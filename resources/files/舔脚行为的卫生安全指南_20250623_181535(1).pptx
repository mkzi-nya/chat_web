
<file path=[Content_Types].xml><?xml version="1.0" encoding="utf-8"?>
<Types xmlns="http://schemas.openxmlformats.org/package/2006/content-types">
  <Default ContentType="image/jpeg" Extension="jpeg"/>
  <Default ContentType="image/png" Extension="png"/>
  <Default ContentType="application/vnd.openxmlformats-package.relationships+xml" Extension="rels"/>
  <Default ContentType="application/xml" Extension="xml"/>
  <Override ContentType="application/vnd.openxmlformats-officedocument.extended-properties+xml" PartName="/docProps/app.xml"/>
  <Override ContentType="application/vnd.openxmlformats-package.core-properties+xml" PartName="/docProps/core.xml"/>
  <Override ContentType="application/vnd.openxmlformats-officedocument.custom-properties+xml" PartName="/docProps/custom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7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6.xml"/>
  <Override ContentType="application/vnd.openxmlformats-officedocument.presentationml.slide+xml" PartName="/ppt/slides/slide7.xml"/>
  <Override ContentType="application/vnd.openxmlformats-officedocument.presentationml.slide+xml" PartName="/ppt/slides/slide8.xml"/>
  <Override ContentType="application/vnd.openxmlformats-officedocument.presentationml.slide+xml" PartName="/ppt/slides/slide9.xml"/>
  <Override ContentType="application/vnd.openxmlformats-officedocument.presentationml.slide+xml" PartName="/ppt/slides/slide10.xml"/>
  <Override ContentType="application/vnd.openxmlformats-officedocument.presentationml.slide+xml" PartName="/ppt/slides/slide11.xml"/>
  <Override ContentType="application/vnd.openxmlformats-officedocument.presentationml.slide+xml" PartName="/ppt/slides/slide12.xml"/>
  <Override ContentType="application/vnd.openxmlformats-officedocument.presentationml.slide+xml" PartName="/ppt/slides/slide13.xml"/>
  <Override ContentType="application/vnd.openxmlformats-officedocument.presentationml.slide+xml" PartName="/ppt/slides/slide14.xml"/>
  <Override ContentType="application/vnd.openxmlformats-officedocument.presentationml.slide+xml" PartName="/ppt/slides/slide15.xml"/>
  <Override ContentType="application/vnd.openxmlformats-officedocument.presentationml.slide+xml" PartName="/ppt/slides/slide16.xml"/>
  <Override ContentType="application/vnd.openxmlformats-officedocument.presentationml.slide+xml" PartName="/ppt/slides/slide17.xml"/>
  <Override ContentType="application/vnd.openxmlformats-officedocument.presentationml.slide+xml" PartName="/ppt/slides/slide18.xml"/>
  <Override ContentType="application/vnd.openxmlformats-officedocument.presentationml.slide+xml" PartName="/ppt/slides/slide19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22.xml"/>
  <Override ContentType="application/vnd.openxmlformats-officedocument.presentationml.slide+xml" PartName="/ppt/slides/slide23.xml"/>
  <Override ContentType="application/vnd.openxmlformats-officedocument.presentationml.slide+xml" PartName="/ppt/slides/slide24.xml"/>
  <Override ContentType="application/vnd.openxmlformats-officedocument.presentationml.slide+xml" PartName="/ppt/slides/slide25.xml"/>
  <Override ContentType="application/vnd.openxmlformats-officedocument.presentationml.slide+xml" PartName="/ppt/slides/slide26.xml"/>
  <Override ContentType="application/vnd.openxmlformats-officedocument.presentationml.slide+xml" PartName="/ppt/slides/slide27.xml"/>
  <Override ContentType="application/vnd.openxmlformats-officedocument.presentationml.slide+xml" PartName="/ppt/slides/slide28.xml"/>
  <Override ContentType="application/vnd.openxmlformats-officedocument.presentationml.slide+xml" PartName="/ppt/slides/slide29.xml"/>
  <Override ContentType="application/vnd.openxmlformats-officedocument.presentationml.slide+xml" PartName="/ppt/slides/slide30.xml"/>
  <Override ContentType="application/vnd.openxmlformats-officedocument.presentationml.slide+xml" PartName="/ppt/slides/slide31.xml"/>
  <Override ContentType="application/vnd.openxmlformats-officedocument.presentationml.slide+xml" PartName="/ppt/slides/slide32.xml"/>
  <Override ContentType="application/vnd.openxmlformats-officedocument.presentationml.slide+xml" PartName="/ppt/slides/slide33.xml"/>
  <Override ContentType="application/vnd.openxmlformats-officedocument.presentationml.slide+xml" PartName="/ppt/slides/slide34.xml"/>
  <Override ContentType="application/vnd.openxmlformats-officedocument.presentationml.slide+xml" PartName="/ppt/slides/slide35.xml"/>
  <Override ContentType="application/vnd.openxmlformats-officedocument.presentationml.slide+xml" PartName="/ppt/slides/slide36.xml"/>
  <Override ContentType="application/vnd.openxmlformats-officedocument.presentationml.slide+xml" PartName="/ppt/slides/slide37.xml"/>
  <Override ContentType="application/vnd.openxmlformats-officedocument.presentationml.slide+xml" PartName="/ppt/slides/slide38.xml"/>
  <Override ContentType="application/vnd.openxmlformats-officedocument.presentationml.slide+xml" PartName="/ppt/slides/slide39.xml"/>
  <Override ContentType="application/vnd.openxmlformats-officedocument.presentationml.slide+xml" PartName="/ppt/slides/slide40.xml"/>
  <Override ContentType="application/vnd.openxmlformats-officedocument.presentationml.slide+xml" PartName="/ppt/slides/slide41.xml"/>
  <Override ContentType="application/vnd.openxmlformats-officedocument.presentationml.slide+xml" PartName="/ppt/slides/slide42.xml"/>
  <Override ContentType="application/vnd.openxmlformats-officedocument.presentationml.slide+xml" PartName="/ppt/slides/slide43.xml"/>
  <Override ContentType="application/vnd.openxmlformats-officedocument.presentationml.slide+xml" PartName="/ppt/slides/slide44.xml"/>
  <Override ContentType="application/vnd.openxmlformats-officedocument.presentationml.slide+xml" PartName="/ppt/slides/slide45.xml"/>
  <Override ContentType="application/vnd.openxmlformats-officedocument.presentationml.slide+xml" PartName="/ppt/slides/slide46.xml"/>
  <Override ContentType="application/vnd.openxmlformats-officedocument.presentationml.slide+xml" PartName="/ppt/slides/slide47.xml"/>
  <Override ContentType="application/vnd.openxmlformats-officedocument.presentationml.slide+xml" PartName="/ppt/slides/slide48.xml"/>
  <Override ContentType="application/vnd.openxmlformats-officedocument.presentationml.slide+xml" PartName="/ppt/slides/slide49.xml"/>
  <Override ContentType="application/vnd.openxmlformats-officedocument.presentationml.slide+xml" PartName="/ppt/slides/slide50.xml"/>
  <Override ContentType="application/vnd.openxmlformats-officedocument.presentationml.slide+xml" PartName="/ppt/slides/slide51.xml"/>
  <Override ContentType="application/vnd.openxmlformats-officedocument.presentationml.slide+xml" PartName="/ppt/slides/slide52.xml"/>
  <Override ContentType="application/vnd.openxmlformats-officedocument.presentationml.slide+xml" PartName="/ppt/slides/slide53.xml"/>
  <Override ContentType="application/vnd.openxmlformats-officedocument.presentationml.slide+xml" PartName="/ppt/slides/slide54.xml"/>
  <Override ContentType="application/vnd.openxmlformats-officedocument.presentationml.slide+xml" PartName="/ppt/slides/slide55.xml"/>
  <Override ContentType="application/vnd.openxmlformats-officedocument.presentationml.slide+xml" PartName="/ppt/slides/slide56.xml"/>
  <Override ContentType="application/vnd.openxmlformats-officedocument.presentationml.slide+xml" PartName="/ppt/slides/slide57.xml"/>
  <Override ContentType="application/vnd.openxmlformats-officedocument.presentationml.slide+xml" PartName="/ppt/slides/slide58.xml"/>
  <Override ContentType="application/vnd.openxmlformats-officedocument.presentationml.slide+xml" PartName="/ppt/slides/slide59.xml"/>
  <Override ContentType="application/vnd.openxmlformats-officedocument.presentationml.slide+xml" PartName="/ppt/slides/slide60.xml"/>
  <Override ContentType="application/vnd.openxmlformats-officedocument.presentationml.slide+xml" PartName="/ppt/slides/slide61.xml"/>
  <Override ContentType="application/vnd.openxmlformats-officedocument.presentationml.tableStyles+xml" PartName="/ppt/tableStyles.xml"/>
  <Override ContentType="application/vnd.openxmlformats-officedocument.presentationml.tags+xml" PartName="/ppt/tags/tag1.xml"/>
  <Override ContentType="application/vnd.openxmlformats-officedocument.presentationml.tags+xml" PartName="/ppt/tags/tag12.xml"/>
  <Override ContentType="application/vnd.openxmlformats-officedocument.presentationml.tags+xml" PartName="/ppt/tags/tag15.xml"/>
  <Override ContentType="application/vnd.openxmlformats-officedocument.presentationml.tags+xml" PartName="/ppt/tags/tag4424.xml"/>
  <Override ContentType="application/vnd.openxmlformats-officedocument.presentationml.tags+xml" PartName="/ppt/tags/tag5423.xml"/>
  <Override ContentType="application/vnd.openxmlformats-officedocument.theme+xml" PartName="/ppt/theme/theme1.xml"/>
  <Override ContentType="application/vnd.openxmlformats-officedocument.presentationml.viewProps+xml" PartName="/ppt/viewProps.xml"/>
</Types>
</file>

<file path=_rels/.rels><?xml version="1.0" encoding="UTF-8" standalone="yes"?><Relationships xmlns="http://schemas.openxmlformats.org/package/2006/relationships"><Relationship Id="rId1" Target="ppt/presentation.xml" Type="http://schemas.openxmlformats.org/officeDocument/2006/relationships/officeDocument"/><Relationship Id="rId2" Target="docProps/core.xml" Type="http://schemas.openxmlformats.org/package/2006/relationships/metadata/core-properties"/><Relationship Id="rId3" Target="docProps/app.xml" Type="http://schemas.openxmlformats.org/officeDocument/2006/relationships/extended-properties"/><Relationship Id="rId4" Target="docProps/thumbnail.jpeg" Type="http://schemas.openxmlformats.org/package/2006/relationships/metadata/thumbnail"/><Relationship Id="rId5" Target="docProps/custom.xml" Type="http://schemas.openxmlformats.org/officeDocument/2006/relationships/custom-properties"/></Relationships>
</file>

<file path=ppt/presentation.xml><?xml version="1.0" encoding="utf-8"?>
<p:presentation xmlns:p15="http://schemas.microsoft.com/office/powerpoint/2012/main" xmlns:r="http://schemas.openxmlformats.org/officeDocument/2006/relationships" xmlns:a="http://schemas.openxmlformats.org/drawingml/2006/main" xmlns:p="http://schemas.openxmlformats.org/presentationml/2006/main" saveSubsetFonts="1">
  <p:sldMasterIdLst>
    <p:sldMasterId id="2147483648" r:id="rId1"/>
  </p:sldMasterIdLst>
  <p:sldIdLst>
    <p:sldId id="256" r:id="R71fb78b929ef4bf5"/>
    <p:sldId id="257" r:id="R87d623c0f3ab4f64"/>
    <p:sldId id="258" r:id="R9fa31493d8584ee2"/>
    <p:sldId id="259" r:id="R676cfd9f4de24946"/>
    <p:sldId id="260" r:id="Rb34cea5b7a204d94"/>
    <p:sldId id="261" r:id="R5d34876d57ab4ed9"/>
    <p:sldId id="262" r:id="Rd133b7b87f45464a"/>
    <p:sldId id="263" r:id="R44e365291d1146cd"/>
    <p:sldId id="264" r:id="Rf404078843b34414"/>
    <p:sldId id="265" r:id="R15022caa11e34fd4"/>
    <p:sldId id="266" r:id="R3b4432992e924c73"/>
    <p:sldId id="267" r:id="Rdc89ffc2b57c46e2"/>
    <p:sldId id="268" r:id="R1feb2718aeef4455"/>
    <p:sldId id="269" r:id="R662e3e904f3f42d0"/>
    <p:sldId id="270" r:id="R89416a6d1eb14490"/>
    <p:sldId id="271" r:id="Rce7ff83ccf214b05"/>
    <p:sldId id="272" r:id="R5bcd2e066eb4484e"/>
    <p:sldId id="273" r:id="Rd1dcd28743bb4d30"/>
    <p:sldId id="274" r:id="R7e89396517dd448a"/>
    <p:sldId id="275" r:id="Rb7a9c314325d4867"/>
    <p:sldId id="276" r:id="R61b6ca6a94f74008"/>
    <p:sldId id="277" r:id="R5420bf2ee05a4fa5"/>
    <p:sldId id="278" r:id="R1cec8d35fdd740fa"/>
    <p:sldId id="279" r:id="R2ab6c49083ab4dcc"/>
    <p:sldId id="280" r:id="R3adac39aaa954932"/>
    <p:sldId id="281" r:id="R13153982cebd4768"/>
    <p:sldId id="282" r:id="Re38d4a5dc9f74e64"/>
    <p:sldId id="283" r:id="R60c2c25f77c9415b"/>
    <p:sldId id="284" r:id="Rda51c57713074cf0"/>
    <p:sldId id="285" r:id="Rd103421ddd144b8a"/>
    <p:sldId id="286" r:id="R04156be9618946f6"/>
    <p:sldId id="287" r:id="Ra0908ee49d7544b5"/>
    <p:sldId id="288" r:id="Rc1ae174c32244f5f"/>
    <p:sldId id="289" r:id="R79ace00c86bc4fe8"/>
    <p:sldId id="290" r:id="Racff7a5fa1454db0"/>
    <p:sldId id="291" r:id="Rf0759575ebf646d7"/>
    <p:sldId id="292" r:id="Rf7af8227f0f54098"/>
    <p:sldId id="293" r:id="R59ee5604203641f3"/>
    <p:sldId id="294" r:id="R4b99770d89c34792"/>
    <p:sldId id="295" r:id="R000c7ad644a542e3"/>
    <p:sldId id="296" r:id="R418ab6c42d554ae8"/>
    <p:sldId id="297" r:id="Re3629e4ea79e4c0d"/>
    <p:sldId id="298" r:id="R5f7901b1668e4363"/>
    <p:sldId id="299" r:id="Rd4579e4ab92f424a"/>
    <p:sldId id="300" r:id="R2da41d7ce89c4c20"/>
    <p:sldId id="301" r:id="R716e2aacb0e74ffa"/>
    <p:sldId id="302" r:id="Rb82d934d27c34fe9"/>
    <p:sldId id="303" r:id="R45121cf20438498f"/>
    <p:sldId id="304" r:id="R91ec2fb8009e4321"/>
    <p:sldId id="305" r:id="R98359df284b64054"/>
    <p:sldId id="306" r:id="R7da5bdd89a9e48d7"/>
    <p:sldId id="307" r:id="Racef102cd5fc4791"/>
    <p:sldId id="308" r:id="Rd7a7829afcf44911"/>
    <p:sldId id="309" r:id="R37e8f2853f9d4e2b"/>
    <p:sldId id="310" r:id="Rc4bcb73c70334cce"/>
    <p:sldId id="311" r:id="Rc668e2986ba94a96"/>
  </p:sldIdLst>
  <p:sldSz cx="12192000" cy="6858000"/>
  <p:notesSz cx="6858000" cy="9144000"/>
  <p:custDataLst>
    <p:tags r:id="rId14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>
        <p15:guide id="1" pos="416" userDrawn="1">
          <p15:clr>
            <a:srgbClr val="A4A3A4"/>
          </p15:clr>
        </p15:guide>
        <p15:guide id="2" pos="7256" userDrawn="1">
          <p15:clr>
            <a:srgbClr val="A4A3A4"/>
          </p15:clr>
        </p15:guide>
        <p15:guide id="3" orient="horz" pos="648" userDrawn="1">
          <p15:clr>
            <a:srgbClr val="A4A3A4"/>
          </p15:clr>
        </p15:guide>
        <p15:guide id="4" orient="horz" pos="712" userDrawn="1">
          <p15:clr>
            <a:srgbClr val="A4A3A4"/>
          </p15:clr>
        </p15:guide>
        <p15:guide id="5" orient="horz" pos="3928" userDrawn="1">
          <p15:clr>
            <a:srgbClr val="A4A3A4"/>
          </p15:clr>
        </p15:guide>
        <p15:guide id="6" orient="horz" pos="3864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r="http://schemas.openxmlformats.org/officeDocument/2006/relationships" xmlns:a="http://schemas.openxmlformats.org/drawingml/2006/main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  <p:ext uri="{1BD7E111-0CB8-44D6-8891-C1BB2F81B7CC}">
      <p1710:readonlyRecommended xmlns:p1710="http://schemas.microsoft.com/office/powerpoint/2017/10/main" val="0"/>
    </p:ext>
  </p:extLst>
</p:presentationPr>
</file>

<file path=ppt/tableStyles.xml><?xml version="1.0" encoding="utf-8"?>
<a:tblStyleLst xmlns:r="http://schemas.openxmlformats.org/officeDocument/2006/relationships"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559" autoAdjust="0"/>
    <p:restoredTop sz="86483" autoAdjust="0"/>
  </p:normalViewPr>
  <p:slideViewPr>
    <p:cSldViewPr snapToGrid="0" showGuides="1">
      <p:cViewPr>
        <p:scale>
          <a:sx n="60" d="100"/>
          <a:sy n="60" d="100"/>
        </p:scale>
        <p:origin x="426" y="876"/>
      </p:cViewPr>
      <p:guideLst>
        <p:guide pos="416"/>
        <p:guide pos="7256"/>
        <p:guide orient="horz" pos="648"/>
        <p:guide orient="horz" pos="712"/>
        <p:guide orient="horz" pos="3928"/>
        <p:guide orient="horz" pos="3864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3534"/>
    </p:cViewPr>
  </p:sorterViewPr>
  <p:notesViewPr>
    <p:cSldViewPr>
      <p:cViewPr>
        <p:scale>
          <a:sx n="1" d="100"/>
          <a:sy n="1" d="100"/>
        </p:scale>
        <p:origin x="0" y="0"/>
      </p:cViewPr>
    </p:cSldViewPr>
  </p:notesViewPr>
  <p:gridSpacing cx="76200" cy="76200"/>
</p:viewPr>
</file>

<file path=ppt/_rels/presentation.xml.rels><?xml version="1.0" encoding="UTF-8" standalone="yes"?><Relationships xmlns="http://schemas.openxmlformats.org/package/2006/relationships"><Relationship Id="R000c7ad644a542e3" Target="slides/slide45.xml" Type="http://schemas.openxmlformats.org/officeDocument/2006/relationships/slide"/><Relationship Id="R04156be9618946f6" Target="slides/slide36.xml" Type="http://schemas.openxmlformats.org/officeDocument/2006/relationships/slide"/><Relationship Id="R13153982cebd4768" Target="slides/slide31.xml" Type="http://schemas.openxmlformats.org/officeDocument/2006/relationships/slide"/><Relationship Id="R15022caa11e34fd4" Target="slides/slide15.xml" Type="http://schemas.openxmlformats.org/officeDocument/2006/relationships/slide"/><Relationship Id="R1cec8d35fdd740fa" Target="slides/slide28.xml" Type="http://schemas.openxmlformats.org/officeDocument/2006/relationships/slide"/><Relationship Id="R1feb2718aeef4455" Target="slides/slide18.xml" Type="http://schemas.openxmlformats.org/officeDocument/2006/relationships/slide"/><Relationship Id="R2ab6c49083ab4dcc" Target="slides/slide29.xml" Type="http://schemas.openxmlformats.org/officeDocument/2006/relationships/slide"/><Relationship Id="R2da41d7ce89c4c20" Target="slides/slide50.xml" Type="http://schemas.openxmlformats.org/officeDocument/2006/relationships/slide"/><Relationship Id="R37e8f2853f9d4e2b" Target="slides/slide59.xml" Type="http://schemas.openxmlformats.org/officeDocument/2006/relationships/slide"/><Relationship Id="R3adac39aaa954932" Target="slides/slide30.xml" Type="http://schemas.openxmlformats.org/officeDocument/2006/relationships/slide"/><Relationship Id="R3b4432992e924c73" Target="slides/slide16.xml" Type="http://schemas.openxmlformats.org/officeDocument/2006/relationships/slide"/><Relationship Id="R418ab6c42d554ae8" Target="slides/slide46.xml" Type="http://schemas.openxmlformats.org/officeDocument/2006/relationships/slide"/><Relationship Id="R44e365291d1146cd" Target="slides/slide13.xml" Type="http://schemas.openxmlformats.org/officeDocument/2006/relationships/slide"/><Relationship Id="R45121cf20438498f" Target="slides/slide53.xml" Type="http://schemas.openxmlformats.org/officeDocument/2006/relationships/slide"/><Relationship Id="R4b99770d89c34792" Target="slides/slide44.xml" Type="http://schemas.openxmlformats.org/officeDocument/2006/relationships/slide"/><Relationship Id="R5420bf2ee05a4fa5" Target="slides/slide27.xml" Type="http://schemas.openxmlformats.org/officeDocument/2006/relationships/slide"/><Relationship Id="R59ee5604203641f3" Target="slides/slide43.xml" Type="http://schemas.openxmlformats.org/officeDocument/2006/relationships/slide"/><Relationship Id="R5bcd2e066eb4484e" Target="slides/slide22.xml" Type="http://schemas.openxmlformats.org/officeDocument/2006/relationships/slide"/><Relationship Id="R5d34876d57ab4ed9" Target="slides/slide11.xml" Type="http://schemas.openxmlformats.org/officeDocument/2006/relationships/slide"/><Relationship Id="R5f7901b1668e4363" Target="slides/slide48.xml" Type="http://schemas.openxmlformats.org/officeDocument/2006/relationships/slide"/><Relationship Id="R60c2c25f77c9415b" Target="slides/slide33.xml" Type="http://schemas.openxmlformats.org/officeDocument/2006/relationships/slide"/><Relationship Id="R61b6ca6a94f74008" Target="slides/slide26.xml" Type="http://schemas.openxmlformats.org/officeDocument/2006/relationships/slide"/><Relationship Id="R662e3e904f3f42d0" Target="slides/slide19.xml" Type="http://schemas.openxmlformats.org/officeDocument/2006/relationships/slide"/><Relationship Id="R676cfd9f4de24946" Target="slides/slide9.xml" Type="http://schemas.openxmlformats.org/officeDocument/2006/relationships/slide"/><Relationship Id="R716e2aacb0e74ffa" Target="slides/slide51.xml" Type="http://schemas.openxmlformats.org/officeDocument/2006/relationships/slide"/><Relationship Id="R71fb78b929ef4bf5" Target="slides/slide6.xml" Type="http://schemas.openxmlformats.org/officeDocument/2006/relationships/slide"/><Relationship Id="R79ace00c86bc4fe8" Target="slides/slide39.xml" Type="http://schemas.openxmlformats.org/officeDocument/2006/relationships/slide"/><Relationship Id="R7da5bdd89a9e48d7" Target="slides/slide56.xml" Type="http://schemas.openxmlformats.org/officeDocument/2006/relationships/slide"/><Relationship Id="R7e89396517dd448a" Target="slides/slide24.xml" Type="http://schemas.openxmlformats.org/officeDocument/2006/relationships/slide"/><Relationship Id="R87d623c0f3ab4f64" Target="slides/slide7.xml" Type="http://schemas.openxmlformats.org/officeDocument/2006/relationships/slide"/><Relationship Id="R89416a6d1eb14490" Target="slides/slide20.xml" Type="http://schemas.openxmlformats.org/officeDocument/2006/relationships/slide"/><Relationship Id="R91ec2fb8009e4321" Target="slides/slide54.xml" Type="http://schemas.openxmlformats.org/officeDocument/2006/relationships/slide"/><Relationship Id="R98359df284b64054" Target="slides/slide55.xml" Type="http://schemas.openxmlformats.org/officeDocument/2006/relationships/slide"/><Relationship Id="R9fa31493d8584ee2" Target="slides/slide8.xml" Type="http://schemas.openxmlformats.org/officeDocument/2006/relationships/slide"/><Relationship Id="Ra0908ee49d7544b5" Target="slides/slide37.xml" Type="http://schemas.openxmlformats.org/officeDocument/2006/relationships/slide"/><Relationship Id="Racef102cd5fc4791" Target="slides/slide57.xml" Type="http://schemas.openxmlformats.org/officeDocument/2006/relationships/slide"/><Relationship Id="Racff7a5fa1454db0" Target="slides/slide40.xml" Type="http://schemas.openxmlformats.org/officeDocument/2006/relationships/slide"/><Relationship Id="Rb34cea5b7a204d94" Target="slides/slide10.xml" Type="http://schemas.openxmlformats.org/officeDocument/2006/relationships/slide"/><Relationship Id="Rb7a9c314325d4867" Target="slides/slide25.xml" Type="http://schemas.openxmlformats.org/officeDocument/2006/relationships/slide"/><Relationship Id="Rb82d934d27c34fe9" Target="slides/slide52.xml" Type="http://schemas.openxmlformats.org/officeDocument/2006/relationships/slide"/><Relationship Id="Rc1ae174c32244f5f" Target="slides/slide38.xml" Type="http://schemas.openxmlformats.org/officeDocument/2006/relationships/slide"/><Relationship Id="Rc4bcb73c70334cce" Target="slides/slide60.xml" Type="http://schemas.openxmlformats.org/officeDocument/2006/relationships/slide"/><Relationship Id="Rc668e2986ba94a96" Target="slides/slide61.xml" Type="http://schemas.openxmlformats.org/officeDocument/2006/relationships/slide"/><Relationship Id="Rce7ff83ccf214b05" Target="slides/slide21.xml" Type="http://schemas.openxmlformats.org/officeDocument/2006/relationships/slide"/><Relationship Id="Rd103421ddd144b8a" Target="slides/slide35.xml" Type="http://schemas.openxmlformats.org/officeDocument/2006/relationships/slide"/><Relationship Id="Rd133b7b87f45464a" Target="slides/slide12.xml" Type="http://schemas.openxmlformats.org/officeDocument/2006/relationships/slide"/><Relationship Id="Rd1dcd28743bb4d30" Target="slides/slide23.xml" Type="http://schemas.openxmlformats.org/officeDocument/2006/relationships/slide"/><Relationship Id="Rd4579e4ab92f424a" Target="slides/slide49.xml" Type="http://schemas.openxmlformats.org/officeDocument/2006/relationships/slide"/><Relationship Id="Rd7a7829afcf44911" Target="slides/slide58.xml" Type="http://schemas.openxmlformats.org/officeDocument/2006/relationships/slide"/><Relationship Id="Rda51c57713074cf0" Target="slides/slide34.xml" Type="http://schemas.openxmlformats.org/officeDocument/2006/relationships/slide"/><Relationship Id="Rdc89ffc2b57c46e2" Target="slides/slide17.xml" Type="http://schemas.openxmlformats.org/officeDocument/2006/relationships/slide"/><Relationship Id="Re3629e4ea79e4c0d" Target="slides/slide47.xml" Type="http://schemas.openxmlformats.org/officeDocument/2006/relationships/slide"/><Relationship Id="Re38d4a5dc9f74e64" Target="slides/slide32.xml" Type="http://schemas.openxmlformats.org/officeDocument/2006/relationships/slide"/><Relationship Id="Rf0759575ebf646d7" Target="slides/slide41.xml" Type="http://schemas.openxmlformats.org/officeDocument/2006/relationships/slide"/><Relationship Id="Rf404078843b34414" Target="slides/slide14.xml" Type="http://schemas.openxmlformats.org/officeDocument/2006/relationships/slide"/><Relationship Id="Rf7af8227f0f54098" Target="slides/slide42.xml" Type="http://schemas.openxmlformats.org/officeDocument/2006/relationships/slide"/><Relationship Id="rId1" Target="slideMasters/slideMaster1.xml" Type="http://schemas.openxmlformats.org/officeDocument/2006/relationships/slideMaster"/><Relationship Id="rId14" Target="tags/tag1.xml" Type="http://schemas.openxmlformats.org/officeDocument/2006/relationships/tags"/><Relationship Id="rId15" Target="presProps.xml" Type="http://schemas.openxmlformats.org/officeDocument/2006/relationships/presProps"/><Relationship Id="rId16" Target="viewProps.xml" Type="http://schemas.openxmlformats.org/officeDocument/2006/relationships/viewProps"/><Relationship Id="rId17" Target="theme/theme1.xml" Type="http://schemas.openxmlformats.org/officeDocument/2006/relationships/theme"/><Relationship Id="rId18" Target="tableStyles.xml" Type="http://schemas.openxmlformats.org/officeDocument/2006/relationships/tableStyles"/></Relationships>
</file>

<file path=ppt/slideLayouts/_rels/slideLayout1.xml.rels><?xml version="1.0" encoding="UTF-8" standalone="yes"?><Relationships xmlns="http://schemas.openxmlformats.org/package/2006/relationships"><Relationship Id="rId1" Target="../slideMasters/slideMaster1.xml" Type="http://schemas.openxmlformats.org/officeDocument/2006/relationships/slideMaster"/></Relationships>
</file>

<file path=ppt/slideLayouts/_rels/slideLayout2.xml.rels><?xml version="1.0" encoding="UTF-8" standalone="yes"?><Relationships xmlns="http://schemas.openxmlformats.org/package/2006/relationships"><Relationship Id="rId1" Target="../slideMasters/slideMaster1.xml" Type="http://schemas.openxmlformats.org/officeDocument/2006/relationships/slideMaster"/></Relationships>
</file>

<file path=ppt/slideLayouts/_rels/slideLayout3.xml.rels><?xml version="1.0" encoding="UTF-8" standalone="yes"?><Relationships xmlns="http://schemas.openxmlformats.org/package/2006/relationships"><Relationship Id="rId1" Target="../slideMasters/slideMaster1.xml" Type="http://schemas.openxmlformats.org/officeDocument/2006/relationships/slideMaster"/></Relationships>
</file>

<file path=ppt/slideLayouts/_rels/slideLayout4.xml.rels><?xml version="1.0" encoding="UTF-8" standalone="yes"?><Relationships xmlns="http://schemas.openxmlformats.org/package/2006/relationships"><Relationship Id="rId1" Target="../slideMasters/slideMaster1.xml" Type="http://schemas.openxmlformats.org/officeDocument/2006/relationships/slideMaster"/></Relationships>
</file>

<file path=ppt/slideLayouts/_rels/slideLayout5.xml.rels><?xml version="1.0" encoding="UTF-8" standalone="yes"?><Relationships xmlns="http://schemas.openxmlformats.org/package/2006/relationships"><Relationship Id="rId1" Target="../slideMasters/slideMaster1.xml" Type="http://schemas.openxmlformats.org/officeDocument/2006/relationships/slideMaster"/></Relationships>
</file>

<file path=ppt/slideLayouts/_rels/slideLayout6.xml.rels><?xml version="1.0" encoding="UTF-8" standalone="yes"?><Relationships xmlns="http://schemas.openxmlformats.org/package/2006/relationships"><Relationship Id="rId1" Target="../slideMasters/slideMaster1.xml" Type="http://schemas.openxmlformats.org/officeDocument/2006/relationships/slideMaster"/></Relationships>
</file>

<file path=ppt/slideLayouts/_rels/slideLayout7.xml.rels><?xml version="1.0" encoding="UTF-8" standalone="yes"?><Relationships xmlns="http://schemas.openxmlformats.org/package/2006/relationships"><Relationship Id="rId1" Target="../slideMasters/slideMaster1.xml" Type="http://schemas.openxmlformats.org/officeDocument/2006/relationships/slideMaster"/></Relationships>
</file>

<file path=ppt/slideLayouts/slideLayout1.xml><?xml version="1.0" encoding="utf-8"?>
<p:sldLayout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 showMasterSp="0" type="title" preserve="1">
  <p:cSld name="Title Slide">
    <p:bg>
      <p:bgPr>
        <a:solidFill>
          <a:schemeClr val="accent1">
            <a:lumMod val="60000"/>
            <a:lumOff val="40000"/>
            <a:alpha val="91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</a:xfrm>
      </p:grpSpPr>
      <p:grpSp>
        <p:nvGrpSpPr>
          <p:cNvPr id="311" name="" descr="9d2949c0-ea06-4503-b812-f781b7af9fc8"/>
          <p:cNvGrpSpPr/>
          <p:nvPr/>
        </p:nvGrpSpPr>
        <p:grpSpPr>
          <a:xfrm>
            <a:off x="58" y="0"/>
            <a:ext cx="12708939" cy="7333616"/>
            <a:chOff x="58" y="0"/>
            <a:chExt cx="12708939" cy="7333616"/>
          </a:xfrm>
        </p:grpSpPr>
        <p:grpSp>
          <p:nvGrpSpPr>
            <p:cNvPr id="300" name="" descr="c595c12b-1d4e-4c0d-863b-408ad78619ca"/>
            <p:cNvGrpSpPr/>
            <p:nvPr/>
          </p:nvGrpSpPr>
          <p:grpSpPr>
            <a:xfrm>
              <a:off x="2832012" y="4193199"/>
              <a:ext cx="2461711" cy="2629569"/>
              <a:chOff x="2671928" y="4497224"/>
              <a:chExt cx="2461711" cy="2629569"/>
            </a:xfrm>
          </p:grpSpPr>
          <p:sp>
            <p:nvSpPr>
              <p:cNvPr id="71" name="" descr="0211b944-5ea9-4bc7-a83e-31bac78506c3"/>
              <p:cNvSpPr/>
              <p:nvPr/>
            </p:nvSpPr>
            <p:spPr>
              <a:xfrm>
                <a:off x="4198523" y="4739804"/>
                <a:ext cx="15216" cy="355801"/>
              </a:xfrm>
              <a:custGeom>
                <a:gdLst>
                  <a:gd name="connsiteX0" fmla="*/ 7632 w 15216"/>
                  <a:gd name="connsiteY0" fmla="*/ 355921 h 355801"/>
                  <a:gd name="connsiteX1" fmla="*/ 85 w 15216"/>
                  <a:gd name="connsiteY1" fmla="*/ 348374 h 355801"/>
                  <a:gd name="connsiteX2" fmla="*/ 85 w 15216"/>
                  <a:gd name="connsiteY2" fmla="*/ 8403 h 355801"/>
                  <a:gd name="connsiteX3" fmla="*/ 6986 w 15216"/>
                  <a:gd name="connsiteY3" fmla="*/ 150 h 355801"/>
                  <a:gd name="connsiteX4" fmla="*/ 15239 w 15216"/>
                  <a:gd name="connsiteY4" fmla="*/ 7051 h 355801"/>
                  <a:gd name="connsiteX5" fmla="*/ 15239 w 15216"/>
                  <a:gd name="connsiteY5" fmla="*/ 8403 h 355801"/>
                  <a:gd name="connsiteX6" fmla="*/ 15239 w 15216"/>
                  <a:gd name="connsiteY6" fmla="*/ 348374 h 355801"/>
                  <a:gd name="connsiteX7" fmla="*/ 7692 w 15216"/>
                  <a:gd name="connsiteY7" fmla="*/ 355921 h 355801"/>
                  <a:gd name="connsiteX8" fmla="*/ 7632 w 15216"/>
                  <a:gd name="connsiteY8" fmla="*/ 355921 h 35580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16" h="355801">
                    <a:moveTo>
                      <a:pt x="7632" y="355921"/>
                    </a:moveTo>
                    <a:cubicBezTo>
                      <a:pt x="3466" y="355921"/>
                      <a:pt x="85" y="352540"/>
                      <a:pt x="85" y="348374"/>
                    </a:cubicBezTo>
                    <a:lnTo>
                      <a:pt x="85" y="8403"/>
                    </a:lnTo>
                    <a:cubicBezTo>
                      <a:pt x="-289" y="4219"/>
                      <a:pt x="2802" y="524"/>
                      <a:pt x="6986" y="150"/>
                    </a:cubicBezTo>
                    <a:cubicBezTo>
                      <a:pt x="11170" y="-225"/>
                      <a:pt x="14865" y="2867"/>
                      <a:pt x="15239" y="7051"/>
                    </a:cubicBezTo>
                    <a:cubicBezTo>
                      <a:pt x="15281" y="7497"/>
                      <a:pt x="15281" y="7950"/>
                      <a:pt x="15239" y="8403"/>
                    </a:cubicBezTo>
                    <a:lnTo>
                      <a:pt x="15239" y="348374"/>
                    </a:lnTo>
                    <a:cubicBezTo>
                      <a:pt x="15239" y="352540"/>
                      <a:pt x="11858" y="355921"/>
                      <a:pt x="7692" y="355921"/>
                    </a:cubicBezTo>
                    <a:cubicBezTo>
                      <a:pt x="7674" y="355921"/>
                      <a:pt x="7650" y="355921"/>
                      <a:pt x="7632" y="3559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" name="" descr="ee80f5a9-10e1-4ca7-83f5-2172cde4c41b"/>
              <p:cNvSpPr/>
              <p:nvPr/>
            </p:nvSpPr>
            <p:spPr>
              <a:xfrm>
                <a:off x="4078418" y="4790430"/>
                <a:ext cx="255475" cy="255427"/>
              </a:xfrm>
              <a:custGeom>
                <a:gdLst>
                  <a:gd name="connsiteX0" fmla="*/ 7530 w 255475"/>
                  <a:gd name="connsiteY0" fmla="*/ 255546 h 255427"/>
                  <a:gd name="connsiteX1" fmla="*/ 56 w 255475"/>
                  <a:gd name="connsiteY1" fmla="*/ 247812 h 255427"/>
                  <a:gd name="connsiteX2" fmla="*/ 2217 w 255475"/>
                  <a:gd name="connsiteY2" fmla="*/ 242625 h 255427"/>
                  <a:gd name="connsiteX3" fmla="*/ 242630 w 255475"/>
                  <a:gd name="connsiteY3" fmla="*/ 2333 h 255427"/>
                  <a:gd name="connsiteX4" fmla="*/ 253316 w 255475"/>
                  <a:gd name="connsiteY4" fmla="*/ 2333 h 255427"/>
                  <a:gd name="connsiteX5" fmla="*/ 253316 w 255475"/>
                  <a:gd name="connsiteY5" fmla="*/ 13020 h 255427"/>
                  <a:gd name="connsiteX6" fmla="*/ 12903 w 255475"/>
                  <a:gd name="connsiteY6" fmla="*/ 253433 h 255427"/>
                  <a:gd name="connsiteX7" fmla="*/ 7530 w 255475"/>
                  <a:gd name="connsiteY7" fmla="*/ 255546 h 25542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5474" h="255427">
                    <a:moveTo>
                      <a:pt x="7530" y="255546"/>
                    </a:moveTo>
                    <a:cubicBezTo>
                      <a:pt x="3328" y="255473"/>
                      <a:pt x="-17" y="252008"/>
                      <a:pt x="56" y="247812"/>
                    </a:cubicBezTo>
                    <a:cubicBezTo>
                      <a:pt x="86" y="245867"/>
                      <a:pt x="859" y="244014"/>
                      <a:pt x="2217" y="242625"/>
                    </a:cubicBezTo>
                    <a:lnTo>
                      <a:pt x="242630" y="2333"/>
                    </a:lnTo>
                    <a:cubicBezTo>
                      <a:pt x="245582" y="-619"/>
                      <a:pt x="250364" y="-619"/>
                      <a:pt x="253316" y="2333"/>
                    </a:cubicBezTo>
                    <a:cubicBezTo>
                      <a:pt x="256268" y="5286"/>
                      <a:pt x="256268" y="10068"/>
                      <a:pt x="253316" y="13020"/>
                    </a:cubicBezTo>
                    <a:lnTo>
                      <a:pt x="12903" y="253433"/>
                    </a:lnTo>
                    <a:cubicBezTo>
                      <a:pt x="11454" y="254809"/>
                      <a:pt x="9528" y="255570"/>
                      <a:pt x="7530" y="2555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" name="" descr="5c4d8391-6f6f-4117-ad6b-1d27dea743b8"/>
              <p:cNvSpPr/>
              <p:nvPr/>
            </p:nvSpPr>
            <p:spPr>
              <a:xfrm>
                <a:off x="4027861" y="4910283"/>
                <a:ext cx="355246" cy="15216"/>
              </a:xfrm>
              <a:custGeom>
                <a:gdLst>
                  <a:gd name="connsiteX0" fmla="*/ 348370 w 355246"/>
                  <a:gd name="connsiteY0" fmla="*/ 15305 h 15216"/>
                  <a:gd name="connsiteX1" fmla="*/ 8338 w 355246"/>
                  <a:gd name="connsiteY1" fmla="*/ 15305 h 15216"/>
                  <a:gd name="connsiteX2" fmla="*/ 85 w 355246"/>
                  <a:gd name="connsiteY2" fmla="*/ 8404 h 15216"/>
                  <a:gd name="connsiteX3" fmla="*/ 6986 w 355246"/>
                  <a:gd name="connsiteY3" fmla="*/ 151 h 15216"/>
                  <a:gd name="connsiteX4" fmla="*/ 8338 w 355246"/>
                  <a:gd name="connsiteY4" fmla="*/ 151 h 15216"/>
                  <a:gd name="connsiteX5" fmla="*/ 348370 w 355246"/>
                  <a:gd name="connsiteY5" fmla="*/ 151 h 15216"/>
                  <a:gd name="connsiteX6" fmla="*/ 355270 w 355246"/>
                  <a:gd name="connsiteY6" fmla="*/ 8404 h 15216"/>
                  <a:gd name="connsiteX7" fmla="*/ 348370 w 355246"/>
                  <a:gd name="connsiteY7" fmla="*/ 15305 h 1521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55246" h="15216">
                    <a:moveTo>
                      <a:pt x="348370" y="15305"/>
                    </a:moveTo>
                    <a:lnTo>
                      <a:pt x="8338" y="15305"/>
                    </a:lnTo>
                    <a:cubicBezTo>
                      <a:pt x="4154" y="15679"/>
                      <a:pt x="460" y="12588"/>
                      <a:pt x="85" y="8404"/>
                    </a:cubicBezTo>
                    <a:cubicBezTo>
                      <a:pt x="-289" y="4220"/>
                      <a:pt x="2802" y="525"/>
                      <a:pt x="6986" y="151"/>
                    </a:cubicBezTo>
                    <a:cubicBezTo>
                      <a:pt x="7433" y="109"/>
                      <a:pt x="7885" y="109"/>
                      <a:pt x="8338" y="151"/>
                    </a:cubicBezTo>
                    <a:lnTo>
                      <a:pt x="348370" y="151"/>
                    </a:lnTo>
                    <a:cubicBezTo>
                      <a:pt x="352554" y="525"/>
                      <a:pt x="355645" y="4220"/>
                      <a:pt x="355270" y="8404"/>
                    </a:cubicBezTo>
                    <a:cubicBezTo>
                      <a:pt x="354944" y="12069"/>
                      <a:pt x="352034" y="14979"/>
                      <a:pt x="348370" y="153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" name="" descr="32a6dc43-1107-440f-aff1-99f12dfcee1b"/>
              <p:cNvSpPr/>
              <p:nvPr/>
            </p:nvSpPr>
            <p:spPr>
              <a:xfrm>
                <a:off x="4078125" y="4790310"/>
                <a:ext cx="255531" cy="255547"/>
              </a:xfrm>
              <a:custGeom>
                <a:gdLst>
                  <a:gd name="connsiteX0" fmla="*/ 248236 w 255531"/>
                  <a:gd name="connsiteY0" fmla="*/ 255666 h 255547"/>
                  <a:gd name="connsiteX1" fmla="*/ 242923 w 255531"/>
                  <a:gd name="connsiteY1" fmla="*/ 253432 h 255547"/>
                  <a:gd name="connsiteX2" fmla="*/ 2269 w 255531"/>
                  <a:gd name="connsiteY2" fmla="*/ 13020 h 255547"/>
                  <a:gd name="connsiteX3" fmla="*/ 2269 w 255531"/>
                  <a:gd name="connsiteY3" fmla="*/ 2333 h 255547"/>
                  <a:gd name="connsiteX4" fmla="*/ 12955 w 255531"/>
                  <a:gd name="connsiteY4" fmla="*/ 2333 h 255547"/>
                  <a:gd name="connsiteX5" fmla="*/ 253368 w 255531"/>
                  <a:gd name="connsiteY5" fmla="*/ 242746 h 255547"/>
                  <a:gd name="connsiteX6" fmla="*/ 253380 w 255531"/>
                  <a:gd name="connsiteY6" fmla="*/ 253420 h 255547"/>
                  <a:gd name="connsiteX7" fmla="*/ 253368 w 255531"/>
                  <a:gd name="connsiteY7" fmla="*/ 253432 h 255547"/>
                  <a:gd name="connsiteX8" fmla="*/ 248236 w 255531"/>
                  <a:gd name="connsiteY8" fmla="*/ 255666 h 2555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5530" h="255547">
                    <a:moveTo>
                      <a:pt x="248236" y="255666"/>
                    </a:moveTo>
                    <a:cubicBezTo>
                      <a:pt x="246237" y="255654"/>
                      <a:pt x="244330" y="254851"/>
                      <a:pt x="242923" y="253432"/>
                    </a:cubicBezTo>
                    <a:lnTo>
                      <a:pt x="2269" y="13020"/>
                    </a:lnTo>
                    <a:cubicBezTo>
                      <a:pt x="-684" y="10067"/>
                      <a:pt x="-684" y="5286"/>
                      <a:pt x="2269" y="2333"/>
                    </a:cubicBezTo>
                    <a:cubicBezTo>
                      <a:pt x="5221" y="-619"/>
                      <a:pt x="10003" y="-619"/>
                      <a:pt x="12955" y="2333"/>
                    </a:cubicBezTo>
                    <a:lnTo>
                      <a:pt x="253368" y="242746"/>
                    </a:lnTo>
                    <a:cubicBezTo>
                      <a:pt x="256320" y="245692"/>
                      <a:pt x="256326" y="250468"/>
                      <a:pt x="253380" y="253420"/>
                    </a:cubicBezTo>
                    <a:cubicBezTo>
                      <a:pt x="253380" y="253420"/>
                      <a:pt x="253374" y="253426"/>
                      <a:pt x="253368" y="253432"/>
                    </a:cubicBezTo>
                    <a:cubicBezTo>
                      <a:pt x="251991" y="254785"/>
                      <a:pt x="250162" y="255582"/>
                      <a:pt x="248236" y="2556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" name="" descr="3a329b48-ef75-4f42-8b87-32d334d347cd"/>
              <p:cNvSpPr/>
              <p:nvPr/>
            </p:nvSpPr>
            <p:spPr>
              <a:xfrm>
                <a:off x="5013350" y="4909711"/>
                <a:ext cx="120289" cy="124432"/>
              </a:xfrm>
              <a:custGeom>
                <a:gdLst>
                  <a:gd name="connsiteX0" fmla="*/ 60210 w 120289"/>
                  <a:gd name="connsiteY0" fmla="*/ 124552 h 124432"/>
                  <a:gd name="connsiteX1" fmla="*/ 60210 w 120289"/>
                  <a:gd name="connsiteY1" fmla="*/ 119 h 124432"/>
                  <a:gd name="connsiteX2" fmla="*/ 60210 w 120289"/>
                  <a:gd name="connsiteY2" fmla="*/ 124552 h 12443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9" h="124432">
                    <a:moveTo>
                      <a:pt x="60210" y="124552"/>
                    </a:moveTo>
                    <a:cubicBezTo>
                      <a:pt x="140328" y="124552"/>
                      <a:pt x="140448" y="119"/>
                      <a:pt x="60210" y="119"/>
                    </a:cubicBezTo>
                    <a:cubicBezTo>
                      <a:pt x="-20028" y="119"/>
                      <a:pt x="-19968" y="124552"/>
                      <a:pt x="60210" y="124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" name="" descr="50b7c36e-b467-4e99-83c6-dd71df1d6054"/>
              <p:cNvSpPr/>
              <p:nvPr/>
            </p:nvSpPr>
            <p:spPr>
              <a:xfrm>
                <a:off x="4847802" y="4711259"/>
                <a:ext cx="60133" cy="62246"/>
              </a:xfrm>
              <a:custGeom>
                <a:gdLst>
                  <a:gd name="connsiteX0" fmla="*/ 30144 w 60133"/>
                  <a:gd name="connsiteY0" fmla="*/ 62366 h 62246"/>
                  <a:gd name="connsiteX1" fmla="*/ 30144 w 60133"/>
                  <a:gd name="connsiteY1" fmla="*/ 119 h 62246"/>
                  <a:gd name="connsiteX2" fmla="*/ 30144 w 60133"/>
                  <a:gd name="connsiteY2" fmla="*/ 62366 h 622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33" h="62245">
                    <a:moveTo>
                      <a:pt x="30144" y="62366"/>
                    </a:moveTo>
                    <a:cubicBezTo>
                      <a:pt x="70172" y="62366"/>
                      <a:pt x="70233" y="119"/>
                      <a:pt x="30144" y="119"/>
                    </a:cubicBezTo>
                    <a:cubicBezTo>
                      <a:pt x="-9945" y="119"/>
                      <a:pt x="-10006" y="62366"/>
                      <a:pt x="30144" y="623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" name="" descr="7fee5896-6620-4b9e-b194-b11dfbeae6ef"/>
              <p:cNvSpPr/>
              <p:nvPr/>
            </p:nvSpPr>
            <p:spPr>
              <a:xfrm>
                <a:off x="3667513" y="4951302"/>
                <a:ext cx="1116069" cy="2049646"/>
              </a:xfrm>
              <a:custGeom>
                <a:gdLst>
                  <a:gd name="connsiteX0" fmla="*/ 1026530 w 1116069"/>
                  <a:gd name="connsiteY0" fmla="*/ 69498 h 2049646"/>
                  <a:gd name="connsiteX1" fmla="*/ 1015904 w 1116069"/>
                  <a:gd name="connsiteY1" fmla="*/ 60683 h 2049646"/>
                  <a:gd name="connsiteX2" fmla="*/ 967604 w 1116069"/>
                  <a:gd name="connsiteY2" fmla="*/ 30496 h 2049646"/>
                  <a:gd name="connsiteX3" fmla="*/ 853496 w 1116069"/>
                  <a:gd name="connsiteY3" fmla="*/ 1033 h 2049646"/>
                  <a:gd name="connsiteX4" fmla="*/ 787084 w 1116069"/>
                  <a:gd name="connsiteY4" fmla="*/ 2059 h 2049646"/>
                  <a:gd name="connsiteX5" fmla="*/ 716626 w 1116069"/>
                  <a:gd name="connsiteY5" fmla="*/ 15160 h 2049646"/>
                  <a:gd name="connsiteX6" fmla="*/ 589115 w 1116069"/>
                  <a:gd name="connsiteY6" fmla="*/ 66177 h 2049646"/>
                  <a:gd name="connsiteX7" fmla="*/ 484123 w 1116069"/>
                  <a:gd name="connsiteY7" fmla="*/ 133012 h 2049646"/>
                  <a:gd name="connsiteX8" fmla="*/ 303662 w 1116069"/>
                  <a:gd name="connsiteY8" fmla="*/ 317276 h 2049646"/>
                  <a:gd name="connsiteX9" fmla="*/ 165826 w 1116069"/>
                  <a:gd name="connsiteY9" fmla="*/ 553040 h 2049646"/>
                  <a:gd name="connsiteX10" fmla="*/ 70253 w 1116069"/>
                  <a:gd name="connsiteY10" fmla="*/ 822916 h 2049646"/>
                  <a:gd name="connsiteX11" fmla="*/ 339 w 1116069"/>
                  <a:gd name="connsiteY11" fmla="*/ 1396779 h 2049646"/>
                  <a:gd name="connsiteX12" fmla="*/ 24489 w 1116069"/>
                  <a:gd name="connsiteY12" fmla="*/ 1668043 h 2049646"/>
                  <a:gd name="connsiteX13" fmla="*/ 86554 w 1116069"/>
                  <a:gd name="connsiteY13" fmla="*/ 1907731 h 2049646"/>
                  <a:gd name="connsiteX14" fmla="*/ 109798 w 1116069"/>
                  <a:gd name="connsiteY14" fmla="*/ 1964785 h 2049646"/>
                  <a:gd name="connsiteX15" fmla="*/ 102131 w 1116069"/>
                  <a:gd name="connsiteY15" fmla="*/ 2018398 h 2049646"/>
                  <a:gd name="connsiteX16" fmla="*/ 102131 w 1116069"/>
                  <a:gd name="connsiteY16" fmla="*/ 2026851 h 2049646"/>
                  <a:gd name="connsiteX17" fmla="*/ 105029 w 1116069"/>
                  <a:gd name="connsiteY17" fmla="*/ 2040858 h 2049646"/>
                  <a:gd name="connsiteX18" fmla="*/ 108531 w 1116069"/>
                  <a:gd name="connsiteY18" fmla="*/ 2044842 h 2049646"/>
                  <a:gd name="connsiteX19" fmla="*/ 117768 w 1116069"/>
                  <a:gd name="connsiteY19" fmla="*/ 2049431 h 2049646"/>
                  <a:gd name="connsiteX20" fmla="*/ 132681 w 1116069"/>
                  <a:gd name="connsiteY20" fmla="*/ 2046291 h 2049646"/>
                  <a:gd name="connsiteX21" fmla="*/ 140952 w 1116069"/>
                  <a:gd name="connsiteY21" fmla="*/ 2034216 h 2049646"/>
                  <a:gd name="connsiteX22" fmla="*/ 143246 w 1116069"/>
                  <a:gd name="connsiteY22" fmla="*/ 2024798 h 2049646"/>
                  <a:gd name="connsiteX23" fmla="*/ 144152 w 1116069"/>
                  <a:gd name="connsiteY23" fmla="*/ 2021417 h 2049646"/>
                  <a:gd name="connsiteX24" fmla="*/ 146446 w 1116069"/>
                  <a:gd name="connsiteY24" fmla="*/ 2011516 h 2049646"/>
                  <a:gd name="connsiteX25" fmla="*/ 147895 w 1116069"/>
                  <a:gd name="connsiteY25" fmla="*/ 2005478 h 2049646"/>
                  <a:gd name="connsiteX26" fmla="*/ 155140 w 1116069"/>
                  <a:gd name="connsiteY26" fmla="*/ 1976438 h 2049646"/>
                  <a:gd name="connsiteX27" fmla="*/ 173675 w 1116069"/>
                  <a:gd name="connsiteY27" fmla="*/ 1915036 h 2049646"/>
                  <a:gd name="connsiteX28" fmla="*/ 172769 w 1116069"/>
                  <a:gd name="connsiteY28" fmla="*/ 1917089 h 2049646"/>
                  <a:gd name="connsiteX29" fmla="*/ 225175 w 1116069"/>
                  <a:gd name="connsiteY29" fmla="*/ 1789638 h 2049646"/>
                  <a:gd name="connsiteX30" fmla="*/ 293278 w 1116069"/>
                  <a:gd name="connsiteY30" fmla="*/ 1660013 h 2049646"/>
                  <a:gd name="connsiteX31" fmla="*/ 350211 w 1116069"/>
                  <a:gd name="connsiteY31" fmla="*/ 1562025 h 2049646"/>
                  <a:gd name="connsiteX32" fmla="*/ 363977 w 1116069"/>
                  <a:gd name="connsiteY32" fmla="*/ 1538720 h 2049646"/>
                  <a:gd name="connsiteX33" fmla="*/ 444215 w 1116069"/>
                  <a:gd name="connsiteY33" fmla="*/ 1411087 h 2049646"/>
                  <a:gd name="connsiteX34" fmla="*/ 659814 w 1116069"/>
                  <a:gd name="connsiteY34" fmla="*/ 1113017 h 2049646"/>
                  <a:gd name="connsiteX35" fmla="*/ 665187 w 1116069"/>
                  <a:gd name="connsiteY35" fmla="*/ 1105893 h 2049646"/>
                  <a:gd name="connsiteX36" fmla="*/ 887849 w 1116069"/>
                  <a:gd name="connsiteY36" fmla="*/ 796713 h 2049646"/>
                  <a:gd name="connsiteX37" fmla="*/ 1068249 w 1116069"/>
                  <a:gd name="connsiteY37" fmla="*/ 473587 h 2049646"/>
                  <a:gd name="connsiteX38" fmla="*/ 1098135 w 1116069"/>
                  <a:gd name="connsiteY38" fmla="*/ 395099 h 2049646"/>
                  <a:gd name="connsiteX39" fmla="*/ 1112987 w 1116069"/>
                  <a:gd name="connsiteY39" fmla="*/ 326453 h 2049646"/>
                  <a:gd name="connsiteX40" fmla="*/ 1106225 w 1116069"/>
                  <a:gd name="connsiteY40" fmla="*/ 199666 h 2049646"/>
                  <a:gd name="connsiteX41" fmla="*/ 1056416 w 1116069"/>
                  <a:gd name="connsiteY41" fmla="*/ 100712 h 2049646"/>
                  <a:gd name="connsiteX42" fmla="*/ 1027074 w 1116069"/>
                  <a:gd name="connsiteY42" fmla="*/ 70162 h 2049646"/>
                  <a:gd name="connsiteX43" fmla="*/ 129481 w 1116069"/>
                  <a:gd name="connsiteY43" fmla="*/ 742255 h 2049646"/>
                  <a:gd name="connsiteX44" fmla="*/ 129481 w 1116069"/>
                  <a:gd name="connsiteY44" fmla="*/ 741651 h 2049646"/>
                  <a:gd name="connsiteX45" fmla="*/ 130084 w 1116069"/>
                  <a:gd name="connsiteY45" fmla="*/ 740685 h 2049646"/>
                  <a:gd name="connsiteX46" fmla="*/ 122477 w 1116069"/>
                  <a:gd name="connsiteY46" fmla="*/ 763507 h 2049646"/>
                  <a:gd name="connsiteX47" fmla="*/ 129300 w 1116069"/>
                  <a:gd name="connsiteY47" fmla="*/ 742496 h 2049646"/>
                  <a:gd name="connsiteX48" fmla="*/ 129300 w 1116069"/>
                  <a:gd name="connsiteY48" fmla="*/ 742496 h 2049646"/>
                  <a:gd name="connsiteX49" fmla="*/ 129300 w 1116069"/>
                  <a:gd name="connsiteY49" fmla="*/ 742496 h 2049646"/>
                  <a:gd name="connsiteX50" fmla="*/ 129300 w 1116069"/>
                  <a:gd name="connsiteY50" fmla="*/ 742496 h 20496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116069" h="2049646">
                    <a:moveTo>
                      <a:pt x="1026530" y="69498"/>
                    </a:moveTo>
                    <a:cubicBezTo>
                      <a:pt x="1023029" y="66419"/>
                      <a:pt x="1019527" y="63460"/>
                      <a:pt x="1015904" y="60683"/>
                    </a:cubicBezTo>
                    <a:cubicBezTo>
                      <a:pt x="1000907" y="48952"/>
                      <a:pt x="984721" y="38833"/>
                      <a:pt x="967604" y="30496"/>
                    </a:cubicBezTo>
                    <a:cubicBezTo>
                      <a:pt x="931820" y="13422"/>
                      <a:pt x="893072" y="3418"/>
                      <a:pt x="853496" y="1033"/>
                    </a:cubicBezTo>
                    <a:cubicBezTo>
                      <a:pt x="831369" y="-465"/>
                      <a:pt x="809157" y="-120"/>
                      <a:pt x="787084" y="2059"/>
                    </a:cubicBezTo>
                    <a:cubicBezTo>
                      <a:pt x="763302" y="4631"/>
                      <a:pt x="739744" y="9008"/>
                      <a:pt x="716626" y="15160"/>
                    </a:cubicBezTo>
                    <a:cubicBezTo>
                      <a:pt x="672347" y="27338"/>
                      <a:pt x="629572" y="44448"/>
                      <a:pt x="589115" y="66177"/>
                    </a:cubicBezTo>
                    <a:cubicBezTo>
                      <a:pt x="552292" y="85455"/>
                      <a:pt x="517172" y="107812"/>
                      <a:pt x="484123" y="133012"/>
                    </a:cubicBezTo>
                    <a:cubicBezTo>
                      <a:pt x="415688" y="185738"/>
                      <a:pt x="354951" y="247761"/>
                      <a:pt x="303662" y="317276"/>
                    </a:cubicBezTo>
                    <a:cubicBezTo>
                      <a:pt x="249409" y="390704"/>
                      <a:pt x="203199" y="469741"/>
                      <a:pt x="165826" y="553040"/>
                    </a:cubicBezTo>
                    <a:cubicBezTo>
                      <a:pt x="126583" y="640209"/>
                      <a:pt x="94614" y="730476"/>
                      <a:pt x="70253" y="822916"/>
                    </a:cubicBezTo>
                    <a:cubicBezTo>
                      <a:pt x="20685" y="1010084"/>
                      <a:pt x="-2843" y="1203187"/>
                      <a:pt x="339" y="1396779"/>
                    </a:cubicBezTo>
                    <a:cubicBezTo>
                      <a:pt x="1679" y="1487673"/>
                      <a:pt x="9751" y="1578344"/>
                      <a:pt x="24489" y="1668043"/>
                    </a:cubicBezTo>
                    <a:cubicBezTo>
                      <a:pt x="37403" y="1749730"/>
                      <a:pt x="58190" y="1830029"/>
                      <a:pt x="86554" y="1907731"/>
                    </a:cubicBezTo>
                    <a:cubicBezTo>
                      <a:pt x="93739" y="1926991"/>
                      <a:pt x="101588" y="1946190"/>
                      <a:pt x="109798" y="1964785"/>
                    </a:cubicBezTo>
                    <a:cubicBezTo>
                      <a:pt x="105838" y="1982415"/>
                      <a:pt x="103272" y="2000346"/>
                      <a:pt x="102131" y="2018398"/>
                    </a:cubicBezTo>
                    <a:cubicBezTo>
                      <a:pt x="102131" y="2021236"/>
                      <a:pt x="102131" y="2024013"/>
                      <a:pt x="102131" y="2026851"/>
                    </a:cubicBezTo>
                    <a:cubicBezTo>
                      <a:pt x="101436" y="2031741"/>
                      <a:pt x="102457" y="2036692"/>
                      <a:pt x="105029" y="2040858"/>
                    </a:cubicBezTo>
                    <a:cubicBezTo>
                      <a:pt x="105995" y="2042367"/>
                      <a:pt x="107178" y="2043695"/>
                      <a:pt x="108531" y="2044842"/>
                    </a:cubicBezTo>
                    <a:cubicBezTo>
                      <a:pt x="111145" y="2047136"/>
                      <a:pt x="114339" y="2048767"/>
                      <a:pt x="117768" y="2049431"/>
                    </a:cubicBezTo>
                    <a:cubicBezTo>
                      <a:pt x="122960" y="2050397"/>
                      <a:pt x="128321" y="2049250"/>
                      <a:pt x="132681" y="2046291"/>
                    </a:cubicBezTo>
                    <a:cubicBezTo>
                      <a:pt x="136913" y="2043514"/>
                      <a:pt x="139877" y="2039167"/>
                      <a:pt x="140952" y="2034216"/>
                    </a:cubicBezTo>
                    <a:cubicBezTo>
                      <a:pt x="141495" y="2031017"/>
                      <a:pt x="142401" y="2028179"/>
                      <a:pt x="143246" y="2024798"/>
                    </a:cubicBezTo>
                    <a:lnTo>
                      <a:pt x="144152" y="2021417"/>
                    </a:lnTo>
                    <a:cubicBezTo>
                      <a:pt x="144997" y="2018157"/>
                      <a:pt x="145722" y="2014836"/>
                      <a:pt x="146446" y="2011516"/>
                    </a:cubicBezTo>
                    <a:lnTo>
                      <a:pt x="147895" y="2005478"/>
                    </a:lnTo>
                    <a:cubicBezTo>
                      <a:pt x="150129" y="1995757"/>
                      <a:pt x="152604" y="1986098"/>
                      <a:pt x="155140" y="1976438"/>
                    </a:cubicBezTo>
                    <a:cubicBezTo>
                      <a:pt x="160272" y="1956937"/>
                      <a:pt x="166370" y="1936892"/>
                      <a:pt x="173675" y="1915036"/>
                    </a:cubicBezTo>
                    <a:lnTo>
                      <a:pt x="172769" y="1917089"/>
                    </a:lnTo>
                    <a:cubicBezTo>
                      <a:pt x="188068" y="1873740"/>
                      <a:pt x="205559" y="1831236"/>
                      <a:pt x="225175" y="1789638"/>
                    </a:cubicBezTo>
                    <a:cubicBezTo>
                      <a:pt x="247393" y="1742244"/>
                      <a:pt x="272026" y="1697506"/>
                      <a:pt x="293278" y="1660013"/>
                    </a:cubicBezTo>
                    <a:cubicBezTo>
                      <a:pt x="311813" y="1627109"/>
                      <a:pt x="331374" y="1594024"/>
                      <a:pt x="350211" y="1562025"/>
                    </a:cubicBezTo>
                    <a:lnTo>
                      <a:pt x="363977" y="1538720"/>
                    </a:lnTo>
                    <a:cubicBezTo>
                      <a:pt x="387523" y="1498571"/>
                      <a:pt x="413786" y="1456791"/>
                      <a:pt x="444215" y="1411087"/>
                    </a:cubicBezTo>
                    <a:cubicBezTo>
                      <a:pt x="512137" y="1309718"/>
                      <a:pt x="587243" y="1209737"/>
                      <a:pt x="659814" y="1113017"/>
                    </a:cubicBezTo>
                    <a:lnTo>
                      <a:pt x="665187" y="1105893"/>
                    </a:lnTo>
                    <a:cubicBezTo>
                      <a:pt x="746814" y="997218"/>
                      <a:pt x="819927" y="898746"/>
                      <a:pt x="887849" y="796713"/>
                    </a:cubicBezTo>
                    <a:cubicBezTo>
                      <a:pt x="965129" y="680612"/>
                      <a:pt x="1024176" y="574896"/>
                      <a:pt x="1068249" y="473587"/>
                    </a:cubicBezTo>
                    <a:cubicBezTo>
                      <a:pt x="1079690" y="448012"/>
                      <a:pt x="1089671" y="421809"/>
                      <a:pt x="1098135" y="395099"/>
                    </a:cubicBezTo>
                    <a:cubicBezTo>
                      <a:pt x="1104993" y="372670"/>
                      <a:pt x="1109962" y="349710"/>
                      <a:pt x="1112987" y="326453"/>
                    </a:cubicBezTo>
                    <a:cubicBezTo>
                      <a:pt x="1118807" y="284143"/>
                      <a:pt x="1116513" y="241113"/>
                      <a:pt x="1106225" y="199666"/>
                    </a:cubicBezTo>
                    <a:cubicBezTo>
                      <a:pt x="1096982" y="163465"/>
                      <a:pt x="1079986" y="129704"/>
                      <a:pt x="1056416" y="100712"/>
                    </a:cubicBezTo>
                    <a:cubicBezTo>
                      <a:pt x="1047444" y="89784"/>
                      <a:pt x="1037633" y="79568"/>
                      <a:pt x="1027074" y="70162"/>
                    </a:cubicBezTo>
                    <a:moveTo>
                      <a:pt x="129481" y="742255"/>
                    </a:moveTo>
                    <a:lnTo>
                      <a:pt x="129481" y="741651"/>
                    </a:lnTo>
                    <a:lnTo>
                      <a:pt x="130084" y="740685"/>
                    </a:lnTo>
                    <a:cubicBezTo>
                      <a:pt x="127488" y="748232"/>
                      <a:pt x="125013" y="755839"/>
                      <a:pt x="122477" y="763507"/>
                    </a:cubicBezTo>
                    <a:cubicBezTo>
                      <a:pt x="124772" y="756443"/>
                      <a:pt x="127005" y="749440"/>
                      <a:pt x="129300" y="742496"/>
                    </a:cubicBezTo>
                    <a:lnTo>
                      <a:pt x="129300" y="742496"/>
                    </a:lnTo>
                    <a:lnTo>
                      <a:pt x="129300" y="742496"/>
                    </a:lnTo>
                    <a:lnTo>
                      <a:pt x="129300" y="742496"/>
                    </a:lnTo>
                  </a:path>
                </a:pathLst>
              </a:custGeom>
              <a:solidFill>
                <a:srgbClr val="B2B67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" name="" descr="8ee49b1e-e8de-41ae-be26-c12090a3a70c"/>
              <p:cNvSpPr/>
              <p:nvPr/>
            </p:nvSpPr>
            <p:spPr>
              <a:xfrm>
                <a:off x="3888105" y="6754767"/>
                <a:ext cx="26" cy="1509"/>
              </a:xfrm>
              <a:custGeom>
                <a:gdLst>
                  <a:gd name="connsiteX0" fmla="*/ 54 w 26"/>
                  <a:gd name="connsiteY0" fmla="*/ 1629 h 1509"/>
                  <a:gd name="connsiteX1" fmla="*/ 54 w 26"/>
                  <a:gd name="connsiteY1" fmla="*/ 119 h 1509"/>
                  <a:gd name="connsiteX2" fmla="*/ 54 w 26"/>
                  <a:gd name="connsiteY2" fmla="*/ 542 h 1509"/>
                  <a:gd name="connsiteX3" fmla="*/ 54 w 26"/>
                  <a:gd name="connsiteY3" fmla="*/ 1629 h 150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" h="1509">
                    <a:moveTo>
                      <a:pt x="54" y="1629"/>
                    </a:moveTo>
                    <a:cubicBezTo>
                      <a:pt x="54" y="1085"/>
                      <a:pt x="54" y="602"/>
                      <a:pt x="54" y="119"/>
                    </a:cubicBezTo>
                    <a:lnTo>
                      <a:pt x="54" y="542"/>
                    </a:lnTo>
                    <a:cubicBezTo>
                      <a:pt x="115" y="904"/>
                      <a:pt x="54" y="1266"/>
                      <a:pt x="54" y="1629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" name="" descr="68762c50-5a4c-4c40-92c2-1d9bf4c4bd23"/>
              <p:cNvSpPr/>
              <p:nvPr/>
            </p:nvSpPr>
            <p:spPr>
              <a:xfrm>
                <a:off x="3717873" y="5017694"/>
                <a:ext cx="938704" cy="2109099"/>
              </a:xfrm>
              <a:custGeom>
                <a:gdLst>
                  <a:gd name="connsiteX0" fmla="*/ 175358 w 938704"/>
                  <a:gd name="connsiteY0" fmla="*/ 2090808 h 2109099"/>
                  <a:gd name="connsiteX1" fmla="*/ 171434 w 938704"/>
                  <a:gd name="connsiteY1" fmla="*/ 2048546 h 2109099"/>
                  <a:gd name="connsiteX2" fmla="*/ 168475 w 938704"/>
                  <a:gd name="connsiteY2" fmla="*/ 2006284 h 2109099"/>
                  <a:gd name="connsiteX3" fmla="*/ 165819 w 938704"/>
                  <a:gd name="connsiteY3" fmla="*/ 1917290 h 2109099"/>
                  <a:gd name="connsiteX4" fmla="*/ 170407 w 938704"/>
                  <a:gd name="connsiteY4" fmla="*/ 1738823 h 2109099"/>
                  <a:gd name="connsiteX5" fmla="*/ 170407 w 938704"/>
                  <a:gd name="connsiteY5" fmla="*/ 1741057 h 2109099"/>
                  <a:gd name="connsiteX6" fmla="*/ 170407 w 938704"/>
                  <a:gd name="connsiteY6" fmla="*/ 1737736 h 2109099"/>
                  <a:gd name="connsiteX7" fmla="*/ 170407 w 938704"/>
                  <a:gd name="connsiteY7" fmla="*/ 1737012 h 2109099"/>
                  <a:gd name="connsiteX8" fmla="*/ 170407 w 938704"/>
                  <a:gd name="connsiteY8" fmla="*/ 1736649 h 2109099"/>
                  <a:gd name="connsiteX9" fmla="*/ 224745 w 938704"/>
                  <a:gd name="connsiteY9" fmla="*/ 1353329 h 2109099"/>
                  <a:gd name="connsiteX10" fmla="*/ 304440 w 938704"/>
                  <a:gd name="connsiteY10" fmla="*/ 1294826 h 2109099"/>
                  <a:gd name="connsiteX11" fmla="*/ 388119 w 938704"/>
                  <a:gd name="connsiteY11" fmla="*/ 1212958 h 2109099"/>
                  <a:gd name="connsiteX12" fmla="*/ 387727 w 938704"/>
                  <a:gd name="connsiteY12" fmla="*/ 1206528 h 2109099"/>
                  <a:gd name="connsiteX13" fmla="*/ 381297 w 938704"/>
                  <a:gd name="connsiteY13" fmla="*/ 1206920 h 2109099"/>
                  <a:gd name="connsiteX14" fmla="*/ 313918 w 938704"/>
                  <a:gd name="connsiteY14" fmla="*/ 1271763 h 2109099"/>
                  <a:gd name="connsiteX15" fmla="*/ 260728 w 938704"/>
                  <a:gd name="connsiteY15" fmla="*/ 1312154 h 2109099"/>
                  <a:gd name="connsiteX16" fmla="*/ 229756 w 938704"/>
                  <a:gd name="connsiteY16" fmla="*/ 1330991 h 2109099"/>
                  <a:gd name="connsiteX17" fmla="*/ 278539 w 938704"/>
                  <a:gd name="connsiteY17" fmla="*/ 1139240 h 2109099"/>
                  <a:gd name="connsiteX18" fmla="*/ 307941 w 938704"/>
                  <a:gd name="connsiteY18" fmla="*/ 1043848 h 2109099"/>
                  <a:gd name="connsiteX19" fmla="*/ 401220 w 938704"/>
                  <a:gd name="connsiteY19" fmla="*/ 1007079 h 2109099"/>
                  <a:gd name="connsiteX20" fmla="*/ 497036 w 938704"/>
                  <a:gd name="connsiteY20" fmla="*/ 950750 h 2109099"/>
                  <a:gd name="connsiteX21" fmla="*/ 584277 w 938704"/>
                  <a:gd name="connsiteY21" fmla="*/ 884337 h 2109099"/>
                  <a:gd name="connsiteX22" fmla="*/ 666507 w 938704"/>
                  <a:gd name="connsiteY22" fmla="*/ 810982 h 2109099"/>
                  <a:gd name="connsiteX23" fmla="*/ 666188 w 938704"/>
                  <a:gd name="connsiteY23" fmla="*/ 805524 h 2109099"/>
                  <a:gd name="connsiteX24" fmla="*/ 666145 w 938704"/>
                  <a:gd name="connsiteY24" fmla="*/ 805488 h 2109099"/>
                  <a:gd name="connsiteX25" fmla="*/ 660651 w 938704"/>
                  <a:gd name="connsiteY25" fmla="*/ 805850 h 2109099"/>
                  <a:gd name="connsiteX26" fmla="*/ 621589 w 938704"/>
                  <a:gd name="connsiteY26" fmla="*/ 841411 h 2109099"/>
                  <a:gd name="connsiteX27" fmla="*/ 528068 w 938704"/>
                  <a:gd name="connsiteY27" fmla="*/ 912895 h 2109099"/>
                  <a:gd name="connsiteX28" fmla="*/ 423439 w 938704"/>
                  <a:gd name="connsiteY28" fmla="*/ 973270 h 2109099"/>
                  <a:gd name="connsiteX29" fmla="*/ 423861 w 938704"/>
                  <a:gd name="connsiteY29" fmla="*/ 973270 h 2109099"/>
                  <a:gd name="connsiteX30" fmla="*/ 359864 w 938704"/>
                  <a:gd name="connsiteY30" fmla="*/ 1000680 h 2109099"/>
                  <a:gd name="connsiteX31" fmla="*/ 316816 w 938704"/>
                  <a:gd name="connsiteY31" fmla="*/ 1016015 h 2109099"/>
                  <a:gd name="connsiteX32" fmla="*/ 429778 w 938704"/>
                  <a:gd name="connsiteY32" fmla="*/ 728329 h 2109099"/>
                  <a:gd name="connsiteX33" fmla="*/ 431468 w 938704"/>
                  <a:gd name="connsiteY33" fmla="*/ 724646 h 2109099"/>
                  <a:gd name="connsiteX34" fmla="*/ 525532 w 938704"/>
                  <a:gd name="connsiteY34" fmla="*/ 701824 h 2109099"/>
                  <a:gd name="connsiteX35" fmla="*/ 622132 w 938704"/>
                  <a:gd name="connsiteY35" fmla="*/ 658173 h 2109099"/>
                  <a:gd name="connsiteX36" fmla="*/ 668259 w 938704"/>
                  <a:gd name="connsiteY36" fmla="*/ 631185 h 2109099"/>
                  <a:gd name="connsiteX37" fmla="*/ 713358 w 938704"/>
                  <a:gd name="connsiteY37" fmla="*/ 602206 h 2109099"/>
                  <a:gd name="connsiteX38" fmla="*/ 799936 w 938704"/>
                  <a:gd name="connsiteY38" fmla="*/ 539959 h 2109099"/>
                  <a:gd name="connsiteX39" fmla="*/ 849685 w 938704"/>
                  <a:gd name="connsiteY39" fmla="*/ 502043 h 2109099"/>
                  <a:gd name="connsiteX40" fmla="*/ 850651 w 938704"/>
                  <a:gd name="connsiteY40" fmla="*/ 497033 h 2109099"/>
                  <a:gd name="connsiteX41" fmla="*/ 850047 w 938704"/>
                  <a:gd name="connsiteY41" fmla="*/ 496368 h 2109099"/>
                  <a:gd name="connsiteX42" fmla="*/ 845700 w 938704"/>
                  <a:gd name="connsiteY42" fmla="*/ 496006 h 2109099"/>
                  <a:gd name="connsiteX43" fmla="*/ 732799 w 938704"/>
                  <a:gd name="connsiteY43" fmla="*/ 577090 h 2109099"/>
                  <a:gd name="connsiteX44" fmla="*/ 672726 w 938704"/>
                  <a:gd name="connsiteY44" fmla="*/ 614582 h 2109099"/>
                  <a:gd name="connsiteX45" fmla="*/ 610359 w 938704"/>
                  <a:gd name="connsiteY45" fmla="*/ 647366 h 2109099"/>
                  <a:gd name="connsiteX46" fmla="*/ 460508 w 938704"/>
                  <a:gd name="connsiteY46" fmla="*/ 697537 h 2109099"/>
                  <a:gd name="connsiteX47" fmla="*/ 442879 w 938704"/>
                  <a:gd name="connsiteY47" fmla="*/ 700496 h 2109099"/>
                  <a:gd name="connsiteX48" fmla="*/ 462561 w 938704"/>
                  <a:gd name="connsiteY48" fmla="*/ 658234 h 2109099"/>
                  <a:gd name="connsiteX49" fmla="*/ 496492 w 938704"/>
                  <a:gd name="connsiteY49" fmla="*/ 588319 h 2109099"/>
                  <a:gd name="connsiteX50" fmla="*/ 562904 w 938704"/>
                  <a:gd name="connsiteY50" fmla="*/ 463826 h 2109099"/>
                  <a:gd name="connsiteX51" fmla="*/ 564474 w 938704"/>
                  <a:gd name="connsiteY51" fmla="*/ 463826 h 2109099"/>
                  <a:gd name="connsiteX52" fmla="*/ 663791 w 938704"/>
                  <a:gd name="connsiteY52" fmla="*/ 430077 h 2109099"/>
                  <a:gd name="connsiteX53" fmla="*/ 758640 w 938704"/>
                  <a:gd name="connsiteY53" fmla="*/ 382381 h 2109099"/>
                  <a:gd name="connsiteX54" fmla="*/ 937168 w 938704"/>
                  <a:gd name="connsiteY54" fmla="*/ 263985 h 2109099"/>
                  <a:gd name="connsiteX55" fmla="*/ 938194 w 938704"/>
                  <a:gd name="connsiteY55" fmla="*/ 259095 h 2109099"/>
                  <a:gd name="connsiteX56" fmla="*/ 937591 w 938704"/>
                  <a:gd name="connsiteY56" fmla="*/ 258492 h 2109099"/>
                  <a:gd name="connsiteX57" fmla="*/ 933304 w 938704"/>
                  <a:gd name="connsiteY57" fmla="*/ 258069 h 2109099"/>
                  <a:gd name="connsiteX58" fmla="*/ 830667 w 938704"/>
                  <a:gd name="connsiteY58" fmla="*/ 326413 h 2109099"/>
                  <a:gd name="connsiteX59" fmla="*/ 719638 w 938704"/>
                  <a:gd name="connsiteY59" fmla="*/ 387935 h 2109099"/>
                  <a:gd name="connsiteX60" fmla="*/ 641513 w 938704"/>
                  <a:gd name="connsiteY60" fmla="*/ 420357 h 2109099"/>
                  <a:gd name="connsiteX61" fmla="*/ 601001 w 938704"/>
                  <a:gd name="connsiteY61" fmla="*/ 433337 h 2109099"/>
                  <a:gd name="connsiteX62" fmla="*/ 576368 w 938704"/>
                  <a:gd name="connsiteY62" fmla="*/ 439978 h 2109099"/>
                  <a:gd name="connsiteX63" fmla="*/ 620019 w 938704"/>
                  <a:gd name="connsiteY63" fmla="*/ 366804 h 2109099"/>
                  <a:gd name="connsiteX64" fmla="*/ 673451 w 938704"/>
                  <a:gd name="connsiteY64" fmla="*/ 283547 h 2109099"/>
                  <a:gd name="connsiteX65" fmla="*/ 672485 w 938704"/>
                  <a:gd name="connsiteY65" fmla="*/ 285056 h 2109099"/>
                  <a:gd name="connsiteX66" fmla="*/ 728996 w 938704"/>
                  <a:gd name="connsiteY66" fmla="*/ 204033 h 2109099"/>
                  <a:gd name="connsiteX67" fmla="*/ 730686 w 938704"/>
                  <a:gd name="connsiteY67" fmla="*/ 203309 h 2109099"/>
                  <a:gd name="connsiteX68" fmla="*/ 731954 w 938704"/>
                  <a:gd name="connsiteY68" fmla="*/ 203309 h 2109099"/>
                  <a:gd name="connsiteX69" fmla="*/ 759183 w 938704"/>
                  <a:gd name="connsiteY69" fmla="*/ 202524 h 2109099"/>
                  <a:gd name="connsiteX70" fmla="*/ 786110 w 938704"/>
                  <a:gd name="connsiteY70" fmla="*/ 198962 h 2109099"/>
                  <a:gd name="connsiteX71" fmla="*/ 837670 w 938704"/>
                  <a:gd name="connsiteY71" fmla="*/ 185438 h 2109099"/>
                  <a:gd name="connsiteX72" fmla="*/ 933787 w 938704"/>
                  <a:gd name="connsiteY72" fmla="*/ 133515 h 2109099"/>
                  <a:gd name="connsiteX73" fmla="*/ 934753 w 938704"/>
                  <a:gd name="connsiteY73" fmla="*/ 128927 h 2109099"/>
                  <a:gd name="connsiteX74" fmla="*/ 934149 w 938704"/>
                  <a:gd name="connsiteY74" fmla="*/ 128263 h 2109099"/>
                  <a:gd name="connsiteX75" fmla="*/ 930165 w 938704"/>
                  <a:gd name="connsiteY75" fmla="*/ 127961 h 2109099"/>
                  <a:gd name="connsiteX76" fmla="*/ 904083 w 938704"/>
                  <a:gd name="connsiteY76" fmla="*/ 146074 h 2109099"/>
                  <a:gd name="connsiteX77" fmla="*/ 877276 w 938704"/>
                  <a:gd name="connsiteY77" fmla="*/ 160624 h 2109099"/>
                  <a:gd name="connsiteX78" fmla="*/ 877276 w 938704"/>
                  <a:gd name="connsiteY78" fmla="*/ 160624 h 2109099"/>
                  <a:gd name="connsiteX79" fmla="*/ 842561 w 938704"/>
                  <a:gd name="connsiteY79" fmla="*/ 174631 h 2109099"/>
                  <a:gd name="connsiteX80" fmla="*/ 806336 w 938704"/>
                  <a:gd name="connsiteY80" fmla="*/ 183928 h 2109099"/>
                  <a:gd name="connsiteX81" fmla="*/ 770111 w 938704"/>
                  <a:gd name="connsiteY81" fmla="*/ 188276 h 2109099"/>
                  <a:gd name="connsiteX82" fmla="*/ 739923 w 938704"/>
                  <a:gd name="connsiteY82" fmla="*/ 188276 h 2109099"/>
                  <a:gd name="connsiteX83" fmla="*/ 888868 w 938704"/>
                  <a:gd name="connsiteY83" fmla="*/ 7151 h 2109099"/>
                  <a:gd name="connsiteX84" fmla="*/ 888820 w 938704"/>
                  <a:gd name="connsiteY84" fmla="*/ 1856 h 2109099"/>
                  <a:gd name="connsiteX85" fmla="*/ 888445 w 938704"/>
                  <a:gd name="connsiteY85" fmla="*/ 1536 h 2109099"/>
                  <a:gd name="connsiteX86" fmla="*/ 882921 w 938704"/>
                  <a:gd name="connsiteY86" fmla="*/ 1023 h 2109099"/>
                  <a:gd name="connsiteX87" fmla="*/ 882408 w 938704"/>
                  <a:gd name="connsiteY87" fmla="*/ 1536 h 2109099"/>
                  <a:gd name="connsiteX88" fmla="*/ 731471 w 938704"/>
                  <a:gd name="connsiteY88" fmla="*/ 180850 h 2109099"/>
                  <a:gd name="connsiteX89" fmla="*/ 730565 w 938704"/>
                  <a:gd name="connsiteY89" fmla="*/ 160020 h 2109099"/>
                  <a:gd name="connsiteX90" fmla="*/ 731471 w 938704"/>
                  <a:gd name="connsiteY90" fmla="*/ 120475 h 2109099"/>
                  <a:gd name="connsiteX91" fmla="*/ 738957 w 938704"/>
                  <a:gd name="connsiteY91" fmla="*/ 62394 h 2109099"/>
                  <a:gd name="connsiteX92" fmla="*/ 753206 w 938704"/>
                  <a:gd name="connsiteY92" fmla="*/ 5400 h 2109099"/>
                  <a:gd name="connsiteX93" fmla="*/ 752179 w 938704"/>
                  <a:gd name="connsiteY93" fmla="*/ 2261 h 2109099"/>
                  <a:gd name="connsiteX94" fmla="*/ 750610 w 938704"/>
                  <a:gd name="connsiteY94" fmla="*/ 1476 h 2109099"/>
                  <a:gd name="connsiteX95" fmla="*/ 746685 w 938704"/>
                  <a:gd name="connsiteY95" fmla="*/ 4072 h 2109099"/>
                  <a:gd name="connsiteX96" fmla="*/ 733644 w 938704"/>
                  <a:gd name="connsiteY96" fmla="*/ 52372 h 2109099"/>
                  <a:gd name="connsiteX97" fmla="*/ 724468 w 938704"/>
                  <a:gd name="connsiteY97" fmla="*/ 101155 h 2109099"/>
                  <a:gd name="connsiteX98" fmla="*/ 719879 w 938704"/>
                  <a:gd name="connsiteY98" fmla="*/ 149455 h 2109099"/>
                  <a:gd name="connsiteX99" fmla="*/ 721147 w 938704"/>
                  <a:gd name="connsiteY99" fmla="*/ 194494 h 2109099"/>
                  <a:gd name="connsiteX100" fmla="*/ 699472 w 938704"/>
                  <a:gd name="connsiteY100" fmla="*/ 223052 h 2109099"/>
                  <a:gd name="connsiteX101" fmla="*/ 614585 w 938704"/>
                  <a:gd name="connsiteY101" fmla="*/ 344465 h 2109099"/>
                  <a:gd name="connsiteX102" fmla="*/ 551795 w 938704"/>
                  <a:gd name="connsiteY102" fmla="*/ 443963 h 2109099"/>
                  <a:gd name="connsiteX103" fmla="*/ 542618 w 938704"/>
                  <a:gd name="connsiteY103" fmla="*/ 417519 h 2109099"/>
                  <a:gd name="connsiteX104" fmla="*/ 533019 w 938704"/>
                  <a:gd name="connsiteY104" fmla="*/ 378698 h 2109099"/>
                  <a:gd name="connsiteX105" fmla="*/ 533019 w 938704"/>
                  <a:gd name="connsiteY105" fmla="*/ 379120 h 2109099"/>
                  <a:gd name="connsiteX106" fmla="*/ 533019 w 938704"/>
                  <a:gd name="connsiteY106" fmla="*/ 377913 h 2109099"/>
                  <a:gd name="connsiteX107" fmla="*/ 533019 w 938704"/>
                  <a:gd name="connsiteY107" fmla="*/ 377913 h 2109099"/>
                  <a:gd name="connsiteX108" fmla="*/ 525895 w 938704"/>
                  <a:gd name="connsiteY108" fmla="*/ 310233 h 2109099"/>
                  <a:gd name="connsiteX109" fmla="*/ 527343 w 938704"/>
                  <a:gd name="connsiteY109" fmla="*/ 238206 h 2109099"/>
                  <a:gd name="connsiteX110" fmla="*/ 527343 w 938704"/>
                  <a:gd name="connsiteY110" fmla="*/ 239171 h 2109099"/>
                  <a:gd name="connsiteX111" fmla="*/ 542075 w 938704"/>
                  <a:gd name="connsiteY111" fmla="*/ 93004 h 2109099"/>
                  <a:gd name="connsiteX112" fmla="*/ 540988 w 938704"/>
                  <a:gd name="connsiteY112" fmla="*/ 89804 h 2109099"/>
                  <a:gd name="connsiteX113" fmla="*/ 539479 w 938704"/>
                  <a:gd name="connsiteY113" fmla="*/ 89080 h 2109099"/>
                  <a:gd name="connsiteX114" fmla="*/ 535554 w 938704"/>
                  <a:gd name="connsiteY114" fmla="*/ 91736 h 2109099"/>
                  <a:gd name="connsiteX115" fmla="*/ 517140 w 938704"/>
                  <a:gd name="connsiteY115" fmla="*/ 275819 h 2109099"/>
                  <a:gd name="connsiteX116" fmla="*/ 519917 w 938704"/>
                  <a:gd name="connsiteY116" fmla="*/ 368012 h 2109099"/>
                  <a:gd name="connsiteX117" fmla="*/ 541532 w 938704"/>
                  <a:gd name="connsiteY117" fmla="*/ 460204 h 2109099"/>
                  <a:gd name="connsiteX118" fmla="*/ 541894 w 938704"/>
                  <a:gd name="connsiteY118" fmla="*/ 460808 h 2109099"/>
                  <a:gd name="connsiteX119" fmla="*/ 533924 w 938704"/>
                  <a:gd name="connsiteY119" fmla="*/ 473788 h 2109099"/>
                  <a:gd name="connsiteX120" fmla="*/ 458637 w 938704"/>
                  <a:gd name="connsiteY120" fmla="*/ 608666 h 2109099"/>
                  <a:gd name="connsiteX121" fmla="*/ 415892 w 938704"/>
                  <a:gd name="connsiteY121" fmla="*/ 693191 h 2109099"/>
                  <a:gd name="connsiteX122" fmla="*/ 391742 w 938704"/>
                  <a:gd name="connsiteY122" fmla="*/ 646219 h 2109099"/>
                  <a:gd name="connsiteX123" fmla="*/ 334929 w 938704"/>
                  <a:gd name="connsiteY123" fmla="*/ 475358 h 2109099"/>
                  <a:gd name="connsiteX124" fmla="*/ 321646 w 938704"/>
                  <a:gd name="connsiteY124" fmla="*/ 307275 h 2109099"/>
                  <a:gd name="connsiteX125" fmla="*/ 320076 w 938704"/>
                  <a:gd name="connsiteY125" fmla="*/ 303894 h 2109099"/>
                  <a:gd name="connsiteX126" fmla="*/ 312826 w 938704"/>
                  <a:gd name="connsiteY126" fmla="*/ 304135 h 2109099"/>
                  <a:gd name="connsiteX127" fmla="*/ 311443 w 938704"/>
                  <a:gd name="connsiteY127" fmla="*/ 307878 h 2109099"/>
                  <a:gd name="connsiteX128" fmla="*/ 314945 w 938704"/>
                  <a:gd name="connsiteY128" fmla="*/ 415466 h 2109099"/>
                  <a:gd name="connsiteX129" fmla="*/ 331005 w 938704"/>
                  <a:gd name="connsiteY129" fmla="*/ 519734 h 2109099"/>
                  <a:gd name="connsiteX130" fmla="*/ 344106 w 938704"/>
                  <a:gd name="connsiteY130" fmla="*/ 570931 h 2109099"/>
                  <a:gd name="connsiteX131" fmla="*/ 360347 w 938704"/>
                  <a:gd name="connsiteY131" fmla="*/ 621344 h 2109099"/>
                  <a:gd name="connsiteX132" fmla="*/ 404601 w 938704"/>
                  <a:gd name="connsiteY132" fmla="*/ 716797 h 2109099"/>
                  <a:gd name="connsiteX133" fmla="*/ 389387 w 938704"/>
                  <a:gd name="connsiteY133" fmla="*/ 748615 h 2109099"/>
                  <a:gd name="connsiteX134" fmla="*/ 282765 w 938704"/>
                  <a:gd name="connsiteY134" fmla="*/ 1010581 h 2109099"/>
                  <a:gd name="connsiteX135" fmla="*/ 281437 w 938704"/>
                  <a:gd name="connsiteY135" fmla="*/ 1008830 h 2109099"/>
                  <a:gd name="connsiteX136" fmla="*/ 266584 w 938704"/>
                  <a:gd name="connsiteY136" fmla="*/ 988665 h 2109099"/>
                  <a:gd name="connsiteX137" fmla="*/ 238208 w 938704"/>
                  <a:gd name="connsiteY137" fmla="*/ 947550 h 2109099"/>
                  <a:gd name="connsiteX138" fmla="*/ 211342 w 938704"/>
                  <a:gd name="connsiteY138" fmla="*/ 903657 h 2109099"/>
                  <a:gd name="connsiteX139" fmla="*/ 188158 w 938704"/>
                  <a:gd name="connsiteY139" fmla="*/ 859342 h 2109099"/>
                  <a:gd name="connsiteX140" fmla="*/ 143360 w 938704"/>
                  <a:gd name="connsiteY140" fmla="*/ 728329 h 2109099"/>
                  <a:gd name="connsiteX141" fmla="*/ 135994 w 938704"/>
                  <a:gd name="connsiteY141" fmla="*/ 653886 h 2109099"/>
                  <a:gd name="connsiteX142" fmla="*/ 134786 w 938704"/>
                  <a:gd name="connsiteY142" fmla="*/ 651411 h 2109099"/>
                  <a:gd name="connsiteX143" fmla="*/ 129533 w 938704"/>
                  <a:gd name="connsiteY143" fmla="*/ 652075 h 2109099"/>
                  <a:gd name="connsiteX144" fmla="*/ 128749 w 938704"/>
                  <a:gd name="connsiteY144" fmla="*/ 654370 h 2109099"/>
                  <a:gd name="connsiteX145" fmla="*/ 139133 w 938704"/>
                  <a:gd name="connsiteY145" fmla="*/ 749218 h 2109099"/>
                  <a:gd name="connsiteX146" fmla="*/ 166664 w 938704"/>
                  <a:gd name="connsiteY146" fmla="*/ 848777 h 2109099"/>
                  <a:gd name="connsiteX147" fmla="*/ 186226 w 938704"/>
                  <a:gd name="connsiteY147" fmla="*/ 897077 h 2109099"/>
                  <a:gd name="connsiteX148" fmla="*/ 209530 w 938704"/>
                  <a:gd name="connsiteY148" fmla="*/ 944229 h 2109099"/>
                  <a:gd name="connsiteX149" fmla="*/ 267128 w 938704"/>
                  <a:gd name="connsiteY149" fmla="*/ 1026399 h 2109099"/>
                  <a:gd name="connsiteX150" fmla="*/ 273709 w 938704"/>
                  <a:gd name="connsiteY150" fmla="*/ 1033101 h 2109099"/>
                  <a:gd name="connsiteX151" fmla="*/ 275098 w 938704"/>
                  <a:gd name="connsiteY151" fmla="*/ 1034308 h 2109099"/>
                  <a:gd name="connsiteX152" fmla="*/ 273528 w 938704"/>
                  <a:gd name="connsiteY152" fmla="*/ 1038535 h 2109099"/>
                  <a:gd name="connsiteX153" fmla="*/ 186346 w 938704"/>
                  <a:gd name="connsiteY153" fmla="*/ 1339986 h 2109099"/>
                  <a:gd name="connsiteX154" fmla="*/ 135752 w 938704"/>
                  <a:gd name="connsiteY154" fmla="*/ 1272306 h 2109099"/>
                  <a:gd name="connsiteX155" fmla="*/ 82260 w 938704"/>
                  <a:gd name="connsiteY155" fmla="*/ 1178906 h 2109099"/>
                  <a:gd name="connsiteX156" fmla="*/ 82260 w 938704"/>
                  <a:gd name="connsiteY156" fmla="*/ 1179329 h 2109099"/>
                  <a:gd name="connsiteX157" fmla="*/ 36496 w 938704"/>
                  <a:gd name="connsiteY157" fmla="*/ 1062685 h 2109099"/>
                  <a:gd name="connsiteX158" fmla="*/ 35349 w 938704"/>
                  <a:gd name="connsiteY158" fmla="*/ 1060934 h 2109099"/>
                  <a:gd name="connsiteX159" fmla="*/ 31123 w 938704"/>
                  <a:gd name="connsiteY159" fmla="*/ 1060028 h 2109099"/>
                  <a:gd name="connsiteX160" fmla="*/ 28460 w 938704"/>
                  <a:gd name="connsiteY160" fmla="*/ 1065377 h 2109099"/>
                  <a:gd name="connsiteX161" fmla="*/ 28466 w 938704"/>
                  <a:gd name="connsiteY161" fmla="*/ 1065401 h 2109099"/>
                  <a:gd name="connsiteX162" fmla="*/ 56420 w 938704"/>
                  <a:gd name="connsiteY162" fmla="*/ 1146304 h 2109099"/>
                  <a:gd name="connsiteX163" fmla="*/ 90592 w 938704"/>
                  <a:gd name="connsiteY163" fmla="*/ 1224791 h 2109099"/>
                  <a:gd name="connsiteX164" fmla="*/ 132552 w 938704"/>
                  <a:gd name="connsiteY164" fmla="*/ 1300199 h 2109099"/>
                  <a:gd name="connsiteX165" fmla="*/ 181396 w 938704"/>
                  <a:gd name="connsiteY165" fmla="*/ 1363291 h 2109099"/>
                  <a:gd name="connsiteX166" fmla="*/ 139133 w 938704"/>
                  <a:gd name="connsiteY166" fmla="*/ 1615417 h 2109099"/>
                  <a:gd name="connsiteX167" fmla="*/ 131888 w 938704"/>
                  <a:gd name="connsiteY167" fmla="*/ 1607688 h 2109099"/>
                  <a:gd name="connsiteX168" fmla="*/ 60284 w 938704"/>
                  <a:gd name="connsiteY168" fmla="*/ 1492976 h 2109099"/>
                  <a:gd name="connsiteX169" fmla="*/ 60887 w 938704"/>
                  <a:gd name="connsiteY169" fmla="*/ 1494244 h 2109099"/>
                  <a:gd name="connsiteX170" fmla="*/ 6550 w 938704"/>
                  <a:gd name="connsiteY170" fmla="*/ 1372226 h 2109099"/>
                  <a:gd name="connsiteX171" fmla="*/ 5463 w 938704"/>
                  <a:gd name="connsiteY171" fmla="*/ 1370777 h 2109099"/>
                  <a:gd name="connsiteX172" fmla="*/ 2384 w 938704"/>
                  <a:gd name="connsiteY172" fmla="*/ 1370174 h 2109099"/>
                  <a:gd name="connsiteX173" fmla="*/ 211 w 938704"/>
                  <a:gd name="connsiteY173" fmla="*/ 1374400 h 2109099"/>
                  <a:gd name="connsiteX174" fmla="*/ 28285 w 938704"/>
                  <a:gd name="connsiteY174" fmla="*/ 1442442 h 2109099"/>
                  <a:gd name="connsiteX175" fmla="*/ 58472 w 938704"/>
                  <a:gd name="connsiteY175" fmla="*/ 1516703 h 2109099"/>
                  <a:gd name="connsiteX176" fmla="*/ 94697 w 938704"/>
                  <a:gd name="connsiteY176" fmla="*/ 1586678 h 2109099"/>
                  <a:gd name="connsiteX177" fmla="*/ 135873 w 938704"/>
                  <a:gd name="connsiteY177" fmla="*/ 1638298 h 2109099"/>
                  <a:gd name="connsiteX178" fmla="*/ 135873 w 938704"/>
                  <a:gd name="connsiteY178" fmla="*/ 1640593 h 2109099"/>
                  <a:gd name="connsiteX179" fmla="*/ 124704 w 938704"/>
                  <a:gd name="connsiteY179" fmla="*/ 1870500 h 2109099"/>
                  <a:gd name="connsiteX180" fmla="*/ 129533 w 938704"/>
                  <a:gd name="connsiteY180" fmla="*/ 1983039 h 2109099"/>
                  <a:gd name="connsiteX181" fmla="*/ 134364 w 938704"/>
                  <a:gd name="connsiteY181" fmla="*/ 2036954 h 2109099"/>
                  <a:gd name="connsiteX182" fmla="*/ 141186 w 938704"/>
                  <a:gd name="connsiteY182" fmla="*/ 2093162 h 2109099"/>
                  <a:gd name="connsiteX183" fmla="*/ 147224 w 938704"/>
                  <a:gd name="connsiteY183" fmla="*/ 2104876 h 2109099"/>
                  <a:gd name="connsiteX184" fmla="*/ 171349 w 938704"/>
                  <a:gd name="connsiteY184" fmla="*/ 2103548 h 2109099"/>
                  <a:gd name="connsiteX185" fmla="*/ 175660 w 938704"/>
                  <a:gd name="connsiteY185" fmla="*/ 2090989 h 210909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</a:cxnLst>
                <a:rect l="l" t="t" r="r" b="b"/>
                <a:pathLst>
                  <a:path w="938704" h="2109099">
                    <a:moveTo>
                      <a:pt x="175358" y="2090808"/>
                    </a:moveTo>
                    <a:cubicBezTo>
                      <a:pt x="173607" y="2076801"/>
                      <a:pt x="172581" y="2062734"/>
                      <a:pt x="171434" y="2048546"/>
                    </a:cubicBezTo>
                    <a:cubicBezTo>
                      <a:pt x="170286" y="2034357"/>
                      <a:pt x="169321" y="2020230"/>
                      <a:pt x="168475" y="2006284"/>
                    </a:cubicBezTo>
                    <a:cubicBezTo>
                      <a:pt x="166725" y="1976639"/>
                      <a:pt x="166241" y="1946995"/>
                      <a:pt x="165819" y="1917290"/>
                    </a:cubicBezTo>
                    <a:cubicBezTo>
                      <a:pt x="164974" y="1857761"/>
                      <a:pt x="166501" y="1798292"/>
                      <a:pt x="170407" y="1738823"/>
                    </a:cubicBezTo>
                    <a:lnTo>
                      <a:pt x="170407" y="1741057"/>
                    </a:lnTo>
                    <a:cubicBezTo>
                      <a:pt x="170407" y="1739970"/>
                      <a:pt x="170407" y="1738883"/>
                      <a:pt x="170407" y="1737736"/>
                    </a:cubicBezTo>
                    <a:lnTo>
                      <a:pt x="170407" y="1737012"/>
                    </a:lnTo>
                    <a:lnTo>
                      <a:pt x="170407" y="1736649"/>
                    </a:lnTo>
                    <a:cubicBezTo>
                      <a:pt x="179373" y="1607743"/>
                      <a:pt x="197534" y="1479645"/>
                      <a:pt x="224745" y="1353329"/>
                    </a:cubicBezTo>
                    <a:cubicBezTo>
                      <a:pt x="253073" y="1336346"/>
                      <a:pt x="279752" y="1316760"/>
                      <a:pt x="304440" y="1294826"/>
                    </a:cubicBezTo>
                    <a:cubicBezTo>
                      <a:pt x="333903" y="1269166"/>
                      <a:pt x="361132" y="1241213"/>
                      <a:pt x="388119" y="1212958"/>
                    </a:cubicBezTo>
                    <a:cubicBezTo>
                      <a:pt x="389785" y="1211074"/>
                      <a:pt x="389610" y="1208194"/>
                      <a:pt x="387727" y="1206528"/>
                    </a:cubicBezTo>
                    <a:cubicBezTo>
                      <a:pt x="385843" y="1204861"/>
                      <a:pt x="382963" y="1205037"/>
                      <a:pt x="381297" y="1206920"/>
                    </a:cubicBezTo>
                    <a:cubicBezTo>
                      <a:pt x="359622" y="1229440"/>
                      <a:pt x="337404" y="1251235"/>
                      <a:pt x="313918" y="1271763"/>
                    </a:cubicBezTo>
                    <a:cubicBezTo>
                      <a:pt x="297025" y="1286295"/>
                      <a:pt x="279263" y="1299783"/>
                      <a:pt x="260728" y="1312154"/>
                    </a:cubicBezTo>
                    <a:cubicBezTo>
                      <a:pt x="250645" y="1318855"/>
                      <a:pt x="240322" y="1325074"/>
                      <a:pt x="229756" y="1330991"/>
                    </a:cubicBezTo>
                    <a:cubicBezTo>
                      <a:pt x="244004" y="1266589"/>
                      <a:pt x="260263" y="1202676"/>
                      <a:pt x="278539" y="1139240"/>
                    </a:cubicBezTo>
                    <a:cubicBezTo>
                      <a:pt x="287837" y="1107302"/>
                      <a:pt x="297738" y="1075545"/>
                      <a:pt x="307941" y="1043848"/>
                    </a:cubicBezTo>
                    <a:cubicBezTo>
                      <a:pt x="340151" y="1034646"/>
                      <a:pt x="371395" y="1022330"/>
                      <a:pt x="401220" y="1007079"/>
                    </a:cubicBezTo>
                    <a:cubicBezTo>
                      <a:pt x="434312" y="990337"/>
                      <a:pt x="466317" y="971525"/>
                      <a:pt x="497036" y="950750"/>
                    </a:cubicBezTo>
                    <a:cubicBezTo>
                      <a:pt x="527229" y="930114"/>
                      <a:pt x="556348" y="907944"/>
                      <a:pt x="584277" y="884337"/>
                    </a:cubicBezTo>
                    <a:cubicBezTo>
                      <a:pt x="612454" y="860833"/>
                      <a:pt x="639864" y="836381"/>
                      <a:pt x="666507" y="810982"/>
                    </a:cubicBezTo>
                    <a:cubicBezTo>
                      <a:pt x="667927" y="809388"/>
                      <a:pt x="667781" y="806943"/>
                      <a:pt x="666188" y="805524"/>
                    </a:cubicBezTo>
                    <a:cubicBezTo>
                      <a:pt x="666175" y="805512"/>
                      <a:pt x="666157" y="805500"/>
                      <a:pt x="666145" y="805488"/>
                    </a:cubicBezTo>
                    <a:cubicBezTo>
                      <a:pt x="664509" y="804123"/>
                      <a:pt x="662088" y="804280"/>
                      <a:pt x="660651" y="805850"/>
                    </a:cubicBezTo>
                    <a:cubicBezTo>
                      <a:pt x="647894" y="817925"/>
                      <a:pt x="634871" y="829776"/>
                      <a:pt x="621589" y="841411"/>
                    </a:cubicBezTo>
                    <a:cubicBezTo>
                      <a:pt x="591909" y="867136"/>
                      <a:pt x="560676" y="891009"/>
                      <a:pt x="528068" y="912895"/>
                    </a:cubicBezTo>
                    <a:cubicBezTo>
                      <a:pt x="494657" y="935463"/>
                      <a:pt x="459693" y="955640"/>
                      <a:pt x="423439" y="973270"/>
                    </a:cubicBezTo>
                    <a:lnTo>
                      <a:pt x="423861" y="973270"/>
                    </a:lnTo>
                    <a:cubicBezTo>
                      <a:pt x="402911" y="983292"/>
                      <a:pt x="381598" y="992287"/>
                      <a:pt x="359864" y="1000680"/>
                    </a:cubicBezTo>
                    <a:cubicBezTo>
                      <a:pt x="345676" y="1006174"/>
                      <a:pt x="331306" y="1011185"/>
                      <a:pt x="316816" y="1016015"/>
                    </a:cubicBezTo>
                    <a:cubicBezTo>
                      <a:pt x="349860" y="918407"/>
                      <a:pt x="387515" y="822513"/>
                      <a:pt x="429778" y="728329"/>
                    </a:cubicBezTo>
                    <a:cubicBezTo>
                      <a:pt x="430321" y="727061"/>
                      <a:pt x="430925" y="725853"/>
                      <a:pt x="431468" y="724646"/>
                    </a:cubicBezTo>
                    <a:cubicBezTo>
                      <a:pt x="463509" y="720202"/>
                      <a:pt x="495019" y="712559"/>
                      <a:pt x="525532" y="701824"/>
                    </a:cubicBezTo>
                    <a:cubicBezTo>
                      <a:pt x="558799" y="689767"/>
                      <a:pt x="591099" y="675175"/>
                      <a:pt x="622132" y="658173"/>
                    </a:cubicBezTo>
                    <a:cubicBezTo>
                      <a:pt x="637829" y="649721"/>
                      <a:pt x="653044" y="640423"/>
                      <a:pt x="668259" y="631185"/>
                    </a:cubicBezTo>
                    <a:cubicBezTo>
                      <a:pt x="683473" y="621948"/>
                      <a:pt x="698446" y="612228"/>
                      <a:pt x="713358" y="602206"/>
                    </a:cubicBezTo>
                    <a:cubicBezTo>
                      <a:pt x="742821" y="582342"/>
                      <a:pt x="771499" y="561271"/>
                      <a:pt x="799936" y="539959"/>
                    </a:cubicBezTo>
                    <a:cubicBezTo>
                      <a:pt x="816600" y="527461"/>
                      <a:pt x="833142" y="514722"/>
                      <a:pt x="849685" y="502043"/>
                    </a:cubicBezTo>
                    <a:cubicBezTo>
                      <a:pt x="851297" y="500903"/>
                      <a:pt x="851726" y="498693"/>
                      <a:pt x="850651" y="497033"/>
                    </a:cubicBezTo>
                    <a:cubicBezTo>
                      <a:pt x="850500" y="496773"/>
                      <a:pt x="850295" y="496544"/>
                      <a:pt x="850047" y="496368"/>
                    </a:cubicBezTo>
                    <a:cubicBezTo>
                      <a:pt x="848870" y="495227"/>
                      <a:pt x="847053" y="495076"/>
                      <a:pt x="845700" y="496006"/>
                    </a:cubicBezTo>
                    <a:cubicBezTo>
                      <a:pt x="808871" y="524080"/>
                      <a:pt x="771499" y="551611"/>
                      <a:pt x="732799" y="577090"/>
                    </a:cubicBezTo>
                    <a:cubicBezTo>
                      <a:pt x="713057" y="590070"/>
                      <a:pt x="693133" y="602628"/>
                      <a:pt x="672726" y="614582"/>
                    </a:cubicBezTo>
                    <a:cubicBezTo>
                      <a:pt x="652319" y="626537"/>
                      <a:pt x="631551" y="637162"/>
                      <a:pt x="610359" y="647366"/>
                    </a:cubicBezTo>
                    <a:cubicBezTo>
                      <a:pt x="562705" y="670296"/>
                      <a:pt x="512364" y="687153"/>
                      <a:pt x="460508" y="697537"/>
                    </a:cubicBezTo>
                    <a:cubicBezTo>
                      <a:pt x="454471" y="698624"/>
                      <a:pt x="448796" y="699651"/>
                      <a:pt x="442879" y="700496"/>
                    </a:cubicBezTo>
                    <a:cubicBezTo>
                      <a:pt x="449400" y="686308"/>
                      <a:pt x="455799" y="672059"/>
                      <a:pt x="462561" y="658234"/>
                    </a:cubicBezTo>
                    <a:cubicBezTo>
                      <a:pt x="473670" y="634868"/>
                      <a:pt x="484779" y="611443"/>
                      <a:pt x="496492" y="588319"/>
                    </a:cubicBezTo>
                    <a:cubicBezTo>
                      <a:pt x="517804" y="546359"/>
                      <a:pt x="540143" y="504881"/>
                      <a:pt x="562904" y="463826"/>
                    </a:cubicBezTo>
                    <a:lnTo>
                      <a:pt x="564474" y="463826"/>
                    </a:lnTo>
                    <a:cubicBezTo>
                      <a:pt x="598568" y="455730"/>
                      <a:pt x="631822" y="444428"/>
                      <a:pt x="663791" y="430077"/>
                    </a:cubicBezTo>
                    <a:cubicBezTo>
                      <a:pt x="696188" y="415780"/>
                      <a:pt x="727842" y="399859"/>
                      <a:pt x="758640" y="382381"/>
                    </a:cubicBezTo>
                    <a:cubicBezTo>
                      <a:pt x="820946" y="347243"/>
                      <a:pt x="879389" y="305705"/>
                      <a:pt x="937168" y="263985"/>
                    </a:cubicBezTo>
                    <a:cubicBezTo>
                      <a:pt x="938786" y="262911"/>
                      <a:pt x="939245" y="260731"/>
                      <a:pt x="938194" y="259095"/>
                    </a:cubicBezTo>
                    <a:lnTo>
                      <a:pt x="937591" y="258492"/>
                    </a:lnTo>
                    <a:cubicBezTo>
                      <a:pt x="936420" y="257405"/>
                      <a:pt x="934668" y="257230"/>
                      <a:pt x="933304" y="258069"/>
                    </a:cubicBezTo>
                    <a:cubicBezTo>
                      <a:pt x="899917" y="282219"/>
                      <a:pt x="865805" y="304859"/>
                      <a:pt x="830667" y="326413"/>
                    </a:cubicBezTo>
                    <a:cubicBezTo>
                      <a:pt x="794720" y="348788"/>
                      <a:pt x="757667" y="369322"/>
                      <a:pt x="719638" y="387935"/>
                    </a:cubicBezTo>
                    <a:cubicBezTo>
                      <a:pt x="694214" y="400173"/>
                      <a:pt x="668132" y="410998"/>
                      <a:pt x="641513" y="420357"/>
                    </a:cubicBezTo>
                    <a:cubicBezTo>
                      <a:pt x="628109" y="425066"/>
                      <a:pt x="614646" y="429292"/>
                      <a:pt x="601001" y="433337"/>
                    </a:cubicBezTo>
                    <a:cubicBezTo>
                      <a:pt x="592850" y="435752"/>
                      <a:pt x="584639" y="437925"/>
                      <a:pt x="576368" y="439978"/>
                    </a:cubicBezTo>
                    <a:cubicBezTo>
                      <a:pt x="590496" y="415345"/>
                      <a:pt x="605046" y="390954"/>
                      <a:pt x="620019" y="366804"/>
                    </a:cubicBezTo>
                    <a:cubicBezTo>
                      <a:pt x="637407" y="338790"/>
                      <a:pt x="655157" y="310957"/>
                      <a:pt x="673451" y="283547"/>
                    </a:cubicBezTo>
                    <a:cubicBezTo>
                      <a:pt x="673451" y="284030"/>
                      <a:pt x="672787" y="284513"/>
                      <a:pt x="672485" y="285056"/>
                    </a:cubicBezTo>
                    <a:cubicBezTo>
                      <a:pt x="690760" y="257725"/>
                      <a:pt x="709597" y="230719"/>
                      <a:pt x="728996" y="204033"/>
                    </a:cubicBezTo>
                    <a:cubicBezTo>
                      <a:pt x="729599" y="203907"/>
                      <a:pt x="730179" y="203659"/>
                      <a:pt x="730686" y="203309"/>
                    </a:cubicBezTo>
                    <a:cubicBezTo>
                      <a:pt x="731109" y="203345"/>
                      <a:pt x="731531" y="203345"/>
                      <a:pt x="731954" y="203309"/>
                    </a:cubicBezTo>
                    <a:cubicBezTo>
                      <a:pt x="741010" y="203309"/>
                      <a:pt x="750066" y="203309"/>
                      <a:pt x="759183" y="202524"/>
                    </a:cubicBezTo>
                    <a:cubicBezTo>
                      <a:pt x="768300" y="201739"/>
                      <a:pt x="777296" y="200531"/>
                      <a:pt x="786110" y="198962"/>
                    </a:cubicBezTo>
                    <a:cubicBezTo>
                      <a:pt x="803637" y="195871"/>
                      <a:pt x="820880" y="191348"/>
                      <a:pt x="837670" y="185438"/>
                    </a:cubicBezTo>
                    <a:cubicBezTo>
                      <a:pt x="872193" y="173188"/>
                      <a:pt x="904614" y="155673"/>
                      <a:pt x="933787" y="133515"/>
                    </a:cubicBezTo>
                    <a:cubicBezTo>
                      <a:pt x="935321" y="132513"/>
                      <a:pt x="935749" y="130461"/>
                      <a:pt x="934753" y="128927"/>
                    </a:cubicBezTo>
                    <a:lnTo>
                      <a:pt x="934149" y="128263"/>
                    </a:lnTo>
                    <a:cubicBezTo>
                      <a:pt x="933045" y="127267"/>
                      <a:pt x="931408" y="127140"/>
                      <a:pt x="930165" y="127961"/>
                    </a:cubicBezTo>
                    <a:cubicBezTo>
                      <a:pt x="921754" y="134318"/>
                      <a:pt x="913060" y="140356"/>
                      <a:pt x="904083" y="146074"/>
                    </a:cubicBezTo>
                    <a:cubicBezTo>
                      <a:pt x="895449" y="151387"/>
                      <a:pt x="886453" y="156156"/>
                      <a:pt x="877276" y="160624"/>
                    </a:cubicBezTo>
                    <a:lnTo>
                      <a:pt x="877276" y="160624"/>
                    </a:lnTo>
                    <a:cubicBezTo>
                      <a:pt x="866010" y="166015"/>
                      <a:pt x="854412" y="170694"/>
                      <a:pt x="842561" y="174631"/>
                    </a:cubicBezTo>
                    <a:cubicBezTo>
                      <a:pt x="830703" y="178525"/>
                      <a:pt x="818604" y="181634"/>
                      <a:pt x="806336" y="183928"/>
                    </a:cubicBezTo>
                    <a:cubicBezTo>
                      <a:pt x="794363" y="186138"/>
                      <a:pt x="782264" y="187593"/>
                      <a:pt x="770111" y="188276"/>
                    </a:cubicBezTo>
                    <a:cubicBezTo>
                      <a:pt x="759968" y="188879"/>
                      <a:pt x="749825" y="188879"/>
                      <a:pt x="739923" y="188276"/>
                    </a:cubicBezTo>
                    <a:cubicBezTo>
                      <a:pt x="786255" y="125250"/>
                      <a:pt x="835980" y="64785"/>
                      <a:pt x="888868" y="7151"/>
                    </a:cubicBezTo>
                    <a:cubicBezTo>
                      <a:pt x="890317" y="5678"/>
                      <a:pt x="890293" y="3305"/>
                      <a:pt x="888820" y="1856"/>
                    </a:cubicBezTo>
                    <a:cubicBezTo>
                      <a:pt x="888699" y="1741"/>
                      <a:pt x="888578" y="1633"/>
                      <a:pt x="888445" y="1536"/>
                    </a:cubicBezTo>
                    <a:cubicBezTo>
                      <a:pt x="887063" y="-130"/>
                      <a:pt x="884588" y="-360"/>
                      <a:pt x="882921" y="1023"/>
                    </a:cubicBezTo>
                    <a:cubicBezTo>
                      <a:pt x="882734" y="1180"/>
                      <a:pt x="882565" y="1349"/>
                      <a:pt x="882408" y="1536"/>
                    </a:cubicBezTo>
                    <a:cubicBezTo>
                      <a:pt x="829399" y="58935"/>
                      <a:pt x="779089" y="118706"/>
                      <a:pt x="731471" y="180850"/>
                    </a:cubicBezTo>
                    <a:cubicBezTo>
                      <a:pt x="731471" y="173906"/>
                      <a:pt x="730686" y="166963"/>
                      <a:pt x="730565" y="160020"/>
                    </a:cubicBezTo>
                    <a:cubicBezTo>
                      <a:pt x="730565" y="146798"/>
                      <a:pt x="730565" y="133636"/>
                      <a:pt x="731471" y="120475"/>
                    </a:cubicBezTo>
                    <a:cubicBezTo>
                      <a:pt x="732787" y="100980"/>
                      <a:pt x="735287" y="81587"/>
                      <a:pt x="738957" y="62394"/>
                    </a:cubicBezTo>
                    <a:cubicBezTo>
                      <a:pt x="742640" y="43146"/>
                      <a:pt x="747392" y="24116"/>
                      <a:pt x="753206" y="5400"/>
                    </a:cubicBezTo>
                    <a:cubicBezTo>
                      <a:pt x="753483" y="4241"/>
                      <a:pt x="753091" y="3027"/>
                      <a:pt x="752179" y="2261"/>
                    </a:cubicBezTo>
                    <a:cubicBezTo>
                      <a:pt x="751733" y="1868"/>
                      <a:pt x="751189" y="1602"/>
                      <a:pt x="750610" y="1476"/>
                    </a:cubicBezTo>
                    <a:cubicBezTo>
                      <a:pt x="748823" y="1174"/>
                      <a:pt x="747108" y="2309"/>
                      <a:pt x="746685" y="4072"/>
                    </a:cubicBezTo>
                    <a:cubicBezTo>
                      <a:pt x="741777" y="19968"/>
                      <a:pt x="737430" y="36070"/>
                      <a:pt x="733644" y="52372"/>
                    </a:cubicBezTo>
                    <a:cubicBezTo>
                      <a:pt x="729901" y="68492"/>
                      <a:pt x="726882" y="84793"/>
                      <a:pt x="724468" y="101155"/>
                    </a:cubicBezTo>
                    <a:cubicBezTo>
                      <a:pt x="722131" y="117166"/>
                      <a:pt x="720598" y="133286"/>
                      <a:pt x="719879" y="149455"/>
                    </a:cubicBezTo>
                    <a:cubicBezTo>
                      <a:pt x="719185" y="164476"/>
                      <a:pt x="719607" y="179533"/>
                      <a:pt x="721147" y="194494"/>
                    </a:cubicBezTo>
                    <a:cubicBezTo>
                      <a:pt x="713902" y="204033"/>
                      <a:pt x="706596" y="213452"/>
                      <a:pt x="699472" y="223052"/>
                    </a:cubicBezTo>
                    <a:cubicBezTo>
                      <a:pt x="670172" y="262778"/>
                      <a:pt x="641875" y="303247"/>
                      <a:pt x="614585" y="344465"/>
                    </a:cubicBezTo>
                    <a:cubicBezTo>
                      <a:pt x="593031" y="377249"/>
                      <a:pt x="572323" y="410515"/>
                      <a:pt x="551795" y="443963"/>
                    </a:cubicBezTo>
                    <a:cubicBezTo>
                      <a:pt x="548475" y="435269"/>
                      <a:pt x="545335" y="426454"/>
                      <a:pt x="542618" y="417519"/>
                    </a:cubicBezTo>
                    <a:cubicBezTo>
                      <a:pt x="538754" y="404780"/>
                      <a:pt x="535615" y="391799"/>
                      <a:pt x="533019" y="378698"/>
                    </a:cubicBezTo>
                    <a:cubicBezTo>
                      <a:pt x="533049" y="378837"/>
                      <a:pt x="533049" y="378981"/>
                      <a:pt x="533019" y="379120"/>
                    </a:cubicBezTo>
                    <a:lnTo>
                      <a:pt x="533019" y="377913"/>
                    </a:lnTo>
                    <a:lnTo>
                      <a:pt x="533019" y="377913"/>
                    </a:lnTo>
                    <a:cubicBezTo>
                      <a:pt x="528925" y="355568"/>
                      <a:pt x="526547" y="332940"/>
                      <a:pt x="525895" y="310233"/>
                    </a:cubicBezTo>
                    <a:cubicBezTo>
                      <a:pt x="525049" y="286083"/>
                      <a:pt x="525895" y="261933"/>
                      <a:pt x="527343" y="238206"/>
                    </a:cubicBezTo>
                    <a:lnTo>
                      <a:pt x="527343" y="239171"/>
                    </a:lnTo>
                    <a:cubicBezTo>
                      <a:pt x="530544" y="190328"/>
                      <a:pt x="537124" y="141726"/>
                      <a:pt x="542075" y="93004"/>
                    </a:cubicBezTo>
                    <a:cubicBezTo>
                      <a:pt x="542244" y="91827"/>
                      <a:pt x="541839" y="90637"/>
                      <a:pt x="540988" y="89804"/>
                    </a:cubicBezTo>
                    <a:cubicBezTo>
                      <a:pt x="540560" y="89430"/>
                      <a:pt x="540040" y="89182"/>
                      <a:pt x="539479" y="89080"/>
                    </a:cubicBezTo>
                    <a:cubicBezTo>
                      <a:pt x="537668" y="88748"/>
                      <a:pt x="535917" y="89931"/>
                      <a:pt x="535554" y="91736"/>
                    </a:cubicBezTo>
                    <a:cubicBezTo>
                      <a:pt x="529215" y="153016"/>
                      <a:pt x="519797" y="214116"/>
                      <a:pt x="517140" y="275819"/>
                    </a:cubicBezTo>
                    <a:cubicBezTo>
                      <a:pt x="515770" y="306574"/>
                      <a:pt x="516699" y="337395"/>
                      <a:pt x="519917" y="368012"/>
                    </a:cubicBezTo>
                    <a:cubicBezTo>
                      <a:pt x="523051" y="399557"/>
                      <a:pt x="530314" y="430554"/>
                      <a:pt x="541532" y="460204"/>
                    </a:cubicBezTo>
                    <a:cubicBezTo>
                      <a:pt x="541532" y="460204"/>
                      <a:pt x="541532" y="460566"/>
                      <a:pt x="541894" y="460808"/>
                    </a:cubicBezTo>
                    <a:cubicBezTo>
                      <a:pt x="539238" y="465155"/>
                      <a:pt x="536521" y="469441"/>
                      <a:pt x="533924" y="473788"/>
                    </a:cubicBezTo>
                    <a:cubicBezTo>
                      <a:pt x="507420" y="517922"/>
                      <a:pt x="482787" y="563203"/>
                      <a:pt x="458637" y="608666"/>
                    </a:cubicBezTo>
                    <a:cubicBezTo>
                      <a:pt x="443785" y="636498"/>
                      <a:pt x="429717" y="664693"/>
                      <a:pt x="415892" y="693191"/>
                    </a:cubicBezTo>
                    <a:cubicBezTo>
                      <a:pt x="407620" y="677674"/>
                      <a:pt x="399470" y="662037"/>
                      <a:pt x="391742" y="646219"/>
                    </a:cubicBezTo>
                    <a:cubicBezTo>
                      <a:pt x="365316" y="592032"/>
                      <a:pt x="346207" y="534580"/>
                      <a:pt x="334929" y="475358"/>
                    </a:cubicBezTo>
                    <a:cubicBezTo>
                      <a:pt x="324568" y="419958"/>
                      <a:pt x="320119" y="363616"/>
                      <a:pt x="321646" y="307275"/>
                    </a:cubicBezTo>
                    <a:cubicBezTo>
                      <a:pt x="321646" y="305970"/>
                      <a:pt x="321073" y="304733"/>
                      <a:pt x="320076" y="303894"/>
                    </a:cubicBezTo>
                    <a:cubicBezTo>
                      <a:pt x="318006" y="301955"/>
                      <a:pt x="314758" y="302064"/>
                      <a:pt x="312826" y="304135"/>
                    </a:cubicBezTo>
                    <a:cubicBezTo>
                      <a:pt x="311878" y="305143"/>
                      <a:pt x="311377" y="306496"/>
                      <a:pt x="311443" y="307878"/>
                    </a:cubicBezTo>
                    <a:cubicBezTo>
                      <a:pt x="310525" y="343777"/>
                      <a:pt x="311696" y="379700"/>
                      <a:pt x="314945" y="415466"/>
                    </a:cubicBezTo>
                    <a:cubicBezTo>
                      <a:pt x="318241" y="450508"/>
                      <a:pt x="323609" y="485326"/>
                      <a:pt x="331005" y="519734"/>
                    </a:cubicBezTo>
                    <a:cubicBezTo>
                      <a:pt x="334687" y="536940"/>
                      <a:pt x="339276" y="554027"/>
                      <a:pt x="344106" y="570931"/>
                    </a:cubicBezTo>
                    <a:cubicBezTo>
                      <a:pt x="348936" y="587836"/>
                      <a:pt x="354430" y="604741"/>
                      <a:pt x="360347" y="621344"/>
                    </a:cubicBezTo>
                    <a:cubicBezTo>
                      <a:pt x="371975" y="654520"/>
                      <a:pt x="386797" y="686483"/>
                      <a:pt x="404601" y="716797"/>
                    </a:cubicBezTo>
                    <a:cubicBezTo>
                      <a:pt x="399530" y="727423"/>
                      <a:pt x="394338" y="737928"/>
                      <a:pt x="389387" y="748615"/>
                    </a:cubicBezTo>
                    <a:cubicBezTo>
                      <a:pt x="349781" y="834226"/>
                      <a:pt x="314522" y="921770"/>
                      <a:pt x="282765" y="1010581"/>
                    </a:cubicBezTo>
                    <a:cubicBezTo>
                      <a:pt x="282288" y="1010026"/>
                      <a:pt x="281847" y="1009440"/>
                      <a:pt x="281437" y="1008830"/>
                    </a:cubicBezTo>
                    <a:lnTo>
                      <a:pt x="266584" y="988665"/>
                    </a:lnTo>
                    <a:cubicBezTo>
                      <a:pt x="256743" y="975202"/>
                      <a:pt x="247325" y="961436"/>
                      <a:pt x="238208" y="947550"/>
                    </a:cubicBezTo>
                    <a:cubicBezTo>
                      <a:pt x="229092" y="933664"/>
                      <a:pt x="220096" y="918510"/>
                      <a:pt x="211342" y="903657"/>
                    </a:cubicBezTo>
                    <a:cubicBezTo>
                      <a:pt x="202587" y="888805"/>
                      <a:pt x="195463" y="874315"/>
                      <a:pt x="188158" y="859342"/>
                    </a:cubicBezTo>
                    <a:cubicBezTo>
                      <a:pt x="167793" y="817720"/>
                      <a:pt x="152742" y="773706"/>
                      <a:pt x="143360" y="728329"/>
                    </a:cubicBezTo>
                    <a:cubicBezTo>
                      <a:pt x="138499" y="703810"/>
                      <a:pt x="136030" y="678882"/>
                      <a:pt x="135994" y="653886"/>
                    </a:cubicBezTo>
                    <a:cubicBezTo>
                      <a:pt x="135976" y="652926"/>
                      <a:pt x="135535" y="652015"/>
                      <a:pt x="134786" y="651411"/>
                    </a:cubicBezTo>
                    <a:cubicBezTo>
                      <a:pt x="133150" y="650143"/>
                      <a:pt x="130801" y="650439"/>
                      <a:pt x="129533" y="652075"/>
                    </a:cubicBezTo>
                    <a:cubicBezTo>
                      <a:pt x="129026" y="652733"/>
                      <a:pt x="128749" y="653536"/>
                      <a:pt x="128749" y="654370"/>
                    </a:cubicBezTo>
                    <a:cubicBezTo>
                      <a:pt x="129105" y="686247"/>
                      <a:pt x="132582" y="718017"/>
                      <a:pt x="139133" y="749218"/>
                    </a:cubicBezTo>
                    <a:cubicBezTo>
                      <a:pt x="145799" y="783046"/>
                      <a:pt x="155000" y="816331"/>
                      <a:pt x="166664" y="848777"/>
                    </a:cubicBezTo>
                    <a:cubicBezTo>
                      <a:pt x="172702" y="865198"/>
                      <a:pt x="179041" y="881318"/>
                      <a:pt x="186226" y="897077"/>
                    </a:cubicBezTo>
                    <a:cubicBezTo>
                      <a:pt x="193410" y="912834"/>
                      <a:pt x="201078" y="928833"/>
                      <a:pt x="209530" y="944229"/>
                    </a:cubicBezTo>
                    <a:cubicBezTo>
                      <a:pt x="225397" y="973807"/>
                      <a:pt x="244735" y="1001392"/>
                      <a:pt x="267128" y="1026399"/>
                    </a:cubicBezTo>
                    <a:cubicBezTo>
                      <a:pt x="269241" y="1028694"/>
                      <a:pt x="271475" y="1030928"/>
                      <a:pt x="273709" y="1033101"/>
                    </a:cubicBezTo>
                    <a:lnTo>
                      <a:pt x="275098" y="1034308"/>
                    </a:lnTo>
                    <a:cubicBezTo>
                      <a:pt x="274614" y="1035757"/>
                      <a:pt x="274071" y="1037146"/>
                      <a:pt x="273528" y="1038535"/>
                    </a:cubicBezTo>
                    <a:cubicBezTo>
                      <a:pt x="239030" y="1137362"/>
                      <a:pt x="209923" y="1237995"/>
                      <a:pt x="186346" y="1339986"/>
                    </a:cubicBezTo>
                    <a:cubicBezTo>
                      <a:pt x="168717" y="1318010"/>
                      <a:pt x="151570" y="1295611"/>
                      <a:pt x="135752" y="1272306"/>
                    </a:cubicBezTo>
                    <a:cubicBezTo>
                      <a:pt x="115665" y="1242517"/>
                      <a:pt x="97788" y="1211303"/>
                      <a:pt x="82260" y="1178906"/>
                    </a:cubicBezTo>
                    <a:lnTo>
                      <a:pt x="82260" y="1179329"/>
                    </a:lnTo>
                    <a:cubicBezTo>
                      <a:pt x="64280" y="1141570"/>
                      <a:pt x="48987" y="1102592"/>
                      <a:pt x="36496" y="1062685"/>
                    </a:cubicBezTo>
                    <a:cubicBezTo>
                      <a:pt x="36303" y="1061996"/>
                      <a:pt x="35904" y="1061387"/>
                      <a:pt x="35349" y="1060934"/>
                    </a:cubicBezTo>
                    <a:cubicBezTo>
                      <a:pt x="34208" y="1059889"/>
                      <a:pt x="32590" y="1059545"/>
                      <a:pt x="31123" y="1060028"/>
                    </a:cubicBezTo>
                    <a:cubicBezTo>
                      <a:pt x="28907" y="1060771"/>
                      <a:pt x="27718" y="1063168"/>
                      <a:pt x="28460" y="1065377"/>
                    </a:cubicBezTo>
                    <a:cubicBezTo>
                      <a:pt x="28460" y="1065383"/>
                      <a:pt x="28466" y="1065395"/>
                      <a:pt x="28466" y="1065401"/>
                    </a:cubicBezTo>
                    <a:cubicBezTo>
                      <a:pt x="36919" y="1092630"/>
                      <a:pt x="46035" y="1119739"/>
                      <a:pt x="56420" y="1146304"/>
                    </a:cubicBezTo>
                    <a:cubicBezTo>
                      <a:pt x="66804" y="1172869"/>
                      <a:pt x="78155" y="1199071"/>
                      <a:pt x="90592" y="1224791"/>
                    </a:cubicBezTo>
                    <a:cubicBezTo>
                      <a:pt x="103138" y="1250704"/>
                      <a:pt x="117145" y="1275880"/>
                      <a:pt x="132552" y="1300199"/>
                    </a:cubicBezTo>
                    <a:cubicBezTo>
                      <a:pt x="146819" y="1322713"/>
                      <a:pt x="163174" y="1343838"/>
                      <a:pt x="181396" y="1363291"/>
                    </a:cubicBezTo>
                    <a:cubicBezTo>
                      <a:pt x="162999" y="1446554"/>
                      <a:pt x="148890" y="1530705"/>
                      <a:pt x="139133" y="1615417"/>
                    </a:cubicBezTo>
                    <a:cubicBezTo>
                      <a:pt x="136718" y="1612881"/>
                      <a:pt x="134243" y="1610345"/>
                      <a:pt x="131888" y="1607688"/>
                    </a:cubicBezTo>
                    <a:cubicBezTo>
                      <a:pt x="103174" y="1572695"/>
                      <a:pt x="79108" y="1534140"/>
                      <a:pt x="60284" y="1492976"/>
                    </a:cubicBezTo>
                    <a:lnTo>
                      <a:pt x="60887" y="1494244"/>
                    </a:lnTo>
                    <a:cubicBezTo>
                      <a:pt x="41628" y="1454095"/>
                      <a:pt x="25025" y="1412799"/>
                      <a:pt x="6550" y="1372226"/>
                    </a:cubicBezTo>
                    <a:cubicBezTo>
                      <a:pt x="6278" y="1371683"/>
                      <a:pt x="5910" y="1371194"/>
                      <a:pt x="5463" y="1370777"/>
                    </a:cubicBezTo>
                    <a:cubicBezTo>
                      <a:pt x="4636" y="1370005"/>
                      <a:pt x="3441" y="1369769"/>
                      <a:pt x="2384" y="1370174"/>
                    </a:cubicBezTo>
                    <a:cubicBezTo>
                      <a:pt x="627" y="1370747"/>
                      <a:pt x="-345" y="1372631"/>
                      <a:pt x="211" y="1374400"/>
                    </a:cubicBezTo>
                    <a:cubicBezTo>
                      <a:pt x="10293" y="1396739"/>
                      <a:pt x="19229" y="1419621"/>
                      <a:pt x="28285" y="1442442"/>
                    </a:cubicBezTo>
                    <a:cubicBezTo>
                      <a:pt x="38126" y="1467317"/>
                      <a:pt x="47907" y="1492191"/>
                      <a:pt x="58472" y="1516703"/>
                    </a:cubicBezTo>
                    <a:cubicBezTo>
                      <a:pt x="68893" y="1540847"/>
                      <a:pt x="80998" y="1564231"/>
                      <a:pt x="94697" y="1586678"/>
                    </a:cubicBezTo>
                    <a:cubicBezTo>
                      <a:pt x="106307" y="1605467"/>
                      <a:pt x="120133" y="1622801"/>
                      <a:pt x="135873" y="1638298"/>
                    </a:cubicBezTo>
                    <a:cubicBezTo>
                      <a:pt x="135873" y="1639023"/>
                      <a:pt x="135873" y="1639808"/>
                      <a:pt x="135873" y="1640593"/>
                    </a:cubicBezTo>
                    <a:cubicBezTo>
                      <a:pt x="127837" y="1716967"/>
                      <a:pt x="124106" y="1793703"/>
                      <a:pt x="124704" y="1870500"/>
                    </a:cubicBezTo>
                    <a:cubicBezTo>
                      <a:pt x="124987" y="1908054"/>
                      <a:pt x="126593" y="1945546"/>
                      <a:pt x="129533" y="1983039"/>
                    </a:cubicBezTo>
                    <a:cubicBezTo>
                      <a:pt x="131043" y="2001151"/>
                      <a:pt x="132552" y="2019264"/>
                      <a:pt x="134364" y="2036954"/>
                    </a:cubicBezTo>
                    <a:cubicBezTo>
                      <a:pt x="136356" y="2055791"/>
                      <a:pt x="138952" y="2074446"/>
                      <a:pt x="141186" y="2093162"/>
                    </a:cubicBezTo>
                    <a:cubicBezTo>
                      <a:pt x="141657" y="2097691"/>
                      <a:pt x="143812" y="2101857"/>
                      <a:pt x="147224" y="2104876"/>
                    </a:cubicBezTo>
                    <a:cubicBezTo>
                      <a:pt x="154257" y="2111155"/>
                      <a:pt x="165058" y="2110551"/>
                      <a:pt x="171349" y="2103548"/>
                    </a:cubicBezTo>
                    <a:cubicBezTo>
                      <a:pt x="174416" y="2100106"/>
                      <a:pt x="175968" y="2095578"/>
                      <a:pt x="175660" y="2090989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" name="" descr="d7725835-238e-4d55-b614-b794b24904c6"/>
              <p:cNvSpPr/>
              <p:nvPr/>
            </p:nvSpPr>
            <p:spPr>
              <a:xfrm>
                <a:off x="4251958" y="5395125"/>
                <a:ext cx="26" cy="845"/>
              </a:xfrm>
              <a:custGeom>
                <a:gdLst>
                  <a:gd name="connsiteX0" fmla="*/ 81 w 26"/>
                  <a:gd name="connsiteY0" fmla="*/ 965 h 845"/>
                  <a:gd name="connsiteX1" fmla="*/ 81 w 26"/>
                  <a:gd name="connsiteY1" fmla="*/ 119 h 845"/>
                  <a:gd name="connsiteX2" fmla="*/ 81 w 26"/>
                  <a:gd name="connsiteY2" fmla="*/ 119 h 845"/>
                  <a:gd name="connsiteX3" fmla="*/ 81 w 26"/>
                  <a:gd name="connsiteY3" fmla="*/ 965 h 84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" h="845">
                    <a:moveTo>
                      <a:pt x="81" y="965"/>
                    </a:moveTo>
                    <a:lnTo>
                      <a:pt x="81" y="119"/>
                    </a:lnTo>
                    <a:lnTo>
                      <a:pt x="81" y="119"/>
                    </a:lnTo>
                    <a:cubicBezTo>
                      <a:pt x="81" y="119"/>
                      <a:pt x="21" y="663"/>
                      <a:pt x="81" y="965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" name="" descr="ca8dd29d-0524-4d65-8444-fd707873296a"/>
              <p:cNvSpPr/>
              <p:nvPr/>
            </p:nvSpPr>
            <p:spPr>
              <a:xfrm>
                <a:off x="3066017" y="4497224"/>
                <a:ext cx="264743" cy="427158"/>
              </a:xfrm>
              <a:custGeom>
                <a:gdLst>
                  <a:gd name="connsiteX0" fmla="*/ 187241 w 264743"/>
                  <a:gd name="connsiteY0" fmla="*/ 417014 h 427158"/>
                  <a:gd name="connsiteX1" fmla="*/ 264641 w 264743"/>
                  <a:gd name="connsiteY1" fmla="*/ 177265 h 427158"/>
                  <a:gd name="connsiteX2" fmla="*/ 198229 w 264743"/>
                  <a:gd name="connsiteY2" fmla="*/ 14736 h 427158"/>
                  <a:gd name="connsiteX3" fmla="*/ 24711 w 264743"/>
                  <a:gd name="connsiteY3" fmla="*/ 68107 h 427158"/>
                  <a:gd name="connsiteX4" fmla="*/ 20908 w 264743"/>
                  <a:gd name="connsiteY4" fmla="*/ 262333 h 427158"/>
                  <a:gd name="connsiteX5" fmla="*/ 135620 w 264743"/>
                  <a:gd name="connsiteY5" fmla="*/ 427277 h 427158"/>
                  <a:gd name="connsiteX6" fmla="*/ 187241 w 264743"/>
                  <a:gd name="connsiteY6" fmla="*/ 417014 h 42715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4743" h="427158">
                    <a:moveTo>
                      <a:pt x="187241" y="417014"/>
                    </a:moveTo>
                    <a:cubicBezTo>
                      <a:pt x="234937" y="345898"/>
                      <a:pt x="261749" y="262847"/>
                      <a:pt x="264641" y="177265"/>
                    </a:cubicBezTo>
                    <a:cubicBezTo>
                      <a:pt x="266573" y="115864"/>
                      <a:pt x="250936" y="46312"/>
                      <a:pt x="198229" y="14736"/>
                    </a:cubicBezTo>
                    <a:cubicBezTo>
                      <a:pt x="140631" y="-19859"/>
                      <a:pt x="59367" y="10570"/>
                      <a:pt x="24711" y="68107"/>
                    </a:cubicBezTo>
                    <a:cubicBezTo>
                      <a:pt x="-9944" y="125644"/>
                      <a:pt x="-5114" y="200389"/>
                      <a:pt x="20908" y="262333"/>
                    </a:cubicBezTo>
                    <a:cubicBezTo>
                      <a:pt x="46930" y="324278"/>
                      <a:pt x="91547" y="376321"/>
                      <a:pt x="135620" y="427277"/>
                    </a:cubicBezTo>
                    <a:cubicBezTo>
                      <a:pt x="152586" y="425647"/>
                      <a:pt x="169853" y="418644"/>
                      <a:pt x="187241" y="417014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" name="" descr="d69651b2-6aee-43d5-b993-55e4d5e8cf14"/>
              <p:cNvSpPr/>
              <p:nvPr/>
            </p:nvSpPr>
            <p:spPr>
              <a:xfrm>
                <a:off x="3262622" y="4644850"/>
                <a:ext cx="393900" cy="309890"/>
              </a:xfrm>
              <a:custGeom>
                <a:gdLst>
                  <a:gd name="connsiteX0" fmla="*/ 33321 w 393900"/>
                  <a:gd name="connsiteY0" fmla="*/ 307605 h 309890"/>
                  <a:gd name="connsiteX1" fmla="*/ 281401 w 393900"/>
                  <a:gd name="connsiteY1" fmla="*/ 263471 h 309890"/>
                  <a:gd name="connsiteX2" fmla="*/ 393819 w 393900"/>
                  <a:gd name="connsiteY2" fmla="*/ 128654 h 309890"/>
                  <a:gd name="connsiteX3" fmla="*/ 265281 w 393900"/>
                  <a:gd name="connsiteY3" fmla="*/ 358 h 309890"/>
                  <a:gd name="connsiteX4" fmla="*/ 91945 w 393900"/>
                  <a:gd name="connsiteY4" fmla="*/ 88142 h 309890"/>
                  <a:gd name="connsiteX5" fmla="*/ 54 w 393900"/>
                  <a:gd name="connsiteY5" fmla="*/ 266671 h 309890"/>
                  <a:gd name="connsiteX6" fmla="*/ 33321 w 393900"/>
                  <a:gd name="connsiteY6" fmla="*/ 307605 h 30989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3900" h="309890">
                    <a:moveTo>
                      <a:pt x="33321" y="307605"/>
                    </a:moveTo>
                    <a:cubicBezTo>
                      <a:pt x="118516" y="316366"/>
                      <a:pt x="204459" y="301079"/>
                      <a:pt x="281401" y="263471"/>
                    </a:cubicBezTo>
                    <a:cubicBezTo>
                      <a:pt x="336523" y="236423"/>
                      <a:pt x="390619" y="189995"/>
                      <a:pt x="393819" y="128654"/>
                    </a:cubicBezTo>
                    <a:cubicBezTo>
                      <a:pt x="397321" y="61517"/>
                      <a:pt x="332357" y="4040"/>
                      <a:pt x="265281" y="358"/>
                    </a:cubicBezTo>
                    <a:cubicBezTo>
                      <a:pt x="198205" y="-3325"/>
                      <a:pt x="134449" y="36099"/>
                      <a:pt x="91945" y="88142"/>
                    </a:cubicBezTo>
                    <a:cubicBezTo>
                      <a:pt x="49441" y="140186"/>
                      <a:pt x="24385" y="204002"/>
                      <a:pt x="54" y="266671"/>
                    </a:cubicBezTo>
                    <a:cubicBezTo>
                      <a:pt x="9533" y="281161"/>
                      <a:pt x="23842" y="292813"/>
                      <a:pt x="33321" y="307605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" name="" descr="28490850-28cd-4bd0-babc-059f060b3fbe"/>
              <p:cNvSpPr/>
              <p:nvPr/>
            </p:nvSpPr>
            <p:spPr>
              <a:xfrm>
                <a:off x="3282304" y="4950073"/>
                <a:ext cx="392597" cy="303036"/>
              </a:xfrm>
              <a:custGeom>
                <a:gdLst>
                  <a:gd name="connsiteX0" fmla="*/ 54 w 392597"/>
                  <a:gd name="connsiteY0" fmla="*/ 58108 h 303036"/>
                  <a:gd name="connsiteX1" fmla="*/ 155339 w 392597"/>
                  <a:gd name="connsiteY1" fmla="*/ 256499 h 303036"/>
                  <a:gd name="connsiteX2" fmla="*/ 327165 w 392597"/>
                  <a:gd name="connsiteY2" fmla="*/ 292724 h 303036"/>
                  <a:gd name="connsiteX3" fmla="*/ 380114 w 392597"/>
                  <a:gd name="connsiteY3" fmla="*/ 119026 h 303036"/>
                  <a:gd name="connsiteX4" fmla="*/ 221328 w 392597"/>
                  <a:gd name="connsiteY4" fmla="*/ 7151 h 303036"/>
                  <a:gd name="connsiteX5" fmla="*/ 20582 w 392597"/>
                  <a:gd name="connsiteY5" fmla="*/ 9687 h 303036"/>
                  <a:gd name="connsiteX6" fmla="*/ 54 w 392597"/>
                  <a:gd name="connsiteY6" fmla="*/ 58108 h 30303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2597" h="303036">
                    <a:moveTo>
                      <a:pt x="54" y="58108"/>
                    </a:moveTo>
                    <a:cubicBezTo>
                      <a:pt x="32240" y="137464"/>
                      <a:pt x="86040" y="206195"/>
                      <a:pt x="155339" y="256499"/>
                    </a:cubicBezTo>
                    <a:cubicBezTo>
                      <a:pt x="205148" y="292724"/>
                      <a:pt x="271500" y="318505"/>
                      <a:pt x="327165" y="292724"/>
                    </a:cubicBezTo>
                    <a:cubicBezTo>
                      <a:pt x="388084" y="264288"/>
                      <a:pt x="408370" y="180005"/>
                      <a:pt x="380114" y="119026"/>
                    </a:cubicBezTo>
                    <a:cubicBezTo>
                      <a:pt x="351859" y="58047"/>
                      <a:pt x="287258" y="20253"/>
                      <a:pt x="221328" y="7151"/>
                    </a:cubicBezTo>
                    <a:cubicBezTo>
                      <a:pt x="155399" y="-5950"/>
                      <a:pt x="87296" y="1838"/>
                      <a:pt x="20582" y="9687"/>
                    </a:cubicBezTo>
                    <a:cubicBezTo>
                      <a:pt x="12190" y="24721"/>
                      <a:pt x="8386" y="42893"/>
                      <a:pt x="54" y="58108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" name="" descr="1f5296d4-177b-434d-a354-5ef56d118108"/>
              <p:cNvSpPr/>
              <p:nvPr/>
            </p:nvSpPr>
            <p:spPr>
              <a:xfrm>
                <a:off x="3121126" y="5017418"/>
                <a:ext cx="265693" cy="424511"/>
              </a:xfrm>
              <a:custGeom>
                <a:gdLst>
                  <a:gd name="connsiteX0" fmla="*/ 105567 w 265693"/>
                  <a:gd name="connsiteY0" fmla="*/ 4770 h 424511"/>
                  <a:gd name="connsiteX1" fmla="*/ 2929 w 265693"/>
                  <a:gd name="connsiteY1" fmla="*/ 234980 h 424511"/>
                  <a:gd name="connsiteX2" fmla="*/ 51712 w 265693"/>
                  <a:gd name="connsiteY2" fmla="*/ 403667 h 424511"/>
                  <a:gd name="connsiteX3" fmla="*/ 229939 w 265693"/>
                  <a:gd name="connsiteY3" fmla="*/ 368951 h 424511"/>
                  <a:gd name="connsiteX4" fmla="*/ 254089 w 265693"/>
                  <a:gd name="connsiteY4" fmla="*/ 176235 h 424511"/>
                  <a:gd name="connsiteX5" fmla="*/ 157489 w 265693"/>
                  <a:gd name="connsiteY5" fmla="*/ 121 h 424511"/>
                  <a:gd name="connsiteX6" fmla="*/ 105567 w 265693"/>
                  <a:gd name="connsiteY6" fmla="*/ 4770 h 42451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5693" h="424511">
                    <a:moveTo>
                      <a:pt x="105567" y="4770"/>
                    </a:moveTo>
                    <a:cubicBezTo>
                      <a:pt x="50517" y="70410"/>
                      <a:pt x="14962" y="150159"/>
                      <a:pt x="2929" y="234980"/>
                    </a:cubicBezTo>
                    <a:cubicBezTo>
                      <a:pt x="-5523" y="295838"/>
                      <a:pt x="2929" y="366657"/>
                      <a:pt x="51712" y="403667"/>
                    </a:cubicBezTo>
                    <a:cubicBezTo>
                      <a:pt x="105386" y="444118"/>
                      <a:pt x="189367" y="422504"/>
                      <a:pt x="229939" y="368951"/>
                    </a:cubicBezTo>
                    <a:cubicBezTo>
                      <a:pt x="270511" y="315399"/>
                      <a:pt x="273650" y="240594"/>
                      <a:pt x="254089" y="176235"/>
                    </a:cubicBezTo>
                    <a:cubicBezTo>
                      <a:pt x="234527" y="111875"/>
                      <a:pt x="195948" y="55485"/>
                      <a:pt x="157489" y="121"/>
                    </a:cubicBezTo>
                    <a:cubicBezTo>
                      <a:pt x="140826" y="1"/>
                      <a:pt x="122955" y="5132"/>
                      <a:pt x="105567" y="4770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" name="" descr="2c7002be-dd4d-49f6-83a4-f494dc144ac5"/>
              <p:cNvSpPr/>
              <p:nvPr/>
            </p:nvSpPr>
            <p:spPr>
              <a:xfrm>
                <a:off x="2809474" y="4969858"/>
                <a:ext cx="407383" cy="292940"/>
              </a:xfrm>
              <a:custGeom>
                <a:gdLst>
                  <a:gd name="connsiteX0" fmla="*/ 378700 w 407383"/>
                  <a:gd name="connsiteY0" fmla="*/ 10068 h 292940"/>
                  <a:gd name="connsiteX1" fmla="*/ 127359 w 407383"/>
                  <a:gd name="connsiteY1" fmla="*/ 27697 h 292940"/>
                  <a:gd name="connsiteX2" fmla="*/ 1297 w 407383"/>
                  <a:gd name="connsiteY2" fmla="*/ 149896 h 292940"/>
                  <a:gd name="connsiteX3" fmla="*/ 115526 w 407383"/>
                  <a:gd name="connsiteY3" fmla="*/ 290992 h 292940"/>
                  <a:gd name="connsiteX4" fmla="*/ 297194 w 407383"/>
                  <a:gd name="connsiteY4" fmla="*/ 222104 h 292940"/>
                  <a:gd name="connsiteX5" fmla="*/ 407438 w 407383"/>
                  <a:gd name="connsiteY5" fmla="*/ 54323 h 292940"/>
                  <a:gd name="connsiteX6" fmla="*/ 378700 w 407383"/>
                  <a:gd name="connsiteY6" fmla="*/ 10068 h 29294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7383" h="292940">
                    <a:moveTo>
                      <a:pt x="378700" y="10068"/>
                    </a:moveTo>
                    <a:cubicBezTo>
                      <a:pt x="294924" y="-7695"/>
                      <a:pt x="207839" y="-1585"/>
                      <a:pt x="127359" y="27697"/>
                    </a:cubicBezTo>
                    <a:cubicBezTo>
                      <a:pt x="69641" y="48768"/>
                      <a:pt x="10957" y="89219"/>
                      <a:pt x="1297" y="149896"/>
                    </a:cubicBezTo>
                    <a:cubicBezTo>
                      <a:pt x="-9269" y="216308"/>
                      <a:pt x="49174" y="280245"/>
                      <a:pt x="115526" y="290992"/>
                    </a:cubicBezTo>
                    <a:cubicBezTo>
                      <a:pt x="181878" y="301739"/>
                      <a:pt x="249377" y="269378"/>
                      <a:pt x="297194" y="222104"/>
                    </a:cubicBezTo>
                    <a:cubicBezTo>
                      <a:pt x="345011" y="174831"/>
                      <a:pt x="376587" y="114033"/>
                      <a:pt x="407438" y="54323"/>
                    </a:cubicBezTo>
                    <a:cubicBezTo>
                      <a:pt x="399529" y="38746"/>
                      <a:pt x="386609" y="25403"/>
                      <a:pt x="378700" y="10068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" name="" descr="32ccd98d-b157-4381-a346-c16e45b25e4a"/>
              <p:cNvSpPr/>
              <p:nvPr/>
            </p:nvSpPr>
            <p:spPr>
              <a:xfrm>
                <a:off x="2802453" y="4701980"/>
                <a:ext cx="398646" cy="296359"/>
              </a:xfrm>
              <a:custGeom>
                <a:gdLst>
                  <a:gd name="connsiteX0" fmla="*/ 398701 w 398646"/>
                  <a:gd name="connsiteY0" fmla="*/ 229947 h 296359"/>
                  <a:gd name="connsiteX1" fmla="*/ 233032 w 398646"/>
                  <a:gd name="connsiteY1" fmla="*/ 40189 h 296359"/>
                  <a:gd name="connsiteX2" fmla="*/ 59515 w 398646"/>
                  <a:gd name="connsiteY2" fmla="*/ 13443 h 296359"/>
                  <a:gd name="connsiteX3" fmla="*/ 15925 w 398646"/>
                  <a:gd name="connsiteY3" fmla="*/ 189738 h 296359"/>
                  <a:gd name="connsiteX4" fmla="*/ 180506 w 398646"/>
                  <a:gd name="connsiteY4" fmla="*/ 292918 h 296359"/>
                  <a:gd name="connsiteX5" fmla="*/ 380830 w 398646"/>
                  <a:gd name="connsiteY5" fmla="*/ 279636 h 296359"/>
                  <a:gd name="connsiteX6" fmla="*/ 398701 w 398646"/>
                  <a:gd name="connsiteY6" fmla="*/ 229947 h 29635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8646" h="296359">
                    <a:moveTo>
                      <a:pt x="398701" y="229947"/>
                    </a:moveTo>
                    <a:cubicBezTo>
                      <a:pt x="362289" y="152457"/>
                      <a:pt x="304903" y="86720"/>
                      <a:pt x="233032" y="40189"/>
                    </a:cubicBezTo>
                    <a:cubicBezTo>
                      <a:pt x="181352" y="6923"/>
                      <a:pt x="113732" y="-15476"/>
                      <a:pt x="59515" y="13443"/>
                    </a:cubicBezTo>
                    <a:cubicBezTo>
                      <a:pt x="167" y="45080"/>
                      <a:pt x="-15531" y="130329"/>
                      <a:pt x="15925" y="189738"/>
                    </a:cubicBezTo>
                    <a:cubicBezTo>
                      <a:pt x="47380" y="249147"/>
                      <a:pt x="113973" y="283379"/>
                      <a:pt x="180506" y="292918"/>
                    </a:cubicBezTo>
                    <a:cubicBezTo>
                      <a:pt x="247039" y="302458"/>
                      <a:pt x="314599" y="291047"/>
                      <a:pt x="380830" y="279636"/>
                    </a:cubicBezTo>
                    <a:cubicBezTo>
                      <a:pt x="388377" y="263999"/>
                      <a:pt x="391215" y="245585"/>
                      <a:pt x="398701" y="229947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" name="" descr="7e279bd5-b7f4-4127-9a84-21dc3bc5f0ac"/>
              <p:cNvSpPr/>
              <p:nvPr/>
            </p:nvSpPr>
            <p:spPr>
              <a:xfrm>
                <a:off x="3154554" y="4880696"/>
                <a:ext cx="176331" cy="176329"/>
              </a:xfrm>
              <a:custGeom>
                <a:gdLst>
                  <a:gd name="connsiteX0" fmla="*/ 174414 w 176331"/>
                  <a:gd name="connsiteY0" fmla="*/ 69827 h 176329"/>
                  <a:gd name="connsiteX1" fmla="*/ 106680 w 176331"/>
                  <a:gd name="connsiteY1" fmla="*/ 174475 h 176329"/>
                  <a:gd name="connsiteX2" fmla="*/ 2026 w 176331"/>
                  <a:gd name="connsiteY2" fmla="*/ 106741 h 176329"/>
                  <a:gd name="connsiteX3" fmla="*/ 69766 w 176331"/>
                  <a:gd name="connsiteY3" fmla="*/ 2093 h 176329"/>
                  <a:gd name="connsiteX4" fmla="*/ 69784 w 176331"/>
                  <a:gd name="connsiteY4" fmla="*/ 2086 h 176329"/>
                  <a:gd name="connsiteX5" fmla="*/ 174414 w 176331"/>
                  <a:gd name="connsiteY5" fmla="*/ 69827 h 17632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6331" h="176329">
                    <a:moveTo>
                      <a:pt x="174414" y="69827"/>
                    </a:moveTo>
                    <a:cubicBezTo>
                      <a:pt x="184605" y="117433"/>
                      <a:pt x="154279" y="164284"/>
                      <a:pt x="106680" y="174475"/>
                    </a:cubicBezTo>
                    <a:cubicBezTo>
                      <a:pt x="59074" y="184672"/>
                      <a:pt x="12223" y="154346"/>
                      <a:pt x="2026" y="106741"/>
                    </a:cubicBezTo>
                    <a:cubicBezTo>
                      <a:pt x="-8165" y="59141"/>
                      <a:pt x="22161" y="12284"/>
                      <a:pt x="69766" y="2093"/>
                    </a:cubicBezTo>
                    <a:cubicBezTo>
                      <a:pt x="69773" y="2093"/>
                      <a:pt x="69779" y="2086"/>
                      <a:pt x="69784" y="2086"/>
                    </a:cubicBezTo>
                    <a:cubicBezTo>
                      <a:pt x="117384" y="-8093"/>
                      <a:pt x="164223" y="22234"/>
                      <a:pt x="174414" y="69827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" descr="b4f42a61-a22b-4867-a4b7-fe64d5759db9"/>
              <p:cNvSpPr/>
              <p:nvPr/>
            </p:nvSpPr>
            <p:spPr>
              <a:xfrm>
                <a:off x="2877612" y="4790652"/>
                <a:ext cx="268668" cy="120629"/>
              </a:xfrm>
              <a:custGeom>
                <a:gdLst>
                  <a:gd name="connsiteX0" fmla="*/ 54 w 268668"/>
                  <a:gd name="connsiteY0" fmla="*/ 119 h 120629"/>
                  <a:gd name="connsiteX1" fmla="*/ 138917 w 268668"/>
                  <a:gd name="connsiteY1" fmla="*/ 50472 h 120629"/>
                  <a:gd name="connsiteX2" fmla="*/ 268723 w 268668"/>
                  <a:gd name="connsiteY2" fmla="*/ 120748 h 120629"/>
                  <a:gd name="connsiteX3" fmla="*/ 129860 w 268668"/>
                  <a:gd name="connsiteY3" fmla="*/ 70396 h 120629"/>
                  <a:gd name="connsiteX4" fmla="*/ 54 w 268668"/>
                  <a:gd name="connsiteY4" fmla="*/ 119 h 12062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668" h="120628">
                    <a:moveTo>
                      <a:pt x="54" y="119"/>
                    </a:moveTo>
                    <a:cubicBezTo>
                      <a:pt x="47660" y="13016"/>
                      <a:pt x="94106" y="29860"/>
                      <a:pt x="138917" y="50472"/>
                    </a:cubicBezTo>
                    <a:cubicBezTo>
                      <a:pt x="184095" y="70178"/>
                      <a:pt x="227523" y="93688"/>
                      <a:pt x="268723" y="120748"/>
                    </a:cubicBezTo>
                    <a:cubicBezTo>
                      <a:pt x="221105" y="107889"/>
                      <a:pt x="174652" y="91044"/>
                      <a:pt x="129860" y="70396"/>
                    </a:cubicBezTo>
                    <a:cubicBezTo>
                      <a:pt x="84718" y="50611"/>
                      <a:pt x="41296" y="27107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" name="" descr="867a495d-9422-45c1-8391-821442b31b5c"/>
              <p:cNvSpPr/>
              <p:nvPr/>
            </p:nvSpPr>
            <p:spPr>
              <a:xfrm>
                <a:off x="2900071" y="5020861"/>
                <a:ext cx="248985" cy="153110"/>
              </a:xfrm>
              <a:custGeom>
                <a:gdLst>
                  <a:gd name="connsiteX0" fmla="*/ 54 w 248985"/>
                  <a:gd name="connsiteY0" fmla="*/ 153230 h 153110"/>
                  <a:gd name="connsiteX1" fmla="*/ 122978 w 248985"/>
                  <a:gd name="connsiteY1" fmla="*/ 74139 h 153110"/>
                  <a:gd name="connsiteX2" fmla="*/ 249040 w 248985"/>
                  <a:gd name="connsiteY2" fmla="*/ 119 h 153110"/>
                  <a:gd name="connsiteX3" fmla="*/ 54 w 248985"/>
                  <a:gd name="connsiteY3" fmla="*/ 153230 h 15311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8984" h="153110">
                    <a:moveTo>
                      <a:pt x="54" y="153230"/>
                    </a:moveTo>
                    <a:cubicBezTo>
                      <a:pt x="40445" y="124552"/>
                      <a:pt x="81862" y="99798"/>
                      <a:pt x="122978" y="74139"/>
                    </a:cubicBezTo>
                    <a:cubicBezTo>
                      <a:pt x="164093" y="48479"/>
                      <a:pt x="205148" y="23182"/>
                      <a:pt x="249040" y="119"/>
                    </a:cubicBezTo>
                    <a:cubicBezTo>
                      <a:pt x="180533" y="71645"/>
                      <a:pt x="94795" y="124371"/>
                      <a:pt x="54" y="15323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" descr="16d0d9cc-4bfc-4aac-9de1-c638d7616cb6"/>
              <p:cNvSpPr/>
              <p:nvPr/>
            </p:nvSpPr>
            <p:spPr>
              <a:xfrm>
                <a:off x="2952658" y="4952461"/>
                <a:ext cx="171041" cy="31218"/>
              </a:xfrm>
              <a:custGeom>
                <a:gdLst>
                  <a:gd name="connsiteX0" fmla="*/ 54 w 171041"/>
                  <a:gd name="connsiteY0" fmla="*/ 29638 h 31218"/>
                  <a:gd name="connsiteX1" fmla="*/ 83855 w 171041"/>
                  <a:gd name="connsiteY1" fmla="*/ 5005 h 31218"/>
                  <a:gd name="connsiteX2" fmla="*/ 171096 w 171041"/>
                  <a:gd name="connsiteY2" fmla="*/ 1865 h 31218"/>
                  <a:gd name="connsiteX3" fmla="*/ 87356 w 171041"/>
                  <a:gd name="connsiteY3" fmla="*/ 26499 h 31218"/>
                  <a:gd name="connsiteX4" fmla="*/ 54 w 171041"/>
                  <a:gd name="connsiteY4" fmla="*/ 29638 h 3121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041" h="31218">
                    <a:moveTo>
                      <a:pt x="54" y="29638"/>
                    </a:moveTo>
                    <a:cubicBezTo>
                      <a:pt x="26692" y="17527"/>
                      <a:pt x="54905" y="9237"/>
                      <a:pt x="83855" y="5005"/>
                    </a:cubicBezTo>
                    <a:cubicBezTo>
                      <a:pt x="112635" y="-193"/>
                      <a:pt x="142014" y="-1250"/>
                      <a:pt x="171096" y="1865"/>
                    </a:cubicBezTo>
                    <a:cubicBezTo>
                      <a:pt x="144501" y="14019"/>
                      <a:pt x="116300" y="22314"/>
                      <a:pt x="87356" y="26499"/>
                    </a:cubicBezTo>
                    <a:cubicBezTo>
                      <a:pt x="58545" y="31630"/>
                      <a:pt x="29161" y="32687"/>
                      <a:pt x="54" y="29638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" descr="59bcd439-c9f3-4f11-9e07-f983c99bfef9"/>
              <p:cNvSpPr/>
              <p:nvPr/>
            </p:nvSpPr>
            <p:spPr>
              <a:xfrm>
                <a:off x="3157849" y="5060347"/>
                <a:ext cx="35819" cy="61521"/>
              </a:xfrm>
              <a:custGeom>
                <a:gdLst>
                  <a:gd name="connsiteX0" fmla="*/ 319 w 35819"/>
                  <a:gd name="connsiteY0" fmla="*/ 61641 h 61521"/>
                  <a:gd name="connsiteX1" fmla="*/ 8530 w 35819"/>
                  <a:gd name="connsiteY1" fmla="*/ 25416 h 61521"/>
                  <a:gd name="connsiteX2" fmla="*/ 35578 w 35819"/>
                  <a:gd name="connsiteY2" fmla="*/ 119 h 61521"/>
                  <a:gd name="connsiteX3" fmla="*/ 27427 w 35819"/>
                  <a:gd name="connsiteY3" fmla="*/ 36344 h 61521"/>
                  <a:gd name="connsiteX4" fmla="*/ 319 w 35819"/>
                  <a:gd name="connsiteY4" fmla="*/ 61641 h 6152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19" h="61521">
                    <a:moveTo>
                      <a:pt x="319" y="61641"/>
                    </a:moveTo>
                    <a:cubicBezTo>
                      <a:pt x="-876" y="48998"/>
                      <a:pt x="1998" y="36308"/>
                      <a:pt x="8530" y="25416"/>
                    </a:cubicBezTo>
                    <a:cubicBezTo>
                      <a:pt x="14555" y="14265"/>
                      <a:pt x="24052" y="5384"/>
                      <a:pt x="35578" y="119"/>
                    </a:cubicBezTo>
                    <a:cubicBezTo>
                      <a:pt x="36852" y="12755"/>
                      <a:pt x="33990" y="25470"/>
                      <a:pt x="27427" y="36344"/>
                    </a:cubicBezTo>
                    <a:cubicBezTo>
                      <a:pt x="21317" y="47447"/>
                      <a:pt x="11820" y="56310"/>
                      <a:pt x="319" y="6164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" descr="a2ef59e7-bb00-48be-a560-cd5fcac89d13"/>
              <p:cNvSpPr/>
              <p:nvPr/>
            </p:nvSpPr>
            <p:spPr>
              <a:xfrm>
                <a:off x="3297700" y="5043562"/>
                <a:ext cx="50050" cy="76494"/>
              </a:xfrm>
              <a:custGeom>
                <a:gdLst>
                  <a:gd name="connsiteX0" fmla="*/ 54 w 50050"/>
                  <a:gd name="connsiteY0" fmla="*/ 119 h 76494"/>
                  <a:gd name="connsiteX1" fmla="*/ 50105 w 50050"/>
                  <a:gd name="connsiteY1" fmla="*/ 76614 h 76494"/>
                  <a:gd name="connsiteX2" fmla="*/ 15933 w 50050"/>
                  <a:gd name="connsiteY2" fmla="*/ 44374 h 76494"/>
                  <a:gd name="connsiteX3" fmla="*/ 54 w 50050"/>
                  <a:gd name="connsiteY3" fmla="*/ 119 h 7649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050" h="76494">
                    <a:moveTo>
                      <a:pt x="54" y="119"/>
                    </a:moveTo>
                    <a:cubicBezTo>
                      <a:pt x="27911" y="16251"/>
                      <a:pt x="46483" y="44628"/>
                      <a:pt x="50105" y="76614"/>
                    </a:cubicBezTo>
                    <a:cubicBezTo>
                      <a:pt x="36122" y="68995"/>
                      <a:pt x="24349" y="57892"/>
                      <a:pt x="15933" y="44374"/>
                    </a:cubicBezTo>
                    <a:cubicBezTo>
                      <a:pt x="6967" y="31212"/>
                      <a:pt x="1497" y="15980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" descr="5712660e-47e6-4830-8e2d-bfb207aefda6"/>
              <p:cNvSpPr/>
              <p:nvPr/>
            </p:nvSpPr>
            <p:spPr>
              <a:xfrm>
                <a:off x="3326740" y="4939140"/>
                <a:ext cx="94365" cy="22963"/>
              </a:xfrm>
              <a:custGeom>
                <a:gdLst>
                  <a:gd name="connsiteX0" fmla="*/ 54 w 94365"/>
                  <a:gd name="connsiteY0" fmla="*/ 15730 h 22963"/>
                  <a:gd name="connsiteX1" fmla="*/ 46120 w 94365"/>
                  <a:gd name="connsiteY1" fmla="*/ 757 h 22963"/>
                  <a:gd name="connsiteX2" fmla="*/ 94420 w 94365"/>
                  <a:gd name="connsiteY2" fmla="*/ 7458 h 22963"/>
                  <a:gd name="connsiteX3" fmla="*/ 48294 w 94365"/>
                  <a:gd name="connsiteY3" fmla="*/ 22492 h 22963"/>
                  <a:gd name="connsiteX4" fmla="*/ 54 w 94365"/>
                  <a:gd name="connsiteY4" fmla="*/ 15730 h 2296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365" h="22963">
                    <a:moveTo>
                      <a:pt x="54" y="15730"/>
                    </a:moveTo>
                    <a:cubicBezTo>
                      <a:pt x="13929" y="6994"/>
                      <a:pt x="29759" y="1850"/>
                      <a:pt x="46120" y="757"/>
                    </a:cubicBezTo>
                    <a:cubicBezTo>
                      <a:pt x="62530" y="-1127"/>
                      <a:pt x="79145" y="1179"/>
                      <a:pt x="94420" y="7458"/>
                    </a:cubicBezTo>
                    <a:cubicBezTo>
                      <a:pt x="80558" y="16273"/>
                      <a:pt x="64692" y="21447"/>
                      <a:pt x="48294" y="22492"/>
                    </a:cubicBezTo>
                    <a:cubicBezTo>
                      <a:pt x="31902" y="24291"/>
                      <a:pt x="15317" y="21967"/>
                      <a:pt x="54" y="1573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" descr="af4aeccb-2734-45f6-98c6-d45735b51547"/>
              <p:cNvSpPr/>
              <p:nvPr/>
            </p:nvSpPr>
            <p:spPr>
              <a:xfrm>
                <a:off x="3272282" y="4791377"/>
                <a:ext cx="44737" cy="87423"/>
              </a:xfrm>
              <a:custGeom>
                <a:gdLst>
                  <a:gd name="connsiteX0" fmla="*/ 54 w 44737"/>
                  <a:gd name="connsiteY0" fmla="*/ 87542 h 87423"/>
                  <a:gd name="connsiteX1" fmla="*/ 12733 w 44737"/>
                  <a:gd name="connsiteY1" fmla="*/ 38820 h 87423"/>
                  <a:gd name="connsiteX2" fmla="*/ 44792 w 44737"/>
                  <a:gd name="connsiteY2" fmla="*/ 119 h 87423"/>
                  <a:gd name="connsiteX3" fmla="*/ 54 w 44737"/>
                  <a:gd name="connsiteY3" fmla="*/ 87542 h 8742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737" h="87423">
                    <a:moveTo>
                      <a:pt x="54" y="87542"/>
                    </a:moveTo>
                    <a:cubicBezTo>
                      <a:pt x="332" y="70522"/>
                      <a:pt x="4679" y="53817"/>
                      <a:pt x="12733" y="38820"/>
                    </a:cubicBezTo>
                    <a:cubicBezTo>
                      <a:pt x="20141" y="23521"/>
                      <a:pt x="31141" y="10244"/>
                      <a:pt x="44792" y="119"/>
                    </a:cubicBezTo>
                    <a:cubicBezTo>
                      <a:pt x="43597" y="34454"/>
                      <a:pt x="27205" y="66483"/>
                      <a:pt x="54" y="8754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" descr="92b4fe76-ff1f-4b3b-a89c-e3d09db5be94"/>
              <p:cNvSpPr/>
              <p:nvPr/>
            </p:nvSpPr>
            <p:spPr>
              <a:xfrm>
                <a:off x="3168679" y="4546738"/>
                <a:ext cx="47032" cy="319080"/>
              </a:xfrm>
              <a:custGeom>
                <a:gdLst>
                  <a:gd name="connsiteX0" fmla="*/ 47086 w 47032"/>
                  <a:gd name="connsiteY0" fmla="*/ 319200 h 319080"/>
                  <a:gd name="connsiteX1" fmla="*/ 12612 w 47032"/>
                  <a:gd name="connsiteY1" fmla="*/ 161501 h 319080"/>
                  <a:gd name="connsiteX2" fmla="*/ 54 w 47032"/>
                  <a:gd name="connsiteY2" fmla="*/ 119 h 319080"/>
                  <a:gd name="connsiteX3" fmla="*/ 34528 w 47032"/>
                  <a:gd name="connsiteY3" fmla="*/ 158060 h 319080"/>
                  <a:gd name="connsiteX4" fmla="*/ 47086 w 47032"/>
                  <a:gd name="connsiteY4" fmla="*/ 319200 h 31908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32" h="319080">
                    <a:moveTo>
                      <a:pt x="47086" y="319200"/>
                    </a:moveTo>
                    <a:cubicBezTo>
                      <a:pt x="31624" y="267580"/>
                      <a:pt x="20105" y="214860"/>
                      <a:pt x="12612" y="161501"/>
                    </a:cubicBezTo>
                    <a:cubicBezTo>
                      <a:pt x="4287" y="108111"/>
                      <a:pt x="91" y="54154"/>
                      <a:pt x="54" y="119"/>
                    </a:cubicBezTo>
                    <a:cubicBezTo>
                      <a:pt x="15595" y="51800"/>
                      <a:pt x="27120" y="104604"/>
                      <a:pt x="34528" y="158060"/>
                    </a:cubicBezTo>
                    <a:cubicBezTo>
                      <a:pt x="42800" y="211377"/>
                      <a:pt x="46996" y="265243"/>
                      <a:pt x="47086" y="31920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" descr="4bcd7449-712b-4537-91a9-08b64d0d4f30"/>
              <p:cNvSpPr/>
              <p:nvPr/>
            </p:nvSpPr>
            <p:spPr>
              <a:xfrm>
                <a:off x="3104681" y="4792645"/>
                <a:ext cx="60857" cy="88751"/>
              </a:xfrm>
              <a:custGeom>
                <a:gdLst>
                  <a:gd name="connsiteX0" fmla="*/ 54 w 60857"/>
                  <a:gd name="connsiteY0" fmla="*/ 119 h 88751"/>
                  <a:gd name="connsiteX1" fmla="*/ 60912 w 60857"/>
                  <a:gd name="connsiteY1" fmla="*/ 88870 h 88751"/>
                  <a:gd name="connsiteX2" fmla="*/ 21488 w 60857"/>
                  <a:gd name="connsiteY2" fmla="*/ 50653 h 88751"/>
                  <a:gd name="connsiteX3" fmla="*/ 54 w 60857"/>
                  <a:gd name="connsiteY3" fmla="*/ 119 h 8875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857" h="88751">
                    <a:moveTo>
                      <a:pt x="54" y="119"/>
                    </a:moveTo>
                    <a:cubicBezTo>
                      <a:pt x="31492" y="20272"/>
                      <a:pt x="53444" y="52283"/>
                      <a:pt x="60912" y="88870"/>
                    </a:cubicBezTo>
                    <a:cubicBezTo>
                      <a:pt x="45088" y="79229"/>
                      <a:pt x="31618" y="66169"/>
                      <a:pt x="21488" y="50653"/>
                    </a:cubicBezTo>
                    <a:cubicBezTo>
                      <a:pt x="10717" y="35589"/>
                      <a:pt x="3399" y="18334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" descr="40760b47-39a3-44b9-83b3-cc6891a60fed"/>
              <p:cNvSpPr/>
              <p:nvPr/>
            </p:nvSpPr>
            <p:spPr>
              <a:xfrm>
                <a:off x="3242938" y="5083772"/>
                <a:ext cx="21860" cy="267098"/>
              </a:xfrm>
              <a:custGeom>
                <a:gdLst>
                  <a:gd name="connsiteX0" fmla="*/ 11286 w 21860"/>
                  <a:gd name="connsiteY0" fmla="*/ 119 h 267098"/>
                  <a:gd name="connsiteX1" fmla="*/ 10622 w 21860"/>
                  <a:gd name="connsiteY1" fmla="*/ 267218 h 267098"/>
                  <a:gd name="connsiteX2" fmla="*/ 11286 w 21860"/>
                  <a:gd name="connsiteY2" fmla="*/ 119 h 26709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60" h="267098">
                    <a:moveTo>
                      <a:pt x="11286" y="119"/>
                    </a:moveTo>
                    <a:cubicBezTo>
                      <a:pt x="25679" y="88587"/>
                      <a:pt x="25450" y="178823"/>
                      <a:pt x="10622" y="267218"/>
                    </a:cubicBezTo>
                    <a:cubicBezTo>
                      <a:pt x="-3687" y="178738"/>
                      <a:pt x="-3464" y="88520"/>
                      <a:pt x="11286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" descr="2e1d5ec0-966b-45a3-b25b-1f16830b5912"/>
              <p:cNvSpPr/>
              <p:nvPr/>
            </p:nvSpPr>
            <p:spPr>
              <a:xfrm>
                <a:off x="3358799" y="5007760"/>
                <a:ext cx="245303" cy="143812"/>
              </a:xfrm>
              <a:custGeom>
                <a:gdLst>
                  <a:gd name="connsiteX0" fmla="*/ 54 w 245303"/>
                  <a:gd name="connsiteY0" fmla="*/ 119 h 143812"/>
                  <a:gd name="connsiteX1" fmla="*/ 125091 w 245303"/>
                  <a:gd name="connsiteY1" fmla="*/ 68041 h 143812"/>
                  <a:gd name="connsiteX2" fmla="*/ 245357 w 245303"/>
                  <a:gd name="connsiteY2" fmla="*/ 143932 h 143812"/>
                  <a:gd name="connsiteX3" fmla="*/ 54 w 245303"/>
                  <a:gd name="connsiteY3" fmla="*/ 119 h 14381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303" h="143812">
                    <a:moveTo>
                      <a:pt x="54" y="119"/>
                    </a:moveTo>
                    <a:cubicBezTo>
                      <a:pt x="43705" y="20586"/>
                      <a:pt x="84217" y="44495"/>
                      <a:pt x="125091" y="68041"/>
                    </a:cubicBezTo>
                    <a:cubicBezTo>
                      <a:pt x="165965" y="91587"/>
                      <a:pt x="206174" y="115797"/>
                      <a:pt x="245357" y="143932"/>
                    </a:cubicBezTo>
                    <a:cubicBezTo>
                      <a:pt x="153219" y="116407"/>
                      <a:pt x="69075" y="67081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" descr="3eab6f63-5849-4c9d-89be-5063b5a9b730"/>
              <p:cNvSpPr/>
              <p:nvPr/>
            </p:nvSpPr>
            <p:spPr>
              <a:xfrm>
                <a:off x="3348294" y="4710474"/>
                <a:ext cx="222602" cy="170679"/>
              </a:xfrm>
              <a:custGeom>
                <a:gdLst>
                  <a:gd name="connsiteX0" fmla="*/ 54 w 222602"/>
                  <a:gd name="connsiteY0" fmla="*/ 170799 h 170679"/>
                  <a:gd name="connsiteX1" fmla="*/ 107944 w 222602"/>
                  <a:gd name="connsiteY1" fmla="*/ 80961 h 170679"/>
                  <a:gd name="connsiteX2" fmla="*/ 222656 w 222602"/>
                  <a:gd name="connsiteY2" fmla="*/ 119 h 170679"/>
                  <a:gd name="connsiteX3" fmla="*/ 121166 w 222602"/>
                  <a:gd name="connsiteY3" fmla="*/ 98289 h 170679"/>
                  <a:gd name="connsiteX4" fmla="*/ 54 w 222602"/>
                  <a:gd name="connsiteY4" fmla="*/ 170799 h 17067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602" h="170679">
                    <a:moveTo>
                      <a:pt x="54" y="170799"/>
                    </a:moveTo>
                    <a:cubicBezTo>
                      <a:pt x="34468" y="138015"/>
                      <a:pt x="71236" y="109579"/>
                      <a:pt x="107944" y="80961"/>
                    </a:cubicBezTo>
                    <a:cubicBezTo>
                      <a:pt x="144791" y="52096"/>
                      <a:pt x="183075" y="25108"/>
                      <a:pt x="222656" y="119"/>
                    </a:cubicBezTo>
                    <a:cubicBezTo>
                      <a:pt x="193091" y="36978"/>
                      <a:pt x="158991" y="69967"/>
                      <a:pt x="121166" y="98289"/>
                    </a:cubicBezTo>
                    <a:cubicBezTo>
                      <a:pt x="83969" y="127408"/>
                      <a:pt x="43283" y="151763"/>
                      <a:pt x="54" y="17079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" name="" descr="dc680adb-02bb-4c10-8972-86602b5f5ecf"/>
              <p:cNvSpPr/>
              <p:nvPr/>
            </p:nvSpPr>
            <p:spPr>
              <a:xfrm>
                <a:off x="4624307" y="5345055"/>
                <a:ext cx="166456" cy="259174"/>
              </a:xfrm>
              <a:custGeom>
                <a:gdLst>
                  <a:gd name="connsiteX0" fmla="*/ 83502 w 166456"/>
                  <a:gd name="connsiteY0" fmla="*/ 259207 h 259174"/>
                  <a:gd name="connsiteX1" fmla="*/ 161204 w 166456"/>
                  <a:gd name="connsiteY1" fmla="*/ 124450 h 259174"/>
                  <a:gd name="connsiteX2" fmla="*/ 142126 w 166456"/>
                  <a:gd name="connsiteY2" fmla="*/ 17707 h 259174"/>
                  <a:gd name="connsiteX3" fmla="*/ 30432 w 166456"/>
                  <a:gd name="connsiteY3" fmla="*/ 27488 h 259174"/>
                  <a:gd name="connsiteX4" fmla="*/ 3022 w 166456"/>
                  <a:gd name="connsiteY4" fmla="*/ 144313 h 259174"/>
                  <a:gd name="connsiteX5" fmla="*/ 50900 w 166456"/>
                  <a:gd name="connsiteY5" fmla="*/ 259026 h 259174"/>
                  <a:gd name="connsiteX6" fmla="*/ 83502 w 166456"/>
                  <a:gd name="connsiteY6" fmla="*/ 259207 h 2591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6456" h="259174">
                    <a:moveTo>
                      <a:pt x="83502" y="259207"/>
                    </a:moveTo>
                    <a:cubicBezTo>
                      <a:pt x="121490" y="222432"/>
                      <a:pt x="148405" y="175750"/>
                      <a:pt x="161204" y="124450"/>
                    </a:cubicBezTo>
                    <a:cubicBezTo>
                      <a:pt x="170321" y="87561"/>
                      <a:pt x="169898" y="43548"/>
                      <a:pt x="142126" y="17707"/>
                    </a:cubicBezTo>
                    <a:cubicBezTo>
                      <a:pt x="111938" y="-10669"/>
                      <a:pt x="58809" y="-2760"/>
                      <a:pt x="30432" y="27488"/>
                    </a:cubicBezTo>
                    <a:cubicBezTo>
                      <a:pt x="2056" y="57736"/>
                      <a:pt x="-4706" y="103500"/>
                      <a:pt x="3022" y="144313"/>
                    </a:cubicBezTo>
                    <a:cubicBezTo>
                      <a:pt x="10750" y="185127"/>
                      <a:pt x="30976" y="222318"/>
                      <a:pt x="50900" y="259026"/>
                    </a:cubicBezTo>
                    <a:cubicBezTo>
                      <a:pt x="61526" y="259992"/>
                      <a:pt x="72876" y="257939"/>
                      <a:pt x="83502" y="259207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" name="" descr="11654ef6-ab49-430b-9914-48f02468bae9"/>
              <p:cNvSpPr/>
              <p:nvPr/>
            </p:nvSpPr>
            <p:spPr>
              <a:xfrm>
                <a:off x="4713973" y="5473663"/>
                <a:ext cx="257679" cy="172877"/>
              </a:xfrm>
              <a:custGeom>
                <a:gdLst>
                  <a:gd name="connsiteX0" fmla="*/ 14786 w 257679"/>
                  <a:gd name="connsiteY0" fmla="*/ 159217 h 172877"/>
                  <a:gd name="connsiteX1" fmla="*/ 170312 w 257679"/>
                  <a:gd name="connsiteY1" fmla="*/ 164650 h 172877"/>
                  <a:gd name="connsiteX2" fmla="*/ 255621 w 257679"/>
                  <a:gd name="connsiteY2" fmla="*/ 97695 h 172877"/>
                  <a:gd name="connsiteX3" fmla="*/ 194522 w 257679"/>
                  <a:gd name="connsiteY3" fmla="*/ 3630 h 172877"/>
                  <a:gd name="connsiteX4" fmla="*/ 78542 w 257679"/>
                  <a:gd name="connsiteY4" fmla="*/ 34241 h 172877"/>
                  <a:gd name="connsiteX5" fmla="*/ 54 w 257679"/>
                  <a:gd name="connsiteY5" fmla="*/ 130176 h 172877"/>
                  <a:gd name="connsiteX6" fmla="*/ 14786 w 257679"/>
                  <a:gd name="connsiteY6" fmla="*/ 159217 h 17287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7678" h="172877">
                    <a:moveTo>
                      <a:pt x="14786" y="159217"/>
                    </a:moveTo>
                    <a:cubicBezTo>
                      <a:pt x="65102" y="175512"/>
                      <a:pt x="118981" y="177395"/>
                      <a:pt x="170312" y="164650"/>
                    </a:cubicBezTo>
                    <a:cubicBezTo>
                      <a:pt x="207080" y="155413"/>
                      <a:pt x="245720" y="134463"/>
                      <a:pt x="255621" y="97695"/>
                    </a:cubicBezTo>
                    <a:cubicBezTo>
                      <a:pt x="266368" y="57606"/>
                      <a:pt x="234611" y="14498"/>
                      <a:pt x="194522" y="3630"/>
                    </a:cubicBezTo>
                    <a:cubicBezTo>
                      <a:pt x="154433" y="-7237"/>
                      <a:pt x="110903" y="8279"/>
                      <a:pt x="78542" y="34241"/>
                    </a:cubicBezTo>
                    <a:cubicBezTo>
                      <a:pt x="46181" y="60202"/>
                      <a:pt x="22755" y="95521"/>
                      <a:pt x="54" y="130176"/>
                    </a:cubicBezTo>
                    <a:cubicBezTo>
                      <a:pt x="3798" y="140198"/>
                      <a:pt x="10922" y="149194"/>
                      <a:pt x="14786" y="159217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" name="" descr="931e6547-03ee-4167-a425-b9d8b9cbc48e"/>
              <p:cNvSpPr/>
              <p:nvPr/>
            </p:nvSpPr>
            <p:spPr>
              <a:xfrm>
                <a:off x="4713249" y="5638194"/>
                <a:ext cx="223659" cy="212012"/>
              </a:xfrm>
              <a:custGeom>
                <a:gdLst>
                  <a:gd name="connsiteX0" fmla="*/ 54 w 223659"/>
                  <a:gd name="connsiteY0" fmla="*/ 26563 h 212012"/>
                  <a:gd name="connsiteX1" fmla="*/ 68217 w 223659"/>
                  <a:gd name="connsiteY1" fmla="*/ 166452 h 212012"/>
                  <a:gd name="connsiteX2" fmla="*/ 167353 w 223659"/>
                  <a:gd name="connsiteY2" fmla="*/ 210405 h 212012"/>
                  <a:gd name="connsiteX3" fmla="*/ 221690 w 223659"/>
                  <a:gd name="connsiteY3" fmla="*/ 112356 h 212012"/>
                  <a:gd name="connsiteX4" fmla="*/ 140184 w 223659"/>
                  <a:gd name="connsiteY4" fmla="*/ 24269 h 212012"/>
                  <a:gd name="connsiteX5" fmla="*/ 18650 w 223659"/>
                  <a:gd name="connsiteY5" fmla="*/ 119 h 212012"/>
                  <a:gd name="connsiteX6" fmla="*/ 54 w 223659"/>
                  <a:gd name="connsiteY6" fmla="*/ 26563 h 21201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3659" h="212012">
                    <a:moveTo>
                      <a:pt x="54" y="26563"/>
                    </a:moveTo>
                    <a:cubicBezTo>
                      <a:pt x="9243" y="78649"/>
                      <a:pt x="32862" y="127118"/>
                      <a:pt x="68217" y="166452"/>
                    </a:cubicBezTo>
                    <a:cubicBezTo>
                      <a:pt x="93635" y="194647"/>
                      <a:pt x="130403" y="218918"/>
                      <a:pt x="167353" y="210405"/>
                    </a:cubicBezTo>
                    <a:cubicBezTo>
                      <a:pt x="207804" y="201167"/>
                      <a:pt x="230928" y="152867"/>
                      <a:pt x="221690" y="112356"/>
                    </a:cubicBezTo>
                    <a:cubicBezTo>
                      <a:pt x="212453" y="71845"/>
                      <a:pt x="178341" y="40691"/>
                      <a:pt x="140184" y="24269"/>
                    </a:cubicBezTo>
                    <a:cubicBezTo>
                      <a:pt x="102027" y="7847"/>
                      <a:pt x="59946" y="3742"/>
                      <a:pt x="18650" y="119"/>
                    </a:cubicBezTo>
                    <a:cubicBezTo>
                      <a:pt x="11707" y="7968"/>
                      <a:pt x="7118" y="18473"/>
                      <a:pt x="54" y="26563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" name="" descr="ed409cdc-05d7-408b-83a1-24d9fb08a1c3"/>
              <p:cNvSpPr/>
              <p:nvPr/>
            </p:nvSpPr>
            <p:spPr>
              <a:xfrm>
                <a:off x="4575911" y="5666027"/>
                <a:ext cx="170329" cy="256917"/>
              </a:xfrm>
              <a:custGeom>
                <a:gdLst>
                  <a:gd name="connsiteX0" fmla="*/ 102194 w 170329"/>
                  <a:gd name="connsiteY0" fmla="*/ 119 h 256917"/>
                  <a:gd name="connsiteX1" fmla="*/ 10424 w 170329"/>
                  <a:gd name="connsiteY1" fmla="*/ 125941 h 256917"/>
                  <a:gd name="connsiteX2" fmla="*/ 18092 w 170329"/>
                  <a:gd name="connsiteY2" fmla="*/ 234072 h 256917"/>
                  <a:gd name="connsiteX3" fmla="*/ 130268 w 170329"/>
                  <a:gd name="connsiteY3" fmla="*/ 236125 h 256917"/>
                  <a:gd name="connsiteX4" fmla="*/ 169814 w 170329"/>
                  <a:gd name="connsiteY4" fmla="*/ 122861 h 256917"/>
                  <a:gd name="connsiteX5" fmla="*/ 134313 w 170329"/>
                  <a:gd name="connsiteY5" fmla="*/ 4044 h 256917"/>
                  <a:gd name="connsiteX6" fmla="*/ 102194 w 170329"/>
                  <a:gd name="connsiteY6" fmla="*/ 119 h 25691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329" h="256917">
                    <a:moveTo>
                      <a:pt x="102194" y="119"/>
                    </a:moveTo>
                    <a:cubicBezTo>
                      <a:pt x="60426" y="32637"/>
                      <a:pt x="28627" y="76234"/>
                      <a:pt x="10424" y="125941"/>
                    </a:cubicBezTo>
                    <a:cubicBezTo>
                      <a:pt x="-2556" y="161562"/>
                      <a:pt x="-6722" y="205394"/>
                      <a:pt x="18092" y="234072"/>
                    </a:cubicBezTo>
                    <a:cubicBezTo>
                      <a:pt x="45321" y="265467"/>
                      <a:pt x="98813" y="263233"/>
                      <a:pt x="130268" y="236125"/>
                    </a:cubicBezTo>
                    <a:cubicBezTo>
                      <a:pt x="161723" y="209016"/>
                      <a:pt x="173195" y="164278"/>
                      <a:pt x="169814" y="122861"/>
                    </a:cubicBezTo>
                    <a:cubicBezTo>
                      <a:pt x="166433" y="81444"/>
                      <a:pt x="150313" y="42382"/>
                      <a:pt x="134313" y="4044"/>
                    </a:cubicBezTo>
                    <a:cubicBezTo>
                      <a:pt x="123869" y="1689"/>
                      <a:pt x="112397" y="2474"/>
                      <a:pt x="102194" y="119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" name="" descr="938ec459-7cd7-4735-9007-e45bed909588"/>
              <p:cNvSpPr/>
              <p:nvPr/>
            </p:nvSpPr>
            <p:spPr>
              <a:xfrm>
                <a:off x="4409861" y="5611024"/>
                <a:ext cx="261849" cy="167199"/>
              </a:xfrm>
              <a:custGeom>
                <a:gdLst>
                  <a:gd name="connsiteX0" fmla="*/ 250131 w 261849"/>
                  <a:gd name="connsiteY0" fmla="*/ 24452 h 167199"/>
                  <a:gd name="connsiteX1" fmla="*/ 96175 w 261849"/>
                  <a:gd name="connsiteY1" fmla="*/ 2838 h 167199"/>
                  <a:gd name="connsiteX2" fmla="*/ 4224 w 261849"/>
                  <a:gd name="connsiteY2" fmla="*/ 60375 h 167199"/>
                  <a:gd name="connsiteX3" fmla="*/ 54999 w 261849"/>
                  <a:gd name="connsiteY3" fmla="*/ 160356 h 167199"/>
                  <a:gd name="connsiteX4" fmla="*/ 173636 w 261849"/>
                  <a:gd name="connsiteY4" fmla="*/ 142244 h 167199"/>
                  <a:gd name="connsiteX5" fmla="*/ 261904 w 261849"/>
                  <a:gd name="connsiteY5" fmla="*/ 55183 h 167199"/>
                  <a:gd name="connsiteX6" fmla="*/ 250131 w 261849"/>
                  <a:gd name="connsiteY6" fmla="*/ 24452 h 16719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1849" h="167199">
                    <a:moveTo>
                      <a:pt x="250131" y="24452"/>
                    </a:moveTo>
                    <a:cubicBezTo>
                      <a:pt x="201837" y="3019"/>
                      <a:pt x="148508" y="-4467"/>
                      <a:pt x="96175" y="2838"/>
                    </a:cubicBezTo>
                    <a:cubicBezTo>
                      <a:pt x="58561" y="8151"/>
                      <a:pt x="17688" y="24995"/>
                      <a:pt x="4224" y="60375"/>
                    </a:cubicBezTo>
                    <a:cubicBezTo>
                      <a:pt x="-10689" y="99076"/>
                      <a:pt x="16299" y="145323"/>
                      <a:pt x="54999" y="160356"/>
                    </a:cubicBezTo>
                    <a:cubicBezTo>
                      <a:pt x="93700" y="175389"/>
                      <a:pt x="138679" y="164582"/>
                      <a:pt x="173636" y="142244"/>
                    </a:cubicBezTo>
                    <a:cubicBezTo>
                      <a:pt x="208593" y="119905"/>
                      <a:pt x="235581" y="87242"/>
                      <a:pt x="261904" y="55183"/>
                    </a:cubicBezTo>
                    <a:cubicBezTo>
                      <a:pt x="259127" y="44557"/>
                      <a:pt x="253029" y="34776"/>
                      <a:pt x="250131" y="24452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" name="" descr="917b33f3-e054-4c19-a212-2a5aa06dcb5e"/>
              <p:cNvSpPr/>
              <p:nvPr/>
            </p:nvSpPr>
            <p:spPr>
              <a:xfrm>
                <a:off x="4444999" y="5430895"/>
                <a:ext cx="229066" cy="205186"/>
              </a:xfrm>
              <a:custGeom>
                <a:gdLst>
                  <a:gd name="connsiteX0" fmla="*/ 229121 w 229066"/>
                  <a:gd name="connsiteY0" fmla="*/ 177352 h 205186"/>
                  <a:gd name="connsiteX1" fmla="*/ 153592 w 229066"/>
                  <a:gd name="connsiteY1" fmla="*/ 41328 h 205186"/>
                  <a:gd name="connsiteX2" fmla="*/ 52223 w 229066"/>
                  <a:gd name="connsiteY2" fmla="*/ 2748 h 205186"/>
                  <a:gd name="connsiteX3" fmla="*/ 3138 w 229066"/>
                  <a:gd name="connsiteY3" fmla="*/ 103574 h 205186"/>
                  <a:gd name="connsiteX4" fmla="*/ 89232 w 229066"/>
                  <a:gd name="connsiteY4" fmla="*/ 187193 h 205186"/>
                  <a:gd name="connsiteX5" fmla="*/ 211914 w 229066"/>
                  <a:gd name="connsiteY5" fmla="*/ 205306 h 205186"/>
                  <a:gd name="connsiteX6" fmla="*/ 229121 w 229066"/>
                  <a:gd name="connsiteY6" fmla="*/ 177352 h 20518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9066" h="205186">
                    <a:moveTo>
                      <a:pt x="229121" y="177352"/>
                    </a:moveTo>
                    <a:cubicBezTo>
                      <a:pt x="217179" y="125834"/>
                      <a:pt x="191006" y="78706"/>
                      <a:pt x="153592" y="41328"/>
                    </a:cubicBezTo>
                    <a:cubicBezTo>
                      <a:pt x="126725" y="14582"/>
                      <a:pt x="88750" y="-7697"/>
                      <a:pt x="52223" y="2748"/>
                    </a:cubicBezTo>
                    <a:cubicBezTo>
                      <a:pt x="12315" y="14219"/>
                      <a:pt x="-8152" y="63666"/>
                      <a:pt x="3138" y="103574"/>
                    </a:cubicBezTo>
                    <a:cubicBezTo>
                      <a:pt x="14428" y="143482"/>
                      <a:pt x="50290" y="172824"/>
                      <a:pt x="89232" y="187193"/>
                    </a:cubicBezTo>
                    <a:cubicBezTo>
                      <a:pt x="128174" y="201563"/>
                      <a:pt x="170437" y="203374"/>
                      <a:pt x="211914" y="205306"/>
                    </a:cubicBezTo>
                    <a:cubicBezTo>
                      <a:pt x="218495" y="196552"/>
                      <a:pt x="222601" y="185805"/>
                      <a:pt x="229121" y="177352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" name="" descr="5b17986f-28c8-4857-be70-58cc18063b94"/>
              <p:cNvSpPr/>
              <p:nvPr/>
            </p:nvSpPr>
            <p:spPr>
              <a:xfrm>
                <a:off x="4640195" y="5581563"/>
                <a:ext cx="108674" cy="108674"/>
              </a:xfrm>
              <a:custGeom>
                <a:gdLst>
                  <a:gd name="connsiteX0" fmla="*/ 108729 w 108674"/>
                  <a:gd name="connsiteY0" fmla="*/ 54457 h 108674"/>
                  <a:gd name="connsiteX1" fmla="*/ 54392 w 108674"/>
                  <a:gd name="connsiteY1" fmla="*/ 108794 h 108674"/>
                  <a:gd name="connsiteX2" fmla="*/ 54 w 108674"/>
                  <a:gd name="connsiteY2" fmla="*/ 54457 h 108674"/>
                  <a:gd name="connsiteX3" fmla="*/ 54392 w 108674"/>
                  <a:gd name="connsiteY3" fmla="*/ 119 h 108674"/>
                  <a:gd name="connsiteX4" fmla="*/ 108729 w 108674"/>
                  <a:gd name="connsiteY4" fmla="*/ 54457 h 1086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673" h="108673">
                    <a:moveTo>
                      <a:pt x="108729" y="54457"/>
                    </a:moveTo>
                    <a:cubicBezTo>
                      <a:pt x="108729" y="84469"/>
                      <a:pt x="84404" y="108794"/>
                      <a:pt x="54392" y="108794"/>
                    </a:cubicBezTo>
                    <a:cubicBezTo>
                      <a:pt x="24379" y="108794"/>
                      <a:pt x="54" y="84469"/>
                      <a:pt x="54" y="54457"/>
                    </a:cubicBezTo>
                    <a:cubicBezTo>
                      <a:pt x="54" y="24444"/>
                      <a:pt x="24379" y="119"/>
                      <a:pt x="54392" y="119"/>
                    </a:cubicBezTo>
                    <a:cubicBezTo>
                      <a:pt x="84404" y="119"/>
                      <a:pt x="108729" y="24444"/>
                      <a:pt x="108729" y="54457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" name="" descr="32b36e28-1e95-464a-9727-8e2b901d0c5c"/>
              <p:cNvSpPr/>
              <p:nvPr/>
            </p:nvSpPr>
            <p:spPr>
              <a:xfrm>
                <a:off x="4496926" y="5480918"/>
                <a:ext cx="146590" cy="107527"/>
              </a:xfrm>
              <a:custGeom>
                <a:gdLst>
                  <a:gd name="connsiteX0" fmla="*/ 54 w 146590"/>
                  <a:gd name="connsiteY0" fmla="*/ 119 h 107527"/>
                  <a:gd name="connsiteX1" fmla="*/ 77334 w 146590"/>
                  <a:gd name="connsiteY1" fmla="*/ 48419 h 107527"/>
                  <a:gd name="connsiteX2" fmla="*/ 146645 w 146590"/>
                  <a:gd name="connsiteY2" fmla="*/ 107647 h 107527"/>
                  <a:gd name="connsiteX3" fmla="*/ 54 w 146590"/>
                  <a:gd name="connsiteY3" fmla="*/ 119 h 10752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590" h="107527">
                    <a:moveTo>
                      <a:pt x="54" y="119"/>
                    </a:moveTo>
                    <a:cubicBezTo>
                      <a:pt x="27102" y="14060"/>
                      <a:pt x="52949" y="30216"/>
                      <a:pt x="77334" y="48419"/>
                    </a:cubicBezTo>
                    <a:cubicBezTo>
                      <a:pt x="102076" y="66163"/>
                      <a:pt x="125260" y="85978"/>
                      <a:pt x="146645" y="107647"/>
                    </a:cubicBezTo>
                    <a:cubicBezTo>
                      <a:pt x="92754" y="79216"/>
                      <a:pt x="43355" y="42985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" name="" descr="d40ab8ef-b72d-4b7b-ab62-f0db9d38fce6"/>
              <p:cNvSpPr/>
              <p:nvPr/>
            </p:nvSpPr>
            <p:spPr>
              <a:xfrm>
                <a:off x="4461003" y="5655160"/>
                <a:ext cx="170196" cy="60374"/>
              </a:xfrm>
              <a:custGeom>
                <a:gdLst>
                  <a:gd name="connsiteX0" fmla="*/ 54 w 170196"/>
                  <a:gd name="connsiteY0" fmla="*/ 60434 h 60374"/>
                  <a:gd name="connsiteX1" fmla="*/ 84579 w 170196"/>
                  <a:gd name="connsiteY1" fmla="*/ 28556 h 60374"/>
                  <a:gd name="connsiteX2" fmla="*/ 170251 w 170196"/>
                  <a:gd name="connsiteY2" fmla="*/ 119 h 60374"/>
                  <a:gd name="connsiteX3" fmla="*/ 115 w 170196"/>
                  <a:gd name="connsiteY3" fmla="*/ 60494 h 603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0196" h="60374">
                    <a:moveTo>
                      <a:pt x="54" y="60434"/>
                    </a:moveTo>
                    <a:cubicBezTo>
                      <a:pt x="28129" y="48359"/>
                      <a:pt x="56384" y="38759"/>
                      <a:pt x="84579" y="28556"/>
                    </a:cubicBezTo>
                    <a:cubicBezTo>
                      <a:pt x="112774" y="18352"/>
                      <a:pt x="140788" y="8390"/>
                      <a:pt x="170251" y="119"/>
                    </a:cubicBezTo>
                    <a:cubicBezTo>
                      <a:pt x="119663" y="34521"/>
                      <a:pt x="61069" y="55314"/>
                      <a:pt x="115" y="6049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" name="" descr="463d68b3-6e8d-45f9-a8d4-1c46fdbc42a4"/>
              <p:cNvSpPr/>
              <p:nvPr/>
            </p:nvSpPr>
            <p:spPr>
              <a:xfrm>
                <a:off x="4517574" y="5601864"/>
                <a:ext cx="106863" cy="14280"/>
              </a:xfrm>
              <a:custGeom>
                <a:gdLst>
                  <a:gd name="connsiteX0" fmla="*/ 54 w 106863"/>
                  <a:gd name="connsiteY0" fmla="*/ 4572 h 14280"/>
                  <a:gd name="connsiteX1" fmla="*/ 53849 w 106863"/>
                  <a:gd name="connsiteY1" fmla="*/ 526 h 14280"/>
                  <a:gd name="connsiteX2" fmla="*/ 106918 w 106863"/>
                  <a:gd name="connsiteY2" fmla="*/ 9885 h 14280"/>
                  <a:gd name="connsiteX3" fmla="*/ 53124 w 106863"/>
                  <a:gd name="connsiteY3" fmla="*/ 13990 h 14280"/>
                  <a:gd name="connsiteX4" fmla="*/ 54 w 106863"/>
                  <a:gd name="connsiteY4" fmla="*/ 4572 h 1428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863" h="14280">
                    <a:moveTo>
                      <a:pt x="54" y="4572"/>
                    </a:moveTo>
                    <a:cubicBezTo>
                      <a:pt x="17708" y="713"/>
                      <a:pt x="35815" y="-645"/>
                      <a:pt x="53849" y="526"/>
                    </a:cubicBezTo>
                    <a:cubicBezTo>
                      <a:pt x="71888" y="1118"/>
                      <a:pt x="89760" y="4269"/>
                      <a:pt x="106918" y="9885"/>
                    </a:cubicBezTo>
                    <a:cubicBezTo>
                      <a:pt x="89271" y="13791"/>
                      <a:pt x="71158" y="15173"/>
                      <a:pt x="53124" y="13990"/>
                    </a:cubicBezTo>
                    <a:cubicBezTo>
                      <a:pt x="35078" y="13344"/>
                      <a:pt x="17219" y="10174"/>
                      <a:pt x="54" y="457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" name="" descr="e7faffc3-0be6-42c7-95ac-6b8b7882a4c8"/>
              <p:cNvSpPr/>
              <p:nvPr/>
            </p:nvSpPr>
            <p:spPr>
              <a:xfrm>
                <a:off x="4623713" y="5684804"/>
                <a:ext cx="29221" cy="32541"/>
              </a:xfrm>
              <a:custGeom>
                <a:gdLst>
                  <a:gd name="connsiteX0" fmla="*/ 54 w 29221"/>
                  <a:gd name="connsiteY0" fmla="*/ 32661 h 32541"/>
                  <a:gd name="connsiteX1" fmla="*/ 29276 w 29221"/>
                  <a:gd name="connsiteY1" fmla="*/ 119 h 32541"/>
                  <a:gd name="connsiteX2" fmla="*/ 54 w 29221"/>
                  <a:gd name="connsiteY2" fmla="*/ 32661 h 3254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220" h="32541">
                    <a:moveTo>
                      <a:pt x="54" y="32661"/>
                    </a:moveTo>
                    <a:cubicBezTo>
                      <a:pt x="2192" y="16843"/>
                      <a:pt x="13778" y="3941"/>
                      <a:pt x="29276" y="119"/>
                    </a:cubicBezTo>
                    <a:cubicBezTo>
                      <a:pt x="27139" y="15937"/>
                      <a:pt x="15553" y="28839"/>
                      <a:pt x="54" y="3266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" name="" descr="2cf3e4c9-c5ce-487b-8c6d-2738193a29a1"/>
              <p:cNvSpPr/>
              <p:nvPr/>
            </p:nvSpPr>
            <p:spPr>
              <a:xfrm>
                <a:off x="4717781" y="5687883"/>
                <a:ext cx="21015" cy="52646"/>
              </a:xfrm>
              <a:custGeom>
                <a:gdLst>
                  <a:gd name="connsiteX0" fmla="*/ 231 w 21015"/>
                  <a:gd name="connsiteY0" fmla="*/ 361 h 52646"/>
                  <a:gd name="connsiteX1" fmla="*/ 16714 w 21015"/>
                  <a:gd name="connsiteY1" fmla="*/ 24510 h 52646"/>
                  <a:gd name="connsiteX2" fmla="*/ 20699 w 21015"/>
                  <a:gd name="connsiteY2" fmla="*/ 52766 h 52646"/>
                  <a:gd name="connsiteX3" fmla="*/ 352 w 21015"/>
                  <a:gd name="connsiteY3" fmla="*/ 119 h 526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15" h="52646">
                    <a:moveTo>
                      <a:pt x="231" y="361"/>
                    </a:moveTo>
                    <a:cubicBezTo>
                      <a:pt x="7724" y="6845"/>
                      <a:pt x="13405" y="15171"/>
                      <a:pt x="16714" y="24510"/>
                    </a:cubicBezTo>
                    <a:cubicBezTo>
                      <a:pt x="20433" y="33434"/>
                      <a:pt x="21803" y="43160"/>
                      <a:pt x="20699" y="52766"/>
                    </a:cubicBezTo>
                    <a:cubicBezTo>
                      <a:pt x="5967" y="39423"/>
                      <a:pt x="-1580" y="19898"/>
                      <a:pt x="352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" name="" descr="dde5b416-d14c-4d90-9dad-87a5766c17c0"/>
              <p:cNvSpPr/>
              <p:nvPr/>
            </p:nvSpPr>
            <p:spPr>
              <a:xfrm>
                <a:off x="4746998" y="5634492"/>
                <a:ext cx="57899" cy="14499"/>
              </a:xfrm>
              <a:custGeom>
                <a:gdLst>
                  <a:gd name="connsiteX0" fmla="*/ 54 w 57899"/>
                  <a:gd name="connsiteY0" fmla="*/ 3821 h 14499"/>
                  <a:gd name="connsiteX1" fmla="*/ 29819 w 57899"/>
                  <a:gd name="connsiteY1" fmla="*/ 742 h 14499"/>
                  <a:gd name="connsiteX2" fmla="*/ 57954 w 57899"/>
                  <a:gd name="connsiteY2" fmla="*/ 11006 h 14499"/>
                  <a:gd name="connsiteX3" fmla="*/ 54 w 57899"/>
                  <a:gd name="connsiteY3" fmla="*/ 3821 h 1449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899" h="14499">
                    <a:moveTo>
                      <a:pt x="54" y="3821"/>
                    </a:moveTo>
                    <a:cubicBezTo>
                      <a:pt x="9569" y="362"/>
                      <a:pt x="19797" y="-694"/>
                      <a:pt x="29819" y="742"/>
                    </a:cubicBezTo>
                    <a:cubicBezTo>
                      <a:pt x="39908" y="1745"/>
                      <a:pt x="49586" y="5277"/>
                      <a:pt x="57954" y="11006"/>
                    </a:cubicBezTo>
                    <a:cubicBezTo>
                      <a:pt x="38580" y="17672"/>
                      <a:pt x="17213" y="15021"/>
                      <a:pt x="54" y="382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" name="" descr="39b64d5f-f51f-42e1-b27a-158057748984"/>
              <p:cNvSpPr/>
              <p:nvPr/>
            </p:nvSpPr>
            <p:spPr>
              <a:xfrm>
                <a:off x="4723935" y="5538274"/>
                <a:ext cx="38096" cy="47031"/>
              </a:xfrm>
              <a:custGeom>
                <a:gdLst>
                  <a:gd name="connsiteX0" fmla="*/ 54 w 38096"/>
                  <a:gd name="connsiteY0" fmla="*/ 47151 h 47031"/>
                  <a:gd name="connsiteX1" fmla="*/ 14001 w 38096"/>
                  <a:gd name="connsiteY1" fmla="*/ 19379 h 47031"/>
                  <a:gd name="connsiteX2" fmla="*/ 38151 w 38096"/>
                  <a:gd name="connsiteY2" fmla="*/ 119 h 47031"/>
                  <a:gd name="connsiteX3" fmla="*/ 24265 w 38096"/>
                  <a:gd name="connsiteY3" fmla="*/ 27891 h 47031"/>
                  <a:gd name="connsiteX4" fmla="*/ 54 w 38096"/>
                  <a:gd name="connsiteY4" fmla="*/ 47151 h 4703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096" h="47031">
                    <a:moveTo>
                      <a:pt x="54" y="47151"/>
                    </a:moveTo>
                    <a:cubicBezTo>
                      <a:pt x="2415" y="36912"/>
                      <a:pt x="7197" y="27384"/>
                      <a:pt x="14001" y="19379"/>
                    </a:cubicBezTo>
                    <a:cubicBezTo>
                      <a:pt x="20377" y="11101"/>
                      <a:pt x="28666" y="4496"/>
                      <a:pt x="38151" y="119"/>
                    </a:cubicBezTo>
                    <a:cubicBezTo>
                      <a:pt x="35839" y="10365"/>
                      <a:pt x="31075" y="19892"/>
                      <a:pt x="24265" y="27891"/>
                    </a:cubicBezTo>
                    <a:cubicBezTo>
                      <a:pt x="17835" y="36139"/>
                      <a:pt x="9540" y="42738"/>
                      <a:pt x="54" y="4715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" name="" descr="1cca7215-02e3-45e1-b039-628a744b5424"/>
              <p:cNvSpPr/>
              <p:nvPr/>
            </p:nvSpPr>
            <p:spPr>
              <a:xfrm>
                <a:off x="4689329" y="5371337"/>
                <a:ext cx="16658" cy="198814"/>
              </a:xfrm>
              <a:custGeom>
                <a:gdLst>
                  <a:gd name="connsiteX0" fmla="*/ 2119 w 16658"/>
                  <a:gd name="connsiteY0" fmla="*/ 198934 h 198814"/>
                  <a:gd name="connsiteX1" fmla="*/ 1757 w 16658"/>
                  <a:gd name="connsiteY1" fmla="*/ 99074 h 198814"/>
                  <a:gd name="connsiteX2" fmla="*/ 14798 w 16658"/>
                  <a:gd name="connsiteY2" fmla="*/ 119 h 198814"/>
                  <a:gd name="connsiteX3" fmla="*/ 2119 w 16658"/>
                  <a:gd name="connsiteY3" fmla="*/ 198934 h 19881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58" h="198814">
                    <a:moveTo>
                      <a:pt x="2119" y="198934"/>
                    </a:moveTo>
                    <a:cubicBezTo>
                      <a:pt x="-507" y="165703"/>
                      <a:pt x="-628" y="132322"/>
                      <a:pt x="1757" y="99074"/>
                    </a:cubicBezTo>
                    <a:cubicBezTo>
                      <a:pt x="3562" y="65801"/>
                      <a:pt x="7921" y="32722"/>
                      <a:pt x="14798" y="119"/>
                    </a:cubicBezTo>
                    <a:cubicBezTo>
                      <a:pt x="19610" y="66658"/>
                      <a:pt x="15341" y="133542"/>
                      <a:pt x="2119" y="19893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" name="" descr="5c83c1ea-a1bf-40f7-b751-e21b1cf529d2"/>
              <p:cNvSpPr/>
              <p:nvPr/>
            </p:nvSpPr>
            <p:spPr>
              <a:xfrm>
                <a:off x="4633852" y="5511588"/>
                <a:ext cx="25288" cy="61401"/>
              </a:xfrm>
              <a:custGeom>
                <a:gdLst>
                  <a:gd name="connsiteX0" fmla="*/ 59 w 25288"/>
                  <a:gd name="connsiteY0" fmla="*/ 119 h 61401"/>
                  <a:gd name="connsiteX1" fmla="*/ 18896 w 25288"/>
                  <a:gd name="connsiteY1" fmla="*/ 28254 h 61401"/>
                  <a:gd name="connsiteX2" fmla="*/ 25295 w 25288"/>
                  <a:gd name="connsiteY2" fmla="*/ 61520 h 61401"/>
                  <a:gd name="connsiteX3" fmla="*/ 59 w 25288"/>
                  <a:gd name="connsiteY3" fmla="*/ 119 h 6140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88" h="61401">
                    <a:moveTo>
                      <a:pt x="59" y="119"/>
                    </a:moveTo>
                    <a:cubicBezTo>
                      <a:pt x="8336" y="7992"/>
                      <a:pt x="14766" y="17604"/>
                      <a:pt x="18896" y="28254"/>
                    </a:cubicBezTo>
                    <a:cubicBezTo>
                      <a:pt x="23508" y="38717"/>
                      <a:pt x="25700" y="50091"/>
                      <a:pt x="25295" y="61520"/>
                    </a:cubicBezTo>
                    <a:cubicBezTo>
                      <a:pt x="8934" y="45304"/>
                      <a:pt x="-171" y="23158"/>
                      <a:pt x="59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" name="" descr="6e5f1e17-9c7c-43db-bfb7-47f93d382bb7"/>
              <p:cNvSpPr/>
              <p:nvPr/>
            </p:nvSpPr>
            <p:spPr>
              <a:xfrm>
                <a:off x="4651485" y="5706780"/>
                <a:ext cx="35017" cy="161200"/>
              </a:xfrm>
              <a:custGeom>
                <a:gdLst>
                  <a:gd name="connsiteX0" fmla="*/ 35072 w 35017"/>
                  <a:gd name="connsiteY0" fmla="*/ 119 h 161200"/>
                  <a:gd name="connsiteX1" fmla="*/ 24204 w 35017"/>
                  <a:gd name="connsiteY1" fmla="*/ 82169 h 161200"/>
                  <a:gd name="connsiteX2" fmla="*/ 54 w 35017"/>
                  <a:gd name="connsiteY2" fmla="*/ 161320 h 161200"/>
                  <a:gd name="connsiteX3" fmla="*/ 10922 w 35017"/>
                  <a:gd name="connsiteY3" fmla="*/ 79271 h 161200"/>
                  <a:gd name="connsiteX4" fmla="*/ 35072 w 35017"/>
                  <a:gd name="connsiteY4" fmla="*/ 119 h 16120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017" h="161200">
                    <a:moveTo>
                      <a:pt x="35072" y="119"/>
                    </a:moveTo>
                    <a:cubicBezTo>
                      <a:pt x="33991" y="27747"/>
                      <a:pt x="30351" y="55211"/>
                      <a:pt x="24204" y="82169"/>
                    </a:cubicBezTo>
                    <a:cubicBezTo>
                      <a:pt x="18644" y="109247"/>
                      <a:pt x="10560" y="135751"/>
                      <a:pt x="54" y="161320"/>
                    </a:cubicBezTo>
                    <a:cubicBezTo>
                      <a:pt x="1135" y="133693"/>
                      <a:pt x="4776" y="106228"/>
                      <a:pt x="10922" y="79271"/>
                    </a:cubicBezTo>
                    <a:cubicBezTo>
                      <a:pt x="16537" y="52205"/>
                      <a:pt x="24621" y="25712"/>
                      <a:pt x="35072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" name="" descr="5b5cabe4-80de-4869-b7d3-2b44fc1191cd"/>
              <p:cNvSpPr/>
              <p:nvPr/>
            </p:nvSpPr>
            <p:spPr>
              <a:xfrm>
                <a:off x="4759556" y="5674117"/>
                <a:ext cx="129262" cy="118515"/>
              </a:xfrm>
              <a:custGeom>
                <a:gdLst>
                  <a:gd name="connsiteX0" fmla="*/ 54 w 129262"/>
                  <a:gd name="connsiteY0" fmla="*/ 119 h 118515"/>
                  <a:gd name="connsiteX1" fmla="*/ 66467 w 129262"/>
                  <a:gd name="connsiteY1" fmla="*/ 57294 h 118515"/>
                  <a:gd name="connsiteX2" fmla="*/ 129317 w 129262"/>
                  <a:gd name="connsiteY2" fmla="*/ 118635 h 118515"/>
                  <a:gd name="connsiteX3" fmla="*/ 54 w 129262"/>
                  <a:gd name="connsiteY3" fmla="*/ 119 h 11851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9262" h="118515">
                    <a:moveTo>
                      <a:pt x="54" y="119"/>
                    </a:moveTo>
                    <a:cubicBezTo>
                      <a:pt x="23721" y="18232"/>
                      <a:pt x="45094" y="37793"/>
                      <a:pt x="66467" y="57294"/>
                    </a:cubicBezTo>
                    <a:cubicBezTo>
                      <a:pt x="87839" y="76795"/>
                      <a:pt x="109333" y="96598"/>
                      <a:pt x="129317" y="118635"/>
                    </a:cubicBezTo>
                    <a:cubicBezTo>
                      <a:pt x="77328" y="90102"/>
                      <a:pt x="32983" y="49445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" name="" descr="b8a36b45-62b3-4164-b23b-f3a58d3dc8de"/>
              <p:cNvSpPr/>
              <p:nvPr/>
            </p:nvSpPr>
            <p:spPr>
              <a:xfrm>
                <a:off x="4769518" y="5522214"/>
                <a:ext cx="156551" cy="74321"/>
              </a:xfrm>
              <a:custGeom>
                <a:gdLst>
                  <a:gd name="connsiteX0" fmla="*/ 54 w 156551"/>
                  <a:gd name="connsiteY0" fmla="*/ 74441 h 74321"/>
                  <a:gd name="connsiteX1" fmla="*/ 76851 w 156551"/>
                  <a:gd name="connsiteY1" fmla="*/ 34170 h 74321"/>
                  <a:gd name="connsiteX2" fmla="*/ 156606 w 156551"/>
                  <a:gd name="connsiteY2" fmla="*/ 119 h 74321"/>
                  <a:gd name="connsiteX3" fmla="*/ 82587 w 156551"/>
                  <a:gd name="connsiteY3" fmla="*/ 46306 h 74321"/>
                  <a:gd name="connsiteX4" fmla="*/ 54 w 156551"/>
                  <a:gd name="connsiteY4" fmla="*/ 74441 h 7432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551" h="74321">
                    <a:moveTo>
                      <a:pt x="54" y="74441"/>
                    </a:moveTo>
                    <a:cubicBezTo>
                      <a:pt x="24965" y="59739"/>
                      <a:pt x="50594" y="46300"/>
                      <a:pt x="76851" y="34170"/>
                    </a:cubicBezTo>
                    <a:cubicBezTo>
                      <a:pt x="102836" y="21462"/>
                      <a:pt x="129456" y="10099"/>
                      <a:pt x="156606" y="119"/>
                    </a:cubicBezTo>
                    <a:cubicBezTo>
                      <a:pt x="133996" y="18594"/>
                      <a:pt x="109122" y="34116"/>
                      <a:pt x="82587" y="46306"/>
                    </a:cubicBezTo>
                    <a:cubicBezTo>
                      <a:pt x="56360" y="59099"/>
                      <a:pt x="28636" y="68554"/>
                      <a:pt x="54" y="7444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" name="" descr="ebca92ce-5ab4-45f9-a9a8-0092f841d9b7"/>
              <p:cNvSpPr/>
              <p:nvPr/>
            </p:nvSpPr>
            <p:spPr>
              <a:xfrm>
                <a:off x="2679317" y="5531610"/>
                <a:ext cx="1288868" cy="1564413"/>
              </a:xfrm>
              <a:custGeom>
                <a:gdLst>
                  <a:gd name="connsiteX0" fmla="*/ 1281413 w 1288868"/>
                  <a:gd name="connsiteY0" fmla="*/ 1120700 h 1564413"/>
                  <a:gd name="connsiteX1" fmla="*/ 1112786 w 1288868"/>
                  <a:gd name="connsiteY1" fmla="*/ 1408084 h 1564413"/>
                  <a:gd name="connsiteX2" fmla="*/ 540916 w 1288868"/>
                  <a:gd name="connsiteY2" fmla="*/ 1557029 h 1564413"/>
                  <a:gd name="connsiteX3" fmla="*/ 253531 w 1288868"/>
                  <a:gd name="connsiteY3" fmla="*/ 1388402 h 1564413"/>
                  <a:gd name="connsiteX4" fmla="*/ 7564 w 1288868"/>
                  <a:gd name="connsiteY4" fmla="*/ 443958 h 1564413"/>
                  <a:gd name="connsiteX5" fmla="*/ 176191 w 1288868"/>
                  <a:gd name="connsiteY5" fmla="*/ 156574 h 1564413"/>
                  <a:gd name="connsiteX6" fmla="*/ 748062 w 1288868"/>
                  <a:gd name="connsiteY6" fmla="*/ 7629 h 1564413"/>
                  <a:gd name="connsiteX7" fmla="*/ 1035446 w 1288868"/>
                  <a:gd name="connsiteY7" fmla="*/ 176256 h 156441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8868" h="1564413">
                    <a:moveTo>
                      <a:pt x="1281413" y="1120700"/>
                    </a:moveTo>
                    <a:cubicBezTo>
                      <a:pt x="1313798" y="1246581"/>
                      <a:pt x="1238463" y="1374938"/>
                      <a:pt x="1112786" y="1408084"/>
                    </a:cubicBezTo>
                    <a:lnTo>
                      <a:pt x="540916" y="1557029"/>
                    </a:lnTo>
                    <a:cubicBezTo>
                      <a:pt x="415046" y="1589390"/>
                      <a:pt x="286653" y="1514103"/>
                      <a:pt x="253531" y="1388402"/>
                    </a:cubicBezTo>
                    <a:lnTo>
                      <a:pt x="7564" y="443958"/>
                    </a:lnTo>
                    <a:cubicBezTo>
                      <a:pt x="-24821" y="318089"/>
                      <a:pt x="50515" y="189695"/>
                      <a:pt x="176191" y="156574"/>
                    </a:cubicBezTo>
                    <a:lnTo>
                      <a:pt x="748062" y="7629"/>
                    </a:lnTo>
                    <a:cubicBezTo>
                      <a:pt x="873931" y="-24756"/>
                      <a:pt x="1002324" y="50580"/>
                      <a:pt x="1035446" y="176256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" name="" descr="83ad0022-48e0-49e5-9109-6e8bbe553d54"/>
              <p:cNvSpPr/>
              <p:nvPr/>
            </p:nvSpPr>
            <p:spPr>
              <a:xfrm rot="20724000">
                <a:off x="2851714" y="5862619"/>
                <a:ext cx="937017" cy="874348"/>
              </a:xfrm>
              <a:custGeom>
                <a:gdLst>
                  <a:gd name="connsiteX0" fmla="*/ 54 w 937017"/>
                  <a:gd name="connsiteY0" fmla="*/ 119 h 874348"/>
                  <a:gd name="connsiteX1" fmla="*/ 937072 w 937017"/>
                  <a:gd name="connsiteY1" fmla="*/ 119 h 874348"/>
                  <a:gd name="connsiteX2" fmla="*/ 937072 w 937017"/>
                  <a:gd name="connsiteY2" fmla="*/ 874468 h 874348"/>
                  <a:gd name="connsiteX3" fmla="*/ 54 w 937017"/>
                  <a:gd name="connsiteY3" fmla="*/ 874468 h 87434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7017" h="874348">
                    <a:moveTo>
                      <a:pt x="54" y="119"/>
                    </a:moveTo>
                    <a:lnTo>
                      <a:pt x="937072" y="119"/>
                    </a:lnTo>
                    <a:lnTo>
                      <a:pt x="937072" y="874468"/>
                    </a:lnTo>
                    <a:lnTo>
                      <a:pt x="54" y="874468"/>
                    </a:ln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" name="" descr="bff95fc5-7752-49e6-b3b5-c4a535ee055f"/>
              <p:cNvSpPr/>
              <p:nvPr/>
            </p:nvSpPr>
            <p:spPr>
              <a:xfrm>
                <a:off x="3041046" y="6020669"/>
                <a:ext cx="593424" cy="593424"/>
              </a:xfrm>
              <a:custGeom>
                <a:gdLst>
                  <a:gd name="connsiteX0" fmla="*/ 545366 w 593424"/>
                  <a:gd name="connsiteY0" fmla="*/ 133429 h 593424"/>
                  <a:gd name="connsiteX1" fmla="*/ 364966 w 593424"/>
                  <a:gd name="connsiteY1" fmla="*/ 180460 h 593424"/>
                  <a:gd name="connsiteX2" fmla="*/ 317934 w 593424"/>
                  <a:gd name="connsiteY2" fmla="*/ 0 h 593424"/>
                  <a:gd name="connsiteX3" fmla="*/ 133489 w 593424"/>
                  <a:gd name="connsiteY3" fmla="*/ 48059 h 593424"/>
                  <a:gd name="connsiteX4" fmla="*/ 180461 w 593424"/>
                  <a:gd name="connsiteY4" fmla="*/ 228519 h 593424"/>
                  <a:gd name="connsiteX5" fmla="*/ 0 w 593424"/>
                  <a:gd name="connsiteY5" fmla="*/ 275490 h 593424"/>
                  <a:gd name="connsiteX6" fmla="*/ 48058 w 593424"/>
                  <a:gd name="connsiteY6" fmla="*/ 459996 h 593424"/>
                  <a:gd name="connsiteX7" fmla="*/ 228519 w 593424"/>
                  <a:gd name="connsiteY7" fmla="*/ 412964 h 593424"/>
                  <a:gd name="connsiteX8" fmla="*/ 275491 w 593424"/>
                  <a:gd name="connsiteY8" fmla="*/ 593424 h 593424"/>
                  <a:gd name="connsiteX9" fmla="*/ 459996 w 593424"/>
                  <a:gd name="connsiteY9" fmla="*/ 545366 h 593424"/>
                  <a:gd name="connsiteX10" fmla="*/ 412964 w 593424"/>
                  <a:gd name="connsiteY10" fmla="*/ 364906 h 593424"/>
                  <a:gd name="connsiteX11" fmla="*/ 593424 w 593424"/>
                  <a:gd name="connsiteY11" fmla="*/ 317934 h 593424"/>
                  <a:gd name="connsiteX12" fmla="*/ 545366 w 593424"/>
                  <a:gd name="connsiteY12" fmla="*/ 133429 h 59342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93424" h="593424">
                    <a:moveTo>
                      <a:pt x="545366" y="133429"/>
                    </a:moveTo>
                    <a:lnTo>
                      <a:pt x="364966" y="180460"/>
                    </a:lnTo>
                    <a:lnTo>
                      <a:pt x="317934" y="0"/>
                    </a:lnTo>
                    <a:lnTo>
                      <a:pt x="133489" y="48059"/>
                    </a:lnTo>
                    <a:lnTo>
                      <a:pt x="180461" y="228519"/>
                    </a:lnTo>
                    <a:lnTo>
                      <a:pt x="0" y="275490"/>
                    </a:lnTo>
                    <a:lnTo>
                      <a:pt x="48058" y="459996"/>
                    </a:lnTo>
                    <a:lnTo>
                      <a:pt x="228519" y="412964"/>
                    </a:lnTo>
                    <a:lnTo>
                      <a:pt x="275491" y="593424"/>
                    </a:lnTo>
                    <a:lnTo>
                      <a:pt x="459996" y="545366"/>
                    </a:lnTo>
                    <a:lnTo>
                      <a:pt x="412964" y="364906"/>
                    </a:lnTo>
                    <a:lnTo>
                      <a:pt x="593424" y="317934"/>
                    </a:lnTo>
                    <a:lnTo>
                      <a:pt x="545366" y="133429"/>
                    </a:lnTo>
                    <a:close/>
                  </a:path>
                </a:pathLst>
              </a:custGeom>
              <a:solidFill>
                <a:srgbClr val="FF681E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" name="" descr="0b13c366-0076-4dc2-82e7-0f63b8fa7fca"/>
              <p:cNvSpPr/>
              <p:nvPr/>
            </p:nvSpPr>
            <p:spPr>
              <a:xfrm>
                <a:off x="2962137" y="5531610"/>
                <a:ext cx="1006019" cy="1564242"/>
              </a:xfrm>
              <a:custGeom>
                <a:gdLst>
                  <a:gd name="connsiteX0" fmla="*/ 465243 w 1006019"/>
                  <a:gd name="connsiteY0" fmla="*/ 7629 h 1564242"/>
                  <a:gd name="connsiteX1" fmla="*/ 355542 w 1006019"/>
                  <a:gd name="connsiteY1" fmla="*/ 36186 h 1564242"/>
                  <a:gd name="connsiteX2" fmla="*/ 54 w 1006019"/>
                  <a:gd name="connsiteY2" fmla="*/ 1455298 h 1564242"/>
                  <a:gd name="connsiteX3" fmla="*/ 258096 w 1006019"/>
                  <a:gd name="connsiteY3" fmla="*/ 1556908 h 1564242"/>
                  <a:gd name="connsiteX4" fmla="*/ 829967 w 1006019"/>
                  <a:gd name="connsiteY4" fmla="*/ 1407963 h 1564242"/>
                  <a:gd name="connsiteX5" fmla="*/ 998594 w 1006019"/>
                  <a:gd name="connsiteY5" fmla="*/ 1120700 h 1564242"/>
                  <a:gd name="connsiteX6" fmla="*/ 752627 w 1006019"/>
                  <a:gd name="connsiteY6" fmla="*/ 176256 h 1564242"/>
                  <a:gd name="connsiteX7" fmla="*/ 465243 w 1006019"/>
                  <a:gd name="connsiteY7" fmla="*/ 7629 h 156424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19" h="1564242">
                    <a:moveTo>
                      <a:pt x="465243" y="7629"/>
                    </a:moveTo>
                    <a:lnTo>
                      <a:pt x="355542" y="36186"/>
                    </a:lnTo>
                    <a:cubicBezTo>
                      <a:pt x="579774" y="690831"/>
                      <a:pt x="214687" y="1217722"/>
                      <a:pt x="54" y="1455298"/>
                    </a:cubicBezTo>
                    <a:cubicBezTo>
                      <a:pt x="55086" y="1541332"/>
                      <a:pt x="159166" y="1582326"/>
                      <a:pt x="258096" y="1556908"/>
                    </a:cubicBezTo>
                    <a:lnTo>
                      <a:pt x="829967" y="1407963"/>
                    </a:lnTo>
                    <a:cubicBezTo>
                      <a:pt x="955583" y="1374817"/>
                      <a:pt x="1030901" y="1246521"/>
                      <a:pt x="998594" y="1120700"/>
                    </a:cubicBezTo>
                    <a:lnTo>
                      <a:pt x="752627" y="176256"/>
                    </a:lnTo>
                    <a:cubicBezTo>
                      <a:pt x="719505" y="50580"/>
                      <a:pt x="591112" y="-24756"/>
                      <a:pt x="465243" y="7629"/>
                    </a:cubicBezTo>
                    <a:close/>
                  </a:path>
                </a:pathLst>
              </a:custGeom>
              <a:solidFill>
                <a:srgbClr val="FFA400">
                  <a:alpha val="30000"/>
                </a:srgbClr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" name="" descr="7863757d-3310-45be-be88-40627e4d2945"/>
              <p:cNvSpPr/>
              <p:nvPr/>
            </p:nvSpPr>
            <p:spPr>
              <a:xfrm>
                <a:off x="2671928" y="5126502"/>
                <a:ext cx="834140" cy="571552"/>
              </a:xfrm>
              <a:custGeom>
                <a:gdLst>
                  <a:gd name="connsiteX0" fmla="*/ 828384 w 834140"/>
                  <a:gd name="connsiteY0" fmla="*/ 226661 h 571552"/>
                  <a:gd name="connsiteX1" fmla="*/ 697250 w 834140"/>
                  <a:gd name="connsiteY1" fmla="*/ 450048 h 571552"/>
                  <a:gd name="connsiteX2" fmla="*/ 252589 w 834140"/>
                  <a:gd name="connsiteY2" fmla="*/ 565847 h 571552"/>
                  <a:gd name="connsiteX3" fmla="*/ 29202 w 834140"/>
                  <a:gd name="connsiteY3" fmla="*/ 434713 h 571552"/>
                  <a:gd name="connsiteX4" fmla="*/ 5897 w 834140"/>
                  <a:gd name="connsiteY4" fmla="*/ 345117 h 571552"/>
                  <a:gd name="connsiteX5" fmla="*/ 136971 w 834140"/>
                  <a:gd name="connsiteY5" fmla="*/ 121730 h 571552"/>
                  <a:gd name="connsiteX6" fmla="*/ 581330 w 834140"/>
                  <a:gd name="connsiteY6" fmla="*/ 5931 h 571552"/>
                  <a:gd name="connsiteX7" fmla="*/ 804717 w 834140"/>
                  <a:gd name="connsiteY7" fmla="*/ 137065 h 57155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4139" h="571552">
                    <a:moveTo>
                      <a:pt x="828384" y="226661"/>
                    </a:moveTo>
                    <a:cubicBezTo>
                      <a:pt x="853494" y="324510"/>
                      <a:pt x="794924" y="424280"/>
                      <a:pt x="697250" y="450048"/>
                    </a:cubicBezTo>
                    <a:lnTo>
                      <a:pt x="252589" y="565847"/>
                    </a:lnTo>
                    <a:cubicBezTo>
                      <a:pt x="154733" y="590993"/>
                      <a:pt x="54940" y="532411"/>
                      <a:pt x="29202" y="434713"/>
                    </a:cubicBezTo>
                    <a:lnTo>
                      <a:pt x="5897" y="345117"/>
                    </a:lnTo>
                    <a:cubicBezTo>
                      <a:pt x="-19291" y="247279"/>
                      <a:pt x="39278" y="147467"/>
                      <a:pt x="136971" y="121730"/>
                    </a:cubicBezTo>
                    <a:lnTo>
                      <a:pt x="581330" y="5931"/>
                    </a:lnTo>
                    <a:cubicBezTo>
                      <a:pt x="679179" y="-19179"/>
                      <a:pt x="778949" y="39390"/>
                      <a:pt x="804717" y="137065"/>
                    </a:cubicBezTo>
                    <a:close/>
                  </a:path>
                </a:pathLst>
              </a:custGeom>
              <a:solidFill>
                <a:srgbClr val="FF681E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" name="" descr="2904ebee-6539-4440-87e4-259c9fb9caae"/>
              <p:cNvSpPr/>
              <p:nvPr/>
            </p:nvSpPr>
            <p:spPr>
              <a:xfrm>
                <a:off x="2726366" y="5317655"/>
                <a:ext cx="141657" cy="327747"/>
              </a:xfrm>
              <a:custGeom>
                <a:gdLst>
                  <a:gd name="connsiteX0" fmla="*/ 140493 w 141657"/>
                  <a:gd name="connsiteY0" fmla="*/ 280207 h 327747"/>
                  <a:gd name="connsiteX1" fmla="*/ 113264 w 141657"/>
                  <a:gd name="connsiteY1" fmla="*/ 326636 h 327747"/>
                  <a:gd name="connsiteX2" fmla="*/ 113264 w 141657"/>
                  <a:gd name="connsiteY2" fmla="*/ 326636 h 327747"/>
                  <a:gd name="connsiteX3" fmla="*/ 66836 w 141657"/>
                  <a:gd name="connsiteY3" fmla="*/ 299407 h 327747"/>
                  <a:gd name="connsiteX4" fmla="*/ 1269 w 141657"/>
                  <a:gd name="connsiteY4" fmla="*/ 47764 h 327747"/>
                  <a:gd name="connsiteX5" fmla="*/ 28558 w 141657"/>
                  <a:gd name="connsiteY5" fmla="*/ 1336 h 327747"/>
                  <a:gd name="connsiteX6" fmla="*/ 28558 w 141657"/>
                  <a:gd name="connsiteY6" fmla="*/ 1336 h 327747"/>
                  <a:gd name="connsiteX7" fmla="*/ 74926 w 141657"/>
                  <a:gd name="connsiteY7" fmla="*/ 28565 h 3277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1657" h="327747">
                    <a:moveTo>
                      <a:pt x="140493" y="280207"/>
                    </a:moveTo>
                    <a:cubicBezTo>
                      <a:pt x="145740" y="300542"/>
                      <a:pt x="133568" y="321286"/>
                      <a:pt x="113264" y="326636"/>
                    </a:cubicBezTo>
                    <a:lnTo>
                      <a:pt x="113264" y="326636"/>
                    </a:lnTo>
                    <a:cubicBezTo>
                      <a:pt x="92930" y="331912"/>
                      <a:pt x="72155" y="319735"/>
                      <a:pt x="66836" y="299407"/>
                    </a:cubicBezTo>
                    <a:lnTo>
                      <a:pt x="1269" y="47764"/>
                    </a:lnTo>
                    <a:cubicBezTo>
                      <a:pt x="-3972" y="27412"/>
                      <a:pt x="8230" y="6655"/>
                      <a:pt x="28558" y="1336"/>
                    </a:cubicBezTo>
                    <a:lnTo>
                      <a:pt x="28558" y="1336"/>
                    </a:lnTo>
                    <a:cubicBezTo>
                      <a:pt x="48875" y="-3905"/>
                      <a:pt x="69607" y="8267"/>
                      <a:pt x="74926" y="28565"/>
                    </a:cubicBezTo>
                    <a:close/>
                  </a:path>
                </a:pathLst>
              </a:custGeom>
              <a:solidFill>
                <a:srgbClr val="E64B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" name="" descr="8ff31985-8978-4bb4-8eda-03bd3d7cdbef"/>
              <p:cNvSpPr/>
              <p:nvPr/>
            </p:nvSpPr>
            <p:spPr>
              <a:xfrm>
                <a:off x="2871628" y="5279861"/>
                <a:ext cx="141295" cy="327747"/>
              </a:xfrm>
              <a:custGeom>
                <a:gdLst>
                  <a:gd name="connsiteX0" fmla="*/ 140131 w 141295"/>
                  <a:gd name="connsiteY0" fmla="*/ 280207 h 327747"/>
                  <a:gd name="connsiteX1" fmla="*/ 112902 w 141295"/>
                  <a:gd name="connsiteY1" fmla="*/ 326636 h 327747"/>
                  <a:gd name="connsiteX2" fmla="*/ 112902 w 141295"/>
                  <a:gd name="connsiteY2" fmla="*/ 326636 h 327747"/>
                  <a:gd name="connsiteX3" fmla="*/ 66474 w 141295"/>
                  <a:gd name="connsiteY3" fmla="*/ 299407 h 327747"/>
                  <a:gd name="connsiteX4" fmla="*/ 1269 w 141295"/>
                  <a:gd name="connsiteY4" fmla="*/ 47764 h 327747"/>
                  <a:gd name="connsiteX5" fmla="*/ 28558 w 141295"/>
                  <a:gd name="connsiteY5" fmla="*/ 1336 h 327747"/>
                  <a:gd name="connsiteX6" fmla="*/ 28558 w 141295"/>
                  <a:gd name="connsiteY6" fmla="*/ 1336 h 327747"/>
                  <a:gd name="connsiteX7" fmla="*/ 74926 w 141295"/>
                  <a:gd name="connsiteY7" fmla="*/ 28565 h 3277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1295" h="327747">
                    <a:moveTo>
                      <a:pt x="140131" y="280207"/>
                    </a:moveTo>
                    <a:cubicBezTo>
                      <a:pt x="145378" y="300542"/>
                      <a:pt x="133206" y="321286"/>
                      <a:pt x="112902" y="326636"/>
                    </a:cubicBezTo>
                    <a:lnTo>
                      <a:pt x="112902" y="326636"/>
                    </a:lnTo>
                    <a:cubicBezTo>
                      <a:pt x="92568" y="331912"/>
                      <a:pt x="71793" y="319735"/>
                      <a:pt x="66474" y="299407"/>
                    </a:cubicBezTo>
                    <a:lnTo>
                      <a:pt x="1269" y="47764"/>
                    </a:lnTo>
                    <a:cubicBezTo>
                      <a:pt x="-3972" y="27412"/>
                      <a:pt x="8230" y="6655"/>
                      <a:pt x="28558" y="1336"/>
                    </a:cubicBezTo>
                    <a:lnTo>
                      <a:pt x="28558" y="1336"/>
                    </a:lnTo>
                    <a:cubicBezTo>
                      <a:pt x="48875" y="-3905"/>
                      <a:pt x="69607" y="8267"/>
                      <a:pt x="74926" y="28565"/>
                    </a:cubicBezTo>
                    <a:close/>
                  </a:path>
                </a:pathLst>
              </a:custGeom>
              <a:solidFill>
                <a:srgbClr val="E64B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" name="" descr="5605c90d-0fbf-44b7-88ae-8add304ef0d3"/>
              <p:cNvSpPr/>
              <p:nvPr/>
            </p:nvSpPr>
            <p:spPr>
              <a:xfrm>
                <a:off x="3016527" y="5242066"/>
                <a:ext cx="141609" cy="327762"/>
              </a:xfrm>
              <a:custGeom>
                <a:gdLst>
                  <a:gd name="connsiteX0" fmla="*/ 140433 w 141609"/>
                  <a:gd name="connsiteY0" fmla="*/ 280207 h 327762"/>
                  <a:gd name="connsiteX1" fmla="*/ 113204 w 141609"/>
                  <a:gd name="connsiteY1" fmla="*/ 326636 h 327762"/>
                  <a:gd name="connsiteX2" fmla="*/ 113204 w 141609"/>
                  <a:gd name="connsiteY2" fmla="*/ 326636 h 327762"/>
                  <a:gd name="connsiteX3" fmla="*/ 66788 w 141609"/>
                  <a:gd name="connsiteY3" fmla="*/ 299449 h 327762"/>
                  <a:gd name="connsiteX4" fmla="*/ 66776 w 141609"/>
                  <a:gd name="connsiteY4" fmla="*/ 299407 h 327762"/>
                  <a:gd name="connsiteX5" fmla="*/ 1269 w 141609"/>
                  <a:gd name="connsiteY5" fmla="*/ 47764 h 327762"/>
                  <a:gd name="connsiteX6" fmla="*/ 28558 w 141609"/>
                  <a:gd name="connsiteY6" fmla="*/ 1336 h 327762"/>
                  <a:gd name="connsiteX7" fmla="*/ 28558 w 141609"/>
                  <a:gd name="connsiteY7" fmla="*/ 1336 h 327762"/>
                  <a:gd name="connsiteX8" fmla="*/ 74926 w 141609"/>
                  <a:gd name="connsiteY8" fmla="*/ 28565 h 32776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1609" h="327762">
                    <a:moveTo>
                      <a:pt x="140433" y="280207"/>
                    </a:moveTo>
                    <a:cubicBezTo>
                      <a:pt x="145710" y="300542"/>
                      <a:pt x="133532" y="321316"/>
                      <a:pt x="113204" y="326636"/>
                    </a:cubicBezTo>
                    <a:lnTo>
                      <a:pt x="113204" y="326636"/>
                    </a:lnTo>
                    <a:cubicBezTo>
                      <a:pt x="92882" y="331949"/>
                      <a:pt x="72101" y="319777"/>
                      <a:pt x="66788" y="299449"/>
                    </a:cubicBezTo>
                    <a:cubicBezTo>
                      <a:pt x="66782" y="299437"/>
                      <a:pt x="66782" y="299419"/>
                      <a:pt x="66776" y="299407"/>
                    </a:cubicBezTo>
                    <a:lnTo>
                      <a:pt x="1269" y="47764"/>
                    </a:lnTo>
                    <a:cubicBezTo>
                      <a:pt x="-3972" y="27412"/>
                      <a:pt x="8230" y="6655"/>
                      <a:pt x="28558" y="1336"/>
                    </a:cubicBezTo>
                    <a:lnTo>
                      <a:pt x="28558" y="1336"/>
                    </a:lnTo>
                    <a:cubicBezTo>
                      <a:pt x="48875" y="-3905"/>
                      <a:pt x="69607" y="8267"/>
                      <a:pt x="74926" y="28565"/>
                    </a:cubicBezTo>
                    <a:close/>
                  </a:path>
                </a:pathLst>
              </a:custGeom>
              <a:solidFill>
                <a:srgbClr val="E64B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" name="" descr="e5cb6efe-2f67-4045-9e21-ade1c7ceb733"/>
              <p:cNvSpPr/>
              <p:nvPr/>
            </p:nvSpPr>
            <p:spPr>
              <a:xfrm>
                <a:off x="3161411" y="5204300"/>
                <a:ext cx="141805" cy="327733"/>
              </a:xfrm>
              <a:custGeom>
                <a:gdLst>
                  <a:gd name="connsiteX0" fmla="*/ 140629 w 141805"/>
                  <a:gd name="connsiteY0" fmla="*/ 280179 h 327733"/>
                  <a:gd name="connsiteX1" fmla="*/ 113400 w 141805"/>
                  <a:gd name="connsiteY1" fmla="*/ 326607 h 327733"/>
                  <a:gd name="connsiteX2" fmla="*/ 113400 w 141805"/>
                  <a:gd name="connsiteY2" fmla="*/ 326607 h 327733"/>
                  <a:gd name="connsiteX3" fmla="*/ 66984 w 141805"/>
                  <a:gd name="connsiteY3" fmla="*/ 299420 h 327733"/>
                  <a:gd name="connsiteX4" fmla="*/ 66972 w 141805"/>
                  <a:gd name="connsiteY4" fmla="*/ 299378 h 327733"/>
                  <a:gd name="connsiteX5" fmla="*/ 1284 w 141805"/>
                  <a:gd name="connsiteY5" fmla="*/ 47736 h 327733"/>
                  <a:gd name="connsiteX6" fmla="*/ 28513 w 141805"/>
                  <a:gd name="connsiteY6" fmla="*/ 1368 h 327733"/>
                  <a:gd name="connsiteX7" fmla="*/ 28513 w 141805"/>
                  <a:gd name="connsiteY7" fmla="*/ 1368 h 327733"/>
                  <a:gd name="connsiteX8" fmla="*/ 74942 w 141805"/>
                  <a:gd name="connsiteY8" fmla="*/ 28537 h 327733"/>
                  <a:gd name="connsiteX9" fmla="*/ 74942 w 141805"/>
                  <a:gd name="connsiteY9" fmla="*/ 28537 h 32773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05" h="327733">
                    <a:moveTo>
                      <a:pt x="140629" y="280179"/>
                    </a:moveTo>
                    <a:cubicBezTo>
                      <a:pt x="145906" y="300513"/>
                      <a:pt x="133729" y="321288"/>
                      <a:pt x="113400" y="326607"/>
                    </a:cubicBezTo>
                    <a:lnTo>
                      <a:pt x="113400" y="326607"/>
                    </a:lnTo>
                    <a:cubicBezTo>
                      <a:pt x="93078" y="331920"/>
                      <a:pt x="72297" y="319749"/>
                      <a:pt x="66984" y="299420"/>
                    </a:cubicBezTo>
                    <a:cubicBezTo>
                      <a:pt x="66978" y="299408"/>
                      <a:pt x="66978" y="299390"/>
                      <a:pt x="66972" y="299378"/>
                    </a:cubicBezTo>
                    <a:lnTo>
                      <a:pt x="1284" y="47736"/>
                    </a:lnTo>
                    <a:cubicBezTo>
                      <a:pt x="-3992" y="27413"/>
                      <a:pt x="8197" y="6657"/>
                      <a:pt x="28513" y="1368"/>
                    </a:cubicBezTo>
                    <a:lnTo>
                      <a:pt x="28513" y="1368"/>
                    </a:lnTo>
                    <a:cubicBezTo>
                      <a:pt x="48836" y="-3951"/>
                      <a:pt x="69623" y="8214"/>
                      <a:pt x="74942" y="28537"/>
                    </a:cubicBezTo>
                    <a:cubicBezTo>
                      <a:pt x="74942" y="28537"/>
                      <a:pt x="74942" y="28537"/>
                      <a:pt x="74942" y="28537"/>
                    </a:cubicBezTo>
                    <a:close/>
                  </a:path>
                </a:pathLst>
              </a:custGeom>
              <a:solidFill>
                <a:srgbClr val="E64B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" name="" descr="21f294c2-4c34-47e0-b3d2-0f45d77c79de"/>
              <p:cNvSpPr/>
              <p:nvPr/>
            </p:nvSpPr>
            <p:spPr>
              <a:xfrm>
                <a:off x="3306626" y="5166508"/>
                <a:ext cx="141671" cy="327730"/>
              </a:xfrm>
              <a:custGeom>
                <a:gdLst>
                  <a:gd name="connsiteX0" fmla="*/ 140495 w 141671"/>
                  <a:gd name="connsiteY0" fmla="*/ 280176 h 327730"/>
                  <a:gd name="connsiteX1" fmla="*/ 113266 w 141671"/>
                  <a:gd name="connsiteY1" fmla="*/ 326604 h 327730"/>
                  <a:gd name="connsiteX2" fmla="*/ 113266 w 141671"/>
                  <a:gd name="connsiteY2" fmla="*/ 326604 h 327730"/>
                  <a:gd name="connsiteX3" fmla="*/ 66850 w 141671"/>
                  <a:gd name="connsiteY3" fmla="*/ 299418 h 327730"/>
                  <a:gd name="connsiteX4" fmla="*/ 66838 w 141671"/>
                  <a:gd name="connsiteY4" fmla="*/ 299375 h 327730"/>
                  <a:gd name="connsiteX5" fmla="*/ 1271 w 141671"/>
                  <a:gd name="connsiteY5" fmla="*/ 47733 h 327730"/>
                  <a:gd name="connsiteX6" fmla="*/ 28500 w 141671"/>
                  <a:gd name="connsiteY6" fmla="*/ 1365 h 327730"/>
                  <a:gd name="connsiteX7" fmla="*/ 28500 w 141671"/>
                  <a:gd name="connsiteY7" fmla="*/ 1365 h 327730"/>
                  <a:gd name="connsiteX8" fmla="*/ 74916 w 141671"/>
                  <a:gd name="connsiteY8" fmla="*/ 28552 h 327730"/>
                  <a:gd name="connsiteX9" fmla="*/ 74928 w 141671"/>
                  <a:gd name="connsiteY9" fmla="*/ 28594 h 32773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671" h="327730">
                    <a:moveTo>
                      <a:pt x="140495" y="280176"/>
                    </a:moveTo>
                    <a:cubicBezTo>
                      <a:pt x="145772" y="300510"/>
                      <a:pt x="133595" y="321285"/>
                      <a:pt x="113266" y="326604"/>
                    </a:cubicBezTo>
                    <a:lnTo>
                      <a:pt x="113266" y="326604"/>
                    </a:lnTo>
                    <a:cubicBezTo>
                      <a:pt x="92944" y="331917"/>
                      <a:pt x="72163" y="319746"/>
                      <a:pt x="66850" y="299418"/>
                    </a:cubicBezTo>
                    <a:cubicBezTo>
                      <a:pt x="66844" y="299405"/>
                      <a:pt x="66844" y="299387"/>
                      <a:pt x="66838" y="299375"/>
                    </a:cubicBezTo>
                    <a:lnTo>
                      <a:pt x="1271" y="47733"/>
                    </a:lnTo>
                    <a:cubicBezTo>
                      <a:pt x="-3969" y="27417"/>
                      <a:pt x="8202" y="6684"/>
                      <a:pt x="28500" y="1365"/>
                    </a:cubicBezTo>
                    <a:lnTo>
                      <a:pt x="28500" y="1365"/>
                    </a:lnTo>
                    <a:cubicBezTo>
                      <a:pt x="48822" y="-3948"/>
                      <a:pt x="69603" y="8223"/>
                      <a:pt x="74916" y="28552"/>
                    </a:cubicBezTo>
                    <a:cubicBezTo>
                      <a:pt x="74922" y="28564"/>
                      <a:pt x="74922" y="28582"/>
                      <a:pt x="74928" y="28594"/>
                    </a:cubicBezTo>
                    <a:close/>
                  </a:path>
                </a:pathLst>
              </a:custGeom>
              <a:solidFill>
                <a:srgbClr val="E64B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" name="" descr="8109a218-ec7a-4884-b4ad-12a34e8275ce"/>
              <p:cNvSpPr/>
              <p:nvPr/>
            </p:nvSpPr>
            <p:spPr>
              <a:xfrm>
                <a:off x="2748711" y="5126694"/>
                <a:ext cx="757357" cy="571363"/>
              </a:xfrm>
              <a:custGeom>
                <a:gdLst>
                  <a:gd name="connsiteX0" fmla="*/ 531293 w 757357"/>
                  <a:gd name="connsiteY0" fmla="*/ 1150 h 571363"/>
                  <a:gd name="connsiteX1" fmla="*/ 579049 w 757357"/>
                  <a:gd name="connsiteY1" fmla="*/ 83984 h 571363"/>
                  <a:gd name="connsiteX2" fmla="*/ 602414 w 757357"/>
                  <a:gd name="connsiteY2" fmla="*/ 173581 h 571363"/>
                  <a:gd name="connsiteX3" fmla="*/ 471280 w 757357"/>
                  <a:gd name="connsiteY3" fmla="*/ 396968 h 571363"/>
                  <a:gd name="connsiteX4" fmla="*/ 26619 w 757357"/>
                  <a:gd name="connsiteY4" fmla="*/ 512767 h 571363"/>
                  <a:gd name="connsiteX5" fmla="*/ 54 w 757357"/>
                  <a:gd name="connsiteY5" fmla="*/ 517416 h 571363"/>
                  <a:gd name="connsiteX6" fmla="*/ 175806 w 757357"/>
                  <a:gd name="connsiteY6" fmla="*/ 565716 h 571363"/>
                  <a:gd name="connsiteX7" fmla="*/ 620466 w 757357"/>
                  <a:gd name="connsiteY7" fmla="*/ 449917 h 571363"/>
                  <a:gd name="connsiteX8" fmla="*/ 751601 w 757357"/>
                  <a:gd name="connsiteY8" fmla="*/ 226530 h 571363"/>
                  <a:gd name="connsiteX9" fmla="*/ 728235 w 757357"/>
                  <a:gd name="connsiteY9" fmla="*/ 136994 h 571363"/>
                  <a:gd name="connsiteX10" fmla="*/ 531293 w 757357"/>
                  <a:gd name="connsiteY10" fmla="*/ 1150 h 57136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7357" h="571363">
                    <a:moveTo>
                      <a:pt x="531293" y="1150"/>
                    </a:moveTo>
                    <a:cubicBezTo>
                      <a:pt x="554368" y="23966"/>
                      <a:pt x="570862" y="52584"/>
                      <a:pt x="579049" y="83984"/>
                    </a:cubicBezTo>
                    <a:lnTo>
                      <a:pt x="602414" y="173581"/>
                    </a:lnTo>
                    <a:cubicBezTo>
                      <a:pt x="627488" y="271424"/>
                      <a:pt x="568937" y="371170"/>
                      <a:pt x="471280" y="396968"/>
                    </a:cubicBezTo>
                    <a:lnTo>
                      <a:pt x="26619" y="512767"/>
                    </a:lnTo>
                    <a:cubicBezTo>
                      <a:pt x="17889" y="514959"/>
                      <a:pt x="9008" y="516510"/>
                      <a:pt x="54" y="517416"/>
                    </a:cubicBezTo>
                    <a:cubicBezTo>
                      <a:pt x="45945" y="563512"/>
                      <a:pt x="112804" y="581884"/>
                      <a:pt x="175806" y="565716"/>
                    </a:cubicBezTo>
                    <a:lnTo>
                      <a:pt x="620466" y="449917"/>
                    </a:lnTo>
                    <a:cubicBezTo>
                      <a:pt x="718141" y="424149"/>
                      <a:pt x="776711" y="324379"/>
                      <a:pt x="751601" y="226530"/>
                    </a:cubicBezTo>
                    <a:lnTo>
                      <a:pt x="728235" y="136994"/>
                    </a:lnTo>
                    <a:cubicBezTo>
                      <a:pt x="705130" y="49299"/>
                      <a:pt x="621475" y="-8401"/>
                      <a:pt x="531293" y="1150"/>
                    </a:cubicBezTo>
                    <a:close/>
                  </a:path>
                </a:pathLst>
              </a:custGeom>
              <a:solidFill>
                <a:srgbClr val="FF681E">
                  <a:alpha val="30000"/>
                </a:srgbClr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8" name="" descr="6dc41120-97b6-496a-bedc-8837cd56d1d2"/>
              <p:cNvSpPr/>
              <p:nvPr/>
            </p:nvSpPr>
            <p:spPr>
              <a:xfrm>
                <a:off x="4042707" y="6469858"/>
                <a:ext cx="60226" cy="84947"/>
              </a:xfrm>
              <a:custGeom>
                <a:gdLst>
                  <a:gd name="connsiteX0" fmla="*/ 35211 w 60226"/>
                  <a:gd name="connsiteY0" fmla="*/ 85067 h 84947"/>
                  <a:gd name="connsiteX1" fmla="*/ 193 w 60226"/>
                  <a:gd name="connsiteY1" fmla="*/ 44555 h 84947"/>
                  <a:gd name="connsiteX2" fmla="*/ 26879 w 60226"/>
                  <a:gd name="connsiteY2" fmla="*/ 119 h 84947"/>
                  <a:gd name="connsiteX3" fmla="*/ 60266 w 60226"/>
                  <a:gd name="connsiteY3" fmla="*/ 30307 h 84947"/>
                  <a:gd name="connsiteX4" fmla="*/ 35211 w 60226"/>
                  <a:gd name="connsiteY4" fmla="*/ 85067 h 849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226" h="84947">
                    <a:moveTo>
                      <a:pt x="35211" y="85067"/>
                    </a:moveTo>
                    <a:cubicBezTo>
                      <a:pt x="13415" y="60554"/>
                      <a:pt x="-1557" y="49687"/>
                      <a:pt x="193" y="44555"/>
                    </a:cubicBezTo>
                    <a:cubicBezTo>
                      <a:pt x="5688" y="28556"/>
                      <a:pt x="17521" y="14730"/>
                      <a:pt x="26879" y="119"/>
                    </a:cubicBezTo>
                    <a:cubicBezTo>
                      <a:pt x="38954" y="10142"/>
                      <a:pt x="60930" y="21009"/>
                      <a:pt x="60266" y="30307"/>
                    </a:cubicBezTo>
                    <a:cubicBezTo>
                      <a:pt x="58938" y="48238"/>
                      <a:pt x="44931" y="65445"/>
                      <a:pt x="35211" y="85067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9" name="" descr="3998baae-5c2f-444c-b306-80266a7a5ebb"/>
              <p:cNvSpPr/>
              <p:nvPr/>
            </p:nvSpPr>
            <p:spPr>
              <a:xfrm>
                <a:off x="4589480" y="6265545"/>
                <a:ext cx="73536" cy="56023"/>
              </a:xfrm>
              <a:custGeom>
                <a:gdLst>
                  <a:gd name="connsiteX0" fmla="*/ 28249 w 73536"/>
                  <a:gd name="connsiteY0" fmla="*/ 55970 h 56023"/>
                  <a:gd name="connsiteX1" fmla="*/ 73591 w 73536"/>
                  <a:gd name="connsiteY1" fmla="*/ 23730 h 56023"/>
                  <a:gd name="connsiteX2" fmla="*/ 38694 w 73536"/>
                  <a:gd name="connsiteY2" fmla="*/ 365 h 56023"/>
                  <a:gd name="connsiteX3" fmla="*/ 54 w 73536"/>
                  <a:gd name="connsiteY3" fmla="*/ 31458 h 56023"/>
                  <a:gd name="connsiteX4" fmla="*/ 28249 w 73536"/>
                  <a:gd name="connsiteY4" fmla="*/ 55970 h 5602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36" h="56023">
                    <a:moveTo>
                      <a:pt x="28249" y="55970"/>
                    </a:moveTo>
                    <a:cubicBezTo>
                      <a:pt x="44430" y="49933"/>
                      <a:pt x="57652" y="35805"/>
                      <a:pt x="73591" y="23730"/>
                    </a:cubicBezTo>
                    <a:cubicBezTo>
                      <a:pt x="54935" y="10809"/>
                      <a:pt x="42920" y="-1809"/>
                      <a:pt x="38694" y="365"/>
                    </a:cubicBezTo>
                    <a:cubicBezTo>
                      <a:pt x="24325" y="7912"/>
                      <a:pt x="12733" y="20711"/>
                      <a:pt x="54" y="31458"/>
                    </a:cubicBezTo>
                    <a:cubicBezTo>
                      <a:pt x="9654" y="40212"/>
                      <a:pt x="22695" y="58083"/>
                      <a:pt x="28249" y="55970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0" name="" descr="19730662-7006-4bcd-982b-2bdea24e8b08"/>
              <p:cNvSpPr/>
              <p:nvPr/>
            </p:nvSpPr>
            <p:spPr>
              <a:xfrm>
                <a:off x="4144095" y="6678755"/>
                <a:ext cx="62065" cy="60384"/>
              </a:xfrm>
              <a:custGeom>
                <a:gdLst>
                  <a:gd name="connsiteX0" fmla="*/ 38936 w 62065"/>
                  <a:gd name="connsiteY0" fmla="*/ 119 h 60384"/>
                  <a:gd name="connsiteX1" fmla="*/ 54 w 62065"/>
                  <a:gd name="connsiteY1" fmla="*/ 41114 h 60384"/>
                  <a:gd name="connsiteX2" fmla="*/ 22272 w 62065"/>
                  <a:gd name="connsiteY2" fmla="*/ 60373 h 60384"/>
                  <a:gd name="connsiteX3" fmla="*/ 62120 w 62065"/>
                  <a:gd name="connsiteY3" fmla="*/ 34774 h 6038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065" h="60384">
                    <a:moveTo>
                      <a:pt x="38936" y="119"/>
                    </a:moveTo>
                    <a:lnTo>
                      <a:pt x="54" y="41114"/>
                    </a:lnTo>
                    <a:cubicBezTo>
                      <a:pt x="7662" y="47936"/>
                      <a:pt x="18167" y="62003"/>
                      <a:pt x="22272" y="60373"/>
                    </a:cubicBezTo>
                    <a:cubicBezTo>
                      <a:pt x="36762" y="54879"/>
                      <a:pt x="49018" y="43710"/>
                      <a:pt x="62120" y="34774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2" name="" descr="e9bfe5fc-99a4-4e37-bf87-a78382252c1d"/>
              <p:cNvSpPr/>
              <p:nvPr/>
            </p:nvSpPr>
            <p:spPr>
              <a:xfrm>
                <a:off x="4053170" y="6677125"/>
                <a:ext cx="24813" cy="25840"/>
              </a:xfrm>
              <a:custGeom>
                <a:gdLst>
                  <a:gd name="connsiteX0" fmla="*/ 12129 w 24813"/>
                  <a:gd name="connsiteY0" fmla="*/ 119 h 25840"/>
                  <a:gd name="connsiteX1" fmla="*/ 54 w 24813"/>
                  <a:gd name="connsiteY1" fmla="*/ 12737 h 25840"/>
                  <a:gd name="connsiteX2" fmla="*/ 11646 w 24813"/>
                  <a:gd name="connsiteY2" fmla="*/ 25959 h 25840"/>
                  <a:gd name="connsiteX3" fmla="*/ 24868 w 24813"/>
                  <a:gd name="connsiteY3" fmla="*/ 13462 h 2584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813" h="25840">
                    <a:moveTo>
                      <a:pt x="12129" y="119"/>
                    </a:moveTo>
                    <a:cubicBezTo>
                      <a:pt x="7722" y="4345"/>
                      <a:pt x="54" y="8390"/>
                      <a:pt x="54" y="12737"/>
                    </a:cubicBezTo>
                    <a:cubicBezTo>
                      <a:pt x="54" y="17084"/>
                      <a:pt x="7480" y="21552"/>
                      <a:pt x="11646" y="25959"/>
                    </a:cubicBezTo>
                    <a:lnTo>
                      <a:pt x="24868" y="13462"/>
                    </a:ln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9" name="" descr="c85bdec7-5bbd-412a-8fc9-f00004719130"/>
              <p:cNvSpPr/>
              <p:nvPr/>
            </p:nvSpPr>
            <p:spPr>
              <a:xfrm>
                <a:off x="4159113" y="6665053"/>
                <a:ext cx="635751" cy="192947"/>
              </a:xfrm>
              <a:custGeom>
                <a:gdLst>
                  <a:gd name="connsiteX0" fmla="*/ 611389 w 635751"/>
                  <a:gd name="connsiteY0" fmla="*/ 179188 h 192947"/>
                  <a:gd name="connsiteX1" fmla="*/ 633002 w 635751"/>
                  <a:gd name="connsiteY1" fmla="*/ 189135 h 192947"/>
                  <a:gd name="connsiteX2" fmla="*/ 635751 w 635751"/>
                  <a:gd name="connsiteY2" fmla="*/ 192947 h 192947"/>
                  <a:gd name="connsiteX3" fmla="*/ 582231 w 635751"/>
                  <a:gd name="connsiteY3" fmla="*/ 192947 h 192947"/>
                  <a:gd name="connsiteX4" fmla="*/ 588315 w 635751"/>
                  <a:gd name="connsiteY4" fmla="*/ 186448 h 192947"/>
                  <a:gd name="connsiteX5" fmla="*/ 611389 w 635751"/>
                  <a:gd name="connsiteY5" fmla="*/ 179188 h 192947"/>
                  <a:gd name="connsiteX6" fmla="*/ 245172 w 635751"/>
                  <a:gd name="connsiteY6" fmla="*/ 4 h 192947"/>
                  <a:gd name="connsiteX7" fmla="*/ 285342 w 635751"/>
                  <a:gd name="connsiteY7" fmla="*/ 8146 h 192947"/>
                  <a:gd name="connsiteX8" fmla="*/ 386530 w 635751"/>
                  <a:gd name="connsiteY8" fmla="*/ 172607 h 192947"/>
                  <a:gd name="connsiteX9" fmla="*/ 383099 w 635751"/>
                  <a:gd name="connsiteY9" fmla="*/ 192947 h 192947"/>
                  <a:gd name="connsiteX10" fmla="*/ 0 w 635751"/>
                  <a:gd name="connsiteY10" fmla="*/ 192947 h 192947"/>
                  <a:gd name="connsiteX11" fmla="*/ 4720 w 635751"/>
                  <a:gd name="connsiteY11" fmla="*/ 185747 h 192947"/>
                  <a:gd name="connsiteX12" fmla="*/ 100957 w 635751"/>
                  <a:gd name="connsiteY12" fmla="*/ 24991 h 192947"/>
                  <a:gd name="connsiteX13" fmla="*/ 245172 w 635751"/>
                  <a:gd name="connsiteY13" fmla="*/ 4 h 1929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35751" h="192947">
                    <a:moveTo>
                      <a:pt x="611389" y="179188"/>
                    </a:moveTo>
                    <a:cubicBezTo>
                      <a:pt x="618894" y="179671"/>
                      <a:pt x="626156" y="183022"/>
                      <a:pt x="633002" y="189135"/>
                    </a:cubicBezTo>
                    <a:lnTo>
                      <a:pt x="635751" y="192947"/>
                    </a:lnTo>
                    <a:lnTo>
                      <a:pt x="582231" y="192947"/>
                    </a:lnTo>
                    <a:lnTo>
                      <a:pt x="588315" y="186448"/>
                    </a:lnTo>
                    <a:cubicBezTo>
                      <a:pt x="596135" y="181090"/>
                      <a:pt x="603884" y="178705"/>
                      <a:pt x="611389" y="179188"/>
                    </a:cubicBezTo>
                    <a:close/>
                    <a:moveTo>
                      <a:pt x="245172" y="4"/>
                    </a:moveTo>
                    <a:cubicBezTo>
                      <a:pt x="259815" y="109"/>
                      <a:pt x="273403" y="2410"/>
                      <a:pt x="285342" y="8146"/>
                    </a:cubicBezTo>
                    <a:cubicBezTo>
                      <a:pt x="339015" y="33745"/>
                      <a:pt x="410318" y="95448"/>
                      <a:pt x="386530" y="172607"/>
                    </a:cubicBezTo>
                    <a:lnTo>
                      <a:pt x="383099" y="192947"/>
                    </a:lnTo>
                    <a:lnTo>
                      <a:pt x="0" y="192947"/>
                    </a:lnTo>
                    <a:lnTo>
                      <a:pt x="4720" y="185747"/>
                    </a:lnTo>
                    <a:cubicBezTo>
                      <a:pt x="45065" y="135779"/>
                      <a:pt x="89909" y="88988"/>
                      <a:pt x="100957" y="24991"/>
                    </a:cubicBezTo>
                    <a:cubicBezTo>
                      <a:pt x="147823" y="19150"/>
                      <a:pt x="201244" y="-311"/>
                      <a:pt x="245172" y="4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8" name="" descr="ed07f3e3-93cf-465c-a532-7a5daf7615fc"/>
              <p:cNvSpPr/>
              <p:nvPr/>
            </p:nvSpPr>
            <p:spPr>
              <a:xfrm>
                <a:off x="4266958" y="5976777"/>
                <a:ext cx="12074" cy="12618"/>
              </a:xfrm>
              <a:custGeom>
                <a:gdLst>
                  <a:gd name="connsiteX0" fmla="*/ 12129 w 12074"/>
                  <a:gd name="connsiteY0" fmla="*/ 119 h 12618"/>
                  <a:gd name="connsiteX1" fmla="*/ 54 w 12074"/>
                  <a:gd name="connsiteY1" fmla="*/ 12737 h 12618"/>
                  <a:gd name="connsiteX2" fmla="*/ 5609 w 12074"/>
                  <a:gd name="connsiteY2" fmla="*/ 11409 h 12618"/>
                  <a:gd name="connsiteX3" fmla="*/ 12129 w 12074"/>
                  <a:gd name="connsiteY3" fmla="*/ 119 h 1261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74" h="12618">
                    <a:moveTo>
                      <a:pt x="12129" y="119"/>
                    </a:moveTo>
                    <a:lnTo>
                      <a:pt x="54" y="12737"/>
                    </a:lnTo>
                    <a:cubicBezTo>
                      <a:pt x="1956" y="12550"/>
                      <a:pt x="3828" y="12103"/>
                      <a:pt x="5609" y="11409"/>
                    </a:cubicBezTo>
                    <a:cubicBezTo>
                      <a:pt x="8930" y="9900"/>
                      <a:pt x="10077" y="4044"/>
                      <a:pt x="12129" y="119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9" name="" descr="6e68b862-a10e-433a-9c85-33ec2e6f4293"/>
              <p:cNvSpPr/>
              <p:nvPr/>
            </p:nvSpPr>
            <p:spPr>
              <a:xfrm>
                <a:off x="4251079" y="5989395"/>
                <a:ext cx="15999" cy="7607"/>
              </a:xfrm>
              <a:custGeom>
                <a:gdLst>
                  <a:gd name="connsiteX0" fmla="*/ 16054 w 15999"/>
                  <a:gd name="connsiteY0" fmla="*/ 119 h 7607"/>
                  <a:gd name="connsiteX1" fmla="*/ 3979 w 15999"/>
                  <a:gd name="connsiteY1" fmla="*/ 1689 h 7607"/>
                  <a:gd name="connsiteX2" fmla="*/ 54 w 15999"/>
                  <a:gd name="connsiteY2" fmla="*/ 7726 h 7607"/>
                  <a:gd name="connsiteX3" fmla="*/ 9352 w 15999"/>
                  <a:gd name="connsiteY3" fmla="*/ 7123 h 760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99" h="7607">
                    <a:moveTo>
                      <a:pt x="16054" y="119"/>
                    </a:moveTo>
                    <a:cubicBezTo>
                      <a:pt x="12129" y="844"/>
                      <a:pt x="8024" y="1146"/>
                      <a:pt x="3979" y="1689"/>
                    </a:cubicBezTo>
                    <a:cubicBezTo>
                      <a:pt x="2650" y="3742"/>
                      <a:pt x="1322" y="5734"/>
                      <a:pt x="54" y="7726"/>
                    </a:cubicBezTo>
                    <a:cubicBezTo>
                      <a:pt x="3194" y="7726"/>
                      <a:pt x="6092" y="7183"/>
                      <a:pt x="9352" y="7123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282" name="" descr="e3b223ec-5aec-42fd-9366-60d81a5fe82b"/>
            <p:cNvSpPr/>
            <p:nvPr/>
          </p:nvSpPr>
          <p:spPr>
            <a:xfrm>
              <a:off x="58" y="0"/>
              <a:ext cx="12191943" cy="3309090"/>
            </a:xfrm>
            <a:custGeom>
              <a:gdLst>
                <a:gd name="connsiteX0" fmla="*/ 1805 w 12191943"/>
                <a:gd name="connsiteY0" fmla="*/ 0 h 3309090"/>
                <a:gd name="connsiteX1" fmla="*/ 12191943 w 12191943"/>
                <a:gd name="connsiteY1" fmla="*/ 0 h 3309090"/>
                <a:gd name="connsiteX2" fmla="*/ 12191943 w 12191943"/>
                <a:gd name="connsiteY2" fmla="*/ 1956862 h 3309090"/>
                <a:gd name="connsiteX3" fmla="*/ 12187598 w 12191943"/>
                <a:gd name="connsiteY3" fmla="*/ 1957196 h 3309090"/>
                <a:gd name="connsiteX4" fmla="*/ 11606385 w 12191943"/>
                <a:gd name="connsiteY4" fmla="*/ 2153312 h 3309090"/>
                <a:gd name="connsiteX5" fmla="*/ 10230775 w 12191943"/>
                <a:gd name="connsiteY5" fmla="*/ 3258172 h 3309090"/>
                <a:gd name="connsiteX6" fmla="*/ 8975771 w 12191943"/>
                <a:gd name="connsiteY6" fmla="*/ 2810191 h 3309090"/>
                <a:gd name="connsiteX7" fmla="*/ 8697867 w 12191943"/>
                <a:gd name="connsiteY7" fmla="*/ 2120408 h 3309090"/>
                <a:gd name="connsiteX8" fmla="*/ 7626195 w 12191943"/>
                <a:gd name="connsiteY8" fmla="*/ 1429840 h 3309090"/>
                <a:gd name="connsiteX9" fmla="*/ 6443427 w 12191943"/>
                <a:gd name="connsiteY9" fmla="*/ 1270330 h 3309090"/>
                <a:gd name="connsiteX10" fmla="*/ 6172159 w 12191943"/>
                <a:gd name="connsiteY10" fmla="*/ 695139 h 3309090"/>
                <a:gd name="connsiteX11" fmla="*/ 5436334 w 12191943"/>
                <a:gd name="connsiteY11" fmla="*/ 344964 h 3309090"/>
                <a:gd name="connsiteX12" fmla="*/ 4193199 w 12191943"/>
                <a:gd name="connsiteY12" fmla="*/ 1548175 h 3309090"/>
                <a:gd name="connsiteX13" fmla="*/ 3829466 w 12191943"/>
                <a:gd name="connsiteY13" fmla="*/ 2246108 h 3309090"/>
                <a:gd name="connsiteX14" fmla="*/ 3114317 w 12191943"/>
                <a:gd name="connsiteY14" fmla="*/ 2520995 h 3309090"/>
                <a:gd name="connsiteX15" fmla="*/ 2686006 w 12191943"/>
                <a:gd name="connsiteY15" fmla="*/ 1895995 h 3309090"/>
                <a:gd name="connsiteX16" fmla="*/ 2586649 w 12191943"/>
                <a:gd name="connsiteY16" fmla="*/ 1117944 h 3309090"/>
                <a:gd name="connsiteX17" fmla="*/ 1334261 w 12191943"/>
                <a:gd name="connsiteY17" fmla="*/ 428523 h 3309090"/>
                <a:gd name="connsiteX18" fmla="*/ 0 w 12191943"/>
                <a:gd name="connsiteY18" fmla="*/ 1127483 h 3309090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91943" h="3309090">
                  <a:moveTo>
                    <a:pt x="1805" y="0"/>
                  </a:moveTo>
                  <a:lnTo>
                    <a:pt x="12191943" y="0"/>
                  </a:lnTo>
                  <a:lnTo>
                    <a:pt x="12191943" y="1956862"/>
                  </a:lnTo>
                  <a:lnTo>
                    <a:pt x="12187598" y="1957196"/>
                  </a:lnTo>
                  <a:cubicBezTo>
                    <a:pt x="11982517" y="1981475"/>
                    <a:pt x="11783944" y="2047830"/>
                    <a:pt x="11606385" y="2153312"/>
                  </a:cubicBezTo>
                  <a:cubicBezTo>
                    <a:pt x="11093842" y="2460560"/>
                    <a:pt x="10803239" y="3068414"/>
                    <a:pt x="10230775" y="3258172"/>
                  </a:cubicBezTo>
                  <a:cubicBezTo>
                    <a:pt x="9772536" y="3410136"/>
                    <a:pt x="9213792" y="3210657"/>
                    <a:pt x="8975771" y="2810191"/>
                  </a:cubicBezTo>
                  <a:cubicBezTo>
                    <a:pt x="8848145" y="2595377"/>
                    <a:pt x="8809475" y="2343070"/>
                    <a:pt x="8697867" y="2120408"/>
                  </a:cubicBezTo>
                  <a:cubicBezTo>
                    <a:pt x="8503812" y="1732982"/>
                    <a:pt x="8078309" y="1458820"/>
                    <a:pt x="7626195" y="1429840"/>
                  </a:cubicBezTo>
                  <a:cubicBezTo>
                    <a:pt x="7217284" y="1403638"/>
                    <a:pt x="6735689" y="1542017"/>
                    <a:pt x="6443427" y="1270330"/>
                  </a:cubicBezTo>
                  <a:cubicBezTo>
                    <a:pt x="6283384" y="1121506"/>
                    <a:pt x="6243502" y="896549"/>
                    <a:pt x="6172159" y="695139"/>
                  </a:cubicBezTo>
                  <a:cubicBezTo>
                    <a:pt x="6100817" y="493728"/>
                    <a:pt x="5717685" y="265149"/>
                    <a:pt x="5436334" y="344964"/>
                  </a:cubicBezTo>
                  <a:cubicBezTo>
                    <a:pt x="4857617" y="509063"/>
                    <a:pt x="4450109" y="1030883"/>
                    <a:pt x="4193199" y="1548175"/>
                  </a:cubicBezTo>
                  <a:cubicBezTo>
                    <a:pt x="4076741" y="1783637"/>
                    <a:pt x="3995826" y="2039143"/>
                    <a:pt x="3829466" y="2246108"/>
                  </a:cubicBezTo>
                  <a:cubicBezTo>
                    <a:pt x="3663107" y="2453073"/>
                    <a:pt x="3374865" y="2604131"/>
                    <a:pt x="3114317" y="2520995"/>
                  </a:cubicBezTo>
                  <a:cubicBezTo>
                    <a:pt x="2851920" y="2437316"/>
                    <a:pt x="2721550" y="2155788"/>
                    <a:pt x="2686006" y="1895995"/>
                  </a:cubicBezTo>
                  <a:cubicBezTo>
                    <a:pt x="2650462" y="1636202"/>
                    <a:pt x="2676626" y="1365481"/>
                    <a:pt x="2586649" y="1117944"/>
                  </a:cubicBezTo>
                  <a:cubicBezTo>
                    <a:pt x="2417546" y="652333"/>
                    <a:pt x="1852676" y="386442"/>
                    <a:pt x="1334261" y="428523"/>
                  </a:cubicBezTo>
                  <a:cubicBezTo>
                    <a:pt x="815847" y="470604"/>
                    <a:pt x="352439" y="764992"/>
                    <a:pt x="0" y="1127483"/>
                  </a:cubicBezTo>
                  <a:close/>
                </a:path>
              </a:pathLst>
            </a:custGeom>
            <a:solidFill>
              <a:schemeClr val="bg1">
                <a:alpha val="35000"/>
              </a:schemeClr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" name="" descr="cb48cb30-b3ef-4985-bc67-9780cbf7418d"/>
            <p:cNvSpPr/>
            <p:nvPr/>
          </p:nvSpPr>
          <p:spPr>
            <a:xfrm>
              <a:off x="8642929" y="4479847"/>
              <a:ext cx="124551" cy="142721"/>
            </a:xfrm>
            <a:custGeom>
              <a:gdLst>
                <a:gd name="connsiteX0" fmla="*/ 124606 w 124551"/>
                <a:gd name="connsiteY0" fmla="*/ 80534 h 142721"/>
                <a:gd name="connsiteX1" fmla="*/ 124606 w 124551"/>
                <a:gd name="connsiteY1" fmla="*/ 62421 h 142721"/>
                <a:gd name="connsiteX2" fmla="*/ 106493 w 124551"/>
                <a:gd name="connsiteY2" fmla="*/ 18408 h 142721"/>
                <a:gd name="connsiteX3" fmla="*/ 86510 w 124551"/>
                <a:gd name="connsiteY3" fmla="*/ 5548 h 142721"/>
                <a:gd name="connsiteX4" fmla="*/ 62360 w 124551"/>
                <a:gd name="connsiteY4" fmla="*/ 175 h 142721"/>
                <a:gd name="connsiteX5" fmla="*/ 45817 w 124551"/>
                <a:gd name="connsiteY5" fmla="*/ 2409 h 142721"/>
                <a:gd name="connsiteX6" fmla="*/ 18346 w 124551"/>
                <a:gd name="connsiteY6" fmla="*/ 18408 h 142721"/>
                <a:gd name="connsiteX7" fmla="*/ 8626 w 124551"/>
                <a:gd name="connsiteY7" fmla="*/ 31026 h 142721"/>
                <a:gd name="connsiteX8" fmla="*/ 113 w 124551"/>
                <a:gd name="connsiteY8" fmla="*/ 62421 h 142721"/>
                <a:gd name="connsiteX9" fmla="*/ 113 w 124551"/>
                <a:gd name="connsiteY9" fmla="*/ 80534 h 142721"/>
                <a:gd name="connsiteX10" fmla="*/ 5486 w 124551"/>
                <a:gd name="connsiteY10" fmla="*/ 104684 h 142721"/>
                <a:gd name="connsiteX11" fmla="*/ 18346 w 124551"/>
                <a:gd name="connsiteY11" fmla="*/ 124728 h 142721"/>
                <a:gd name="connsiteX12" fmla="*/ 62360 w 124551"/>
                <a:gd name="connsiteY12" fmla="*/ 142841 h 142721"/>
                <a:gd name="connsiteX13" fmla="*/ 78902 w 124551"/>
                <a:gd name="connsiteY13" fmla="*/ 140607 h 142721"/>
                <a:gd name="connsiteX14" fmla="*/ 106313 w 124551"/>
                <a:gd name="connsiteY14" fmla="*/ 124608 h 142721"/>
                <a:gd name="connsiteX15" fmla="*/ 116093 w 124551"/>
                <a:gd name="connsiteY15" fmla="*/ 111989 h 142721"/>
                <a:gd name="connsiteX16" fmla="*/ 124545 w 124551"/>
                <a:gd name="connsiteY16" fmla="*/ 80594 h 142721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551" h="142721">
                  <a:moveTo>
                    <a:pt x="124606" y="80534"/>
                  </a:moveTo>
                  <a:lnTo>
                    <a:pt x="124606" y="62421"/>
                  </a:lnTo>
                  <a:cubicBezTo>
                    <a:pt x="124002" y="46060"/>
                    <a:pt x="117603" y="30447"/>
                    <a:pt x="106493" y="18408"/>
                  </a:cubicBezTo>
                  <a:cubicBezTo>
                    <a:pt x="101059" y="12455"/>
                    <a:pt x="94177" y="8024"/>
                    <a:pt x="86510" y="5548"/>
                  </a:cubicBezTo>
                  <a:cubicBezTo>
                    <a:pt x="79084" y="1624"/>
                    <a:pt x="70752" y="-236"/>
                    <a:pt x="62360" y="175"/>
                  </a:cubicBezTo>
                  <a:lnTo>
                    <a:pt x="45817" y="2409"/>
                  </a:lnTo>
                  <a:cubicBezTo>
                    <a:pt x="35432" y="5253"/>
                    <a:pt x="25954" y="10771"/>
                    <a:pt x="18346" y="18408"/>
                  </a:cubicBezTo>
                  <a:cubicBezTo>
                    <a:pt x="15086" y="22634"/>
                    <a:pt x="11826" y="26800"/>
                    <a:pt x="8626" y="31026"/>
                  </a:cubicBezTo>
                  <a:cubicBezTo>
                    <a:pt x="3011" y="40541"/>
                    <a:pt x="113" y="51385"/>
                    <a:pt x="113" y="62421"/>
                  </a:cubicBezTo>
                  <a:lnTo>
                    <a:pt x="113" y="80534"/>
                  </a:lnTo>
                  <a:cubicBezTo>
                    <a:pt x="-309" y="88920"/>
                    <a:pt x="1562" y="97264"/>
                    <a:pt x="5486" y="104684"/>
                  </a:cubicBezTo>
                  <a:cubicBezTo>
                    <a:pt x="7962" y="112376"/>
                    <a:pt x="12369" y="119282"/>
                    <a:pt x="18346" y="124728"/>
                  </a:cubicBezTo>
                  <a:cubicBezTo>
                    <a:pt x="30421" y="135759"/>
                    <a:pt x="45998" y="142171"/>
                    <a:pt x="62360" y="142841"/>
                  </a:cubicBezTo>
                  <a:lnTo>
                    <a:pt x="78902" y="140607"/>
                  </a:lnTo>
                  <a:cubicBezTo>
                    <a:pt x="89287" y="137745"/>
                    <a:pt x="98706" y="132233"/>
                    <a:pt x="106313" y="124608"/>
                  </a:cubicBezTo>
                  <a:lnTo>
                    <a:pt x="116093" y="111989"/>
                  </a:lnTo>
                  <a:cubicBezTo>
                    <a:pt x="121648" y="102468"/>
                    <a:pt x="124606" y="91625"/>
                    <a:pt x="124545" y="80594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" name="" descr="ab26f767-523f-4d7f-b4e1-229d1667ce16"/>
            <p:cNvSpPr/>
            <p:nvPr/>
          </p:nvSpPr>
          <p:spPr>
            <a:xfrm>
              <a:off x="9601536" y="3929586"/>
              <a:ext cx="60133" cy="62186"/>
            </a:xfrm>
            <a:custGeom>
              <a:gdLst>
                <a:gd name="connsiteX0" fmla="*/ 30144 w 60133"/>
                <a:gd name="connsiteY0" fmla="*/ 62305 h 62186"/>
                <a:gd name="connsiteX1" fmla="*/ 30144 w 60133"/>
                <a:gd name="connsiteY1" fmla="*/ 119 h 62186"/>
                <a:gd name="connsiteX2" fmla="*/ 30144 w 60133"/>
                <a:gd name="connsiteY2" fmla="*/ 62305 h 6218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133" h="62186">
                  <a:moveTo>
                    <a:pt x="30144" y="62305"/>
                  </a:moveTo>
                  <a:cubicBezTo>
                    <a:pt x="70172" y="62305"/>
                    <a:pt x="70233" y="119"/>
                    <a:pt x="30144" y="119"/>
                  </a:cubicBezTo>
                  <a:cubicBezTo>
                    <a:pt x="-9945" y="119"/>
                    <a:pt x="-10006" y="62305"/>
                    <a:pt x="30144" y="62305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6" name="" descr="7175ec77-82a7-4cc1-8af3-de5d53543675"/>
            <p:cNvSpPr/>
            <p:nvPr/>
          </p:nvSpPr>
          <p:spPr>
            <a:xfrm>
              <a:off x="7193184" y="4844446"/>
              <a:ext cx="60178" cy="62246"/>
            </a:xfrm>
            <a:custGeom>
              <a:gdLst>
                <a:gd name="connsiteX0" fmla="*/ 30143 w 60178"/>
                <a:gd name="connsiteY0" fmla="*/ 62366 h 62246"/>
                <a:gd name="connsiteX1" fmla="*/ 30143 w 60178"/>
                <a:gd name="connsiteY1" fmla="*/ 119 h 62246"/>
                <a:gd name="connsiteX2" fmla="*/ 30143 w 60178"/>
                <a:gd name="connsiteY2" fmla="*/ 62366 h 6224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178" h="62245">
                  <a:moveTo>
                    <a:pt x="30143" y="62366"/>
                  </a:moveTo>
                  <a:cubicBezTo>
                    <a:pt x="70232" y="62366"/>
                    <a:pt x="70293" y="119"/>
                    <a:pt x="30143" y="119"/>
                  </a:cubicBezTo>
                  <a:cubicBezTo>
                    <a:pt x="-10005" y="119"/>
                    <a:pt x="-9945" y="62366"/>
                    <a:pt x="30143" y="62366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0" name="" descr="947f18b6-fd25-4c40-a0ee-569a738b799e"/>
            <p:cNvSpPr/>
            <p:nvPr/>
          </p:nvSpPr>
          <p:spPr>
            <a:xfrm>
              <a:off x="3568217" y="4117352"/>
              <a:ext cx="60178" cy="62246"/>
            </a:xfrm>
            <a:custGeom>
              <a:gdLst>
                <a:gd name="connsiteX0" fmla="*/ 30144 w 60178"/>
                <a:gd name="connsiteY0" fmla="*/ 62366 h 62246"/>
                <a:gd name="connsiteX1" fmla="*/ 30144 w 60178"/>
                <a:gd name="connsiteY1" fmla="*/ 119 h 62246"/>
                <a:gd name="connsiteX2" fmla="*/ 30144 w 60178"/>
                <a:gd name="connsiteY2" fmla="*/ 62366 h 6224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178" h="62245">
                  <a:moveTo>
                    <a:pt x="30144" y="62366"/>
                  </a:moveTo>
                  <a:cubicBezTo>
                    <a:pt x="70233" y="62366"/>
                    <a:pt x="70293" y="119"/>
                    <a:pt x="30144" y="119"/>
                  </a:cubicBezTo>
                  <a:cubicBezTo>
                    <a:pt x="-10005" y="119"/>
                    <a:pt x="-9945" y="62366"/>
                    <a:pt x="30144" y="62366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" name="" descr="30395a7e-1590-4aad-b3e2-2dc6d68edade"/>
            <p:cNvSpPr/>
            <p:nvPr/>
          </p:nvSpPr>
          <p:spPr>
            <a:xfrm>
              <a:off x="3223801" y="3970822"/>
              <a:ext cx="60110" cy="62186"/>
            </a:xfrm>
            <a:custGeom>
              <a:gdLst>
                <a:gd name="connsiteX0" fmla="*/ 30121 w 60110"/>
                <a:gd name="connsiteY0" fmla="*/ 62305 h 62186"/>
                <a:gd name="connsiteX1" fmla="*/ 30121 w 60110"/>
                <a:gd name="connsiteY1" fmla="*/ 119 h 62186"/>
                <a:gd name="connsiteX2" fmla="*/ 30121 w 60110"/>
                <a:gd name="connsiteY2" fmla="*/ 62305 h 6218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110" h="62186">
                  <a:moveTo>
                    <a:pt x="30121" y="62305"/>
                  </a:moveTo>
                  <a:cubicBezTo>
                    <a:pt x="70150" y="62305"/>
                    <a:pt x="70210" y="119"/>
                    <a:pt x="30121" y="119"/>
                  </a:cubicBezTo>
                  <a:cubicBezTo>
                    <a:pt x="-9968" y="119"/>
                    <a:pt x="-9968" y="62305"/>
                    <a:pt x="30121" y="62305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" name="" descr="061f9855-bc90-4886-805d-3e4946ed92fb"/>
            <p:cNvSpPr/>
            <p:nvPr/>
          </p:nvSpPr>
          <p:spPr>
            <a:xfrm>
              <a:off x="9189901" y="3898433"/>
              <a:ext cx="60155" cy="62246"/>
            </a:xfrm>
            <a:custGeom>
              <a:gdLst>
                <a:gd name="connsiteX0" fmla="*/ 30144 w 60155"/>
                <a:gd name="connsiteY0" fmla="*/ 62366 h 62246"/>
                <a:gd name="connsiteX1" fmla="*/ 30144 w 60155"/>
                <a:gd name="connsiteY1" fmla="*/ 119 h 62246"/>
                <a:gd name="connsiteX2" fmla="*/ 30144 w 60155"/>
                <a:gd name="connsiteY2" fmla="*/ 62366 h 6224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155" h="62245">
                  <a:moveTo>
                    <a:pt x="30144" y="62366"/>
                  </a:moveTo>
                  <a:cubicBezTo>
                    <a:pt x="70172" y="62366"/>
                    <a:pt x="70292" y="119"/>
                    <a:pt x="30144" y="119"/>
                  </a:cubicBezTo>
                  <a:cubicBezTo>
                    <a:pt x="-10006" y="119"/>
                    <a:pt x="-9945" y="62366"/>
                    <a:pt x="30144" y="62366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3" name="" descr="945b273f-3bfc-413d-a2f9-615918dd8a8f"/>
            <p:cNvSpPr/>
            <p:nvPr/>
          </p:nvSpPr>
          <p:spPr>
            <a:xfrm>
              <a:off x="9335827" y="4519086"/>
              <a:ext cx="60133" cy="62246"/>
            </a:xfrm>
            <a:custGeom>
              <a:gdLst>
                <a:gd name="connsiteX0" fmla="*/ 30144 w 60133"/>
                <a:gd name="connsiteY0" fmla="*/ 62366 h 62246"/>
                <a:gd name="connsiteX1" fmla="*/ 30144 w 60133"/>
                <a:gd name="connsiteY1" fmla="*/ 119 h 62246"/>
                <a:gd name="connsiteX2" fmla="*/ 30144 w 60133"/>
                <a:gd name="connsiteY2" fmla="*/ 62366 h 6224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133" h="62245">
                  <a:moveTo>
                    <a:pt x="30144" y="62366"/>
                  </a:moveTo>
                  <a:cubicBezTo>
                    <a:pt x="70172" y="62366"/>
                    <a:pt x="70233" y="119"/>
                    <a:pt x="30144" y="119"/>
                  </a:cubicBezTo>
                  <a:cubicBezTo>
                    <a:pt x="-9945" y="119"/>
                    <a:pt x="-10005" y="62366"/>
                    <a:pt x="30144" y="62366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298" name="" descr="b4b429d9-2bcd-4d54-9363-fc67316faebb"/>
            <p:cNvGrpSpPr/>
            <p:nvPr/>
          </p:nvGrpSpPr>
          <p:grpSpPr>
            <a:xfrm>
              <a:off x="1581044" y="793945"/>
              <a:ext cx="1443223" cy="1421948"/>
              <a:chOff x="3307639" y="1868992"/>
              <a:chExt cx="1443223" cy="1421948"/>
            </a:xfrm>
          </p:grpSpPr>
          <p:sp>
            <p:nvSpPr>
              <p:cNvPr id="75" name="" descr="d4ac2a7a-fbbf-420a-be24-6de1b05d875f"/>
              <p:cNvSpPr/>
              <p:nvPr/>
            </p:nvSpPr>
            <p:spPr>
              <a:xfrm>
                <a:off x="4630573" y="2171772"/>
                <a:ext cx="120289" cy="124432"/>
              </a:xfrm>
              <a:custGeom>
                <a:gdLst>
                  <a:gd name="connsiteX0" fmla="*/ 60210 w 120289"/>
                  <a:gd name="connsiteY0" fmla="*/ 124552 h 124432"/>
                  <a:gd name="connsiteX1" fmla="*/ 60210 w 120289"/>
                  <a:gd name="connsiteY1" fmla="*/ 119 h 124432"/>
                  <a:gd name="connsiteX2" fmla="*/ 60210 w 120289"/>
                  <a:gd name="connsiteY2" fmla="*/ 124552 h 12443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9" h="124432">
                    <a:moveTo>
                      <a:pt x="60210" y="124552"/>
                    </a:moveTo>
                    <a:cubicBezTo>
                      <a:pt x="140328" y="124552"/>
                      <a:pt x="140449" y="119"/>
                      <a:pt x="60210" y="119"/>
                    </a:cubicBezTo>
                    <a:cubicBezTo>
                      <a:pt x="-20028" y="119"/>
                      <a:pt x="-19967" y="124552"/>
                      <a:pt x="60210" y="124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" name="" descr="1a0ff056-c06b-4364-828d-48df3dc8708c"/>
              <p:cNvSpPr/>
              <p:nvPr/>
            </p:nvSpPr>
            <p:spPr>
              <a:xfrm>
                <a:off x="4334012" y="1868992"/>
                <a:ext cx="60178" cy="62186"/>
              </a:xfrm>
              <a:custGeom>
                <a:gdLst>
                  <a:gd name="connsiteX0" fmla="*/ 30144 w 60178"/>
                  <a:gd name="connsiteY0" fmla="*/ 62305 h 62186"/>
                  <a:gd name="connsiteX1" fmla="*/ 30144 w 60178"/>
                  <a:gd name="connsiteY1" fmla="*/ 119 h 62186"/>
                  <a:gd name="connsiteX2" fmla="*/ 30144 w 60178"/>
                  <a:gd name="connsiteY2" fmla="*/ 62305 h 6218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78" h="62186">
                    <a:moveTo>
                      <a:pt x="30144" y="62305"/>
                    </a:moveTo>
                    <a:cubicBezTo>
                      <a:pt x="70233" y="62305"/>
                      <a:pt x="70293" y="119"/>
                      <a:pt x="30144" y="119"/>
                    </a:cubicBezTo>
                    <a:cubicBezTo>
                      <a:pt x="-10006" y="119"/>
                      <a:pt x="-9945" y="62305"/>
                      <a:pt x="30144" y="623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" name="" descr="5dd01841-ccfa-40f9-857a-4a57797e1732"/>
              <p:cNvSpPr/>
              <p:nvPr/>
            </p:nvSpPr>
            <p:spPr>
              <a:xfrm>
                <a:off x="3687397" y="2017816"/>
                <a:ext cx="60133" cy="62246"/>
              </a:xfrm>
              <a:custGeom>
                <a:gdLst>
                  <a:gd name="connsiteX0" fmla="*/ 30144 w 60133"/>
                  <a:gd name="connsiteY0" fmla="*/ 62366 h 62246"/>
                  <a:gd name="connsiteX1" fmla="*/ 30144 w 60133"/>
                  <a:gd name="connsiteY1" fmla="*/ 119 h 62246"/>
                  <a:gd name="connsiteX2" fmla="*/ 30144 w 60133"/>
                  <a:gd name="connsiteY2" fmla="*/ 62366 h 622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33" h="62245">
                    <a:moveTo>
                      <a:pt x="30144" y="62366"/>
                    </a:moveTo>
                    <a:cubicBezTo>
                      <a:pt x="70172" y="62366"/>
                      <a:pt x="70232" y="119"/>
                      <a:pt x="30144" y="119"/>
                    </a:cubicBezTo>
                    <a:cubicBezTo>
                      <a:pt x="-9945" y="119"/>
                      <a:pt x="-10006" y="62366"/>
                      <a:pt x="30144" y="623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" name="" descr="033fbd77-823d-41ab-9c33-fb8a41fc0668"/>
              <p:cNvSpPr/>
              <p:nvPr/>
            </p:nvSpPr>
            <p:spPr>
              <a:xfrm>
                <a:off x="3307639" y="3228694"/>
                <a:ext cx="60178" cy="62246"/>
              </a:xfrm>
              <a:custGeom>
                <a:gdLst>
                  <a:gd name="connsiteX0" fmla="*/ 30144 w 60178"/>
                  <a:gd name="connsiteY0" fmla="*/ 62366 h 62246"/>
                  <a:gd name="connsiteX1" fmla="*/ 30144 w 60178"/>
                  <a:gd name="connsiteY1" fmla="*/ 119 h 62246"/>
                  <a:gd name="connsiteX2" fmla="*/ 30144 w 60178"/>
                  <a:gd name="connsiteY2" fmla="*/ 62366 h 622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78" h="62245">
                    <a:moveTo>
                      <a:pt x="30144" y="62366"/>
                    </a:moveTo>
                    <a:cubicBezTo>
                      <a:pt x="70233" y="62366"/>
                      <a:pt x="70293" y="119"/>
                      <a:pt x="30144" y="119"/>
                    </a:cubicBezTo>
                    <a:cubicBezTo>
                      <a:pt x="-10006" y="119"/>
                      <a:pt x="-9945" y="62366"/>
                      <a:pt x="30144" y="623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" name="" descr="86c3d22e-bf57-4ed2-b1c5-06388be72edf"/>
              <p:cNvSpPr/>
              <p:nvPr/>
            </p:nvSpPr>
            <p:spPr>
              <a:xfrm>
                <a:off x="4303824" y="2772623"/>
                <a:ext cx="60133" cy="62186"/>
              </a:xfrm>
              <a:custGeom>
                <a:gdLst>
                  <a:gd name="connsiteX0" fmla="*/ 30144 w 60133"/>
                  <a:gd name="connsiteY0" fmla="*/ 62305 h 62186"/>
                  <a:gd name="connsiteX1" fmla="*/ 30144 w 60133"/>
                  <a:gd name="connsiteY1" fmla="*/ 119 h 62186"/>
                  <a:gd name="connsiteX2" fmla="*/ 30144 w 60133"/>
                  <a:gd name="connsiteY2" fmla="*/ 62305 h 6218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33" h="62186">
                    <a:moveTo>
                      <a:pt x="30144" y="62305"/>
                    </a:moveTo>
                    <a:cubicBezTo>
                      <a:pt x="70172" y="62305"/>
                      <a:pt x="70233" y="119"/>
                      <a:pt x="30144" y="119"/>
                    </a:cubicBezTo>
                    <a:cubicBezTo>
                      <a:pt x="-9945" y="119"/>
                      <a:pt x="-10006" y="62305"/>
                      <a:pt x="30144" y="623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" name="" descr="a8d68334-a533-4b80-aead-0580c148a73d"/>
              <p:cNvSpPr/>
              <p:nvPr/>
            </p:nvSpPr>
            <p:spPr>
              <a:xfrm>
                <a:off x="3648930" y="2494765"/>
                <a:ext cx="15216" cy="355801"/>
              </a:xfrm>
              <a:custGeom>
                <a:gdLst>
                  <a:gd name="connsiteX0" fmla="*/ 7632 w 15216"/>
                  <a:gd name="connsiteY0" fmla="*/ 355921 h 355801"/>
                  <a:gd name="connsiteX1" fmla="*/ 85 w 15216"/>
                  <a:gd name="connsiteY1" fmla="*/ 348374 h 355801"/>
                  <a:gd name="connsiteX2" fmla="*/ 85 w 15216"/>
                  <a:gd name="connsiteY2" fmla="*/ 8403 h 355801"/>
                  <a:gd name="connsiteX3" fmla="*/ 6986 w 15216"/>
                  <a:gd name="connsiteY3" fmla="*/ 150 h 355801"/>
                  <a:gd name="connsiteX4" fmla="*/ 15239 w 15216"/>
                  <a:gd name="connsiteY4" fmla="*/ 7051 h 355801"/>
                  <a:gd name="connsiteX5" fmla="*/ 15239 w 15216"/>
                  <a:gd name="connsiteY5" fmla="*/ 8403 h 355801"/>
                  <a:gd name="connsiteX6" fmla="*/ 15239 w 15216"/>
                  <a:gd name="connsiteY6" fmla="*/ 348374 h 355801"/>
                  <a:gd name="connsiteX7" fmla="*/ 7632 w 15216"/>
                  <a:gd name="connsiteY7" fmla="*/ 355921 h 35580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6" h="355801">
                    <a:moveTo>
                      <a:pt x="7632" y="355921"/>
                    </a:moveTo>
                    <a:cubicBezTo>
                      <a:pt x="3466" y="355921"/>
                      <a:pt x="85" y="352540"/>
                      <a:pt x="85" y="348374"/>
                    </a:cubicBezTo>
                    <a:lnTo>
                      <a:pt x="85" y="8403"/>
                    </a:lnTo>
                    <a:cubicBezTo>
                      <a:pt x="-289" y="4219"/>
                      <a:pt x="2802" y="524"/>
                      <a:pt x="6986" y="150"/>
                    </a:cubicBezTo>
                    <a:cubicBezTo>
                      <a:pt x="11170" y="-225"/>
                      <a:pt x="14865" y="2867"/>
                      <a:pt x="15239" y="7051"/>
                    </a:cubicBezTo>
                    <a:cubicBezTo>
                      <a:pt x="15282" y="7497"/>
                      <a:pt x="15282" y="7950"/>
                      <a:pt x="15239" y="8403"/>
                    </a:cubicBezTo>
                    <a:lnTo>
                      <a:pt x="15239" y="348374"/>
                    </a:lnTo>
                    <a:cubicBezTo>
                      <a:pt x="15209" y="352552"/>
                      <a:pt x="11810" y="355921"/>
                      <a:pt x="7632" y="3559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" descr="57c2896e-86d4-4210-994b-c05b1c20e4b9"/>
              <p:cNvSpPr/>
              <p:nvPr/>
            </p:nvSpPr>
            <p:spPr>
              <a:xfrm>
                <a:off x="3529037" y="2545572"/>
                <a:ext cx="255204" cy="255247"/>
              </a:xfrm>
              <a:custGeom>
                <a:gdLst>
                  <a:gd name="connsiteX0" fmla="*/ 7319 w 255204"/>
                  <a:gd name="connsiteY0" fmla="*/ 255364 h 255247"/>
                  <a:gd name="connsiteX1" fmla="*/ 62 w 255204"/>
                  <a:gd name="connsiteY1" fmla="*/ 247419 h 255247"/>
                  <a:gd name="connsiteX2" fmla="*/ 1946 w 255204"/>
                  <a:gd name="connsiteY2" fmla="*/ 242746 h 255247"/>
                  <a:gd name="connsiteX3" fmla="*/ 242359 w 255204"/>
                  <a:gd name="connsiteY3" fmla="*/ 2333 h 255247"/>
                  <a:gd name="connsiteX4" fmla="*/ 253045 w 255204"/>
                  <a:gd name="connsiteY4" fmla="*/ 2333 h 255247"/>
                  <a:gd name="connsiteX5" fmla="*/ 253045 w 255204"/>
                  <a:gd name="connsiteY5" fmla="*/ 13020 h 255247"/>
                  <a:gd name="connsiteX6" fmla="*/ 12632 w 255204"/>
                  <a:gd name="connsiteY6" fmla="*/ 253432 h 255247"/>
                  <a:gd name="connsiteX7" fmla="*/ 7319 w 255204"/>
                  <a:gd name="connsiteY7" fmla="*/ 255364 h 2552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5204" h="255246">
                    <a:moveTo>
                      <a:pt x="7319" y="255364"/>
                    </a:moveTo>
                    <a:cubicBezTo>
                      <a:pt x="3123" y="255177"/>
                      <a:pt x="-125" y="251621"/>
                      <a:pt x="62" y="247419"/>
                    </a:cubicBezTo>
                    <a:cubicBezTo>
                      <a:pt x="141" y="245692"/>
                      <a:pt x="805" y="244044"/>
                      <a:pt x="1946" y="242746"/>
                    </a:cubicBezTo>
                    <a:lnTo>
                      <a:pt x="242359" y="2333"/>
                    </a:lnTo>
                    <a:cubicBezTo>
                      <a:pt x="245311" y="-619"/>
                      <a:pt x="250093" y="-619"/>
                      <a:pt x="253045" y="2333"/>
                    </a:cubicBezTo>
                    <a:cubicBezTo>
                      <a:pt x="255997" y="5286"/>
                      <a:pt x="255997" y="10067"/>
                      <a:pt x="253045" y="13020"/>
                    </a:cubicBezTo>
                    <a:lnTo>
                      <a:pt x="12632" y="253432"/>
                    </a:lnTo>
                    <a:cubicBezTo>
                      <a:pt x="11165" y="254718"/>
                      <a:pt x="9269" y="255407"/>
                      <a:pt x="7319" y="2553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" name="" descr="274df880-f434-4bb1-b0b2-b2933ddf3da0"/>
              <p:cNvSpPr/>
              <p:nvPr/>
            </p:nvSpPr>
            <p:spPr>
              <a:xfrm>
                <a:off x="3478268" y="2665425"/>
                <a:ext cx="355427" cy="15216"/>
              </a:xfrm>
              <a:custGeom>
                <a:gdLst>
                  <a:gd name="connsiteX0" fmla="*/ 348551 w 355427"/>
                  <a:gd name="connsiteY0" fmla="*/ 15305 h 15216"/>
                  <a:gd name="connsiteX1" fmla="*/ 8338 w 355427"/>
                  <a:gd name="connsiteY1" fmla="*/ 15305 h 15216"/>
                  <a:gd name="connsiteX2" fmla="*/ 85 w 355427"/>
                  <a:gd name="connsiteY2" fmla="*/ 8404 h 15216"/>
                  <a:gd name="connsiteX3" fmla="*/ 6986 w 355427"/>
                  <a:gd name="connsiteY3" fmla="*/ 151 h 15216"/>
                  <a:gd name="connsiteX4" fmla="*/ 8338 w 355427"/>
                  <a:gd name="connsiteY4" fmla="*/ 151 h 15216"/>
                  <a:gd name="connsiteX5" fmla="*/ 348551 w 355427"/>
                  <a:gd name="connsiteY5" fmla="*/ 151 h 15216"/>
                  <a:gd name="connsiteX6" fmla="*/ 355452 w 355427"/>
                  <a:gd name="connsiteY6" fmla="*/ 8404 h 15216"/>
                  <a:gd name="connsiteX7" fmla="*/ 348551 w 355427"/>
                  <a:gd name="connsiteY7" fmla="*/ 15305 h 1521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55427" h="15216">
                    <a:moveTo>
                      <a:pt x="348551" y="15305"/>
                    </a:moveTo>
                    <a:lnTo>
                      <a:pt x="8338" y="15305"/>
                    </a:lnTo>
                    <a:cubicBezTo>
                      <a:pt x="4154" y="15679"/>
                      <a:pt x="459" y="12588"/>
                      <a:pt x="85" y="8404"/>
                    </a:cubicBezTo>
                    <a:cubicBezTo>
                      <a:pt x="-289" y="4220"/>
                      <a:pt x="2802" y="525"/>
                      <a:pt x="6986" y="151"/>
                    </a:cubicBezTo>
                    <a:cubicBezTo>
                      <a:pt x="7433" y="109"/>
                      <a:pt x="7886" y="109"/>
                      <a:pt x="8338" y="151"/>
                    </a:cubicBezTo>
                    <a:lnTo>
                      <a:pt x="348551" y="151"/>
                    </a:lnTo>
                    <a:cubicBezTo>
                      <a:pt x="352735" y="525"/>
                      <a:pt x="355826" y="4220"/>
                      <a:pt x="355452" y="8404"/>
                    </a:cubicBezTo>
                    <a:cubicBezTo>
                      <a:pt x="355125" y="12069"/>
                      <a:pt x="352215" y="14979"/>
                      <a:pt x="348551" y="153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" descr="a7761ecb-6572-438a-be9d-9e1970725cf6"/>
              <p:cNvSpPr/>
              <p:nvPr/>
            </p:nvSpPr>
            <p:spPr>
              <a:xfrm>
                <a:off x="3528714" y="2545270"/>
                <a:ext cx="255591" cy="255550"/>
              </a:xfrm>
              <a:custGeom>
                <a:gdLst>
                  <a:gd name="connsiteX0" fmla="*/ 248055 w 255591"/>
                  <a:gd name="connsiteY0" fmla="*/ 255666 h 255550"/>
                  <a:gd name="connsiteX1" fmla="*/ 242742 w 255591"/>
                  <a:gd name="connsiteY1" fmla="*/ 253433 h 255550"/>
                  <a:gd name="connsiteX2" fmla="*/ 2269 w 255591"/>
                  <a:gd name="connsiteY2" fmla="*/ 13020 h 255550"/>
                  <a:gd name="connsiteX3" fmla="*/ 2269 w 255591"/>
                  <a:gd name="connsiteY3" fmla="*/ 2333 h 255550"/>
                  <a:gd name="connsiteX4" fmla="*/ 12955 w 255591"/>
                  <a:gd name="connsiteY4" fmla="*/ 2333 h 255550"/>
                  <a:gd name="connsiteX5" fmla="*/ 253428 w 255591"/>
                  <a:gd name="connsiteY5" fmla="*/ 243048 h 255550"/>
                  <a:gd name="connsiteX6" fmla="*/ 253440 w 255591"/>
                  <a:gd name="connsiteY6" fmla="*/ 253722 h 255550"/>
                  <a:gd name="connsiteX7" fmla="*/ 253428 w 255591"/>
                  <a:gd name="connsiteY7" fmla="*/ 253734 h 255550"/>
                  <a:gd name="connsiteX8" fmla="*/ 248055 w 255591"/>
                  <a:gd name="connsiteY8" fmla="*/ 255666 h 25555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5590" h="255550">
                    <a:moveTo>
                      <a:pt x="248055" y="255666"/>
                    </a:moveTo>
                    <a:cubicBezTo>
                      <a:pt x="246057" y="255654"/>
                      <a:pt x="244148" y="254851"/>
                      <a:pt x="242742" y="253433"/>
                    </a:cubicBezTo>
                    <a:lnTo>
                      <a:pt x="2269" y="13020"/>
                    </a:lnTo>
                    <a:cubicBezTo>
                      <a:pt x="-684" y="10068"/>
                      <a:pt x="-684" y="5286"/>
                      <a:pt x="2269" y="2333"/>
                    </a:cubicBezTo>
                    <a:cubicBezTo>
                      <a:pt x="5221" y="-619"/>
                      <a:pt x="10003" y="-619"/>
                      <a:pt x="12955" y="2333"/>
                    </a:cubicBezTo>
                    <a:lnTo>
                      <a:pt x="253428" y="243048"/>
                    </a:lnTo>
                    <a:cubicBezTo>
                      <a:pt x="256380" y="245994"/>
                      <a:pt x="256387" y="250770"/>
                      <a:pt x="253440" y="253722"/>
                    </a:cubicBezTo>
                    <a:cubicBezTo>
                      <a:pt x="253440" y="253722"/>
                      <a:pt x="253434" y="253728"/>
                      <a:pt x="253428" y="253734"/>
                    </a:cubicBezTo>
                    <a:cubicBezTo>
                      <a:pt x="251943" y="255032"/>
                      <a:pt x="250023" y="255727"/>
                      <a:pt x="248055" y="2556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97" name="" descr="458b9288-e1b6-4949-84fa-f94d28ffd8e8"/>
            <p:cNvGrpSpPr/>
            <p:nvPr/>
          </p:nvGrpSpPr>
          <p:grpSpPr>
            <a:xfrm>
              <a:off x="8505579" y="1049172"/>
              <a:ext cx="1947812" cy="1019610"/>
              <a:chOff x="7436857" y="1862109"/>
              <a:chExt cx="1947812" cy="1019610"/>
            </a:xfrm>
          </p:grpSpPr>
          <p:sp>
            <p:nvSpPr>
              <p:cNvPr id="76" name="" descr="50b02f0a-0456-43b4-9d51-fd9f194db548"/>
              <p:cNvSpPr/>
              <p:nvPr/>
            </p:nvSpPr>
            <p:spPr>
              <a:xfrm>
                <a:off x="9176981" y="2356217"/>
                <a:ext cx="120289" cy="124432"/>
              </a:xfrm>
              <a:custGeom>
                <a:gdLst>
                  <a:gd name="connsiteX0" fmla="*/ 60211 w 120289"/>
                  <a:gd name="connsiteY0" fmla="*/ 124552 h 124432"/>
                  <a:gd name="connsiteX1" fmla="*/ 60211 w 120289"/>
                  <a:gd name="connsiteY1" fmla="*/ 119 h 124432"/>
                  <a:gd name="connsiteX2" fmla="*/ 60211 w 120289"/>
                  <a:gd name="connsiteY2" fmla="*/ 124552 h 12443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9" h="124432">
                    <a:moveTo>
                      <a:pt x="60211" y="124552"/>
                    </a:moveTo>
                    <a:cubicBezTo>
                      <a:pt x="140328" y="124552"/>
                      <a:pt x="140449" y="119"/>
                      <a:pt x="60211" y="119"/>
                    </a:cubicBezTo>
                    <a:cubicBezTo>
                      <a:pt x="-20028" y="119"/>
                      <a:pt x="-19967" y="124552"/>
                      <a:pt x="60211" y="124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" name="" descr="0d382a8f-ea69-4ccc-af9e-a6f3d428eb0b"/>
              <p:cNvSpPr/>
              <p:nvPr/>
            </p:nvSpPr>
            <p:spPr>
              <a:xfrm>
                <a:off x="8870238" y="2680611"/>
                <a:ext cx="60110" cy="62186"/>
              </a:xfrm>
              <a:custGeom>
                <a:gdLst>
                  <a:gd name="connsiteX0" fmla="*/ 30121 w 60110"/>
                  <a:gd name="connsiteY0" fmla="*/ 62305 h 62186"/>
                  <a:gd name="connsiteX1" fmla="*/ 30121 w 60110"/>
                  <a:gd name="connsiteY1" fmla="*/ 119 h 62186"/>
                  <a:gd name="connsiteX2" fmla="*/ 30121 w 60110"/>
                  <a:gd name="connsiteY2" fmla="*/ 62305 h 6218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10" h="62186">
                    <a:moveTo>
                      <a:pt x="30121" y="62305"/>
                    </a:moveTo>
                    <a:cubicBezTo>
                      <a:pt x="70150" y="62305"/>
                      <a:pt x="70210" y="119"/>
                      <a:pt x="30121" y="119"/>
                    </a:cubicBezTo>
                    <a:cubicBezTo>
                      <a:pt x="-9968" y="119"/>
                      <a:pt x="-9968" y="62305"/>
                      <a:pt x="30121" y="623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" name="" descr="e5e9eb64-ac69-48ef-87c9-3d51baa16a9a"/>
              <p:cNvSpPr/>
              <p:nvPr/>
            </p:nvSpPr>
            <p:spPr>
              <a:xfrm>
                <a:off x="7436857" y="2130958"/>
                <a:ext cx="60155" cy="62246"/>
              </a:xfrm>
              <a:custGeom>
                <a:gdLst>
                  <a:gd name="connsiteX0" fmla="*/ 30144 w 60155"/>
                  <a:gd name="connsiteY0" fmla="*/ 62366 h 62246"/>
                  <a:gd name="connsiteX1" fmla="*/ 30144 w 60155"/>
                  <a:gd name="connsiteY1" fmla="*/ 119 h 62246"/>
                  <a:gd name="connsiteX2" fmla="*/ 30144 w 60155"/>
                  <a:gd name="connsiteY2" fmla="*/ 62366 h 622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55" h="62245">
                    <a:moveTo>
                      <a:pt x="30144" y="62366"/>
                    </a:moveTo>
                    <a:cubicBezTo>
                      <a:pt x="70172" y="62366"/>
                      <a:pt x="70292" y="119"/>
                      <a:pt x="30144" y="119"/>
                    </a:cubicBezTo>
                    <a:cubicBezTo>
                      <a:pt x="-10006" y="119"/>
                      <a:pt x="-9945" y="62366"/>
                      <a:pt x="30144" y="623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" name="" descr="3502eb31-e1b9-4f3a-9829-5d101539f533"/>
              <p:cNvSpPr/>
              <p:nvPr/>
            </p:nvSpPr>
            <p:spPr>
              <a:xfrm>
                <a:off x="9324559" y="2819473"/>
                <a:ext cx="60110" cy="62246"/>
              </a:xfrm>
              <a:custGeom>
                <a:gdLst>
                  <a:gd name="connsiteX0" fmla="*/ 30121 w 60110"/>
                  <a:gd name="connsiteY0" fmla="*/ 62366 h 62246"/>
                  <a:gd name="connsiteX1" fmla="*/ 30121 w 60110"/>
                  <a:gd name="connsiteY1" fmla="*/ 119 h 62246"/>
                  <a:gd name="connsiteX2" fmla="*/ 30121 w 60110"/>
                  <a:gd name="connsiteY2" fmla="*/ 62366 h 622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10" h="62245">
                    <a:moveTo>
                      <a:pt x="30121" y="62366"/>
                    </a:moveTo>
                    <a:cubicBezTo>
                      <a:pt x="70150" y="62366"/>
                      <a:pt x="70210" y="119"/>
                      <a:pt x="30121" y="119"/>
                    </a:cubicBezTo>
                    <a:cubicBezTo>
                      <a:pt x="-9968" y="119"/>
                      <a:pt x="-9968" y="62366"/>
                      <a:pt x="30121" y="623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" name="" descr="687a2587-01bc-406f-b6ef-fbee001adb2f"/>
              <p:cNvSpPr/>
              <p:nvPr/>
            </p:nvSpPr>
            <p:spPr>
              <a:xfrm>
                <a:off x="7623596" y="1862109"/>
                <a:ext cx="60133" cy="62246"/>
              </a:xfrm>
              <a:custGeom>
                <a:gdLst>
                  <a:gd name="connsiteX0" fmla="*/ 30144 w 60133"/>
                  <a:gd name="connsiteY0" fmla="*/ 62366 h 62246"/>
                  <a:gd name="connsiteX1" fmla="*/ 30144 w 60133"/>
                  <a:gd name="connsiteY1" fmla="*/ 119 h 62246"/>
                  <a:gd name="connsiteX2" fmla="*/ 30144 w 60133"/>
                  <a:gd name="connsiteY2" fmla="*/ 62366 h 622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33" h="62245">
                    <a:moveTo>
                      <a:pt x="30144" y="62366"/>
                    </a:moveTo>
                    <a:cubicBezTo>
                      <a:pt x="70172" y="62366"/>
                      <a:pt x="70233" y="119"/>
                      <a:pt x="30144" y="119"/>
                    </a:cubicBezTo>
                    <a:cubicBezTo>
                      <a:pt x="-9945" y="119"/>
                      <a:pt x="-10006" y="62366"/>
                      <a:pt x="30144" y="623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" name="" descr="9e2c86f3-f72f-4004-be1a-e1ebc36eff1c"/>
              <p:cNvSpPr/>
              <p:nvPr/>
            </p:nvSpPr>
            <p:spPr>
              <a:xfrm>
                <a:off x="8279712" y="2162727"/>
                <a:ext cx="15154" cy="354509"/>
              </a:xfrm>
              <a:custGeom>
                <a:gdLst>
                  <a:gd name="connsiteX0" fmla="*/ 7662 w 15154"/>
                  <a:gd name="connsiteY0" fmla="*/ 354629 h 354509"/>
                  <a:gd name="connsiteX1" fmla="*/ 54 w 15154"/>
                  <a:gd name="connsiteY1" fmla="*/ 347142 h 354509"/>
                  <a:gd name="connsiteX2" fmla="*/ 54 w 15154"/>
                  <a:gd name="connsiteY2" fmla="*/ 347021 h 354509"/>
                  <a:gd name="connsiteX3" fmla="*/ 54 w 15154"/>
                  <a:gd name="connsiteY3" fmla="*/ 7051 h 354509"/>
                  <a:gd name="connsiteX4" fmla="*/ 8326 w 15154"/>
                  <a:gd name="connsiteY4" fmla="*/ 150 h 354509"/>
                  <a:gd name="connsiteX5" fmla="*/ 15209 w 15154"/>
                  <a:gd name="connsiteY5" fmla="*/ 7051 h 354509"/>
                  <a:gd name="connsiteX6" fmla="*/ 15209 w 15154"/>
                  <a:gd name="connsiteY6" fmla="*/ 347021 h 354509"/>
                  <a:gd name="connsiteX7" fmla="*/ 7721 w 15154"/>
                  <a:gd name="connsiteY7" fmla="*/ 354629 h 354509"/>
                  <a:gd name="connsiteX8" fmla="*/ 7662 w 15154"/>
                  <a:gd name="connsiteY8" fmla="*/ 354629 h 35450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54" h="354509">
                    <a:moveTo>
                      <a:pt x="7662" y="354629"/>
                    </a:moveTo>
                    <a:cubicBezTo>
                      <a:pt x="3495" y="354665"/>
                      <a:pt x="115" y="351308"/>
                      <a:pt x="54" y="347142"/>
                    </a:cubicBezTo>
                    <a:cubicBezTo>
                      <a:pt x="54" y="347100"/>
                      <a:pt x="54" y="347064"/>
                      <a:pt x="54" y="347021"/>
                    </a:cubicBezTo>
                    <a:lnTo>
                      <a:pt x="54" y="7051"/>
                    </a:lnTo>
                    <a:cubicBezTo>
                      <a:pt x="416" y="2867"/>
                      <a:pt x="4099" y="-224"/>
                      <a:pt x="8326" y="150"/>
                    </a:cubicBezTo>
                    <a:cubicBezTo>
                      <a:pt x="11948" y="476"/>
                      <a:pt x="14906" y="3386"/>
                      <a:pt x="15209" y="7051"/>
                    </a:cubicBezTo>
                    <a:lnTo>
                      <a:pt x="15209" y="347021"/>
                    </a:lnTo>
                    <a:cubicBezTo>
                      <a:pt x="15268" y="351187"/>
                      <a:pt x="11888" y="354593"/>
                      <a:pt x="7721" y="354629"/>
                    </a:cubicBezTo>
                    <a:cubicBezTo>
                      <a:pt x="7721" y="354629"/>
                      <a:pt x="7662" y="354629"/>
                      <a:pt x="7662" y="3546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" descr="694dce61-d3dd-4818-b6f7-7266b074e42f"/>
              <p:cNvSpPr/>
              <p:nvPr/>
            </p:nvSpPr>
            <p:spPr>
              <a:xfrm>
                <a:off x="8159521" y="2211880"/>
                <a:ext cx="255536" cy="255547"/>
              </a:xfrm>
              <a:custGeom>
                <a:gdLst>
                  <a:gd name="connsiteX0" fmla="*/ 7647 w 255536"/>
                  <a:gd name="connsiteY0" fmla="*/ 255666 h 255547"/>
                  <a:gd name="connsiteX1" fmla="*/ 2273 w 255536"/>
                  <a:gd name="connsiteY1" fmla="*/ 253433 h 255547"/>
                  <a:gd name="connsiteX2" fmla="*/ 2273 w 255536"/>
                  <a:gd name="connsiteY2" fmla="*/ 242758 h 255547"/>
                  <a:gd name="connsiteX3" fmla="*/ 2273 w 255536"/>
                  <a:gd name="connsiteY3" fmla="*/ 242746 h 255547"/>
                  <a:gd name="connsiteX4" fmla="*/ 242685 w 255536"/>
                  <a:gd name="connsiteY4" fmla="*/ 2333 h 255547"/>
                  <a:gd name="connsiteX5" fmla="*/ 253372 w 255536"/>
                  <a:gd name="connsiteY5" fmla="*/ 2333 h 255547"/>
                  <a:gd name="connsiteX6" fmla="*/ 253372 w 255536"/>
                  <a:gd name="connsiteY6" fmla="*/ 13020 h 255547"/>
                  <a:gd name="connsiteX7" fmla="*/ 12960 w 255536"/>
                  <a:gd name="connsiteY7" fmla="*/ 253433 h 255547"/>
                  <a:gd name="connsiteX8" fmla="*/ 7647 w 255536"/>
                  <a:gd name="connsiteY8" fmla="*/ 255666 h 2555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5536" h="255547">
                    <a:moveTo>
                      <a:pt x="7647" y="255666"/>
                    </a:moveTo>
                    <a:cubicBezTo>
                      <a:pt x="5654" y="255684"/>
                      <a:pt x="3662" y="254876"/>
                      <a:pt x="2273" y="253433"/>
                    </a:cubicBezTo>
                    <a:cubicBezTo>
                      <a:pt x="-685" y="250486"/>
                      <a:pt x="-685" y="245711"/>
                      <a:pt x="2273" y="242758"/>
                    </a:cubicBezTo>
                    <a:cubicBezTo>
                      <a:pt x="2273" y="242758"/>
                      <a:pt x="2273" y="242752"/>
                      <a:pt x="2273" y="242746"/>
                    </a:cubicBezTo>
                    <a:lnTo>
                      <a:pt x="242685" y="2333"/>
                    </a:lnTo>
                    <a:cubicBezTo>
                      <a:pt x="245644" y="-619"/>
                      <a:pt x="250414" y="-619"/>
                      <a:pt x="253372" y="2333"/>
                    </a:cubicBezTo>
                    <a:cubicBezTo>
                      <a:pt x="256330" y="5286"/>
                      <a:pt x="256330" y="10068"/>
                      <a:pt x="253372" y="13020"/>
                    </a:cubicBezTo>
                    <a:lnTo>
                      <a:pt x="12960" y="253433"/>
                    </a:lnTo>
                    <a:cubicBezTo>
                      <a:pt x="11571" y="254876"/>
                      <a:pt x="9639" y="255679"/>
                      <a:pt x="7647" y="2556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" descr="ab9d6476-bac2-4706-b696-5872b317f3bc"/>
              <p:cNvSpPr/>
              <p:nvPr/>
            </p:nvSpPr>
            <p:spPr>
              <a:xfrm>
                <a:off x="8110634" y="2332309"/>
                <a:ext cx="353793" cy="15154"/>
              </a:xfrm>
              <a:custGeom>
                <a:gdLst>
                  <a:gd name="connsiteX0" fmla="*/ 346937 w 353793"/>
                  <a:gd name="connsiteY0" fmla="*/ 15273 h 15154"/>
                  <a:gd name="connsiteX1" fmla="*/ 6965 w 353793"/>
                  <a:gd name="connsiteY1" fmla="*/ 15273 h 15154"/>
                  <a:gd name="connsiteX2" fmla="*/ 83 w 353793"/>
                  <a:gd name="connsiteY2" fmla="*/ 7020 h 15154"/>
                  <a:gd name="connsiteX3" fmla="*/ 6965 w 353793"/>
                  <a:gd name="connsiteY3" fmla="*/ 119 h 15154"/>
                  <a:gd name="connsiteX4" fmla="*/ 346937 w 353793"/>
                  <a:gd name="connsiteY4" fmla="*/ 119 h 15154"/>
                  <a:gd name="connsiteX5" fmla="*/ 353819 w 353793"/>
                  <a:gd name="connsiteY5" fmla="*/ 8372 h 15154"/>
                  <a:gd name="connsiteX6" fmla="*/ 346937 w 353793"/>
                  <a:gd name="connsiteY6" fmla="*/ 15273 h 1515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3793" h="15154">
                    <a:moveTo>
                      <a:pt x="346937" y="15273"/>
                    </a:moveTo>
                    <a:lnTo>
                      <a:pt x="6965" y="15273"/>
                    </a:lnTo>
                    <a:cubicBezTo>
                      <a:pt x="2800" y="14899"/>
                      <a:pt x="-279" y="11204"/>
                      <a:pt x="83" y="7020"/>
                    </a:cubicBezTo>
                    <a:cubicBezTo>
                      <a:pt x="385" y="3355"/>
                      <a:pt x="3283" y="445"/>
                      <a:pt x="6965" y="119"/>
                    </a:cubicBezTo>
                    <a:lnTo>
                      <a:pt x="346937" y="119"/>
                    </a:lnTo>
                    <a:cubicBezTo>
                      <a:pt x="351102" y="494"/>
                      <a:pt x="354181" y="4189"/>
                      <a:pt x="353819" y="8372"/>
                    </a:cubicBezTo>
                    <a:cubicBezTo>
                      <a:pt x="353517" y="12037"/>
                      <a:pt x="350619" y="14947"/>
                      <a:pt x="346937" y="152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" name="" descr="962fbfa4-231b-461c-9df2-ce5db69550f1"/>
              <p:cNvSpPr/>
              <p:nvPr/>
            </p:nvSpPr>
            <p:spPr>
              <a:xfrm>
                <a:off x="8159461" y="2211880"/>
                <a:ext cx="255536" cy="255547"/>
              </a:xfrm>
              <a:custGeom>
                <a:gdLst>
                  <a:gd name="connsiteX0" fmla="*/ 248059 w 255536"/>
                  <a:gd name="connsiteY0" fmla="*/ 255666 h 255547"/>
                  <a:gd name="connsiteX1" fmla="*/ 242746 w 255536"/>
                  <a:gd name="connsiteY1" fmla="*/ 253433 h 255547"/>
                  <a:gd name="connsiteX2" fmla="*/ 2273 w 255536"/>
                  <a:gd name="connsiteY2" fmla="*/ 13020 h 255547"/>
                  <a:gd name="connsiteX3" fmla="*/ 2273 w 255536"/>
                  <a:gd name="connsiteY3" fmla="*/ 2333 h 255547"/>
                  <a:gd name="connsiteX4" fmla="*/ 12960 w 255536"/>
                  <a:gd name="connsiteY4" fmla="*/ 2333 h 255547"/>
                  <a:gd name="connsiteX5" fmla="*/ 253372 w 255536"/>
                  <a:gd name="connsiteY5" fmla="*/ 242746 h 255547"/>
                  <a:gd name="connsiteX6" fmla="*/ 253372 w 255536"/>
                  <a:gd name="connsiteY6" fmla="*/ 253420 h 255547"/>
                  <a:gd name="connsiteX7" fmla="*/ 253372 w 255536"/>
                  <a:gd name="connsiteY7" fmla="*/ 253433 h 255547"/>
                  <a:gd name="connsiteX8" fmla="*/ 248059 w 255536"/>
                  <a:gd name="connsiteY8" fmla="*/ 255666 h 2555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5536" h="255547">
                    <a:moveTo>
                      <a:pt x="248059" y="255666"/>
                    </a:moveTo>
                    <a:cubicBezTo>
                      <a:pt x="246067" y="255679"/>
                      <a:pt x="244135" y="254876"/>
                      <a:pt x="242746" y="253433"/>
                    </a:cubicBezTo>
                    <a:lnTo>
                      <a:pt x="2273" y="13020"/>
                    </a:lnTo>
                    <a:cubicBezTo>
                      <a:pt x="-685" y="10068"/>
                      <a:pt x="-685" y="5286"/>
                      <a:pt x="2273" y="2333"/>
                    </a:cubicBezTo>
                    <a:cubicBezTo>
                      <a:pt x="5231" y="-619"/>
                      <a:pt x="10001" y="-619"/>
                      <a:pt x="12960" y="2333"/>
                    </a:cubicBezTo>
                    <a:lnTo>
                      <a:pt x="253372" y="242746"/>
                    </a:lnTo>
                    <a:cubicBezTo>
                      <a:pt x="256330" y="245692"/>
                      <a:pt x="256330" y="250468"/>
                      <a:pt x="253372" y="253420"/>
                    </a:cubicBezTo>
                    <a:cubicBezTo>
                      <a:pt x="253372" y="253426"/>
                      <a:pt x="253372" y="253426"/>
                      <a:pt x="253372" y="253433"/>
                    </a:cubicBezTo>
                    <a:cubicBezTo>
                      <a:pt x="251983" y="254869"/>
                      <a:pt x="250052" y="255672"/>
                      <a:pt x="248059" y="2556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14" name="" descr="70b98869-3036-4cb4-b355-00f65d384559"/>
            <p:cNvSpPr/>
            <p:nvPr/>
          </p:nvSpPr>
          <p:spPr>
            <a:xfrm>
              <a:off x="390711" y="5188341"/>
              <a:ext cx="543" cy="1388"/>
            </a:xfrm>
            <a:custGeom>
              <a:gdLst>
                <a:gd name="connsiteX0" fmla="*/ 54 w 543"/>
                <a:gd name="connsiteY0" fmla="*/ 1508 h 1388"/>
                <a:gd name="connsiteX1" fmla="*/ 598 w 543"/>
                <a:gd name="connsiteY1" fmla="*/ 119 h 1388"/>
                <a:gd name="connsiteX2" fmla="*/ 598 w 543"/>
                <a:gd name="connsiteY2" fmla="*/ 542 h 1388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3" h="1388">
                  <a:moveTo>
                    <a:pt x="54" y="1508"/>
                  </a:moveTo>
                  <a:lnTo>
                    <a:pt x="598" y="119"/>
                  </a:lnTo>
                  <a:lnTo>
                    <a:pt x="598" y="542"/>
                  </a:lnTo>
                  <a:close/>
                </a:path>
              </a:pathLst>
            </a:custGeom>
            <a:solidFill>
              <a:srgbClr val="92964B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303" name="" descr="b75a06f2-f9bf-40d0-882f-0800a67278b5"/>
            <p:cNvGrpSpPr/>
            <p:nvPr/>
          </p:nvGrpSpPr>
          <p:grpSpPr>
            <a:xfrm>
              <a:off x="211279" y="3461716"/>
              <a:ext cx="1495411" cy="1919415"/>
              <a:chOff x="210223" y="3621718"/>
              <a:chExt cx="1495411" cy="1919415"/>
            </a:xfrm>
          </p:grpSpPr>
          <p:sp>
            <p:nvSpPr>
              <p:cNvPr id="113" name="" descr="f2d5de8c-bb7d-4ea6-9f88-0e80483b8991"/>
              <p:cNvSpPr/>
              <p:nvPr/>
            </p:nvSpPr>
            <p:spPr>
              <a:xfrm>
                <a:off x="210223" y="3621718"/>
                <a:ext cx="1495411" cy="1774074"/>
              </a:xfrm>
              <a:custGeom>
                <a:gdLst>
                  <a:gd name="connsiteX0" fmla="*/ 1457169 w 1495411"/>
                  <a:gd name="connsiteY0" fmla="*/ 142741 h 1774074"/>
                  <a:gd name="connsiteX1" fmla="*/ 1449622 w 1495411"/>
                  <a:gd name="connsiteY1" fmla="*/ 131209 h 1774074"/>
                  <a:gd name="connsiteX2" fmla="*/ 1412189 w 1495411"/>
                  <a:gd name="connsiteY2" fmla="*/ 88222 h 1774074"/>
                  <a:gd name="connsiteX3" fmla="*/ 1311605 w 1495411"/>
                  <a:gd name="connsiteY3" fmla="*/ 26821 h 1774074"/>
                  <a:gd name="connsiteX4" fmla="*/ 1247668 w 1495411"/>
                  <a:gd name="connsiteY4" fmla="*/ 8407 h 1774074"/>
                  <a:gd name="connsiteX5" fmla="*/ 1176486 w 1495411"/>
                  <a:gd name="connsiteY5" fmla="*/ 377 h 1774074"/>
                  <a:gd name="connsiteX6" fmla="*/ 1039616 w 1495411"/>
                  <a:gd name="connsiteY6" fmla="*/ 11848 h 1774074"/>
                  <a:gd name="connsiteX7" fmla="*/ 919712 w 1495411"/>
                  <a:gd name="connsiteY7" fmla="*/ 45175 h 1774074"/>
                  <a:gd name="connsiteX8" fmla="*/ 693366 w 1495411"/>
                  <a:gd name="connsiteY8" fmla="*/ 168823 h 1774074"/>
                  <a:gd name="connsiteX9" fmla="*/ 492861 w 1495411"/>
                  <a:gd name="connsiteY9" fmla="*/ 354174 h 1774074"/>
                  <a:gd name="connsiteX10" fmla="*/ 322786 w 1495411"/>
                  <a:gd name="connsiteY10" fmla="*/ 584745 h 1774074"/>
                  <a:gd name="connsiteX11" fmla="*/ 88712 w 1495411"/>
                  <a:gd name="connsiteY11" fmla="*/ 1113327 h 1774074"/>
                  <a:gd name="connsiteX12" fmla="*/ 32624 w 1495411"/>
                  <a:gd name="connsiteY12" fmla="*/ 1379882 h 1774074"/>
                  <a:gd name="connsiteX13" fmla="*/ 22179 w 1495411"/>
                  <a:gd name="connsiteY13" fmla="*/ 1627419 h 1774074"/>
                  <a:gd name="connsiteX14" fmla="*/ 27794 w 1495411"/>
                  <a:gd name="connsiteY14" fmla="*/ 1688760 h 1774074"/>
                  <a:gd name="connsiteX15" fmla="*/ 4791 w 1495411"/>
                  <a:gd name="connsiteY15" fmla="*/ 1737784 h 1774074"/>
                  <a:gd name="connsiteX16" fmla="*/ 2074 w 1495411"/>
                  <a:gd name="connsiteY16" fmla="*/ 1745814 h 1774074"/>
                  <a:gd name="connsiteX17" fmla="*/ 746 w 1495411"/>
                  <a:gd name="connsiteY17" fmla="*/ 1760062 h 1774074"/>
                  <a:gd name="connsiteX18" fmla="*/ 2920 w 1495411"/>
                  <a:gd name="connsiteY18" fmla="*/ 1764892 h 1774074"/>
                  <a:gd name="connsiteX19" fmla="*/ 10466 w 1495411"/>
                  <a:gd name="connsiteY19" fmla="*/ 1771957 h 1774074"/>
                  <a:gd name="connsiteX20" fmla="*/ 25620 w 1495411"/>
                  <a:gd name="connsiteY20" fmla="*/ 1773285 h 1774074"/>
                  <a:gd name="connsiteX21" fmla="*/ 37152 w 1495411"/>
                  <a:gd name="connsiteY21" fmla="*/ 1763866 h 1774074"/>
                  <a:gd name="connsiteX22" fmla="*/ 42042 w 1495411"/>
                  <a:gd name="connsiteY22" fmla="*/ 1755534 h 1774074"/>
                  <a:gd name="connsiteX23" fmla="*/ 43914 w 1495411"/>
                  <a:gd name="connsiteY23" fmla="*/ 1752576 h 1774074"/>
                  <a:gd name="connsiteX24" fmla="*/ 49046 w 1495411"/>
                  <a:gd name="connsiteY24" fmla="*/ 1743761 h 1774074"/>
                  <a:gd name="connsiteX25" fmla="*/ 52185 w 1495411"/>
                  <a:gd name="connsiteY25" fmla="*/ 1738267 h 1774074"/>
                  <a:gd name="connsiteX26" fmla="*/ 67581 w 1495411"/>
                  <a:gd name="connsiteY26" fmla="*/ 1712608 h 1774074"/>
                  <a:gd name="connsiteX27" fmla="*/ 103202 w 1495411"/>
                  <a:gd name="connsiteY27" fmla="*/ 1659297 h 1774074"/>
                  <a:gd name="connsiteX28" fmla="*/ 101753 w 1495411"/>
                  <a:gd name="connsiteY28" fmla="*/ 1660988 h 1774074"/>
                  <a:gd name="connsiteX29" fmla="*/ 188995 w 1495411"/>
                  <a:gd name="connsiteY29" fmla="*/ 1554305 h 1774074"/>
                  <a:gd name="connsiteX30" fmla="*/ 291632 w 1495411"/>
                  <a:gd name="connsiteY30" fmla="*/ 1450158 h 1774074"/>
                  <a:gd name="connsiteX31" fmla="*/ 374708 w 1495411"/>
                  <a:gd name="connsiteY31" fmla="*/ 1372999 h 1774074"/>
                  <a:gd name="connsiteX32" fmla="*/ 394632 w 1495411"/>
                  <a:gd name="connsiteY32" fmla="*/ 1354887 h 1774074"/>
                  <a:gd name="connsiteX33" fmla="*/ 508619 w 1495411"/>
                  <a:gd name="connsiteY33" fmla="*/ 1256234 h 1774074"/>
                  <a:gd name="connsiteX34" fmla="*/ 801739 w 1495411"/>
                  <a:gd name="connsiteY34" fmla="*/ 1033874 h 1774074"/>
                  <a:gd name="connsiteX35" fmla="*/ 808924 w 1495411"/>
                  <a:gd name="connsiteY35" fmla="*/ 1028621 h 1774074"/>
                  <a:gd name="connsiteX36" fmla="*/ 1112006 w 1495411"/>
                  <a:gd name="connsiteY36" fmla="*/ 797747 h 1774074"/>
                  <a:gd name="connsiteX37" fmla="*/ 1378742 w 1495411"/>
                  <a:gd name="connsiteY37" fmla="*/ 541275 h 1774074"/>
                  <a:gd name="connsiteX38" fmla="*/ 1430181 w 1495411"/>
                  <a:gd name="connsiteY38" fmla="*/ 474863 h 1774074"/>
                  <a:gd name="connsiteX39" fmla="*/ 1464414 w 1495411"/>
                  <a:gd name="connsiteY39" fmla="*/ 413522 h 1774074"/>
                  <a:gd name="connsiteX40" fmla="*/ 1495205 w 1495411"/>
                  <a:gd name="connsiteY40" fmla="*/ 289572 h 1774074"/>
                  <a:gd name="connsiteX41" fmla="*/ 1476368 w 1495411"/>
                  <a:gd name="connsiteY41" fmla="*/ 180415 h 1774074"/>
                  <a:gd name="connsiteX42" fmla="*/ 1457169 w 1495411"/>
                  <a:gd name="connsiteY42" fmla="*/ 142680 h 1774074"/>
                  <a:gd name="connsiteX43" fmla="*/ 403024 w 1495411"/>
                  <a:gd name="connsiteY43" fmla="*/ 525034 h 1774074"/>
                  <a:gd name="connsiteX44" fmla="*/ 403024 w 1495411"/>
                  <a:gd name="connsiteY44" fmla="*/ 525034 h 1774074"/>
                  <a:gd name="connsiteX45" fmla="*/ 403024 w 1495411"/>
                  <a:gd name="connsiteY45" fmla="*/ 524612 h 1774074"/>
                  <a:gd name="connsiteX46" fmla="*/ 403869 w 1495411"/>
                  <a:gd name="connsiteY46" fmla="*/ 523827 h 1774074"/>
                  <a:gd name="connsiteX47" fmla="*/ 389922 w 1495411"/>
                  <a:gd name="connsiteY47" fmla="*/ 543449 h 1774074"/>
                  <a:gd name="connsiteX48" fmla="*/ 402601 w 1495411"/>
                  <a:gd name="connsiteY48" fmla="*/ 525336 h 1774074"/>
                  <a:gd name="connsiteX49" fmla="*/ 402601 w 1495411"/>
                  <a:gd name="connsiteY49" fmla="*/ 525336 h 1774074"/>
                  <a:gd name="connsiteX50" fmla="*/ 402601 w 1495411"/>
                  <a:gd name="connsiteY50" fmla="*/ 525336 h 1774074"/>
                  <a:gd name="connsiteX51" fmla="*/ 402601 w 1495411"/>
                  <a:gd name="connsiteY51" fmla="*/ 525336 h 1774074"/>
                  <a:gd name="connsiteX52" fmla="*/ 402601 w 1495411"/>
                  <a:gd name="connsiteY52" fmla="*/ 525336 h 17740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1495411" h="1774073">
                    <a:moveTo>
                      <a:pt x="1457169" y="142741"/>
                    </a:moveTo>
                    <a:cubicBezTo>
                      <a:pt x="1454754" y="138756"/>
                      <a:pt x="1452218" y="134952"/>
                      <a:pt x="1449622" y="131209"/>
                    </a:cubicBezTo>
                    <a:cubicBezTo>
                      <a:pt x="1438682" y="115608"/>
                      <a:pt x="1426136" y="101203"/>
                      <a:pt x="1412189" y="88222"/>
                    </a:cubicBezTo>
                    <a:cubicBezTo>
                      <a:pt x="1382926" y="61470"/>
                      <a:pt x="1348772" y="40623"/>
                      <a:pt x="1311605" y="26821"/>
                    </a:cubicBezTo>
                    <a:cubicBezTo>
                      <a:pt x="1290848" y="18900"/>
                      <a:pt x="1269457" y="12736"/>
                      <a:pt x="1247668" y="8407"/>
                    </a:cubicBezTo>
                    <a:cubicBezTo>
                      <a:pt x="1224182" y="3903"/>
                      <a:pt x="1200382" y="1216"/>
                      <a:pt x="1176486" y="377"/>
                    </a:cubicBezTo>
                    <a:cubicBezTo>
                      <a:pt x="1130577" y="-958"/>
                      <a:pt x="1084662" y="2894"/>
                      <a:pt x="1039616" y="11848"/>
                    </a:cubicBezTo>
                    <a:cubicBezTo>
                      <a:pt x="998773" y="19534"/>
                      <a:pt x="958660" y="30685"/>
                      <a:pt x="919712" y="45175"/>
                    </a:cubicBezTo>
                    <a:cubicBezTo>
                      <a:pt x="838877" y="75658"/>
                      <a:pt x="762694" y="117274"/>
                      <a:pt x="693366" y="168823"/>
                    </a:cubicBezTo>
                    <a:cubicBezTo>
                      <a:pt x="620108" y="223275"/>
                      <a:pt x="552890" y="285412"/>
                      <a:pt x="492861" y="354174"/>
                    </a:cubicBezTo>
                    <a:cubicBezTo>
                      <a:pt x="429877" y="426183"/>
                      <a:pt x="372990" y="503305"/>
                      <a:pt x="322786" y="584745"/>
                    </a:cubicBezTo>
                    <a:cubicBezTo>
                      <a:pt x="220824" y="749333"/>
                      <a:pt x="142057" y="927209"/>
                      <a:pt x="88712" y="1113327"/>
                    </a:cubicBezTo>
                    <a:cubicBezTo>
                      <a:pt x="63433" y="1200665"/>
                      <a:pt x="44685" y="1289761"/>
                      <a:pt x="32624" y="1379882"/>
                    </a:cubicBezTo>
                    <a:cubicBezTo>
                      <a:pt x="21146" y="1461865"/>
                      <a:pt x="17648" y="1544766"/>
                      <a:pt x="22179" y="1627419"/>
                    </a:cubicBezTo>
                    <a:cubicBezTo>
                      <a:pt x="23447" y="1647946"/>
                      <a:pt x="25319" y="1668594"/>
                      <a:pt x="27794" y="1688760"/>
                    </a:cubicBezTo>
                    <a:cubicBezTo>
                      <a:pt x="18830" y="1704463"/>
                      <a:pt x="11138" y="1720855"/>
                      <a:pt x="4791" y="1737784"/>
                    </a:cubicBezTo>
                    <a:cubicBezTo>
                      <a:pt x="3825" y="1740441"/>
                      <a:pt x="2920" y="1743097"/>
                      <a:pt x="2074" y="1745814"/>
                    </a:cubicBezTo>
                    <a:cubicBezTo>
                      <a:pt x="-42" y="1750257"/>
                      <a:pt x="-513" y="1755305"/>
                      <a:pt x="746" y="1760062"/>
                    </a:cubicBezTo>
                    <a:cubicBezTo>
                      <a:pt x="1230" y="1761771"/>
                      <a:pt x="1962" y="1763395"/>
                      <a:pt x="2920" y="1764892"/>
                    </a:cubicBezTo>
                    <a:cubicBezTo>
                      <a:pt x="4763" y="1767875"/>
                      <a:pt x="7368" y="1770314"/>
                      <a:pt x="10466" y="1771957"/>
                    </a:cubicBezTo>
                    <a:cubicBezTo>
                      <a:pt x="15145" y="1774378"/>
                      <a:pt x="20591" y="1774854"/>
                      <a:pt x="25620" y="1773285"/>
                    </a:cubicBezTo>
                    <a:cubicBezTo>
                      <a:pt x="30565" y="1771805"/>
                      <a:pt x="34715" y="1768418"/>
                      <a:pt x="37152" y="1763866"/>
                    </a:cubicBezTo>
                    <a:cubicBezTo>
                      <a:pt x="38601" y="1760968"/>
                      <a:pt x="40352" y="1758251"/>
                      <a:pt x="42042" y="1755534"/>
                    </a:cubicBezTo>
                    <a:lnTo>
                      <a:pt x="43914" y="1752576"/>
                    </a:lnTo>
                    <a:cubicBezTo>
                      <a:pt x="45665" y="1749678"/>
                      <a:pt x="47355" y="1746539"/>
                      <a:pt x="49046" y="1743761"/>
                    </a:cubicBezTo>
                    <a:lnTo>
                      <a:pt x="52185" y="1738267"/>
                    </a:lnTo>
                    <a:cubicBezTo>
                      <a:pt x="57136" y="1729634"/>
                      <a:pt x="62328" y="1721060"/>
                      <a:pt x="67581" y="1712608"/>
                    </a:cubicBezTo>
                    <a:cubicBezTo>
                      <a:pt x="78207" y="1695461"/>
                      <a:pt x="89799" y="1678013"/>
                      <a:pt x="103202" y="1659297"/>
                    </a:cubicBezTo>
                    <a:lnTo>
                      <a:pt x="101753" y="1660988"/>
                    </a:lnTo>
                    <a:cubicBezTo>
                      <a:pt x="128973" y="1623947"/>
                      <a:pt x="158093" y="1588338"/>
                      <a:pt x="188995" y="1554305"/>
                    </a:cubicBezTo>
                    <a:cubicBezTo>
                      <a:pt x="224073" y="1515484"/>
                      <a:pt x="260660" y="1479863"/>
                      <a:pt x="291632" y="1450158"/>
                    </a:cubicBezTo>
                    <a:cubicBezTo>
                      <a:pt x="319042" y="1424076"/>
                      <a:pt x="347358" y="1398115"/>
                      <a:pt x="374708" y="1372999"/>
                    </a:cubicBezTo>
                    <a:lnTo>
                      <a:pt x="394632" y="1354887"/>
                    </a:lnTo>
                    <a:cubicBezTo>
                      <a:pt x="428864" y="1323371"/>
                      <a:pt x="466176" y="1291071"/>
                      <a:pt x="508619" y="1256234"/>
                    </a:cubicBezTo>
                    <a:cubicBezTo>
                      <a:pt x="603106" y="1179015"/>
                      <a:pt x="704113" y="1105297"/>
                      <a:pt x="801739" y="1033874"/>
                    </a:cubicBezTo>
                    <a:lnTo>
                      <a:pt x="808924" y="1028621"/>
                    </a:lnTo>
                    <a:cubicBezTo>
                      <a:pt x="918685" y="948322"/>
                      <a:pt x="1017277" y="875571"/>
                      <a:pt x="1112006" y="797747"/>
                    </a:cubicBezTo>
                    <a:cubicBezTo>
                      <a:pt x="1219775" y="709238"/>
                      <a:pt x="1307016" y="625317"/>
                      <a:pt x="1378742" y="541275"/>
                    </a:cubicBezTo>
                    <a:cubicBezTo>
                      <a:pt x="1397102" y="520108"/>
                      <a:pt x="1414278" y="497932"/>
                      <a:pt x="1430181" y="474863"/>
                    </a:cubicBezTo>
                    <a:cubicBezTo>
                      <a:pt x="1443301" y="455416"/>
                      <a:pt x="1454748" y="434895"/>
                      <a:pt x="1464414" y="413522"/>
                    </a:cubicBezTo>
                    <a:cubicBezTo>
                      <a:pt x="1482460" y="374538"/>
                      <a:pt x="1492911" y="332469"/>
                      <a:pt x="1495205" y="289572"/>
                    </a:cubicBezTo>
                    <a:cubicBezTo>
                      <a:pt x="1496883" y="252254"/>
                      <a:pt x="1490459" y="215015"/>
                      <a:pt x="1476368" y="180415"/>
                    </a:cubicBezTo>
                    <a:cubicBezTo>
                      <a:pt x="1470995" y="167338"/>
                      <a:pt x="1464571" y="154719"/>
                      <a:pt x="1457169" y="142680"/>
                    </a:cubicBezTo>
                    <a:moveTo>
                      <a:pt x="403024" y="525034"/>
                    </a:moveTo>
                    <a:lnTo>
                      <a:pt x="403024" y="525034"/>
                    </a:lnTo>
                    <a:lnTo>
                      <a:pt x="403024" y="524612"/>
                    </a:lnTo>
                    <a:lnTo>
                      <a:pt x="403869" y="523827"/>
                    </a:lnTo>
                    <a:cubicBezTo>
                      <a:pt x="399160" y="530287"/>
                      <a:pt x="394571" y="536868"/>
                      <a:pt x="389922" y="543449"/>
                    </a:cubicBezTo>
                    <a:lnTo>
                      <a:pt x="402601" y="525336"/>
                    </a:lnTo>
                    <a:lnTo>
                      <a:pt x="402601" y="525336"/>
                    </a:lnTo>
                    <a:lnTo>
                      <a:pt x="402601" y="525336"/>
                    </a:lnTo>
                    <a:lnTo>
                      <a:pt x="402601" y="525336"/>
                    </a:lnTo>
                    <a:lnTo>
                      <a:pt x="402601" y="525336"/>
                    </a:lnTo>
                  </a:path>
                </a:pathLst>
              </a:custGeom>
              <a:solidFill>
                <a:srgbClr val="B2B67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" name="" descr="4808617e-fce3-4cc7-a9a0-390800a3354f"/>
              <p:cNvSpPr/>
              <p:nvPr/>
            </p:nvSpPr>
            <p:spPr>
              <a:xfrm>
                <a:off x="258886" y="3696772"/>
                <a:ext cx="1332873" cy="1844361"/>
              </a:xfrm>
              <a:custGeom>
                <a:gdLst>
                  <a:gd name="connsiteX0" fmla="*/ 34012 w 1332873"/>
                  <a:gd name="connsiteY0" fmla="*/ 1831358 h 1844361"/>
                  <a:gd name="connsiteX1" fmla="*/ 42585 w 1332873"/>
                  <a:gd name="connsiteY1" fmla="*/ 1789941 h 1844361"/>
                  <a:gd name="connsiteX2" fmla="*/ 52124 w 1332873"/>
                  <a:gd name="connsiteY2" fmla="*/ 1748403 h 1844361"/>
                  <a:gd name="connsiteX3" fmla="*/ 75489 w 1332873"/>
                  <a:gd name="connsiteY3" fmla="*/ 1662550 h 1844361"/>
                  <a:gd name="connsiteX4" fmla="*/ 131880 w 1332873"/>
                  <a:gd name="connsiteY4" fmla="*/ 1493078 h 1844361"/>
                  <a:gd name="connsiteX5" fmla="*/ 131095 w 1332873"/>
                  <a:gd name="connsiteY5" fmla="*/ 1495191 h 1844361"/>
                  <a:gd name="connsiteX6" fmla="*/ 132242 w 1332873"/>
                  <a:gd name="connsiteY6" fmla="*/ 1492111 h 1844361"/>
                  <a:gd name="connsiteX7" fmla="*/ 132242 w 1332873"/>
                  <a:gd name="connsiteY7" fmla="*/ 1491387 h 1844361"/>
                  <a:gd name="connsiteX8" fmla="*/ 132242 w 1332873"/>
                  <a:gd name="connsiteY8" fmla="*/ 1491387 h 1844361"/>
                  <a:gd name="connsiteX9" fmla="*/ 132242 w 1332873"/>
                  <a:gd name="connsiteY9" fmla="*/ 1491387 h 1844361"/>
                  <a:gd name="connsiteX10" fmla="*/ 295858 w 1332873"/>
                  <a:gd name="connsiteY10" fmla="*/ 1140488 h 1844361"/>
                  <a:gd name="connsiteX11" fmla="*/ 389197 w 1332873"/>
                  <a:gd name="connsiteY11" fmla="*/ 1107705 h 1844361"/>
                  <a:gd name="connsiteX12" fmla="*/ 493042 w 1332873"/>
                  <a:gd name="connsiteY12" fmla="*/ 1053790 h 1844361"/>
                  <a:gd name="connsiteX13" fmla="*/ 494491 w 1332873"/>
                  <a:gd name="connsiteY13" fmla="*/ 1047752 h 1844361"/>
                  <a:gd name="connsiteX14" fmla="*/ 488453 w 1332873"/>
                  <a:gd name="connsiteY14" fmla="*/ 1046304 h 1844361"/>
                  <a:gd name="connsiteX15" fmla="*/ 405136 w 1332873"/>
                  <a:gd name="connsiteY15" fmla="*/ 1088566 h 1844361"/>
                  <a:gd name="connsiteX16" fmla="*/ 342467 w 1332873"/>
                  <a:gd name="connsiteY16" fmla="*/ 1111750 h 1844361"/>
                  <a:gd name="connsiteX17" fmla="*/ 307329 w 1332873"/>
                  <a:gd name="connsiteY17" fmla="*/ 1120685 h 1844361"/>
                  <a:gd name="connsiteX18" fmla="*/ 409966 w 1332873"/>
                  <a:gd name="connsiteY18" fmla="*/ 951636 h 1844361"/>
                  <a:gd name="connsiteX19" fmla="*/ 465873 w 1332873"/>
                  <a:gd name="connsiteY19" fmla="*/ 868922 h 1844361"/>
                  <a:gd name="connsiteX20" fmla="*/ 565914 w 1332873"/>
                  <a:gd name="connsiteY20" fmla="*/ 860530 h 1844361"/>
                  <a:gd name="connsiteX21" fmla="*/ 673985 w 1332873"/>
                  <a:gd name="connsiteY21" fmla="*/ 834569 h 1844361"/>
                  <a:gd name="connsiteX22" fmla="*/ 776623 w 1332873"/>
                  <a:gd name="connsiteY22" fmla="*/ 796774 h 1844361"/>
                  <a:gd name="connsiteX23" fmla="*/ 876664 w 1332873"/>
                  <a:gd name="connsiteY23" fmla="*/ 750587 h 1844361"/>
                  <a:gd name="connsiteX24" fmla="*/ 877932 w 1332873"/>
                  <a:gd name="connsiteY24" fmla="*/ 745214 h 1844361"/>
                  <a:gd name="connsiteX25" fmla="*/ 872558 w 1332873"/>
                  <a:gd name="connsiteY25" fmla="*/ 743946 h 1844361"/>
                  <a:gd name="connsiteX26" fmla="*/ 824802 w 1332873"/>
                  <a:gd name="connsiteY26" fmla="*/ 766587 h 1844361"/>
                  <a:gd name="connsiteX27" fmla="*/ 714497 w 1332873"/>
                  <a:gd name="connsiteY27" fmla="*/ 807702 h 1844361"/>
                  <a:gd name="connsiteX28" fmla="*/ 596766 w 1332873"/>
                  <a:gd name="connsiteY28" fmla="*/ 835172 h 1844361"/>
                  <a:gd name="connsiteX29" fmla="*/ 597490 w 1332873"/>
                  <a:gd name="connsiteY29" fmla="*/ 835172 h 1844361"/>
                  <a:gd name="connsiteX30" fmla="*/ 528240 w 1332873"/>
                  <a:gd name="connsiteY30" fmla="*/ 842780 h 1844361"/>
                  <a:gd name="connsiteX31" fmla="*/ 482657 w 1332873"/>
                  <a:gd name="connsiteY31" fmla="*/ 844893 h 1844361"/>
                  <a:gd name="connsiteX32" fmla="*/ 674529 w 1332873"/>
                  <a:gd name="connsiteY32" fmla="*/ 602548 h 1844361"/>
                  <a:gd name="connsiteX33" fmla="*/ 677246 w 1332873"/>
                  <a:gd name="connsiteY33" fmla="*/ 599530 h 1844361"/>
                  <a:gd name="connsiteX34" fmla="*/ 773845 w 1332873"/>
                  <a:gd name="connsiteY34" fmla="*/ 604661 h 1844361"/>
                  <a:gd name="connsiteX35" fmla="*/ 879018 w 1332873"/>
                  <a:gd name="connsiteY35" fmla="*/ 591017 h 1844361"/>
                  <a:gd name="connsiteX36" fmla="*/ 931001 w 1332873"/>
                  <a:gd name="connsiteY36" fmla="*/ 578942 h 1844361"/>
                  <a:gd name="connsiteX37" fmla="*/ 982561 w 1332873"/>
                  <a:gd name="connsiteY37" fmla="*/ 564391 h 1844361"/>
                  <a:gd name="connsiteX38" fmla="*/ 1083568 w 1332873"/>
                  <a:gd name="connsiteY38" fmla="*/ 530038 h 1844361"/>
                  <a:gd name="connsiteX39" fmla="*/ 1142132 w 1332873"/>
                  <a:gd name="connsiteY39" fmla="*/ 508303 h 1844361"/>
                  <a:gd name="connsiteX40" fmla="*/ 1144547 w 1332873"/>
                  <a:gd name="connsiteY40" fmla="*/ 503835 h 1844361"/>
                  <a:gd name="connsiteX41" fmla="*/ 1144185 w 1332873"/>
                  <a:gd name="connsiteY41" fmla="*/ 502930 h 1844361"/>
                  <a:gd name="connsiteX42" fmla="*/ 1140140 w 1332873"/>
                  <a:gd name="connsiteY42" fmla="*/ 501360 h 1844361"/>
                  <a:gd name="connsiteX43" fmla="*/ 1008522 w 1332873"/>
                  <a:gd name="connsiteY43" fmla="*/ 545977 h 1844361"/>
                  <a:gd name="connsiteX44" fmla="*/ 940118 w 1332873"/>
                  <a:gd name="connsiteY44" fmla="*/ 564090 h 1844361"/>
                  <a:gd name="connsiteX45" fmla="*/ 870868 w 1332873"/>
                  <a:gd name="connsiteY45" fmla="*/ 577312 h 1844361"/>
                  <a:gd name="connsiteX46" fmla="*/ 712867 w 1332873"/>
                  <a:gd name="connsiteY46" fmla="*/ 581598 h 1844361"/>
                  <a:gd name="connsiteX47" fmla="*/ 695177 w 1332873"/>
                  <a:gd name="connsiteY47" fmla="*/ 579304 h 1844361"/>
                  <a:gd name="connsiteX48" fmla="*/ 726391 w 1332873"/>
                  <a:gd name="connsiteY48" fmla="*/ 544347 h 1844361"/>
                  <a:gd name="connsiteX49" fmla="*/ 779219 w 1332873"/>
                  <a:gd name="connsiteY49" fmla="*/ 487413 h 1844361"/>
                  <a:gd name="connsiteX50" fmla="*/ 879260 w 1332873"/>
                  <a:gd name="connsiteY50" fmla="*/ 387734 h 1844361"/>
                  <a:gd name="connsiteX51" fmla="*/ 880830 w 1332873"/>
                  <a:gd name="connsiteY51" fmla="*/ 387734 h 1844361"/>
                  <a:gd name="connsiteX52" fmla="*/ 985640 w 1332873"/>
                  <a:gd name="connsiteY52" fmla="*/ 384414 h 1844361"/>
                  <a:gd name="connsiteX53" fmla="*/ 1090270 w 1332873"/>
                  <a:gd name="connsiteY53" fmla="*/ 366301 h 1844361"/>
                  <a:gd name="connsiteX54" fmla="*/ 1295545 w 1332873"/>
                  <a:gd name="connsiteY54" fmla="*/ 305081 h 1844361"/>
                  <a:gd name="connsiteX55" fmla="*/ 1297899 w 1332873"/>
                  <a:gd name="connsiteY55" fmla="*/ 300734 h 1844361"/>
                  <a:gd name="connsiteX56" fmla="*/ 1297537 w 1332873"/>
                  <a:gd name="connsiteY56" fmla="*/ 299950 h 1844361"/>
                  <a:gd name="connsiteX57" fmla="*/ 1293552 w 1332873"/>
                  <a:gd name="connsiteY57" fmla="*/ 298380 h 1844361"/>
                  <a:gd name="connsiteX58" fmla="*/ 1175580 w 1332873"/>
                  <a:gd name="connsiteY58" fmla="*/ 333820 h 1844361"/>
                  <a:gd name="connsiteX59" fmla="*/ 1051389 w 1332873"/>
                  <a:gd name="connsiteY59" fmla="*/ 360384 h 1844361"/>
                  <a:gd name="connsiteX60" fmla="*/ 967226 w 1332873"/>
                  <a:gd name="connsiteY60" fmla="*/ 368596 h 1844361"/>
                  <a:gd name="connsiteX61" fmla="*/ 924964 w 1332873"/>
                  <a:gd name="connsiteY61" fmla="*/ 369199 h 1844361"/>
                  <a:gd name="connsiteX62" fmla="*/ 899485 w 1332873"/>
                  <a:gd name="connsiteY62" fmla="*/ 368354 h 1844361"/>
                  <a:gd name="connsiteX63" fmla="*/ 962517 w 1332873"/>
                  <a:gd name="connsiteY63" fmla="*/ 311058 h 1844361"/>
                  <a:gd name="connsiteX64" fmla="*/ 1037925 w 1332873"/>
                  <a:gd name="connsiteY64" fmla="*/ 247001 h 1844361"/>
                  <a:gd name="connsiteX65" fmla="*/ 1036536 w 1332873"/>
                  <a:gd name="connsiteY65" fmla="*/ 248208 h 1844361"/>
                  <a:gd name="connsiteX66" fmla="*/ 1114239 w 1332873"/>
                  <a:gd name="connsiteY66" fmla="*/ 187169 h 1844361"/>
                  <a:gd name="connsiteX67" fmla="*/ 1115990 w 1332873"/>
                  <a:gd name="connsiteY67" fmla="*/ 187169 h 1844361"/>
                  <a:gd name="connsiteX68" fmla="*/ 1117137 w 1332873"/>
                  <a:gd name="connsiteY68" fmla="*/ 187773 h 1844361"/>
                  <a:gd name="connsiteX69" fmla="*/ 1143400 w 1332873"/>
                  <a:gd name="connsiteY69" fmla="*/ 195018 h 1844361"/>
                  <a:gd name="connsiteX70" fmla="*/ 1170206 w 1332873"/>
                  <a:gd name="connsiteY70" fmla="*/ 199425 h 1844361"/>
                  <a:gd name="connsiteX71" fmla="*/ 1223457 w 1332873"/>
                  <a:gd name="connsiteY71" fmla="*/ 201478 h 1844361"/>
                  <a:gd name="connsiteX72" fmla="*/ 1330562 w 1332873"/>
                  <a:gd name="connsiteY72" fmla="*/ 179864 h 1844361"/>
                  <a:gd name="connsiteX73" fmla="*/ 1332796 w 1332873"/>
                  <a:gd name="connsiteY73" fmla="*/ 175758 h 1844361"/>
                  <a:gd name="connsiteX74" fmla="*/ 1332434 w 1332873"/>
                  <a:gd name="connsiteY74" fmla="*/ 174974 h 1844361"/>
                  <a:gd name="connsiteX75" fmla="*/ 1328751 w 1332873"/>
                  <a:gd name="connsiteY75" fmla="*/ 173464 h 1844361"/>
                  <a:gd name="connsiteX76" fmla="*/ 1298563 w 1332873"/>
                  <a:gd name="connsiteY76" fmla="*/ 182883 h 1844361"/>
                  <a:gd name="connsiteX77" fmla="*/ 1268376 w 1332873"/>
                  <a:gd name="connsiteY77" fmla="*/ 188920 h 1844361"/>
                  <a:gd name="connsiteX78" fmla="*/ 1268376 w 1332873"/>
                  <a:gd name="connsiteY78" fmla="*/ 188920 h 1844361"/>
                  <a:gd name="connsiteX79" fmla="*/ 1231064 w 1332873"/>
                  <a:gd name="connsiteY79" fmla="*/ 192241 h 1844361"/>
                  <a:gd name="connsiteX80" fmla="*/ 1193994 w 1332873"/>
                  <a:gd name="connsiteY80" fmla="*/ 190610 h 1844361"/>
                  <a:gd name="connsiteX81" fmla="*/ 1158312 w 1332873"/>
                  <a:gd name="connsiteY81" fmla="*/ 184573 h 1844361"/>
                  <a:gd name="connsiteX82" fmla="*/ 1129212 w 1332873"/>
                  <a:gd name="connsiteY82" fmla="*/ 175939 h 1844361"/>
                  <a:gd name="connsiteX83" fmla="*/ 1324464 w 1332873"/>
                  <a:gd name="connsiteY83" fmla="*/ 45892 h 1844361"/>
                  <a:gd name="connsiteX84" fmla="*/ 1325998 w 1332873"/>
                  <a:gd name="connsiteY84" fmla="*/ 40827 h 1844361"/>
                  <a:gd name="connsiteX85" fmla="*/ 1325732 w 1332873"/>
                  <a:gd name="connsiteY85" fmla="*/ 40398 h 1844361"/>
                  <a:gd name="connsiteX86" fmla="*/ 1320328 w 1332873"/>
                  <a:gd name="connsiteY86" fmla="*/ 38804 h 1844361"/>
                  <a:gd name="connsiteX87" fmla="*/ 1320177 w 1332873"/>
                  <a:gd name="connsiteY87" fmla="*/ 38889 h 1844361"/>
                  <a:gd name="connsiteX88" fmla="*/ 1123657 w 1332873"/>
                  <a:gd name="connsiteY88" fmla="*/ 166460 h 1844361"/>
                  <a:gd name="connsiteX89" fmla="*/ 1128850 w 1332873"/>
                  <a:gd name="connsiteY89" fmla="*/ 146295 h 1844361"/>
                  <a:gd name="connsiteX90" fmla="*/ 1141226 w 1332873"/>
                  <a:gd name="connsiteY90" fmla="*/ 108742 h 1844361"/>
                  <a:gd name="connsiteX91" fmla="*/ 1165376 w 1332873"/>
                  <a:gd name="connsiteY91" fmla="*/ 55371 h 1844361"/>
                  <a:gd name="connsiteX92" fmla="*/ 1195564 w 1332873"/>
                  <a:gd name="connsiteY92" fmla="*/ 5018 h 1844361"/>
                  <a:gd name="connsiteX93" fmla="*/ 1195564 w 1332873"/>
                  <a:gd name="connsiteY93" fmla="*/ 1698 h 1844361"/>
                  <a:gd name="connsiteX94" fmla="*/ 1194296 w 1332873"/>
                  <a:gd name="connsiteY94" fmla="*/ 490 h 1844361"/>
                  <a:gd name="connsiteX95" fmla="*/ 1189828 w 1332873"/>
                  <a:gd name="connsiteY95" fmla="*/ 1818 h 1844361"/>
                  <a:gd name="connsiteX96" fmla="*/ 1163324 w 1332873"/>
                  <a:gd name="connsiteY96" fmla="*/ 44081 h 1844361"/>
                  <a:gd name="connsiteX97" fmla="*/ 1140321 w 1332873"/>
                  <a:gd name="connsiteY97" fmla="*/ 88154 h 1844361"/>
                  <a:gd name="connsiteX98" fmla="*/ 1121786 w 1332873"/>
                  <a:gd name="connsiteY98" fmla="*/ 133134 h 1844361"/>
                  <a:gd name="connsiteX99" fmla="*/ 1109711 w 1332873"/>
                  <a:gd name="connsiteY99" fmla="*/ 176603 h 1844361"/>
                  <a:gd name="connsiteX100" fmla="*/ 1080670 w 1332873"/>
                  <a:gd name="connsiteY100" fmla="*/ 197614 h 1844361"/>
                  <a:gd name="connsiteX101" fmla="*/ 964087 w 1332873"/>
                  <a:gd name="connsiteY101" fmla="*/ 289022 h 1844361"/>
                  <a:gd name="connsiteX102" fmla="*/ 875034 w 1332873"/>
                  <a:gd name="connsiteY102" fmla="*/ 365939 h 1844361"/>
                  <a:gd name="connsiteX103" fmla="*/ 873947 w 1332873"/>
                  <a:gd name="connsiteY103" fmla="*/ 337925 h 1844361"/>
                  <a:gd name="connsiteX104" fmla="*/ 876060 w 1332873"/>
                  <a:gd name="connsiteY104" fmla="*/ 297957 h 1844361"/>
                  <a:gd name="connsiteX105" fmla="*/ 876060 w 1332873"/>
                  <a:gd name="connsiteY105" fmla="*/ 298440 h 1844361"/>
                  <a:gd name="connsiteX106" fmla="*/ 876060 w 1332873"/>
                  <a:gd name="connsiteY106" fmla="*/ 297172 h 1844361"/>
                  <a:gd name="connsiteX107" fmla="*/ 876060 w 1332873"/>
                  <a:gd name="connsiteY107" fmla="*/ 297172 h 1844361"/>
                  <a:gd name="connsiteX108" fmla="*/ 876060 w 1332873"/>
                  <a:gd name="connsiteY108" fmla="*/ 297172 h 1844361"/>
                  <a:gd name="connsiteX109" fmla="*/ 876060 w 1332873"/>
                  <a:gd name="connsiteY109" fmla="*/ 297172 h 1844361"/>
                  <a:gd name="connsiteX110" fmla="*/ 888980 w 1332873"/>
                  <a:gd name="connsiteY110" fmla="*/ 230277 h 1844361"/>
                  <a:gd name="connsiteX111" fmla="*/ 911379 w 1332873"/>
                  <a:gd name="connsiteY111" fmla="*/ 161812 h 1844361"/>
                  <a:gd name="connsiteX112" fmla="*/ 911017 w 1332873"/>
                  <a:gd name="connsiteY112" fmla="*/ 162778 h 1844361"/>
                  <a:gd name="connsiteX113" fmla="*/ 967769 w 1332873"/>
                  <a:gd name="connsiteY113" fmla="*/ 27236 h 1844361"/>
                  <a:gd name="connsiteX114" fmla="*/ 967769 w 1332873"/>
                  <a:gd name="connsiteY114" fmla="*/ 23855 h 1844361"/>
                  <a:gd name="connsiteX115" fmla="*/ 966562 w 1332873"/>
                  <a:gd name="connsiteY115" fmla="*/ 22708 h 1844361"/>
                  <a:gd name="connsiteX116" fmla="*/ 962034 w 1332873"/>
                  <a:gd name="connsiteY116" fmla="*/ 24097 h 1844361"/>
                  <a:gd name="connsiteX117" fmla="*/ 890791 w 1332873"/>
                  <a:gd name="connsiteY117" fmla="*/ 194897 h 1844361"/>
                  <a:gd name="connsiteX118" fmla="*/ 866642 w 1332873"/>
                  <a:gd name="connsiteY118" fmla="*/ 283829 h 1844361"/>
                  <a:gd name="connsiteX119" fmla="*/ 860604 w 1332873"/>
                  <a:gd name="connsiteY119" fmla="*/ 378316 h 1844361"/>
                  <a:gd name="connsiteX120" fmla="*/ 860604 w 1332873"/>
                  <a:gd name="connsiteY120" fmla="*/ 378980 h 1844361"/>
                  <a:gd name="connsiteX121" fmla="*/ 849193 w 1332873"/>
                  <a:gd name="connsiteY121" fmla="*/ 389123 h 1844361"/>
                  <a:gd name="connsiteX122" fmla="*/ 737802 w 1332873"/>
                  <a:gd name="connsiteY122" fmla="*/ 496168 h 1844361"/>
                  <a:gd name="connsiteX123" fmla="*/ 672416 w 1332873"/>
                  <a:gd name="connsiteY123" fmla="*/ 564452 h 1844361"/>
                  <a:gd name="connsiteX124" fmla="*/ 662997 w 1332873"/>
                  <a:gd name="connsiteY124" fmla="*/ 512469 h 1844361"/>
                  <a:gd name="connsiteX125" fmla="*/ 658409 w 1332873"/>
                  <a:gd name="connsiteY125" fmla="*/ 332431 h 1844361"/>
                  <a:gd name="connsiteX126" fmla="*/ 694634 w 1332873"/>
                  <a:gd name="connsiteY126" fmla="*/ 167789 h 1844361"/>
                  <a:gd name="connsiteX127" fmla="*/ 694090 w 1332873"/>
                  <a:gd name="connsiteY127" fmla="*/ 164106 h 1844361"/>
                  <a:gd name="connsiteX128" fmla="*/ 690830 w 1332873"/>
                  <a:gd name="connsiteY128" fmla="*/ 161631 h 1844361"/>
                  <a:gd name="connsiteX129" fmla="*/ 684792 w 1332873"/>
                  <a:gd name="connsiteY129" fmla="*/ 165434 h 1844361"/>
                  <a:gd name="connsiteX130" fmla="*/ 657020 w 1332873"/>
                  <a:gd name="connsiteY130" fmla="*/ 268856 h 1844361"/>
                  <a:gd name="connsiteX131" fmla="*/ 641987 w 1332873"/>
                  <a:gd name="connsiteY131" fmla="*/ 373305 h 1844361"/>
                  <a:gd name="connsiteX132" fmla="*/ 639572 w 1332873"/>
                  <a:gd name="connsiteY132" fmla="*/ 426072 h 1844361"/>
                  <a:gd name="connsiteX133" fmla="*/ 640417 w 1332873"/>
                  <a:gd name="connsiteY133" fmla="*/ 479021 h 1844361"/>
                  <a:gd name="connsiteX134" fmla="*/ 654967 w 1332873"/>
                  <a:gd name="connsiteY134" fmla="*/ 583228 h 1844361"/>
                  <a:gd name="connsiteX135" fmla="*/ 630817 w 1332873"/>
                  <a:gd name="connsiteY135" fmla="*/ 609250 h 1844361"/>
                  <a:gd name="connsiteX136" fmla="*/ 452591 w 1332873"/>
                  <a:gd name="connsiteY136" fmla="*/ 828954 h 1844361"/>
                  <a:gd name="connsiteX137" fmla="*/ 451866 w 1332873"/>
                  <a:gd name="connsiteY137" fmla="*/ 826901 h 1844361"/>
                  <a:gd name="connsiteX138" fmla="*/ 443535 w 1332873"/>
                  <a:gd name="connsiteY138" fmla="*/ 803234 h 1844361"/>
                  <a:gd name="connsiteX139" fmla="*/ 428380 w 1332873"/>
                  <a:gd name="connsiteY139" fmla="*/ 755659 h 1844361"/>
                  <a:gd name="connsiteX140" fmla="*/ 415460 w 1332873"/>
                  <a:gd name="connsiteY140" fmla="*/ 705850 h 1844361"/>
                  <a:gd name="connsiteX141" fmla="*/ 406162 w 1332873"/>
                  <a:gd name="connsiteY141" fmla="*/ 656704 h 1844361"/>
                  <a:gd name="connsiteX142" fmla="*/ 401453 w 1332873"/>
                  <a:gd name="connsiteY142" fmla="*/ 518325 h 1844361"/>
                  <a:gd name="connsiteX143" fmla="*/ 416366 w 1332873"/>
                  <a:gd name="connsiteY143" fmla="*/ 444970 h 1844361"/>
                  <a:gd name="connsiteX144" fmla="*/ 416004 w 1332873"/>
                  <a:gd name="connsiteY144" fmla="*/ 442253 h 1844361"/>
                  <a:gd name="connsiteX145" fmla="*/ 413649 w 1332873"/>
                  <a:gd name="connsiteY145" fmla="*/ 440502 h 1844361"/>
                  <a:gd name="connsiteX146" fmla="*/ 409181 w 1332873"/>
                  <a:gd name="connsiteY146" fmla="*/ 443279 h 1844361"/>
                  <a:gd name="connsiteX147" fmla="*/ 390284 w 1332873"/>
                  <a:gd name="connsiteY147" fmla="*/ 537464 h 1844361"/>
                  <a:gd name="connsiteX148" fmla="*/ 387567 w 1332873"/>
                  <a:gd name="connsiteY148" fmla="*/ 640705 h 1844361"/>
                  <a:gd name="connsiteX149" fmla="*/ 392156 w 1332873"/>
                  <a:gd name="connsiteY149" fmla="*/ 692688 h 1844361"/>
                  <a:gd name="connsiteX150" fmla="*/ 400729 w 1332873"/>
                  <a:gd name="connsiteY150" fmla="*/ 744610 h 1844361"/>
                  <a:gd name="connsiteX151" fmla="*/ 431882 w 1332873"/>
                  <a:gd name="connsiteY151" fmla="*/ 839942 h 1844361"/>
                  <a:gd name="connsiteX152" fmla="*/ 436229 w 1332873"/>
                  <a:gd name="connsiteY152" fmla="*/ 848274 h 1844361"/>
                  <a:gd name="connsiteX153" fmla="*/ 437195 w 1332873"/>
                  <a:gd name="connsiteY153" fmla="*/ 849904 h 1844361"/>
                  <a:gd name="connsiteX154" fmla="*/ 434478 w 1332873"/>
                  <a:gd name="connsiteY154" fmla="*/ 853466 h 1844361"/>
                  <a:gd name="connsiteX155" fmla="*/ 263195 w 1332873"/>
                  <a:gd name="connsiteY155" fmla="*/ 1116399 h 1844361"/>
                  <a:gd name="connsiteX156" fmla="*/ 234517 w 1332873"/>
                  <a:gd name="connsiteY156" fmla="*/ 1036945 h 1844361"/>
                  <a:gd name="connsiteX157" fmla="*/ 210367 w 1332873"/>
                  <a:gd name="connsiteY157" fmla="*/ 932014 h 1844361"/>
                  <a:gd name="connsiteX158" fmla="*/ 210367 w 1332873"/>
                  <a:gd name="connsiteY158" fmla="*/ 932497 h 1844361"/>
                  <a:gd name="connsiteX159" fmla="*/ 200828 w 1332873"/>
                  <a:gd name="connsiteY159" fmla="*/ 807461 h 1844361"/>
                  <a:gd name="connsiteX160" fmla="*/ 200224 w 1332873"/>
                  <a:gd name="connsiteY160" fmla="*/ 805408 h 1844361"/>
                  <a:gd name="connsiteX161" fmla="*/ 196420 w 1332873"/>
                  <a:gd name="connsiteY161" fmla="*/ 803295 h 1844361"/>
                  <a:gd name="connsiteX162" fmla="*/ 192312 w 1332873"/>
                  <a:gd name="connsiteY162" fmla="*/ 807636 h 1844361"/>
                  <a:gd name="connsiteX163" fmla="*/ 192315 w 1332873"/>
                  <a:gd name="connsiteY163" fmla="*/ 807702 h 1844361"/>
                  <a:gd name="connsiteX164" fmla="*/ 195454 w 1332873"/>
                  <a:gd name="connsiteY164" fmla="*/ 893193 h 1844361"/>
                  <a:gd name="connsiteX165" fmla="*/ 205356 w 1332873"/>
                  <a:gd name="connsiteY165" fmla="*/ 978201 h 1844361"/>
                  <a:gd name="connsiteX166" fmla="*/ 223468 w 1332873"/>
                  <a:gd name="connsiteY166" fmla="*/ 1062725 h 1844361"/>
                  <a:gd name="connsiteX167" fmla="*/ 251603 w 1332873"/>
                  <a:gd name="connsiteY167" fmla="*/ 1137289 h 1844361"/>
                  <a:gd name="connsiteX168" fmla="*/ 137615 w 1332873"/>
                  <a:gd name="connsiteY168" fmla="*/ 1366169 h 1844361"/>
                  <a:gd name="connsiteX169" fmla="*/ 132966 w 1332873"/>
                  <a:gd name="connsiteY169" fmla="*/ 1356630 h 1844361"/>
                  <a:gd name="connsiteX170" fmla="*/ 97949 w 1332873"/>
                  <a:gd name="connsiteY170" fmla="*/ 1225858 h 1844361"/>
                  <a:gd name="connsiteX171" fmla="*/ 97949 w 1332873"/>
                  <a:gd name="connsiteY171" fmla="*/ 1227307 h 1844361"/>
                  <a:gd name="connsiteX172" fmla="*/ 81587 w 1332873"/>
                  <a:gd name="connsiteY172" fmla="*/ 1094483 h 1844361"/>
                  <a:gd name="connsiteX173" fmla="*/ 80984 w 1332873"/>
                  <a:gd name="connsiteY173" fmla="*/ 1092792 h 1844361"/>
                  <a:gd name="connsiteX174" fmla="*/ 78146 w 1332873"/>
                  <a:gd name="connsiteY174" fmla="*/ 1091283 h 1844361"/>
                  <a:gd name="connsiteX175" fmla="*/ 74886 w 1332873"/>
                  <a:gd name="connsiteY175" fmla="*/ 1094724 h 1844361"/>
                  <a:gd name="connsiteX176" fmla="*/ 81889 w 1332873"/>
                  <a:gd name="connsiteY176" fmla="*/ 1168019 h 1844361"/>
                  <a:gd name="connsiteX177" fmla="*/ 89376 w 1332873"/>
                  <a:gd name="connsiteY177" fmla="*/ 1247895 h 1844361"/>
                  <a:gd name="connsiteX178" fmla="*/ 103986 w 1332873"/>
                  <a:gd name="connsiteY178" fmla="*/ 1325416 h 1844361"/>
                  <a:gd name="connsiteX179" fmla="*/ 128136 w 1332873"/>
                  <a:gd name="connsiteY179" fmla="*/ 1386757 h 1844361"/>
                  <a:gd name="connsiteX180" fmla="*/ 127170 w 1332873"/>
                  <a:gd name="connsiteY180" fmla="*/ 1388870 h 1844361"/>
                  <a:gd name="connsiteX181" fmla="*/ 49528 w 1332873"/>
                  <a:gd name="connsiteY181" fmla="*/ 1605616 h 1844361"/>
                  <a:gd name="connsiteX182" fmla="*/ 21394 w 1332873"/>
                  <a:gd name="connsiteY182" fmla="*/ 1714653 h 1844361"/>
                  <a:gd name="connsiteX183" fmla="*/ 10285 w 1332873"/>
                  <a:gd name="connsiteY183" fmla="*/ 1767662 h 1844361"/>
                  <a:gd name="connsiteX184" fmla="*/ 443 w 1332873"/>
                  <a:gd name="connsiteY184" fmla="*/ 1823328 h 1844361"/>
                  <a:gd name="connsiteX185" fmla="*/ 2557 w 1332873"/>
                  <a:gd name="connsiteY185" fmla="*/ 1836248 h 1844361"/>
                  <a:gd name="connsiteX186" fmla="*/ 13122 w 1332873"/>
                  <a:gd name="connsiteY186" fmla="*/ 1843976 h 1844361"/>
                  <a:gd name="connsiteX187" fmla="*/ 34012 w 1332873"/>
                  <a:gd name="connsiteY187" fmla="*/ 1831358 h 184436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</a:cxnLst>
                <a:rect l="l" t="t" r="r" b="b"/>
                <a:pathLst>
                  <a:path w="1332873" h="1844361">
                    <a:moveTo>
                      <a:pt x="34012" y="1831358"/>
                    </a:moveTo>
                    <a:cubicBezTo>
                      <a:pt x="36427" y="1817472"/>
                      <a:pt x="39566" y="1803706"/>
                      <a:pt x="42585" y="1789941"/>
                    </a:cubicBezTo>
                    <a:cubicBezTo>
                      <a:pt x="45604" y="1776175"/>
                      <a:pt x="48623" y="1762228"/>
                      <a:pt x="52124" y="1748403"/>
                    </a:cubicBezTo>
                    <a:cubicBezTo>
                      <a:pt x="59128" y="1719544"/>
                      <a:pt x="67278" y="1691047"/>
                      <a:pt x="75489" y="1662550"/>
                    </a:cubicBezTo>
                    <a:cubicBezTo>
                      <a:pt x="92032" y="1605254"/>
                      <a:pt x="110990" y="1548803"/>
                      <a:pt x="131880" y="1493078"/>
                    </a:cubicBezTo>
                    <a:cubicBezTo>
                      <a:pt x="131880" y="1493802"/>
                      <a:pt x="131336" y="1494526"/>
                      <a:pt x="131095" y="1495191"/>
                    </a:cubicBezTo>
                    <a:lnTo>
                      <a:pt x="132242" y="1492111"/>
                    </a:lnTo>
                    <a:lnTo>
                      <a:pt x="132242" y="1491387"/>
                    </a:lnTo>
                    <a:cubicBezTo>
                      <a:pt x="132242" y="1491387"/>
                      <a:pt x="132242" y="1491387"/>
                      <a:pt x="132242" y="1491387"/>
                    </a:cubicBezTo>
                    <a:lnTo>
                      <a:pt x="132242" y="1491387"/>
                    </a:lnTo>
                    <a:cubicBezTo>
                      <a:pt x="178364" y="1370680"/>
                      <a:pt x="233042" y="1253413"/>
                      <a:pt x="295858" y="1140488"/>
                    </a:cubicBezTo>
                    <a:cubicBezTo>
                      <a:pt x="327925" y="1132495"/>
                      <a:pt x="359173" y="1121519"/>
                      <a:pt x="389197" y="1107705"/>
                    </a:cubicBezTo>
                    <a:cubicBezTo>
                      <a:pt x="424818" y="1091766"/>
                      <a:pt x="459051" y="1072989"/>
                      <a:pt x="493042" y="1053790"/>
                    </a:cubicBezTo>
                    <a:cubicBezTo>
                      <a:pt x="495073" y="1052498"/>
                      <a:pt x="495714" y="1049829"/>
                      <a:pt x="494491" y="1047752"/>
                    </a:cubicBezTo>
                    <a:cubicBezTo>
                      <a:pt x="493178" y="1045748"/>
                      <a:pt x="490532" y="1045114"/>
                      <a:pt x="488453" y="1046304"/>
                    </a:cubicBezTo>
                    <a:cubicBezTo>
                      <a:pt x="461224" y="1061518"/>
                      <a:pt x="433573" y="1075887"/>
                      <a:pt x="405136" y="1088566"/>
                    </a:cubicBezTo>
                    <a:cubicBezTo>
                      <a:pt x="384729" y="1097537"/>
                      <a:pt x="363801" y="1105284"/>
                      <a:pt x="342467" y="1111750"/>
                    </a:cubicBezTo>
                    <a:cubicBezTo>
                      <a:pt x="330875" y="1115173"/>
                      <a:pt x="319162" y="1118149"/>
                      <a:pt x="307329" y="1120685"/>
                    </a:cubicBezTo>
                    <a:cubicBezTo>
                      <a:pt x="339730" y="1063208"/>
                      <a:pt x="373942" y="1006861"/>
                      <a:pt x="409966" y="951636"/>
                    </a:cubicBezTo>
                    <a:cubicBezTo>
                      <a:pt x="428079" y="923742"/>
                      <a:pt x="446855" y="896211"/>
                      <a:pt x="465873" y="868922"/>
                    </a:cubicBezTo>
                    <a:cubicBezTo>
                      <a:pt x="499413" y="869369"/>
                      <a:pt x="532917" y="866555"/>
                      <a:pt x="565914" y="860530"/>
                    </a:cubicBezTo>
                    <a:cubicBezTo>
                      <a:pt x="602455" y="854191"/>
                      <a:pt x="638553" y="845521"/>
                      <a:pt x="673985" y="834569"/>
                    </a:cubicBezTo>
                    <a:cubicBezTo>
                      <a:pt x="708818" y="823725"/>
                      <a:pt x="743075" y="811107"/>
                      <a:pt x="776623" y="796774"/>
                    </a:cubicBezTo>
                    <a:cubicBezTo>
                      <a:pt x="810473" y="782526"/>
                      <a:pt x="843820" y="767130"/>
                      <a:pt x="876664" y="750587"/>
                    </a:cubicBezTo>
                    <a:cubicBezTo>
                      <a:pt x="878457" y="749428"/>
                      <a:pt x="879018" y="747056"/>
                      <a:pt x="877932" y="745214"/>
                    </a:cubicBezTo>
                    <a:cubicBezTo>
                      <a:pt x="876754" y="743445"/>
                      <a:pt x="874406" y="742890"/>
                      <a:pt x="872558" y="743946"/>
                    </a:cubicBezTo>
                    <a:cubicBezTo>
                      <a:pt x="856800" y="751855"/>
                      <a:pt x="840922" y="759402"/>
                      <a:pt x="824802" y="766587"/>
                    </a:cubicBezTo>
                    <a:cubicBezTo>
                      <a:pt x="788913" y="782544"/>
                      <a:pt x="752074" y="796273"/>
                      <a:pt x="714497" y="807702"/>
                    </a:cubicBezTo>
                    <a:cubicBezTo>
                      <a:pt x="675959" y="819656"/>
                      <a:pt x="636615" y="828839"/>
                      <a:pt x="596766" y="835172"/>
                    </a:cubicBezTo>
                    <a:lnTo>
                      <a:pt x="597490" y="835172"/>
                    </a:lnTo>
                    <a:cubicBezTo>
                      <a:pt x="574488" y="838674"/>
                      <a:pt x="551485" y="841210"/>
                      <a:pt x="528240" y="842780"/>
                    </a:cubicBezTo>
                    <a:cubicBezTo>
                      <a:pt x="513086" y="843866"/>
                      <a:pt x="498053" y="844470"/>
                      <a:pt x="482657" y="844893"/>
                    </a:cubicBezTo>
                    <a:cubicBezTo>
                      <a:pt x="542670" y="761171"/>
                      <a:pt x="606627" y="680390"/>
                      <a:pt x="674529" y="602548"/>
                    </a:cubicBezTo>
                    <a:lnTo>
                      <a:pt x="677246" y="599530"/>
                    </a:lnTo>
                    <a:cubicBezTo>
                      <a:pt x="709193" y="604462"/>
                      <a:pt x="741555" y="606183"/>
                      <a:pt x="773845" y="604661"/>
                    </a:cubicBezTo>
                    <a:cubicBezTo>
                      <a:pt x="809200" y="602802"/>
                      <a:pt x="844363" y="598244"/>
                      <a:pt x="879018" y="591017"/>
                    </a:cubicBezTo>
                    <a:cubicBezTo>
                      <a:pt x="896467" y="587515"/>
                      <a:pt x="913734" y="583107"/>
                      <a:pt x="931001" y="578942"/>
                    </a:cubicBezTo>
                    <a:cubicBezTo>
                      <a:pt x="948268" y="574776"/>
                      <a:pt x="965475" y="569644"/>
                      <a:pt x="982561" y="564391"/>
                    </a:cubicBezTo>
                    <a:cubicBezTo>
                      <a:pt x="1016552" y="554007"/>
                      <a:pt x="1050121" y="542173"/>
                      <a:pt x="1083568" y="530038"/>
                    </a:cubicBezTo>
                    <a:cubicBezTo>
                      <a:pt x="1103130" y="522974"/>
                      <a:pt x="1122631" y="515548"/>
                      <a:pt x="1142132" y="508303"/>
                    </a:cubicBezTo>
                    <a:cubicBezTo>
                      <a:pt x="1144022" y="507724"/>
                      <a:pt x="1145096" y="505731"/>
                      <a:pt x="1144547" y="503835"/>
                    </a:cubicBezTo>
                    <a:cubicBezTo>
                      <a:pt x="1144481" y="503515"/>
                      <a:pt x="1144360" y="503207"/>
                      <a:pt x="1144185" y="502930"/>
                    </a:cubicBezTo>
                    <a:cubicBezTo>
                      <a:pt x="1143376" y="501517"/>
                      <a:pt x="1141691" y="500859"/>
                      <a:pt x="1140140" y="501360"/>
                    </a:cubicBezTo>
                    <a:cubicBezTo>
                      <a:pt x="1096670" y="517480"/>
                      <a:pt x="1052958" y="532936"/>
                      <a:pt x="1008522" y="545977"/>
                    </a:cubicBezTo>
                    <a:cubicBezTo>
                      <a:pt x="985821" y="552739"/>
                      <a:pt x="963018" y="558777"/>
                      <a:pt x="940118" y="564090"/>
                    </a:cubicBezTo>
                    <a:cubicBezTo>
                      <a:pt x="917296" y="569584"/>
                      <a:pt x="894112" y="573689"/>
                      <a:pt x="870868" y="577312"/>
                    </a:cubicBezTo>
                    <a:cubicBezTo>
                      <a:pt x="818585" y="585317"/>
                      <a:pt x="765507" y="586754"/>
                      <a:pt x="712867" y="581598"/>
                    </a:cubicBezTo>
                    <a:cubicBezTo>
                      <a:pt x="706829" y="580934"/>
                      <a:pt x="700792" y="580210"/>
                      <a:pt x="695177" y="579304"/>
                    </a:cubicBezTo>
                    <a:cubicBezTo>
                      <a:pt x="705561" y="567651"/>
                      <a:pt x="715825" y="555878"/>
                      <a:pt x="726391" y="544347"/>
                    </a:cubicBezTo>
                    <a:cubicBezTo>
                      <a:pt x="743839" y="525268"/>
                      <a:pt x="761287" y="506069"/>
                      <a:pt x="779219" y="487413"/>
                    </a:cubicBezTo>
                    <a:cubicBezTo>
                      <a:pt x="811821" y="453440"/>
                      <a:pt x="845166" y="420216"/>
                      <a:pt x="879260" y="387734"/>
                    </a:cubicBezTo>
                    <a:cubicBezTo>
                      <a:pt x="879785" y="387771"/>
                      <a:pt x="880304" y="387771"/>
                      <a:pt x="880830" y="387734"/>
                    </a:cubicBezTo>
                    <a:cubicBezTo>
                      <a:pt x="915793" y="389920"/>
                      <a:pt x="950883" y="388809"/>
                      <a:pt x="985640" y="384414"/>
                    </a:cubicBezTo>
                    <a:cubicBezTo>
                      <a:pt x="1020803" y="380163"/>
                      <a:pt x="1055724" y="374114"/>
                      <a:pt x="1090270" y="366301"/>
                    </a:cubicBezTo>
                    <a:cubicBezTo>
                      <a:pt x="1160124" y="350906"/>
                      <a:pt x="1227925" y="328084"/>
                      <a:pt x="1295545" y="305081"/>
                    </a:cubicBezTo>
                    <a:cubicBezTo>
                      <a:pt x="1297392" y="304526"/>
                      <a:pt x="1298449" y="302582"/>
                      <a:pt x="1297899" y="300734"/>
                    </a:cubicBezTo>
                    <a:cubicBezTo>
                      <a:pt x="1297815" y="300457"/>
                      <a:pt x="1297694" y="300191"/>
                      <a:pt x="1297537" y="299950"/>
                    </a:cubicBezTo>
                    <a:cubicBezTo>
                      <a:pt x="1296722" y="298579"/>
                      <a:pt x="1295086" y="297933"/>
                      <a:pt x="1293552" y="298380"/>
                    </a:cubicBezTo>
                    <a:cubicBezTo>
                      <a:pt x="1254610" y="311481"/>
                      <a:pt x="1215065" y="323435"/>
                      <a:pt x="1175580" y="333820"/>
                    </a:cubicBezTo>
                    <a:cubicBezTo>
                      <a:pt x="1134664" y="344784"/>
                      <a:pt x="1093210" y="353647"/>
                      <a:pt x="1051389" y="360384"/>
                    </a:cubicBezTo>
                    <a:cubicBezTo>
                      <a:pt x="1023507" y="364659"/>
                      <a:pt x="995409" y="367400"/>
                      <a:pt x="967226" y="368596"/>
                    </a:cubicBezTo>
                    <a:cubicBezTo>
                      <a:pt x="953038" y="369199"/>
                      <a:pt x="938910" y="369320"/>
                      <a:pt x="924964" y="369199"/>
                    </a:cubicBezTo>
                    <a:cubicBezTo>
                      <a:pt x="916451" y="369199"/>
                      <a:pt x="907938" y="368777"/>
                      <a:pt x="899485" y="368354"/>
                    </a:cubicBezTo>
                    <a:cubicBezTo>
                      <a:pt x="920134" y="348913"/>
                      <a:pt x="941144" y="329817"/>
                      <a:pt x="962517" y="311058"/>
                    </a:cubicBezTo>
                    <a:cubicBezTo>
                      <a:pt x="987331" y="289384"/>
                      <a:pt x="1012447" y="267951"/>
                      <a:pt x="1037925" y="247001"/>
                    </a:cubicBezTo>
                    <a:lnTo>
                      <a:pt x="1036536" y="248208"/>
                    </a:lnTo>
                    <a:cubicBezTo>
                      <a:pt x="1062015" y="227318"/>
                      <a:pt x="1087915" y="206972"/>
                      <a:pt x="1114239" y="187169"/>
                    </a:cubicBezTo>
                    <a:cubicBezTo>
                      <a:pt x="1114818" y="187229"/>
                      <a:pt x="1115410" y="187229"/>
                      <a:pt x="1115990" y="187169"/>
                    </a:cubicBezTo>
                    <a:cubicBezTo>
                      <a:pt x="1116358" y="187393"/>
                      <a:pt x="1116744" y="187598"/>
                      <a:pt x="1117137" y="187773"/>
                    </a:cubicBezTo>
                    <a:cubicBezTo>
                      <a:pt x="1125770" y="190550"/>
                      <a:pt x="1134525" y="193026"/>
                      <a:pt x="1143400" y="195018"/>
                    </a:cubicBezTo>
                    <a:cubicBezTo>
                      <a:pt x="1152275" y="197010"/>
                      <a:pt x="1161210" y="198339"/>
                      <a:pt x="1170206" y="199425"/>
                    </a:cubicBezTo>
                    <a:cubicBezTo>
                      <a:pt x="1187872" y="201557"/>
                      <a:pt x="1205683" y="202245"/>
                      <a:pt x="1223457" y="201478"/>
                    </a:cubicBezTo>
                    <a:cubicBezTo>
                      <a:pt x="1260062" y="199842"/>
                      <a:pt x="1296191" y="192549"/>
                      <a:pt x="1330562" y="179864"/>
                    </a:cubicBezTo>
                    <a:cubicBezTo>
                      <a:pt x="1332307" y="179338"/>
                      <a:pt x="1333303" y="177509"/>
                      <a:pt x="1332796" y="175758"/>
                    </a:cubicBezTo>
                    <a:cubicBezTo>
                      <a:pt x="1332735" y="175475"/>
                      <a:pt x="1332615" y="175203"/>
                      <a:pt x="1332434" y="174974"/>
                    </a:cubicBezTo>
                    <a:cubicBezTo>
                      <a:pt x="1331709" y="173675"/>
                      <a:pt x="1330182" y="173047"/>
                      <a:pt x="1328751" y="173464"/>
                    </a:cubicBezTo>
                    <a:cubicBezTo>
                      <a:pt x="1318849" y="177086"/>
                      <a:pt x="1308785" y="180226"/>
                      <a:pt x="1298563" y="182883"/>
                    </a:cubicBezTo>
                    <a:cubicBezTo>
                      <a:pt x="1288722" y="185418"/>
                      <a:pt x="1278700" y="187411"/>
                      <a:pt x="1268376" y="188920"/>
                    </a:cubicBezTo>
                    <a:lnTo>
                      <a:pt x="1268376" y="188920"/>
                    </a:lnTo>
                    <a:cubicBezTo>
                      <a:pt x="1256017" y="190780"/>
                      <a:pt x="1243556" y="191891"/>
                      <a:pt x="1231064" y="192241"/>
                    </a:cubicBezTo>
                    <a:cubicBezTo>
                      <a:pt x="1218687" y="192482"/>
                      <a:pt x="1206304" y="191939"/>
                      <a:pt x="1193994" y="190610"/>
                    </a:cubicBezTo>
                    <a:cubicBezTo>
                      <a:pt x="1181985" y="189355"/>
                      <a:pt x="1170068" y="187338"/>
                      <a:pt x="1158312" y="184573"/>
                    </a:cubicBezTo>
                    <a:cubicBezTo>
                      <a:pt x="1148471" y="182219"/>
                      <a:pt x="1138751" y="179260"/>
                      <a:pt x="1129212" y="175939"/>
                    </a:cubicBezTo>
                    <a:cubicBezTo>
                      <a:pt x="1191893" y="129088"/>
                      <a:pt x="1257074" y="85679"/>
                      <a:pt x="1324464" y="45892"/>
                    </a:cubicBezTo>
                    <a:cubicBezTo>
                      <a:pt x="1326287" y="44920"/>
                      <a:pt x="1326976" y="42650"/>
                      <a:pt x="1325998" y="40827"/>
                    </a:cubicBezTo>
                    <a:cubicBezTo>
                      <a:pt x="1325919" y="40676"/>
                      <a:pt x="1325829" y="40537"/>
                      <a:pt x="1325732" y="40398"/>
                    </a:cubicBezTo>
                    <a:cubicBezTo>
                      <a:pt x="1324681" y="38466"/>
                      <a:pt x="1322260" y="37753"/>
                      <a:pt x="1320328" y="38804"/>
                    </a:cubicBezTo>
                    <a:cubicBezTo>
                      <a:pt x="1320274" y="38828"/>
                      <a:pt x="1320226" y="38858"/>
                      <a:pt x="1320177" y="38889"/>
                    </a:cubicBezTo>
                    <a:cubicBezTo>
                      <a:pt x="1252739" y="78374"/>
                      <a:pt x="1187353" y="121119"/>
                      <a:pt x="1123657" y="166460"/>
                    </a:cubicBezTo>
                    <a:cubicBezTo>
                      <a:pt x="1125348" y="159759"/>
                      <a:pt x="1126978" y="152997"/>
                      <a:pt x="1128850" y="146295"/>
                    </a:cubicBezTo>
                    <a:cubicBezTo>
                      <a:pt x="1132472" y="133575"/>
                      <a:pt x="1136596" y="121059"/>
                      <a:pt x="1141226" y="108742"/>
                    </a:cubicBezTo>
                    <a:cubicBezTo>
                      <a:pt x="1148200" y="90485"/>
                      <a:pt x="1156266" y="72662"/>
                      <a:pt x="1165376" y="55371"/>
                    </a:cubicBezTo>
                    <a:cubicBezTo>
                      <a:pt x="1174463" y="38019"/>
                      <a:pt x="1184545" y="21211"/>
                      <a:pt x="1195564" y="5018"/>
                    </a:cubicBezTo>
                    <a:cubicBezTo>
                      <a:pt x="1196198" y="4004"/>
                      <a:pt x="1196198" y="2712"/>
                      <a:pt x="1195564" y="1698"/>
                    </a:cubicBezTo>
                    <a:cubicBezTo>
                      <a:pt x="1195268" y="1178"/>
                      <a:pt x="1194827" y="756"/>
                      <a:pt x="1194296" y="490"/>
                    </a:cubicBezTo>
                    <a:cubicBezTo>
                      <a:pt x="1192690" y="-331"/>
                      <a:pt x="1190728" y="255"/>
                      <a:pt x="1189828" y="1818"/>
                    </a:cubicBezTo>
                    <a:cubicBezTo>
                      <a:pt x="1180470" y="15584"/>
                      <a:pt x="1171716" y="29591"/>
                      <a:pt x="1163324" y="44081"/>
                    </a:cubicBezTo>
                    <a:cubicBezTo>
                      <a:pt x="1154932" y="58571"/>
                      <a:pt x="1147385" y="73121"/>
                      <a:pt x="1140321" y="88154"/>
                    </a:cubicBezTo>
                    <a:cubicBezTo>
                      <a:pt x="1133372" y="102820"/>
                      <a:pt x="1127189" y="117835"/>
                      <a:pt x="1121786" y="133134"/>
                    </a:cubicBezTo>
                    <a:cubicBezTo>
                      <a:pt x="1116678" y="147304"/>
                      <a:pt x="1112639" y="161830"/>
                      <a:pt x="1109711" y="176603"/>
                    </a:cubicBezTo>
                    <a:cubicBezTo>
                      <a:pt x="1100051" y="183607"/>
                      <a:pt x="1090270" y="190490"/>
                      <a:pt x="1080670" y="197614"/>
                    </a:cubicBezTo>
                    <a:cubicBezTo>
                      <a:pt x="1041064" y="227077"/>
                      <a:pt x="1002201" y="257548"/>
                      <a:pt x="964087" y="289022"/>
                    </a:cubicBezTo>
                    <a:cubicBezTo>
                      <a:pt x="933899" y="314077"/>
                      <a:pt x="904315" y="339857"/>
                      <a:pt x="875034" y="365939"/>
                    </a:cubicBezTo>
                    <a:cubicBezTo>
                      <a:pt x="874370" y="356581"/>
                      <a:pt x="873947" y="347283"/>
                      <a:pt x="873947" y="337925"/>
                    </a:cubicBezTo>
                    <a:cubicBezTo>
                      <a:pt x="873947" y="324643"/>
                      <a:pt x="874732" y="311240"/>
                      <a:pt x="876060" y="297957"/>
                    </a:cubicBezTo>
                    <a:cubicBezTo>
                      <a:pt x="876090" y="298114"/>
                      <a:pt x="876090" y="298283"/>
                      <a:pt x="876060" y="298440"/>
                    </a:cubicBezTo>
                    <a:lnTo>
                      <a:pt x="876060" y="297172"/>
                    </a:lnTo>
                    <a:lnTo>
                      <a:pt x="876060" y="297172"/>
                    </a:lnTo>
                    <a:lnTo>
                      <a:pt x="876060" y="297172"/>
                    </a:lnTo>
                    <a:lnTo>
                      <a:pt x="876060" y="297172"/>
                    </a:lnTo>
                    <a:cubicBezTo>
                      <a:pt x="878668" y="274580"/>
                      <a:pt x="882991" y="252217"/>
                      <a:pt x="888980" y="230277"/>
                    </a:cubicBezTo>
                    <a:cubicBezTo>
                      <a:pt x="895018" y="207093"/>
                      <a:pt x="902927" y="184332"/>
                      <a:pt x="911379" y="161812"/>
                    </a:cubicBezTo>
                    <a:lnTo>
                      <a:pt x="911017" y="162778"/>
                    </a:lnTo>
                    <a:cubicBezTo>
                      <a:pt x="928345" y="117013"/>
                      <a:pt x="948812" y="72215"/>
                      <a:pt x="967769" y="27236"/>
                    </a:cubicBezTo>
                    <a:cubicBezTo>
                      <a:pt x="968319" y="26173"/>
                      <a:pt x="968319" y="24918"/>
                      <a:pt x="967769" y="23855"/>
                    </a:cubicBezTo>
                    <a:cubicBezTo>
                      <a:pt x="967492" y="23360"/>
                      <a:pt x="967075" y="22956"/>
                      <a:pt x="966562" y="22708"/>
                    </a:cubicBezTo>
                    <a:cubicBezTo>
                      <a:pt x="964926" y="21863"/>
                      <a:pt x="962915" y="22479"/>
                      <a:pt x="962034" y="24097"/>
                    </a:cubicBezTo>
                    <a:cubicBezTo>
                      <a:pt x="937884" y="80909"/>
                      <a:pt x="911319" y="136635"/>
                      <a:pt x="890791" y="194897"/>
                    </a:cubicBezTo>
                    <a:cubicBezTo>
                      <a:pt x="880540" y="223901"/>
                      <a:pt x="872468" y="253624"/>
                      <a:pt x="866642" y="283829"/>
                    </a:cubicBezTo>
                    <a:cubicBezTo>
                      <a:pt x="860501" y="314922"/>
                      <a:pt x="858473" y="346692"/>
                      <a:pt x="860604" y="378316"/>
                    </a:cubicBezTo>
                    <a:cubicBezTo>
                      <a:pt x="860580" y="378539"/>
                      <a:pt x="860580" y="378757"/>
                      <a:pt x="860604" y="378980"/>
                    </a:cubicBezTo>
                    <a:cubicBezTo>
                      <a:pt x="856800" y="382361"/>
                      <a:pt x="852936" y="385682"/>
                      <a:pt x="849193" y="389123"/>
                    </a:cubicBezTo>
                    <a:cubicBezTo>
                      <a:pt x="810976" y="423658"/>
                      <a:pt x="774208" y="459762"/>
                      <a:pt x="737802" y="496168"/>
                    </a:cubicBezTo>
                    <a:cubicBezTo>
                      <a:pt x="715584" y="518506"/>
                      <a:pt x="693788" y="541268"/>
                      <a:pt x="672416" y="564452"/>
                    </a:cubicBezTo>
                    <a:cubicBezTo>
                      <a:pt x="668974" y="547124"/>
                      <a:pt x="665774" y="529857"/>
                      <a:pt x="662997" y="512469"/>
                    </a:cubicBezTo>
                    <a:cubicBezTo>
                      <a:pt x="653526" y="452921"/>
                      <a:pt x="651984" y="392383"/>
                      <a:pt x="658409" y="332431"/>
                    </a:cubicBezTo>
                    <a:cubicBezTo>
                      <a:pt x="664634" y="276428"/>
                      <a:pt x="676777" y="221233"/>
                      <a:pt x="694634" y="167789"/>
                    </a:cubicBezTo>
                    <a:cubicBezTo>
                      <a:pt x="695006" y="166539"/>
                      <a:pt x="694806" y="165193"/>
                      <a:pt x="694090" y="164106"/>
                    </a:cubicBezTo>
                    <a:cubicBezTo>
                      <a:pt x="693372" y="162880"/>
                      <a:pt x="692200" y="161993"/>
                      <a:pt x="690830" y="161631"/>
                    </a:cubicBezTo>
                    <a:cubicBezTo>
                      <a:pt x="688133" y="161129"/>
                      <a:pt x="685502" y="162784"/>
                      <a:pt x="684792" y="165434"/>
                    </a:cubicBezTo>
                    <a:cubicBezTo>
                      <a:pt x="673567" y="199347"/>
                      <a:pt x="664295" y="233881"/>
                      <a:pt x="657020" y="268856"/>
                    </a:cubicBezTo>
                    <a:cubicBezTo>
                      <a:pt x="649926" y="303342"/>
                      <a:pt x="644906" y="338221"/>
                      <a:pt x="641987" y="373305"/>
                    </a:cubicBezTo>
                    <a:cubicBezTo>
                      <a:pt x="640477" y="390814"/>
                      <a:pt x="639874" y="408503"/>
                      <a:pt x="639572" y="426072"/>
                    </a:cubicBezTo>
                    <a:cubicBezTo>
                      <a:pt x="639270" y="443642"/>
                      <a:pt x="639572" y="461392"/>
                      <a:pt x="640417" y="479021"/>
                    </a:cubicBezTo>
                    <a:cubicBezTo>
                      <a:pt x="641869" y="514147"/>
                      <a:pt x="646742" y="549050"/>
                      <a:pt x="654967" y="583228"/>
                    </a:cubicBezTo>
                    <a:cubicBezTo>
                      <a:pt x="646998" y="591922"/>
                      <a:pt x="638968" y="600495"/>
                      <a:pt x="630817" y="609250"/>
                    </a:cubicBezTo>
                    <a:cubicBezTo>
                      <a:pt x="568269" y="679768"/>
                      <a:pt x="509041" y="753244"/>
                      <a:pt x="452591" y="828954"/>
                    </a:cubicBezTo>
                    <a:lnTo>
                      <a:pt x="451866" y="826901"/>
                    </a:lnTo>
                    <a:cubicBezTo>
                      <a:pt x="449089" y="818992"/>
                      <a:pt x="446251" y="811143"/>
                      <a:pt x="443535" y="803234"/>
                    </a:cubicBezTo>
                    <a:cubicBezTo>
                      <a:pt x="438040" y="787537"/>
                      <a:pt x="433029" y="771658"/>
                      <a:pt x="428380" y="755659"/>
                    </a:cubicBezTo>
                    <a:cubicBezTo>
                      <a:pt x="423732" y="739659"/>
                      <a:pt x="419324" y="722574"/>
                      <a:pt x="415460" y="705850"/>
                    </a:cubicBezTo>
                    <a:cubicBezTo>
                      <a:pt x="411596" y="689126"/>
                      <a:pt x="408759" y="673187"/>
                      <a:pt x="406162" y="656704"/>
                    </a:cubicBezTo>
                    <a:cubicBezTo>
                      <a:pt x="398834" y="610952"/>
                      <a:pt x="397252" y="564470"/>
                      <a:pt x="401453" y="518325"/>
                    </a:cubicBezTo>
                    <a:cubicBezTo>
                      <a:pt x="404054" y="493451"/>
                      <a:pt x="409048" y="468884"/>
                      <a:pt x="416366" y="444970"/>
                    </a:cubicBezTo>
                    <a:cubicBezTo>
                      <a:pt x="416642" y="444052"/>
                      <a:pt x="416510" y="443062"/>
                      <a:pt x="416004" y="442253"/>
                    </a:cubicBezTo>
                    <a:cubicBezTo>
                      <a:pt x="415453" y="441408"/>
                      <a:pt x="414618" y="440786"/>
                      <a:pt x="413649" y="440502"/>
                    </a:cubicBezTo>
                    <a:cubicBezTo>
                      <a:pt x="411651" y="440049"/>
                      <a:pt x="409659" y="441287"/>
                      <a:pt x="409181" y="443279"/>
                    </a:cubicBezTo>
                    <a:cubicBezTo>
                      <a:pt x="399757" y="473968"/>
                      <a:pt x="393427" y="505520"/>
                      <a:pt x="390284" y="537464"/>
                    </a:cubicBezTo>
                    <a:cubicBezTo>
                      <a:pt x="386753" y="571757"/>
                      <a:pt x="385845" y="606273"/>
                      <a:pt x="387567" y="640705"/>
                    </a:cubicBezTo>
                    <a:cubicBezTo>
                      <a:pt x="388352" y="658093"/>
                      <a:pt x="389982" y="675421"/>
                      <a:pt x="392156" y="692688"/>
                    </a:cubicBezTo>
                    <a:cubicBezTo>
                      <a:pt x="394329" y="709955"/>
                      <a:pt x="397167" y="727404"/>
                      <a:pt x="400729" y="744610"/>
                    </a:cubicBezTo>
                    <a:cubicBezTo>
                      <a:pt x="407293" y="777509"/>
                      <a:pt x="417751" y="809513"/>
                      <a:pt x="431882" y="839942"/>
                    </a:cubicBezTo>
                    <a:cubicBezTo>
                      <a:pt x="433251" y="842762"/>
                      <a:pt x="434700" y="845539"/>
                      <a:pt x="436229" y="848274"/>
                    </a:cubicBezTo>
                    <a:cubicBezTo>
                      <a:pt x="436229" y="848817"/>
                      <a:pt x="436833" y="849361"/>
                      <a:pt x="437195" y="849904"/>
                    </a:cubicBezTo>
                    <a:lnTo>
                      <a:pt x="434478" y="853466"/>
                    </a:lnTo>
                    <a:cubicBezTo>
                      <a:pt x="372668" y="937949"/>
                      <a:pt x="315490" y="1025722"/>
                      <a:pt x="263195" y="1116399"/>
                    </a:cubicBezTo>
                    <a:cubicBezTo>
                      <a:pt x="252750" y="1090256"/>
                      <a:pt x="242849" y="1063812"/>
                      <a:pt x="234517" y="1036945"/>
                    </a:cubicBezTo>
                    <a:cubicBezTo>
                      <a:pt x="223935" y="1002598"/>
                      <a:pt x="215864" y="967532"/>
                      <a:pt x="210367" y="932014"/>
                    </a:cubicBezTo>
                    <a:cubicBezTo>
                      <a:pt x="210367" y="932014"/>
                      <a:pt x="210367" y="932014"/>
                      <a:pt x="210367" y="932497"/>
                    </a:cubicBezTo>
                    <a:cubicBezTo>
                      <a:pt x="204235" y="891098"/>
                      <a:pt x="201047" y="849313"/>
                      <a:pt x="200828" y="807461"/>
                    </a:cubicBezTo>
                    <a:cubicBezTo>
                      <a:pt x="200820" y="806736"/>
                      <a:pt x="200611" y="806023"/>
                      <a:pt x="200224" y="805408"/>
                    </a:cubicBezTo>
                    <a:cubicBezTo>
                      <a:pt x="199400" y="804098"/>
                      <a:pt x="197966" y="803301"/>
                      <a:pt x="196420" y="803295"/>
                    </a:cubicBezTo>
                    <a:cubicBezTo>
                      <a:pt x="194087" y="803361"/>
                      <a:pt x="192248" y="805305"/>
                      <a:pt x="192312" y="807636"/>
                    </a:cubicBezTo>
                    <a:cubicBezTo>
                      <a:pt x="192313" y="807660"/>
                      <a:pt x="192314" y="807678"/>
                      <a:pt x="192315" y="807702"/>
                    </a:cubicBezTo>
                    <a:cubicBezTo>
                      <a:pt x="192315" y="836199"/>
                      <a:pt x="193341" y="864756"/>
                      <a:pt x="195454" y="893193"/>
                    </a:cubicBezTo>
                    <a:cubicBezTo>
                      <a:pt x="197567" y="921629"/>
                      <a:pt x="200888" y="950006"/>
                      <a:pt x="205356" y="978201"/>
                    </a:cubicBezTo>
                    <a:cubicBezTo>
                      <a:pt x="209755" y="1006704"/>
                      <a:pt x="215803" y="1034923"/>
                      <a:pt x="223468" y="1062725"/>
                    </a:cubicBezTo>
                    <a:cubicBezTo>
                      <a:pt x="230492" y="1088403"/>
                      <a:pt x="239911" y="1113368"/>
                      <a:pt x="251603" y="1137289"/>
                    </a:cubicBezTo>
                    <a:cubicBezTo>
                      <a:pt x="209729" y="1211586"/>
                      <a:pt x="171683" y="1287984"/>
                      <a:pt x="137615" y="1366169"/>
                    </a:cubicBezTo>
                    <a:cubicBezTo>
                      <a:pt x="136045" y="1363030"/>
                      <a:pt x="134415" y="1360132"/>
                      <a:pt x="132966" y="1356630"/>
                    </a:cubicBezTo>
                    <a:cubicBezTo>
                      <a:pt x="115669" y="1314742"/>
                      <a:pt x="103898" y="1270783"/>
                      <a:pt x="97949" y="1225858"/>
                    </a:cubicBezTo>
                    <a:lnTo>
                      <a:pt x="97949" y="1227307"/>
                    </a:lnTo>
                    <a:cubicBezTo>
                      <a:pt x="91247" y="1183234"/>
                      <a:pt x="87383" y="1138918"/>
                      <a:pt x="81587" y="1094483"/>
                    </a:cubicBezTo>
                    <a:cubicBezTo>
                      <a:pt x="81477" y="1093891"/>
                      <a:pt x="81273" y="1093317"/>
                      <a:pt x="80984" y="1092792"/>
                    </a:cubicBezTo>
                    <a:cubicBezTo>
                      <a:pt x="80377" y="1091814"/>
                      <a:pt x="79294" y="1091241"/>
                      <a:pt x="78146" y="1091283"/>
                    </a:cubicBezTo>
                    <a:cubicBezTo>
                      <a:pt x="76302" y="1091349"/>
                      <a:pt x="74852" y="1092877"/>
                      <a:pt x="74886" y="1094724"/>
                    </a:cubicBezTo>
                    <a:cubicBezTo>
                      <a:pt x="78025" y="1118874"/>
                      <a:pt x="79897" y="1143507"/>
                      <a:pt x="81889" y="1168019"/>
                    </a:cubicBezTo>
                    <a:cubicBezTo>
                      <a:pt x="84063" y="1194645"/>
                      <a:pt x="86176" y="1221330"/>
                      <a:pt x="89376" y="1247895"/>
                    </a:cubicBezTo>
                    <a:cubicBezTo>
                      <a:pt x="92432" y="1274044"/>
                      <a:pt x="97314" y="1299950"/>
                      <a:pt x="103986" y="1325416"/>
                    </a:cubicBezTo>
                    <a:cubicBezTo>
                      <a:pt x="109541" y="1346759"/>
                      <a:pt x="117650" y="1367353"/>
                      <a:pt x="128136" y="1386757"/>
                    </a:cubicBezTo>
                    <a:cubicBezTo>
                      <a:pt x="127834" y="1387482"/>
                      <a:pt x="127472" y="1388146"/>
                      <a:pt x="127170" y="1388870"/>
                    </a:cubicBezTo>
                    <a:cubicBezTo>
                      <a:pt x="97265" y="1459612"/>
                      <a:pt x="71343" y="1531977"/>
                      <a:pt x="49528" y="1605616"/>
                    </a:cubicBezTo>
                    <a:cubicBezTo>
                      <a:pt x="38822" y="1641600"/>
                      <a:pt x="29443" y="1677945"/>
                      <a:pt x="21394" y="1714653"/>
                    </a:cubicBezTo>
                    <a:cubicBezTo>
                      <a:pt x="17530" y="1732283"/>
                      <a:pt x="13786" y="1749912"/>
                      <a:pt x="10285" y="1767662"/>
                    </a:cubicBezTo>
                    <a:cubicBezTo>
                      <a:pt x="6783" y="1785413"/>
                      <a:pt x="3764" y="1804793"/>
                      <a:pt x="443" y="1823328"/>
                    </a:cubicBezTo>
                    <a:cubicBezTo>
                      <a:pt x="-488" y="1827748"/>
                      <a:pt x="266" y="1832354"/>
                      <a:pt x="2557" y="1836248"/>
                    </a:cubicBezTo>
                    <a:cubicBezTo>
                      <a:pt x="4918" y="1840118"/>
                      <a:pt x="8717" y="1842901"/>
                      <a:pt x="13122" y="1843976"/>
                    </a:cubicBezTo>
                    <a:cubicBezTo>
                      <a:pt x="22374" y="1846252"/>
                      <a:pt x="31723" y="1840607"/>
                      <a:pt x="34012" y="1831358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16" name="" descr="7b7933de-4bdd-4c5e-92c9-a35e80810899"/>
            <p:cNvSpPr/>
            <p:nvPr/>
          </p:nvSpPr>
          <p:spPr>
            <a:xfrm>
              <a:off x="1135193" y="3993643"/>
              <a:ext cx="45" cy="845"/>
            </a:xfrm>
            <a:custGeom>
              <a:gdLst>
                <a:gd name="connsiteX0" fmla="*/ 54 w 45"/>
                <a:gd name="connsiteY0" fmla="*/ 965 h 845"/>
                <a:gd name="connsiteX1" fmla="*/ 54 w 45"/>
                <a:gd name="connsiteY1" fmla="*/ 119 h 845"/>
                <a:gd name="connsiteX2" fmla="*/ 54 w 45"/>
                <a:gd name="connsiteY2" fmla="*/ 119 h 845"/>
                <a:gd name="connsiteX3" fmla="*/ 54 w 45"/>
                <a:gd name="connsiteY3" fmla="*/ 965 h 845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" h="845">
                  <a:moveTo>
                    <a:pt x="54" y="965"/>
                  </a:moveTo>
                  <a:cubicBezTo>
                    <a:pt x="54" y="965"/>
                    <a:pt x="54" y="421"/>
                    <a:pt x="54" y="119"/>
                  </a:cubicBezTo>
                  <a:lnTo>
                    <a:pt x="54" y="119"/>
                  </a:lnTo>
                  <a:cubicBezTo>
                    <a:pt x="115" y="481"/>
                    <a:pt x="115" y="723"/>
                    <a:pt x="54" y="965"/>
                  </a:cubicBezTo>
                  <a:close/>
                </a:path>
              </a:pathLst>
            </a:custGeom>
            <a:solidFill>
              <a:srgbClr val="92964B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306" name="" descr="2caf8026-0593-400c-8b1d-05aad1aa1da5"/>
            <p:cNvGrpSpPr/>
            <p:nvPr/>
          </p:nvGrpSpPr>
          <p:grpSpPr>
            <a:xfrm>
              <a:off x="10314013" y="5067312"/>
              <a:ext cx="2394984" cy="2118707"/>
              <a:chOff x="9398406" y="5953954"/>
              <a:chExt cx="2394984" cy="2118707"/>
            </a:xfrm>
          </p:grpSpPr>
          <p:sp>
            <p:nvSpPr>
              <p:cNvPr id="67" name="" descr="0b90dff7-9d86-4f2f-82e5-80bb0c91d5a5"/>
              <p:cNvSpPr/>
              <p:nvPr/>
            </p:nvSpPr>
            <p:spPr>
              <a:xfrm rot="17142518">
                <a:off x="10050031" y="6466972"/>
                <a:ext cx="272805" cy="161118"/>
              </a:xfrm>
              <a:custGeom>
                <a:gdLst>
                  <a:gd name="connsiteX0" fmla="*/ 57 w 272805"/>
                  <a:gd name="connsiteY0" fmla="*/ 129 h 161118"/>
                  <a:gd name="connsiteX1" fmla="*/ 272863 w 272805"/>
                  <a:gd name="connsiteY1" fmla="*/ 129 h 161118"/>
                  <a:gd name="connsiteX2" fmla="*/ 272863 w 272805"/>
                  <a:gd name="connsiteY2" fmla="*/ 161247 h 161118"/>
                  <a:gd name="connsiteX3" fmla="*/ 57 w 272805"/>
                  <a:gd name="connsiteY3" fmla="*/ 161247 h 16111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2805" h="161118">
                    <a:moveTo>
                      <a:pt x="57" y="129"/>
                    </a:moveTo>
                    <a:lnTo>
                      <a:pt x="272863" y="129"/>
                    </a:lnTo>
                    <a:lnTo>
                      <a:pt x="272863" y="161247"/>
                    </a:lnTo>
                    <a:lnTo>
                      <a:pt x="57" y="161247"/>
                    </a:lnTo>
                    <a:close/>
                  </a:path>
                </a:pathLst>
              </a:custGeom>
              <a:solidFill>
                <a:srgbClr val="FFFFFF"/>
              </a:solidFill>
              <a:ln w="60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" descr="0ac5e01e-cde3-4170-ac14-4e862babc529"/>
              <p:cNvSpPr/>
              <p:nvPr/>
            </p:nvSpPr>
            <p:spPr>
              <a:xfrm>
                <a:off x="10062077" y="6966750"/>
                <a:ext cx="1362983" cy="1105911"/>
              </a:xfrm>
              <a:custGeom>
                <a:gdLst>
                  <a:gd name="connsiteX0" fmla="*/ 321814 w 1362983"/>
                  <a:gd name="connsiteY0" fmla="*/ 36760 h 1105911"/>
                  <a:gd name="connsiteX1" fmla="*/ 439725 w 1362983"/>
                  <a:gd name="connsiteY1" fmla="*/ 4339 h 1105911"/>
                  <a:gd name="connsiteX2" fmla="*/ 606722 w 1362983"/>
                  <a:gd name="connsiteY2" fmla="*/ 11101 h 1105911"/>
                  <a:gd name="connsiteX3" fmla="*/ 696318 w 1362983"/>
                  <a:gd name="connsiteY3" fmla="*/ 37907 h 1105911"/>
                  <a:gd name="connsiteX4" fmla="*/ 790503 w 1362983"/>
                  <a:gd name="connsiteY4" fmla="*/ 82463 h 1105911"/>
                  <a:gd name="connsiteX5" fmla="*/ 876658 w 1362983"/>
                  <a:gd name="connsiteY5" fmla="*/ 140423 h 1105911"/>
                  <a:gd name="connsiteX6" fmla="*/ 952126 w 1362983"/>
                  <a:gd name="connsiteY6" fmla="*/ 210639 h 1105911"/>
                  <a:gd name="connsiteX7" fmla="*/ 1061465 w 1362983"/>
                  <a:gd name="connsiteY7" fmla="*/ 373651 h 1105911"/>
                  <a:gd name="connsiteX8" fmla="*/ 1079578 w 1362983"/>
                  <a:gd name="connsiteY8" fmla="*/ 415914 h 1105911"/>
                  <a:gd name="connsiteX9" fmla="*/ 1082053 w 1362983"/>
                  <a:gd name="connsiteY9" fmla="*/ 421951 h 1105911"/>
                  <a:gd name="connsiteX10" fmla="*/ 1086400 w 1362983"/>
                  <a:gd name="connsiteY10" fmla="*/ 432396 h 1105911"/>
                  <a:gd name="connsiteX11" fmla="*/ 1103969 w 1362983"/>
                  <a:gd name="connsiteY11" fmla="*/ 473994 h 1105911"/>
                  <a:gd name="connsiteX12" fmla="*/ 1149854 w 1362983"/>
                  <a:gd name="connsiteY12" fmla="*/ 569930 h 1105911"/>
                  <a:gd name="connsiteX13" fmla="*/ 1150699 w 1362983"/>
                  <a:gd name="connsiteY13" fmla="*/ 571439 h 1105911"/>
                  <a:gd name="connsiteX14" fmla="*/ 1196041 w 1362983"/>
                  <a:gd name="connsiteY14" fmla="*/ 640991 h 1105911"/>
                  <a:gd name="connsiteX15" fmla="*/ 1248748 w 1362983"/>
                  <a:gd name="connsiteY15" fmla="*/ 702815 h 1105911"/>
                  <a:gd name="connsiteX16" fmla="*/ 1334481 w 1362983"/>
                  <a:gd name="connsiteY16" fmla="*/ 774058 h 1105911"/>
                  <a:gd name="connsiteX17" fmla="*/ 1335266 w 1362983"/>
                  <a:gd name="connsiteY17" fmla="*/ 775023 h 1105911"/>
                  <a:gd name="connsiteX18" fmla="*/ 1335266 w 1362983"/>
                  <a:gd name="connsiteY18" fmla="*/ 775023 h 1105911"/>
                  <a:gd name="connsiteX19" fmla="*/ 1363038 w 1362983"/>
                  <a:gd name="connsiteY19" fmla="*/ 789574 h 1105911"/>
                  <a:gd name="connsiteX20" fmla="*/ 1326813 w 1362983"/>
                  <a:gd name="connsiteY20" fmla="*/ 795611 h 1105911"/>
                  <a:gd name="connsiteX21" fmla="*/ 1268491 w 1362983"/>
                  <a:gd name="connsiteY21" fmla="*/ 814811 h 1105911"/>
                  <a:gd name="connsiteX22" fmla="*/ 1254786 w 1362983"/>
                  <a:gd name="connsiteY22" fmla="*/ 820848 h 1105911"/>
                  <a:gd name="connsiteX23" fmla="*/ 1217112 w 1362983"/>
                  <a:gd name="connsiteY23" fmla="*/ 840651 h 1105911"/>
                  <a:gd name="connsiteX24" fmla="*/ 1196524 w 1362983"/>
                  <a:gd name="connsiteY24" fmla="*/ 853209 h 1105911"/>
                  <a:gd name="connsiteX25" fmla="*/ 1175091 w 1362983"/>
                  <a:gd name="connsiteY25" fmla="*/ 866733 h 1105911"/>
                  <a:gd name="connsiteX26" fmla="*/ 1107833 w 1362983"/>
                  <a:gd name="connsiteY26" fmla="*/ 911108 h 1105911"/>
                  <a:gd name="connsiteX27" fmla="*/ 1103003 w 1362983"/>
                  <a:gd name="connsiteY27" fmla="*/ 914369 h 1105911"/>
                  <a:gd name="connsiteX28" fmla="*/ 1087729 w 1362983"/>
                  <a:gd name="connsiteY28" fmla="*/ 924572 h 1105911"/>
                  <a:gd name="connsiteX29" fmla="*/ 1033029 w 1362983"/>
                  <a:gd name="connsiteY29" fmla="*/ 960797 h 1105911"/>
                  <a:gd name="connsiteX30" fmla="*/ 975794 w 1362983"/>
                  <a:gd name="connsiteY30" fmla="*/ 992011 h 1105911"/>
                  <a:gd name="connsiteX31" fmla="*/ 878107 w 1362983"/>
                  <a:gd name="connsiteY31" fmla="*/ 1038318 h 1105911"/>
                  <a:gd name="connsiteX32" fmla="*/ 833913 w 1362983"/>
                  <a:gd name="connsiteY32" fmla="*/ 1056431 h 1105911"/>
                  <a:gd name="connsiteX33" fmla="*/ 616563 w 1362983"/>
                  <a:gd name="connsiteY33" fmla="*/ 1104731 h 1105911"/>
                  <a:gd name="connsiteX34" fmla="*/ 433205 w 1362983"/>
                  <a:gd name="connsiteY34" fmla="*/ 1091750 h 1105911"/>
                  <a:gd name="connsiteX35" fmla="*/ 262404 w 1362983"/>
                  <a:gd name="connsiteY35" fmla="*/ 1030288 h 1105911"/>
                  <a:gd name="connsiteX36" fmla="*/ 186574 w 1362983"/>
                  <a:gd name="connsiteY36" fmla="*/ 980539 h 1105911"/>
                  <a:gd name="connsiteX37" fmla="*/ 120765 w 1362983"/>
                  <a:gd name="connsiteY37" fmla="*/ 918051 h 1105911"/>
                  <a:gd name="connsiteX38" fmla="*/ 68722 w 1362983"/>
                  <a:gd name="connsiteY38" fmla="*/ 844877 h 1105911"/>
                  <a:gd name="connsiteX39" fmla="*/ 29901 w 1362983"/>
                  <a:gd name="connsiteY39" fmla="*/ 757334 h 1105911"/>
                  <a:gd name="connsiteX40" fmla="*/ 438 w 1362983"/>
                  <a:gd name="connsiteY40" fmla="*/ 585386 h 1105911"/>
                  <a:gd name="connsiteX41" fmla="*/ 74095 w 1362983"/>
                  <a:gd name="connsiteY41" fmla="*/ 269504 h 1105911"/>
                  <a:gd name="connsiteX42" fmla="*/ 166710 w 1362983"/>
                  <a:gd name="connsiteY42" fmla="*/ 143986 h 1105911"/>
                  <a:gd name="connsiteX43" fmla="*/ 225636 w 1362983"/>
                  <a:gd name="connsiteY43" fmla="*/ 92667 h 1105911"/>
                  <a:gd name="connsiteX44" fmla="*/ 292048 w 1362983"/>
                  <a:gd name="connsiteY44" fmla="*/ 51551 h 1105911"/>
                  <a:gd name="connsiteX45" fmla="*/ 322236 w 1362983"/>
                  <a:gd name="connsiteY45" fmla="*/ 37303 h 110591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362983" h="1105911">
                    <a:moveTo>
                      <a:pt x="321814" y="36760"/>
                    </a:moveTo>
                    <a:cubicBezTo>
                      <a:pt x="359487" y="20700"/>
                      <a:pt x="399153" y="9832"/>
                      <a:pt x="439725" y="4339"/>
                    </a:cubicBezTo>
                    <a:cubicBezTo>
                      <a:pt x="495391" y="-3028"/>
                      <a:pt x="551842" y="-733"/>
                      <a:pt x="606722" y="11101"/>
                    </a:cubicBezTo>
                    <a:cubicBezTo>
                      <a:pt x="637212" y="17742"/>
                      <a:pt x="667157" y="26677"/>
                      <a:pt x="696318" y="37907"/>
                    </a:cubicBezTo>
                    <a:cubicBezTo>
                      <a:pt x="728800" y="50344"/>
                      <a:pt x="760315" y="65257"/>
                      <a:pt x="790503" y="82463"/>
                    </a:cubicBezTo>
                    <a:cubicBezTo>
                      <a:pt x="820631" y="99610"/>
                      <a:pt x="849429" y="118990"/>
                      <a:pt x="876658" y="140423"/>
                    </a:cubicBezTo>
                    <a:cubicBezTo>
                      <a:pt x="903586" y="161856"/>
                      <a:pt x="928822" y="185342"/>
                      <a:pt x="952126" y="210639"/>
                    </a:cubicBezTo>
                    <a:cubicBezTo>
                      <a:pt x="996562" y="259181"/>
                      <a:pt x="1033392" y="314122"/>
                      <a:pt x="1061465" y="373651"/>
                    </a:cubicBezTo>
                    <a:cubicBezTo>
                      <a:pt x="1068107" y="387658"/>
                      <a:pt x="1074084" y="401967"/>
                      <a:pt x="1079578" y="415914"/>
                    </a:cubicBezTo>
                    <a:lnTo>
                      <a:pt x="1082053" y="421951"/>
                    </a:lnTo>
                    <a:lnTo>
                      <a:pt x="1086400" y="432396"/>
                    </a:lnTo>
                    <a:cubicBezTo>
                      <a:pt x="1092438" y="446343"/>
                      <a:pt x="1098053" y="460169"/>
                      <a:pt x="1103969" y="473994"/>
                    </a:cubicBezTo>
                    <a:cubicBezTo>
                      <a:pt x="1117614" y="506718"/>
                      <a:pt x="1132950" y="538776"/>
                      <a:pt x="1149854" y="569930"/>
                    </a:cubicBezTo>
                    <a:lnTo>
                      <a:pt x="1150699" y="571439"/>
                    </a:lnTo>
                    <a:cubicBezTo>
                      <a:pt x="1164284" y="595589"/>
                      <a:pt x="1179438" y="618833"/>
                      <a:pt x="1196041" y="640991"/>
                    </a:cubicBezTo>
                    <a:cubicBezTo>
                      <a:pt x="1212402" y="662605"/>
                      <a:pt x="1230032" y="683254"/>
                      <a:pt x="1248748" y="702815"/>
                    </a:cubicBezTo>
                    <a:cubicBezTo>
                      <a:pt x="1274227" y="730105"/>
                      <a:pt x="1303025" y="754013"/>
                      <a:pt x="1334481" y="774058"/>
                    </a:cubicBezTo>
                    <a:lnTo>
                      <a:pt x="1335266" y="775023"/>
                    </a:lnTo>
                    <a:lnTo>
                      <a:pt x="1335266" y="775023"/>
                    </a:lnTo>
                    <a:cubicBezTo>
                      <a:pt x="1344382" y="780276"/>
                      <a:pt x="1353378" y="785166"/>
                      <a:pt x="1363038" y="789574"/>
                    </a:cubicBezTo>
                    <a:cubicBezTo>
                      <a:pt x="1350842" y="790841"/>
                      <a:pt x="1338767" y="792895"/>
                      <a:pt x="1326813" y="795611"/>
                    </a:cubicBezTo>
                    <a:cubicBezTo>
                      <a:pt x="1306829" y="800260"/>
                      <a:pt x="1287328" y="806659"/>
                      <a:pt x="1268491" y="814811"/>
                    </a:cubicBezTo>
                    <a:cubicBezTo>
                      <a:pt x="1263902" y="816803"/>
                      <a:pt x="1259374" y="818916"/>
                      <a:pt x="1254786" y="820848"/>
                    </a:cubicBezTo>
                    <a:cubicBezTo>
                      <a:pt x="1241564" y="826886"/>
                      <a:pt x="1228885" y="833768"/>
                      <a:pt x="1217112" y="840651"/>
                    </a:cubicBezTo>
                    <a:cubicBezTo>
                      <a:pt x="1210169" y="844756"/>
                      <a:pt x="1203346" y="848922"/>
                      <a:pt x="1196524" y="853209"/>
                    </a:cubicBezTo>
                    <a:cubicBezTo>
                      <a:pt x="1189702" y="857495"/>
                      <a:pt x="1182215" y="862144"/>
                      <a:pt x="1175091" y="866733"/>
                    </a:cubicBezTo>
                    <a:cubicBezTo>
                      <a:pt x="1152511" y="881223"/>
                      <a:pt x="1129810" y="896377"/>
                      <a:pt x="1107833" y="911108"/>
                    </a:cubicBezTo>
                    <a:lnTo>
                      <a:pt x="1103003" y="914369"/>
                    </a:lnTo>
                    <a:lnTo>
                      <a:pt x="1087729" y="924572"/>
                    </a:lnTo>
                    <a:cubicBezTo>
                      <a:pt x="1069616" y="936647"/>
                      <a:pt x="1051504" y="948722"/>
                      <a:pt x="1033029" y="960797"/>
                    </a:cubicBezTo>
                    <a:cubicBezTo>
                      <a:pt x="1013890" y="971061"/>
                      <a:pt x="994751" y="981385"/>
                      <a:pt x="975794" y="992011"/>
                    </a:cubicBezTo>
                    <a:cubicBezTo>
                      <a:pt x="940354" y="1010123"/>
                      <a:pt x="908415" y="1025338"/>
                      <a:pt x="878107" y="1038318"/>
                    </a:cubicBezTo>
                    <a:cubicBezTo>
                      <a:pt x="863678" y="1044356"/>
                      <a:pt x="848825" y="1050393"/>
                      <a:pt x="833913" y="1056431"/>
                    </a:cubicBezTo>
                    <a:cubicBezTo>
                      <a:pt x="764300" y="1083418"/>
                      <a:pt x="691066" y="1099719"/>
                      <a:pt x="616563" y="1104731"/>
                    </a:cubicBezTo>
                    <a:cubicBezTo>
                      <a:pt x="555162" y="1108474"/>
                      <a:pt x="493459" y="1104127"/>
                      <a:pt x="433205" y="1091750"/>
                    </a:cubicBezTo>
                    <a:cubicBezTo>
                      <a:pt x="373554" y="1079796"/>
                      <a:pt x="316017" y="1059087"/>
                      <a:pt x="262404" y="1030288"/>
                    </a:cubicBezTo>
                    <a:cubicBezTo>
                      <a:pt x="235779" y="1015858"/>
                      <a:pt x="210421" y="999195"/>
                      <a:pt x="186574" y="980539"/>
                    </a:cubicBezTo>
                    <a:cubicBezTo>
                      <a:pt x="162786" y="961763"/>
                      <a:pt x="140749" y="940813"/>
                      <a:pt x="120765" y="918051"/>
                    </a:cubicBezTo>
                    <a:cubicBezTo>
                      <a:pt x="100962" y="895532"/>
                      <a:pt x="83513" y="871019"/>
                      <a:pt x="68722" y="844877"/>
                    </a:cubicBezTo>
                    <a:cubicBezTo>
                      <a:pt x="52843" y="817105"/>
                      <a:pt x="39802" y="787763"/>
                      <a:pt x="29901" y="757334"/>
                    </a:cubicBezTo>
                    <a:cubicBezTo>
                      <a:pt x="12211" y="701668"/>
                      <a:pt x="2249" y="643768"/>
                      <a:pt x="438" y="585386"/>
                    </a:cubicBezTo>
                    <a:cubicBezTo>
                      <a:pt x="-3427" y="475443"/>
                      <a:pt x="21992" y="366406"/>
                      <a:pt x="74095" y="269504"/>
                    </a:cubicBezTo>
                    <a:cubicBezTo>
                      <a:pt x="98909" y="223499"/>
                      <a:pt x="130063" y="181236"/>
                      <a:pt x="166710" y="143986"/>
                    </a:cubicBezTo>
                    <a:cubicBezTo>
                      <a:pt x="185004" y="125390"/>
                      <a:pt x="204747" y="108243"/>
                      <a:pt x="225636" y="92667"/>
                    </a:cubicBezTo>
                    <a:cubicBezTo>
                      <a:pt x="246646" y="77211"/>
                      <a:pt x="268865" y="63445"/>
                      <a:pt x="292048" y="51551"/>
                    </a:cubicBezTo>
                    <a:cubicBezTo>
                      <a:pt x="302192" y="46299"/>
                      <a:pt x="312274" y="41469"/>
                      <a:pt x="322236" y="37303"/>
                    </a:cubicBezTo>
                  </a:path>
                </a:pathLst>
              </a:custGeom>
              <a:solidFill>
                <a:srgbClr val="B2B67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" descr="29b096e8-039c-40b3-a367-79f8e46c3265"/>
              <p:cNvSpPr/>
              <p:nvPr/>
            </p:nvSpPr>
            <p:spPr>
              <a:xfrm>
                <a:off x="10191575" y="7311848"/>
                <a:ext cx="1147104" cy="682234"/>
              </a:xfrm>
              <a:custGeom>
                <a:gdLst>
                  <a:gd name="connsiteX0" fmla="*/ 1144729 w 1147104"/>
                  <a:gd name="connsiteY0" fmla="*/ 421775 h 682234"/>
                  <a:gd name="connsiteX1" fmla="*/ 944526 w 1147104"/>
                  <a:gd name="connsiteY1" fmla="*/ 390199 h 682234"/>
                  <a:gd name="connsiteX2" fmla="*/ 961310 w 1147104"/>
                  <a:gd name="connsiteY2" fmla="*/ 382291 h 682234"/>
                  <a:gd name="connsiteX3" fmla="*/ 987392 w 1147104"/>
                  <a:gd name="connsiteY3" fmla="*/ 373355 h 682234"/>
                  <a:gd name="connsiteX4" fmla="*/ 1019089 w 1147104"/>
                  <a:gd name="connsiteY4" fmla="*/ 366834 h 682234"/>
                  <a:gd name="connsiteX5" fmla="*/ 1051208 w 1147104"/>
                  <a:gd name="connsiteY5" fmla="*/ 363816 h 682234"/>
                  <a:gd name="connsiteX6" fmla="*/ 1053502 w 1147104"/>
                  <a:gd name="connsiteY6" fmla="*/ 360676 h 682234"/>
                  <a:gd name="connsiteX7" fmla="*/ 1050423 w 1147104"/>
                  <a:gd name="connsiteY7" fmla="*/ 358382 h 682234"/>
                  <a:gd name="connsiteX8" fmla="*/ 1016191 w 1147104"/>
                  <a:gd name="connsiteY8" fmla="*/ 361099 h 682234"/>
                  <a:gd name="connsiteX9" fmla="*/ 984192 w 1147104"/>
                  <a:gd name="connsiteY9" fmla="*/ 366170 h 682234"/>
                  <a:gd name="connsiteX10" fmla="*/ 954005 w 1147104"/>
                  <a:gd name="connsiteY10" fmla="*/ 374804 h 682234"/>
                  <a:gd name="connsiteX11" fmla="*/ 944948 w 1147104"/>
                  <a:gd name="connsiteY11" fmla="*/ 378427 h 682234"/>
                  <a:gd name="connsiteX12" fmla="*/ 938911 w 1147104"/>
                  <a:gd name="connsiteY12" fmla="*/ 381022 h 682234"/>
                  <a:gd name="connsiteX13" fmla="*/ 928587 w 1147104"/>
                  <a:gd name="connsiteY13" fmla="*/ 386698 h 682234"/>
                  <a:gd name="connsiteX14" fmla="*/ 853058 w 1147104"/>
                  <a:gd name="connsiteY14" fmla="*/ 366291 h 682234"/>
                  <a:gd name="connsiteX15" fmla="*/ 854085 w 1147104"/>
                  <a:gd name="connsiteY15" fmla="*/ 366291 h 682234"/>
                  <a:gd name="connsiteX16" fmla="*/ 766843 w 1147104"/>
                  <a:gd name="connsiteY16" fmla="*/ 334353 h 682234"/>
                  <a:gd name="connsiteX17" fmla="*/ 746798 w 1147104"/>
                  <a:gd name="connsiteY17" fmla="*/ 325176 h 682234"/>
                  <a:gd name="connsiteX18" fmla="*/ 776261 w 1147104"/>
                  <a:gd name="connsiteY18" fmla="*/ 300543 h 682234"/>
                  <a:gd name="connsiteX19" fmla="*/ 820094 w 1147104"/>
                  <a:gd name="connsiteY19" fmla="*/ 270959 h 682234"/>
                  <a:gd name="connsiteX20" fmla="*/ 922006 w 1147104"/>
                  <a:gd name="connsiteY20" fmla="*/ 226705 h 682234"/>
                  <a:gd name="connsiteX21" fmla="*/ 922006 w 1147104"/>
                  <a:gd name="connsiteY21" fmla="*/ 226705 h 682234"/>
                  <a:gd name="connsiteX22" fmla="*/ 952194 w 1147104"/>
                  <a:gd name="connsiteY22" fmla="*/ 219701 h 682234"/>
                  <a:gd name="connsiteX23" fmla="*/ 954548 w 1147104"/>
                  <a:gd name="connsiteY23" fmla="*/ 216561 h 682234"/>
                  <a:gd name="connsiteX24" fmla="*/ 951409 w 1147104"/>
                  <a:gd name="connsiteY24" fmla="*/ 214207 h 682234"/>
                  <a:gd name="connsiteX25" fmla="*/ 848772 w 1147104"/>
                  <a:gd name="connsiteY25" fmla="*/ 245360 h 682234"/>
                  <a:gd name="connsiteX26" fmla="*/ 830659 w 1147104"/>
                  <a:gd name="connsiteY26" fmla="*/ 253450 h 682234"/>
                  <a:gd name="connsiteX27" fmla="*/ 775053 w 1147104"/>
                  <a:gd name="connsiteY27" fmla="*/ 284182 h 682234"/>
                  <a:gd name="connsiteX28" fmla="*/ 729893 w 1147104"/>
                  <a:gd name="connsiteY28" fmla="*/ 317629 h 682234"/>
                  <a:gd name="connsiteX29" fmla="*/ 680688 w 1147104"/>
                  <a:gd name="connsiteY29" fmla="*/ 292573 h 682234"/>
                  <a:gd name="connsiteX30" fmla="*/ 604193 w 1147104"/>
                  <a:gd name="connsiteY30" fmla="*/ 247654 h 682234"/>
                  <a:gd name="connsiteX31" fmla="*/ 527215 w 1147104"/>
                  <a:gd name="connsiteY31" fmla="*/ 208653 h 682234"/>
                  <a:gd name="connsiteX32" fmla="*/ 514174 w 1147104"/>
                  <a:gd name="connsiteY32" fmla="*/ 203279 h 682234"/>
                  <a:gd name="connsiteX33" fmla="*/ 526249 w 1147104"/>
                  <a:gd name="connsiteY33" fmla="*/ 187883 h 682234"/>
                  <a:gd name="connsiteX34" fmla="*/ 543818 w 1147104"/>
                  <a:gd name="connsiteY34" fmla="*/ 168443 h 682234"/>
                  <a:gd name="connsiteX35" fmla="*/ 655149 w 1147104"/>
                  <a:gd name="connsiteY35" fmla="*/ 82348 h 682234"/>
                  <a:gd name="connsiteX36" fmla="*/ 824622 w 1147104"/>
                  <a:gd name="connsiteY36" fmla="*/ 6638 h 682234"/>
                  <a:gd name="connsiteX37" fmla="*/ 826976 w 1147104"/>
                  <a:gd name="connsiteY37" fmla="*/ 2593 h 682234"/>
                  <a:gd name="connsiteX38" fmla="*/ 822931 w 1147104"/>
                  <a:gd name="connsiteY38" fmla="*/ 238 h 682234"/>
                  <a:gd name="connsiteX39" fmla="*/ 822025 w 1147104"/>
                  <a:gd name="connsiteY39" fmla="*/ 600 h 682234"/>
                  <a:gd name="connsiteX40" fmla="*/ 800230 w 1147104"/>
                  <a:gd name="connsiteY40" fmla="*/ 7544 h 682234"/>
                  <a:gd name="connsiteX41" fmla="*/ 757968 w 1147104"/>
                  <a:gd name="connsiteY41" fmla="*/ 22335 h 682234"/>
                  <a:gd name="connsiteX42" fmla="*/ 716551 w 1147104"/>
                  <a:gd name="connsiteY42" fmla="*/ 38516 h 682234"/>
                  <a:gd name="connsiteX43" fmla="*/ 715222 w 1147104"/>
                  <a:gd name="connsiteY43" fmla="*/ 39119 h 682234"/>
                  <a:gd name="connsiteX44" fmla="*/ 672960 w 1147104"/>
                  <a:gd name="connsiteY44" fmla="*/ 58319 h 682234"/>
                  <a:gd name="connsiteX45" fmla="*/ 632086 w 1147104"/>
                  <a:gd name="connsiteY45" fmla="*/ 80175 h 682234"/>
                  <a:gd name="connsiteX46" fmla="*/ 555833 w 1147104"/>
                  <a:gd name="connsiteY46" fmla="*/ 131795 h 682234"/>
                  <a:gd name="connsiteX47" fmla="*/ 521781 w 1147104"/>
                  <a:gd name="connsiteY47" fmla="*/ 161379 h 682234"/>
                  <a:gd name="connsiteX48" fmla="*/ 504575 w 1147104"/>
                  <a:gd name="connsiteY48" fmla="*/ 178706 h 682234"/>
                  <a:gd name="connsiteX49" fmla="*/ 490809 w 1147104"/>
                  <a:gd name="connsiteY49" fmla="*/ 193739 h 682234"/>
                  <a:gd name="connsiteX50" fmla="*/ 445588 w 1147104"/>
                  <a:gd name="connsiteY50" fmla="*/ 177318 h 682234"/>
                  <a:gd name="connsiteX51" fmla="*/ 358890 w 1147104"/>
                  <a:gd name="connsiteY51" fmla="*/ 153168 h 682234"/>
                  <a:gd name="connsiteX52" fmla="*/ 334740 w 1147104"/>
                  <a:gd name="connsiteY52" fmla="*/ 148338 h 682234"/>
                  <a:gd name="connsiteX53" fmla="*/ 336490 w 1147104"/>
                  <a:gd name="connsiteY53" fmla="*/ 133244 h 682234"/>
                  <a:gd name="connsiteX54" fmla="*/ 327133 w 1147104"/>
                  <a:gd name="connsiteY54" fmla="*/ 120444 h 682234"/>
                  <a:gd name="connsiteX55" fmla="*/ 321035 w 1147104"/>
                  <a:gd name="connsiteY55" fmla="*/ 121169 h 682234"/>
                  <a:gd name="connsiteX56" fmla="*/ 318982 w 1147104"/>
                  <a:gd name="connsiteY56" fmla="*/ 122316 h 682234"/>
                  <a:gd name="connsiteX57" fmla="*/ 315359 w 1147104"/>
                  <a:gd name="connsiteY57" fmla="*/ 126723 h 682234"/>
                  <a:gd name="connsiteX58" fmla="*/ 310590 w 1147104"/>
                  <a:gd name="connsiteY58" fmla="*/ 142542 h 682234"/>
                  <a:gd name="connsiteX59" fmla="*/ 310167 w 1147104"/>
                  <a:gd name="connsiteY59" fmla="*/ 144172 h 682234"/>
                  <a:gd name="connsiteX60" fmla="*/ 10466 w 1147104"/>
                  <a:gd name="connsiteY60" fmla="*/ 166933 h 682234"/>
                  <a:gd name="connsiteX61" fmla="*/ 9440 w 1147104"/>
                  <a:gd name="connsiteY61" fmla="*/ 167295 h 682234"/>
                  <a:gd name="connsiteX62" fmla="*/ 1712 w 1147104"/>
                  <a:gd name="connsiteY62" fmla="*/ 189453 h 682234"/>
                  <a:gd name="connsiteX63" fmla="*/ 22179 w 1147104"/>
                  <a:gd name="connsiteY63" fmla="*/ 197906 h 682234"/>
                  <a:gd name="connsiteX64" fmla="*/ 74525 w 1147104"/>
                  <a:gd name="connsiteY64" fmla="*/ 182510 h 682234"/>
                  <a:gd name="connsiteX65" fmla="*/ 230533 w 1147104"/>
                  <a:gd name="connsiteY65" fmla="*/ 168020 h 682234"/>
                  <a:gd name="connsiteX66" fmla="*/ 304130 w 1147104"/>
                  <a:gd name="connsiteY66" fmla="*/ 174782 h 682234"/>
                  <a:gd name="connsiteX67" fmla="*/ 302741 w 1147104"/>
                  <a:gd name="connsiteY67" fmla="*/ 182691 h 682234"/>
                  <a:gd name="connsiteX68" fmla="*/ 297428 w 1147104"/>
                  <a:gd name="connsiteY68" fmla="*/ 238236 h 682234"/>
                  <a:gd name="connsiteX69" fmla="*/ 297066 w 1147104"/>
                  <a:gd name="connsiteY69" fmla="*/ 298611 h 682234"/>
                  <a:gd name="connsiteX70" fmla="*/ 301534 w 1147104"/>
                  <a:gd name="connsiteY70" fmla="*/ 355726 h 682234"/>
                  <a:gd name="connsiteX71" fmla="*/ 304553 w 1147104"/>
                  <a:gd name="connsiteY71" fmla="*/ 378909 h 682234"/>
                  <a:gd name="connsiteX72" fmla="*/ 308114 w 1147104"/>
                  <a:gd name="connsiteY72" fmla="*/ 400222 h 682234"/>
                  <a:gd name="connsiteX73" fmla="*/ 316748 w 1147104"/>
                  <a:gd name="connsiteY73" fmla="*/ 444356 h 682234"/>
                  <a:gd name="connsiteX74" fmla="*/ 340898 w 1147104"/>
                  <a:gd name="connsiteY74" fmla="*/ 529786 h 682234"/>
                  <a:gd name="connsiteX75" fmla="*/ 375734 w 1147104"/>
                  <a:gd name="connsiteY75" fmla="*/ 609783 h 682234"/>
                  <a:gd name="connsiteX76" fmla="*/ 421378 w 1147104"/>
                  <a:gd name="connsiteY76" fmla="*/ 680784 h 682234"/>
                  <a:gd name="connsiteX77" fmla="*/ 426509 w 1147104"/>
                  <a:gd name="connsiteY77" fmla="*/ 681689 h 682234"/>
                  <a:gd name="connsiteX78" fmla="*/ 427415 w 1147104"/>
                  <a:gd name="connsiteY78" fmla="*/ 676558 h 682234"/>
                  <a:gd name="connsiteX79" fmla="*/ 389439 w 1147104"/>
                  <a:gd name="connsiteY79" fmla="*/ 617088 h 682234"/>
                  <a:gd name="connsiteX80" fmla="*/ 389439 w 1147104"/>
                  <a:gd name="connsiteY80" fmla="*/ 617088 h 682234"/>
                  <a:gd name="connsiteX81" fmla="*/ 389077 w 1147104"/>
                  <a:gd name="connsiteY81" fmla="*/ 616303 h 682234"/>
                  <a:gd name="connsiteX82" fmla="*/ 389077 w 1147104"/>
                  <a:gd name="connsiteY82" fmla="*/ 616303 h 682234"/>
                  <a:gd name="connsiteX83" fmla="*/ 389077 w 1147104"/>
                  <a:gd name="connsiteY83" fmla="*/ 616303 h 682234"/>
                  <a:gd name="connsiteX84" fmla="*/ 337577 w 1147104"/>
                  <a:gd name="connsiteY84" fmla="*/ 476173 h 682234"/>
                  <a:gd name="connsiteX85" fmla="*/ 337577 w 1147104"/>
                  <a:gd name="connsiteY85" fmla="*/ 476716 h 682234"/>
                  <a:gd name="connsiteX86" fmla="*/ 323087 w 1147104"/>
                  <a:gd name="connsiteY86" fmla="*/ 382230 h 682234"/>
                  <a:gd name="connsiteX87" fmla="*/ 321035 w 1147104"/>
                  <a:gd name="connsiteY87" fmla="*/ 333930 h 682234"/>
                  <a:gd name="connsiteX88" fmla="*/ 321397 w 1147104"/>
                  <a:gd name="connsiteY88" fmla="*/ 288408 h 682234"/>
                  <a:gd name="connsiteX89" fmla="*/ 327434 w 1147104"/>
                  <a:gd name="connsiteY89" fmla="*/ 209920 h 682234"/>
                  <a:gd name="connsiteX90" fmla="*/ 331298 w 1147104"/>
                  <a:gd name="connsiteY90" fmla="*/ 179370 h 682234"/>
                  <a:gd name="connsiteX91" fmla="*/ 443173 w 1147104"/>
                  <a:gd name="connsiteY91" fmla="*/ 206298 h 682234"/>
                  <a:gd name="connsiteX92" fmla="*/ 485435 w 1147104"/>
                  <a:gd name="connsiteY92" fmla="*/ 220848 h 682234"/>
                  <a:gd name="connsiteX93" fmla="*/ 486341 w 1147104"/>
                  <a:gd name="connsiteY93" fmla="*/ 221210 h 682234"/>
                  <a:gd name="connsiteX94" fmla="*/ 487066 w 1147104"/>
                  <a:gd name="connsiteY94" fmla="*/ 241738 h 682234"/>
                  <a:gd name="connsiteX95" fmla="*/ 490567 w 1147104"/>
                  <a:gd name="connsiteY95" fmla="*/ 268423 h 682234"/>
                  <a:gd name="connsiteX96" fmla="*/ 504454 w 1147104"/>
                  <a:gd name="connsiteY96" fmla="*/ 321312 h 682234"/>
                  <a:gd name="connsiteX97" fmla="*/ 540679 w 1147104"/>
                  <a:gd name="connsiteY97" fmla="*/ 405354 h 682234"/>
                  <a:gd name="connsiteX98" fmla="*/ 589884 w 1147104"/>
                  <a:gd name="connsiteY98" fmla="*/ 483841 h 682234"/>
                  <a:gd name="connsiteX99" fmla="*/ 648448 w 1147104"/>
                  <a:gd name="connsiteY99" fmla="*/ 554963 h 682234"/>
                  <a:gd name="connsiteX100" fmla="*/ 710694 w 1147104"/>
                  <a:gd name="connsiteY100" fmla="*/ 616303 h 682234"/>
                  <a:gd name="connsiteX101" fmla="*/ 714679 w 1147104"/>
                  <a:gd name="connsiteY101" fmla="*/ 615398 h 682234"/>
                  <a:gd name="connsiteX102" fmla="*/ 714377 w 1147104"/>
                  <a:gd name="connsiteY102" fmla="*/ 611896 h 682234"/>
                  <a:gd name="connsiteX103" fmla="*/ 664266 w 1147104"/>
                  <a:gd name="connsiteY103" fmla="*/ 562510 h 682234"/>
                  <a:gd name="connsiteX104" fmla="*/ 664869 w 1147104"/>
                  <a:gd name="connsiteY104" fmla="*/ 563113 h 682234"/>
                  <a:gd name="connsiteX105" fmla="*/ 607815 w 1147104"/>
                  <a:gd name="connsiteY105" fmla="*/ 493803 h 682234"/>
                  <a:gd name="connsiteX106" fmla="*/ 561025 w 1147104"/>
                  <a:gd name="connsiteY106" fmla="*/ 419240 h 682234"/>
                  <a:gd name="connsiteX107" fmla="*/ 535547 w 1147104"/>
                  <a:gd name="connsiteY107" fmla="*/ 364359 h 682234"/>
                  <a:gd name="connsiteX108" fmla="*/ 525283 w 1147104"/>
                  <a:gd name="connsiteY108" fmla="*/ 335017 h 682234"/>
                  <a:gd name="connsiteX109" fmla="*/ 517796 w 1147104"/>
                  <a:gd name="connsiteY109" fmla="*/ 307727 h 682234"/>
                  <a:gd name="connsiteX110" fmla="*/ 509464 w 1147104"/>
                  <a:gd name="connsiteY110" fmla="*/ 259427 h 682234"/>
                  <a:gd name="connsiteX111" fmla="*/ 506627 w 1147104"/>
                  <a:gd name="connsiteY111" fmla="*/ 229240 h 682234"/>
                  <a:gd name="connsiteX112" fmla="*/ 565553 w 1147104"/>
                  <a:gd name="connsiteY112" fmla="*/ 254054 h 682234"/>
                  <a:gd name="connsiteX113" fmla="*/ 604012 w 1147104"/>
                  <a:gd name="connsiteY113" fmla="*/ 272831 h 682234"/>
                  <a:gd name="connsiteX114" fmla="*/ 642229 w 1147104"/>
                  <a:gd name="connsiteY114" fmla="*/ 293479 h 682234"/>
                  <a:gd name="connsiteX115" fmla="*/ 719509 w 1147104"/>
                  <a:gd name="connsiteY115" fmla="*/ 331092 h 682234"/>
                  <a:gd name="connsiteX116" fmla="*/ 724218 w 1147104"/>
                  <a:gd name="connsiteY116" fmla="*/ 342624 h 682234"/>
                  <a:gd name="connsiteX117" fmla="*/ 731946 w 1147104"/>
                  <a:gd name="connsiteY117" fmla="*/ 357778 h 682234"/>
                  <a:gd name="connsiteX118" fmla="*/ 750481 w 1147104"/>
                  <a:gd name="connsiteY118" fmla="*/ 386819 h 682234"/>
                  <a:gd name="connsiteX119" fmla="*/ 794193 w 1147104"/>
                  <a:gd name="connsiteY119" fmla="*/ 440673 h 682234"/>
                  <a:gd name="connsiteX120" fmla="*/ 846538 w 1147104"/>
                  <a:gd name="connsiteY120" fmla="*/ 488973 h 682234"/>
                  <a:gd name="connsiteX121" fmla="*/ 899486 w 1147104"/>
                  <a:gd name="connsiteY121" fmla="*/ 525621 h 682234"/>
                  <a:gd name="connsiteX122" fmla="*/ 903169 w 1147104"/>
                  <a:gd name="connsiteY122" fmla="*/ 524292 h 682234"/>
                  <a:gd name="connsiteX123" fmla="*/ 901780 w 1147104"/>
                  <a:gd name="connsiteY123" fmla="*/ 520609 h 682234"/>
                  <a:gd name="connsiteX124" fmla="*/ 892241 w 1147104"/>
                  <a:gd name="connsiteY124" fmla="*/ 514572 h 682234"/>
                  <a:gd name="connsiteX125" fmla="*/ 816290 w 1147104"/>
                  <a:gd name="connsiteY125" fmla="*/ 450092 h 682234"/>
                  <a:gd name="connsiteX126" fmla="*/ 778133 w 1147104"/>
                  <a:gd name="connsiteY126" fmla="*/ 403663 h 682234"/>
                  <a:gd name="connsiteX127" fmla="*/ 761409 w 1147104"/>
                  <a:gd name="connsiteY127" fmla="*/ 378487 h 682234"/>
                  <a:gd name="connsiteX128" fmla="*/ 748429 w 1147104"/>
                  <a:gd name="connsiteY128" fmla="*/ 355967 h 682234"/>
                  <a:gd name="connsiteX129" fmla="*/ 748429 w 1147104"/>
                  <a:gd name="connsiteY129" fmla="*/ 355967 h 682234"/>
                  <a:gd name="connsiteX130" fmla="*/ 748429 w 1147104"/>
                  <a:gd name="connsiteY130" fmla="*/ 355967 h 682234"/>
                  <a:gd name="connsiteX131" fmla="*/ 747765 w 1147104"/>
                  <a:gd name="connsiteY131" fmla="*/ 354699 h 682234"/>
                  <a:gd name="connsiteX132" fmla="*/ 747765 w 1147104"/>
                  <a:gd name="connsiteY132" fmla="*/ 355122 h 682234"/>
                  <a:gd name="connsiteX133" fmla="*/ 739433 w 1147104"/>
                  <a:gd name="connsiteY133" fmla="*/ 339183 h 682234"/>
                  <a:gd name="connsiteX134" fmla="*/ 803731 w 1147104"/>
                  <a:gd name="connsiteY134" fmla="*/ 363333 h 682234"/>
                  <a:gd name="connsiteX135" fmla="*/ 884694 w 1147104"/>
                  <a:gd name="connsiteY135" fmla="*/ 387483 h 682234"/>
                  <a:gd name="connsiteX136" fmla="*/ 924662 w 1147104"/>
                  <a:gd name="connsiteY136" fmla="*/ 396901 h 682234"/>
                  <a:gd name="connsiteX137" fmla="*/ 927560 w 1147104"/>
                  <a:gd name="connsiteY137" fmla="*/ 398229 h 682234"/>
                  <a:gd name="connsiteX138" fmla="*/ 929794 w 1147104"/>
                  <a:gd name="connsiteY138" fmla="*/ 398229 h 682234"/>
                  <a:gd name="connsiteX139" fmla="*/ 936376 w 1147104"/>
                  <a:gd name="connsiteY139" fmla="*/ 399558 h 682234"/>
                  <a:gd name="connsiteX140" fmla="*/ 971936 w 1147104"/>
                  <a:gd name="connsiteY140" fmla="*/ 435783 h 682234"/>
                  <a:gd name="connsiteX141" fmla="*/ 1018726 w 1147104"/>
                  <a:gd name="connsiteY141" fmla="*/ 466755 h 682234"/>
                  <a:gd name="connsiteX142" fmla="*/ 1022410 w 1147104"/>
                  <a:gd name="connsiteY142" fmla="*/ 465426 h 682234"/>
                  <a:gd name="connsiteX143" fmla="*/ 1021081 w 1147104"/>
                  <a:gd name="connsiteY143" fmla="*/ 461744 h 682234"/>
                  <a:gd name="connsiteX144" fmla="*/ 1007980 w 1147104"/>
                  <a:gd name="connsiteY144" fmla="*/ 454076 h 682234"/>
                  <a:gd name="connsiteX145" fmla="*/ 1007980 w 1147104"/>
                  <a:gd name="connsiteY145" fmla="*/ 454076 h 682234"/>
                  <a:gd name="connsiteX146" fmla="*/ 961733 w 1147104"/>
                  <a:gd name="connsiteY146" fmla="*/ 414893 h 682234"/>
                  <a:gd name="connsiteX147" fmla="*/ 950986 w 1147104"/>
                  <a:gd name="connsiteY147" fmla="*/ 402335 h 682234"/>
                  <a:gd name="connsiteX148" fmla="*/ 967287 w 1147104"/>
                  <a:gd name="connsiteY148" fmla="*/ 405595 h 682234"/>
                  <a:gd name="connsiteX149" fmla="*/ 1142375 w 1147104"/>
                  <a:gd name="connsiteY149" fmla="*/ 429745 h 682234"/>
                  <a:gd name="connsiteX150" fmla="*/ 1147083 w 1147104"/>
                  <a:gd name="connsiteY150" fmla="*/ 426364 h 682234"/>
                  <a:gd name="connsiteX151" fmla="*/ 1144729 w 1147104"/>
                  <a:gd name="connsiteY151" fmla="*/ 421775 h 68223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147104" h="682234">
                    <a:moveTo>
                      <a:pt x="1144729" y="421775"/>
                    </a:moveTo>
                    <a:cubicBezTo>
                      <a:pt x="1077472" y="415074"/>
                      <a:pt x="1010576" y="404569"/>
                      <a:pt x="944526" y="390199"/>
                    </a:cubicBezTo>
                    <a:cubicBezTo>
                      <a:pt x="950020" y="387362"/>
                      <a:pt x="955574" y="384645"/>
                      <a:pt x="961310" y="382291"/>
                    </a:cubicBezTo>
                    <a:cubicBezTo>
                      <a:pt x="969823" y="378849"/>
                      <a:pt x="978517" y="375891"/>
                      <a:pt x="987392" y="373355"/>
                    </a:cubicBezTo>
                    <a:cubicBezTo>
                      <a:pt x="997837" y="370578"/>
                      <a:pt x="1008402" y="368404"/>
                      <a:pt x="1019089" y="366834"/>
                    </a:cubicBezTo>
                    <a:cubicBezTo>
                      <a:pt x="1029715" y="365265"/>
                      <a:pt x="1040462" y="364359"/>
                      <a:pt x="1051208" y="363816"/>
                    </a:cubicBezTo>
                    <a:cubicBezTo>
                      <a:pt x="1052717" y="363574"/>
                      <a:pt x="1053744" y="362185"/>
                      <a:pt x="1053502" y="360676"/>
                    </a:cubicBezTo>
                    <a:cubicBezTo>
                      <a:pt x="1053322" y="359227"/>
                      <a:pt x="1051932" y="358141"/>
                      <a:pt x="1050423" y="358382"/>
                    </a:cubicBezTo>
                    <a:cubicBezTo>
                      <a:pt x="1039013" y="358925"/>
                      <a:pt x="1027541" y="359770"/>
                      <a:pt x="1016191" y="361099"/>
                    </a:cubicBezTo>
                    <a:cubicBezTo>
                      <a:pt x="1005444" y="362185"/>
                      <a:pt x="994758" y="363876"/>
                      <a:pt x="984192" y="366170"/>
                    </a:cubicBezTo>
                    <a:cubicBezTo>
                      <a:pt x="973929" y="368344"/>
                      <a:pt x="963846" y="371181"/>
                      <a:pt x="954005" y="374804"/>
                    </a:cubicBezTo>
                    <a:lnTo>
                      <a:pt x="944948" y="378427"/>
                    </a:lnTo>
                    <a:lnTo>
                      <a:pt x="938911" y="381022"/>
                    </a:lnTo>
                    <a:cubicBezTo>
                      <a:pt x="935349" y="382773"/>
                      <a:pt x="931968" y="384705"/>
                      <a:pt x="928587" y="386698"/>
                    </a:cubicBezTo>
                    <a:cubicBezTo>
                      <a:pt x="903230" y="380660"/>
                      <a:pt x="877993" y="373959"/>
                      <a:pt x="853058" y="366291"/>
                    </a:cubicBezTo>
                    <a:lnTo>
                      <a:pt x="854085" y="366291"/>
                    </a:lnTo>
                    <a:cubicBezTo>
                      <a:pt x="824501" y="357114"/>
                      <a:pt x="795339" y="346488"/>
                      <a:pt x="766843" y="334353"/>
                    </a:cubicBezTo>
                    <a:cubicBezTo>
                      <a:pt x="760081" y="331455"/>
                      <a:pt x="753500" y="328315"/>
                      <a:pt x="746798" y="325176"/>
                    </a:cubicBezTo>
                    <a:cubicBezTo>
                      <a:pt x="756337" y="316603"/>
                      <a:pt x="766058" y="308271"/>
                      <a:pt x="776261" y="300543"/>
                    </a:cubicBezTo>
                    <a:cubicBezTo>
                      <a:pt x="790328" y="289917"/>
                      <a:pt x="804939" y="280015"/>
                      <a:pt x="820094" y="270959"/>
                    </a:cubicBezTo>
                    <a:cubicBezTo>
                      <a:pt x="852031" y="251880"/>
                      <a:pt x="886264" y="237028"/>
                      <a:pt x="922006" y="226705"/>
                    </a:cubicBezTo>
                    <a:lnTo>
                      <a:pt x="922006" y="226705"/>
                    </a:lnTo>
                    <a:cubicBezTo>
                      <a:pt x="931968" y="223927"/>
                      <a:pt x="941990" y="221572"/>
                      <a:pt x="952194" y="219701"/>
                    </a:cubicBezTo>
                    <a:cubicBezTo>
                      <a:pt x="953703" y="219399"/>
                      <a:pt x="954729" y="218071"/>
                      <a:pt x="954548" y="216561"/>
                    </a:cubicBezTo>
                    <a:cubicBezTo>
                      <a:pt x="954307" y="215052"/>
                      <a:pt x="952918" y="213966"/>
                      <a:pt x="951409" y="214207"/>
                    </a:cubicBezTo>
                    <a:cubicBezTo>
                      <a:pt x="916149" y="220728"/>
                      <a:pt x="881736" y="231233"/>
                      <a:pt x="848772" y="245360"/>
                    </a:cubicBezTo>
                    <a:cubicBezTo>
                      <a:pt x="842734" y="247957"/>
                      <a:pt x="836697" y="250673"/>
                      <a:pt x="830659" y="253450"/>
                    </a:cubicBezTo>
                    <a:cubicBezTo>
                      <a:pt x="811460" y="262506"/>
                      <a:pt x="792925" y="272771"/>
                      <a:pt x="775053" y="284182"/>
                    </a:cubicBezTo>
                    <a:cubicBezTo>
                      <a:pt x="759296" y="294324"/>
                      <a:pt x="744202" y="305493"/>
                      <a:pt x="729893" y="317629"/>
                    </a:cubicBezTo>
                    <a:cubicBezTo>
                      <a:pt x="713290" y="309720"/>
                      <a:pt x="696808" y="301449"/>
                      <a:pt x="680688" y="292573"/>
                    </a:cubicBezTo>
                    <a:cubicBezTo>
                      <a:pt x="654787" y="278325"/>
                      <a:pt x="629973" y="262386"/>
                      <a:pt x="604193" y="247654"/>
                    </a:cubicBezTo>
                    <a:cubicBezTo>
                      <a:pt x="578413" y="232923"/>
                      <a:pt x="553418" y="220425"/>
                      <a:pt x="527215" y="208653"/>
                    </a:cubicBezTo>
                    <a:cubicBezTo>
                      <a:pt x="522868" y="206720"/>
                      <a:pt x="518460" y="205090"/>
                      <a:pt x="514174" y="203279"/>
                    </a:cubicBezTo>
                    <a:cubicBezTo>
                      <a:pt x="518098" y="198027"/>
                      <a:pt x="522023" y="192834"/>
                      <a:pt x="526249" y="187883"/>
                    </a:cubicBezTo>
                    <a:cubicBezTo>
                      <a:pt x="531925" y="181242"/>
                      <a:pt x="537781" y="174722"/>
                      <a:pt x="543818" y="168443"/>
                    </a:cubicBezTo>
                    <a:cubicBezTo>
                      <a:pt x="577085" y="135116"/>
                      <a:pt x="614517" y="106196"/>
                      <a:pt x="655149" y="82348"/>
                    </a:cubicBezTo>
                    <a:cubicBezTo>
                      <a:pt x="708461" y="50591"/>
                      <a:pt x="765394" y="25173"/>
                      <a:pt x="824622" y="6638"/>
                    </a:cubicBezTo>
                    <a:cubicBezTo>
                      <a:pt x="826372" y="6155"/>
                      <a:pt x="827459" y="4343"/>
                      <a:pt x="826976" y="2593"/>
                    </a:cubicBezTo>
                    <a:cubicBezTo>
                      <a:pt x="826493" y="782"/>
                      <a:pt x="824682" y="-245"/>
                      <a:pt x="822931" y="238"/>
                    </a:cubicBezTo>
                    <a:cubicBezTo>
                      <a:pt x="822568" y="299"/>
                      <a:pt x="822327" y="420"/>
                      <a:pt x="822025" y="600"/>
                    </a:cubicBezTo>
                    <a:cubicBezTo>
                      <a:pt x="814720" y="2834"/>
                      <a:pt x="807414" y="5128"/>
                      <a:pt x="800230" y="7544"/>
                    </a:cubicBezTo>
                    <a:cubicBezTo>
                      <a:pt x="785921" y="12253"/>
                      <a:pt x="771794" y="17143"/>
                      <a:pt x="757968" y="22335"/>
                    </a:cubicBezTo>
                    <a:cubicBezTo>
                      <a:pt x="744142" y="27528"/>
                      <a:pt x="730195" y="32720"/>
                      <a:pt x="716551" y="38516"/>
                    </a:cubicBezTo>
                    <a:lnTo>
                      <a:pt x="715222" y="39119"/>
                    </a:lnTo>
                    <a:cubicBezTo>
                      <a:pt x="701094" y="45157"/>
                      <a:pt x="687027" y="51617"/>
                      <a:pt x="672960" y="58319"/>
                    </a:cubicBezTo>
                    <a:cubicBezTo>
                      <a:pt x="658892" y="65021"/>
                      <a:pt x="645489" y="72507"/>
                      <a:pt x="632086" y="80175"/>
                    </a:cubicBezTo>
                    <a:cubicBezTo>
                      <a:pt x="605400" y="95450"/>
                      <a:pt x="579922" y="112656"/>
                      <a:pt x="555833" y="131795"/>
                    </a:cubicBezTo>
                    <a:cubicBezTo>
                      <a:pt x="544059" y="141153"/>
                      <a:pt x="532709" y="151055"/>
                      <a:pt x="521781" y="161379"/>
                    </a:cubicBezTo>
                    <a:cubicBezTo>
                      <a:pt x="515744" y="166933"/>
                      <a:pt x="510189" y="172790"/>
                      <a:pt x="504575" y="178706"/>
                    </a:cubicBezTo>
                    <a:cubicBezTo>
                      <a:pt x="499865" y="183597"/>
                      <a:pt x="495277" y="188608"/>
                      <a:pt x="490809" y="193739"/>
                    </a:cubicBezTo>
                    <a:cubicBezTo>
                      <a:pt x="475896" y="187883"/>
                      <a:pt x="460803" y="182449"/>
                      <a:pt x="445588" y="177318"/>
                    </a:cubicBezTo>
                    <a:cubicBezTo>
                      <a:pt x="417152" y="167718"/>
                      <a:pt x="388172" y="159688"/>
                      <a:pt x="358890" y="153168"/>
                    </a:cubicBezTo>
                    <a:cubicBezTo>
                      <a:pt x="350980" y="151417"/>
                      <a:pt x="343011" y="149848"/>
                      <a:pt x="334740" y="148338"/>
                    </a:cubicBezTo>
                    <a:cubicBezTo>
                      <a:pt x="335344" y="143327"/>
                      <a:pt x="335947" y="138316"/>
                      <a:pt x="336490" y="133244"/>
                    </a:cubicBezTo>
                    <a:cubicBezTo>
                      <a:pt x="337457" y="127146"/>
                      <a:pt x="333231" y="121350"/>
                      <a:pt x="327133" y="120444"/>
                    </a:cubicBezTo>
                    <a:cubicBezTo>
                      <a:pt x="325080" y="120082"/>
                      <a:pt x="322966" y="120385"/>
                      <a:pt x="321035" y="121169"/>
                    </a:cubicBezTo>
                    <a:cubicBezTo>
                      <a:pt x="320310" y="121471"/>
                      <a:pt x="319646" y="121833"/>
                      <a:pt x="318982" y="122316"/>
                    </a:cubicBezTo>
                    <a:cubicBezTo>
                      <a:pt x="317412" y="123463"/>
                      <a:pt x="316144" y="124972"/>
                      <a:pt x="315359" y="126723"/>
                    </a:cubicBezTo>
                    <a:cubicBezTo>
                      <a:pt x="313669" y="131976"/>
                      <a:pt x="311918" y="137168"/>
                      <a:pt x="310590" y="142542"/>
                    </a:cubicBezTo>
                    <a:cubicBezTo>
                      <a:pt x="310590" y="143085"/>
                      <a:pt x="310590" y="143629"/>
                      <a:pt x="310167" y="144172"/>
                    </a:cubicBezTo>
                    <a:cubicBezTo>
                      <a:pt x="210126" y="128897"/>
                      <a:pt x="106462" y="133727"/>
                      <a:pt x="10466" y="166933"/>
                    </a:cubicBezTo>
                    <a:lnTo>
                      <a:pt x="9440" y="167295"/>
                    </a:lnTo>
                    <a:cubicBezTo>
                      <a:pt x="1169" y="171280"/>
                      <a:pt x="-2273" y="181182"/>
                      <a:pt x="1712" y="189453"/>
                    </a:cubicBezTo>
                    <a:cubicBezTo>
                      <a:pt x="5395" y="197060"/>
                      <a:pt x="14210" y="200743"/>
                      <a:pt x="22179" y="197906"/>
                    </a:cubicBezTo>
                    <a:cubicBezTo>
                      <a:pt x="39326" y="191868"/>
                      <a:pt x="56834" y="186736"/>
                      <a:pt x="74525" y="182510"/>
                    </a:cubicBezTo>
                    <a:cubicBezTo>
                      <a:pt x="125662" y="170918"/>
                      <a:pt x="178127" y="166088"/>
                      <a:pt x="230533" y="168020"/>
                    </a:cubicBezTo>
                    <a:cubicBezTo>
                      <a:pt x="255166" y="169046"/>
                      <a:pt x="279739" y="171280"/>
                      <a:pt x="304130" y="174782"/>
                    </a:cubicBezTo>
                    <a:cubicBezTo>
                      <a:pt x="303707" y="177438"/>
                      <a:pt x="303104" y="180035"/>
                      <a:pt x="302741" y="182691"/>
                    </a:cubicBezTo>
                    <a:cubicBezTo>
                      <a:pt x="300024" y="200804"/>
                      <a:pt x="298334" y="219640"/>
                      <a:pt x="297428" y="238236"/>
                    </a:cubicBezTo>
                    <a:cubicBezTo>
                      <a:pt x="296522" y="258281"/>
                      <a:pt x="296221" y="278325"/>
                      <a:pt x="297066" y="298611"/>
                    </a:cubicBezTo>
                    <a:cubicBezTo>
                      <a:pt x="297911" y="318897"/>
                      <a:pt x="299240" y="336768"/>
                      <a:pt x="301534" y="355726"/>
                    </a:cubicBezTo>
                    <a:cubicBezTo>
                      <a:pt x="302440" y="363453"/>
                      <a:pt x="303345" y="371242"/>
                      <a:pt x="304553" y="378909"/>
                    </a:cubicBezTo>
                    <a:cubicBezTo>
                      <a:pt x="305760" y="386577"/>
                      <a:pt x="306847" y="393097"/>
                      <a:pt x="308114" y="400222"/>
                    </a:cubicBezTo>
                    <a:cubicBezTo>
                      <a:pt x="310711" y="415013"/>
                      <a:pt x="313548" y="429745"/>
                      <a:pt x="316748" y="444356"/>
                    </a:cubicBezTo>
                    <a:cubicBezTo>
                      <a:pt x="322966" y="473336"/>
                      <a:pt x="331057" y="501833"/>
                      <a:pt x="340898" y="529786"/>
                    </a:cubicBezTo>
                    <a:cubicBezTo>
                      <a:pt x="350498" y="557257"/>
                      <a:pt x="362150" y="584003"/>
                      <a:pt x="375734" y="609783"/>
                    </a:cubicBezTo>
                    <a:cubicBezTo>
                      <a:pt x="389077" y="634597"/>
                      <a:pt x="404292" y="658385"/>
                      <a:pt x="421378" y="680784"/>
                    </a:cubicBezTo>
                    <a:cubicBezTo>
                      <a:pt x="422525" y="682474"/>
                      <a:pt x="424819" y="682836"/>
                      <a:pt x="426509" y="681689"/>
                    </a:cubicBezTo>
                    <a:cubicBezTo>
                      <a:pt x="428200" y="680542"/>
                      <a:pt x="428562" y="678248"/>
                      <a:pt x="427415" y="676558"/>
                    </a:cubicBezTo>
                    <a:cubicBezTo>
                      <a:pt x="413288" y="657721"/>
                      <a:pt x="400549" y="637857"/>
                      <a:pt x="389439" y="617088"/>
                    </a:cubicBezTo>
                    <a:lnTo>
                      <a:pt x="389439" y="617088"/>
                    </a:lnTo>
                    <a:lnTo>
                      <a:pt x="389077" y="616303"/>
                    </a:lnTo>
                    <a:lnTo>
                      <a:pt x="389077" y="616303"/>
                    </a:lnTo>
                    <a:lnTo>
                      <a:pt x="389077" y="616303"/>
                    </a:lnTo>
                    <a:cubicBezTo>
                      <a:pt x="366074" y="571928"/>
                      <a:pt x="348747" y="524896"/>
                      <a:pt x="337577" y="476173"/>
                    </a:cubicBezTo>
                    <a:cubicBezTo>
                      <a:pt x="337577" y="476354"/>
                      <a:pt x="337577" y="476536"/>
                      <a:pt x="337577" y="476716"/>
                    </a:cubicBezTo>
                    <a:cubicBezTo>
                      <a:pt x="330212" y="445684"/>
                      <a:pt x="325321" y="414047"/>
                      <a:pt x="323087" y="382230"/>
                    </a:cubicBezTo>
                    <a:cubicBezTo>
                      <a:pt x="322061" y="366050"/>
                      <a:pt x="321156" y="349929"/>
                      <a:pt x="321035" y="333930"/>
                    </a:cubicBezTo>
                    <a:cubicBezTo>
                      <a:pt x="321035" y="318716"/>
                      <a:pt x="321035" y="303743"/>
                      <a:pt x="321397" y="288408"/>
                    </a:cubicBezTo>
                    <a:cubicBezTo>
                      <a:pt x="322423" y="262145"/>
                      <a:pt x="324476" y="236002"/>
                      <a:pt x="327434" y="209920"/>
                    </a:cubicBezTo>
                    <a:cubicBezTo>
                      <a:pt x="328582" y="199777"/>
                      <a:pt x="329910" y="189574"/>
                      <a:pt x="331298" y="179370"/>
                    </a:cubicBezTo>
                    <a:cubicBezTo>
                      <a:pt x="369093" y="186012"/>
                      <a:pt x="406465" y="195008"/>
                      <a:pt x="443173" y="206298"/>
                    </a:cubicBezTo>
                    <a:cubicBezTo>
                      <a:pt x="457421" y="210766"/>
                      <a:pt x="471550" y="215716"/>
                      <a:pt x="485435" y="220848"/>
                    </a:cubicBezTo>
                    <a:lnTo>
                      <a:pt x="486341" y="221210"/>
                    </a:lnTo>
                    <a:cubicBezTo>
                      <a:pt x="486341" y="228033"/>
                      <a:pt x="486341" y="234855"/>
                      <a:pt x="487066" y="241738"/>
                    </a:cubicBezTo>
                    <a:cubicBezTo>
                      <a:pt x="487790" y="250673"/>
                      <a:pt x="488937" y="259609"/>
                      <a:pt x="490567" y="268423"/>
                    </a:cubicBezTo>
                    <a:cubicBezTo>
                      <a:pt x="493948" y="286355"/>
                      <a:pt x="498597" y="304044"/>
                      <a:pt x="504454" y="321312"/>
                    </a:cubicBezTo>
                    <a:cubicBezTo>
                      <a:pt x="514234" y="350292"/>
                      <a:pt x="526309" y="378366"/>
                      <a:pt x="540679" y="405354"/>
                    </a:cubicBezTo>
                    <a:cubicBezTo>
                      <a:pt x="555108" y="432704"/>
                      <a:pt x="571590" y="458906"/>
                      <a:pt x="589884" y="483841"/>
                    </a:cubicBezTo>
                    <a:cubicBezTo>
                      <a:pt x="608118" y="508594"/>
                      <a:pt x="627679" y="532322"/>
                      <a:pt x="648448" y="554963"/>
                    </a:cubicBezTo>
                    <a:cubicBezTo>
                      <a:pt x="668190" y="576395"/>
                      <a:pt x="689019" y="596802"/>
                      <a:pt x="710694" y="616303"/>
                    </a:cubicBezTo>
                    <a:cubicBezTo>
                      <a:pt x="712022" y="617148"/>
                      <a:pt x="713833" y="616726"/>
                      <a:pt x="714679" y="615398"/>
                    </a:cubicBezTo>
                    <a:cubicBezTo>
                      <a:pt x="715403" y="614311"/>
                      <a:pt x="715283" y="612862"/>
                      <a:pt x="714377" y="611896"/>
                    </a:cubicBezTo>
                    <a:cubicBezTo>
                      <a:pt x="696929" y="596198"/>
                      <a:pt x="680205" y="579656"/>
                      <a:pt x="664266" y="562510"/>
                    </a:cubicBezTo>
                    <a:lnTo>
                      <a:pt x="664869" y="563113"/>
                    </a:lnTo>
                    <a:cubicBezTo>
                      <a:pt x="644463" y="541197"/>
                      <a:pt x="625385" y="518074"/>
                      <a:pt x="607815" y="493803"/>
                    </a:cubicBezTo>
                    <a:cubicBezTo>
                      <a:pt x="590609" y="470015"/>
                      <a:pt x="574971" y="445080"/>
                      <a:pt x="561025" y="419240"/>
                    </a:cubicBezTo>
                    <a:cubicBezTo>
                      <a:pt x="551486" y="401429"/>
                      <a:pt x="542973" y="383135"/>
                      <a:pt x="535547" y="364359"/>
                    </a:cubicBezTo>
                    <a:cubicBezTo>
                      <a:pt x="531804" y="354699"/>
                      <a:pt x="528241" y="344979"/>
                      <a:pt x="525283" y="335017"/>
                    </a:cubicBezTo>
                    <a:cubicBezTo>
                      <a:pt x="522506" y="326021"/>
                      <a:pt x="519970" y="316904"/>
                      <a:pt x="517796" y="307727"/>
                    </a:cubicBezTo>
                    <a:cubicBezTo>
                      <a:pt x="514174" y="291788"/>
                      <a:pt x="511397" y="275669"/>
                      <a:pt x="509464" y="259427"/>
                    </a:cubicBezTo>
                    <a:cubicBezTo>
                      <a:pt x="508257" y="249466"/>
                      <a:pt x="507291" y="239444"/>
                      <a:pt x="506627" y="229240"/>
                    </a:cubicBezTo>
                    <a:cubicBezTo>
                      <a:pt x="526491" y="236968"/>
                      <a:pt x="546293" y="244998"/>
                      <a:pt x="565553" y="254054"/>
                    </a:cubicBezTo>
                    <a:cubicBezTo>
                      <a:pt x="578473" y="260091"/>
                      <a:pt x="591394" y="266129"/>
                      <a:pt x="604012" y="272831"/>
                    </a:cubicBezTo>
                    <a:cubicBezTo>
                      <a:pt x="616630" y="279533"/>
                      <a:pt x="629429" y="286717"/>
                      <a:pt x="642229" y="293479"/>
                    </a:cubicBezTo>
                    <a:cubicBezTo>
                      <a:pt x="667647" y="306822"/>
                      <a:pt x="693246" y="319561"/>
                      <a:pt x="719509" y="331092"/>
                    </a:cubicBezTo>
                    <a:cubicBezTo>
                      <a:pt x="720958" y="334956"/>
                      <a:pt x="722467" y="338820"/>
                      <a:pt x="724218" y="342624"/>
                    </a:cubicBezTo>
                    <a:cubicBezTo>
                      <a:pt x="726633" y="347756"/>
                      <a:pt x="729169" y="352828"/>
                      <a:pt x="731946" y="357778"/>
                    </a:cubicBezTo>
                    <a:cubicBezTo>
                      <a:pt x="737621" y="367801"/>
                      <a:pt x="743780" y="377460"/>
                      <a:pt x="750481" y="386819"/>
                    </a:cubicBezTo>
                    <a:cubicBezTo>
                      <a:pt x="763824" y="405776"/>
                      <a:pt x="778435" y="423768"/>
                      <a:pt x="794193" y="440673"/>
                    </a:cubicBezTo>
                    <a:cubicBezTo>
                      <a:pt x="810493" y="458000"/>
                      <a:pt x="827942" y="474121"/>
                      <a:pt x="846538" y="488973"/>
                    </a:cubicBezTo>
                    <a:cubicBezTo>
                      <a:pt x="863201" y="502557"/>
                      <a:pt x="880891" y="514813"/>
                      <a:pt x="899486" y="525621"/>
                    </a:cubicBezTo>
                    <a:cubicBezTo>
                      <a:pt x="900875" y="526224"/>
                      <a:pt x="902505" y="525621"/>
                      <a:pt x="903169" y="524292"/>
                    </a:cubicBezTo>
                    <a:cubicBezTo>
                      <a:pt x="903773" y="522903"/>
                      <a:pt x="903169" y="521273"/>
                      <a:pt x="901780" y="520609"/>
                    </a:cubicBezTo>
                    <a:cubicBezTo>
                      <a:pt x="898581" y="518738"/>
                      <a:pt x="895381" y="516805"/>
                      <a:pt x="892241" y="514572"/>
                    </a:cubicBezTo>
                    <a:cubicBezTo>
                      <a:pt x="864288" y="496338"/>
                      <a:pt x="838810" y="474724"/>
                      <a:pt x="816290" y="450092"/>
                    </a:cubicBezTo>
                    <a:cubicBezTo>
                      <a:pt x="802706" y="435360"/>
                      <a:pt x="789967" y="419844"/>
                      <a:pt x="778133" y="403663"/>
                    </a:cubicBezTo>
                    <a:cubicBezTo>
                      <a:pt x="772095" y="395452"/>
                      <a:pt x="766661" y="387060"/>
                      <a:pt x="761409" y="378487"/>
                    </a:cubicBezTo>
                    <a:cubicBezTo>
                      <a:pt x="756821" y="371121"/>
                      <a:pt x="752534" y="363634"/>
                      <a:pt x="748429" y="355967"/>
                    </a:cubicBezTo>
                    <a:lnTo>
                      <a:pt x="748429" y="355967"/>
                    </a:lnTo>
                    <a:lnTo>
                      <a:pt x="748429" y="355967"/>
                    </a:lnTo>
                    <a:lnTo>
                      <a:pt x="747765" y="354699"/>
                    </a:lnTo>
                    <a:lnTo>
                      <a:pt x="747765" y="355122"/>
                    </a:lnTo>
                    <a:cubicBezTo>
                      <a:pt x="744926" y="349809"/>
                      <a:pt x="742149" y="344496"/>
                      <a:pt x="739433" y="339183"/>
                    </a:cubicBezTo>
                    <a:cubicBezTo>
                      <a:pt x="760624" y="347937"/>
                      <a:pt x="781695" y="356208"/>
                      <a:pt x="803731" y="363333"/>
                    </a:cubicBezTo>
                    <a:cubicBezTo>
                      <a:pt x="830417" y="372329"/>
                      <a:pt x="857405" y="380479"/>
                      <a:pt x="884694" y="387483"/>
                    </a:cubicBezTo>
                    <a:cubicBezTo>
                      <a:pt x="897977" y="390863"/>
                      <a:pt x="911320" y="394003"/>
                      <a:pt x="924662" y="396901"/>
                    </a:cubicBezTo>
                    <a:cubicBezTo>
                      <a:pt x="925447" y="397625"/>
                      <a:pt x="926474" y="398109"/>
                      <a:pt x="927560" y="398229"/>
                    </a:cubicBezTo>
                    <a:cubicBezTo>
                      <a:pt x="928285" y="398410"/>
                      <a:pt x="929070" y="398410"/>
                      <a:pt x="929794" y="398229"/>
                    </a:cubicBezTo>
                    <a:lnTo>
                      <a:pt x="936376" y="399558"/>
                    </a:lnTo>
                    <a:cubicBezTo>
                      <a:pt x="946699" y="413021"/>
                      <a:pt x="958654" y="425217"/>
                      <a:pt x="971936" y="435783"/>
                    </a:cubicBezTo>
                    <a:cubicBezTo>
                      <a:pt x="986607" y="447495"/>
                      <a:pt x="1002244" y="457819"/>
                      <a:pt x="1018726" y="466755"/>
                    </a:cubicBezTo>
                    <a:cubicBezTo>
                      <a:pt x="1020115" y="467419"/>
                      <a:pt x="1021745" y="466816"/>
                      <a:pt x="1022410" y="465426"/>
                    </a:cubicBezTo>
                    <a:cubicBezTo>
                      <a:pt x="1023013" y="464038"/>
                      <a:pt x="1022410" y="462408"/>
                      <a:pt x="1021081" y="461744"/>
                    </a:cubicBezTo>
                    <a:cubicBezTo>
                      <a:pt x="1016674" y="459328"/>
                      <a:pt x="1012266" y="456793"/>
                      <a:pt x="1007980" y="454076"/>
                    </a:cubicBezTo>
                    <a:lnTo>
                      <a:pt x="1007980" y="454076"/>
                    </a:lnTo>
                    <a:cubicBezTo>
                      <a:pt x="991014" y="442967"/>
                      <a:pt x="975438" y="429806"/>
                      <a:pt x="961733" y="414893"/>
                    </a:cubicBezTo>
                    <a:cubicBezTo>
                      <a:pt x="958050" y="410787"/>
                      <a:pt x="954488" y="406621"/>
                      <a:pt x="950986" y="402335"/>
                    </a:cubicBezTo>
                    <a:cubicBezTo>
                      <a:pt x="956420" y="403422"/>
                      <a:pt x="961854" y="404629"/>
                      <a:pt x="967287" y="405595"/>
                    </a:cubicBezTo>
                    <a:cubicBezTo>
                      <a:pt x="1025368" y="416402"/>
                      <a:pt x="1083992" y="423708"/>
                      <a:pt x="1142375" y="429745"/>
                    </a:cubicBezTo>
                    <a:cubicBezTo>
                      <a:pt x="1144608" y="430047"/>
                      <a:pt x="1146661" y="428598"/>
                      <a:pt x="1147083" y="426364"/>
                    </a:cubicBezTo>
                    <a:cubicBezTo>
                      <a:pt x="1147446" y="424493"/>
                      <a:pt x="1146480" y="422560"/>
                      <a:pt x="1144729" y="421775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" descr="26aeb891-b77a-41f5-8255-aaa16bebb4ae"/>
              <p:cNvSpPr/>
              <p:nvPr/>
            </p:nvSpPr>
            <p:spPr>
              <a:xfrm>
                <a:off x="10939708" y="7666850"/>
                <a:ext cx="543" cy="1086"/>
              </a:xfrm>
              <a:custGeom>
                <a:gdLst>
                  <a:gd name="connsiteX0" fmla="*/ 598 w 543"/>
                  <a:gd name="connsiteY0" fmla="*/ 1206 h 1086"/>
                  <a:gd name="connsiteX1" fmla="*/ 54 w 543"/>
                  <a:gd name="connsiteY1" fmla="*/ 119 h 1086"/>
                  <a:gd name="connsiteX2" fmla="*/ 477 w 543"/>
                  <a:gd name="connsiteY2" fmla="*/ 964 h 108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3" h="1086">
                    <a:moveTo>
                      <a:pt x="598" y="1206"/>
                    </a:moveTo>
                    <a:lnTo>
                      <a:pt x="54" y="119"/>
                    </a:lnTo>
                    <a:lnTo>
                      <a:pt x="477" y="964"/>
                    </a:ln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" descr="103c87f3-43df-43f4-9dec-95e3e90eb5ae"/>
              <p:cNvSpPr/>
              <p:nvPr/>
            </p:nvSpPr>
            <p:spPr>
              <a:xfrm>
                <a:off x="10580658" y="7928213"/>
                <a:ext cx="361" cy="784"/>
              </a:xfrm>
              <a:custGeom>
                <a:gdLst>
                  <a:gd name="connsiteX0" fmla="*/ 416 w 361"/>
                  <a:gd name="connsiteY0" fmla="*/ 904 h 784"/>
                  <a:gd name="connsiteX1" fmla="*/ 54 w 361"/>
                  <a:gd name="connsiteY1" fmla="*/ 119 h 784"/>
                  <a:gd name="connsiteX2" fmla="*/ 54 w 361"/>
                  <a:gd name="connsiteY2" fmla="*/ 119 h 784"/>
                  <a:gd name="connsiteX3" fmla="*/ 416 w 361"/>
                  <a:gd name="connsiteY3" fmla="*/ 904 h 78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1" h="784">
                    <a:moveTo>
                      <a:pt x="416" y="904"/>
                    </a:moveTo>
                    <a:lnTo>
                      <a:pt x="54" y="119"/>
                    </a:lnTo>
                    <a:cubicBezTo>
                      <a:pt x="54" y="119"/>
                      <a:pt x="54" y="119"/>
                      <a:pt x="54" y="119"/>
                    </a:cubicBezTo>
                    <a:cubicBezTo>
                      <a:pt x="115" y="421"/>
                      <a:pt x="235" y="662"/>
                      <a:pt x="416" y="904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" name="" descr="d1d15b95-a1c3-419c-86ea-1023ab3a3efd"/>
              <p:cNvSpPr/>
              <p:nvPr/>
            </p:nvSpPr>
            <p:spPr>
              <a:xfrm>
                <a:off x="9416106" y="5953954"/>
                <a:ext cx="2377284" cy="1886109"/>
              </a:xfrm>
              <a:custGeom>
                <a:gdLst>
                  <a:gd name="connsiteX0" fmla="*/ 2218571 w 2377284"/>
                  <a:gd name="connsiteY0" fmla="*/ 170136 h 1886109"/>
                  <a:gd name="connsiteX1" fmla="*/ 2199855 w 2377284"/>
                  <a:gd name="connsiteY1" fmla="*/ 164098 h 1886109"/>
                  <a:gd name="connsiteX2" fmla="*/ 2131933 w 2377284"/>
                  <a:gd name="connsiteY2" fmla="*/ 152023 h 1886109"/>
                  <a:gd name="connsiteX3" fmla="*/ 1990234 w 2377284"/>
                  <a:gd name="connsiteY3" fmla="*/ 149246 h 1886109"/>
                  <a:gd name="connsiteX4" fmla="*/ 1981479 w 2377284"/>
                  <a:gd name="connsiteY4" fmla="*/ 149246 h 1886109"/>
                  <a:gd name="connsiteX5" fmla="*/ 1976407 w 2377284"/>
                  <a:gd name="connsiteY5" fmla="*/ 149246 h 1886109"/>
                  <a:gd name="connsiteX6" fmla="*/ 1834949 w 2377284"/>
                  <a:gd name="connsiteY6" fmla="*/ 145986 h 1886109"/>
                  <a:gd name="connsiteX7" fmla="*/ 1767993 w 2377284"/>
                  <a:gd name="connsiteY7" fmla="*/ 130771 h 1886109"/>
                  <a:gd name="connsiteX8" fmla="*/ 1764613 w 2377284"/>
                  <a:gd name="connsiteY8" fmla="*/ 129564 h 1886109"/>
                  <a:gd name="connsiteX9" fmla="*/ 1761171 w 2377284"/>
                  <a:gd name="connsiteY9" fmla="*/ 128296 h 1886109"/>
                  <a:gd name="connsiteX10" fmla="*/ 1702969 w 2377284"/>
                  <a:gd name="connsiteY10" fmla="*/ 94425 h 1886109"/>
                  <a:gd name="connsiteX11" fmla="*/ 1667409 w 2377284"/>
                  <a:gd name="connsiteY11" fmla="*/ 65868 h 1886109"/>
                  <a:gd name="connsiteX12" fmla="*/ 1657930 w 2377284"/>
                  <a:gd name="connsiteY12" fmla="*/ 57959 h 1886109"/>
                  <a:gd name="connsiteX13" fmla="*/ 1649296 w 2377284"/>
                  <a:gd name="connsiteY13" fmla="*/ 50895 h 1886109"/>
                  <a:gd name="connsiteX14" fmla="*/ 1594959 w 2377284"/>
                  <a:gd name="connsiteY14" fmla="*/ 15335 h 1886109"/>
                  <a:gd name="connsiteX15" fmla="*/ 1581315 w 2377284"/>
                  <a:gd name="connsiteY15" fmla="*/ 9961 h 1886109"/>
                  <a:gd name="connsiteX16" fmla="*/ 1562719 w 2377284"/>
                  <a:gd name="connsiteY16" fmla="*/ 4528 h 1886109"/>
                  <a:gd name="connsiteX17" fmla="*/ 1521725 w 2377284"/>
                  <a:gd name="connsiteY17" fmla="*/ 120 h 1886109"/>
                  <a:gd name="connsiteX18" fmla="*/ 1476503 w 2377284"/>
                  <a:gd name="connsiteY18" fmla="*/ 3682 h 1886109"/>
                  <a:gd name="connsiteX19" fmla="*/ 1430558 w 2377284"/>
                  <a:gd name="connsiteY19" fmla="*/ 13342 h 1886109"/>
                  <a:gd name="connsiteX20" fmla="*/ 1290368 w 2377284"/>
                  <a:gd name="connsiteY20" fmla="*/ 88932 h 1886109"/>
                  <a:gd name="connsiteX21" fmla="*/ 1268452 w 2377284"/>
                  <a:gd name="connsiteY21" fmla="*/ 104750 h 1886109"/>
                  <a:gd name="connsiteX22" fmla="*/ 1159113 w 2377284"/>
                  <a:gd name="connsiteY22" fmla="*/ 174603 h 1886109"/>
                  <a:gd name="connsiteX23" fmla="*/ 1148668 w 2377284"/>
                  <a:gd name="connsiteY23" fmla="*/ 179373 h 1886109"/>
                  <a:gd name="connsiteX24" fmla="*/ 1046393 w 2377284"/>
                  <a:gd name="connsiteY24" fmla="*/ 205576 h 1886109"/>
                  <a:gd name="connsiteX25" fmla="*/ 910127 w 2377284"/>
                  <a:gd name="connsiteY25" fmla="*/ 208111 h 1886109"/>
                  <a:gd name="connsiteX26" fmla="*/ 871910 w 2377284"/>
                  <a:gd name="connsiteY26" fmla="*/ 205274 h 1886109"/>
                  <a:gd name="connsiteX27" fmla="*/ 869012 w 2377284"/>
                  <a:gd name="connsiteY27" fmla="*/ 205274 h 1886109"/>
                  <a:gd name="connsiteX28" fmla="*/ 861163 w 2377284"/>
                  <a:gd name="connsiteY28" fmla="*/ 204670 h 1886109"/>
                  <a:gd name="connsiteX29" fmla="*/ 855126 w 2377284"/>
                  <a:gd name="connsiteY29" fmla="*/ 204187 h 1886109"/>
                  <a:gd name="connsiteX30" fmla="*/ 782012 w 2377284"/>
                  <a:gd name="connsiteY30" fmla="*/ 199357 h 1886109"/>
                  <a:gd name="connsiteX31" fmla="*/ 655225 w 2377284"/>
                  <a:gd name="connsiteY31" fmla="*/ 209078 h 1886109"/>
                  <a:gd name="connsiteX32" fmla="*/ 523486 w 2377284"/>
                  <a:gd name="connsiteY32" fmla="*/ 268245 h 1886109"/>
                  <a:gd name="connsiteX33" fmla="*/ 390119 w 2377284"/>
                  <a:gd name="connsiteY33" fmla="*/ 392798 h 1886109"/>
                  <a:gd name="connsiteX34" fmla="*/ 284040 w 2377284"/>
                  <a:gd name="connsiteY34" fmla="*/ 541743 h 1886109"/>
                  <a:gd name="connsiteX35" fmla="*/ 224631 w 2377284"/>
                  <a:gd name="connsiteY35" fmla="*/ 655549 h 1886109"/>
                  <a:gd name="connsiteX36" fmla="*/ 212556 w 2377284"/>
                  <a:gd name="connsiteY36" fmla="*/ 661587 h 1886109"/>
                  <a:gd name="connsiteX37" fmla="*/ 186836 w 2377284"/>
                  <a:gd name="connsiteY37" fmla="*/ 692318 h 1886109"/>
                  <a:gd name="connsiteX38" fmla="*/ 184904 w 2377284"/>
                  <a:gd name="connsiteY38" fmla="*/ 694612 h 1886109"/>
                  <a:gd name="connsiteX39" fmla="*/ 89451 w 2377284"/>
                  <a:gd name="connsiteY39" fmla="*/ 815362 h 1886109"/>
                  <a:gd name="connsiteX40" fmla="*/ 10964 w 2377284"/>
                  <a:gd name="connsiteY40" fmla="*/ 979280 h 1886109"/>
                  <a:gd name="connsiteX41" fmla="*/ 97 w 2377284"/>
                  <a:gd name="connsiteY41" fmla="*/ 1077329 h 1886109"/>
                  <a:gd name="connsiteX42" fmla="*/ 11327 w 2377284"/>
                  <a:gd name="connsiteY42" fmla="*/ 1175075 h 1886109"/>
                  <a:gd name="connsiteX43" fmla="*/ 60170 w 2377284"/>
                  <a:gd name="connsiteY43" fmla="*/ 1339235 h 1886109"/>
                  <a:gd name="connsiteX44" fmla="*/ 251196 w 2377284"/>
                  <a:gd name="connsiteY44" fmla="*/ 1638452 h 1886109"/>
                  <a:gd name="connsiteX45" fmla="*/ 382451 w 2377284"/>
                  <a:gd name="connsiteY45" fmla="*/ 1754493 h 1886109"/>
                  <a:gd name="connsiteX46" fmla="*/ 526566 w 2377284"/>
                  <a:gd name="connsiteY46" fmla="*/ 1837388 h 1886109"/>
                  <a:gd name="connsiteX47" fmla="*/ 567500 w 2377284"/>
                  <a:gd name="connsiteY47" fmla="*/ 1853327 h 1886109"/>
                  <a:gd name="connsiteX48" fmla="*/ 813045 w 2377284"/>
                  <a:gd name="connsiteY48" fmla="*/ 1882306 h 1886109"/>
                  <a:gd name="connsiteX49" fmla="*/ 880785 w 2377284"/>
                  <a:gd name="connsiteY49" fmla="*/ 1868601 h 1886109"/>
                  <a:gd name="connsiteX50" fmla="*/ 944420 w 2377284"/>
                  <a:gd name="connsiteY50" fmla="*/ 1844451 h 1886109"/>
                  <a:gd name="connsiteX51" fmla="*/ 1051646 w 2377284"/>
                  <a:gd name="connsiteY51" fmla="*/ 1768258 h 1886109"/>
                  <a:gd name="connsiteX52" fmla="*/ 1104594 w 2377284"/>
                  <a:gd name="connsiteY52" fmla="*/ 1701061 h 1886109"/>
                  <a:gd name="connsiteX53" fmla="*/ 1144019 w 2377284"/>
                  <a:gd name="connsiteY53" fmla="*/ 1619555 h 1886109"/>
                  <a:gd name="connsiteX54" fmla="*/ 1157543 w 2377284"/>
                  <a:gd name="connsiteY54" fmla="*/ 1576327 h 1886109"/>
                  <a:gd name="connsiteX55" fmla="*/ 1166660 w 2377284"/>
                  <a:gd name="connsiteY55" fmla="*/ 1534064 h 1886109"/>
                  <a:gd name="connsiteX56" fmla="*/ 1168471 w 2377284"/>
                  <a:gd name="connsiteY56" fmla="*/ 1524464 h 1886109"/>
                  <a:gd name="connsiteX57" fmla="*/ 1195398 w 2377284"/>
                  <a:gd name="connsiteY57" fmla="*/ 1428649 h 1886109"/>
                  <a:gd name="connsiteX58" fmla="*/ 1227035 w 2377284"/>
                  <a:gd name="connsiteY58" fmla="*/ 1368516 h 1886109"/>
                  <a:gd name="connsiteX59" fmla="*/ 1260845 w 2377284"/>
                  <a:gd name="connsiteY59" fmla="*/ 1333379 h 1886109"/>
                  <a:gd name="connsiteX60" fmla="*/ 1309808 w 2377284"/>
                  <a:gd name="connsiteY60" fmla="*/ 1305002 h 1886109"/>
                  <a:gd name="connsiteX61" fmla="*/ 1404778 w 2377284"/>
                  <a:gd name="connsiteY61" fmla="*/ 1275478 h 1886109"/>
                  <a:gd name="connsiteX62" fmla="*/ 1409427 w 2377284"/>
                  <a:gd name="connsiteY62" fmla="*/ 1274271 h 1886109"/>
                  <a:gd name="connsiteX63" fmla="*/ 1530177 w 2377284"/>
                  <a:gd name="connsiteY63" fmla="*/ 1238046 h 1886109"/>
                  <a:gd name="connsiteX64" fmla="*/ 1600152 w 2377284"/>
                  <a:gd name="connsiteY64" fmla="*/ 1207859 h 1886109"/>
                  <a:gd name="connsiteX65" fmla="*/ 1674231 w 2377284"/>
                  <a:gd name="connsiteY65" fmla="*/ 1162517 h 1886109"/>
                  <a:gd name="connsiteX66" fmla="*/ 1727603 w 2377284"/>
                  <a:gd name="connsiteY66" fmla="*/ 1104739 h 1886109"/>
                  <a:gd name="connsiteX67" fmla="*/ 1757790 w 2377284"/>
                  <a:gd name="connsiteY67" fmla="*/ 1040319 h 1886109"/>
                  <a:gd name="connsiteX68" fmla="*/ 1772521 w 2377284"/>
                  <a:gd name="connsiteY68" fmla="*/ 971793 h 1886109"/>
                  <a:gd name="connsiteX69" fmla="*/ 1777653 w 2377284"/>
                  <a:gd name="connsiteY69" fmla="*/ 931221 h 1886109"/>
                  <a:gd name="connsiteX70" fmla="*/ 1778197 w 2377284"/>
                  <a:gd name="connsiteY70" fmla="*/ 926753 h 1886109"/>
                  <a:gd name="connsiteX71" fmla="*/ 1778740 w 2377284"/>
                  <a:gd name="connsiteY71" fmla="*/ 922346 h 1886109"/>
                  <a:gd name="connsiteX72" fmla="*/ 1781034 w 2377284"/>
                  <a:gd name="connsiteY72" fmla="*/ 902181 h 1886109"/>
                  <a:gd name="connsiteX73" fmla="*/ 1781699 w 2377284"/>
                  <a:gd name="connsiteY73" fmla="*/ 896505 h 1886109"/>
                  <a:gd name="connsiteX74" fmla="*/ 1780491 w 2377284"/>
                  <a:gd name="connsiteY74" fmla="*/ 898377 h 1886109"/>
                  <a:gd name="connsiteX75" fmla="*/ 1802951 w 2377284"/>
                  <a:gd name="connsiteY75" fmla="*/ 803770 h 1886109"/>
                  <a:gd name="connsiteX76" fmla="*/ 1828308 w 2377284"/>
                  <a:gd name="connsiteY76" fmla="*/ 758066 h 1886109"/>
                  <a:gd name="connsiteX77" fmla="*/ 1864533 w 2377284"/>
                  <a:gd name="connsiteY77" fmla="*/ 721117 h 1886109"/>
                  <a:gd name="connsiteX78" fmla="*/ 1894720 w 2377284"/>
                  <a:gd name="connsiteY78" fmla="*/ 701615 h 1886109"/>
                  <a:gd name="connsiteX79" fmla="*/ 1927383 w 2377284"/>
                  <a:gd name="connsiteY79" fmla="*/ 686039 h 1886109"/>
                  <a:gd name="connsiteX80" fmla="*/ 2025371 w 2377284"/>
                  <a:gd name="connsiteY80" fmla="*/ 651806 h 1886109"/>
                  <a:gd name="connsiteX81" fmla="*/ 2048978 w 2377284"/>
                  <a:gd name="connsiteY81" fmla="*/ 644320 h 1886109"/>
                  <a:gd name="connsiteX82" fmla="*/ 2140023 w 2377284"/>
                  <a:gd name="connsiteY82" fmla="*/ 614132 h 1886109"/>
                  <a:gd name="connsiteX83" fmla="*/ 2250268 w 2377284"/>
                  <a:gd name="connsiteY83" fmla="*/ 567040 h 1886109"/>
                  <a:gd name="connsiteX84" fmla="*/ 2295549 w 2377284"/>
                  <a:gd name="connsiteY84" fmla="*/ 538422 h 1886109"/>
                  <a:gd name="connsiteX85" fmla="*/ 2334611 w 2377284"/>
                  <a:gd name="connsiteY85" fmla="*/ 503345 h 1886109"/>
                  <a:gd name="connsiteX86" fmla="*/ 2362203 w 2377284"/>
                  <a:gd name="connsiteY86" fmla="*/ 461867 h 1886109"/>
                  <a:gd name="connsiteX87" fmla="*/ 2371199 w 2377284"/>
                  <a:gd name="connsiteY87" fmla="*/ 438140 h 1886109"/>
                  <a:gd name="connsiteX88" fmla="*/ 2376391 w 2377284"/>
                  <a:gd name="connsiteY88" fmla="*/ 410669 h 1886109"/>
                  <a:gd name="connsiteX89" fmla="*/ 2373372 w 2377284"/>
                  <a:gd name="connsiteY89" fmla="*/ 355366 h 1886109"/>
                  <a:gd name="connsiteX90" fmla="*/ 2352241 w 2377284"/>
                  <a:gd name="connsiteY90" fmla="*/ 292395 h 1886109"/>
                  <a:gd name="connsiteX91" fmla="*/ 2312152 w 2377284"/>
                  <a:gd name="connsiteY91" fmla="*/ 230873 h 1886109"/>
                  <a:gd name="connsiteX92" fmla="*/ 2260471 w 2377284"/>
                  <a:gd name="connsiteY92" fmla="*/ 189033 h 1886109"/>
                  <a:gd name="connsiteX93" fmla="*/ 2218209 w 2377284"/>
                  <a:gd name="connsiteY93" fmla="*/ 169774 h 1886109"/>
                  <a:gd name="connsiteX94" fmla="*/ 172105 w 2377284"/>
                  <a:gd name="connsiteY94" fmla="*/ 780284 h 1886109"/>
                  <a:gd name="connsiteX95" fmla="*/ 174037 w 2377284"/>
                  <a:gd name="connsiteY95" fmla="*/ 777809 h 1886109"/>
                  <a:gd name="connsiteX96" fmla="*/ 176935 w 2377284"/>
                  <a:gd name="connsiteY96" fmla="*/ 773764 h 1886109"/>
                  <a:gd name="connsiteX97" fmla="*/ 140408 w 2377284"/>
                  <a:gd name="connsiteY97" fmla="*/ 883948 h 1886109"/>
                  <a:gd name="connsiteX98" fmla="*/ 73090 w 2377284"/>
                  <a:gd name="connsiteY98" fmla="*/ 1214681 h 1886109"/>
                  <a:gd name="connsiteX99" fmla="*/ 55883 w 2377284"/>
                  <a:gd name="connsiteY99" fmla="*/ 1122428 h 1886109"/>
                  <a:gd name="connsiteX100" fmla="*/ 54978 w 2377284"/>
                  <a:gd name="connsiteY100" fmla="*/ 1024440 h 1886109"/>
                  <a:gd name="connsiteX101" fmla="*/ 77679 w 2377284"/>
                  <a:gd name="connsiteY101" fmla="*/ 936655 h 1886109"/>
                  <a:gd name="connsiteX102" fmla="*/ 172165 w 2377284"/>
                  <a:gd name="connsiteY102" fmla="*/ 780284 h 188610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2377284" h="1886109">
                    <a:moveTo>
                      <a:pt x="2218571" y="170136"/>
                    </a:moveTo>
                    <a:cubicBezTo>
                      <a:pt x="2212533" y="167962"/>
                      <a:pt x="2206134" y="165970"/>
                      <a:pt x="2199855" y="164098"/>
                    </a:cubicBezTo>
                    <a:cubicBezTo>
                      <a:pt x="2177576" y="158188"/>
                      <a:pt x="2154876" y="154148"/>
                      <a:pt x="2131933" y="152023"/>
                    </a:cubicBezTo>
                    <a:cubicBezTo>
                      <a:pt x="2084660" y="146891"/>
                      <a:pt x="2036601" y="148099"/>
                      <a:pt x="1990234" y="149246"/>
                    </a:cubicBezTo>
                    <a:lnTo>
                      <a:pt x="1981479" y="149246"/>
                    </a:lnTo>
                    <a:lnTo>
                      <a:pt x="1976407" y="149246"/>
                    </a:lnTo>
                    <a:cubicBezTo>
                      <a:pt x="1929436" y="150272"/>
                      <a:pt x="1881860" y="151359"/>
                      <a:pt x="1834949" y="145986"/>
                    </a:cubicBezTo>
                    <a:cubicBezTo>
                      <a:pt x="1812128" y="143305"/>
                      <a:pt x="1789728" y="138204"/>
                      <a:pt x="1767993" y="130771"/>
                    </a:cubicBezTo>
                    <a:lnTo>
                      <a:pt x="1764613" y="129564"/>
                    </a:lnTo>
                    <a:lnTo>
                      <a:pt x="1761171" y="128296"/>
                    </a:lnTo>
                    <a:cubicBezTo>
                      <a:pt x="1740584" y="119222"/>
                      <a:pt x="1721021" y="107859"/>
                      <a:pt x="1702969" y="94425"/>
                    </a:cubicBezTo>
                    <a:cubicBezTo>
                      <a:pt x="1690895" y="85369"/>
                      <a:pt x="1678820" y="75347"/>
                      <a:pt x="1667409" y="65868"/>
                    </a:cubicBezTo>
                    <a:lnTo>
                      <a:pt x="1657930" y="57959"/>
                    </a:lnTo>
                    <a:lnTo>
                      <a:pt x="1649296" y="50895"/>
                    </a:lnTo>
                    <a:cubicBezTo>
                      <a:pt x="1632753" y="36780"/>
                      <a:pt x="1614521" y="24832"/>
                      <a:pt x="1594959" y="15335"/>
                    </a:cubicBezTo>
                    <a:cubicBezTo>
                      <a:pt x="1590491" y="13342"/>
                      <a:pt x="1585963" y="11531"/>
                      <a:pt x="1581315" y="9961"/>
                    </a:cubicBezTo>
                    <a:cubicBezTo>
                      <a:pt x="1575217" y="7818"/>
                      <a:pt x="1568998" y="6007"/>
                      <a:pt x="1562719" y="4528"/>
                    </a:cubicBezTo>
                    <a:cubicBezTo>
                      <a:pt x="1549255" y="1678"/>
                      <a:pt x="1535490" y="198"/>
                      <a:pt x="1521725" y="120"/>
                    </a:cubicBezTo>
                    <a:cubicBezTo>
                      <a:pt x="1506571" y="84"/>
                      <a:pt x="1491477" y="1279"/>
                      <a:pt x="1476503" y="3682"/>
                    </a:cubicBezTo>
                    <a:cubicBezTo>
                      <a:pt x="1460987" y="5814"/>
                      <a:pt x="1445652" y="9044"/>
                      <a:pt x="1430558" y="13342"/>
                    </a:cubicBezTo>
                    <a:cubicBezTo>
                      <a:pt x="1378878" y="28436"/>
                      <a:pt x="1332630" y="58563"/>
                      <a:pt x="1290368" y="88932"/>
                    </a:cubicBezTo>
                    <a:lnTo>
                      <a:pt x="1268452" y="104750"/>
                    </a:lnTo>
                    <a:cubicBezTo>
                      <a:pt x="1233193" y="130349"/>
                      <a:pt x="1197874" y="155947"/>
                      <a:pt x="1159113" y="174603"/>
                    </a:cubicBezTo>
                    <a:cubicBezTo>
                      <a:pt x="1155672" y="176234"/>
                      <a:pt x="1152170" y="177864"/>
                      <a:pt x="1148668" y="179373"/>
                    </a:cubicBezTo>
                    <a:cubicBezTo>
                      <a:pt x="1115824" y="192329"/>
                      <a:pt x="1081471" y="201132"/>
                      <a:pt x="1046393" y="205576"/>
                    </a:cubicBezTo>
                    <a:cubicBezTo>
                      <a:pt x="1001172" y="210846"/>
                      <a:pt x="955529" y="211698"/>
                      <a:pt x="910127" y="208111"/>
                    </a:cubicBezTo>
                    <a:cubicBezTo>
                      <a:pt x="897388" y="207266"/>
                      <a:pt x="884589" y="206300"/>
                      <a:pt x="871910" y="205274"/>
                    </a:cubicBezTo>
                    <a:lnTo>
                      <a:pt x="869012" y="205274"/>
                    </a:lnTo>
                    <a:lnTo>
                      <a:pt x="861163" y="204670"/>
                    </a:lnTo>
                    <a:lnTo>
                      <a:pt x="855126" y="204187"/>
                    </a:lnTo>
                    <a:cubicBezTo>
                      <a:pt x="830191" y="202195"/>
                      <a:pt x="805799" y="200323"/>
                      <a:pt x="782012" y="199357"/>
                    </a:cubicBezTo>
                    <a:cubicBezTo>
                      <a:pt x="739508" y="196924"/>
                      <a:pt x="696883" y="200190"/>
                      <a:pt x="655225" y="209078"/>
                    </a:cubicBezTo>
                    <a:cubicBezTo>
                      <a:pt x="608011" y="220380"/>
                      <a:pt x="563334" y="240454"/>
                      <a:pt x="523486" y="268245"/>
                    </a:cubicBezTo>
                    <a:cubicBezTo>
                      <a:pt x="479474" y="298432"/>
                      <a:pt x="437090" y="337857"/>
                      <a:pt x="390119" y="392798"/>
                    </a:cubicBezTo>
                    <a:cubicBezTo>
                      <a:pt x="350512" y="439293"/>
                      <a:pt x="315012" y="489126"/>
                      <a:pt x="284040" y="541743"/>
                    </a:cubicBezTo>
                    <a:cubicBezTo>
                      <a:pt x="262607" y="577968"/>
                      <a:pt x="242622" y="616487"/>
                      <a:pt x="224631" y="655549"/>
                    </a:cubicBezTo>
                    <a:cubicBezTo>
                      <a:pt x="219921" y="655773"/>
                      <a:pt x="215575" y="657965"/>
                      <a:pt x="212556" y="661587"/>
                    </a:cubicBezTo>
                    <a:lnTo>
                      <a:pt x="186836" y="692318"/>
                    </a:lnTo>
                    <a:lnTo>
                      <a:pt x="184904" y="694612"/>
                    </a:lnTo>
                    <a:cubicBezTo>
                      <a:pt x="152544" y="733252"/>
                      <a:pt x="119035" y="773099"/>
                      <a:pt x="89451" y="815362"/>
                    </a:cubicBezTo>
                    <a:cubicBezTo>
                      <a:pt x="50147" y="871027"/>
                      <a:pt x="24488" y="924640"/>
                      <a:pt x="10964" y="979280"/>
                    </a:cubicBezTo>
                    <a:cubicBezTo>
                      <a:pt x="3237" y="1011399"/>
                      <a:pt x="-386" y="1044304"/>
                      <a:pt x="97" y="1077329"/>
                    </a:cubicBezTo>
                    <a:cubicBezTo>
                      <a:pt x="1063" y="1110172"/>
                      <a:pt x="4806" y="1142896"/>
                      <a:pt x="11327" y="1175075"/>
                    </a:cubicBezTo>
                    <a:cubicBezTo>
                      <a:pt x="22013" y="1231284"/>
                      <a:pt x="38375" y="1286286"/>
                      <a:pt x="60170" y="1339235"/>
                    </a:cubicBezTo>
                    <a:cubicBezTo>
                      <a:pt x="105270" y="1449720"/>
                      <a:pt x="169992" y="1551090"/>
                      <a:pt x="251196" y="1638452"/>
                    </a:cubicBezTo>
                    <a:cubicBezTo>
                      <a:pt x="291104" y="1681258"/>
                      <a:pt x="335057" y="1720139"/>
                      <a:pt x="382451" y="1754493"/>
                    </a:cubicBezTo>
                    <a:cubicBezTo>
                      <a:pt x="427189" y="1787458"/>
                      <a:pt x="475549" y="1815290"/>
                      <a:pt x="526566" y="1837388"/>
                    </a:cubicBezTo>
                    <a:cubicBezTo>
                      <a:pt x="540573" y="1843425"/>
                      <a:pt x="554338" y="1848738"/>
                      <a:pt x="567500" y="1853327"/>
                    </a:cubicBezTo>
                    <a:cubicBezTo>
                      <a:pt x="651482" y="1882790"/>
                      <a:pt x="734013" y="1892510"/>
                      <a:pt x="813045" y="1882306"/>
                    </a:cubicBezTo>
                    <a:cubicBezTo>
                      <a:pt x="835926" y="1879469"/>
                      <a:pt x="858567" y="1874880"/>
                      <a:pt x="880785" y="1868601"/>
                    </a:cubicBezTo>
                    <a:cubicBezTo>
                      <a:pt x="902641" y="1862262"/>
                      <a:pt x="923893" y="1854232"/>
                      <a:pt x="944420" y="1844451"/>
                    </a:cubicBezTo>
                    <a:cubicBezTo>
                      <a:pt x="984328" y="1825493"/>
                      <a:pt x="1020613" y="1799714"/>
                      <a:pt x="1051646" y="1768258"/>
                    </a:cubicBezTo>
                    <a:cubicBezTo>
                      <a:pt x="1071690" y="1747851"/>
                      <a:pt x="1089440" y="1725332"/>
                      <a:pt x="1104594" y="1701061"/>
                    </a:cubicBezTo>
                    <a:cubicBezTo>
                      <a:pt x="1120594" y="1675341"/>
                      <a:pt x="1133816" y="1648052"/>
                      <a:pt x="1144019" y="1619555"/>
                    </a:cubicBezTo>
                    <a:cubicBezTo>
                      <a:pt x="1149272" y="1605367"/>
                      <a:pt x="1153800" y="1590937"/>
                      <a:pt x="1157543" y="1576327"/>
                    </a:cubicBezTo>
                    <a:cubicBezTo>
                      <a:pt x="1161226" y="1562199"/>
                      <a:pt x="1164124" y="1547226"/>
                      <a:pt x="1166660" y="1534064"/>
                    </a:cubicBezTo>
                    <a:lnTo>
                      <a:pt x="1168471" y="1524464"/>
                    </a:lnTo>
                    <a:cubicBezTo>
                      <a:pt x="1174629" y="1491802"/>
                      <a:pt x="1183626" y="1459743"/>
                      <a:pt x="1195398" y="1428649"/>
                    </a:cubicBezTo>
                    <a:cubicBezTo>
                      <a:pt x="1203609" y="1407458"/>
                      <a:pt x="1214235" y="1387293"/>
                      <a:pt x="1227035" y="1368516"/>
                    </a:cubicBezTo>
                    <a:cubicBezTo>
                      <a:pt x="1236936" y="1355596"/>
                      <a:pt x="1248287" y="1343763"/>
                      <a:pt x="1260845" y="1333379"/>
                    </a:cubicBezTo>
                    <a:cubicBezTo>
                      <a:pt x="1275999" y="1322088"/>
                      <a:pt x="1292420" y="1312549"/>
                      <a:pt x="1309808" y="1305002"/>
                    </a:cubicBezTo>
                    <a:cubicBezTo>
                      <a:pt x="1340720" y="1292927"/>
                      <a:pt x="1372478" y="1283086"/>
                      <a:pt x="1404778" y="1275478"/>
                    </a:cubicBezTo>
                    <a:lnTo>
                      <a:pt x="1409427" y="1274271"/>
                    </a:lnTo>
                    <a:cubicBezTo>
                      <a:pt x="1448369" y="1264128"/>
                      <a:pt x="1489786" y="1252959"/>
                      <a:pt x="1530177" y="1238046"/>
                    </a:cubicBezTo>
                    <a:cubicBezTo>
                      <a:pt x="1553844" y="1229171"/>
                      <a:pt x="1577390" y="1219089"/>
                      <a:pt x="1600152" y="1207859"/>
                    </a:cubicBezTo>
                    <a:cubicBezTo>
                      <a:pt x="1626415" y="1195421"/>
                      <a:pt x="1651229" y="1180208"/>
                      <a:pt x="1674231" y="1162517"/>
                    </a:cubicBezTo>
                    <a:cubicBezTo>
                      <a:pt x="1695061" y="1146276"/>
                      <a:pt x="1713113" y="1126775"/>
                      <a:pt x="1727603" y="1104739"/>
                    </a:cubicBezTo>
                    <a:cubicBezTo>
                      <a:pt x="1740584" y="1084755"/>
                      <a:pt x="1750726" y="1063080"/>
                      <a:pt x="1757790" y="1040319"/>
                    </a:cubicBezTo>
                    <a:cubicBezTo>
                      <a:pt x="1764673" y="1017920"/>
                      <a:pt x="1769624" y="995038"/>
                      <a:pt x="1772521" y="971793"/>
                    </a:cubicBezTo>
                    <a:cubicBezTo>
                      <a:pt x="1774454" y="958330"/>
                      <a:pt x="1776083" y="944746"/>
                      <a:pt x="1777653" y="931221"/>
                    </a:cubicBezTo>
                    <a:lnTo>
                      <a:pt x="1778197" y="926753"/>
                    </a:lnTo>
                    <a:lnTo>
                      <a:pt x="1778740" y="922346"/>
                    </a:lnTo>
                    <a:cubicBezTo>
                      <a:pt x="1779404" y="915584"/>
                      <a:pt x="1780250" y="908882"/>
                      <a:pt x="1781034" y="902181"/>
                    </a:cubicBezTo>
                    <a:lnTo>
                      <a:pt x="1781699" y="896505"/>
                    </a:lnTo>
                    <a:lnTo>
                      <a:pt x="1780491" y="898377"/>
                    </a:lnTo>
                    <a:cubicBezTo>
                      <a:pt x="1785080" y="870846"/>
                      <a:pt x="1790332" y="836493"/>
                      <a:pt x="1802951" y="803770"/>
                    </a:cubicBezTo>
                    <a:cubicBezTo>
                      <a:pt x="1809652" y="787650"/>
                      <a:pt x="1818165" y="772315"/>
                      <a:pt x="1828308" y="758066"/>
                    </a:cubicBezTo>
                    <a:cubicBezTo>
                      <a:pt x="1839055" y="744482"/>
                      <a:pt x="1851190" y="732105"/>
                      <a:pt x="1864533" y="721117"/>
                    </a:cubicBezTo>
                    <a:cubicBezTo>
                      <a:pt x="1874072" y="713854"/>
                      <a:pt x="1884154" y="707333"/>
                      <a:pt x="1894720" y="701615"/>
                    </a:cubicBezTo>
                    <a:cubicBezTo>
                      <a:pt x="1905346" y="695874"/>
                      <a:pt x="1916214" y="690676"/>
                      <a:pt x="1927383" y="686039"/>
                    </a:cubicBezTo>
                    <a:cubicBezTo>
                      <a:pt x="1957208" y="673964"/>
                      <a:pt x="1986852" y="664123"/>
                      <a:pt x="2025371" y="651806"/>
                    </a:cubicBezTo>
                    <a:lnTo>
                      <a:pt x="2048978" y="644320"/>
                    </a:lnTo>
                    <a:cubicBezTo>
                      <a:pt x="2079166" y="634780"/>
                      <a:pt x="2110017" y="624940"/>
                      <a:pt x="2140023" y="614132"/>
                    </a:cubicBezTo>
                    <a:cubicBezTo>
                      <a:pt x="2177878" y="601218"/>
                      <a:pt x="2214767" y="585479"/>
                      <a:pt x="2250268" y="567040"/>
                    </a:cubicBezTo>
                    <a:cubicBezTo>
                      <a:pt x="2266086" y="558648"/>
                      <a:pt x="2281180" y="549085"/>
                      <a:pt x="2295549" y="538422"/>
                    </a:cubicBezTo>
                    <a:cubicBezTo>
                      <a:pt x="2309797" y="528153"/>
                      <a:pt x="2322899" y="516392"/>
                      <a:pt x="2334611" y="503345"/>
                    </a:cubicBezTo>
                    <a:cubicBezTo>
                      <a:pt x="2345721" y="490913"/>
                      <a:pt x="2355018" y="476943"/>
                      <a:pt x="2362203" y="461867"/>
                    </a:cubicBezTo>
                    <a:cubicBezTo>
                      <a:pt x="2365825" y="454217"/>
                      <a:pt x="2368844" y="446278"/>
                      <a:pt x="2371199" y="438140"/>
                    </a:cubicBezTo>
                    <a:cubicBezTo>
                      <a:pt x="2373735" y="429150"/>
                      <a:pt x="2375425" y="419961"/>
                      <a:pt x="2376391" y="410669"/>
                    </a:cubicBezTo>
                    <a:cubicBezTo>
                      <a:pt x="2378323" y="392188"/>
                      <a:pt x="2377297" y="373527"/>
                      <a:pt x="2373372" y="355366"/>
                    </a:cubicBezTo>
                    <a:cubicBezTo>
                      <a:pt x="2369025" y="333571"/>
                      <a:pt x="2361901" y="312415"/>
                      <a:pt x="2352241" y="292395"/>
                    </a:cubicBezTo>
                    <a:cubicBezTo>
                      <a:pt x="2342098" y="269960"/>
                      <a:pt x="2328574" y="249215"/>
                      <a:pt x="2312152" y="230873"/>
                    </a:cubicBezTo>
                    <a:cubicBezTo>
                      <a:pt x="2297179" y="214354"/>
                      <a:pt x="2279731" y="200238"/>
                      <a:pt x="2260471" y="189033"/>
                    </a:cubicBezTo>
                    <a:cubicBezTo>
                      <a:pt x="2247007" y="181275"/>
                      <a:pt x="2232880" y="174821"/>
                      <a:pt x="2218209" y="169774"/>
                    </a:cubicBezTo>
                    <a:moveTo>
                      <a:pt x="172105" y="780284"/>
                    </a:moveTo>
                    <a:lnTo>
                      <a:pt x="174037" y="777809"/>
                    </a:lnTo>
                    <a:lnTo>
                      <a:pt x="176935" y="773764"/>
                    </a:lnTo>
                    <a:cubicBezTo>
                      <a:pt x="164196" y="806427"/>
                      <a:pt x="152000" y="843557"/>
                      <a:pt x="140408" y="883948"/>
                    </a:cubicBezTo>
                    <a:cubicBezTo>
                      <a:pt x="109798" y="992381"/>
                      <a:pt x="87338" y="1102927"/>
                      <a:pt x="73090" y="1214681"/>
                    </a:cubicBezTo>
                    <a:cubicBezTo>
                      <a:pt x="65725" y="1181777"/>
                      <a:pt x="59808" y="1150745"/>
                      <a:pt x="55883" y="1122428"/>
                    </a:cubicBezTo>
                    <a:cubicBezTo>
                      <a:pt x="51959" y="1089886"/>
                      <a:pt x="51657" y="1057043"/>
                      <a:pt x="54978" y="1024440"/>
                    </a:cubicBezTo>
                    <a:cubicBezTo>
                      <a:pt x="59083" y="994374"/>
                      <a:pt x="66691" y="964911"/>
                      <a:pt x="77679" y="936655"/>
                    </a:cubicBezTo>
                    <a:cubicBezTo>
                      <a:pt x="99897" y="882740"/>
                      <a:pt x="131533" y="835105"/>
                      <a:pt x="172165" y="780284"/>
                    </a:cubicBezTo>
                    <a:close/>
                  </a:path>
                </a:pathLst>
              </a:custGeom>
              <a:solidFill>
                <a:srgbClr val="94993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" name="" descr="68a2f780-67cd-4549-889e-8e2b90261ec0"/>
              <p:cNvSpPr/>
              <p:nvPr/>
            </p:nvSpPr>
            <p:spPr>
              <a:xfrm>
                <a:off x="10498669" y="6650137"/>
                <a:ext cx="2898" cy="2113"/>
              </a:xfrm>
              <a:custGeom>
                <a:gdLst>
                  <a:gd name="connsiteX0" fmla="*/ 2953 w 2898"/>
                  <a:gd name="connsiteY0" fmla="*/ 119 h 2113"/>
                  <a:gd name="connsiteX1" fmla="*/ 54 w 2898"/>
                  <a:gd name="connsiteY1" fmla="*/ 2233 h 2113"/>
                  <a:gd name="connsiteX2" fmla="*/ 417 w 2898"/>
                  <a:gd name="connsiteY2" fmla="*/ 2233 h 211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98" h="2113">
                    <a:moveTo>
                      <a:pt x="2953" y="119"/>
                    </a:moveTo>
                    <a:lnTo>
                      <a:pt x="54" y="2233"/>
                    </a:lnTo>
                    <a:lnTo>
                      <a:pt x="417" y="2233"/>
                    </a:ln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" name="" descr="5b3cfa11-8aa1-4f3a-8f4d-c65f31971cdb"/>
              <p:cNvSpPr/>
              <p:nvPr/>
            </p:nvSpPr>
            <p:spPr>
              <a:xfrm>
                <a:off x="9398406" y="6046093"/>
                <a:ext cx="2272965" cy="1383938"/>
              </a:xfrm>
              <a:custGeom>
                <a:gdLst>
                  <a:gd name="connsiteX0" fmla="*/ 1828197 w 2272965"/>
                  <a:gd name="connsiteY0" fmla="*/ 305549 h 1383938"/>
                  <a:gd name="connsiteX1" fmla="*/ 1974727 w 2272965"/>
                  <a:gd name="connsiteY1" fmla="*/ 283754 h 1383938"/>
                  <a:gd name="connsiteX2" fmla="*/ 2123611 w 2272965"/>
                  <a:gd name="connsiteY2" fmla="*/ 266185 h 1383938"/>
                  <a:gd name="connsiteX3" fmla="*/ 2269115 w 2272965"/>
                  <a:gd name="connsiteY3" fmla="*/ 248676 h 1383938"/>
                  <a:gd name="connsiteX4" fmla="*/ 2272919 w 2272965"/>
                  <a:gd name="connsiteY4" fmla="*/ 242898 h 1383938"/>
                  <a:gd name="connsiteX5" fmla="*/ 2272858 w 2272965"/>
                  <a:gd name="connsiteY5" fmla="*/ 242639 h 1383938"/>
                  <a:gd name="connsiteX6" fmla="*/ 2269779 w 2272965"/>
                  <a:gd name="connsiteY6" fmla="*/ 239077 h 1383938"/>
                  <a:gd name="connsiteX7" fmla="*/ 2266881 w 2272965"/>
                  <a:gd name="connsiteY7" fmla="*/ 239077 h 1383938"/>
                  <a:gd name="connsiteX8" fmla="*/ 2084851 w 2272965"/>
                  <a:gd name="connsiteY8" fmla="*/ 258517 h 1383938"/>
                  <a:gd name="connsiteX9" fmla="*/ 2086481 w 2272965"/>
                  <a:gd name="connsiteY9" fmla="*/ 258517 h 1383938"/>
                  <a:gd name="connsiteX10" fmla="*/ 1938864 w 2272965"/>
                  <a:gd name="connsiteY10" fmla="*/ 273792 h 1383938"/>
                  <a:gd name="connsiteX11" fmla="*/ 1895998 w 2272965"/>
                  <a:gd name="connsiteY11" fmla="*/ 279105 h 1383938"/>
                  <a:gd name="connsiteX12" fmla="*/ 1940012 w 2272965"/>
                  <a:gd name="connsiteY12" fmla="*/ 232254 h 1383938"/>
                  <a:gd name="connsiteX13" fmla="*/ 1968387 w 2272965"/>
                  <a:gd name="connsiteY13" fmla="*/ 196029 h 1383938"/>
                  <a:gd name="connsiteX14" fmla="*/ 1999662 w 2272965"/>
                  <a:gd name="connsiteY14" fmla="*/ 161314 h 1383938"/>
                  <a:gd name="connsiteX15" fmla="*/ 2040837 w 2272965"/>
                  <a:gd name="connsiteY15" fmla="*/ 131126 h 1383938"/>
                  <a:gd name="connsiteX16" fmla="*/ 2051524 w 2272965"/>
                  <a:gd name="connsiteY16" fmla="*/ 125934 h 1383938"/>
                  <a:gd name="connsiteX17" fmla="*/ 2055327 w 2272965"/>
                  <a:gd name="connsiteY17" fmla="*/ 118303 h 1383938"/>
                  <a:gd name="connsiteX18" fmla="*/ 2055207 w 2272965"/>
                  <a:gd name="connsiteY18" fmla="*/ 117904 h 1383938"/>
                  <a:gd name="connsiteX19" fmla="*/ 2051222 w 2272965"/>
                  <a:gd name="connsiteY19" fmla="*/ 114101 h 1383938"/>
                  <a:gd name="connsiteX20" fmla="*/ 2047117 w 2272965"/>
                  <a:gd name="connsiteY20" fmla="*/ 114101 h 1383938"/>
                  <a:gd name="connsiteX21" fmla="*/ 2003103 w 2272965"/>
                  <a:gd name="connsiteY21" fmla="*/ 140605 h 1383938"/>
                  <a:gd name="connsiteX22" fmla="*/ 1966214 w 2272965"/>
                  <a:gd name="connsiteY22" fmla="*/ 174657 h 1383938"/>
                  <a:gd name="connsiteX23" fmla="*/ 1895998 w 2272965"/>
                  <a:gd name="connsiteY23" fmla="*/ 249763 h 1383938"/>
                  <a:gd name="connsiteX24" fmla="*/ 1859773 w 2272965"/>
                  <a:gd name="connsiteY24" fmla="*/ 278743 h 1383938"/>
                  <a:gd name="connsiteX25" fmla="*/ 1855909 w 2272965"/>
                  <a:gd name="connsiteY25" fmla="*/ 284418 h 1383938"/>
                  <a:gd name="connsiteX26" fmla="*/ 1792214 w 2272965"/>
                  <a:gd name="connsiteY26" fmla="*/ 293837 h 1383938"/>
                  <a:gd name="connsiteX27" fmla="*/ 1643209 w 2272965"/>
                  <a:gd name="connsiteY27" fmla="*/ 325292 h 1383938"/>
                  <a:gd name="connsiteX28" fmla="*/ 1637654 w 2272965"/>
                  <a:gd name="connsiteY28" fmla="*/ 324809 h 1383938"/>
                  <a:gd name="connsiteX29" fmla="*/ 1629021 w 2272965"/>
                  <a:gd name="connsiteY29" fmla="*/ 329337 h 1383938"/>
                  <a:gd name="connsiteX30" fmla="*/ 1503501 w 2272965"/>
                  <a:gd name="connsiteY30" fmla="*/ 369004 h 1383938"/>
                  <a:gd name="connsiteX31" fmla="*/ 1394041 w 2272965"/>
                  <a:gd name="connsiteY31" fmla="*/ 415734 h 1383938"/>
                  <a:gd name="connsiteX32" fmla="*/ 1347251 w 2272965"/>
                  <a:gd name="connsiteY32" fmla="*/ 440427 h 1383938"/>
                  <a:gd name="connsiteX33" fmla="*/ 1373453 w 2272965"/>
                  <a:gd name="connsiteY33" fmla="*/ 390014 h 1383938"/>
                  <a:gd name="connsiteX34" fmla="*/ 1396698 w 2272965"/>
                  <a:gd name="connsiteY34" fmla="*/ 331269 h 1383938"/>
                  <a:gd name="connsiteX35" fmla="*/ 1416320 w 2272965"/>
                  <a:gd name="connsiteY35" fmla="*/ 273732 h 1383938"/>
                  <a:gd name="connsiteX36" fmla="*/ 1437331 w 2272965"/>
                  <a:gd name="connsiteY36" fmla="*/ 213900 h 1383938"/>
                  <a:gd name="connsiteX37" fmla="*/ 1489615 w 2272965"/>
                  <a:gd name="connsiteY37" fmla="*/ 101663 h 1383938"/>
                  <a:gd name="connsiteX38" fmla="*/ 1547394 w 2272965"/>
                  <a:gd name="connsiteY38" fmla="*/ 28791 h 1383938"/>
                  <a:gd name="connsiteX39" fmla="*/ 1570517 w 2272965"/>
                  <a:gd name="connsiteY39" fmla="*/ 8928 h 1383938"/>
                  <a:gd name="connsiteX40" fmla="*/ 1571846 w 2272965"/>
                  <a:gd name="connsiteY40" fmla="*/ 2311 h 1383938"/>
                  <a:gd name="connsiteX41" fmla="*/ 1569310 w 2272965"/>
                  <a:gd name="connsiteY41" fmla="*/ 415 h 1383938"/>
                  <a:gd name="connsiteX42" fmla="*/ 1564782 w 2272965"/>
                  <a:gd name="connsiteY42" fmla="*/ 1079 h 1383938"/>
                  <a:gd name="connsiteX43" fmla="*/ 1518957 w 2272965"/>
                  <a:gd name="connsiteY43" fmla="*/ 43341 h 1383938"/>
                  <a:gd name="connsiteX44" fmla="*/ 1478929 w 2272965"/>
                  <a:gd name="connsiteY44" fmla="*/ 94298 h 1383938"/>
                  <a:gd name="connsiteX45" fmla="*/ 1417709 w 2272965"/>
                  <a:gd name="connsiteY45" fmla="*/ 207742 h 1383938"/>
                  <a:gd name="connsiteX46" fmla="*/ 1392472 w 2272965"/>
                  <a:gd name="connsiteY46" fmla="*/ 265642 h 1383938"/>
                  <a:gd name="connsiteX47" fmla="*/ 1366027 w 2272965"/>
                  <a:gd name="connsiteY47" fmla="*/ 326017 h 1383938"/>
                  <a:gd name="connsiteX48" fmla="*/ 1307162 w 2272965"/>
                  <a:gd name="connsiteY48" fmla="*/ 441755 h 1383938"/>
                  <a:gd name="connsiteX49" fmla="*/ 1283012 w 2272965"/>
                  <a:gd name="connsiteY49" fmla="*/ 477980 h 1383938"/>
                  <a:gd name="connsiteX50" fmla="*/ 1102975 w 2272965"/>
                  <a:gd name="connsiteY50" fmla="*/ 603801 h 1383938"/>
                  <a:gd name="connsiteX51" fmla="*/ 1103699 w 2272965"/>
                  <a:gd name="connsiteY51" fmla="*/ 603258 h 1383938"/>
                  <a:gd name="connsiteX52" fmla="*/ 1100439 w 2272965"/>
                  <a:gd name="connsiteY52" fmla="*/ 605613 h 1383938"/>
                  <a:gd name="connsiteX53" fmla="*/ 1099171 w 2272965"/>
                  <a:gd name="connsiteY53" fmla="*/ 606578 h 1383938"/>
                  <a:gd name="connsiteX54" fmla="*/ 1100077 w 2272965"/>
                  <a:gd name="connsiteY54" fmla="*/ 605914 h 1383938"/>
                  <a:gd name="connsiteX55" fmla="*/ 1098990 w 2272965"/>
                  <a:gd name="connsiteY55" fmla="*/ 606699 h 1383938"/>
                  <a:gd name="connsiteX56" fmla="*/ 952158 w 2272965"/>
                  <a:gd name="connsiteY56" fmla="*/ 703299 h 1383938"/>
                  <a:gd name="connsiteX57" fmla="*/ 806474 w 2272965"/>
                  <a:gd name="connsiteY57" fmla="*/ 771281 h 1383938"/>
                  <a:gd name="connsiteX58" fmla="*/ 722432 w 2272965"/>
                  <a:gd name="connsiteY58" fmla="*/ 799718 h 1383938"/>
                  <a:gd name="connsiteX59" fmla="*/ 724605 w 2272965"/>
                  <a:gd name="connsiteY59" fmla="*/ 797182 h 1383938"/>
                  <a:gd name="connsiteX60" fmla="*/ 756966 w 2272965"/>
                  <a:gd name="connsiteY60" fmla="*/ 743690 h 1383938"/>
                  <a:gd name="connsiteX61" fmla="*/ 779245 w 2272965"/>
                  <a:gd name="connsiteY61" fmla="*/ 687058 h 1383938"/>
                  <a:gd name="connsiteX62" fmla="*/ 796693 w 2272965"/>
                  <a:gd name="connsiteY62" fmla="*/ 623363 h 1383938"/>
                  <a:gd name="connsiteX63" fmla="*/ 821205 w 2272965"/>
                  <a:gd name="connsiteY63" fmla="*/ 497541 h 1383938"/>
                  <a:gd name="connsiteX64" fmla="*/ 849883 w 2272965"/>
                  <a:gd name="connsiteY64" fmla="*/ 369426 h 1383938"/>
                  <a:gd name="connsiteX65" fmla="*/ 898907 w 2272965"/>
                  <a:gd name="connsiteY65" fmla="*/ 254050 h 1383938"/>
                  <a:gd name="connsiteX66" fmla="*/ 923057 w 2272965"/>
                  <a:gd name="connsiteY66" fmla="*/ 219636 h 1383938"/>
                  <a:gd name="connsiteX67" fmla="*/ 921971 w 2272965"/>
                  <a:gd name="connsiteY67" fmla="*/ 210399 h 1383938"/>
                  <a:gd name="connsiteX68" fmla="*/ 920038 w 2272965"/>
                  <a:gd name="connsiteY68" fmla="*/ 209312 h 1383938"/>
                  <a:gd name="connsiteX69" fmla="*/ 912794 w 2272965"/>
                  <a:gd name="connsiteY69" fmla="*/ 211425 h 1383938"/>
                  <a:gd name="connsiteX70" fmla="*/ 858456 w 2272965"/>
                  <a:gd name="connsiteY70" fmla="*/ 300357 h 1383938"/>
                  <a:gd name="connsiteX71" fmla="*/ 822895 w 2272965"/>
                  <a:gd name="connsiteY71" fmla="*/ 402511 h 1383938"/>
                  <a:gd name="connsiteX72" fmla="*/ 771698 w 2272965"/>
                  <a:gd name="connsiteY72" fmla="*/ 611891 h 1383938"/>
                  <a:gd name="connsiteX73" fmla="*/ 717722 w 2272965"/>
                  <a:gd name="connsiteY73" fmla="*/ 739886 h 1383938"/>
                  <a:gd name="connsiteX74" fmla="*/ 659944 w 2272965"/>
                  <a:gd name="connsiteY74" fmla="*/ 812336 h 1383938"/>
                  <a:gd name="connsiteX75" fmla="*/ 658676 w 2272965"/>
                  <a:gd name="connsiteY75" fmla="*/ 813543 h 1383938"/>
                  <a:gd name="connsiteX76" fmla="*/ 655053 w 2272965"/>
                  <a:gd name="connsiteY76" fmla="*/ 816985 h 1383938"/>
                  <a:gd name="connsiteX77" fmla="*/ 652880 w 2272965"/>
                  <a:gd name="connsiteY77" fmla="*/ 820607 h 1383938"/>
                  <a:gd name="connsiteX78" fmla="*/ 583147 w 2272965"/>
                  <a:gd name="connsiteY78" fmla="*/ 840229 h 1383938"/>
                  <a:gd name="connsiteX79" fmla="*/ 469582 w 2272965"/>
                  <a:gd name="connsiteY79" fmla="*/ 872650 h 1383938"/>
                  <a:gd name="connsiteX80" fmla="*/ 399728 w 2272965"/>
                  <a:gd name="connsiteY80" fmla="*/ 895593 h 1383938"/>
                  <a:gd name="connsiteX81" fmla="*/ 388740 w 2272965"/>
                  <a:gd name="connsiteY81" fmla="*/ 887926 h 1383938"/>
                  <a:gd name="connsiteX82" fmla="*/ 377148 w 2272965"/>
                  <a:gd name="connsiteY82" fmla="*/ 886597 h 1383938"/>
                  <a:gd name="connsiteX83" fmla="*/ 360545 w 2272965"/>
                  <a:gd name="connsiteY83" fmla="*/ 895895 h 1383938"/>
                  <a:gd name="connsiteX84" fmla="*/ 357164 w 2272965"/>
                  <a:gd name="connsiteY84" fmla="*/ 901510 h 1383938"/>
                  <a:gd name="connsiteX85" fmla="*/ 355232 w 2272965"/>
                  <a:gd name="connsiteY85" fmla="*/ 911592 h 1383938"/>
                  <a:gd name="connsiteX86" fmla="*/ 354809 w 2272965"/>
                  <a:gd name="connsiteY86" fmla="*/ 911592 h 1383938"/>
                  <a:gd name="connsiteX87" fmla="*/ 168674 w 2272965"/>
                  <a:gd name="connsiteY87" fmla="*/ 1008675 h 1383938"/>
                  <a:gd name="connsiteX88" fmla="*/ 81251 w 2272965"/>
                  <a:gd name="connsiteY88" fmla="*/ 1082634 h 1383938"/>
                  <a:gd name="connsiteX89" fmla="*/ 3971 w 2272965"/>
                  <a:gd name="connsiteY89" fmla="*/ 1177362 h 1383938"/>
                  <a:gd name="connsiteX90" fmla="*/ 12242 w 2272965"/>
                  <a:gd name="connsiteY90" fmla="*/ 1212984 h 1383938"/>
                  <a:gd name="connsiteX91" fmla="*/ 31804 w 2272965"/>
                  <a:gd name="connsiteY91" fmla="*/ 1216184 h 1383938"/>
                  <a:gd name="connsiteX92" fmla="*/ 47924 w 2272965"/>
                  <a:gd name="connsiteY92" fmla="*/ 1204652 h 1383938"/>
                  <a:gd name="connsiteX93" fmla="*/ 79078 w 2272965"/>
                  <a:gd name="connsiteY93" fmla="*/ 1162933 h 1383938"/>
                  <a:gd name="connsiteX94" fmla="*/ 79802 w 2272965"/>
                  <a:gd name="connsiteY94" fmla="*/ 1162028 h 1383938"/>
                  <a:gd name="connsiteX95" fmla="*/ 79078 w 2272965"/>
                  <a:gd name="connsiteY95" fmla="*/ 1162872 h 1383938"/>
                  <a:gd name="connsiteX96" fmla="*/ 79922 w 2272965"/>
                  <a:gd name="connsiteY96" fmla="*/ 1161846 h 1383938"/>
                  <a:gd name="connsiteX97" fmla="*/ 79922 w 2272965"/>
                  <a:gd name="connsiteY97" fmla="*/ 1161846 h 1383938"/>
                  <a:gd name="connsiteX98" fmla="*/ 80224 w 2272965"/>
                  <a:gd name="connsiteY98" fmla="*/ 1161484 h 1383938"/>
                  <a:gd name="connsiteX99" fmla="*/ 191072 w 2272965"/>
                  <a:gd name="connsiteY99" fmla="*/ 1056733 h 1383938"/>
                  <a:gd name="connsiteX100" fmla="*/ 365435 w 2272965"/>
                  <a:gd name="connsiteY100" fmla="*/ 963696 h 1383938"/>
                  <a:gd name="connsiteX101" fmla="*/ 369601 w 2272965"/>
                  <a:gd name="connsiteY101" fmla="*/ 974563 h 1383938"/>
                  <a:gd name="connsiteX102" fmla="*/ 384815 w 2272965"/>
                  <a:gd name="connsiteY102" fmla="*/ 1003603 h 1383938"/>
                  <a:gd name="connsiteX103" fmla="*/ 401781 w 2272965"/>
                  <a:gd name="connsiteY103" fmla="*/ 1028780 h 1383938"/>
                  <a:gd name="connsiteX104" fmla="*/ 445553 w 2272965"/>
                  <a:gd name="connsiteY104" fmla="*/ 1075933 h 1383938"/>
                  <a:gd name="connsiteX105" fmla="*/ 493128 w 2272965"/>
                  <a:gd name="connsiteY105" fmla="*/ 1112943 h 1383938"/>
                  <a:gd name="connsiteX106" fmla="*/ 599508 w 2272965"/>
                  <a:gd name="connsiteY106" fmla="*/ 1168548 h 1383938"/>
                  <a:gd name="connsiteX107" fmla="*/ 749721 w 2272965"/>
                  <a:gd name="connsiteY107" fmla="*/ 1220349 h 1383938"/>
                  <a:gd name="connsiteX108" fmla="*/ 826457 w 2272965"/>
                  <a:gd name="connsiteY108" fmla="*/ 1244499 h 1383938"/>
                  <a:gd name="connsiteX109" fmla="*/ 901926 w 2272965"/>
                  <a:gd name="connsiteY109" fmla="*/ 1270158 h 1383938"/>
                  <a:gd name="connsiteX110" fmla="*/ 975825 w 2272965"/>
                  <a:gd name="connsiteY110" fmla="*/ 1300648 h 1383938"/>
                  <a:gd name="connsiteX111" fmla="*/ 1046222 w 2272965"/>
                  <a:gd name="connsiteY111" fmla="*/ 1338141 h 1383938"/>
                  <a:gd name="connsiteX112" fmla="*/ 1110521 w 2272965"/>
                  <a:gd name="connsiteY112" fmla="*/ 1382516 h 1383938"/>
                  <a:gd name="connsiteX113" fmla="*/ 1120302 w 2272965"/>
                  <a:gd name="connsiteY113" fmla="*/ 1381490 h 1383938"/>
                  <a:gd name="connsiteX114" fmla="*/ 1119275 w 2272965"/>
                  <a:gd name="connsiteY114" fmla="*/ 1371709 h 1383938"/>
                  <a:gd name="connsiteX115" fmla="*/ 985787 w 2272965"/>
                  <a:gd name="connsiteY115" fmla="*/ 1285675 h 1383938"/>
                  <a:gd name="connsiteX116" fmla="*/ 916416 w 2272965"/>
                  <a:gd name="connsiteY116" fmla="*/ 1252409 h 1383938"/>
                  <a:gd name="connsiteX117" fmla="*/ 845838 w 2272965"/>
                  <a:gd name="connsiteY117" fmla="*/ 1223187 h 1383938"/>
                  <a:gd name="connsiteX118" fmla="*/ 701603 w 2272965"/>
                  <a:gd name="connsiteY118" fmla="*/ 1166918 h 1383938"/>
                  <a:gd name="connsiteX119" fmla="*/ 575781 w 2272965"/>
                  <a:gd name="connsiteY119" fmla="*/ 1106543 h 1383938"/>
                  <a:gd name="connsiteX120" fmla="*/ 575117 w 2272965"/>
                  <a:gd name="connsiteY120" fmla="*/ 1106120 h 1383938"/>
                  <a:gd name="connsiteX121" fmla="*/ 575600 w 2272965"/>
                  <a:gd name="connsiteY121" fmla="*/ 1106120 h 1383938"/>
                  <a:gd name="connsiteX122" fmla="*/ 574634 w 2272965"/>
                  <a:gd name="connsiteY122" fmla="*/ 1105516 h 1383938"/>
                  <a:gd name="connsiteX123" fmla="*/ 573668 w 2272965"/>
                  <a:gd name="connsiteY123" fmla="*/ 1104912 h 1383938"/>
                  <a:gd name="connsiteX124" fmla="*/ 476646 w 2272965"/>
                  <a:gd name="connsiteY124" fmla="*/ 1028055 h 1383938"/>
                  <a:gd name="connsiteX125" fmla="*/ 430096 w 2272965"/>
                  <a:gd name="connsiteY125" fmla="*/ 966352 h 1383938"/>
                  <a:gd name="connsiteX126" fmla="*/ 419229 w 2272965"/>
                  <a:gd name="connsiteY126" fmla="*/ 943349 h 1383938"/>
                  <a:gd name="connsiteX127" fmla="*/ 601984 w 2272965"/>
                  <a:gd name="connsiteY127" fmla="*/ 888408 h 1383938"/>
                  <a:gd name="connsiteX128" fmla="*/ 716696 w 2272965"/>
                  <a:gd name="connsiteY128" fmla="*/ 855263 h 1383938"/>
                  <a:gd name="connsiteX129" fmla="*/ 834850 w 2272965"/>
                  <a:gd name="connsiteY129" fmla="*/ 814630 h 1383938"/>
                  <a:gd name="connsiteX130" fmla="*/ 944732 w 2272965"/>
                  <a:gd name="connsiteY130" fmla="*/ 765304 h 1383938"/>
                  <a:gd name="connsiteX131" fmla="*/ 974194 w 2272965"/>
                  <a:gd name="connsiteY131" fmla="*/ 748942 h 1383938"/>
                  <a:gd name="connsiteX132" fmla="*/ 977697 w 2272965"/>
                  <a:gd name="connsiteY132" fmla="*/ 751539 h 1383938"/>
                  <a:gd name="connsiteX133" fmla="*/ 1143365 w 2272965"/>
                  <a:gd name="connsiteY133" fmla="*/ 772368 h 1383938"/>
                  <a:gd name="connsiteX134" fmla="*/ 1229399 w 2272965"/>
                  <a:gd name="connsiteY134" fmla="*/ 764519 h 1383938"/>
                  <a:gd name="connsiteX135" fmla="*/ 1269549 w 2272965"/>
                  <a:gd name="connsiteY135" fmla="*/ 761319 h 1383938"/>
                  <a:gd name="connsiteX136" fmla="*/ 1309517 w 2272965"/>
                  <a:gd name="connsiteY136" fmla="*/ 760474 h 1383938"/>
                  <a:gd name="connsiteX137" fmla="*/ 1499456 w 2272965"/>
                  <a:gd name="connsiteY137" fmla="*/ 788548 h 1383938"/>
                  <a:gd name="connsiteX138" fmla="*/ 1587604 w 2272965"/>
                  <a:gd name="connsiteY138" fmla="*/ 818735 h 1383938"/>
                  <a:gd name="connsiteX139" fmla="*/ 1671223 w 2272965"/>
                  <a:gd name="connsiteY139" fmla="*/ 860998 h 1383938"/>
                  <a:gd name="connsiteX140" fmla="*/ 1671223 w 2272965"/>
                  <a:gd name="connsiteY140" fmla="*/ 860998 h 1383938"/>
                  <a:gd name="connsiteX141" fmla="*/ 1672309 w 2272965"/>
                  <a:gd name="connsiteY141" fmla="*/ 861663 h 1383938"/>
                  <a:gd name="connsiteX142" fmla="*/ 1672309 w 2272965"/>
                  <a:gd name="connsiteY142" fmla="*/ 861663 h 1383938"/>
                  <a:gd name="connsiteX143" fmla="*/ 1672309 w 2272965"/>
                  <a:gd name="connsiteY143" fmla="*/ 861663 h 1383938"/>
                  <a:gd name="connsiteX144" fmla="*/ 1684384 w 2272965"/>
                  <a:gd name="connsiteY144" fmla="*/ 869269 h 1383938"/>
                  <a:gd name="connsiteX145" fmla="*/ 1692897 w 2272965"/>
                  <a:gd name="connsiteY145" fmla="*/ 868484 h 1383938"/>
                  <a:gd name="connsiteX146" fmla="*/ 1693018 w 2272965"/>
                  <a:gd name="connsiteY146" fmla="*/ 868304 h 1383938"/>
                  <a:gd name="connsiteX147" fmla="*/ 1692052 w 2272965"/>
                  <a:gd name="connsiteY147" fmla="*/ 859851 h 1383938"/>
                  <a:gd name="connsiteX148" fmla="*/ 1691991 w 2272965"/>
                  <a:gd name="connsiteY148" fmla="*/ 859791 h 1383938"/>
                  <a:gd name="connsiteX149" fmla="*/ 1555846 w 2272965"/>
                  <a:gd name="connsiteY149" fmla="*/ 788850 h 1383938"/>
                  <a:gd name="connsiteX150" fmla="*/ 1521553 w 2272965"/>
                  <a:gd name="connsiteY150" fmla="*/ 775809 h 1383938"/>
                  <a:gd name="connsiteX151" fmla="*/ 1481404 w 2272965"/>
                  <a:gd name="connsiteY151" fmla="*/ 763130 h 1383938"/>
                  <a:gd name="connsiteX152" fmla="*/ 1404185 w 2272965"/>
                  <a:gd name="connsiteY152" fmla="*/ 745018 h 1383938"/>
                  <a:gd name="connsiteX153" fmla="*/ 1325697 w 2272965"/>
                  <a:gd name="connsiteY153" fmla="*/ 734634 h 1383938"/>
                  <a:gd name="connsiteX154" fmla="*/ 1289473 w 2272965"/>
                  <a:gd name="connsiteY154" fmla="*/ 732158 h 1383938"/>
                  <a:gd name="connsiteX155" fmla="*/ 1251738 w 2272965"/>
                  <a:gd name="connsiteY155" fmla="*/ 732158 h 1383938"/>
                  <a:gd name="connsiteX156" fmla="*/ 1103639 w 2272965"/>
                  <a:gd name="connsiteY156" fmla="*/ 737833 h 1383938"/>
                  <a:gd name="connsiteX157" fmla="*/ 1055761 w 2272965"/>
                  <a:gd name="connsiteY157" fmla="*/ 734935 h 1383938"/>
                  <a:gd name="connsiteX158" fmla="*/ 1011145 w 2272965"/>
                  <a:gd name="connsiteY158" fmla="*/ 726543 h 1383938"/>
                  <a:gd name="connsiteX159" fmla="*/ 1065482 w 2272965"/>
                  <a:gd name="connsiteY159" fmla="*/ 689533 h 1383938"/>
                  <a:gd name="connsiteX160" fmla="*/ 1181341 w 2272965"/>
                  <a:gd name="connsiteY160" fmla="*/ 601205 h 1383938"/>
                  <a:gd name="connsiteX161" fmla="*/ 1258500 w 2272965"/>
                  <a:gd name="connsiteY161" fmla="*/ 540830 h 1383938"/>
                  <a:gd name="connsiteX162" fmla="*/ 1262123 w 2272965"/>
                  <a:gd name="connsiteY162" fmla="*/ 539079 h 1383938"/>
                  <a:gd name="connsiteX163" fmla="*/ 1267738 w 2272965"/>
                  <a:gd name="connsiteY163" fmla="*/ 533887 h 1383938"/>
                  <a:gd name="connsiteX164" fmla="*/ 1295932 w 2272965"/>
                  <a:gd name="connsiteY164" fmla="*/ 512575 h 1383938"/>
                  <a:gd name="connsiteX165" fmla="*/ 1411007 w 2272965"/>
                  <a:gd name="connsiteY165" fmla="*/ 439763 h 1383938"/>
                  <a:gd name="connsiteX166" fmla="*/ 1540753 w 2272965"/>
                  <a:gd name="connsiteY166" fmla="*/ 380173 h 1383938"/>
                  <a:gd name="connsiteX167" fmla="*/ 1540269 w 2272965"/>
                  <a:gd name="connsiteY167" fmla="*/ 380173 h 1383938"/>
                  <a:gd name="connsiteX168" fmla="*/ 1542081 w 2272965"/>
                  <a:gd name="connsiteY168" fmla="*/ 379509 h 1383938"/>
                  <a:gd name="connsiteX169" fmla="*/ 1543409 w 2272965"/>
                  <a:gd name="connsiteY169" fmla="*/ 379026 h 1383938"/>
                  <a:gd name="connsiteX170" fmla="*/ 1542987 w 2272965"/>
                  <a:gd name="connsiteY170" fmla="*/ 379026 h 1383938"/>
                  <a:gd name="connsiteX171" fmla="*/ 1630771 w 2272965"/>
                  <a:gd name="connsiteY171" fmla="*/ 349864 h 1383938"/>
                  <a:gd name="connsiteX172" fmla="*/ 1633126 w 2272965"/>
                  <a:gd name="connsiteY172" fmla="*/ 351314 h 1383938"/>
                  <a:gd name="connsiteX173" fmla="*/ 1799277 w 2272965"/>
                  <a:gd name="connsiteY173" fmla="*/ 396655 h 1383938"/>
                  <a:gd name="connsiteX174" fmla="*/ 1971829 w 2272965"/>
                  <a:gd name="connsiteY174" fmla="*/ 396655 h 1383938"/>
                  <a:gd name="connsiteX175" fmla="*/ 1971829 w 2272965"/>
                  <a:gd name="connsiteY175" fmla="*/ 396655 h 1383938"/>
                  <a:gd name="connsiteX176" fmla="*/ 2040716 w 2272965"/>
                  <a:gd name="connsiteY176" fmla="*/ 400217 h 1383938"/>
                  <a:gd name="connsiteX177" fmla="*/ 2110148 w 2272965"/>
                  <a:gd name="connsiteY177" fmla="*/ 413258 h 1383938"/>
                  <a:gd name="connsiteX178" fmla="*/ 2175896 w 2272965"/>
                  <a:gd name="connsiteY178" fmla="*/ 440910 h 1383938"/>
                  <a:gd name="connsiteX179" fmla="*/ 2181873 w 2272965"/>
                  <a:gd name="connsiteY179" fmla="*/ 438658 h 1383938"/>
                  <a:gd name="connsiteX180" fmla="*/ 2181933 w 2272965"/>
                  <a:gd name="connsiteY180" fmla="*/ 438555 h 1383938"/>
                  <a:gd name="connsiteX181" fmla="*/ 2179579 w 2272965"/>
                  <a:gd name="connsiteY181" fmla="*/ 432518 h 1383938"/>
                  <a:gd name="connsiteX182" fmla="*/ 2127536 w 2272965"/>
                  <a:gd name="connsiteY182" fmla="*/ 408730 h 1383938"/>
                  <a:gd name="connsiteX183" fmla="*/ 2124517 w 2272965"/>
                  <a:gd name="connsiteY183" fmla="*/ 407643 h 1383938"/>
                  <a:gd name="connsiteX184" fmla="*/ 2072413 w 2272965"/>
                  <a:gd name="connsiteY184" fmla="*/ 393636 h 1383938"/>
                  <a:gd name="connsiteX185" fmla="*/ 1955890 w 2272965"/>
                  <a:gd name="connsiteY185" fmla="*/ 382105 h 1383938"/>
                  <a:gd name="connsiteX186" fmla="*/ 1729243 w 2272965"/>
                  <a:gd name="connsiteY186" fmla="*/ 361517 h 1383938"/>
                  <a:gd name="connsiteX187" fmla="*/ 1671223 w 2272965"/>
                  <a:gd name="connsiteY187" fmla="*/ 338756 h 1383938"/>
                  <a:gd name="connsiteX188" fmla="*/ 1683298 w 2272965"/>
                  <a:gd name="connsiteY188" fmla="*/ 335193 h 1383938"/>
                  <a:gd name="connsiteX189" fmla="*/ 1828197 w 2272965"/>
                  <a:gd name="connsiteY189" fmla="*/ 305549 h 138393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</a:cxnLst>
                <a:rect l="l" t="t" r="r" b="b"/>
                <a:pathLst>
                  <a:path w="2272965" h="1383938">
                    <a:moveTo>
                      <a:pt x="1828197" y="305549"/>
                    </a:moveTo>
                    <a:cubicBezTo>
                      <a:pt x="1876859" y="296976"/>
                      <a:pt x="1925703" y="289852"/>
                      <a:pt x="1974727" y="283754"/>
                    </a:cubicBezTo>
                    <a:cubicBezTo>
                      <a:pt x="2023751" y="277656"/>
                      <a:pt x="2073923" y="271679"/>
                      <a:pt x="2123611" y="266185"/>
                    </a:cubicBezTo>
                    <a:cubicBezTo>
                      <a:pt x="2171911" y="260510"/>
                      <a:pt x="2220634" y="254895"/>
                      <a:pt x="2269115" y="248676"/>
                    </a:cubicBezTo>
                    <a:cubicBezTo>
                      <a:pt x="2271771" y="248133"/>
                      <a:pt x="2273462" y="245549"/>
                      <a:pt x="2272919" y="242898"/>
                    </a:cubicBezTo>
                    <a:cubicBezTo>
                      <a:pt x="2272919" y="242814"/>
                      <a:pt x="2272858" y="242723"/>
                      <a:pt x="2272858" y="242639"/>
                    </a:cubicBezTo>
                    <a:cubicBezTo>
                      <a:pt x="2272556" y="240984"/>
                      <a:pt x="2271349" y="239626"/>
                      <a:pt x="2269779" y="239077"/>
                    </a:cubicBezTo>
                    <a:cubicBezTo>
                      <a:pt x="2268813" y="238866"/>
                      <a:pt x="2267847" y="238866"/>
                      <a:pt x="2266881" y="239077"/>
                    </a:cubicBezTo>
                    <a:cubicBezTo>
                      <a:pt x="2206506" y="246744"/>
                      <a:pt x="2145588" y="252661"/>
                      <a:pt x="2084851" y="258517"/>
                    </a:cubicBezTo>
                    <a:lnTo>
                      <a:pt x="2086481" y="258517"/>
                    </a:lnTo>
                    <a:cubicBezTo>
                      <a:pt x="2037215" y="263287"/>
                      <a:pt x="1988070" y="268238"/>
                      <a:pt x="1938864" y="273792"/>
                    </a:cubicBezTo>
                    <a:cubicBezTo>
                      <a:pt x="1924555" y="275483"/>
                      <a:pt x="1910307" y="277294"/>
                      <a:pt x="1895998" y="279105"/>
                    </a:cubicBezTo>
                    <a:cubicBezTo>
                      <a:pt x="1912058" y="264851"/>
                      <a:pt x="1926789" y="249171"/>
                      <a:pt x="1940012" y="232254"/>
                    </a:cubicBezTo>
                    <a:cubicBezTo>
                      <a:pt x="1949611" y="220179"/>
                      <a:pt x="1958849" y="208104"/>
                      <a:pt x="1968387" y="196029"/>
                    </a:cubicBezTo>
                    <a:cubicBezTo>
                      <a:pt x="1978047" y="183767"/>
                      <a:pt x="1988492" y="172169"/>
                      <a:pt x="1999662" y="161314"/>
                    </a:cubicBezTo>
                    <a:cubicBezTo>
                      <a:pt x="2012099" y="149583"/>
                      <a:pt x="2025925" y="139446"/>
                      <a:pt x="2040837" y="131126"/>
                    </a:cubicBezTo>
                    <a:cubicBezTo>
                      <a:pt x="2044339" y="129315"/>
                      <a:pt x="2047901" y="127564"/>
                      <a:pt x="2051524" y="125934"/>
                    </a:cubicBezTo>
                    <a:cubicBezTo>
                      <a:pt x="2054663" y="124884"/>
                      <a:pt x="2056414" y="121467"/>
                      <a:pt x="2055327" y="118303"/>
                    </a:cubicBezTo>
                    <a:cubicBezTo>
                      <a:pt x="2055327" y="118170"/>
                      <a:pt x="2055267" y="118037"/>
                      <a:pt x="2055207" y="117904"/>
                    </a:cubicBezTo>
                    <a:cubicBezTo>
                      <a:pt x="2054482" y="116111"/>
                      <a:pt x="2053033" y="114716"/>
                      <a:pt x="2051222" y="114101"/>
                    </a:cubicBezTo>
                    <a:cubicBezTo>
                      <a:pt x="2049894" y="113588"/>
                      <a:pt x="2048445" y="113588"/>
                      <a:pt x="2047117" y="114101"/>
                    </a:cubicBezTo>
                    <a:cubicBezTo>
                      <a:pt x="2031419" y="121140"/>
                      <a:pt x="2016687" y="130040"/>
                      <a:pt x="2003103" y="140605"/>
                    </a:cubicBezTo>
                    <a:cubicBezTo>
                      <a:pt x="1989942" y="151014"/>
                      <a:pt x="1977625" y="162395"/>
                      <a:pt x="1966214" y="174657"/>
                    </a:cubicBezTo>
                    <a:cubicBezTo>
                      <a:pt x="1942427" y="199350"/>
                      <a:pt x="1920812" y="226036"/>
                      <a:pt x="1895998" y="249763"/>
                    </a:cubicBezTo>
                    <a:cubicBezTo>
                      <a:pt x="1884768" y="260401"/>
                      <a:pt x="1872633" y="270097"/>
                      <a:pt x="1859773" y="278743"/>
                    </a:cubicBezTo>
                    <a:cubicBezTo>
                      <a:pt x="1857842" y="280108"/>
                      <a:pt x="1856452" y="282124"/>
                      <a:pt x="1855909" y="284418"/>
                    </a:cubicBezTo>
                    <a:cubicBezTo>
                      <a:pt x="1834657" y="287316"/>
                      <a:pt x="1813647" y="290456"/>
                      <a:pt x="1792214" y="293837"/>
                    </a:cubicBezTo>
                    <a:cubicBezTo>
                      <a:pt x="1742103" y="302168"/>
                      <a:pt x="1692354" y="312553"/>
                      <a:pt x="1643209" y="325292"/>
                    </a:cubicBezTo>
                    <a:cubicBezTo>
                      <a:pt x="1641397" y="324767"/>
                      <a:pt x="1639526" y="324604"/>
                      <a:pt x="1637654" y="324809"/>
                    </a:cubicBezTo>
                    <a:cubicBezTo>
                      <a:pt x="1634334" y="325292"/>
                      <a:pt x="1631315" y="326892"/>
                      <a:pt x="1629021" y="329337"/>
                    </a:cubicBezTo>
                    <a:cubicBezTo>
                      <a:pt x="1586758" y="340748"/>
                      <a:pt x="1544496" y="353487"/>
                      <a:pt x="1503501" y="369004"/>
                    </a:cubicBezTo>
                    <a:cubicBezTo>
                      <a:pt x="1466250" y="382811"/>
                      <a:pt x="1429784" y="398388"/>
                      <a:pt x="1394041" y="415734"/>
                    </a:cubicBezTo>
                    <a:cubicBezTo>
                      <a:pt x="1378163" y="423522"/>
                      <a:pt x="1362647" y="431854"/>
                      <a:pt x="1347251" y="440427"/>
                    </a:cubicBezTo>
                    <a:cubicBezTo>
                      <a:pt x="1356971" y="424138"/>
                      <a:pt x="1365726" y="407305"/>
                      <a:pt x="1373453" y="390014"/>
                    </a:cubicBezTo>
                    <a:cubicBezTo>
                      <a:pt x="1382087" y="370754"/>
                      <a:pt x="1389513" y="351072"/>
                      <a:pt x="1396698" y="331269"/>
                    </a:cubicBezTo>
                    <a:cubicBezTo>
                      <a:pt x="1403883" y="311466"/>
                      <a:pt x="1409860" y="292931"/>
                      <a:pt x="1416320" y="273732"/>
                    </a:cubicBezTo>
                    <a:cubicBezTo>
                      <a:pt x="1422780" y="254533"/>
                      <a:pt x="1430085" y="233703"/>
                      <a:pt x="1437331" y="213900"/>
                    </a:cubicBezTo>
                    <a:cubicBezTo>
                      <a:pt x="1451216" y="174934"/>
                      <a:pt x="1468725" y="137357"/>
                      <a:pt x="1489615" y="101663"/>
                    </a:cubicBezTo>
                    <a:cubicBezTo>
                      <a:pt x="1505614" y="74966"/>
                      <a:pt x="1525055" y="50466"/>
                      <a:pt x="1547394" y="28791"/>
                    </a:cubicBezTo>
                    <a:cubicBezTo>
                      <a:pt x="1554820" y="21866"/>
                      <a:pt x="1562548" y="15249"/>
                      <a:pt x="1570517" y="8928"/>
                    </a:cubicBezTo>
                    <a:cubicBezTo>
                      <a:pt x="1572690" y="7467"/>
                      <a:pt x="1573295" y="4502"/>
                      <a:pt x="1571846" y="2311"/>
                    </a:cubicBezTo>
                    <a:cubicBezTo>
                      <a:pt x="1571242" y="1411"/>
                      <a:pt x="1570336" y="741"/>
                      <a:pt x="1569310" y="415"/>
                    </a:cubicBezTo>
                    <a:cubicBezTo>
                      <a:pt x="1567800" y="-147"/>
                      <a:pt x="1566049" y="101"/>
                      <a:pt x="1564782" y="1079"/>
                    </a:cubicBezTo>
                    <a:cubicBezTo>
                      <a:pt x="1548481" y="13987"/>
                      <a:pt x="1533145" y="28115"/>
                      <a:pt x="1518957" y="43341"/>
                    </a:cubicBezTo>
                    <a:cubicBezTo>
                      <a:pt x="1504407" y="59335"/>
                      <a:pt x="1491004" y="76366"/>
                      <a:pt x="1478929" y="94298"/>
                    </a:cubicBezTo>
                    <a:cubicBezTo>
                      <a:pt x="1455322" y="130293"/>
                      <a:pt x="1434855" y="168245"/>
                      <a:pt x="1417709" y="207742"/>
                    </a:cubicBezTo>
                    <a:cubicBezTo>
                      <a:pt x="1408893" y="226941"/>
                      <a:pt x="1400803" y="246322"/>
                      <a:pt x="1392472" y="265642"/>
                    </a:cubicBezTo>
                    <a:cubicBezTo>
                      <a:pt x="1383778" y="285928"/>
                      <a:pt x="1374903" y="306093"/>
                      <a:pt x="1366027" y="326017"/>
                    </a:cubicBezTo>
                    <a:cubicBezTo>
                      <a:pt x="1348821" y="365780"/>
                      <a:pt x="1329139" y="404431"/>
                      <a:pt x="1307162" y="441755"/>
                    </a:cubicBezTo>
                    <a:cubicBezTo>
                      <a:pt x="1299615" y="453830"/>
                      <a:pt x="1291706" y="466267"/>
                      <a:pt x="1283012" y="477980"/>
                    </a:cubicBezTo>
                    <a:cubicBezTo>
                      <a:pt x="1221309" y="517465"/>
                      <a:pt x="1162262" y="560694"/>
                      <a:pt x="1102975" y="603801"/>
                    </a:cubicBezTo>
                    <a:lnTo>
                      <a:pt x="1103699" y="603258"/>
                    </a:lnTo>
                    <a:lnTo>
                      <a:pt x="1100439" y="605613"/>
                    </a:lnTo>
                    <a:lnTo>
                      <a:pt x="1099171" y="606578"/>
                    </a:lnTo>
                    <a:lnTo>
                      <a:pt x="1100077" y="605914"/>
                    </a:lnTo>
                    <a:lnTo>
                      <a:pt x="1098990" y="606699"/>
                    </a:lnTo>
                    <a:cubicBezTo>
                      <a:pt x="1051716" y="641415"/>
                      <a:pt x="1002752" y="673655"/>
                      <a:pt x="952158" y="703299"/>
                    </a:cubicBezTo>
                    <a:cubicBezTo>
                      <a:pt x="905489" y="729803"/>
                      <a:pt x="856766" y="752504"/>
                      <a:pt x="806474" y="771281"/>
                    </a:cubicBezTo>
                    <a:cubicBezTo>
                      <a:pt x="778701" y="781605"/>
                      <a:pt x="750627" y="790842"/>
                      <a:pt x="722432" y="799718"/>
                    </a:cubicBezTo>
                    <a:cubicBezTo>
                      <a:pt x="723096" y="798812"/>
                      <a:pt x="723941" y="798088"/>
                      <a:pt x="724605" y="797182"/>
                    </a:cubicBezTo>
                    <a:cubicBezTo>
                      <a:pt x="737103" y="780458"/>
                      <a:pt x="747970" y="762527"/>
                      <a:pt x="756966" y="743690"/>
                    </a:cubicBezTo>
                    <a:cubicBezTo>
                      <a:pt x="765721" y="725396"/>
                      <a:pt x="773207" y="706438"/>
                      <a:pt x="779245" y="687058"/>
                    </a:cubicBezTo>
                    <a:cubicBezTo>
                      <a:pt x="786067" y="666168"/>
                      <a:pt x="791681" y="644796"/>
                      <a:pt x="796693" y="623363"/>
                    </a:cubicBezTo>
                    <a:cubicBezTo>
                      <a:pt x="806534" y="581825"/>
                      <a:pt x="813417" y="539562"/>
                      <a:pt x="821205" y="497541"/>
                    </a:cubicBezTo>
                    <a:cubicBezTo>
                      <a:pt x="829235" y="454555"/>
                      <a:pt x="837687" y="411507"/>
                      <a:pt x="849883" y="369426"/>
                    </a:cubicBezTo>
                    <a:cubicBezTo>
                      <a:pt x="861294" y="329053"/>
                      <a:pt x="877776" y="290287"/>
                      <a:pt x="898907" y="254050"/>
                    </a:cubicBezTo>
                    <a:cubicBezTo>
                      <a:pt x="906213" y="242077"/>
                      <a:pt x="914303" y="230582"/>
                      <a:pt x="923057" y="219636"/>
                    </a:cubicBezTo>
                    <a:cubicBezTo>
                      <a:pt x="925231" y="216768"/>
                      <a:pt x="924748" y="212687"/>
                      <a:pt x="921971" y="210399"/>
                    </a:cubicBezTo>
                    <a:cubicBezTo>
                      <a:pt x="921427" y="209922"/>
                      <a:pt x="920763" y="209553"/>
                      <a:pt x="920038" y="209312"/>
                    </a:cubicBezTo>
                    <a:cubicBezTo>
                      <a:pt x="917443" y="208424"/>
                      <a:pt x="914545" y="209270"/>
                      <a:pt x="912794" y="211425"/>
                    </a:cubicBezTo>
                    <a:cubicBezTo>
                      <a:pt x="891059" y="238702"/>
                      <a:pt x="872826" y="268576"/>
                      <a:pt x="858456" y="300357"/>
                    </a:cubicBezTo>
                    <a:cubicBezTo>
                      <a:pt x="843906" y="333418"/>
                      <a:pt x="832073" y="367579"/>
                      <a:pt x="822895" y="402511"/>
                    </a:cubicBezTo>
                    <a:cubicBezTo>
                      <a:pt x="803756" y="471761"/>
                      <a:pt x="791681" y="542762"/>
                      <a:pt x="771698" y="611891"/>
                    </a:cubicBezTo>
                    <a:cubicBezTo>
                      <a:pt x="759139" y="656629"/>
                      <a:pt x="741027" y="699676"/>
                      <a:pt x="717722" y="739886"/>
                    </a:cubicBezTo>
                    <a:cubicBezTo>
                      <a:pt x="701482" y="766270"/>
                      <a:pt x="682102" y="790601"/>
                      <a:pt x="659944" y="812336"/>
                    </a:cubicBezTo>
                    <a:lnTo>
                      <a:pt x="658676" y="813543"/>
                    </a:lnTo>
                    <a:cubicBezTo>
                      <a:pt x="657468" y="814691"/>
                      <a:pt x="656261" y="815777"/>
                      <a:pt x="655053" y="816985"/>
                    </a:cubicBezTo>
                    <a:cubicBezTo>
                      <a:pt x="654208" y="818132"/>
                      <a:pt x="653483" y="819340"/>
                      <a:pt x="652880" y="820607"/>
                    </a:cubicBezTo>
                    <a:cubicBezTo>
                      <a:pt x="629635" y="827248"/>
                      <a:pt x="606391" y="833769"/>
                      <a:pt x="583147" y="840229"/>
                    </a:cubicBezTo>
                    <a:cubicBezTo>
                      <a:pt x="545232" y="850795"/>
                      <a:pt x="507256" y="861240"/>
                      <a:pt x="469582" y="872650"/>
                    </a:cubicBezTo>
                    <a:cubicBezTo>
                      <a:pt x="446096" y="879775"/>
                      <a:pt x="422852" y="887502"/>
                      <a:pt x="399728" y="895593"/>
                    </a:cubicBezTo>
                    <a:cubicBezTo>
                      <a:pt x="396830" y="892091"/>
                      <a:pt x="393027" y="889435"/>
                      <a:pt x="388740" y="887926"/>
                    </a:cubicBezTo>
                    <a:cubicBezTo>
                      <a:pt x="384996" y="886597"/>
                      <a:pt x="381072" y="886174"/>
                      <a:pt x="377148" y="886597"/>
                    </a:cubicBezTo>
                    <a:cubicBezTo>
                      <a:pt x="370627" y="887382"/>
                      <a:pt x="364650" y="890763"/>
                      <a:pt x="360545" y="895895"/>
                    </a:cubicBezTo>
                    <a:cubicBezTo>
                      <a:pt x="359398" y="897706"/>
                      <a:pt x="358311" y="899577"/>
                      <a:pt x="357164" y="901510"/>
                    </a:cubicBezTo>
                    <a:cubicBezTo>
                      <a:pt x="355836" y="904709"/>
                      <a:pt x="355172" y="908151"/>
                      <a:pt x="355232" y="911592"/>
                    </a:cubicBezTo>
                    <a:lnTo>
                      <a:pt x="354809" y="911592"/>
                    </a:lnTo>
                    <a:cubicBezTo>
                      <a:pt x="288880" y="935863"/>
                      <a:pt x="226331" y="968465"/>
                      <a:pt x="168674" y="1008675"/>
                    </a:cubicBezTo>
                    <a:cubicBezTo>
                      <a:pt x="137460" y="1030712"/>
                      <a:pt x="108178" y="1055466"/>
                      <a:pt x="81251" y="1082634"/>
                    </a:cubicBezTo>
                    <a:cubicBezTo>
                      <a:pt x="52633" y="1111795"/>
                      <a:pt x="26793" y="1143492"/>
                      <a:pt x="3971" y="1177362"/>
                    </a:cubicBezTo>
                    <a:cubicBezTo>
                      <a:pt x="-3576" y="1189498"/>
                      <a:pt x="107" y="1205437"/>
                      <a:pt x="12242" y="1212984"/>
                    </a:cubicBezTo>
                    <a:cubicBezTo>
                      <a:pt x="18098" y="1216606"/>
                      <a:pt x="25102" y="1217753"/>
                      <a:pt x="31804" y="1216184"/>
                    </a:cubicBezTo>
                    <a:cubicBezTo>
                      <a:pt x="38445" y="1214493"/>
                      <a:pt x="44181" y="1210387"/>
                      <a:pt x="47924" y="1204652"/>
                    </a:cubicBezTo>
                    <a:cubicBezTo>
                      <a:pt x="57765" y="1190403"/>
                      <a:pt x="68149" y="1176517"/>
                      <a:pt x="79078" y="1162933"/>
                    </a:cubicBezTo>
                    <a:lnTo>
                      <a:pt x="79802" y="1162028"/>
                    </a:lnTo>
                    <a:lnTo>
                      <a:pt x="79078" y="1162872"/>
                    </a:lnTo>
                    <a:cubicBezTo>
                      <a:pt x="79078" y="1162872"/>
                      <a:pt x="79621" y="1162208"/>
                      <a:pt x="79922" y="1161846"/>
                    </a:cubicBezTo>
                    <a:lnTo>
                      <a:pt x="79922" y="1161846"/>
                    </a:lnTo>
                    <a:lnTo>
                      <a:pt x="80224" y="1161484"/>
                    </a:lnTo>
                    <a:cubicBezTo>
                      <a:pt x="112887" y="1122300"/>
                      <a:pt x="150078" y="1087102"/>
                      <a:pt x="191072" y="1056733"/>
                    </a:cubicBezTo>
                    <a:cubicBezTo>
                      <a:pt x="245168" y="1018757"/>
                      <a:pt x="303732" y="987484"/>
                      <a:pt x="365435" y="963696"/>
                    </a:cubicBezTo>
                    <a:cubicBezTo>
                      <a:pt x="366763" y="967378"/>
                      <a:pt x="368092" y="971001"/>
                      <a:pt x="369601" y="974563"/>
                    </a:cubicBezTo>
                    <a:cubicBezTo>
                      <a:pt x="374129" y="984525"/>
                      <a:pt x="379201" y="994185"/>
                      <a:pt x="384815" y="1003603"/>
                    </a:cubicBezTo>
                    <a:cubicBezTo>
                      <a:pt x="389948" y="1012358"/>
                      <a:pt x="395622" y="1020750"/>
                      <a:pt x="401781" y="1028780"/>
                    </a:cubicBezTo>
                    <a:cubicBezTo>
                      <a:pt x="415003" y="1045745"/>
                      <a:pt x="429614" y="1061503"/>
                      <a:pt x="445553" y="1075933"/>
                    </a:cubicBezTo>
                    <a:cubicBezTo>
                      <a:pt x="460465" y="1089457"/>
                      <a:pt x="476404" y="1101773"/>
                      <a:pt x="493128" y="1112943"/>
                    </a:cubicBezTo>
                    <a:cubicBezTo>
                      <a:pt x="526395" y="1135402"/>
                      <a:pt x="562076" y="1154058"/>
                      <a:pt x="599508" y="1168548"/>
                    </a:cubicBezTo>
                    <a:cubicBezTo>
                      <a:pt x="648895" y="1187807"/>
                      <a:pt x="699187" y="1204410"/>
                      <a:pt x="749721" y="1220349"/>
                    </a:cubicBezTo>
                    <a:cubicBezTo>
                      <a:pt x="775320" y="1228379"/>
                      <a:pt x="800919" y="1236469"/>
                      <a:pt x="826457" y="1244499"/>
                    </a:cubicBezTo>
                    <a:cubicBezTo>
                      <a:pt x="851876" y="1252409"/>
                      <a:pt x="877052" y="1260801"/>
                      <a:pt x="901926" y="1270158"/>
                    </a:cubicBezTo>
                    <a:cubicBezTo>
                      <a:pt x="926800" y="1279517"/>
                      <a:pt x="951675" y="1289297"/>
                      <a:pt x="975825" y="1300648"/>
                    </a:cubicBezTo>
                    <a:cubicBezTo>
                      <a:pt x="999914" y="1311938"/>
                      <a:pt x="1023400" y="1324435"/>
                      <a:pt x="1046222" y="1338141"/>
                    </a:cubicBezTo>
                    <a:cubicBezTo>
                      <a:pt x="1068501" y="1351664"/>
                      <a:pt x="1089994" y="1366457"/>
                      <a:pt x="1110521" y="1382516"/>
                    </a:cubicBezTo>
                    <a:cubicBezTo>
                      <a:pt x="1113480" y="1384931"/>
                      <a:pt x="1117887" y="1384448"/>
                      <a:pt x="1120302" y="1381490"/>
                    </a:cubicBezTo>
                    <a:cubicBezTo>
                      <a:pt x="1122717" y="1378532"/>
                      <a:pt x="1122234" y="1374124"/>
                      <a:pt x="1119275" y="1371709"/>
                    </a:cubicBezTo>
                    <a:cubicBezTo>
                      <a:pt x="1077677" y="1338744"/>
                      <a:pt x="1033000" y="1309946"/>
                      <a:pt x="985787" y="1285675"/>
                    </a:cubicBezTo>
                    <a:cubicBezTo>
                      <a:pt x="962965" y="1273962"/>
                      <a:pt x="939902" y="1262732"/>
                      <a:pt x="916416" y="1252409"/>
                    </a:cubicBezTo>
                    <a:cubicBezTo>
                      <a:pt x="892930" y="1242084"/>
                      <a:pt x="869444" y="1232726"/>
                      <a:pt x="845838" y="1223187"/>
                    </a:cubicBezTo>
                    <a:cubicBezTo>
                      <a:pt x="797961" y="1203867"/>
                      <a:pt x="749238" y="1186539"/>
                      <a:pt x="701603" y="1166918"/>
                    </a:cubicBezTo>
                    <a:cubicBezTo>
                      <a:pt x="658253" y="1149832"/>
                      <a:pt x="616232" y="1129666"/>
                      <a:pt x="575781" y="1106543"/>
                    </a:cubicBezTo>
                    <a:lnTo>
                      <a:pt x="575117" y="1106120"/>
                    </a:lnTo>
                    <a:lnTo>
                      <a:pt x="575600" y="1106120"/>
                    </a:lnTo>
                    <a:lnTo>
                      <a:pt x="574634" y="1105516"/>
                    </a:lnTo>
                    <a:lnTo>
                      <a:pt x="573668" y="1104912"/>
                    </a:lnTo>
                    <a:cubicBezTo>
                      <a:pt x="538409" y="1083238"/>
                      <a:pt x="505807" y="1057458"/>
                      <a:pt x="476646" y="1028055"/>
                    </a:cubicBezTo>
                    <a:cubicBezTo>
                      <a:pt x="458835" y="1009279"/>
                      <a:pt x="443258" y="988630"/>
                      <a:pt x="430096" y="966352"/>
                    </a:cubicBezTo>
                    <a:cubicBezTo>
                      <a:pt x="426052" y="958806"/>
                      <a:pt x="422549" y="951138"/>
                      <a:pt x="419229" y="943349"/>
                    </a:cubicBezTo>
                    <a:cubicBezTo>
                      <a:pt x="479604" y="922701"/>
                      <a:pt x="540703" y="905494"/>
                      <a:pt x="601984" y="888408"/>
                    </a:cubicBezTo>
                    <a:cubicBezTo>
                      <a:pt x="640443" y="877661"/>
                      <a:pt x="678720" y="866915"/>
                      <a:pt x="716696" y="855263"/>
                    </a:cubicBezTo>
                    <a:cubicBezTo>
                      <a:pt x="756604" y="843188"/>
                      <a:pt x="796029" y="829664"/>
                      <a:pt x="834850" y="814630"/>
                    </a:cubicBezTo>
                    <a:cubicBezTo>
                      <a:pt x="872403" y="800322"/>
                      <a:pt x="909111" y="783900"/>
                      <a:pt x="944732" y="765304"/>
                    </a:cubicBezTo>
                    <a:cubicBezTo>
                      <a:pt x="954694" y="760112"/>
                      <a:pt x="964474" y="754618"/>
                      <a:pt x="974194" y="748942"/>
                    </a:cubicBezTo>
                    <a:cubicBezTo>
                      <a:pt x="975221" y="749969"/>
                      <a:pt x="976429" y="750814"/>
                      <a:pt x="977697" y="751539"/>
                    </a:cubicBezTo>
                    <a:cubicBezTo>
                      <a:pt x="1028894" y="775688"/>
                      <a:pt x="1087941" y="775990"/>
                      <a:pt x="1143365" y="772368"/>
                    </a:cubicBezTo>
                    <a:cubicBezTo>
                      <a:pt x="1172103" y="770496"/>
                      <a:pt x="1200721" y="767115"/>
                      <a:pt x="1229399" y="764519"/>
                    </a:cubicBezTo>
                    <a:cubicBezTo>
                      <a:pt x="1242803" y="763312"/>
                      <a:pt x="1256146" y="762225"/>
                      <a:pt x="1269549" y="761319"/>
                    </a:cubicBezTo>
                    <a:cubicBezTo>
                      <a:pt x="1282952" y="760413"/>
                      <a:pt x="1296235" y="760413"/>
                      <a:pt x="1309517" y="760474"/>
                    </a:cubicBezTo>
                    <a:cubicBezTo>
                      <a:pt x="1373756" y="761561"/>
                      <a:pt x="1437632" y="770979"/>
                      <a:pt x="1499456" y="788548"/>
                    </a:cubicBezTo>
                    <a:cubicBezTo>
                      <a:pt x="1529402" y="796880"/>
                      <a:pt x="1558805" y="806963"/>
                      <a:pt x="1587604" y="818735"/>
                    </a:cubicBezTo>
                    <a:cubicBezTo>
                      <a:pt x="1616403" y="830871"/>
                      <a:pt x="1644355" y="844999"/>
                      <a:pt x="1671223" y="860998"/>
                    </a:cubicBezTo>
                    <a:lnTo>
                      <a:pt x="1671223" y="860998"/>
                    </a:lnTo>
                    <a:lnTo>
                      <a:pt x="1672309" y="861663"/>
                    </a:lnTo>
                    <a:lnTo>
                      <a:pt x="1672309" y="861663"/>
                    </a:lnTo>
                    <a:lnTo>
                      <a:pt x="1672309" y="861663"/>
                    </a:lnTo>
                    <a:lnTo>
                      <a:pt x="1684384" y="869269"/>
                    </a:lnTo>
                    <a:cubicBezTo>
                      <a:pt x="1686980" y="871383"/>
                      <a:pt x="1690784" y="871020"/>
                      <a:pt x="1692897" y="868484"/>
                    </a:cubicBezTo>
                    <a:cubicBezTo>
                      <a:pt x="1692957" y="868425"/>
                      <a:pt x="1692957" y="868364"/>
                      <a:pt x="1693018" y="868304"/>
                    </a:cubicBezTo>
                    <a:cubicBezTo>
                      <a:pt x="1695070" y="865707"/>
                      <a:pt x="1694648" y="861904"/>
                      <a:pt x="1692052" y="859851"/>
                    </a:cubicBezTo>
                    <a:cubicBezTo>
                      <a:pt x="1691991" y="859791"/>
                      <a:pt x="1691991" y="859791"/>
                      <a:pt x="1691991" y="859791"/>
                    </a:cubicBezTo>
                    <a:cubicBezTo>
                      <a:pt x="1648824" y="832079"/>
                      <a:pt x="1603240" y="808351"/>
                      <a:pt x="1555846" y="788850"/>
                    </a:cubicBezTo>
                    <a:cubicBezTo>
                      <a:pt x="1544496" y="784201"/>
                      <a:pt x="1533085" y="779854"/>
                      <a:pt x="1521553" y="775809"/>
                    </a:cubicBezTo>
                    <a:cubicBezTo>
                      <a:pt x="1508331" y="771160"/>
                      <a:pt x="1494988" y="766934"/>
                      <a:pt x="1481404" y="763130"/>
                    </a:cubicBezTo>
                    <a:cubicBezTo>
                      <a:pt x="1455986" y="755885"/>
                      <a:pt x="1430266" y="749606"/>
                      <a:pt x="1404185" y="745018"/>
                    </a:cubicBezTo>
                    <a:cubicBezTo>
                      <a:pt x="1378102" y="740429"/>
                      <a:pt x="1352081" y="736867"/>
                      <a:pt x="1325697" y="734634"/>
                    </a:cubicBezTo>
                    <a:cubicBezTo>
                      <a:pt x="1313622" y="733487"/>
                      <a:pt x="1301548" y="732581"/>
                      <a:pt x="1289473" y="732158"/>
                    </a:cubicBezTo>
                    <a:cubicBezTo>
                      <a:pt x="1277398" y="731735"/>
                      <a:pt x="1264296" y="731796"/>
                      <a:pt x="1251738" y="732158"/>
                    </a:cubicBezTo>
                    <a:cubicBezTo>
                      <a:pt x="1202351" y="733305"/>
                      <a:pt x="1153085" y="738196"/>
                      <a:pt x="1103639" y="737833"/>
                    </a:cubicBezTo>
                    <a:cubicBezTo>
                      <a:pt x="1087639" y="737532"/>
                      <a:pt x="1071640" y="736747"/>
                      <a:pt x="1055761" y="734935"/>
                    </a:cubicBezTo>
                    <a:cubicBezTo>
                      <a:pt x="1040728" y="733185"/>
                      <a:pt x="1025815" y="730407"/>
                      <a:pt x="1011145" y="726543"/>
                    </a:cubicBezTo>
                    <a:cubicBezTo>
                      <a:pt x="1029619" y="714710"/>
                      <a:pt x="1047731" y="702393"/>
                      <a:pt x="1065482" y="689533"/>
                    </a:cubicBezTo>
                    <a:cubicBezTo>
                      <a:pt x="1104967" y="661278"/>
                      <a:pt x="1143365" y="631453"/>
                      <a:pt x="1181341" y="601205"/>
                    </a:cubicBezTo>
                    <a:cubicBezTo>
                      <a:pt x="1206879" y="580877"/>
                      <a:pt x="1232599" y="560754"/>
                      <a:pt x="1258500" y="540830"/>
                    </a:cubicBezTo>
                    <a:cubicBezTo>
                      <a:pt x="1259828" y="540510"/>
                      <a:pt x="1261035" y="539913"/>
                      <a:pt x="1262123" y="539079"/>
                    </a:cubicBezTo>
                    <a:cubicBezTo>
                      <a:pt x="1264054" y="537449"/>
                      <a:pt x="1265805" y="535578"/>
                      <a:pt x="1267738" y="533887"/>
                    </a:cubicBezTo>
                    <a:cubicBezTo>
                      <a:pt x="1277095" y="526763"/>
                      <a:pt x="1286393" y="519518"/>
                      <a:pt x="1295932" y="512575"/>
                    </a:cubicBezTo>
                    <a:cubicBezTo>
                      <a:pt x="1332700" y="485841"/>
                      <a:pt x="1371099" y="461516"/>
                      <a:pt x="1411007" y="439763"/>
                    </a:cubicBezTo>
                    <a:cubicBezTo>
                      <a:pt x="1452967" y="417231"/>
                      <a:pt x="1496317" y="397331"/>
                      <a:pt x="1540753" y="380173"/>
                    </a:cubicBezTo>
                    <a:lnTo>
                      <a:pt x="1540269" y="380173"/>
                    </a:lnTo>
                    <a:lnTo>
                      <a:pt x="1542081" y="379509"/>
                    </a:lnTo>
                    <a:lnTo>
                      <a:pt x="1543409" y="379026"/>
                    </a:lnTo>
                    <a:lnTo>
                      <a:pt x="1542987" y="379026"/>
                    </a:lnTo>
                    <a:cubicBezTo>
                      <a:pt x="1571906" y="368219"/>
                      <a:pt x="1601248" y="358740"/>
                      <a:pt x="1630771" y="349864"/>
                    </a:cubicBezTo>
                    <a:cubicBezTo>
                      <a:pt x="1631496" y="350420"/>
                      <a:pt x="1632280" y="350903"/>
                      <a:pt x="1633126" y="351314"/>
                    </a:cubicBezTo>
                    <a:cubicBezTo>
                      <a:pt x="1683056" y="381501"/>
                      <a:pt x="1741800" y="393214"/>
                      <a:pt x="1799277" y="396655"/>
                    </a:cubicBezTo>
                    <a:cubicBezTo>
                      <a:pt x="1856754" y="400096"/>
                      <a:pt x="1914352" y="395991"/>
                      <a:pt x="1971829" y="396655"/>
                    </a:cubicBezTo>
                    <a:lnTo>
                      <a:pt x="1971829" y="396655"/>
                    </a:lnTo>
                    <a:cubicBezTo>
                      <a:pt x="1994892" y="396655"/>
                      <a:pt x="2017835" y="397742"/>
                      <a:pt x="2040716" y="400217"/>
                    </a:cubicBezTo>
                    <a:cubicBezTo>
                      <a:pt x="2064202" y="402530"/>
                      <a:pt x="2087447" y="406895"/>
                      <a:pt x="2110148" y="413258"/>
                    </a:cubicBezTo>
                    <a:cubicBezTo>
                      <a:pt x="2133030" y="419948"/>
                      <a:pt x="2155127" y="429227"/>
                      <a:pt x="2175896" y="440910"/>
                    </a:cubicBezTo>
                    <a:cubicBezTo>
                      <a:pt x="2178190" y="441942"/>
                      <a:pt x="2180847" y="440934"/>
                      <a:pt x="2181873" y="438658"/>
                    </a:cubicBezTo>
                    <a:cubicBezTo>
                      <a:pt x="2181933" y="438622"/>
                      <a:pt x="2181933" y="438592"/>
                      <a:pt x="2181933" y="438555"/>
                    </a:cubicBezTo>
                    <a:cubicBezTo>
                      <a:pt x="2182839" y="436237"/>
                      <a:pt x="2181813" y="433604"/>
                      <a:pt x="2179579" y="432518"/>
                    </a:cubicBezTo>
                    <a:cubicBezTo>
                      <a:pt x="2162976" y="423105"/>
                      <a:pt x="2145527" y="415148"/>
                      <a:pt x="2127536" y="408730"/>
                    </a:cubicBezTo>
                    <a:lnTo>
                      <a:pt x="2124517" y="407643"/>
                    </a:lnTo>
                    <a:cubicBezTo>
                      <a:pt x="2107491" y="401793"/>
                      <a:pt x="2090103" y="397114"/>
                      <a:pt x="2072413" y="393636"/>
                    </a:cubicBezTo>
                    <a:cubicBezTo>
                      <a:pt x="2033954" y="386711"/>
                      <a:pt x="1994953" y="382859"/>
                      <a:pt x="1955890" y="382105"/>
                    </a:cubicBezTo>
                    <a:cubicBezTo>
                      <a:pt x="1880119" y="379207"/>
                      <a:pt x="1803081" y="381501"/>
                      <a:pt x="1729243" y="361517"/>
                    </a:cubicBezTo>
                    <a:cubicBezTo>
                      <a:pt x="1709258" y="355745"/>
                      <a:pt x="1689818" y="348126"/>
                      <a:pt x="1671223" y="338756"/>
                    </a:cubicBezTo>
                    <a:cubicBezTo>
                      <a:pt x="1675328" y="337609"/>
                      <a:pt x="1679373" y="336280"/>
                      <a:pt x="1683298" y="335193"/>
                    </a:cubicBezTo>
                    <a:cubicBezTo>
                      <a:pt x="1731295" y="323964"/>
                      <a:pt x="1779656" y="314062"/>
                      <a:pt x="1828197" y="305549"/>
                    </a:cubicBez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" name="" descr="8c34c473-e21d-451c-bffb-d2656787a896"/>
              <p:cNvSpPr/>
              <p:nvPr/>
            </p:nvSpPr>
            <p:spPr>
              <a:xfrm>
                <a:off x="10939345" y="6426388"/>
                <a:ext cx="2233" cy="845"/>
              </a:xfrm>
              <a:custGeom>
                <a:gdLst>
                  <a:gd name="connsiteX0" fmla="*/ 54 w 2233"/>
                  <a:gd name="connsiteY0" fmla="*/ 965 h 845"/>
                  <a:gd name="connsiteX1" fmla="*/ 2288 w 2233"/>
                  <a:gd name="connsiteY1" fmla="*/ 119 h 845"/>
                  <a:gd name="connsiteX2" fmla="*/ 1383 w 2233"/>
                  <a:gd name="connsiteY2" fmla="*/ 481 h 84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33" h="845">
                    <a:moveTo>
                      <a:pt x="54" y="965"/>
                    </a:moveTo>
                    <a:lnTo>
                      <a:pt x="2288" y="119"/>
                    </a:lnTo>
                    <a:lnTo>
                      <a:pt x="1383" y="481"/>
                    </a:ln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" name="" descr="bad09dcf-8602-409a-9b56-2ff9245a756b"/>
              <p:cNvSpPr/>
              <p:nvPr/>
            </p:nvSpPr>
            <p:spPr>
              <a:xfrm>
                <a:off x="11069816" y="6908542"/>
                <a:ext cx="965" cy="604"/>
              </a:xfrm>
              <a:custGeom>
                <a:gdLst>
                  <a:gd name="connsiteX0" fmla="*/ 54 w 965"/>
                  <a:gd name="connsiteY0" fmla="*/ 119 h 604"/>
                  <a:gd name="connsiteX1" fmla="*/ 1020 w 965"/>
                  <a:gd name="connsiteY1" fmla="*/ 724 h 604"/>
                  <a:gd name="connsiteX2" fmla="*/ 1020 w 965"/>
                  <a:gd name="connsiteY2" fmla="*/ 724 h 60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4" h="604">
                    <a:moveTo>
                      <a:pt x="54" y="119"/>
                    </a:moveTo>
                    <a:lnTo>
                      <a:pt x="1020" y="724"/>
                    </a:lnTo>
                    <a:lnTo>
                      <a:pt x="1020" y="724"/>
                    </a:ln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" name="" descr="90cc964e-c3f0-4e6b-8d43-f9736d6fbf2c"/>
              <p:cNvSpPr/>
              <p:nvPr/>
            </p:nvSpPr>
            <p:spPr>
              <a:xfrm>
                <a:off x="9973347" y="7152879"/>
                <a:ext cx="483" cy="6037"/>
              </a:xfrm>
              <a:custGeom>
                <a:gdLst>
                  <a:gd name="connsiteX0" fmla="*/ 54 w 483"/>
                  <a:gd name="connsiteY0" fmla="*/ 119 h 6037"/>
                  <a:gd name="connsiteX1" fmla="*/ 54 w 483"/>
                  <a:gd name="connsiteY1" fmla="*/ 119 h 6037"/>
                  <a:gd name="connsiteX2" fmla="*/ 538 w 483"/>
                  <a:gd name="connsiteY2" fmla="*/ 119 h 603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2" h="6037">
                    <a:moveTo>
                      <a:pt x="54" y="119"/>
                    </a:moveTo>
                    <a:lnTo>
                      <a:pt x="54" y="119"/>
                    </a:lnTo>
                    <a:lnTo>
                      <a:pt x="538" y="119"/>
                    </a:ln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99" name="" descr="301c5282-3e1e-4185-ac3b-a285caa87c93"/>
            <p:cNvGrpSpPr/>
            <p:nvPr/>
          </p:nvGrpSpPr>
          <p:grpSpPr>
            <a:xfrm>
              <a:off x="782916" y="4811732"/>
              <a:ext cx="2448208" cy="2223103"/>
              <a:chOff x="769481" y="5321644"/>
              <a:chExt cx="2448208" cy="2223103"/>
            </a:xfrm>
          </p:grpSpPr>
          <p:sp>
            <p:nvSpPr>
              <p:cNvPr id="106" name="" descr="a044f006-3e9a-40cd-8a3a-a5aafb0fb85b"/>
              <p:cNvSpPr/>
              <p:nvPr/>
            </p:nvSpPr>
            <p:spPr>
              <a:xfrm>
                <a:off x="1183049" y="6385534"/>
                <a:ext cx="1396242" cy="1159213"/>
              </a:xfrm>
              <a:custGeom>
                <a:gdLst>
                  <a:gd name="connsiteX0" fmla="*/ 1009099 w 1396242"/>
                  <a:gd name="connsiteY0" fmla="*/ 22929 h 1159213"/>
                  <a:gd name="connsiteX1" fmla="*/ 883640 w 1396242"/>
                  <a:gd name="connsiteY1" fmla="*/ 530 h 1159213"/>
                  <a:gd name="connsiteX2" fmla="*/ 710908 w 1396242"/>
                  <a:gd name="connsiteY2" fmla="*/ 23532 h 1159213"/>
                  <a:gd name="connsiteX3" fmla="*/ 620346 w 1396242"/>
                  <a:gd name="connsiteY3" fmla="*/ 59757 h 1159213"/>
                  <a:gd name="connsiteX4" fmla="*/ 526885 w 1396242"/>
                  <a:gd name="connsiteY4" fmla="*/ 115000 h 1159213"/>
                  <a:gd name="connsiteX5" fmla="*/ 443025 w 1396242"/>
                  <a:gd name="connsiteY5" fmla="*/ 183405 h 1159213"/>
                  <a:gd name="connsiteX6" fmla="*/ 371420 w 1396242"/>
                  <a:gd name="connsiteY6" fmla="*/ 263764 h 1159213"/>
                  <a:gd name="connsiteX7" fmla="*/ 273552 w 1396242"/>
                  <a:gd name="connsiteY7" fmla="*/ 443681 h 1159213"/>
                  <a:gd name="connsiteX8" fmla="*/ 258459 w 1396242"/>
                  <a:gd name="connsiteY8" fmla="*/ 489143 h 1159213"/>
                  <a:gd name="connsiteX9" fmla="*/ 256527 w 1396242"/>
                  <a:gd name="connsiteY9" fmla="*/ 495181 h 1159213"/>
                  <a:gd name="connsiteX10" fmla="*/ 252965 w 1396242"/>
                  <a:gd name="connsiteY10" fmla="*/ 506471 h 1159213"/>
                  <a:gd name="connsiteX11" fmla="*/ 238716 w 1396242"/>
                  <a:gd name="connsiteY11" fmla="*/ 551269 h 1159213"/>
                  <a:gd name="connsiteX12" fmla="*/ 200257 w 1396242"/>
                  <a:gd name="connsiteY12" fmla="*/ 655234 h 1159213"/>
                  <a:gd name="connsiteX13" fmla="*/ 199533 w 1396242"/>
                  <a:gd name="connsiteY13" fmla="*/ 656865 h 1159213"/>
                  <a:gd name="connsiteX14" fmla="*/ 159142 w 1396242"/>
                  <a:gd name="connsiteY14" fmla="*/ 733360 h 1159213"/>
                  <a:gd name="connsiteX15" fmla="*/ 110359 w 1396242"/>
                  <a:gd name="connsiteY15" fmla="*/ 802610 h 1159213"/>
                  <a:gd name="connsiteX16" fmla="*/ 28189 w 1396242"/>
                  <a:gd name="connsiteY16" fmla="*/ 884840 h 1159213"/>
                  <a:gd name="connsiteX17" fmla="*/ 27465 w 1396242"/>
                  <a:gd name="connsiteY17" fmla="*/ 885867 h 1159213"/>
                  <a:gd name="connsiteX18" fmla="*/ 27465 w 1396242"/>
                  <a:gd name="connsiteY18" fmla="*/ 885867 h 1159213"/>
                  <a:gd name="connsiteX19" fmla="*/ 54 w 1396242"/>
                  <a:gd name="connsiteY19" fmla="*/ 903617 h 1159213"/>
                  <a:gd name="connsiteX20" fmla="*/ 38453 w 1396242"/>
                  <a:gd name="connsiteY20" fmla="*/ 906153 h 1159213"/>
                  <a:gd name="connsiteX21" fmla="*/ 100820 w 1396242"/>
                  <a:gd name="connsiteY21" fmla="*/ 920522 h 1159213"/>
                  <a:gd name="connsiteX22" fmla="*/ 115672 w 1396242"/>
                  <a:gd name="connsiteY22" fmla="*/ 925654 h 1159213"/>
                  <a:gd name="connsiteX23" fmla="*/ 156606 w 1396242"/>
                  <a:gd name="connsiteY23" fmla="*/ 942619 h 1159213"/>
                  <a:gd name="connsiteX24" fmla="*/ 179187 w 1396242"/>
                  <a:gd name="connsiteY24" fmla="*/ 953607 h 1159213"/>
                  <a:gd name="connsiteX25" fmla="*/ 202733 w 1396242"/>
                  <a:gd name="connsiteY25" fmla="*/ 965682 h 1159213"/>
                  <a:gd name="connsiteX26" fmla="*/ 276813 w 1396242"/>
                  <a:gd name="connsiteY26" fmla="*/ 1005288 h 1159213"/>
                  <a:gd name="connsiteX27" fmla="*/ 282126 w 1396242"/>
                  <a:gd name="connsiteY27" fmla="*/ 1008186 h 1159213"/>
                  <a:gd name="connsiteX28" fmla="*/ 298910 w 1396242"/>
                  <a:gd name="connsiteY28" fmla="*/ 1017363 h 1159213"/>
                  <a:gd name="connsiteX29" fmla="*/ 359285 w 1396242"/>
                  <a:gd name="connsiteY29" fmla="*/ 1049603 h 1159213"/>
                  <a:gd name="connsiteX30" fmla="*/ 421712 w 1396242"/>
                  <a:gd name="connsiteY30" fmla="*/ 1076530 h 1159213"/>
                  <a:gd name="connsiteX31" fmla="*/ 527489 w 1396242"/>
                  <a:gd name="connsiteY31" fmla="*/ 1115231 h 1159213"/>
                  <a:gd name="connsiteX32" fmla="*/ 575065 w 1396242"/>
                  <a:gd name="connsiteY32" fmla="*/ 1129479 h 1159213"/>
                  <a:gd name="connsiteX33" fmla="*/ 805334 w 1396242"/>
                  <a:gd name="connsiteY33" fmla="*/ 1159123 h 1159213"/>
                  <a:gd name="connsiteX34" fmla="*/ 994368 w 1396242"/>
                  <a:gd name="connsiteY34" fmla="*/ 1128030 h 1159213"/>
                  <a:gd name="connsiteX35" fmla="*/ 1165772 w 1396242"/>
                  <a:gd name="connsiteY35" fmla="*/ 1047913 h 1159213"/>
                  <a:gd name="connsiteX36" fmla="*/ 1239731 w 1396242"/>
                  <a:gd name="connsiteY36" fmla="*/ 989047 h 1159213"/>
                  <a:gd name="connsiteX37" fmla="*/ 1302038 w 1396242"/>
                  <a:gd name="connsiteY37" fmla="*/ 917865 h 1159213"/>
                  <a:gd name="connsiteX38" fmla="*/ 1349070 w 1396242"/>
                  <a:gd name="connsiteY38" fmla="*/ 836963 h 1159213"/>
                  <a:gd name="connsiteX39" fmla="*/ 1381009 w 1396242"/>
                  <a:gd name="connsiteY39" fmla="*/ 742356 h 1159213"/>
                  <a:gd name="connsiteX40" fmla="*/ 1395136 w 1396242"/>
                  <a:gd name="connsiteY40" fmla="*/ 561231 h 1159213"/>
                  <a:gd name="connsiteX41" fmla="*/ 1288454 w 1396242"/>
                  <a:gd name="connsiteY41" fmla="*/ 240459 h 1159213"/>
                  <a:gd name="connsiteX42" fmla="*/ 1180443 w 1396242"/>
                  <a:gd name="connsiteY42" fmla="*/ 118864 h 1159213"/>
                  <a:gd name="connsiteX43" fmla="*/ 1114031 w 1396242"/>
                  <a:gd name="connsiteY43" fmla="*/ 71289 h 1159213"/>
                  <a:gd name="connsiteX44" fmla="*/ 1041581 w 1396242"/>
                  <a:gd name="connsiteY44" fmla="*/ 35064 h 1159213"/>
                  <a:gd name="connsiteX45" fmla="*/ 1009160 w 1396242"/>
                  <a:gd name="connsiteY45" fmla="*/ 22989 h 115921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396242" h="1159213">
                    <a:moveTo>
                      <a:pt x="1009099" y="22929"/>
                    </a:moveTo>
                    <a:cubicBezTo>
                      <a:pt x="968473" y="9887"/>
                      <a:pt x="926277" y="2341"/>
                      <a:pt x="883640" y="530"/>
                    </a:cubicBezTo>
                    <a:cubicBezTo>
                      <a:pt x="825167" y="-1825"/>
                      <a:pt x="766731" y="5964"/>
                      <a:pt x="710908" y="23532"/>
                    </a:cubicBezTo>
                    <a:cubicBezTo>
                      <a:pt x="679839" y="33313"/>
                      <a:pt x="649567" y="45388"/>
                      <a:pt x="620346" y="59757"/>
                    </a:cubicBezTo>
                    <a:cubicBezTo>
                      <a:pt x="587828" y="75757"/>
                      <a:pt x="556584" y="94232"/>
                      <a:pt x="526885" y="115000"/>
                    </a:cubicBezTo>
                    <a:cubicBezTo>
                      <a:pt x="497265" y="135649"/>
                      <a:pt x="469233" y="158530"/>
                      <a:pt x="443025" y="183405"/>
                    </a:cubicBezTo>
                    <a:cubicBezTo>
                      <a:pt x="417118" y="208280"/>
                      <a:pt x="393179" y="235146"/>
                      <a:pt x="371420" y="263764"/>
                    </a:cubicBezTo>
                    <a:cubicBezTo>
                      <a:pt x="329912" y="318464"/>
                      <a:pt x="296918" y="379140"/>
                      <a:pt x="273552" y="443681"/>
                    </a:cubicBezTo>
                    <a:cubicBezTo>
                      <a:pt x="267998" y="458835"/>
                      <a:pt x="263168" y="474231"/>
                      <a:pt x="258459" y="489143"/>
                    </a:cubicBezTo>
                    <a:lnTo>
                      <a:pt x="256527" y="495181"/>
                    </a:lnTo>
                    <a:lnTo>
                      <a:pt x="252965" y="506471"/>
                    </a:lnTo>
                    <a:cubicBezTo>
                      <a:pt x="248255" y="521444"/>
                      <a:pt x="243546" y="536658"/>
                      <a:pt x="238716" y="551269"/>
                    </a:cubicBezTo>
                    <a:cubicBezTo>
                      <a:pt x="227704" y="586588"/>
                      <a:pt x="214868" y="621243"/>
                      <a:pt x="200257" y="655234"/>
                    </a:cubicBezTo>
                    <a:lnTo>
                      <a:pt x="199533" y="656865"/>
                    </a:lnTo>
                    <a:cubicBezTo>
                      <a:pt x="187808" y="683248"/>
                      <a:pt x="174308" y="708787"/>
                      <a:pt x="159142" y="733360"/>
                    </a:cubicBezTo>
                    <a:cubicBezTo>
                      <a:pt x="144266" y="757389"/>
                      <a:pt x="127977" y="780512"/>
                      <a:pt x="110359" y="802610"/>
                    </a:cubicBezTo>
                    <a:cubicBezTo>
                      <a:pt x="86511" y="833340"/>
                      <a:pt x="58908" y="860992"/>
                      <a:pt x="28189" y="884840"/>
                    </a:cubicBezTo>
                    <a:lnTo>
                      <a:pt x="27465" y="885867"/>
                    </a:lnTo>
                    <a:lnTo>
                      <a:pt x="27465" y="885867"/>
                    </a:lnTo>
                    <a:cubicBezTo>
                      <a:pt x="18529" y="891904"/>
                      <a:pt x="9352" y="897942"/>
                      <a:pt x="54" y="903617"/>
                    </a:cubicBezTo>
                    <a:cubicBezTo>
                      <a:pt x="12896" y="903677"/>
                      <a:pt x="25714" y="904522"/>
                      <a:pt x="38453" y="906153"/>
                    </a:cubicBezTo>
                    <a:cubicBezTo>
                      <a:pt x="59626" y="909111"/>
                      <a:pt x="80498" y="913881"/>
                      <a:pt x="100820" y="920522"/>
                    </a:cubicBezTo>
                    <a:cubicBezTo>
                      <a:pt x="105771" y="922092"/>
                      <a:pt x="110722" y="923842"/>
                      <a:pt x="115672" y="925654"/>
                    </a:cubicBezTo>
                    <a:cubicBezTo>
                      <a:pt x="129921" y="930846"/>
                      <a:pt x="143747" y="936521"/>
                      <a:pt x="156606" y="942619"/>
                    </a:cubicBezTo>
                    <a:cubicBezTo>
                      <a:pt x="164214" y="946121"/>
                      <a:pt x="171700" y="949864"/>
                      <a:pt x="179187" y="953607"/>
                    </a:cubicBezTo>
                    <a:lnTo>
                      <a:pt x="202733" y="965682"/>
                    </a:lnTo>
                    <a:cubicBezTo>
                      <a:pt x="227547" y="978542"/>
                      <a:pt x="252602" y="992126"/>
                      <a:pt x="276813" y="1005288"/>
                    </a:cubicBezTo>
                    <a:lnTo>
                      <a:pt x="282126" y="1008186"/>
                    </a:lnTo>
                    <a:lnTo>
                      <a:pt x="298910" y="1017363"/>
                    </a:lnTo>
                    <a:cubicBezTo>
                      <a:pt x="318954" y="1028170"/>
                      <a:pt x="338999" y="1038977"/>
                      <a:pt x="359285" y="1049603"/>
                    </a:cubicBezTo>
                    <a:cubicBezTo>
                      <a:pt x="380174" y="1058478"/>
                      <a:pt x="401004" y="1067293"/>
                      <a:pt x="421712" y="1076530"/>
                    </a:cubicBezTo>
                    <a:cubicBezTo>
                      <a:pt x="460171" y="1091987"/>
                      <a:pt x="494766" y="1104665"/>
                      <a:pt x="527489" y="1115231"/>
                    </a:cubicBezTo>
                    <a:cubicBezTo>
                      <a:pt x="543066" y="1120242"/>
                      <a:pt x="559065" y="1125072"/>
                      <a:pt x="575065" y="1129479"/>
                    </a:cubicBezTo>
                    <a:cubicBezTo>
                      <a:pt x="649881" y="1150972"/>
                      <a:pt x="727517" y="1160934"/>
                      <a:pt x="805334" y="1159123"/>
                    </a:cubicBezTo>
                    <a:cubicBezTo>
                      <a:pt x="869440" y="1157131"/>
                      <a:pt x="932997" y="1146625"/>
                      <a:pt x="994368" y="1128030"/>
                    </a:cubicBezTo>
                    <a:cubicBezTo>
                      <a:pt x="1055141" y="1109918"/>
                      <a:pt x="1112902" y="1082930"/>
                      <a:pt x="1165772" y="1047913"/>
                    </a:cubicBezTo>
                    <a:cubicBezTo>
                      <a:pt x="1192023" y="1030404"/>
                      <a:pt x="1216759" y="1010722"/>
                      <a:pt x="1239731" y="989047"/>
                    </a:cubicBezTo>
                    <a:cubicBezTo>
                      <a:pt x="1262619" y="967252"/>
                      <a:pt x="1283473" y="943464"/>
                      <a:pt x="1302038" y="917865"/>
                    </a:cubicBezTo>
                    <a:cubicBezTo>
                      <a:pt x="1320471" y="892568"/>
                      <a:pt x="1336229" y="865460"/>
                      <a:pt x="1349070" y="836963"/>
                    </a:cubicBezTo>
                    <a:cubicBezTo>
                      <a:pt x="1362926" y="806595"/>
                      <a:pt x="1373631" y="774898"/>
                      <a:pt x="1381009" y="742356"/>
                    </a:cubicBezTo>
                    <a:cubicBezTo>
                      <a:pt x="1393971" y="682887"/>
                      <a:pt x="1398729" y="621968"/>
                      <a:pt x="1395136" y="561231"/>
                    </a:cubicBezTo>
                    <a:cubicBezTo>
                      <a:pt x="1388640" y="446761"/>
                      <a:pt x="1351823" y="336032"/>
                      <a:pt x="1288454" y="240459"/>
                    </a:cubicBezTo>
                    <a:cubicBezTo>
                      <a:pt x="1258333" y="195057"/>
                      <a:pt x="1221969" y="154123"/>
                      <a:pt x="1180443" y="118864"/>
                    </a:cubicBezTo>
                    <a:cubicBezTo>
                      <a:pt x="1159554" y="101355"/>
                      <a:pt x="1137348" y="85416"/>
                      <a:pt x="1114031" y="71289"/>
                    </a:cubicBezTo>
                    <a:cubicBezTo>
                      <a:pt x="1090865" y="57343"/>
                      <a:pt x="1066643" y="45207"/>
                      <a:pt x="1041581" y="35064"/>
                    </a:cubicBezTo>
                    <a:cubicBezTo>
                      <a:pt x="1030533" y="30596"/>
                      <a:pt x="1019605" y="26611"/>
                      <a:pt x="1009160" y="22989"/>
                    </a:cubicBezTo>
                  </a:path>
                </a:pathLst>
              </a:custGeom>
              <a:solidFill>
                <a:srgbClr val="B2B67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" name="" descr="135c90ad-1449-4a0d-bd8f-c585145c3aec"/>
              <p:cNvSpPr/>
              <p:nvPr/>
            </p:nvSpPr>
            <p:spPr>
              <a:xfrm>
                <a:off x="1270814" y="6789586"/>
                <a:ext cx="1166528" cy="669572"/>
              </a:xfrm>
              <a:custGeom>
                <a:gdLst>
                  <a:gd name="connsiteX0" fmla="*/ 1155892 w 1166528"/>
                  <a:gd name="connsiteY0" fmla="*/ 95174 h 669572"/>
                  <a:gd name="connsiteX1" fmla="*/ 1154805 w 1166528"/>
                  <a:gd name="connsiteY1" fmla="*/ 95174 h 669572"/>
                  <a:gd name="connsiteX2" fmla="*/ 841580 w 1166528"/>
                  <a:gd name="connsiteY2" fmla="*/ 100245 h 669572"/>
                  <a:gd name="connsiteX3" fmla="*/ 840976 w 1166528"/>
                  <a:gd name="connsiteY3" fmla="*/ 98555 h 669572"/>
                  <a:gd name="connsiteX4" fmla="*/ 834516 w 1166528"/>
                  <a:gd name="connsiteY4" fmla="*/ 82616 h 669572"/>
                  <a:gd name="connsiteX5" fmla="*/ 830350 w 1166528"/>
                  <a:gd name="connsiteY5" fmla="*/ 78390 h 669572"/>
                  <a:gd name="connsiteX6" fmla="*/ 828117 w 1166528"/>
                  <a:gd name="connsiteY6" fmla="*/ 77424 h 669572"/>
                  <a:gd name="connsiteX7" fmla="*/ 821475 w 1166528"/>
                  <a:gd name="connsiteY7" fmla="*/ 77424 h 669572"/>
                  <a:gd name="connsiteX8" fmla="*/ 813204 w 1166528"/>
                  <a:gd name="connsiteY8" fmla="*/ 91612 h 669572"/>
                  <a:gd name="connsiteX9" fmla="*/ 816525 w 1166528"/>
                  <a:gd name="connsiteY9" fmla="*/ 107068 h 669572"/>
                  <a:gd name="connsiteX10" fmla="*/ 792375 w 1166528"/>
                  <a:gd name="connsiteY10" fmla="*/ 114373 h 669572"/>
                  <a:gd name="connsiteX11" fmla="*/ 704650 w 1166528"/>
                  <a:gd name="connsiteY11" fmla="*/ 147700 h 669572"/>
                  <a:gd name="connsiteX12" fmla="*/ 659308 w 1166528"/>
                  <a:gd name="connsiteY12" fmla="*/ 169012 h 669572"/>
                  <a:gd name="connsiteX13" fmla="*/ 643611 w 1166528"/>
                  <a:gd name="connsiteY13" fmla="*/ 154764 h 669572"/>
                  <a:gd name="connsiteX14" fmla="*/ 624050 w 1166528"/>
                  <a:gd name="connsiteY14" fmla="*/ 138403 h 669572"/>
                  <a:gd name="connsiteX15" fmla="*/ 585953 w 1166528"/>
                  <a:gd name="connsiteY15" fmla="*/ 110992 h 669572"/>
                  <a:gd name="connsiteX16" fmla="*/ 501790 w 1166528"/>
                  <a:gd name="connsiteY16" fmla="*/ 64684 h 669572"/>
                  <a:gd name="connsiteX17" fmla="*/ 457355 w 1166528"/>
                  <a:gd name="connsiteY17" fmla="*/ 45968 h 669572"/>
                  <a:gd name="connsiteX18" fmla="*/ 411832 w 1166528"/>
                  <a:gd name="connsiteY18" fmla="*/ 30029 h 669572"/>
                  <a:gd name="connsiteX19" fmla="*/ 410383 w 1166528"/>
                  <a:gd name="connsiteY19" fmla="*/ 29546 h 669572"/>
                  <a:gd name="connsiteX20" fmla="*/ 365887 w 1166528"/>
                  <a:gd name="connsiteY20" fmla="*/ 16687 h 669572"/>
                  <a:gd name="connsiteX21" fmla="*/ 320304 w 1166528"/>
                  <a:gd name="connsiteY21" fmla="*/ 5397 h 669572"/>
                  <a:gd name="connsiteX22" fmla="*/ 296999 w 1166528"/>
                  <a:gd name="connsiteY22" fmla="*/ 265 h 669572"/>
                  <a:gd name="connsiteX23" fmla="*/ 292592 w 1166528"/>
                  <a:gd name="connsiteY23" fmla="*/ 2559 h 669572"/>
                  <a:gd name="connsiteX24" fmla="*/ 294886 w 1166528"/>
                  <a:gd name="connsiteY24" fmla="*/ 6906 h 669572"/>
                  <a:gd name="connsiteX25" fmla="*/ 477761 w 1166528"/>
                  <a:gd name="connsiteY25" fmla="*/ 69152 h 669572"/>
                  <a:gd name="connsiteX26" fmla="*/ 601832 w 1166528"/>
                  <a:gd name="connsiteY26" fmla="*/ 147639 h 669572"/>
                  <a:gd name="connsiteX27" fmla="*/ 621936 w 1166528"/>
                  <a:gd name="connsiteY27" fmla="*/ 166175 h 669572"/>
                  <a:gd name="connsiteX28" fmla="*/ 636004 w 1166528"/>
                  <a:gd name="connsiteY28" fmla="*/ 180966 h 669572"/>
                  <a:gd name="connsiteX29" fmla="*/ 623023 w 1166528"/>
                  <a:gd name="connsiteY29" fmla="*/ 187849 h 669572"/>
                  <a:gd name="connsiteX30" fmla="*/ 546830 w 1166528"/>
                  <a:gd name="connsiteY30" fmla="*/ 235666 h 669572"/>
                  <a:gd name="connsiteX31" fmla="*/ 471724 w 1166528"/>
                  <a:gd name="connsiteY31" fmla="*/ 289641 h 669572"/>
                  <a:gd name="connsiteX32" fmla="*/ 423424 w 1166528"/>
                  <a:gd name="connsiteY32" fmla="*/ 320252 h 669572"/>
                  <a:gd name="connsiteX33" fmla="*/ 373252 w 1166528"/>
                  <a:gd name="connsiteY33" fmla="*/ 290064 h 669572"/>
                  <a:gd name="connsiteX34" fmla="*/ 312576 w 1166528"/>
                  <a:gd name="connsiteY34" fmla="*/ 263499 h 669572"/>
                  <a:gd name="connsiteX35" fmla="*/ 293135 w 1166528"/>
                  <a:gd name="connsiteY35" fmla="*/ 256858 h 669572"/>
                  <a:gd name="connsiteX36" fmla="*/ 183977 w 1166528"/>
                  <a:gd name="connsiteY36" fmla="*/ 234278 h 669572"/>
                  <a:gd name="connsiteX37" fmla="*/ 180959 w 1166528"/>
                  <a:gd name="connsiteY37" fmla="*/ 236994 h 669572"/>
                  <a:gd name="connsiteX38" fmla="*/ 183736 w 1166528"/>
                  <a:gd name="connsiteY38" fmla="*/ 240013 h 669572"/>
                  <a:gd name="connsiteX39" fmla="*/ 215795 w 1166528"/>
                  <a:gd name="connsiteY39" fmla="*/ 244420 h 669572"/>
                  <a:gd name="connsiteX40" fmla="*/ 215795 w 1166528"/>
                  <a:gd name="connsiteY40" fmla="*/ 244420 h 669572"/>
                  <a:gd name="connsiteX41" fmla="*/ 326281 w 1166528"/>
                  <a:gd name="connsiteY41" fmla="*/ 280645 h 669572"/>
                  <a:gd name="connsiteX42" fmla="*/ 325677 w 1166528"/>
                  <a:gd name="connsiteY42" fmla="*/ 280645 h 669572"/>
                  <a:gd name="connsiteX43" fmla="*/ 373977 w 1166528"/>
                  <a:gd name="connsiteY43" fmla="*/ 307210 h 669572"/>
                  <a:gd name="connsiteX44" fmla="*/ 406881 w 1166528"/>
                  <a:gd name="connsiteY44" fmla="*/ 330032 h 669572"/>
                  <a:gd name="connsiteX45" fmla="*/ 386957 w 1166528"/>
                  <a:gd name="connsiteY45" fmla="*/ 341383 h 669572"/>
                  <a:gd name="connsiteX46" fmla="*/ 299474 w 1166528"/>
                  <a:gd name="connsiteY46" fmla="*/ 382921 h 669572"/>
                  <a:gd name="connsiteX47" fmla="*/ 224066 w 1166528"/>
                  <a:gd name="connsiteY47" fmla="*/ 410935 h 669572"/>
                  <a:gd name="connsiteX48" fmla="*/ 212836 w 1166528"/>
                  <a:gd name="connsiteY48" fmla="*/ 406044 h 669572"/>
                  <a:gd name="connsiteX49" fmla="*/ 206799 w 1166528"/>
                  <a:gd name="connsiteY49" fmla="*/ 403871 h 669572"/>
                  <a:gd name="connsiteX50" fmla="*/ 197018 w 1166528"/>
                  <a:gd name="connsiteY50" fmla="*/ 400973 h 669572"/>
                  <a:gd name="connsiteX51" fmla="*/ 164778 w 1166528"/>
                  <a:gd name="connsiteY51" fmla="*/ 394935 h 669572"/>
                  <a:gd name="connsiteX52" fmla="*/ 131028 w 1166528"/>
                  <a:gd name="connsiteY52" fmla="*/ 392701 h 669572"/>
                  <a:gd name="connsiteX53" fmla="*/ 95287 w 1166528"/>
                  <a:gd name="connsiteY53" fmla="*/ 393184 h 669572"/>
                  <a:gd name="connsiteX54" fmla="*/ 92268 w 1166528"/>
                  <a:gd name="connsiteY54" fmla="*/ 395841 h 669572"/>
                  <a:gd name="connsiteX55" fmla="*/ 94973 w 1166528"/>
                  <a:gd name="connsiteY55" fmla="*/ 398920 h 669572"/>
                  <a:gd name="connsiteX56" fmla="*/ 94985 w 1166528"/>
                  <a:gd name="connsiteY56" fmla="*/ 398920 h 669572"/>
                  <a:gd name="connsiteX57" fmla="*/ 128614 w 1166528"/>
                  <a:gd name="connsiteY57" fmla="*/ 398920 h 669572"/>
                  <a:gd name="connsiteX58" fmla="*/ 161880 w 1166528"/>
                  <a:gd name="connsiteY58" fmla="*/ 402723 h 669572"/>
                  <a:gd name="connsiteX59" fmla="*/ 189834 w 1166528"/>
                  <a:gd name="connsiteY59" fmla="*/ 409545 h 669572"/>
                  <a:gd name="connsiteX60" fmla="*/ 207946 w 1166528"/>
                  <a:gd name="connsiteY60" fmla="*/ 416127 h 669572"/>
                  <a:gd name="connsiteX61" fmla="*/ 3215 w 1166528"/>
                  <a:gd name="connsiteY61" fmla="*/ 468049 h 669572"/>
                  <a:gd name="connsiteX62" fmla="*/ 196 w 1166528"/>
                  <a:gd name="connsiteY62" fmla="*/ 473241 h 669572"/>
                  <a:gd name="connsiteX63" fmla="*/ 5388 w 1166528"/>
                  <a:gd name="connsiteY63" fmla="*/ 476260 h 669572"/>
                  <a:gd name="connsiteX64" fmla="*/ 185124 w 1166528"/>
                  <a:gd name="connsiteY64" fmla="*/ 434480 h 669572"/>
                  <a:gd name="connsiteX65" fmla="*/ 201727 w 1166528"/>
                  <a:gd name="connsiteY65" fmla="*/ 429530 h 669572"/>
                  <a:gd name="connsiteX66" fmla="*/ 191826 w 1166528"/>
                  <a:gd name="connsiteY66" fmla="*/ 443537 h 669572"/>
                  <a:gd name="connsiteX67" fmla="*/ 147752 w 1166528"/>
                  <a:gd name="connsiteY67" fmla="*/ 488456 h 669572"/>
                  <a:gd name="connsiteX68" fmla="*/ 134953 w 1166528"/>
                  <a:gd name="connsiteY68" fmla="*/ 497693 h 669572"/>
                  <a:gd name="connsiteX69" fmla="*/ 133926 w 1166528"/>
                  <a:gd name="connsiteY69" fmla="*/ 501617 h 669572"/>
                  <a:gd name="connsiteX70" fmla="*/ 137797 w 1166528"/>
                  <a:gd name="connsiteY70" fmla="*/ 502704 h 669572"/>
                  <a:gd name="connsiteX71" fmla="*/ 137851 w 1166528"/>
                  <a:gd name="connsiteY71" fmla="*/ 502644 h 669572"/>
                  <a:gd name="connsiteX72" fmla="*/ 183434 w 1166528"/>
                  <a:gd name="connsiteY72" fmla="*/ 465997 h 669572"/>
                  <a:gd name="connsiteX73" fmla="*/ 216882 w 1166528"/>
                  <a:gd name="connsiteY73" fmla="*/ 425002 h 669572"/>
                  <a:gd name="connsiteX74" fmla="*/ 223583 w 1166528"/>
                  <a:gd name="connsiteY74" fmla="*/ 423010 h 669572"/>
                  <a:gd name="connsiteX75" fmla="*/ 225938 w 1166528"/>
                  <a:gd name="connsiteY75" fmla="*/ 423010 h 669572"/>
                  <a:gd name="connsiteX76" fmla="*/ 228836 w 1166528"/>
                  <a:gd name="connsiteY76" fmla="*/ 421319 h 669572"/>
                  <a:gd name="connsiteX77" fmla="*/ 269408 w 1166528"/>
                  <a:gd name="connsiteY77" fmla="*/ 407735 h 669572"/>
                  <a:gd name="connsiteX78" fmla="*/ 351155 w 1166528"/>
                  <a:gd name="connsiteY78" fmla="*/ 374890 h 669572"/>
                  <a:gd name="connsiteX79" fmla="*/ 415575 w 1166528"/>
                  <a:gd name="connsiteY79" fmla="*/ 343496 h 669572"/>
                  <a:gd name="connsiteX80" fmla="*/ 408451 w 1166528"/>
                  <a:gd name="connsiteY80" fmla="*/ 360823 h 669572"/>
                  <a:gd name="connsiteX81" fmla="*/ 408451 w 1166528"/>
                  <a:gd name="connsiteY81" fmla="*/ 360401 h 669572"/>
                  <a:gd name="connsiteX82" fmla="*/ 407787 w 1166528"/>
                  <a:gd name="connsiteY82" fmla="*/ 362031 h 669572"/>
                  <a:gd name="connsiteX83" fmla="*/ 407787 w 1166528"/>
                  <a:gd name="connsiteY83" fmla="*/ 362031 h 669572"/>
                  <a:gd name="connsiteX84" fmla="*/ 407787 w 1166528"/>
                  <a:gd name="connsiteY84" fmla="*/ 362031 h 669572"/>
                  <a:gd name="connsiteX85" fmla="*/ 396497 w 1166528"/>
                  <a:gd name="connsiteY85" fmla="*/ 386664 h 669572"/>
                  <a:gd name="connsiteX86" fmla="*/ 381463 w 1166528"/>
                  <a:gd name="connsiteY86" fmla="*/ 414376 h 669572"/>
                  <a:gd name="connsiteX87" fmla="*/ 346325 w 1166528"/>
                  <a:gd name="connsiteY87" fmla="*/ 466238 h 669572"/>
                  <a:gd name="connsiteX88" fmla="*/ 273875 w 1166528"/>
                  <a:gd name="connsiteY88" fmla="*/ 540378 h 669572"/>
                  <a:gd name="connsiteX89" fmla="*/ 264517 w 1166528"/>
                  <a:gd name="connsiteY89" fmla="*/ 547321 h 669572"/>
                  <a:gd name="connsiteX90" fmla="*/ 262984 w 1166528"/>
                  <a:gd name="connsiteY90" fmla="*/ 551125 h 669572"/>
                  <a:gd name="connsiteX91" fmla="*/ 266781 w 1166528"/>
                  <a:gd name="connsiteY91" fmla="*/ 552634 h 669572"/>
                  <a:gd name="connsiteX92" fmla="*/ 267355 w 1166528"/>
                  <a:gd name="connsiteY92" fmla="*/ 552332 h 669572"/>
                  <a:gd name="connsiteX93" fmla="*/ 318855 w 1166528"/>
                  <a:gd name="connsiteY93" fmla="*/ 509224 h 669572"/>
                  <a:gd name="connsiteX94" fmla="*/ 368483 w 1166528"/>
                  <a:gd name="connsiteY94" fmla="*/ 453801 h 669572"/>
                  <a:gd name="connsiteX95" fmla="*/ 408753 w 1166528"/>
                  <a:gd name="connsiteY95" fmla="*/ 393426 h 669572"/>
                  <a:gd name="connsiteX96" fmla="*/ 425175 w 1166528"/>
                  <a:gd name="connsiteY96" fmla="*/ 361548 h 669572"/>
                  <a:gd name="connsiteX97" fmla="*/ 431756 w 1166528"/>
                  <a:gd name="connsiteY97" fmla="*/ 345066 h 669572"/>
                  <a:gd name="connsiteX98" fmla="*/ 435559 w 1166528"/>
                  <a:gd name="connsiteY98" fmla="*/ 332628 h 669572"/>
                  <a:gd name="connsiteX99" fmla="*/ 512115 w 1166528"/>
                  <a:gd name="connsiteY99" fmla="*/ 286200 h 669572"/>
                  <a:gd name="connsiteX100" fmla="*/ 549849 w 1166528"/>
                  <a:gd name="connsiteY100" fmla="*/ 261084 h 669572"/>
                  <a:gd name="connsiteX101" fmla="*/ 587945 w 1166528"/>
                  <a:gd name="connsiteY101" fmla="*/ 237961 h 669572"/>
                  <a:gd name="connsiteX102" fmla="*/ 646750 w 1166528"/>
                  <a:gd name="connsiteY102" fmla="*/ 206565 h 669572"/>
                  <a:gd name="connsiteX103" fmla="*/ 646750 w 1166528"/>
                  <a:gd name="connsiteY103" fmla="*/ 238081 h 669572"/>
                  <a:gd name="connsiteX104" fmla="*/ 642705 w 1166528"/>
                  <a:gd name="connsiteY104" fmla="*/ 288796 h 669572"/>
                  <a:gd name="connsiteX105" fmla="*/ 637573 w 1166528"/>
                  <a:gd name="connsiteY105" fmla="*/ 317897 h 669572"/>
                  <a:gd name="connsiteX106" fmla="*/ 629664 w 1166528"/>
                  <a:gd name="connsiteY106" fmla="*/ 349292 h 669572"/>
                  <a:gd name="connsiteX107" fmla="*/ 608473 w 1166528"/>
                  <a:gd name="connsiteY107" fmla="*/ 408701 h 669572"/>
                  <a:gd name="connsiteX108" fmla="*/ 567056 w 1166528"/>
                  <a:gd name="connsiteY108" fmla="*/ 490629 h 669572"/>
                  <a:gd name="connsiteX109" fmla="*/ 514469 w 1166528"/>
                  <a:gd name="connsiteY109" fmla="*/ 567970 h 669572"/>
                  <a:gd name="connsiteX110" fmla="*/ 515073 w 1166528"/>
                  <a:gd name="connsiteY110" fmla="*/ 567305 h 669572"/>
                  <a:gd name="connsiteX111" fmla="*/ 467799 w 1166528"/>
                  <a:gd name="connsiteY111" fmla="*/ 623333 h 669572"/>
                  <a:gd name="connsiteX112" fmla="*/ 467799 w 1166528"/>
                  <a:gd name="connsiteY112" fmla="*/ 627560 h 669572"/>
                  <a:gd name="connsiteX113" fmla="*/ 472026 w 1166528"/>
                  <a:gd name="connsiteY113" fmla="*/ 627560 h 669572"/>
                  <a:gd name="connsiteX114" fmla="*/ 530770 w 1166528"/>
                  <a:gd name="connsiteY114" fmla="*/ 557947 h 669572"/>
                  <a:gd name="connsiteX115" fmla="*/ 584745 w 1166528"/>
                  <a:gd name="connsiteY115" fmla="*/ 478494 h 669572"/>
                  <a:gd name="connsiteX116" fmla="*/ 627793 w 1166528"/>
                  <a:gd name="connsiteY116" fmla="*/ 392822 h 669572"/>
                  <a:gd name="connsiteX117" fmla="*/ 657558 w 1166528"/>
                  <a:gd name="connsiteY117" fmla="*/ 302260 h 669572"/>
                  <a:gd name="connsiteX118" fmla="*/ 666916 w 1166528"/>
                  <a:gd name="connsiteY118" fmla="*/ 246051 h 669572"/>
                  <a:gd name="connsiteX119" fmla="*/ 668002 w 1166528"/>
                  <a:gd name="connsiteY119" fmla="*/ 217976 h 669572"/>
                  <a:gd name="connsiteX120" fmla="*/ 666795 w 1166528"/>
                  <a:gd name="connsiteY120" fmla="*/ 196604 h 669572"/>
                  <a:gd name="connsiteX121" fmla="*/ 667701 w 1166528"/>
                  <a:gd name="connsiteY121" fmla="*/ 196181 h 669572"/>
                  <a:gd name="connsiteX122" fmla="*/ 709963 w 1166528"/>
                  <a:gd name="connsiteY122" fmla="*/ 177043 h 669572"/>
                  <a:gd name="connsiteX123" fmla="*/ 823528 w 1166528"/>
                  <a:gd name="connsiteY123" fmla="*/ 138342 h 669572"/>
                  <a:gd name="connsiteX124" fmla="*/ 830471 w 1166528"/>
                  <a:gd name="connsiteY124" fmla="*/ 169676 h 669572"/>
                  <a:gd name="connsiteX125" fmla="*/ 844116 w 1166528"/>
                  <a:gd name="connsiteY125" fmla="*/ 250760 h 669572"/>
                  <a:gd name="connsiteX126" fmla="*/ 848885 w 1166528"/>
                  <a:gd name="connsiteY126" fmla="*/ 297973 h 669572"/>
                  <a:gd name="connsiteX127" fmla="*/ 851361 w 1166528"/>
                  <a:gd name="connsiteY127" fmla="*/ 348507 h 669572"/>
                  <a:gd name="connsiteX128" fmla="*/ 845323 w 1166528"/>
                  <a:gd name="connsiteY128" fmla="*/ 447945 h 669572"/>
                  <a:gd name="connsiteX129" fmla="*/ 845323 w 1166528"/>
                  <a:gd name="connsiteY129" fmla="*/ 447340 h 669572"/>
                  <a:gd name="connsiteX130" fmla="*/ 805355 w 1166528"/>
                  <a:gd name="connsiteY130" fmla="*/ 597795 h 669572"/>
                  <a:gd name="connsiteX131" fmla="*/ 805355 w 1166528"/>
                  <a:gd name="connsiteY131" fmla="*/ 597795 h 669572"/>
                  <a:gd name="connsiteX132" fmla="*/ 805355 w 1166528"/>
                  <a:gd name="connsiteY132" fmla="*/ 597795 h 669572"/>
                  <a:gd name="connsiteX133" fmla="*/ 805053 w 1166528"/>
                  <a:gd name="connsiteY133" fmla="*/ 598519 h 669572"/>
                  <a:gd name="connsiteX134" fmla="*/ 805355 w 1166528"/>
                  <a:gd name="connsiteY134" fmla="*/ 597855 h 669572"/>
                  <a:gd name="connsiteX135" fmla="*/ 804993 w 1166528"/>
                  <a:gd name="connsiteY135" fmla="*/ 598700 h 669572"/>
                  <a:gd name="connsiteX136" fmla="*/ 804993 w 1166528"/>
                  <a:gd name="connsiteY136" fmla="*/ 598700 h 669572"/>
                  <a:gd name="connsiteX137" fmla="*/ 771304 w 1166528"/>
                  <a:gd name="connsiteY137" fmla="*/ 664086 h 669572"/>
                  <a:gd name="connsiteX138" fmla="*/ 772662 w 1166528"/>
                  <a:gd name="connsiteY138" fmla="*/ 669218 h 669572"/>
                  <a:gd name="connsiteX139" fmla="*/ 772692 w 1166528"/>
                  <a:gd name="connsiteY139" fmla="*/ 669218 h 669572"/>
                  <a:gd name="connsiteX140" fmla="*/ 777764 w 1166528"/>
                  <a:gd name="connsiteY140" fmla="*/ 667890 h 669572"/>
                  <a:gd name="connsiteX141" fmla="*/ 818034 w 1166528"/>
                  <a:gd name="connsiteY141" fmla="*/ 589402 h 669572"/>
                  <a:gd name="connsiteX142" fmla="*/ 846591 w 1166528"/>
                  <a:gd name="connsiteY142" fmla="*/ 503127 h 669572"/>
                  <a:gd name="connsiteX143" fmla="*/ 863255 w 1166528"/>
                  <a:gd name="connsiteY143" fmla="*/ 412082 h 669572"/>
                  <a:gd name="connsiteX144" fmla="*/ 867964 w 1166528"/>
                  <a:gd name="connsiteY144" fmla="*/ 365472 h 669572"/>
                  <a:gd name="connsiteX145" fmla="*/ 869594 w 1166528"/>
                  <a:gd name="connsiteY145" fmla="*/ 343013 h 669572"/>
                  <a:gd name="connsiteX146" fmla="*/ 870500 w 1166528"/>
                  <a:gd name="connsiteY146" fmla="*/ 318863 h 669572"/>
                  <a:gd name="connsiteX147" fmla="*/ 869715 w 1166528"/>
                  <a:gd name="connsiteY147" fmla="*/ 259152 h 669572"/>
                  <a:gd name="connsiteX148" fmla="*/ 863677 w 1166528"/>
                  <a:gd name="connsiteY148" fmla="*/ 196785 h 669572"/>
                  <a:gd name="connsiteX149" fmla="*/ 852870 w 1166528"/>
                  <a:gd name="connsiteY149" fmla="*/ 139670 h 669572"/>
                  <a:gd name="connsiteX150" fmla="*/ 850697 w 1166528"/>
                  <a:gd name="connsiteY150" fmla="*/ 131580 h 669572"/>
                  <a:gd name="connsiteX151" fmla="*/ 926407 w 1166528"/>
                  <a:gd name="connsiteY151" fmla="*/ 117512 h 669572"/>
                  <a:gd name="connsiteX152" fmla="*/ 1089419 w 1166528"/>
                  <a:gd name="connsiteY152" fmla="*/ 117512 h 669572"/>
                  <a:gd name="connsiteX153" fmla="*/ 1145205 w 1166528"/>
                  <a:gd name="connsiteY153" fmla="*/ 128441 h 669572"/>
                  <a:gd name="connsiteX154" fmla="*/ 1166083 w 1166528"/>
                  <a:gd name="connsiteY154" fmla="*/ 115762 h 669572"/>
                  <a:gd name="connsiteX155" fmla="*/ 1155469 w 1166528"/>
                  <a:gd name="connsiteY155" fmla="*/ 95537 h 66957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</a:cxnLst>
                <a:rect l="l" t="t" r="r" b="b"/>
                <a:pathLst>
                  <a:path w="1166528" h="669572">
                    <a:moveTo>
                      <a:pt x="1155892" y="95174"/>
                    </a:moveTo>
                    <a:lnTo>
                      <a:pt x="1154805" y="95174"/>
                    </a:lnTo>
                    <a:cubicBezTo>
                      <a:pt x="1052168" y="69877"/>
                      <a:pt x="943976" y="74767"/>
                      <a:pt x="841580" y="100245"/>
                    </a:cubicBezTo>
                    <a:cubicBezTo>
                      <a:pt x="841580" y="99702"/>
                      <a:pt x="841218" y="99098"/>
                      <a:pt x="840976" y="98555"/>
                    </a:cubicBezTo>
                    <a:cubicBezTo>
                      <a:pt x="839044" y="93121"/>
                      <a:pt x="836750" y="87869"/>
                      <a:pt x="834516" y="82616"/>
                    </a:cubicBezTo>
                    <a:cubicBezTo>
                      <a:pt x="833514" y="80865"/>
                      <a:pt x="832083" y="79416"/>
                      <a:pt x="830350" y="78390"/>
                    </a:cubicBezTo>
                    <a:cubicBezTo>
                      <a:pt x="829644" y="77967"/>
                      <a:pt x="828895" y="77665"/>
                      <a:pt x="828117" y="77424"/>
                    </a:cubicBezTo>
                    <a:cubicBezTo>
                      <a:pt x="825955" y="76759"/>
                      <a:pt x="823637" y="76759"/>
                      <a:pt x="821475" y="77424"/>
                    </a:cubicBezTo>
                    <a:cubicBezTo>
                      <a:pt x="815311" y="79114"/>
                      <a:pt x="811628" y="85393"/>
                      <a:pt x="813204" y="91612"/>
                    </a:cubicBezTo>
                    <a:cubicBezTo>
                      <a:pt x="814291" y="96804"/>
                      <a:pt x="815378" y="101936"/>
                      <a:pt x="816525" y="107068"/>
                    </a:cubicBezTo>
                    <a:cubicBezTo>
                      <a:pt x="808374" y="109422"/>
                      <a:pt x="800284" y="111837"/>
                      <a:pt x="792375" y="114373"/>
                    </a:cubicBezTo>
                    <a:cubicBezTo>
                      <a:pt x="762568" y="123912"/>
                      <a:pt x="733286" y="135082"/>
                      <a:pt x="704650" y="147700"/>
                    </a:cubicBezTo>
                    <a:cubicBezTo>
                      <a:pt x="689375" y="154402"/>
                      <a:pt x="674463" y="161586"/>
                      <a:pt x="659308" y="169012"/>
                    </a:cubicBezTo>
                    <a:cubicBezTo>
                      <a:pt x="654237" y="164122"/>
                      <a:pt x="648924" y="159413"/>
                      <a:pt x="643611" y="154764"/>
                    </a:cubicBezTo>
                    <a:cubicBezTo>
                      <a:pt x="637211" y="149149"/>
                      <a:pt x="630812" y="143655"/>
                      <a:pt x="624050" y="138403"/>
                    </a:cubicBezTo>
                    <a:cubicBezTo>
                      <a:pt x="611975" y="128682"/>
                      <a:pt x="599054" y="119505"/>
                      <a:pt x="585953" y="110992"/>
                    </a:cubicBezTo>
                    <a:cubicBezTo>
                      <a:pt x="559135" y="93423"/>
                      <a:pt x="530994" y="77907"/>
                      <a:pt x="501790" y="64684"/>
                    </a:cubicBezTo>
                    <a:cubicBezTo>
                      <a:pt x="487180" y="58043"/>
                      <a:pt x="472388" y="51583"/>
                      <a:pt x="457355" y="45968"/>
                    </a:cubicBezTo>
                    <a:cubicBezTo>
                      <a:pt x="442321" y="40354"/>
                      <a:pt x="427167" y="34980"/>
                      <a:pt x="411832" y="30029"/>
                    </a:cubicBezTo>
                    <a:lnTo>
                      <a:pt x="410383" y="29546"/>
                    </a:lnTo>
                    <a:cubicBezTo>
                      <a:pt x="395712" y="24777"/>
                      <a:pt x="380799" y="20672"/>
                      <a:pt x="365887" y="16687"/>
                    </a:cubicBezTo>
                    <a:cubicBezTo>
                      <a:pt x="350974" y="12702"/>
                      <a:pt x="335699" y="8898"/>
                      <a:pt x="320304" y="5397"/>
                    </a:cubicBezTo>
                    <a:cubicBezTo>
                      <a:pt x="312576" y="3585"/>
                      <a:pt x="304787" y="1895"/>
                      <a:pt x="296999" y="265"/>
                    </a:cubicBezTo>
                    <a:cubicBezTo>
                      <a:pt x="295152" y="-279"/>
                      <a:pt x="293195" y="748"/>
                      <a:pt x="292592" y="2559"/>
                    </a:cubicBezTo>
                    <a:cubicBezTo>
                      <a:pt x="292042" y="4370"/>
                      <a:pt x="293063" y="6302"/>
                      <a:pt x="294886" y="6906"/>
                    </a:cubicBezTo>
                    <a:cubicBezTo>
                      <a:pt x="358068" y="20430"/>
                      <a:pt x="419445" y="41319"/>
                      <a:pt x="477761" y="69152"/>
                    </a:cubicBezTo>
                    <a:cubicBezTo>
                      <a:pt x="522300" y="89921"/>
                      <a:pt x="564001" y="116305"/>
                      <a:pt x="601832" y="147639"/>
                    </a:cubicBezTo>
                    <a:cubicBezTo>
                      <a:pt x="608654" y="153677"/>
                      <a:pt x="615416" y="159714"/>
                      <a:pt x="621936" y="166175"/>
                    </a:cubicBezTo>
                    <a:cubicBezTo>
                      <a:pt x="626827" y="170945"/>
                      <a:pt x="631476" y="175956"/>
                      <a:pt x="636004" y="180966"/>
                    </a:cubicBezTo>
                    <a:cubicBezTo>
                      <a:pt x="631717" y="183321"/>
                      <a:pt x="627249" y="185434"/>
                      <a:pt x="623023" y="187849"/>
                    </a:cubicBezTo>
                    <a:cubicBezTo>
                      <a:pt x="596881" y="202581"/>
                      <a:pt x="571523" y="218701"/>
                      <a:pt x="546830" y="235666"/>
                    </a:cubicBezTo>
                    <a:cubicBezTo>
                      <a:pt x="522137" y="252631"/>
                      <a:pt x="497262" y="272374"/>
                      <a:pt x="471724" y="289641"/>
                    </a:cubicBezTo>
                    <a:cubicBezTo>
                      <a:pt x="455845" y="300388"/>
                      <a:pt x="439604" y="310471"/>
                      <a:pt x="423424" y="320252"/>
                    </a:cubicBezTo>
                    <a:cubicBezTo>
                      <a:pt x="407388" y="309082"/>
                      <a:pt x="390628" y="299000"/>
                      <a:pt x="373252" y="290064"/>
                    </a:cubicBezTo>
                    <a:cubicBezTo>
                      <a:pt x="353600" y="279981"/>
                      <a:pt x="333333" y="271106"/>
                      <a:pt x="312576" y="263499"/>
                    </a:cubicBezTo>
                    <a:cubicBezTo>
                      <a:pt x="306116" y="261144"/>
                      <a:pt x="299655" y="258971"/>
                      <a:pt x="293135" y="256858"/>
                    </a:cubicBezTo>
                    <a:cubicBezTo>
                      <a:pt x="257701" y="245326"/>
                      <a:pt x="221090" y="237719"/>
                      <a:pt x="183977" y="234278"/>
                    </a:cubicBezTo>
                    <a:cubicBezTo>
                      <a:pt x="182401" y="234217"/>
                      <a:pt x="181055" y="235425"/>
                      <a:pt x="180959" y="236994"/>
                    </a:cubicBezTo>
                    <a:cubicBezTo>
                      <a:pt x="180922" y="238564"/>
                      <a:pt x="182148" y="239892"/>
                      <a:pt x="183736" y="240013"/>
                    </a:cubicBezTo>
                    <a:cubicBezTo>
                      <a:pt x="194482" y="240979"/>
                      <a:pt x="205169" y="242489"/>
                      <a:pt x="215795" y="244420"/>
                    </a:cubicBezTo>
                    <a:lnTo>
                      <a:pt x="215795" y="244420"/>
                    </a:lnTo>
                    <a:cubicBezTo>
                      <a:pt x="254030" y="251666"/>
                      <a:pt x="291167" y="263861"/>
                      <a:pt x="326281" y="280645"/>
                    </a:cubicBezTo>
                    <a:lnTo>
                      <a:pt x="325677" y="280645"/>
                    </a:lnTo>
                    <a:cubicBezTo>
                      <a:pt x="342250" y="288615"/>
                      <a:pt x="358376" y="297490"/>
                      <a:pt x="373977" y="307210"/>
                    </a:cubicBezTo>
                    <a:cubicBezTo>
                      <a:pt x="385327" y="314275"/>
                      <a:pt x="396195" y="322002"/>
                      <a:pt x="406881" y="330032"/>
                    </a:cubicBezTo>
                    <a:cubicBezTo>
                      <a:pt x="400240" y="333775"/>
                      <a:pt x="393719" y="337760"/>
                      <a:pt x="386957" y="341383"/>
                    </a:cubicBezTo>
                    <a:cubicBezTo>
                      <a:pt x="358551" y="356778"/>
                      <a:pt x="329348" y="370604"/>
                      <a:pt x="299474" y="382921"/>
                    </a:cubicBezTo>
                    <a:cubicBezTo>
                      <a:pt x="274642" y="393124"/>
                      <a:pt x="249502" y="402482"/>
                      <a:pt x="224066" y="410935"/>
                    </a:cubicBezTo>
                    <a:cubicBezTo>
                      <a:pt x="220323" y="409244"/>
                      <a:pt x="216640" y="407493"/>
                      <a:pt x="212836" y="406044"/>
                    </a:cubicBezTo>
                    <a:cubicBezTo>
                      <a:pt x="210784" y="405259"/>
                      <a:pt x="208671" y="404535"/>
                      <a:pt x="206799" y="403871"/>
                    </a:cubicBezTo>
                    <a:lnTo>
                      <a:pt x="197018" y="400973"/>
                    </a:lnTo>
                    <a:cubicBezTo>
                      <a:pt x="186434" y="398195"/>
                      <a:pt x="175658" y="396142"/>
                      <a:pt x="164778" y="394935"/>
                    </a:cubicBezTo>
                    <a:cubicBezTo>
                      <a:pt x="153572" y="393607"/>
                      <a:pt x="142306" y="392883"/>
                      <a:pt x="131028" y="392701"/>
                    </a:cubicBezTo>
                    <a:cubicBezTo>
                      <a:pt x="118953" y="392701"/>
                      <a:pt x="107180" y="392701"/>
                      <a:pt x="95287" y="393184"/>
                    </a:cubicBezTo>
                    <a:cubicBezTo>
                      <a:pt x="93729" y="393124"/>
                      <a:pt x="92395" y="394271"/>
                      <a:pt x="92268" y="395841"/>
                    </a:cubicBezTo>
                    <a:cubicBezTo>
                      <a:pt x="92165" y="397411"/>
                      <a:pt x="93379" y="398799"/>
                      <a:pt x="94973" y="398920"/>
                    </a:cubicBezTo>
                    <a:cubicBezTo>
                      <a:pt x="94979" y="398920"/>
                      <a:pt x="94979" y="398920"/>
                      <a:pt x="94985" y="398920"/>
                    </a:cubicBezTo>
                    <a:cubicBezTo>
                      <a:pt x="106214" y="398437"/>
                      <a:pt x="117444" y="398376"/>
                      <a:pt x="128614" y="398920"/>
                    </a:cubicBezTo>
                    <a:cubicBezTo>
                      <a:pt x="139771" y="399524"/>
                      <a:pt x="150874" y="400791"/>
                      <a:pt x="161880" y="402723"/>
                    </a:cubicBezTo>
                    <a:cubicBezTo>
                      <a:pt x="171317" y="404474"/>
                      <a:pt x="180651" y="406768"/>
                      <a:pt x="189834" y="409545"/>
                    </a:cubicBezTo>
                    <a:cubicBezTo>
                      <a:pt x="195986" y="411417"/>
                      <a:pt x="202035" y="413591"/>
                      <a:pt x="207946" y="416127"/>
                    </a:cubicBezTo>
                    <a:cubicBezTo>
                      <a:pt x="140737" y="437319"/>
                      <a:pt x="72386" y="454646"/>
                      <a:pt x="3215" y="468049"/>
                    </a:cubicBezTo>
                    <a:cubicBezTo>
                      <a:pt x="945" y="468653"/>
                      <a:pt x="-402" y="470947"/>
                      <a:pt x="196" y="473241"/>
                    </a:cubicBezTo>
                    <a:cubicBezTo>
                      <a:pt x="794" y="475536"/>
                      <a:pt x="3118" y="476864"/>
                      <a:pt x="5388" y="476260"/>
                    </a:cubicBezTo>
                    <a:cubicBezTo>
                      <a:pt x="65763" y="464185"/>
                      <a:pt x="126138" y="451265"/>
                      <a:pt x="185124" y="434480"/>
                    </a:cubicBezTo>
                    <a:cubicBezTo>
                      <a:pt x="190679" y="432911"/>
                      <a:pt x="196173" y="431160"/>
                      <a:pt x="201727" y="429530"/>
                    </a:cubicBezTo>
                    <a:cubicBezTo>
                      <a:pt x="198528" y="434239"/>
                      <a:pt x="195267" y="438948"/>
                      <a:pt x="191826" y="443537"/>
                    </a:cubicBezTo>
                    <a:cubicBezTo>
                      <a:pt x="179099" y="460321"/>
                      <a:pt x="164289" y="475415"/>
                      <a:pt x="147752" y="488456"/>
                    </a:cubicBezTo>
                    <a:cubicBezTo>
                      <a:pt x="143586" y="491716"/>
                      <a:pt x="139300" y="494493"/>
                      <a:pt x="134953" y="497693"/>
                    </a:cubicBezTo>
                    <a:cubicBezTo>
                      <a:pt x="133600" y="498478"/>
                      <a:pt x="133142" y="500229"/>
                      <a:pt x="133926" y="501617"/>
                    </a:cubicBezTo>
                    <a:cubicBezTo>
                      <a:pt x="134705" y="503006"/>
                      <a:pt x="136438" y="503429"/>
                      <a:pt x="137797" y="502704"/>
                    </a:cubicBezTo>
                    <a:cubicBezTo>
                      <a:pt x="137815" y="502644"/>
                      <a:pt x="137833" y="502644"/>
                      <a:pt x="137851" y="502644"/>
                    </a:cubicBezTo>
                    <a:cubicBezTo>
                      <a:pt x="154116" y="491836"/>
                      <a:pt x="169373" y="479581"/>
                      <a:pt x="183434" y="465997"/>
                    </a:cubicBezTo>
                    <a:cubicBezTo>
                      <a:pt x="196203" y="453740"/>
                      <a:pt x="207433" y="439975"/>
                      <a:pt x="216882" y="425002"/>
                    </a:cubicBezTo>
                    <a:cubicBezTo>
                      <a:pt x="219115" y="424338"/>
                      <a:pt x="221349" y="423734"/>
                      <a:pt x="223583" y="423010"/>
                    </a:cubicBezTo>
                    <a:cubicBezTo>
                      <a:pt x="224356" y="423190"/>
                      <a:pt x="225165" y="423190"/>
                      <a:pt x="225938" y="423010"/>
                    </a:cubicBezTo>
                    <a:cubicBezTo>
                      <a:pt x="227055" y="422768"/>
                      <a:pt x="228063" y="422164"/>
                      <a:pt x="228836" y="421319"/>
                    </a:cubicBezTo>
                    <a:cubicBezTo>
                      <a:pt x="242438" y="417033"/>
                      <a:pt x="255962" y="412505"/>
                      <a:pt x="269408" y="407735"/>
                    </a:cubicBezTo>
                    <a:cubicBezTo>
                      <a:pt x="297059" y="397894"/>
                      <a:pt x="324288" y="386785"/>
                      <a:pt x="351155" y="374890"/>
                    </a:cubicBezTo>
                    <a:cubicBezTo>
                      <a:pt x="372950" y="365231"/>
                      <a:pt x="394384" y="354605"/>
                      <a:pt x="415575" y="343496"/>
                    </a:cubicBezTo>
                    <a:cubicBezTo>
                      <a:pt x="413221" y="349533"/>
                      <a:pt x="410866" y="355028"/>
                      <a:pt x="408451" y="360823"/>
                    </a:cubicBezTo>
                    <a:lnTo>
                      <a:pt x="408451" y="360401"/>
                    </a:lnTo>
                    <a:cubicBezTo>
                      <a:pt x="408451" y="360944"/>
                      <a:pt x="407968" y="361487"/>
                      <a:pt x="407787" y="362031"/>
                    </a:cubicBezTo>
                    <a:lnTo>
                      <a:pt x="407787" y="362031"/>
                    </a:lnTo>
                    <a:lnTo>
                      <a:pt x="407787" y="362031"/>
                    </a:lnTo>
                    <a:cubicBezTo>
                      <a:pt x="404225" y="370362"/>
                      <a:pt x="400481" y="378573"/>
                      <a:pt x="396497" y="386664"/>
                    </a:cubicBezTo>
                    <a:cubicBezTo>
                      <a:pt x="391848" y="396082"/>
                      <a:pt x="386716" y="405259"/>
                      <a:pt x="381463" y="414376"/>
                    </a:cubicBezTo>
                    <a:cubicBezTo>
                      <a:pt x="370795" y="432367"/>
                      <a:pt x="359058" y="449695"/>
                      <a:pt x="346325" y="466238"/>
                    </a:cubicBezTo>
                    <a:cubicBezTo>
                      <a:pt x="325393" y="493890"/>
                      <a:pt x="301050" y="518825"/>
                      <a:pt x="273875" y="540378"/>
                    </a:cubicBezTo>
                    <a:cubicBezTo>
                      <a:pt x="270796" y="542793"/>
                      <a:pt x="267838" y="545088"/>
                      <a:pt x="264517" y="547321"/>
                    </a:cubicBezTo>
                    <a:cubicBezTo>
                      <a:pt x="263044" y="547925"/>
                      <a:pt x="262356" y="549676"/>
                      <a:pt x="262984" y="551125"/>
                    </a:cubicBezTo>
                    <a:cubicBezTo>
                      <a:pt x="263612" y="552574"/>
                      <a:pt x="265314" y="553298"/>
                      <a:pt x="266781" y="552634"/>
                    </a:cubicBezTo>
                    <a:cubicBezTo>
                      <a:pt x="266987" y="552574"/>
                      <a:pt x="267180" y="552453"/>
                      <a:pt x="267355" y="552332"/>
                    </a:cubicBezTo>
                    <a:cubicBezTo>
                      <a:pt x="285624" y="539351"/>
                      <a:pt x="302843" y="524923"/>
                      <a:pt x="318855" y="509224"/>
                    </a:cubicBezTo>
                    <a:cubicBezTo>
                      <a:pt x="336701" y="491957"/>
                      <a:pt x="353286" y="473423"/>
                      <a:pt x="368483" y="453801"/>
                    </a:cubicBezTo>
                    <a:cubicBezTo>
                      <a:pt x="383269" y="434601"/>
                      <a:pt x="396726" y="414436"/>
                      <a:pt x="408753" y="393426"/>
                    </a:cubicBezTo>
                    <a:cubicBezTo>
                      <a:pt x="414778" y="383101"/>
                      <a:pt x="420254" y="372476"/>
                      <a:pt x="425175" y="361548"/>
                    </a:cubicBezTo>
                    <a:cubicBezTo>
                      <a:pt x="427590" y="356114"/>
                      <a:pt x="429763" y="350620"/>
                      <a:pt x="431756" y="345066"/>
                    </a:cubicBezTo>
                    <a:cubicBezTo>
                      <a:pt x="433205" y="340960"/>
                      <a:pt x="434412" y="336794"/>
                      <a:pt x="435559" y="332628"/>
                    </a:cubicBezTo>
                    <a:cubicBezTo>
                      <a:pt x="461702" y="318198"/>
                      <a:pt x="487059" y="302441"/>
                      <a:pt x="512115" y="286200"/>
                    </a:cubicBezTo>
                    <a:cubicBezTo>
                      <a:pt x="524793" y="277989"/>
                      <a:pt x="537110" y="269295"/>
                      <a:pt x="549849" y="261084"/>
                    </a:cubicBezTo>
                    <a:cubicBezTo>
                      <a:pt x="562588" y="252873"/>
                      <a:pt x="575086" y="245447"/>
                      <a:pt x="587945" y="237961"/>
                    </a:cubicBezTo>
                    <a:cubicBezTo>
                      <a:pt x="607084" y="226731"/>
                      <a:pt x="626887" y="216467"/>
                      <a:pt x="646750" y="206565"/>
                    </a:cubicBezTo>
                    <a:cubicBezTo>
                      <a:pt x="646750" y="217070"/>
                      <a:pt x="646750" y="227576"/>
                      <a:pt x="646750" y="238081"/>
                    </a:cubicBezTo>
                    <a:cubicBezTo>
                      <a:pt x="646207" y="254986"/>
                      <a:pt x="644939" y="271952"/>
                      <a:pt x="642705" y="288796"/>
                    </a:cubicBezTo>
                    <a:cubicBezTo>
                      <a:pt x="641317" y="298576"/>
                      <a:pt x="639566" y="308237"/>
                      <a:pt x="637573" y="317897"/>
                    </a:cubicBezTo>
                    <a:cubicBezTo>
                      <a:pt x="635400" y="328523"/>
                      <a:pt x="632683" y="338968"/>
                      <a:pt x="629664" y="349292"/>
                    </a:cubicBezTo>
                    <a:cubicBezTo>
                      <a:pt x="623820" y="369517"/>
                      <a:pt x="616744" y="389320"/>
                      <a:pt x="608473" y="408701"/>
                    </a:cubicBezTo>
                    <a:cubicBezTo>
                      <a:pt x="596464" y="436895"/>
                      <a:pt x="582632" y="464245"/>
                      <a:pt x="567056" y="490629"/>
                    </a:cubicBezTo>
                    <a:cubicBezTo>
                      <a:pt x="551117" y="517435"/>
                      <a:pt x="533554" y="543276"/>
                      <a:pt x="514469" y="567970"/>
                    </a:cubicBezTo>
                    <a:lnTo>
                      <a:pt x="515073" y="567305"/>
                    </a:lnTo>
                    <a:cubicBezTo>
                      <a:pt x="500142" y="586625"/>
                      <a:pt x="484384" y="605281"/>
                      <a:pt x="467799" y="623333"/>
                    </a:cubicBezTo>
                    <a:cubicBezTo>
                      <a:pt x="466682" y="624541"/>
                      <a:pt x="466682" y="626352"/>
                      <a:pt x="467799" y="627560"/>
                    </a:cubicBezTo>
                    <a:cubicBezTo>
                      <a:pt x="468971" y="628707"/>
                      <a:pt x="470854" y="628707"/>
                      <a:pt x="472026" y="627560"/>
                    </a:cubicBezTo>
                    <a:cubicBezTo>
                      <a:pt x="492674" y="605281"/>
                      <a:pt x="512356" y="582097"/>
                      <a:pt x="530770" y="557947"/>
                    </a:cubicBezTo>
                    <a:cubicBezTo>
                      <a:pt x="550169" y="532469"/>
                      <a:pt x="568185" y="505904"/>
                      <a:pt x="584745" y="478494"/>
                    </a:cubicBezTo>
                    <a:cubicBezTo>
                      <a:pt x="601149" y="451023"/>
                      <a:pt x="615537" y="422405"/>
                      <a:pt x="627793" y="392822"/>
                    </a:cubicBezTo>
                    <a:cubicBezTo>
                      <a:pt x="640182" y="363479"/>
                      <a:pt x="650138" y="333232"/>
                      <a:pt x="657558" y="302260"/>
                    </a:cubicBezTo>
                    <a:cubicBezTo>
                      <a:pt x="662031" y="283785"/>
                      <a:pt x="665159" y="265008"/>
                      <a:pt x="666916" y="246051"/>
                    </a:cubicBezTo>
                    <a:cubicBezTo>
                      <a:pt x="667791" y="236692"/>
                      <a:pt x="668153" y="227335"/>
                      <a:pt x="668002" y="217976"/>
                    </a:cubicBezTo>
                    <a:cubicBezTo>
                      <a:pt x="668002" y="210792"/>
                      <a:pt x="667459" y="203728"/>
                      <a:pt x="666795" y="196604"/>
                    </a:cubicBezTo>
                    <a:lnTo>
                      <a:pt x="667701" y="196181"/>
                    </a:lnTo>
                    <a:cubicBezTo>
                      <a:pt x="681707" y="189479"/>
                      <a:pt x="695896" y="183020"/>
                      <a:pt x="709963" y="177043"/>
                    </a:cubicBezTo>
                    <a:cubicBezTo>
                      <a:pt x="746973" y="161768"/>
                      <a:pt x="784900" y="148847"/>
                      <a:pt x="823528" y="138342"/>
                    </a:cubicBezTo>
                    <a:cubicBezTo>
                      <a:pt x="825943" y="148787"/>
                      <a:pt x="828298" y="159232"/>
                      <a:pt x="830471" y="169676"/>
                    </a:cubicBezTo>
                    <a:cubicBezTo>
                      <a:pt x="836104" y="196604"/>
                      <a:pt x="840656" y="223652"/>
                      <a:pt x="844116" y="250760"/>
                    </a:cubicBezTo>
                    <a:cubicBezTo>
                      <a:pt x="846108" y="266457"/>
                      <a:pt x="847618" y="282155"/>
                      <a:pt x="848885" y="297973"/>
                    </a:cubicBezTo>
                    <a:cubicBezTo>
                      <a:pt x="850334" y="314818"/>
                      <a:pt x="850938" y="331602"/>
                      <a:pt x="851361" y="348507"/>
                    </a:cubicBezTo>
                    <a:cubicBezTo>
                      <a:pt x="852067" y="381773"/>
                      <a:pt x="850051" y="415040"/>
                      <a:pt x="845323" y="447945"/>
                    </a:cubicBezTo>
                    <a:cubicBezTo>
                      <a:pt x="845354" y="447763"/>
                      <a:pt x="845354" y="447522"/>
                      <a:pt x="845323" y="447340"/>
                    </a:cubicBezTo>
                    <a:cubicBezTo>
                      <a:pt x="838429" y="498961"/>
                      <a:pt x="825001" y="549555"/>
                      <a:pt x="805355" y="597795"/>
                    </a:cubicBezTo>
                    <a:lnTo>
                      <a:pt x="805355" y="597795"/>
                    </a:lnTo>
                    <a:lnTo>
                      <a:pt x="805355" y="597795"/>
                    </a:lnTo>
                    <a:cubicBezTo>
                      <a:pt x="805229" y="598036"/>
                      <a:pt x="805126" y="598277"/>
                      <a:pt x="805053" y="598519"/>
                    </a:cubicBezTo>
                    <a:lnTo>
                      <a:pt x="805355" y="597855"/>
                    </a:lnTo>
                    <a:lnTo>
                      <a:pt x="804993" y="598700"/>
                    </a:lnTo>
                    <a:lnTo>
                      <a:pt x="804993" y="598700"/>
                    </a:lnTo>
                    <a:cubicBezTo>
                      <a:pt x="795460" y="621341"/>
                      <a:pt x="784200" y="643197"/>
                      <a:pt x="771304" y="664086"/>
                    </a:cubicBezTo>
                    <a:cubicBezTo>
                      <a:pt x="770265" y="665898"/>
                      <a:pt x="770875" y="668192"/>
                      <a:pt x="772662" y="669218"/>
                    </a:cubicBezTo>
                    <a:cubicBezTo>
                      <a:pt x="772674" y="669218"/>
                      <a:pt x="772680" y="669218"/>
                      <a:pt x="772692" y="669218"/>
                    </a:cubicBezTo>
                    <a:cubicBezTo>
                      <a:pt x="774468" y="670184"/>
                      <a:pt x="776695" y="669641"/>
                      <a:pt x="777764" y="667890"/>
                    </a:cubicBezTo>
                    <a:cubicBezTo>
                      <a:pt x="793274" y="642834"/>
                      <a:pt x="806744" y="616632"/>
                      <a:pt x="818034" y="589402"/>
                    </a:cubicBezTo>
                    <a:cubicBezTo>
                      <a:pt x="829680" y="561388"/>
                      <a:pt x="839225" y="532529"/>
                      <a:pt x="846591" y="503127"/>
                    </a:cubicBezTo>
                    <a:cubicBezTo>
                      <a:pt x="854048" y="473181"/>
                      <a:pt x="859608" y="442752"/>
                      <a:pt x="863255" y="412082"/>
                    </a:cubicBezTo>
                    <a:cubicBezTo>
                      <a:pt x="865126" y="396626"/>
                      <a:pt x="866636" y="381049"/>
                      <a:pt x="867964" y="365472"/>
                    </a:cubicBezTo>
                    <a:cubicBezTo>
                      <a:pt x="868568" y="357986"/>
                      <a:pt x="869111" y="350499"/>
                      <a:pt x="869594" y="343013"/>
                    </a:cubicBezTo>
                    <a:cubicBezTo>
                      <a:pt x="870138" y="334922"/>
                      <a:pt x="870319" y="326772"/>
                      <a:pt x="870500" y="318863"/>
                    </a:cubicBezTo>
                    <a:cubicBezTo>
                      <a:pt x="871103" y="298939"/>
                      <a:pt x="870500" y="279076"/>
                      <a:pt x="869715" y="259152"/>
                    </a:cubicBezTo>
                    <a:cubicBezTo>
                      <a:pt x="868930" y="239228"/>
                      <a:pt x="866455" y="217493"/>
                      <a:pt x="863677" y="196785"/>
                    </a:cubicBezTo>
                    <a:cubicBezTo>
                      <a:pt x="861021" y="177586"/>
                      <a:pt x="857416" y="158568"/>
                      <a:pt x="852870" y="139670"/>
                    </a:cubicBezTo>
                    <a:cubicBezTo>
                      <a:pt x="852206" y="136954"/>
                      <a:pt x="851361" y="134297"/>
                      <a:pt x="850697" y="131580"/>
                    </a:cubicBezTo>
                    <a:cubicBezTo>
                      <a:pt x="875631" y="125543"/>
                      <a:pt x="900929" y="120894"/>
                      <a:pt x="926407" y="117512"/>
                    </a:cubicBezTo>
                    <a:cubicBezTo>
                      <a:pt x="980521" y="110509"/>
                      <a:pt x="1035305" y="110509"/>
                      <a:pt x="1089419" y="117512"/>
                    </a:cubicBezTo>
                    <a:cubicBezTo>
                      <a:pt x="1108183" y="120230"/>
                      <a:pt x="1126803" y="123852"/>
                      <a:pt x="1145205" y="128441"/>
                    </a:cubicBezTo>
                    <a:cubicBezTo>
                      <a:pt x="1154467" y="130735"/>
                      <a:pt x="1163819" y="125059"/>
                      <a:pt x="1166083" y="115762"/>
                    </a:cubicBezTo>
                    <a:cubicBezTo>
                      <a:pt x="1168160" y="107309"/>
                      <a:pt x="1163607" y="98615"/>
                      <a:pt x="1155469" y="95537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" name="" descr="1653e510-95f6-4580-8e84-8126a063a970"/>
              <p:cNvSpPr/>
              <p:nvPr/>
            </p:nvSpPr>
            <p:spPr>
              <a:xfrm>
                <a:off x="1678123" y="7150290"/>
                <a:ext cx="543" cy="1267"/>
              </a:xfrm>
              <a:custGeom>
                <a:gdLst>
                  <a:gd name="connsiteX0" fmla="*/ 598 w 543"/>
                  <a:gd name="connsiteY0" fmla="*/ 119 h 1267"/>
                  <a:gd name="connsiteX1" fmla="*/ 54 w 543"/>
                  <a:gd name="connsiteY1" fmla="*/ 1387 h 1267"/>
                  <a:gd name="connsiteX2" fmla="*/ 54 w 543"/>
                  <a:gd name="connsiteY2" fmla="*/ 1387 h 126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3" h="1267">
                    <a:moveTo>
                      <a:pt x="598" y="119"/>
                    </a:moveTo>
                    <a:lnTo>
                      <a:pt x="54" y="1387"/>
                    </a:lnTo>
                    <a:lnTo>
                      <a:pt x="54" y="1387"/>
                    </a:ln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" name="" descr="44c9961b-08a5-4f74-b692-91220423e777"/>
              <p:cNvSpPr/>
              <p:nvPr/>
            </p:nvSpPr>
            <p:spPr>
              <a:xfrm>
                <a:off x="769481" y="5321644"/>
                <a:ext cx="2448208" cy="2049342"/>
              </a:xfrm>
              <a:custGeom>
                <a:gdLst>
                  <a:gd name="connsiteX0" fmla="*/ 186372 w 2448208"/>
                  <a:gd name="connsiteY0" fmla="*/ 122029 h 2049342"/>
                  <a:gd name="connsiteX1" fmla="*/ 206538 w 2448208"/>
                  <a:gd name="connsiteY1" fmla="*/ 117320 h 2049342"/>
                  <a:gd name="connsiteX2" fmla="*/ 278987 w 2448208"/>
                  <a:gd name="connsiteY2" fmla="*/ 110135 h 2049342"/>
                  <a:gd name="connsiteX3" fmla="*/ 428355 w 2448208"/>
                  <a:gd name="connsiteY3" fmla="*/ 118769 h 2049342"/>
                  <a:gd name="connsiteX4" fmla="*/ 437471 w 2448208"/>
                  <a:gd name="connsiteY4" fmla="*/ 119735 h 2049342"/>
                  <a:gd name="connsiteX5" fmla="*/ 442845 w 2448208"/>
                  <a:gd name="connsiteY5" fmla="*/ 120278 h 2049342"/>
                  <a:gd name="connsiteX6" fmla="*/ 591910 w 2448208"/>
                  <a:gd name="connsiteY6" fmla="*/ 128489 h 2049342"/>
                  <a:gd name="connsiteX7" fmla="*/ 663636 w 2448208"/>
                  <a:gd name="connsiteY7" fmla="*/ 117984 h 2049342"/>
                  <a:gd name="connsiteX8" fmla="*/ 667258 w 2448208"/>
                  <a:gd name="connsiteY8" fmla="*/ 116957 h 2049342"/>
                  <a:gd name="connsiteX9" fmla="*/ 671001 w 2448208"/>
                  <a:gd name="connsiteY9" fmla="*/ 115931 h 2049342"/>
                  <a:gd name="connsiteX10" fmla="*/ 735059 w 2448208"/>
                  <a:gd name="connsiteY10" fmla="*/ 85080 h 2049342"/>
                  <a:gd name="connsiteX11" fmla="*/ 774786 w 2448208"/>
                  <a:gd name="connsiteY11" fmla="*/ 57911 h 2049342"/>
                  <a:gd name="connsiteX12" fmla="*/ 785412 w 2448208"/>
                  <a:gd name="connsiteY12" fmla="*/ 50364 h 2049342"/>
                  <a:gd name="connsiteX13" fmla="*/ 795011 w 2448208"/>
                  <a:gd name="connsiteY13" fmla="*/ 43662 h 2049342"/>
                  <a:gd name="connsiteX14" fmla="*/ 855386 w 2448208"/>
                  <a:gd name="connsiteY14" fmla="*/ 10698 h 2049342"/>
                  <a:gd name="connsiteX15" fmla="*/ 870178 w 2448208"/>
                  <a:gd name="connsiteY15" fmla="*/ 6109 h 2049342"/>
                  <a:gd name="connsiteX16" fmla="*/ 890222 w 2448208"/>
                  <a:gd name="connsiteY16" fmla="*/ 1943 h 2049342"/>
                  <a:gd name="connsiteX17" fmla="*/ 933692 w 2448208"/>
                  <a:gd name="connsiteY17" fmla="*/ 676 h 2049342"/>
                  <a:gd name="connsiteX18" fmla="*/ 980966 w 2448208"/>
                  <a:gd name="connsiteY18" fmla="*/ 8102 h 2049342"/>
                  <a:gd name="connsiteX19" fmla="*/ 1028541 w 2448208"/>
                  <a:gd name="connsiteY19" fmla="*/ 22048 h 2049342"/>
                  <a:gd name="connsiteX20" fmla="*/ 1169818 w 2448208"/>
                  <a:gd name="connsiteY20" fmla="*/ 113033 h 2049342"/>
                  <a:gd name="connsiteX21" fmla="*/ 1191614 w 2448208"/>
                  <a:gd name="connsiteY21" fmla="*/ 131508 h 2049342"/>
                  <a:gd name="connsiteX22" fmla="*/ 1300953 w 2448208"/>
                  <a:gd name="connsiteY22" fmla="*/ 213980 h 2049342"/>
                  <a:gd name="connsiteX23" fmla="*/ 1311518 w 2448208"/>
                  <a:gd name="connsiteY23" fmla="*/ 220017 h 2049342"/>
                  <a:gd name="connsiteX24" fmla="*/ 1416933 w 2448208"/>
                  <a:gd name="connsiteY24" fmla="*/ 256242 h 2049342"/>
                  <a:gd name="connsiteX25" fmla="*/ 1560202 w 2448208"/>
                  <a:gd name="connsiteY25" fmla="*/ 270129 h 2049342"/>
                  <a:gd name="connsiteX26" fmla="*/ 1600593 w 2448208"/>
                  <a:gd name="connsiteY26" fmla="*/ 270129 h 2049342"/>
                  <a:gd name="connsiteX27" fmla="*/ 1618705 w 2448208"/>
                  <a:gd name="connsiteY27" fmla="*/ 270129 h 2049342"/>
                  <a:gd name="connsiteX28" fmla="*/ 1696106 w 2448208"/>
                  <a:gd name="connsiteY28" fmla="*/ 271034 h 2049342"/>
                  <a:gd name="connsiteX29" fmla="*/ 1828931 w 2448208"/>
                  <a:gd name="connsiteY29" fmla="*/ 291682 h 2049342"/>
                  <a:gd name="connsiteX30" fmla="*/ 1962299 w 2448208"/>
                  <a:gd name="connsiteY30" fmla="*/ 364374 h 2049342"/>
                  <a:gd name="connsiteX31" fmla="*/ 2092346 w 2448208"/>
                  <a:gd name="connsiteY31" fmla="*/ 506315 h 2049342"/>
                  <a:gd name="connsiteX32" fmla="*/ 2191723 w 2448208"/>
                  <a:gd name="connsiteY32" fmla="*/ 671742 h 2049342"/>
                  <a:gd name="connsiteX33" fmla="*/ 2244853 w 2448208"/>
                  <a:gd name="connsiteY33" fmla="*/ 796356 h 2049342"/>
                  <a:gd name="connsiteX34" fmla="*/ 2257351 w 2448208"/>
                  <a:gd name="connsiteY34" fmla="*/ 803419 h 2049342"/>
                  <a:gd name="connsiteX35" fmla="*/ 2281501 w 2448208"/>
                  <a:gd name="connsiteY35" fmla="*/ 837894 h 2049342"/>
                  <a:gd name="connsiteX36" fmla="*/ 2283372 w 2448208"/>
                  <a:gd name="connsiteY36" fmla="*/ 840490 h 2049342"/>
                  <a:gd name="connsiteX37" fmla="*/ 2373935 w 2448208"/>
                  <a:gd name="connsiteY37" fmla="*/ 975065 h 2049342"/>
                  <a:gd name="connsiteX38" fmla="*/ 2443124 w 2448208"/>
                  <a:gd name="connsiteY38" fmla="*/ 1153956 h 2049342"/>
                  <a:gd name="connsiteX39" fmla="*/ 2446445 w 2448208"/>
                  <a:gd name="connsiteY39" fmla="*/ 1258042 h 2049342"/>
                  <a:gd name="connsiteX40" fmla="*/ 2426702 w 2448208"/>
                  <a:gd name="connsiteY40" fmla="*/ 1359955 h 2049342"/>
                  <a:gd name="connsiteX41" fmla="*/ 2361799 w 2448208"/>
                  <a:gd name="connsiteY41" fmla="*/ 1529005 h 2049342"/>
                  <a:gd name="connsiteX42" fmla="*/ 2136359 w 2448208"/>
                  <a:gd name="connsiteY42" fmla="*/ 1828102 h 2049342"/>
                  <a:gd name="connsiteX43" fmla="*/ 1988743 w 2448208"/>
                  <a:gd name="connsiteY43" fmla="*/ 1939493 h 2049342"/>
                  <a:gd name="connsiteX44" fmla="*/ 1830259 w 2448208"/>
                  <a:gd name="connsiteY44" fmla="*/ 2014841 h 2049342"/>
                  <a:gd name="connsiteX45" fmla="*/ 1785883 w 2448208"/>
                  <a:gd name="connsiteY45" fmla="*/ 2028366 h 2049342"/>
                  <a:gd name="connsiteX46" fmla="*/ 1525185 w 2448208"/>
                  <a:gd name="connsiteY46" fmla="*/ 2038689 h 2049342"/>
                  <a:gd name="connsiteX47" fmla="*/ 1455029 w 2448208"/>
                  <a:gd name="connsiteY47" fmla="*/ 2018765 h 2049342"/>
                  <a:gd name="connsiteX48" fmla="*/ 1390066 w 2448208"/>
                  <a:gd name="connsiteY48" fmla="*/ 1988035 h 2049342"/>
                  <a:gd name="connsiteX49" fmla="*/ 1283444 w 2448208"/>
                  <a:gd name="connsiteY49" fmla="*/ 1899042 h 2049342"/>
                  <a:gd name="connsiteX50" fmla="*/ 1233272 w 2448208"/>
                  <a:gd name="connsiteY50" fmla="*/ 1824056 h 2049342"/>
                  <a:gd name="connsiteX51" fmla="*/ 1198497 w 2448208"/>
                  <a:gd name="connsiteY51" fmla="*/ 1735064 h 2049342"/>
                  <a:gd name="connsiteX52" fmla="*/ 1187810 w 2448208"/>
                  <a:gd name="connsiteY52" fmla="*/ 1688455 h 2049342"/>
                  <a:gd name="connsiteX53" fmla="*/ 1181773 w 2448208"/>
                  <a:gd name="connsiteY53" fmla="*/ 1643174 h 2049342"/>
                  <a:gd name="connsiteX54" fmla="*/ 1180686 w 2448208"/>
                  <a:gd name="connsiteY54" fmla="*/ 1632910 h 2049342"/>
                  <a:gd name="connsiteX55" fmla="*/ 1160158 w 2448208"/>
                  <a:gd name="connsiteY55" fmla="*/ 1529910 h 2049342"/>
                  <a:gd name="connsiteX56" fmla="*/ 1131058 w 2448208"/>
                  <a:gd name="connsiteY56" fmla="*/ 1464585 h 2049342"/>
                  <a:gd name="connsiteX57" fmla="*/ 1098395 w 2448208"/>
                  <a:gd name="connsiteY57" fmla="*/ 1424918 h 2049342"/>
                  <a:gd name="connsiteX58" fmla="*/ 1049189 w 2448208"/>
                  <a:gd name="connsiteY58" fmla="*/ 1391048 h 2049342"/>
                  <a:gd name="connsiteX59" fmla="*/ 951684 w 2448208"/>
                  <a:gd name="connsiteY59" fmla="*/ 1352167 h 2049342"/>
                  <a:gd name="connsiteX60" fmla="*/ 946914 w 2448208"/>
                  <a:gd name="connsiteY60" fmla="*/ 1350537 h 2049342"/>
                  <a:gd name="connsiteX61" fmla="*/ 822603 w 2448208"/>
                  <a:gd name="connsiteY61" fmla="*/ 1302237 h 2049342"/>
                  <a:gd name="connsiteX62" fmla="*/ 751421 w 2448208"/>
                  <a:gd name="connsiteY62" fmla="*/ 1264865 h 2049342"/>
                  <a:gd name="connsiteX63" fmla="*/ 677160 w 2448208"/>
                  <a:gd name="connsiteY63" fmla="*/ 1211131 h 2049342"/>
                  <a:gd name="connsiteX64" fmla="*/ 625781 w 2448208"/>
                  <a:gd name="connsiteY64" fmla="*/ 1145926 h 2049342"/>
                  <a:gd name="connsiteX65" fmla="*/ 599457 w 2448208"/>
                  <a:gd name="connsiteY65" fmla="*/ 1075710 h 2049342"/>
                  <a:gd name="connsiteX66" fmla="*/ 589495 w 2448208"/>
                  <a:gd name="connsiteY66" fmla="*/ 1002355 h 2049342"/>
                  <a:gd name="connsiteX67" fmla="*/ 587443 w 2448208"/>
                  <a:gd name="connsiteY67" fmla="*/ 959247 h 2049342"/>
                  <a:gd name="connsiteX68" fmla="*/ 587443 w 2448208"/>
                  <a:gd name="connsiteY68" fmla="*/ 954538 h 2049342"/>
                  <a:gd name="connsiteX69" fmla="*/ 587443 w 2448208"/>
                  <a:gd name="connsiteY69" fmla="*/ 949889 h 2049342"/>
                  <a:gd name="connsiteX70" fmla="*/ 586658 w 2448208"/>
                  <a:gd name="connsiteY70" fmla="*/ 928456 h 2049342"/>
                  <a:gd name="connsiteX71" fmla="*/ 586658 w 2448208"/>
                  <a:gd name="connsiteY71" fmla="*/ 922418 h 2049342"/>
                  <a:gd name="connsiteX72" fmla="*/ 587805 w 2448208"/>
                  <a:gd name="connsiteY72" fmla="*/ 924471 h 2049342"/>
                  <a:gd name="connsiteX73" fmla="*/ 571866 w 2448208"/>
                  <a:gd name="connsiteY73" fmla="*/ 823102 h 2049342"/>
                  <a:gd name="connsiteX74" fmla="*/ 548923 w 2448208"/>
                  <a:gd name="connsiteY74" fmla="*/ 772930 h 2049342"/>
                  <a:gd name="connsiteX75" fmla="*/ 513664 w 2448208"/>
                  <a:gd name="connsiteY75" fmla="*/ 731030 h 2049342"/>
                  <a:gd name="connsiteX76" fmla="*/ 483477 w 2448208"/>
                  <a:gd name="connsiteY76" fmla="*/ 708088 h 2049342"/>
                  <a:gd name="connsiteX77" fmla="*/ 450452 w 2448208"/>
                  <a:gd name="connsiteY77" fmla="*/ 689009 h 2049342"/>
                  <a:gd name="connsiteX78" fmla="*/ 350109 w 2448208"/>
                  <a:gd name="connsiteY78" fmla="*/ 644996 h 2049342"/>
                  <a:gd name="connsiteX79" fmla="*/ 325959 w 2448208"/>
                  <a:gd name="connsiteY79" fmla="*/ 635155 h 2049342"/>
                  <a:gd name="connsiteX80" fmla="*/ 232620 w 2448208"/>
                  <a:gd name="connsiteY80" fmla="*/ 596153 h 2049342"/>
                  <a:gd name="connsiteX81" fmla="*/ 120443 w 2448208"/>
                  <a:gd name="connsiteY81" fmla="*/ 537529 h 2049342"/>
                  <a:gd name="connsiteX82" fmla="*/ 75162 w 2448208"/>
                  <a:gd name="connsiteY82" fmla="*/ 503779 h 2049342"/>
                  <a:gd name="connsiteX83" fmla="*/ 36341 w 2448208"/>
                  <a:gd name="connsiteY83" fmla="*/ 463388 h 2049342"/>
                  <a:gd name="connsiteX84" fmla="*/ 10682 w 2448208"/>
                  <a:gd name="connsiteY84" fmla="*/ 417503 h 2049342"/>
                  <a:gd name="connsiteX85" fmla="*/ 3316 w 2448208"/>
                  <a:gd name="connsiteY85" fmla="*/ 391844 h 2049342"/>
                  <a:gd name="connsiteX86" fmla="*/ 116 w 2448208"/>
                  <a:gd name="connsiteY86" fmla="*/ 362502 h 2049342"/>
                  <a:gd name="connsiteX87" fmla="*/ 7844 w 2448208"/>
                  <a:gd name="connsiteY87" fmla="*/ 304602 h 2049342"/>
                  <a:gd name="connsiteX88" fmla="*/ 35194 w 2448208"/>
                  <a:gd name="connsiteY88" fmla="*/ 240062 h 2049342"/>
                  <a:gd name="connsiteX89" fmla="*/ 82407 w 2448208"/>
                  <a:gd name="connsiteY89" fmla="*/ 178600 h 2049342"/>
                  <a:gd name="connsiteX90" fmla="*/ 140246 w 2448208"/>
                  <a:gd name="connsiteY90" fmla="*/ 138813 h 2049342"/>
                  <a:gd name="connsiteX91" fmla="*/ 186372 w 2448208"/>
                  <a:gd name="connsiteY91" fmla="*/ 122029 h 2049342"/>
                  <a:gd name="connsiteX92" fmla="*/ 2289168 w 2448208"/>
                  <a:gd name="connsiteY92" fmla="*/ 932018 h 2049342"/>
                  <a:gd name="connsiteX93" fmla="*/ 2287357 w 2448208"/>
                  <a:gd name="connsiteY93" fmla="*/ 929241 h 2049342"/>
                  <a:gd name="connsiteX94" fmla="*/ 2284640 w 2448208"/>
                  <a:gd name="connsiteY94" fmla="*/ 924773 h 2049342"/>
                  <a:gd name="connsiteX95" fmla="*/ 2313982 w 2448208"/>
                  <a:gd name="connsiteY95" fmla="*/ 1043711 h 2049342"/>
                  <a:gd name="connsiteX96" fmla="*/ 2357815 w 2448208"/>
                  <a:gd name="connsiteY96" fmla="*/ 1397206 h 2049342"/>
                  <a:gd name="connsiteX97" fmla="*/ 2383413 w 2448208"/>
                  <a:gd name="connsiteY97" fmla="*/ 1301573 h 2049342"/>
                  <a:gd name="connsiteX98" fmla="*/ 2392409 w 2448208"/>
                  <a:gd name="connsiteY98" fmla="*/ 1198513 h 2049342"/>
                  <a:gd name="connsiteX99" fmla="*/ 2375746 w 2448208"/>
                  <a:gd name="connsiteY99" fmla="*/ 1104268 h 2049342"/>
                  <a:gd name="connsiteX100" fmla="*/ 2289168 w 2448208"/>
                  <a:gd name="connsiteY100" fmla="*/ 932018 h 204934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448208" h="2049342">
                    <a:moveTo>
                      <a:pt x="186372" y="122029"/>
                    </a:moveTo>
                    <a:cubicBezTo>
                      <a:pt x="193074" y="120218"/>
                      <a:pt x="199836" y="118648"/>
                      <a:pt x="206538" y="117320"/>
                    </a:cubicBezTo>
                    <a:cubicBezTo>
                      <a:pt x="230443" y="112894"/>
                      <a:pt x="254679" y="110491"/>
                      <a:pt x="278987" y="110135"/>
                    </a:cubicBezTo>
                    <a:cubicBezTo>
                      <a:pt x="329159" y="108626"/>
                      <a:pt x="379572" y="113758"/>
                      <a:pt x="428355" y="118769"/>
                    </a:cubicBezTo>
                    <a:lnTo>
                      <a:pt x="437471" y="119735"/>
                    </a:lnTo>
                    <a:lnTo>
                      <a:pt x="442845" y="120278"/>
                    </a:lnTo>
                    <a:cubicBezTo>
                      <a:pt x="492171" y="125229"/>
                      <a:pt x="542101" y="130240"/>
                      <a:pt x="591910" y="128489"/>
                    </a:cubicBezTo>
                    <a:cubicBezTo>
                      <a:pt x="616121" y="127511"/>
                      <a:pt x="640162" y="123991"/>
                      <a:pt x="663636" y="117984"/>
                    </a:cubicBezTo>
                    <a:lnTo>
                      <a:pt x="667258" y="116957"/>
                    </a:lnTo>
                    <a:lnTo>
                      <a:pt x="671001" y="115931"/>
                    </a:lnTo>
                    <a:cubicBezTo>
                      <a:pt x="693425" y="108046"/>
                      <a:pt x="714912" y="97698"/>
                      <a:pt x="735059" y="85080"/>
                    </a:cubicBezTo>
                    <a:cubicBezTo>
                      <a:pt x="748523" y="76506"/>
                      <a:pt x="762047" y="66967"/>
                      <a:pt x="774786" y="57911"/>
                    </a:cubicBezTo>
                    <a:lnTo>
                      <a:pt x="785412" y="50364"/>
                    </a:lnTo>
                    <a:lnTo>
                      <a:pt x="795011" y="43662"/>
                    </a:lnTo>
                    <a:cubicBezTo>
                      <a:pt x="813637" y="30120"/>
                      <a:pt x="833929" y="19042"/>
                      <a:pt x="855386" y="10698"/>
                    </a:cubicBezTo>
                    <a:cubicBezTo>
                      <a:pt x="860277" y="8947"/>
                      <a:pt x="865167" y="7438"/>
                      <a:pt x="870178" y="6109"/>
                    </a:cubicBezTo>
                    <a:cubicBezTo>
                      <a:pt x="876759" y="4358"/>
                      <a:pt x="883521" y="3030"/>
                      <a:pt x="890222" y="1943"/>
                    </a:cubicBezTo>
                    <a:cubicBezTo>
                      <a:pt x="904634" y="59"/>
                      <a:pt x="919196" y="-369"/>
                      <a:pt x="933692" y="676"/>
                    </a:cubicBezTo>
                    <a:cubicBezTo>
                      <a:pt x="949625" y="1877"/>
                      <a:pt x="965431" y="4358"/>
                      <a:pt x="980966" y="8102"/>
                    </a:cubicBezTo>
                    <a:cubicBezTo>
                      <a:pt x="997128" y="11634"/>
                      <a:pt x="1013025" y="16294"/>
                      <a:pt x="1028541" y="22048"/>
                    </a:cubicBezTo>
                    <a:cubicBezTo>
                      <a:pt x="1081731" y="42153"/>
                      <a:pt x="1127858" y="77654"/>
                      <a:pt x="1169818" y="113033"/>
                    </a:cubicBezTo>
                    <a:lnTo>
                      <a:pt x="1191614" y="131508"/>
                    </a:lnTo>
                    <a:cubicBezTo>
                      <a:pt x="1226571" y="161273"/>
                      <a:pt x="1261649" y="191158"/>
                      <a:pt x="1300953" y="213980"/>
                    </a:cubicBezTo>
                    <a:cubicBezTo>
                      <a:pt x="1304394" y="215972"/>
                      <a:pt x="1307956" y="217904"/>
                      <a:pt x="1311518" y="220017"/>
                    </a:cubicBezTo>
                    <a:cubicBezTo>
                      <a:pt x="1345020" y="236409"/>
                      <a:pt x="1380430" y="248575"/>
                      <a:pt x="1416933" y="256242"/>
                    </a:cubicBezTo>
                    <a:cubicBezTo>
                      <a:pt x="1464122" y="265552"/>
                      <a:pt x="1512108" y="270201"/>
                      <a:pt x="1560202" y="270129"/>
                    </a:cubicBezTo>
                    <a:cubicBezTo>
                      <a:pt x="1573605" y="270129"/>
                      <a:pt x="1587129" y="270129"/>
                      <a:pt x="1600593" y="270129"/>
                    </a:cubicBezTo>
                    <a:lnTo>
                      <a:pt x="1618705" y="270129"/>
                    </a:lnTo>
                    <a:cubicBezTo>
                      <a:pt x="1645150" y="270129"/>
                      <a:pt x="1670930" y="270129"/>
                      <a:pt x="1696106" y="271034"/>
                    </a:cubicBezTo>
                    <a:cubicBezTo>
                      <a:pt x="1741103" y="271952"/>
                      <a:pt x="1785775" y="278895"/>
                      <a:pt x="1828931" y="291682"/>
                    </a:cubicBezTo>
                    <a:cubicBezTo>
                      <a:pt x="1877539" y="307362"/>
                      <a:pt x="1922777" y="332019"/>
                      <a:pt x="1962299" y="364374"/>
                    </a:cubicBezTo>
                    <a:cubicBezTo>
                      <a:pt x="2006071" y="399572"/>
                      <a:pt x="2047427" y="444672"/>
                      <a:pt x="2092346" y="506315"/>
                    </a:cubicBezTo>
                    <a:cubicBezTo>
                      <a:pt x="2130201" y="558473"/>
                      <a:pt x="2163456" y="613825"/>
                      <a:pt x="2191723" y="671742"/>
                    </a:cubicBezTo>
                    <a:cubicBezTo>
                      <a:pt x="2211502" y="712368"/>
                      <a:pt x="2229234" y="753954"/>
                      <a:pt x="2244853" y="796356"/>
                    </a:cubicBezTo>
                    <a:cubicBezTo>
                      <a:pt x="2249816" y="796887"/>
                      <a:pt x="2254338" y="799447"/>
                      <a:pt x="2257351" y="803419"/>
                    </a:cubicBezTo>
                    <a:cubicBezTo>
                      <a:pt x="2265441" y="814951"/>
                      <a:pt x="2273652" y="826422"/>
                      <a:pt x="2281501" y="837894"/>
                    </a:cubicBezTo>
                    <a:lnTo>
                      <a:pt x="2283372" y="840490"/>
                    </a:lnTo>
                    <a:cubicBezTo>
                      <a:pt x="2314284" y="883778"/>
                      <a:pt x="2346223" y="928577"/>
                      <a:pt x="2373935" y="975065"/>
                    </a:cubicBezTo>
                    <a:cubicBezTo>
                      <a:pt x="2410763" y="1036829"/>
                      <a:pt x="2433404" y="1095393"/>
                      <a:pt x="2443124" y="1153956"/>
                    </a:cubicBezTo>
                    <a:cubicBezTo>
                      <a:pt x="2448582" y="1188370"/>
                      <a:pt x="2449699" y="1223327"/>
                      <a:pt x="2446445" y="1258042"/>
                    </a:cubicBezTo>
                    <a:cubicBezTo>
                      <a:pt x="2442792" y="1292517"/>
                      <a:pt x="2436187" y="1326628"/>
                      <a:pt x="2426702" y="1359955"/>
                    </a:cubicBezTo>
                    <a:cubicBezTo>
                      <a:pt x="2410818" y="1418338"/>
                      <a:pt x="2389071" y="1474969"/>
                      <a:pt x="2361799" y="1529005"/>
                    </a:cubicBezTo>
                    <a:cubicBezTo>
                      <a:pt x="2305337" y="1641483"/>
                      <a:pt x="2228956" y="1742853"/>
                      <a:pt x="2136359" y="1828102"/>
                    </a:cubicBezTo>
                    <a:cubicBezTo>
                      <a:pt x="2090861" y="1869882"/>
                      <a:pt x="2041426" y="1907193"/>
                      <a:pt x="1988743" y="1939493"/>
                    </a:cubicBezTo>
                    <a:cubicBezTo>
                      <a:pt x="1938940" y="1970526"/>
                      <a:pt x="1885768" y="1995823"/>
                      <a:pt x="1830259" y="2014841"/>
                    </a:cubicBezTo>
                    <a:cubicBezTo>
                      <a:pt x="1815105" y="2020034"/>
                      <a:pt x="1800072" y="2024562"/>
                      <a:pt x="1785883" y="2028366"/>
                    </a:cubicBezTo>
                    <a:cubicBezTo>
                      <a:pt x="1695321" y="2052515"/>
                      <a:pt x="1607476" y="2055896"/>
                      <a:pt x="1525185" y="2038689"/>
                    </a:cubicBezTo>
                    <a:cubicBezTo>
                      <a:pt x="1501331" y="2033799"/>
                      <a:pt x="1477881" y="2027158"/>
                      <a:pt x="1455029" y="2018765"/>
                    </a:cubicBezTo>
                    <a:cubicBezTo>
                      <a:pt x="1432582" y="2010313"/>
                      <a:pt x="1410853" y="1999989"/>
                      <a:pt x="1390066" y="1988035"/>
                    </a:cubicBezTo>
                    <a:cubicBezTo>
                      <a:pt x="1349609" y="1964791"/>
                      <a:pt x="1313523" y="1934724"/>
                      <a:pt x="1283444" y="1899042"/>
                    </a:cubicBezTo>
                    <a:cubicBezTo>
                      <a:pt x="1264051" y="1875919"/>
                      <a:pt x="1247225" y="1850803"/>
                      <a:pt x="1233272" y="1824056"/>
                    </a:cubicBezTo>
                    <a:cubicBezTo>
                      <a:pt x="1218589" y="1795681"/>
                      <a:pt x="1206931" y="1765855"/>
                      <a:pt x="1198497" y="1735064"/>
                    </a:cubicBezTo>
                    <a:cubicBezTo>
                      <a:pt x="1194143" y="1719729"/>
                      <a:pt x="1190575" y="1704152"/>
                      <a:pt x="1187810" y="1688455"/>
                    </a:cubicBezTo>
                    <a:cubicBezTo>
                      <a:pt x="1185093" y="1673301"/>
                      <a:pt x="1183282" y="1657301"/>
                      <a:pt x="1181773" y="1643174"/>
                    </a:cubicBezTo>
                    <a:lnTo>
                      <a:pt x="1180686" y="1632910"/>
                    </a:lnTo>
                    <a:cubicBezTo>
                      <a:pt x="1176882" y="1598013"/>
                      <a:pt x="1170012" y="1563599"/>
                      <a:pt x="1160158" y="1529910"/>
                    </a:cubicBezTo>
                    <a:cubicBezTo>
                      <a:pt x="1152992" y="1507088"/>
                      <a:pt x="1143229" y="1485172"/>
                      <a:pt x="1131058" y="1464585"/>
                    </a:cubicBezTo>
                    <a:cubicBezTo>
                      <a:pt x="1121676" y="1450216"/>
                      <a:pt x="1110724" y="1436872"/>
                      <a:pt x="1098395" y="1424918"/>
                    </a:cubicBezTo>
                    <a:cubicBezTo>
                      <a:pt x="1083368" y="1411757"/>
                      <a:pt x="1066855" y="1400407"/>
                      <a:pt x="1049189" y="1391048"/>
                    </a:cubicBezTo>
                    <a:cubicBezTo>
                      <a:pt x="1017644" y="1375834"/>
                      <a:pt x="985059" y="1362792"/>
                      <a:pt x="951684" y="1352167"/>
                    </a:cubicBezTo>
                    <a:lnTo>
                      <a:pt x="946914" y="1350537"/>
                    </a:lnTo>
                    <a:cubicBezTo>
                      <a:pt x="906705" y="1336650"/>
                      <a:pt x="864080" y="1321496"/>
                      <a:pt x="822603" y="1302237"/>
                    </a:cubicBezTo>
                    <a:cubicBezTo>
                      <a:pt x="798453" y="1291007"/>
                      <a:pt x="774303" y="1278087"/>
                      <a:pt x="751421" y="1264865"/>
                    </a:cubicBezTo>
                    <a:cubicBezTo>
                      <a:pt x="724850" y="1249590"/>
                      <a:pt x="699957" y="1231598"/>
                      <a:pt x="677160" y="1211131"/>
                    </a:cubicBezTo>
                    <a:cubicBezTo>
                      <a:pt x="656584" y="1192354"/>
                      <a:pt x="639226" y="1170317"/>
                      <a:pt x="625781" y="1145926"/>
                    </a:cubicBezTo>
                    <a:cubicBezTo>
                      <a:pt x="613784" y="1123829"/>
                      <a:pt x="604927" y="1100222"/>
                      <a:pt x="599457" y="1075710"/>
                    </a:cubicBezTo>
                    <a:cubicBezTo>
                      <a:pt x="594005" y="1051621"/>
                      <a:pt x="590673" y="1027048"/>
                      <a:pt x="589495" y="1002355"/>
                    </a:cubicBezTo>
                    <a:cubicBezTo>
                      <a:pt x="588590" y="988046"/>
                      <a:pt x="587986" y="973616"/>
                      <a:pt x="587443" y="959247"/>
                    </a:cubicBezTo>
                    <a:lnTo>
                      <a:pt x="587443" y="954538"/>
                    </a:lnTo>
                    <a:lnTo>
                      <a:pt x="587443" y="949889"/>
                    </a:lnTo>
                    <a:cubicBezTo>
                      <a:pt x="587443" y="942704"/>
                      <a:pt x="586960" y="935580"/>
                      <a:pt x="586658" y="928456"/>
                    </a:cubicBezTo>
                    <a:lnTo>
                      <a:pt x="586658" y="922418"/>
                    </a:lnTo>
                    <a:lnTo>
                      <a:pt x="587805" y="924471"/>
                    </a:lnTo>
                    <a:cubicBezTo>
                      <a:pt x="585209" y="895129"/>
                      <a:pt x="582492" y="858542"/>
                      <a:pt x="571866" y="823102"/>
                    </a:cubicBezTo>
                    <a:cubicBezTo>
                      <a:pt x="566136" y="805569"/>
                      <a:pt x="558438" y="788736"/>
                      <a:pt x="548923" y="772930"/>
                    </a:cubicBezTo>
                    <a:cubicBezTo>
                      <a:pt x="538702" y="757740"/>
                      <a:pt x="526881" y="743697"/>
                      <a:pt x="513664" y="731030"/>
                    </a:cubicBezTo>
                    <a:cubicBezTo>
                      <a:pt x="504198" y="722632"/>
                      <a:pt x="494103" y="714958"/>
                      <a:pt x="483477" y="708088"/>
                    </a:cubicBezTo>
                    <a:cubicBezTo>
                      <a:pt x="472797" y="701175"/>
                      <a:pt x="461772" y="694811"/>
                      <a:pt x="450452" y="689009"/>
                    </a:cubicBezTo>
                    <a:cubicBezTo>
                      <a:pt x="420265" y="673614"/>
                      <a:pt x="389655" y="661056"/>
                      <a:pt x="350109" y="644996"/>
                    </a:cubicBezTo>
                    <a:lnTo>
                      <a:pt x="325959" y="635155"/>
                    </a:lnTo>
                    <a:cubicBezTo>
                      <a:pt x="295108" y="622657"/>
                      <a:pt x="263350" y="609797"/>
                      <a:pt x="232620" y="596153"/>
                    </a:cubicBezTo>
                    <a:cubicBezTo>
                      <a:pt x="193826" y="579417"/>
                      <a:pt x="156330" y="559825"/>
                      <a:pt x="120443" y="537529"/>
                    </a:cubicBezTo>
                    <a:cubicBezTo>
                      <a:pt x="104551" y="527392"/>
                      <a:pt x="89418" y="516114"/>
                      <a:pt x="75162" y="503779"/>
                    </a:cubicBezTo>
                    <a:cubicBezTo>
                      <a:pt x="60816" y="491741"/>
                      <a:pt x="47802" y="478198"/>
                      <a:pt x="36341" y="463388"/>
                    </a:cubicBezTo>
                    <a:cubicBezTo>
                      <a:pt x="25656" y="449387"/>
                      <a:pt x="17017" y="433937"/>
                      <a:pt x="10682" y="417503"/>
                    </a:cubicBezTo>
                    <a:cubicBezTo>
                      <a:pt x="7527" y="409166"/>
                      <a:pt x="5063" y="400586"/>
                      <a:pt x="3316" y="391844"/>
                    </a:cubicBezTo>
                    <a:cubicBezTo>
                      <a:pt x="1416" y="382172"/>
                      <a:pt x="346" y="372355"/>
                      <a:pt x="116" y="362502"/>
                    </a:cubicBezTo>
                    <a:cubicBezTo>
                      <a:pt x="-389" y="342916"/>
                      <a:pt x="2219" y="323373"/>
                      <a:pt x="7844" y="304602"/>
                    </a:cubicBezTo>
                    <a:cubicBezTo>
                      <a:pt x="14211" y="282022"/>
                      <a:pt x="23400" y="260342"/>
                      <a:pt x="35194" y="240062"/>
                    </a:cubicBezTo>
                    <a:cubicBezTo>
                      <a:pt x="47702" y="217282"/>
                      <a:pt x="63624" y="196556"/>
                      <a:pt x="82407" y="178600"/>
                    </a:cubicBezTo>
                    <a:cubicBezTo>
                      <a:pt x="99516" y="162432"/>
                      <a:pt x="119027" y="149010"/>
                      <a:pt x="140246" y="138813"/>
                    </a:cubicBezTo>
                    <a:cubicBezTo>
                      <a:pt x="155043" y="131743"/>
                      <a:pt x="170491" y="126122"/>
                      <a:pt x="186372" y="122029"/>
                    </a:cubicBezTo>
                    <a:moveTo>
                      <a:pt x="2289168" y="932018"/>
                    </a:moveTo>
                    <a:lnTo>
                      <a:pt x="2287357" y="929241"/>
                    </a:lnTo>
                    <a:lnTo>
                      <a:pt x="2284640" y="924773"/>
                    </a:lnTo>
                    <a:cubicBezTo>
                      <a:pt x="2295327" y="960213"/>
                      <a:pt x="2305107" y="1000242"/>
                      <a:pt x="2313982" y="1043711"/>
                    </a:cubicBezTo>
                    <a:cubicBezTo>
                      <a:pt x="2337299" y="1160296"/>
                      <a:pt x="2351952" y="1278449"/>
                      <a:pt x="2357815" y="1397206"/>
                    </a:cubicBezTo>
                    <a:cubicBezTo>
                      <a:pt x="2368199" y="1363215"/>
                      <a:pt x="2376953" y="1330794"/>
                      <a:pt x="2383413" y="1301573"/>
                    </a:cubicBezTo>
                    <a:cubicBezTo>
                      <a:pt x="2390236" y="1267642"/>
                      <a:pt x="2393255" y="1233107"/>
                      <a:pt x="2392409" y="1198513"/>
                    </a:cubicBezTo>
                    <a:cubicBezTo>
                      <a:pt x="2390489" y="1166574"/>
                      <a:pt x="2384899" y="1134938"/>
                      <a:pt x="2375746" y="1104268"/>
                    </a:cubicBezTo>
                    <a:cubicBezTo>
                      <a:pt x="2356728" y="1045764"/>
                      <a:pt x="2327446" y="993057"/>
                      <a:pt x="2289168" y="932018"/>
                    </a:cubicBezTo>
                  </a:path>
                </a:pathLst>
              </a:custGeom>
              <a:solidFill>
                <a:srgbClr val="94993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" name="" descr="2ea38970-4521-457f-ab78-0d0d7090b3b1"/>
              <p:cNvSpPr/>
              <p:nvPr/>
            </p:nvSpPr>
            <p:spPr>
              <a:xfrm>
                <a:off x="3135391" y="6761235"/>
                <a:ext cx="845" cy="1207"/>
              </a:xfrm>
              <a:custGeom>
                <a:gdLst>
                  <a:gd name="connsiteX0" fmla="*/ 54 w 845"/>
                  <a:gd name="connsiteY0" fmla="*/ 119 h 1207"/>
                  <a:gd name="connsiteX1" fmla="*/ 900 w 845"/>
                  <a:gd name="connsiteY1" fmla="*/ 1326 h 1207"/>
                  <a:gd name="connsiteX2" fmla="*/ 236 w 845"/>
                  <a:gd name="connsiteY2" fmla="*/ 300 h 120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5" h="1207">
                    <a:moveTo>
                      <a:pt x="54" y="119"/>
                    </a:moveTo>
                    <a:cubicBezTo>
                      <a:pt x="356" y="481"/>
                      <a:pt x="640" y="903"/>
                      <a:pt x="900" y="1326"/>
                    </a:cubicBezTo>
                    <a:cubicBezTo>
                      <a:pt x="900" y="964"/>
                      <a:pt x="477" y="602"/>
                      <a:pt x="236" y="300"/>
                    </a:cubicBez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" name="" descr="62561ff1-6772-4e53-8d35-af69705b2736"/>
              <p:cNvSpPr/>
              <p:nvPr/>
            </p:nvSpPr>
            <p:spPr>
              <a:xfrm>
                <a:off x="2104792" y="6089987"/>
                <a:ext cx="3863" cy="3260"/>
              </a:xfrm>
              <a:custGeom>
                <a:gdLst>
                  <a:gd name="connsiteX0" fmla="*/ 3918 w 3863"/>
                  <a:gd name="connsiteY0" fmla="*/ 3379 h 3260"/>
                  <a:gd name="connsiteX1" fmla="*/ 54 w 3863"/>
                  <a:gd name="connsiteY1" fmla="*/ 119 h 3260"/>
                  <a:gd name="connsiteX2" fmla="*/ 3013 w 3863"/>
                  <a:gd name="connsiteY2" fmla="*/ 2594 h 326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63" h="3260">
                    <a:moveTo>
                      <a:pt x="3918" y="3379"/>
                    </a:moveTo>
                    <a:lnTo>
                      <a:pt x="54" y="119"/>
                    </a:lnTo>
                    <a:lnTo>
                      <a:pt x="3013" y="2594"/>
                    </a:ln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" name="" descr="4baeab06-0cdf-42e7-a523-5daa331be106"/>
              <p:cNvSpPr/>
              <p:nvPr/>
            </p:nvSpPr>
            <p:spPr>
              <a:xfrm>
                <a:off x="903699" y="5416050"/>
                <a:ext cx="2313030" cy="1494232"/>
              </a:xfrm>
              <a:custGeom>
                <a:gdLst>
                  <a:gd name="connsiteX0" fmla="*/ 2310415 w 2313030"/>
                  <a:gd name="connsiteY0" fmla="*/ 1367824 h 1494232"/>
                  <a:gd name="connsiteX1" fmla="*/ 2150965 w 2313030"/>
                  <a:gd name="connsiteY1" fmla="*/ 1176859 h 1494232"/>
                  <a:gd name="connsiteX2" fmla="*/ 1963079 w 2313030"/>
                  <a:gd name="connsiteY2" fmla="*/ 1059429 h 1494232"/>
                  <a:gd name="connsiteX3" fmla="*/ 1962596 w 2313030"/>
                  <a:gd name="connsiteY3" fmla="*/ 1059429 h 1494232"/>
                  <a:gd name="connsiteX4" fmla="*/ 1961449 w 2313030"/>
                  <a:gd name="connsiteY4" fmla="*/ 1048623 h 1494232"/>
                  <a:gd name="connsiteX5" fmla="*/ 1958369 w 2313030"/>
                  <a:gd name="connsiteY5" fmla="*/ 1042585 h 1494232"/>
                  <a:gd name="connsiteX6" fmla="*/ 1929329 w 2313030"/>
                  <a:gd name="connsiteY6" fmla="*/ 1031899 h 1494232"/>
                  <a:gd name="connsiteX7" fmla="*/ 1917254 w 2313030"/>
                  <a:gd name="connsiteY7" fmla="*/ 1039022 h 1494232"/>
                  <a:gd name="connsiteX8" fmla="*/ 1845650 w 2313030"/>
                  <a:gd name="connsiteY8" fmla="*/ 1009198 h 1494232"/>
                  <a:gd name="connsiteX9" fmla="*/ 1728764 w 2313030"/>
                  <a:gd name="connsiteY9" fmla="*/ 965788 h 1494232"/>
                  <a:gd name="connsiteX10" fmla="*/ 1657099 w 2313030"/>
                  <a:gd name="connsiteY10" fmla="*/ 939465 h 1494232"/>
                  <a:gd name="connsiteX11" fmla="*/ 1655046 w 2313030"/>
                  <a:gd name="connsiteY11" fmla="*/ 935419 h 1494232"/>
                  <a:gd name="connsiteX12" fmla="*/ 1651484 w 2313030"/>
                  <a:gd name="connsiteY12" fmla="*/ 931495 h 1494232"/>
                  <a:gd name="connsiteX13" fmla="*/ 1650277 w 2313030"/>
                  <a:gd name="connsiteY13" fmla="*/ 930106 h 1494232"/>
                  <a:gd name="connsiteX14" fmla="*/ 1595456 w 2313030"/>
                  <a:gd name="connsiteY14" fmla="*/ 849204 h 1494232"/>
                  <a:gd name="connsiteX15" fmla="*/ 1549088 w 2313030"/>
                  <a:gd name="connsiteY15" fmla="*/ 709919 h 1494232"/>
                  <a:gd name="connsiteX16" fmla="*/ 1512441 w 2313030"/>
                  <a:gd name="connsiteY16" fmla="*/ 485687 h 1494232"/>
                  <a:gd name="connsiteX17" fmla="*/ 1483340 w 2313030"/>
                  <a:gd name="connsiteY17" fmla="*/ 375262 h 1494232"/>
                  <a:gd name="connsiteX18" fmla="*/ 1433772 w 2313030"/>
                  <a:gd name="connsiteY18" fmla="*/ 277213 h 1494232"/>
                  <a:gd name="connsiteX19" fmla="*/ 1426226 w 2313030"/>
                  <a:gd name="connsiteY19" fmla="*/ 274435 h 1494232"/>
                  <a:gd name="connsiteX20" fmla="*/ 1424173 w 2313030"/>
                  <a:gd name="connsiteY20" fmla="*/ 275462 h 1494232"/>
                  <a:gd name="connsiteX21" fmla="*/ 1422301 w 2313030"/>
                  <a:gd name="connsiteY21" fmla="*/ 285061 h 1494232"/>
                  <a:gd name="connsiteX22" fmla="*/ 1444640 w 2313030"/>
                  <a:gd name="connsiteY22" fmla="*/ 323158 h 1494232"/>
                  <a:gd name="connsiteX23" fmla="*/ 1486902 w 2313030"/>
                  <a:gd name="connsiteY23" fmla="*/ 448436 h 1494232"/>
                  <a:gd name="connsiteX24" fmla="*/ 1506585 w 2313030"/>
                  <a:gd name="connsiteY24" fmla="*/ 585789 h 1494232"/>
                  <a:gd name="connsiteX25" fmla="*/ 1522040 w 2313030"/>
                  <a:gd name="connsiteY25" fmla="*/ 720183 h 1494232"/>
                  <a:gd name="connsiteX26" fmla="*/ 1535202 w 2313030"/>
                  <a:gd name="connsiteY26" fmla="*/ 788648 h 1494232"/>
                  <a:gd name="connsiteX27" fmla="*/ 1554039 w 2313030"/>
                  <a:gd name="connsiteY27" fmla="*/ 850050 h 1494232"/>
                  <a:gd name="connsiteX28" fmla="*/ 1583683 w 2313030"/>
                  <a:gd name="connsiteY28" fmla="*/ 908975 h 1494232"/>
                  <a:gd name="connsiteX29" fmla="*/ 1585796 w 2313030"/>
                  <a:gd name="connsiteY29" fmla="*/ 911813 h 1494232"/>
                  <a:gd name="connsiteX30" fmla="*/ 1499702 w 2313030"/>
                  <a:gd name="connsiteY30" fmla="*/ 875044 h 1494232"/>
                  <a:gd name="connsiteX31" fmla="*/ 1351965 w 2313030"/>
                  <a:gd name="connsiteY31" fmla="*/ 791546 h 1494232"/>
                  <a:gd name="connsiteX32" fmla="*/ 1205254 w 2313030"/>
                  <a:gd name="connsiteY32" fmla="*/ 677619 h 1494232"/>
                  <a:gd name="connsiteX33" fmla="*/ 1205616 w 2313030"/>
                  <a:gd name="connsiteY33" fmla="*/ 677921 h 1494232"/>
                  <a:gd name="connsiteX34" fmla="*/ 1204348 w 2313030"/>
                  <a:gd name="connsiteY34" fmla="*/ 676834 h 1494232"/>
                  <a:gd name="connsiteX35" fmla="*/ 1200665 w 2313030"/>
                  <a:gd name="connsiteY35" fmla="*/ 673755 h 1494232"/>
                  <a:gd name="connsiteX36" fmla="*/ 1201390 w 2313030"/>
                  <a:gd name="connsiteY36" fmla="*/ 674358 h 1494232"/>
                  <a:gd name="connsiteX37" fmla="*/ 1022257 w 2313030"/>
                  <a:gd name="connsiteY37" fmla="*/ 527225 h 1494232"/>
                  <a:gd name="connsiteX38" fmla="*/ 1000100 w 2313030"/>
                  <a:gd name="connsiteY38" fmla="*/ 487136 h 1494232"/>
                  <a:gd name="connsiteX39" fmla="*/ 947634 w 2313030"/>
                  <a:gd name="connsiteY39" fmla="*/ 360349 h 1494232"/>
                  <a:gd name="connsiteX40" fmla="*/ 924812 w 2313030"/>
                  <a:gd name="connsiteY40" fmla="*/ 294420 h 1494232"/>
                  <a:gd name="connsiteX41" fmla="*/ 903017 w 2313030"/>
                  <a:gd name="connsiteY41" fmla="*/ 231449 h 1494232"/>
                  <a:gd name="connsiteX42" fmla="*/ 848076 w 2313030"/>
                  <a:gd name="connsiteY42" fmla="*/ 106593 h 1494232"/>
                  <a:gd name="connsiteX43" fmla="*/ 810160 w 2313030"/>
                  <a:gd name="connsiteY43" fmla="*/ 49660 h 1494232"/>
                  <a:gd name="connsiteX44" fmla="*/ 765362 w 2313030"/>
                  <a:gd name="connsiteY44" fmla="*/ 1360 h 1494232"/>
                  <a:gd name="connsiteX45" fmla="*/ 760714 w 2313030"/>
                  <a:gd name="connsiteY45" fmla="*/ 333 h 1494232"/>
                  <a:gd name="connsiteX46" fmla="*/ 758117 w 2313030"/>
                  <a:gd name="connsiteY46" fmla="*/ 1903 h 1494232"/>
                  <a:gd name="connsiteX47" fmla="*/ 758721 w 2313030"/>
                  <a:gd name="connsiteY47" fmla="*/ 9148 h 1494232"/>
                  <a:gd name="connsiteX48" fmla="*/ 781362 w 2313030"/>
                  <a:gd name="connsiteY48" fmla="*/ 31910 h 1494232"/>
                  <a:gd name="connsiteX49" fmla="*/ 836303 w 2313030"/>
                  <a:gd name="connsiteY49" fmla="*/ 113355 h 1494232"/>
                  <a:gd name="connsiteX50" fmla="*/ 882067 w 2313030"/>
                  <a:gd name="connsiteY50" fmla="*/ 235735 h 1494232"/>
                  <a:gd name="connsiteX51" fmla="*/ 899334 w 2313030"/>
                  <a:gd name="connsiteY51" fmla="*/ 300397 h 1494232"/>
                  <a:gd name="connsiteX52" fmla="*/ 915213 w 2313030"/>
                  <a:gd name="connsiteY52" fmla="*/ 362523 h 1494232"/>
                  <a:gd name="connsiteX53" fmla="*/ 934835 w 2313030"/>
                  <a:gd name="connsiteY53" fmla="*/ 426278 h 1494232"/>
                  <a:gd name="connsiteX54" fmla="*/ 958200 w 2313030"/>
                  <a:gd name="connsiteY54" fmla="*/ 481340 h 1494232"/>
                  <a:gd name="connsiteX55" fmla="*/ 911107 w 2313030"/>
                  <a:gd name="connsiteY55" fmla="*/ 451696 h 1494232"/>
                  <a:gd name="connsiteX56" fmla="*/ 799716 w 2313030"/>
                  <a:gd name="connsiteY56" fmla="*/ 393494 h 1494232"/>
                  <a:gd name="connsiteX57" fmla="*/ 670514 w 2313030"/>
                  <a:gd name="connsiteY57" fmla="*/ 341089 h 1494232"/>
                  <a:gd name="connsiteX58" fmla="*/ 662182 w 2313030"/>
                  <a:gd name="connsiteY58" fmla="*/ 336018 h 1494232"/>
                  <a:gd name="connsiteX59" fmla="*/ 656144 w 2313030"/>
                  <a:gd name="connsiteY59" fmla="*/ 336018 h 1494232"/>
                  <a:gd name="connsiteX60" fmla="*/ 501947 w 2313030"/>
                  <a:gd name="connsiteY60" fmla="*/ 290737 h 1494232"/>
                  <a:gd name="connsiteX61" fmla="*/ 435535 w 2313030"/>
                  <a:gd name="connsiteY61" fmla="*/ 275583 h 1494232"/>
                  <a:gd name="connsiteX62" fmla="*/ 431912 w 2313030"/>
                  <a:gd name="connsiteY62" fmla="*/ 269545 h 1494232"/>
                  <a:gd name="connsiteX63" fmla="*/ 395687 w 2313030"/>
                  <a:gd name="connsiteY63" fmla="*/ 236037 h 1494232"/>
                  <a:gd name="connsiteX64" fmla="*/ 328067 w 2313030"/>
                  <a:gd name="connsiteY64" fmla="*/ 151512 h 1494232"/>
                  <a:gd name="connsiteX65" fmla="*/ 291842 w 2313030"/>
                  <a:gd name="connsiteY65" fmla="*/ 112691 h 1494232"/>
                  <a:gd name="connsiteX66" fmla="*/ 247648 w 2313030"/>
                  <a:gd name="connsiteY66" fmla="*/ 81175 h 1494232"/>
                  <a:gd name="connsiteX67" fmla="*/ 243361 w 2313030"/>
                  <a:gd name="connsiteY67" fmla="*/ 80692 h 1494232"/>
                  <a:gd name="connsiteX68" fmla="*/ 238894 w 2313030"/>
                  <a:gd name="connsiteY68" fmla="*/ 84375 h 1494232"/>
                  <a:gd name="connsiteX69" fmla="*/ 242093 w 2313030"/>
                  <a:gd name="connsiteY69" fmla="*/ 93130 h 1494232"/>
                  <a:gd name="connsiteX70" fmla="*/ 252961 w 2313030"/>
                  <a:gd name="connsiteY70" fmla="*/ 99529 h 1494232"/>
                  <a:gd name="connsiteX71" fmla="*/ 294559 w 2313030"/>
                  <a:gd name="connsiteY71" fmla="*/ 134426 h 1494232"/>
                  <a:gd name="connsiteX72" fmla="*/ 324747 w 2313030"/>
                  <a:gd name="connsiteY72" fmla="*/ 173549 h 1494232"/>
                  <a:gd name="connsiteX73" fmla="*/ 351613 w 2313030"/>
                  <a:gd name="connsiteY73" fmla="*/ 214121 h 1494232"/>
                  <a:gd name="connsiteX74" fmla="*/ 393876 w 2313030"/>
                  <a:gd name="connsiteY74" fmla="*/ 267009 h 1494232"/>
                  <a:gd name="connsiteX75" fmla="*/ 349199 w 2313030"/>
                  <a:gd name="connsiteY75" fmla="*/ 257953 h 1494232"/>
                  <a:gd name="connsiteX76" fmla="*/ 195182 w 2313030"/>
                  <a:gd name="connsiteY76" fmla="*/ 229698 h 1494232"/>
                  <a:gd name="connsiteX77" fmla="*/ 196873 w 2313030"/>
                  <a:gd name="connsiteY77" fmla="*/ 230060 h 1494232"/>
                  <a:gd name="connsiteX78" fmla="*/ 6933 w 2313030"/>
                  <a:gd name="connsiteY78" fmla="*/ 194741 h 1494232"/>
                  <a:gd name="connsiteX79" fmla="*/ 3854 w 2313030"/>
                  <a:gd name="connsiteY79" fmla="*/ 194741 h 1494232"/>
                  <a:gd name="connsiteX80" fmla="*/ 292 w 2313030"/>
                  <a:gd name="connsiteY80" fmla="*/ 198182 h 1494232"/>
                  <a:gd name="connsiteX81" fmla="*/ 3794 w 2313030"/>
                  <a:gd name="connsiteY81" fmla="*/ 204823 h 1494232"/>
                  <a:gd name="connsiteX82" fmla="*/ 155395 w 2313030"/>
                  <a:gd name="connsiteY82" fmla="*/ 235010 h 1494232"/>
                  <a:gd name="connsiteX83" fmla="*/ 310679 w 2313030"/>
                  <a:gd name="connsiteY83" fmla="*/ 265681 h 1494232"/>
                  <a:gd name="connsiteX84" fmla="*/ 463005 w 2313030"/>
                  <a:gd name="connsiteY84" fmla="*/ 300638 h 1494232"/>
                  <a:gd name="connsiteX85" fmla="*/ 612735 w 2313030"/>
                  <a:gd name="connsiteY85" fmla="*/ 344772 h 1494232"/>
                  <a:gd name="connsiteX86" fmla="*/ 625655 w 2313030"/>
                  <a:gd name="connsiteY86" fmla="*/ 349421 h 1494232"/>
                  <a:gd name="connsiteX87" fmla="*/ 562261 w 2313030"/>
                  <a:gd name="connsiteY87" fmla="*/ 368741 h 1494232"/>
                  <a:gd name="connsiteX88" fmla="*/ 563227 w 2313030"/>
                  <a:gd name="connsiteY88" fmla="*/ 368741 h 1494232"/>
                  <a:gd name="connsiteX89" fmla="*/ 322211 w 2313030"/>
                  <a:gd name="connsiteY89" fmla="*/ 371941 h 1494232"/>
                  <a:gd name="connsiteX90" fmla="*/ 198684 w 2313030"/>
                  <a:gd name="connsiteY90" fmla="*/ 374537 h 1494232"/>
                  <a:gd name="connsiteX91" fmla="*/ 142716 w 2313030"/>
                  <a:gd name="connsiteY91" fmla="*/ 384982 h 1494232"/>
                  <a:gd name="connsiteX92" fmla="*/ 139456 w 2313030"/>
                  <a:gd name="connsiteY92" fmla="*/ 385888 h 1494232"/>
                  <a:gd name="connsiteX93" fmla="*/ 82583 w 2313030"/>
                  <a:gd name="connsiteY93" fmla="*/ 406113 h 1494232"/>
                  <a:gd name="connsiteX94" fmla="*/ 79625 w 2313030"/>
                  <a:gd name="connsiteY94" fmla="*/ 412150 h 1494232"/>
                  <a:gd name="connsiteX95" fmla="*/ 85662 w 2313030"/>
                  <a:gd name="connsiteY95" fmla="*/ 415109 h 1494232"/>
                  <a:gd name="connsiteX96" fmla="*/ 157086 w 2313030"/>
                  <a:gd name="connsiteY96" fmla="*/ 391442 h 1494232"/>
                  <a:gd name="connsiteX97" fmla="*/ 231166 w 2313030"/>
                  <a:gd name="connsiteY97" fmla="*/ 383352 h 1494232"/>
                  <a:gd name="connsiteX98" fmla="*/ 303978 w 2313030"/>
                  <a:gd name="connsiteY98" fmla="*/ 385284 h 1494232"/>
                  <a:gd name="connsiteX99" fmla="*/ 303978 w 2313030"/>
                  <a:gd name="connsiteY99" fmla="*/ 385284 h 1494232"/>
                  <a:gd name="connsiteX100" fmla="*/ 485465 w 2313030"/>
                  <a:gd name="connsiteY100" fmla="*/ 399713 h 1494232"/>
                  <a:gd name="connsiteX101" fmla="*/ 663993 w 2313030"/>
                  <a:gd name="connsiteY101" fmla="*/ 365662 h 1494232"/>
                  <a:gd name="connsiteX102" fmla="*/ 666468 w 2313030"/>
                  <a:gd name="connsiteY102" fmla="*/ 363971 h 1494232"/>
                  <a:gd name="connsiteX103" fmla="*/ 756608 w 2313030"/>
                  <a:gd name="connsiteY103" fmla="*/ 402249 h 1494232"/>
                  <a:gd name="connsiteX104" fmla="*/ 756185 w 2313030"/>
                  <a:gd name="connsiteY104" fmla="*/ 402249 h 1494232"/>
                  <a:gd name="connsiteX105" fmla="*/ 757574 w 2313030"/>
                  <a:gd name="connsiteY105" fmla="*/ 402853 h 1494232"/>
                  <a:gd name="connsiteX106" fmla="*/ 759385 w 2313030"/>
                  <a:gd name="connsiteY106" fmla="*/ 403758 h 1494232"/>
                  <a:gd name="connsiteX107" fmla="*/ 758842 w 2313030"/>
                  <a:gd name="connsiteY107" fmla="*/ 403758 h 1494232"/>
                  <a:gd name="connsiteX108" fmla="*/ 890519 w 2313030"/>
                  <a:gd name="connsiteY108" fmla="*/ 477053 h 1494232"/>
                  <a:gd name="connsiteX109" fmla="*/ 1005654 w 2313030"/>
                  <a:gd name="connsiteY109" fmla="*/ 563088 h 1494232"/>
                  <a:gd name="connsiteX110" fmla="*/ 1033427 w 2313030"/>
                  <a:gd name="connsiteY110" fmla="*/ 587660 h 1494232"/>
                  <a:gd name="connsiteX111" fmla="*/ 1038981 w 2313030"/>
                  <a:gd name="connsiteY111" fmla="*/ 593698 h 1494232"/>
                  <a:gd name="connsiteX112" fmla="*/ 1042664 w 2313030"/>
                  <a:gd name="connsiteY112" fmla="*/ 595871 h 1494232"/>
                  <a:gd name="connsiteX113" fmla="*/ 1118857 w 2313030"/>
                  <a:gd name="connsiteY113" fmla="*/ 665664 h 1494232"/>
                  <a:gd name="connsiteX114" fmla="*/ 1233569 w 2313030"/>
                  <a:gd name="connsiteY114" fmla="*/ 768302 h 1494232"/>
                  <a:gd name="connsiteX115" fmla="*/ 1287907 w 2313030"/>
                  <a:gd name="connsiteY115" fmla="*/ 811711 h 1494232"/>
                  <a:gd name="connsiteX116" fmla="*/ 1240271 w 2313030"/>
                  <a:gd name="connsiteY116" fmla="*/ 816903 h 1494232"/>
                  <a:gd name="connsiteX117" fmla="*/ 1189617 w 2313030"/>
                  <a:gd name="connsiteY117" fmla="*/ 815998 h 1494232"/>
                  <a:gd name="connsiteX118" fmla="*/ 1034272 w 2313030"/>
                  <a:gd name="connsiteY118" fmla="*/ 797886 h 1494232"/>
                  <a:gd name="connsiteX119" fmla="*/ 994545 w 2313030"/>
                  <a:gd name="connsiteY119" fmla="*/ 794927 h 1494232"/>
                  <a:gd name="connsiteX120" fmla="*/ 955966 w 2313030"/>
                  <a:gd name="connsiteY120" fmla="*/ 794505 h 1494232"/>
                  <a:gd name="connsiteX121" fmla="*/ 872648 w 2313030"/>
                  <a:gd name="connsiteY121" fmla="*/ 799033 h 1494232"/>
                  <a:gd name="connsiteX122" fmla="*/ 789875 w 2313030"/>
                  <a:gd name="connsiteY122" fmla="*/ 812074 h 1494232"/>
                  <a:gd name="connsiteX123" fmla="*/ 746707 w 2313030"/>
                  <a:gd name="connsiteY123" fmla="*/ 822156 h 1494232"/>
                  <a:gd name="connsiteX124" fmla="*/ 709516 w 2313030"/>
                  <a:gd name="connsiteY124" fmla="*/ 833024 h 1494232"/>
                  <a:gd name="connsiteX125" fmla="*/ 560209 w 2313030"/>
                  <a:gd name="connsiteY125" fmla="*/ 896297 h 1494232"/>
                  <a:gd name="connsiteX126" fmla="*/ 558349 w 2313030"/>
                  <a:gd name="connsiteY126" fmla="*/ 905051 h 1494232"/>
                  <a:gd name="connsiteX127" fmla="*/ 558458 w 2313030"/>
                  <a:gd name="connsiteY127" fmla="*/ 905232 h 1494232"/>
                  <a:gd name="connsiteX128" fmla="*/ 567393 w 2313030"/>
                  <a:gd name="connsiteY128" fmla="*/ 906983 h 1494232"/>
                  <a:gd name="connsiteX129" fmla="*/ 580796 w 2313030"/>
                  <a:gd name="connsiteY129" fmla="*/ 899919 h 1494232"/>
                  <a:gd name="connsiteX130" fmla="*/ 580796 w 2313030"/>
                  <a:gd name="connsiteY130" fmla="*/ 899919 h 1494232"/>
                  <a:gd name="connsiteX131" fmla="*/ 581159 w 2313030"/>
                  <a:gd name="connsiteY131" fmla="*/ 899919 h 1494232"/>
                  <a:gd name="connsiteX132" fmla="*/ 582306 w 2313030"/>
                  <a:gd name="connsiteY132" fmla="*/ 899315 h 1494232"/>
                  <a:gd name="connsiteX133" fmla="*/ 582004 w 2313030"/>
                  <a:gd name="connsiteY133" fmla="*/ 899315 h 1494232"/>
                  <a:gd name="connsiteX134" fmla="*/ 673472 w 2313030"/>
                  <a:gd name="connsiteY134" fmla="*/ 861702 h 1494232"/>
                  <a:gd name="connsiteX135" fmla="*/ 768442 w 2313030"/>
                  <a:gd name="connsiteY135" fmla="*/ 836948 h 1494232"/>
                  <a:gd name="connsiteX136" fmla="*/ 971120 w 2313030"/>
                  <a:gd name="connsiteY136" fmla="*/ 822881 h 1494232"/>
                  <a:gd name="connsiteX137" fmla="*/ 967256 w 2313030"/>
                  <a:gd name="connsiteY137" fmla="*/ 822518 h 1494232"/>
                  <a:gd name="connsiteX138" fmla="*/ 1012839 w 2313030"/>
                  <a:gd name="connsiteY138" fmla="*/ 827046 h 1494232"/>
                  <a:gd name="connsiteX139" fmla="*/ 1054799 w 2313030"/>
                  <a:gd name="connsiteY139" fmla="*/ 833688 h 1494232"/>
                  <a:gd name="connsiteX140" fmla="*/ 1144637 w 2313030"/>
                  <a:gd name="connsiteY140" fmla="*/ 849023 h 1494232"/>
                  <a:gd name="connsiteX141" fmla="*/ 1320690 w 2313030"/>
                  <a:gd name="connsiteY141" fmla="*/ 840691 h 1494232"/>
                  <a:gd name="connsiteX142" fmla="*/ 1324615 w 2313030"/>
                  <a:gd name="connsiteY142" fmla="*/ 838216 h 1494232"/>
                  <a:gd name="connsiteX143" fmla="*/ 1354259 w 2313030"/>
                  <a:gd name="connsiteY143" fmla="*/ 857838 h 1494232"/>
                  <a:gd name="connsiteX144" fmla="*/ 1465831 w 2313030"/>
                  <a:gd name="connsiteY144" fmla="*/ 918816 h 1494232"/>
                  <a:gd name="connsiteX145" fmla="*/ 1586581 w 2313030"/>
                  <a:gd name="connsiteY145" fmla="*/ 971222 h 1494232"/>
                  <a:gd name="connsiteX146" fmla="*/ 1704614 w 2313030"/>
                  <a:gd name="connsiteY146" fmla="*/ 1015477 h 1494232"/>
                  <a:gd name="connsiteX147" fmla="*/ 1892380 w 2313030"/>
                  <a:gd name="connsiteY147" fmla="*/ 1088289 h 1494232"/>
                  <a:gd name="connsiteX148" fmla="*/ 1879097 w 2313030"/>
                  <a:gd name="connsiteY148" fmla="*/ 1111593 h 1494232"/>
                  <a:gd name="connsiteX149" fmla="*/ 1824760 w 2313030"/>
                  <a:gd name="connsiteY149" fmla="*/ 1172753 h 1494232"/>
                  <a:gd name="connsiteX150" fmla="*/ 1716448 w 2313030"/>
                  <a:gd name="connsiteY150" fmla="*/ 1245686 h 1494232"/>
                  <a:gd name="connsiteX151" fmla="*/ 1715361 w 2313030"/>
                  <a:gd name="connsiteY151" fmla="*/ 1246229 h 1494232"/>
                  <a:gd name="connsiteX152" fmla="*/ 1715361 w 2313030"/>
                  <a:gd name="connsiteY152" fmla="*/ 1246229 h 1494232"/>
                  <a:gd name="connsiteX153" fmla="*/ 1714998 w 2313030"/>
                  <a:gd name="connsiteY153" fmla="*/ 1246229 h 1494232"/>
                  <a:gd name="connsiteX154" fmla="*/ 1715542 w 2313030"/>
                  <a:gd name="connsiteY154" fmla="*/ 1246229 h 1494232"/>
                  <a:gd name="connsiteX155" fmla="*/ 1714636 w 2313030"/>
                  <a:gd name="connsiteY155" fmla="*/ 1246712 h 1494232"/>
                  <a:gd name="connsiteX156" fmla="*/ 1714636 w 2313030"/>
                  <a:gd name="connsiteY156" fmla="*/ 1246712 h 1494232"/>
                  <a:gd name="connsiteX157" fmla="*/ 1577163 w 2313030"/>
                  <a:gd name="connsiteY157" fmla="*/ 1299782 h 1494232"/>
                  <a:gd name="connsiteX158" fmla="*/ 1420852 w 2313030"/>
                  <a:gd name="connsiteY158" fmla="*/ 1347176 h 1494232"/>
                  <a:gd name="connsiteX159" fmla="*/ 1344176 w 2313030"/>
                  <a:gd name="connsiteY159" fmla="*/ 1372111 h 1494232"/>
                  <a:gd name="connsiteX160" fmla="*/ 1268466 w 2313030"/>
                  <a:gd name="connsiteY160" fmla="*/ 1401392 h 1494232"/>
                  <a:gd name="connsiteX161" fmla="*/ 1120970 w 2313030"/>
                  <a:gd name="connsiteY161" fmla="*/ 1480967 h 1494232"/>
                  <a:gd name="connsiteX162" fmla="*/ 1119038 w 2313030"/>
                  <a:gd name="connsiteY162" fmla="*/ 1491230 h 1494232"/>
                  <a:gd name="connsiteX163" fmla="*/ 1129242 w 2313030"/>
                  <a:gd name="connsiteY163" fmla="*/ 1493102 h 1494232"/>
                  <a:gd name="connsiteX164" fmla="*/ 1200544 w 2313030"/>
                  <a:gd name="connsiteY164" fmla="*/ 1451745 h 1494232"/>
                  <a:gd name="connsiteX165" fmla="*/ 1277703 w 2313030"/>
                  <a:gd name="connsiteY165" fmla="*/ 1417996 h 1494232"/>
                  <a:gd name="connsiteX166" fmla="*/ 1358002 w 2313030"/>
                  <a:gd name="connsiteY166" fmla="*/ 1391974 h 1494232"/>
                  <a:gd name="connsiteX167" fmla="*/ 1439508 w 2313030"/>
                  <a:gd name="connsiteY167" fmla="*/ 1371205 h 1494232"/>
                  <a:gd name="connsiteX168" fmla="*/ 1522161 w 2313030"/>
                  <a:gd name="connsiteY168" fmla="*/ 1352006 h 1494232"/>
                  <a:gd name="connsiteX169" fmla="*/ 1684509 w 2313030"/>
                  <a:gd name="connsiteY169" fmla="*/ 1309744 h 1494232"/>
                  <a:gd name="connsiteX170" fmla="*/ 1800972 w 2313030"/>
                  <a:gd name="connsiteY170" fmla="*/ 1259935 h 1494232"/>
                  <a:gd name="connsiteX171" fmla="*/ 1854042 w 2313030"/>
                  <a:gd name="connsiteY171" fmla="*/ 1224917 h 1494232"/>
                  <a:gd name="connsiteX172" fmla="*/ 1903972 w 2313030"/>
                  <a:gd name="connsiteY172" fmla="*/ 1178851 h 1494232"/>
                  <a:gd name="connsiteX173" fmla="*/ 1923895 w 2313030"/>
                  <a:gd name="connsiteY173" fmla="*/ 1153735 h 1494232"/>
                  <a:gd name="connsiteX174" fmla="*/ 1942008 w 2313030"/>
                  <a:gd name="connsiteY174" fmla="*/ 1124453 h 1494232"/>
                  <a:gd name="connsiteX175" fmla="*/ 1947442 w 2313030"/>
                  <a:gd name="connsiteY175" fmla="*/ 1113163 h 1494232"/>
                  <a:gd name="connsiteX176" fmla="*/ 2123133 w 2313030"/>
                  <a:gd name="connsiteY176" fmla="*/ 1225520 h 1494232"/>
                  <a:gd name="connsiteX177" fmla="*/ 2231324 w 2313030"/>
                  <a:gd name="connsiteY177" fmla="*/ 1345063 h 1494232"/>
                  <a:gd name="connsiteX178" fmla="*/ 2230237 w 2313030"/>
                  <a:gd name="connsiteY178" fmla="*/ 1343433 h 1494232"/>
                  <a:gd name="connsiteX179" fmla="*/ 2231505 w 2313030"/>
                  <a:gd name="connsiteY179" fmla="*/ 1345244 h 1494232"/>
                  <a:gd name="connsiteX180" fmla="*/ 2234283 w 2313030"/>
                  <a:gd name="connsiteY180" fmla="*/ 1349168 h 1494232"/>
                  <a:gd name="connsiteX181" fmla="*/ 2232170 w 2313030"/>
                  <a:gd name="connsiteY181" fmla="*/ 1346270 h 1494232"/>
                  <a:gd name="connsiteX182" fmla="*/ 2261572 w 2313030"/>
                  <a:gd name="connsiteY182" fmla="*/ 1392699 h 1494232"/>
                  <a:gd name="connsiteX183" fmla="*/ 2277572 w 2313030"/>
                  <a:gd name="connsiteY183" fmla="*/ 1406223 h 1494232"/>
                  <a:gd name="connsiteX184" fmla="*/ 2311816 w 2313030"/>
                  <a:gd name="connsiteY184" fmla="*/ 1388412 h 1494232"/>
                  <a:gd name="connsiteX185" fmla="*/ 2309993 w 2313030"/>
                  <a:gd name="connsiteY185" fmla="*/ 1367583 h 149423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</a:cxnLst>
                <a:rect l="l" t="t" r="r" b="b"/>
                <a:pathLst>
                  <a:path w="2313030" h="1494232">
                    <a:moveTo>
                      <a:pt x="2310415" y="1367824"/>
                    </a:moveTo>
                    <a:cubicBezTo>
                      <a:pt x="2269505" y="1294891"/>
                      <a:pt x="2215446" y="1230109"/>
                      <a:pt x="2150965" y="1176859"/>
                    </a:cubicBezTo>
                    <a:cubicBezTo>
                      <a:pt x="2093591" y="1129887"/>
                      <a:pt x="2030451" y="1090401"/>
                      <a:pt x="1963079" y="1059429"/>
                    </a:cubicBezTo>
                    <a:lnTo>
                      <a:pt x="1962596" y="1059429"/>
                    </a:lnTo>
                    <a:cubicBezTo>
                      <a:pt x="1962970" y="1055807"/>
                      <a:pt x="1962584" y="1052124"/>
                      <a:pt x="1961449" y="1048623"/>
                    </a:cubicBezTo>
                    <a:lnTo>
                      <a:pt x="1958369" y="1042585"/>
                    </a:lnTo>
                    <a:cubicBezTo>
                      <a:pt x="1951964" y="1033166"/>
                      <a:pt x="1940299" y="1028880"/>
                      <a:pt x="1929329" y="1031899"/>
                    </a:cubicBezTo>
                    <a:cubicBezTo>
                      <a:pt x="1924747" y="1033166"/>
                      <a:pt x="1920587" y="1035642"/>
                      <a:pt x="1917254" y="1039022"/>
                    </a:cubicBezTo>
                    <a:cubicBezTo>
                      <a:pt x="1893587" y="1028638"/>
                      <a:pt x="1869739" y="1018616"/>
                      <a:pt x="1845650" y="1009198"/>
                    </a:cubicBezTo>
                    <a:cubicBezTo>
                      <a:pt x="1806949" y="994164"/>
                      <a:pt x="1767826" y="979976"/>
                      <a:pt x="1728764" y="965788"/>
                    </a:cubicBezTo>
                    <a:cubicBezTo>
                      <a:pt x="1704856" y="957094"/>
                      <a:pt x="1680965" y="948340"/>
                      <a:pt x="1657099" y="939465"/>
                    </a:cubicBezTo>
                    <a:cubicBezTo>
                      <a:pt x="1656562" y="938076"/>
                      <a:pt x="1655873" y="936687"/>
                      <a:pt x="1655046" y="935419"/>
                    </a:cubicBezTo>
                    <a:cubicBezTo>
                      <a:pt x="1653899" y="934091"/>
                      <a:pt x="1652692" y="932823"/>
                      <a:pt x="1651484" y="931495"/>
                    </a:cubicBezTo>
                    <a:lnTo>
                      <a:pt x="1650277" y="930106"/>
                    </a:lnTo>
                    <a:cubicBezTo>
                      <a:pt x="1628729" y="905534"/>
                      <a:pt x="1610315" y="878365"/>
                      <a:pt x="1595456" y="849204"/>
                    </a:cubicBezTo>
                    <a:cubicBezTo>
                      <a:pt x="1574174" y="804919"/>
                      <a:pt x="1558597" y="758123"/>
                      <a:pt x="1549088" y="709919"/>
                    </a:cubicBezTo>
                    <a:cubicBezTo>
                      <a:pt x="1533814" y="635598"/>
                      <a:pt x="1526870" y="560008"/>
                      <a:pt x="1512441" y="485687"/>
                    </a:cubicBezTo>
                    <a:cubicBezTo>
                      <a:pt x="1505685" y="448164"/>
                      <a:pt x="1495958" y="411239"/>
                      <a:pt x="1483340" y="375262"/>
                    </a:cubicBezTo>
                    <a:cubicBezTo>
                      <a:pt x="1470915" y="340666"/>
                      <a:pt x="1454264" y="307732"/>
                      <a:pt x="1433772" y="277213"/>
                    </a:cubicBezTo>
                    <a:cubicBezTo>
                      <a:pt x="1432094" y="274792"/>
                      <a:pt x="1429075" y="273681"/>
                      <a:pt x="1426226" y="274435"/>
                    </a:cubicBezTo>
                    <a:cubicBezTo>
                      <a:pt x="1425489" y="274653"/>
                      <a:pt x="1424795" y="275003"/>
                      <a:pt x="1424173" y="275462"/>
                    </a:cubicBezTo>
                    <a:cubicBezTo>
                      <a:pt x="1421021" y="277605"/>
                      <a:pt x="1420182" y="281892"/>
                      <a:pt x="1422301" y="285061"/>
                    </a:cubicBezTo>
                    <a:cubicBezTo>
                      <a:pt x="1430536" y="297281"/>
                      <a:pt x="1437999" y="310008"/>
                      <a:pt x="1444640" y="323158"/>
                    </a:cubicBezTo>
                    <a:cubicBezTo>
                      <a:pt x="1463912" y="362987"/>
                      <a:pt x="1478112" y="405075"/>
                      <a:pt x="1486902" y="448436"/>
                    </a:cubicBezTo>
                    <a:cubicBezTo>
                      <a:pt x="1496260" y="493777"/>
                      <a:pt x="1501634" y="539783"/>
                      <a:pt x="1506585" y="585789"/>
                    </a:cubicBezTo>
                    <a:cubicBezTo>
                      <a:pt x="1511354" y="630647"/>
                      <a:pt x="1515158" y="675626"/>
                      <a:pt x="1522040" y="720183"/>
                    </a:cubicBezTo>
                    <a:cubicBezTo>
                      <a:pt x="1525542" y="743126"/>
                      <a:pt x="1529768" y="766068"/>
                      <a:pt x="1535202" y="788648"/>
                    </a:cubicBezTo>
                    <a:cubicBezTo>
                      <a:pt x="1539996" y="809544"/>
                      <a:pt x="1546287" y="830065"/>
                      <a:pt x="1554039" y="850050"/>
                    </a:cubicBezTo>
                    <a:cubicBezTo>
                      <a:pt x="1561942" y="870637"/>
                      <a:pt x="1571874" y="890380"/>
                      <a:pt x="1583683" y="908975"/>
                    </a:cubicBezTo>
                    <a:cubicBezTo>
                      <a:pt x="1584347" y="909941"/>
                      <a:pt x="1585132" y="910847"/>
                      <a:pt x="1585796" y="911813"/>
                    </a:cubicBezTo>
                    <a:cubicBezTo>
                      <a:pt x="1556816" y="900221"/>
                      <a:pt x="1528018" y="888146"/>
                      <a:pt x="1499702" y="875044"/>
                    </a:cubicBezTo>
                    <a:cubicBezTo>
                      <a:pt x="1448335" y="851136"/>
                      <a:pt x="1398930" y="823243"/>
                      <a:pt x="1351965" y="791546"/>
                    </a:cubicBezTo>
                    <a:cubicBezTo>
                      <a:pt x="1301129" y="756130"/>
                      <a:pt x="1252159" y="718100"/>
                      <a:pt x="1205254" y="677619"/>
                    </a:cubicBezTo>
                    <a:lnTo>
                      <a:pt x="1205616" y="677921"/>
                    </a:lnTo>
                    <a:lnTo>
                      <a:pt x="1204348" y="676834"/>
                    </a:lnTo>
                    <a:lnTo>
                      <a:pt x="1200665" y="673755"/>
                    </a:lnTo>
                    <a:lnTo>
                      <a:pt x="1201390" y="674358"/>
                    </a:lnTo>
                    <a:cubicBezTo>
                      <a:pt x="1142645" y="624127"/>
                      <a:pt x="1083900" y="573835"/>
                      <a:pt x="1022257" y="527225"/>
                    </a:cubicBezTo>
                    <a:cubicBezTo>
                      <a:pt x="1014348" y="514124"/>
                      <a:pt x="1007043" y="500781"/>
                      <a:pt x="1000100" y="487136"/>
                    </a:cubicBezTo>
                    <a:cubicBezTo>
                      <a:pt x="980037" y="445985"/>
                      <a:pt x="962516" y="403644"/>
                      <a:pt x="947634" y="360349"/>
                    </a:cubicBezTo>
                    <a:cubicBezTo>
                      <a:pt x="939966" y="338433"/>
                      <a:pt x="932238" y="316517"/>
                      <a:pt x="924812" y="294420"/>
                    </a:cubicBezTo>
                    <a:cubicBezTo>
                      <a:pt x="917567" y="273409"/>
                      <a:pt x="910685" y="252157"/>
                      <a:pt x="903017" y="231449"/>
                    </a:cubicBezTo>
                    <a:cubicBezTo>
                      <a:pt x="888322" y="188329"/>
                      <a:pt x="869944" y="146555"/>
                      <a:pt x="848076" y="106593"/>
                    </a:cubicBezTo>
                    <a:cubicBezTo>
                      <a:pt x="836864" y="86706"/>
                      <a:pt x="824192" y="67675"/>
                      <a:pt x="810160" y="49660"/>
                    </a:cubicBezTo>
                    <a:cubicBezTo>
                      <a:pt x="796486" y="32435"/>
                      <a:pt x="781507" y="16291"/>
                      <a:pt x="765362" y="1360"/>
                    </a:cubicBezTo>
                    <a:cubicBezTo>
                      <a:pt x="764101" y="225"/>
                      <a:pt x="762338" y="-168"/>
                      <a:pt x="760714" y="333"/>
                    </a:cubicBezTo>
                    <a:cubicBezTo>
                      <a:pt x="759705" y="581"/>
                      <a:pt x="758800" y="1130"/>
                      <a:pt x="758117" y="1903"/>
                    </a:cubicBezTo>
                    <a:cubicBezTo>
                      <a:pt x="756312" y="4083"/>
                      <a:pt x="756578" y="7301"/>
                      <a:pt x="758721" y="9148"/>
                    </a:cubicBezTo>
                    <a:cubicBezTo>
                      <a:pt x="766570" y="16393"/>
                      <a:pt x="774117" y="23982"/>
                      <a:pt x="781362" y="31910"/>
                    </a:cubicBezTo>
                    <a:cubicBezTo>
                      <a:pt x="803139" y="56555"/>
                      <a:pt x="821608" y="83935"/>
                      <a:pt x="836303" y="113355"/>
                    </a:cubicBezTo>
                    <a:cubicBezTo>
                      <a:pt x="855303" y="152647"/>
                      <a:pt x="870620" y="193618"/>
                      <a:pt x="882067" y="235735"/>
                    </a:cubicBezTo>
                    <a:cubicBezTo>
                      <a:pt x="888026" y="257229"/>
                      <a:pt x="893780" y="278782"/>
                      <a:pt x="899334" y="300397"/>
                    </a:cubicBezTo>
                    <a:cubicBezTo>
                      <a:pt x="904526" y="321166"/>
                      <a:pt x="909356" y="341995"/>
                      <a:pt x="915213" y="362523"/>
                    </a:cubicBezTo>
                    <a:cubicBezTo>
                      <a:pt x="921069" y="383050"/>
                      <a:pt x="927288" y="405328"/>
                      <a:pt x="934835" y="426278"/>
                    </a:cubicBezTo>
                    <a:cubicBezTo>
                      <a:pt x="941609" y="445049"/>
                      <a:pt x="949409" y="463427"/>
                      <a:pt x="958200" y="481340"/>
                    </a:cubicBezTo>
                    <a:cubicBezTo>
                      <a:pt x="942744" y="471076"/>
                      <a:pt x="927107" y="461114"/>
                      <a:pt x="911107" y="451696"/>
                    </a:cubicBezTo>
                    <a:cubicBezTo>
                      <a:pt x="874882" y="430523"/>
                      <a:pt x="837752" y="411124"/>
                      <a:pt x="799716" y="393494"/>
                    </a:cubicBezTo>
                    <a:cubicBezTo>
                      <a:pt x="757453" y="373933"/>
                      <a:pt x="714346" y="356606"/>
                      <a:pt x="670514" y="341089"/>
                    </a:cubicBezTo>
                    <a:cubicBezTo>
                      <a:pt x="668358" y="338541"/>
                      <a:pt x="665436" y="336760"/>
                      <a:pt x="662182" y="336018"/>
                    </a:cubicBezTo>
                    <a:cubicBezTo>
                      <a:pt x="660189" y="335589"/>
                      <a:pt x="658137" y="335589"/>
                      <a:pt x="656144" y="336018"/>
                    </a:cubicBezTo>
                    <a:cubicBezTo>
                      <a:pt x="605508" y="318588"/>
                      <a:pt x="554111" y="303494"/>
                      <a:pt x="501947" y="290737"/>
                    </a:cubicBezTo>
                    <a:cubicBezTo>
                      <a:pt x="479910" y="285303"/>
                      <a:pt x="457813" y="280352"/>
                      <a:pt x="435535" y="275583"/>
                    </a:cubicBezTo>
                    <a:cubicBezTo>
                      <a:pt x="435088" y="273204"/>
                      <a:pt x="433802" y="271060"/>
                      <a:pt x="431912" y="269545"/>
                    </a:cubicBezTo>
                    <a:cubicBezTo>
                      <a:pt x="418937" y="259390"/>
                      <a:pt x="406820" y="248184"/>
                      <a:pt x="395687" y="236037"/>
                    </a:cubicBezTo>
                    <a:cubicBezTo>
                      <a:pt x="371537" y="209049"/>
                      <a:pt x="351010" y="179224"/>
                      <a:pt x="328067" y="151512"/>
                    </a:cubicBezTo>
                    <a:cubicBezTo>
                      <a:pt x="316964" y="137698"/>
                      <a:pt x="304859" y="124724"/>
                      <a:pt x="291842" y="112691"/>
                    </a:cubicBezTo>
                    <a:cubicBezTo>
                      <a:pt x="278433" y="100447"/>
                      <a:pt x="263593" y="89864"/>
                      <a:pt x="247648" y="81175"/>
                    </a:cubicBezTo>
                    <a:cubicBezTo>
                      <a:pt x="246326" y="80493"/>
                      <a:pt x="244798" y="80318"/>
                      <a:pt x="243361" y="80692"/>
                    </a:cubicBezTo>
                    <a:cubicBezTo>
                      <a:pt x="241411" y="81218"/>
                      <a:pt x="239781" y="82558"/>
                      <a:pt x="238894" y="84375"/>
                    </a:cubicBezTo>
                    <a:cubicBezTo>
                      <a:pt x="237427" y="87678"/>
                      <a:pt x="238839" y="91554"/>
                      <a:pt x="242093" y="93130"/>
                    </a:cubicBezTo>
                    <a:cubicBezTo>
                      <a:pt x="245776" y="95182"/>
                      <a:pt x="249399" y="97295"/>
                      <a:pt x="252961" y="99529"/>
                    </a:cubicBezTo>
                    <a:cubicBezTo>
                      <a:pt x="268242" y="109365"/>
                      <a:pt x="282213" y="121089"/>
                      <a:pt x="294559" y="134426"/>
                    </a:cubicBezTo>
                    <a:cubicBezTo>
                      <a:pt x="305469" y="146791"/>
                      <a:pt x="315552" y="159862"/>
                      <a:pt x="324747" y="173549"/>
                    </a:cubicBezTo>
                    <a:cubicBezTo>
                      <a:pt x="333863" y="187013"/>
                      <a:pt x="342557" y="200718"/>
                      <a:pt x="351613" y="214121"/>
                    </a:cubicBezTo>
                    <a:cubicBezTo>
                      <a:pt x="364087" y="232982"/>
                      <a:pt x="378233" y="250684"/>
                      <a:pt x="393876" y="267009"/>
                    </a:cubicBezTo>
                    <a:cubicBezTo>
                      <a:pt x="378963" y="263930"/>
                      <a:pt x="364111" y="260972"/>
                      <a:pt x="349199" y="257953"/>
                    </a:cubicBezTo>
                    <a:cubicBezTo>
                      <a:pt x="297880" y="247991"/>
                      <a:pt x="246561" y="238814"/>
                      <a:pt x="195182" y="229698"/>
                    </a:cubicBezTo>
                    <a:cubicBezTo>
                      <a:pt x="195738" y="229861"/>
                      <a:pt x="196299" y="229982"/>
                      <a:pt x="196873" y="230060"/>
                    </a:cubicBezTo>
                    <a:cubicBezTo>
                      <a:pt x="133419" y="218890"/>
                      <a:pt x="70086" y="207721"/>
                      <a:pt x="6933" y="194741"/>
                    </a:cubicBezTo>
                    <a:cubicBezTo>
                      <a:pt x="5925" y="194475"/>
                      <a:pt x="4863" y="194475"/>
                      <a:pt x="3854" y="194741"/>
                    </a:cubicBezTo>
                    <a:cubicBezTo>
                      <a:pt x="2118" y="195133"/>
                      <a:pt x="744" y="196461"/>
                      <a:pt x="292" y="198182"/>
                    </a:cubicBezTo>
                    <a:cubicBezTo>
                      <a:pt x="-572" y="200983"/>
                      <a:pt x="994" y="203954"/>
                      <a:pt x="3794" y="204823"/>
                    </a:cubicBezTo>
                    <a:cubicBezTo>
                      <a:pt x="54267" y="215329"/>
                      <a:pt x="104861" y="225170"/>
                      <a:pt x="155395" y="235010"/>
                    </a:cubicBezTo>
                    <a:cubicBezTo>
                      <a:pt x="207197" y="245154"/>
                      <a:pt x="258998" y="254995"/>
                      <a:pt x="310679" y="265681"/>
                    </a:cubicBezTo>
                    <a:cubicBezTo>
                      <a:pt x="362360" y="276367"/>
                      <a:pt x="412532" y="287658"/>
                      <a:pt x="463005" y="300638"/>
                    </a:cubicBezTo>
                    <a:cubicBezTo>
                      <a:pt x="513478" y="313619"/>
                      <a:pt x="563469" y="327927"/>
                      <a:pt x="612735" y="344772"/>
                    </a:cubicBezTo>
                    <a:lnTo>
                      <a:pt x="625655" y="349421"/>
                    </a:lnTo>
                    <a:cubicBezTo>
                      <a:pt x="605170" y="357819"/>
                      <a:pt x="583948" y="364285"/>
                      <a:pt x="562261" y="368741"/>
                    </a:cubicBezTo>
                    <a:lnTo>
                      <a:pt x="563227" y="368741"/>
                    </a:lnTo>
                    <a:cubicBezTo>
                      <a:pt x="483653" y="383895"/>
                      <a:pt x="402510" y="374778"/>
                      <a:pt x="322211" y="371941"/>
                    </a:cubicBezTo>
                    <a:cubicBezTo>
                      <a:pt x="281035" y="369483"/>
                      <a:pt x="239721" y="370353"/>
                      <a:pt x="198684" y="374537"/>
                    </a:cubicBezTo>
                    <a:cubicBezTo>
                      <a:pt x="179805" y="376710"/>
                      <a:pt x="161106" y="380200"/>
                      <a:pt x="142716" y="384982"/>
                    </a:cubicBezTo>
                    <a:cubicBezTo>
                      <a:pt x="141630" y="384982"/>
                      <a:pt x="140543" y="385525"/>
                      <a:pt x="139456" y="385888"/>
                    </a:cubicBezTo>
                    <a:cubicBezTo>
                      <a:pt x="119949" y="390971"/>
                      <a:pt x="100919" y="397739"/>
                      <a:pt x="82583" y="406113"/>
                    </a:cubicBezTo>
                    <a:cubicBezTo>
                      <a:pt x="80193" y="407067"/>
                      <a:pt x="78914" y="409675"/>
                      <a:pt x="79625" y="412150"/>
                    </a:cubicBezTo>
                    <a:cubicBezTo>
                      <a:pt x="80482" y="414626"/>
                      <a:pt x="83178" y="415948"/>
                      <a:pt x="85662" y="415109"/>
                    </a:cubicBezTo>
                    <a:cubicBezTo>
                      <a:pt x="108495" y="404537"/>
                      <a:pt x="132457" y="396598"/>
                      <a:pt x="157086" y="391442"/>
                    </a:cubicBezTo>
                    <a:cubicBezTo>
                      <a:pt x="181501" y="386612"/>
                      <a:pt x="206285" y="383901"/>
                      <a:pt x="231166" y="383352"/>
                    </a:cubicBezTo>
                    <a:cubicBezTo>
                      <a:pt x="255316" y="382627"/>
                      <a:pt x="279466" y="383654"/>
                      <a:pt x="303978" y="385284"/>
                    </a:cubicBezTo>
                    <a:lnTo>
                      <a:pt x="303978" y="385284"/>
                    </a:lnTo>
                    <a:cubicBezTo>
                      <a:pt x="364353" y="389631"/>
                      <a:pt x="424727" y="398687"/>
                      <a:pt x="485465" y="399713"/>
                    </a:cubicBezTo>
                    <a:cubicBezTo>
                      <a:pt x="546202" y="400740"/>
                      <a:pt x="608992" y="393314"/>
                      <a:pt x="663993" y="365662"/>
                    </a:cubicBezTo>
                    <a:cubicBezTo>
                      <a:pt x="664862" y="365167"/>
                      <a:pt x="665689" y="364605"/>
                      <a:pt x="666468" y="363971"/>
                    </a:cubicBezTo>
                    <a:cubicBezTo>
                      <a:pt x="696656" y="375744"/>
                      <a:pt x="726843" y="388121"/>
                      <a:pt x="756608" y="402249"/>
                    </a:cubicBezTo>
                    <a:lnTo>
                      <a:pt x="756185" y="402249"/>
                    </a:lnTo>
                    <a:lnTo>
                      <a:pt x="757574" y="402853"/>
                    </a:lnTo>
                    <a:lnTo>
                      <a:pt x="759385" y="403758"/>
                    </a:lnTo>
                    <a:lnTo>
                      <a:pt x="758842" y="403758"/>
                    </a:lnTo>
                    <a:cubicBezTo>
                      <a:pt x="804226" y="425415"/>
                      <a:pt x="848203" y="449897"/>
                      <a:pt x="890519" y="477053"/>
                    </a:cubicBezTo>
                    <a:cubicBezTo>
                      <a:pt x="930711" y="503220"/>
                      <a:pt x="969170" y="531958"/>
                      <a:pt x="1005654" y="563088"/>
                    </a:cubicBezTo>
                    <a:cubicBezTo>
                      <a:pt x="1015073" y="571118"/>
                      <a:pt x="1024189" y="579449"/>
                      <a:pt x="1033427" y="587660"/>
                    </a:cubicBezTo>
                    <a:cubicBezTo>
                      <a:pt x="1035298" y="589653"/>
                      <a:pt x="1037049" y="591766"/>
                      <a:pt x="1038981" y="593698"/>
                    </a:cubicBezTo>
                    <a:cubicBezTo>
                      <a:pt x="1040050" y="594658"/>
                      <a:pt x="1041306" y="595400"/>
                      <a:pt x="1042664" y="595871"/>
                    </a:cubicBezTo>
                    <a:cubicBezTo>
                      <a:pt x="1068263" y="618892"/>
                      <a:pt x="1093663" y="642161"/>
                      <a:pt x="1118857" y="665664"/>
                    </a:cubicBezTo>
                    <a:cubicBezTo>
                      <a:pt x="1156350" y="700622"/>
                      <a:pt x="1194326" y="735096"/>
                      <a:pt x="1233569" y="768302"/>
                    </a:cubicBezTo>
                    <a:cubicBezTo>
                      <a:pt x="1251320" y="783196"/>
                      <a:pt x="1269432" y="797662"/>
                      <a:pt x="1287907" y="811711"/>
                    </a:cubicBezTo>
                    <a:cubicBezTo>
                      <a:pt x="1272167" y="814555"/>
                      <a:pt x="1256252" y="816294"/>
                      <a:pt x="1240271" y="816903"/>
                    </a:cubicBezTo>
                    <a:cubicBezTo>
                      <a:pt x="1223366" y="817447"/>
                      <a:pt x="1206461" y="816903"/>
                      <a:pt x="1189617" y="815998"/>
                    </a:cubicBezTo>
                    <a:cubicBezTo>
                      <a:pt x="1137573" y="812436"/>
                      <a:pt x="1086074" y="803138"/>
                      <a:pt x="1034272" y="797886"/>
                    </a:cubicBezTo>
                    <a:cubicBezTo>
                      <a:pt x="1021050" y="796618"/>
                      <a:pt x="1007767" y="795591"/>
                      <a:pt x="994545" y="794927"/>
                    </a:cubicBezTo>
                    <a:cubicBezTo>
                      <a:pt x="981323" y="794263"/>
                      <a:pt x="968886" y="794323"/>
                      <a:pt x="955966" y="794505"/>
                    </a:cubicBezTo>
                    <a:cubicBezTo>
                      <a:pt x="928193" y="794505"/>
                      <a:pt x="900300" y="796074"/>
                      <a:pt x="872648" y="799033"/>
                    </a:cubicBezTo>
                    <a:cubicBezTo>
                      <a:pt x="844997" y="801991"/>
                      <a:pt x="817224" y="806580"/>
                      <a:pt x="789875" y="812074"/>
                    </a:cubicBezTo>
                    <a:cubicBezTo>
                      <a:pt x="775342" y="814971"/>
                      <a:pt x="760955" y="818353"/>
                      <a:pt x="746707" y="822156"/>
                    </a:cubicBezTo>
                    <a:cubicBezTo>
                      <a:pt x="734209" y="825416"/>
                      <a:pt x="721832" y="829099"/>
                      <a:pt x="709516" y="833024"/>
                    </a:cubicBezTo>
                    <a:cubicBezTo>
                      <a:pt x="657949" y="849566"/>
                      <a:pt x="607977" y="870758"/>
                      <a:pt x="560209" y="896297"/>
                    </a:cubicBezTo>
                    <a:cubicBezTo>
                      <a:pt x="557274" y="898229"/>
                      <a:pt x="556441" y="902153"/>
                      <a:pt x="558349" y="905051"/>
                    </a:cubicBezTo>
                    <a:cubicBezTo>
                      <a:pt x="558385" y="905111"/>
                      <a:pt x="558421" y="905171"/>
                      <a:pt x="558458" y="905232"/>
                    </a:cubicBezTo>
                    <a:cubicBezTo>
                      <a:pt x="560504" y="908070"/>
                      <a:pt x="564423" y="908855"/>
                      <a:pt x="567393" y="906983"/>
                    </a:cubicBezTo>
                    <a:cubicBezTo>
                      <a:pt x="571861" y="904568"/>
                      <a:pt x="576268" y="902274"/>
                      <a:pt x="580796" y="899919"/>
                    </a:cubicBezTo>
                    <a:lnTo>
                      <a:pt x="580796" y="899919"/>
                    </a:lnTo>
                    <a:lnTo>
                      <a:pt x="581159" y="899919"/>
                    </a:lnTo>
                    <a:lnTo>
                      <a:pt x="582306" y="899315"/>
                    </a:lnTo>
                    <a:lnTo>
                      <a:pt x="582004" y="899315"/>
                    </a:lnTo>
                    <a:cubicBezTo>
                      <a:pt x="611588" y="884705"/>
                      <a:pt x="642149" y="872086"/>
                      <a:pt x="673472" y="861702"/>
                    </a:cubicBezTo>
                    <a:cubicBezTo>
                      <a:pt x="704619" y="851619"/>
                      <a:pt x="736328" y="843348"/>
                      <a:pt x="768442" y="836948"/>
                    </a:cubicBezTo>
                    <a:cubicBezTo>
                      <a:pt x="835095" y="823424"/>
                      <a:pt x="903234" y="818715"/>
                      <a:pt x="971120" y="822881"/>
                    </a:cubicBezTo>
                    <a:lnTo>
                      <a:pt x="967256" y="822518"/>
                    </a:lnTo>
                    <a:cubicBezTo>
                      <a:pt x="982470" y="823665"/>
                      <a:pt x="997443" y="824994"/>
                      <a:pt x="1012839" y="827046"/>
                    </a:cubicBezTo>
                    <a:cubicBezTo>
                      <a:pt x="1026846" y="829099"/>
                      <a:pt x="1040793" y="831333"/>
                      <a:pt x="1054799" y="833688"/>
                    </a:cubicBezTo>
                    <a:cubicBezTo>
                      <a:pt x="1084987" y="838759"/>
                      <a:pt x="1114631" y="844676"/>
                      <a:pt x="1144637" y="849023"/>
                    </a:cubicBezTo>
                    <a:cubicBezTo>
                      <a:pt x="1202658" y="857355"/>
                      <a:pt x="1264844" y="862064"/>
                      <a:pt x="1320690" y="840691"/>
                    </a:cubicBezTo>
                    <a:cubicBezTo>
                      <a:pt x="1322097" y="840027"/>
                      <a:pt x="1323413" y="839182"/>
                      <a:pt x="1324615" y="838216"/>
                    </a:cubicBezTo>
                    <a:cubicBezTo>
                      <a:pt x="1334395" y="844978"/>
                      <a:pt x="1344236" y="851559"/>
                      <a:pt x="1354259" y="857838"/>
                    </a:cubicBezTo>
                    <a:cubicBezTo>
                      <a:pt x="1390212" y="880357"/>
                      <a:pt x="1427469" y="900704"/>
                      <a:pt x="1465831" y="918816"/>
                    </a:cubicBezTo>
                    <a:cubicBezTo>
                      <a:pt x="1505516" y="937653"/>
                      <a:pt x="1545768" y="955102"/>
                      <a:pt x="1586581" y="971222"/>
                    </a:cubicBezTo>
                    <a:cubicBezTo>
                      <a:pt x="1625644" y="986617"/>
                      <a:pt x="1665068" y="1001409"/>
                      <a:pt x="1704614" y="1015477"/>
                    </a:cubicBezTo>
                    <a:cubicBezTo>
                      <a:pt x="1767645" y="1038540"/>
                      <a:pt x="1830737" y="1061663"/>
                      <a:pt x="1892380" y="1088289"/>
                    </a:cubicBezTo>
                    <a:cubicBezTo>
                      <a:pt x="1888274" y="1096198"/>
                      <a:pt x="1883927" y="1104046"/>
                      <a:pt x="1879097" y="1111593"/>
                    </a:cubicBezTo>
                    <a:cubicBezTo>
                      <a:pt x="1863352" y="1133993"/>
                      <a:pt x="1845124" y="1154459"/>
                      <a:pt x="1824760" y="1172753"/>
                    </a:cubicBezTo>
                    <a:cubicBezTo>
                      <a:pt x="1791687" y="1201310"/>
                      <a:pt x="1755329" y="1225762"/>
                      <a:pt x="1716448" y="1245686"/>
                    </a:cubicBezTo>
                    <a:lnTo>
                      <a:pt x="1715361" y="1246229"/>
                    </a:lnTo>
                    <a:lnTo>
                      <a:pt x="1715361" y="1246229"/>
                    </a:lnTo>
                    <a:lnTo>
                      <a:pt x="1714998" y="1246229"/>
                    </a:lnTo>
                    <a:lnTo>
                      <a:pt x="1715542" y="1246229"/>
                    </a:lnTo>
                    <a:lnTo>
                      <a:pt x="1714636" y="1246712"/>
                    </a:lnTo>
                    <a:lnTo>
                      <a:pt x="1714636" y="1246712"/>
                    </a:lnTo>
                    <a:cubicBezTo>
                      <a:pt x="1670152" y="1267662"/>
                      <a:pt x="1624207" y="1285413"/>
                      <a:pt x="1577163" y="1299782"/>
                    </a:cubicBezTo>
                    <a:cubicBezTo>
                      <a:pt x="1525361" y="1316566"/>
                      <a:pt x="1472775" y="1330754"/>
                      <a:pt x="1420852" y="1347176"/>
                    </a:cubicBezTo>
                    <a:cubicBezTo>
                      <a:pt x="1395193" y="1355266"/>
                      <a:pt x="1369594" y="1363357"/>
                      <a:pt x="1344176" y="1372111"/>
                    </a:cubicBezTo>
                    <a:cubicBezTo>
                      <a:pt x="1318758" y="1380865"/>
                      <a:pt x="1293401" y="1391008"/>
                      <a:pt x="1268466" y="1401392"/>
                    </a:cubicBezTo>
                    <a:cubicBezTo>
                      <a:pt x="1216846" y="1423067"/>
                      <a:pt x="1167447" y="1449753"/>
                      <a:pt x="1120970" y="1480967"/>
                    </a:cubicBezTo>
                    <a:cubicBezTo>
                      <a:pt x="1117680" y="1483322"/>
                      <a:pt x="1116829" y="1487850"/>
                      <a:pt x="1119038" y="1491230"/>
                    </a:cubicBezTo>
                    <a:cubicBezTo>
                      <a:pt x="1121369" y="1494491"/>
                      <a:pt x="1125897" y="1495336"/>
                      <a:pt x="1129242" y="1493102"/>
                    </a:cubicBezTo>
                    <a:cubicBezTo>
                      <a:pt x="1152166" y="1477888"/>
                      <a:pt x="1175978" y="1464122"/>
                      <a:pt x="1200544" y="1451745"/>
                    </a:cubicBezTo>
                    <a:cubicBezTo>
                      <a:pt x="1225660" y="1439187"/>
                      <a:pt x="1251416" y="1427897"/>
                      <a:pt x="1277703" y="1417996"/>
                    </a:cubicBezTo>
                    <a:cubicBezTo>
                      <a:pt x="1304027" y="1408094"/>
                      <a:pt x="1330954" y="1399883"/>
                      <a:pt x="1358002" y="1391974"/>
                    </a:cubicBezTo>
                    <a:cubicBezTo>
                      <a:pt x="1385050" y="1384065"/>
                      <a:pt x="1412339" y="1377424"/>
                      <a:pt x="1439508" y="1371205"/>
                    </a:cubicBezTo>
                    <a:cubicBezTo>
                      <a:pt x="1466677" y="1364986"/>
                      <a:pt x="1494630" y="1358466"/>
                      <a:pt x="1522161" y="1352006"/>
                    </a:cubicBezTo>
                    <a:cubicBezTo>
                      <a:pt x="1576499" y="1339387"/>
                      <a:pt x="1630836" y="1326105"/>
                      <a:pt x="1684509" y="1309744"/>
                    </a:cubicBezTo>
                    <a:cubicBezTo>
                      <a:pt x="1725069" y="1297548"/>
                      <a:pt x="1764131" y="1280824"/>
                      <a:pt x="1800972" y="1259935"/>
                    </a:cubicBezTo>
                    <a:cubicBezTo>
                      <a:pt x="1819519" y="1249610"/>
                      <a:pt x="1837258" y="1237898"/>
                      <a:pt x="1854042" y="1224917"/>
                    </a:cubicBezTo>
                    <a:cubicBezTo>
                      <a:pt x="1872015" y="1211091"/>
                      <a:pt x="1888727" y="1195635"/>
                      <a:pt x="1903972" y="1178851"/>
                    </a:cubicBezTo>
                    <a:cubicBezTo>
                      <a:pt x="1911144" y="1170942"/>
                      <a:pt x="1917798" y="1162550"/>
                      <a:pt x="1923895" y="1153735"/>
                    </a:cubicBezTo>
                    <a:cubicBezTo>
                      <a:pt x="1930476" y="1144317"/>
                      <a:pt x="1936526" y="1134536"/>
                      <a:pt x="1942008" y="1124453"/>
                    </a:cubicBezTo>
                    <a:cubicBezTo>
                      <a:pt x="1943940" y="1120770"/>
                      <a:pt x="1945691" y="1116967"/>
                      <a:pt x="1947442" y="1113163"/>
                    </a:cubicBezTo>
                    <a:cubicBezTo>
                      <a:pt x="2010352" y="1143350"/>
                      <a:pt x="2069351" y="1181085"/>
                      <a:pt x="2123133" y="1225520"/>
                    </a:cubicBezTo>
                    <a:cubicBezTo>
                      <a:pt x="2163837" y="1260900"/>
                      <a:pt x="2200159" y="1301049"/>
                      <a:pt x="2231324" y="1345063"/>
                    </a:cubicBezTo>
                    <a:lnTo>
                      <a:pt x="2230237" y="1343433"/>
                    </a:lnTo>
                    <a:lnTo>
                      <a:pt x="2231505" y="1345244"/>
                    </a:lnTo>
                    <a:lnTo>
                      <a:pt x="2234283" y="1349168"/>
                    </a:lnTo>
                    <a:lnTo>
                      <a:pt x="2232170" y="1346270"/>
                    </a:lnTo>
                    <a:cubicBezTo>
                      <a:pt x="2242554" y="1361364"/>
                      <a:pt x="2252335" y="1376941"/>
                      <a:pt x="2261572" y="1392699"/>
                    </a:cubicBezTo>
                    <a:cubicBezTo>
                      <a:pt x="2264977" y="1399098"/>
                      <a:pt x="2270707" y="1403928"/>
                      <a:pt x="2277572" y="1406223"/>
                    </a:cubicBezTo>
                    <a:cubicBezTo>
                      <a:pt x="2291941" y="1410751"/>
                      <a:pt x="2307276" y="1402781"/>
                      <a:pt x="2311816" y="1388412"/>
                    </a:cubicBezTo>
                    <a:cubicBezTo>
                      <a:pt x="2314002" y="1381530"/>
                      <a:pt x="2313344" y="1373983"/>
                      <a:pt x="2309993" y="1367583"/>
                    </a:cubicBez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" name="" descr="dd6c6eda-45ce-48d3-a1f1-9c1c7a73e598"/>
              <p:cNvSpPr/>
              <p:nvPr/>
            </p:nvSpPr>
            <p:spPr>
              <a:xfrm>
                <a:off x="1660192" y="5818542"/>
                <a:ext cx="2233" cy="1086"/>
              </a:xfrm>
              <a:custGeom>
                <a:gdLst>
                  <a:gd name="connsiteX0" fmla="*/ 54 w 2233"/>
                  <a:gd name="connsiteY0" fmla="*/ 119 h 1086"/>
                  <a:gd name="connsiteX1" fmla="*/ 2288 w 2233"/>
                  <a:gd name="connsiteY1" fmla="*/ 1206 h 1086"/>
                  <a:gd name="connsiteX2" fmla="*/ 1020 w 2233"/>
                  <a:gd name="connsiteY2" fmla="*/ 542 h 108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33" h="1086">
                    <a:moveTo>
                      <a:pt x="54" y="119"/>
                    </a:moveTo>
                    <a:lnTo>
                      <a:pt x="2288" y="1206"/>
                    </a:lnTo>
                    <a:lnTo>
                      <a:pt x="1020" y="542"/>
                    </a:ln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" name="" descr="d9dba983-a419-4fd0-99ab-caff4590ad23"/>
              <p:cNvSpPr/>
              <p:nvPr/>
            </p:nvSpPr>
            <p:spPr>
              <a:xfrm>
                <a:off x="1484682" y="6315306"/>
                <a:ext cx="1086" cy="543"/>
              </a:xfrm>
              <a:custGeom>
                <a:gdLst>
                  <a:gd name="connsiteX0" fmla="*/ 54 w 1086"/>
                  <a:gd name="connsiteY0" fmla="*/ 662 h 543"/>
                  <a:gd name="connsiteX1" fmla="*/ 1141 w 1086"/>
                  <a:gd name="connsiteY1" fmla="*/ 119 h 543"/>
                  <a:gd name="connsiteX2" fmla="*/ 296 w 1086"/>
                  <a:gd name="connsiteY2" fmla="*/ 542 h 54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6" h="543">
                    <a:moveTo>
                      <a:pt x="54" y="662"/>
                    </a:moveTo>
                    <a:lnTo>
                      <a:pt x="1141" y="119"/>
                    </a:lnTo>
                    <a:lnTo>
                      <a:pt x="296" y="542"/>
                    </a:ln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96" name="" descr="e651d4d7-0a6e-478a-a7ae-7c4583b86f18"/>
            <p:cNvGrpSpPr/>
            <p:nvPr/>
          </p:nvGrpSpPr>
          <p:grpSpPr>
            <a:xfrm>
              <a:off x="10182108" y="2623534"/>
              <a:ext cx="2138478" cy="2079766"/>
              <a:chOff x="10268755" y="3290730"/>
              <a:chExt cx="2138478" cy="2079766"/>
            </a:xfrm>
          </p:grpSpPr>
          <p:sp>
            <p:nvSpPr>
              <p:cNvPr id="166" name="" descr="b9923c39-412a-4f0d-a05f-6b70a38cb148"/>
              <p:cNvSpPr/>
              <p:nvPr/>
            </p:nvSpPr>
            <p:spPr>
              <a:xfrm>
                <a:off x="10268755" y="4117162"/>
                <a:ext cx="1639508" cy="816373"/>
              </a:xfrm>
              <a:custGeom>
                <a:gdLst>
                  <a:gd name="connsiteX0" fmla="*/ 43109 w 1639508"/>
                  <a:gd name="connsiteY0" fmla="*/ 189463 h 816373"/>
                  <a:gd name="connsiteX1" fmla="*/ 43109 w 1639508"/>
                  <a:gd name="connsiteY1" fmla="*/ 189463 h 816373"/>
                  <a:gd name="connsiteX2" fmla="*/ 41177 w 1639508"/>
                  <a:gd name="connsiteY2" fmla="*/ 192542 h 816373"/>
                  <a:gd name="connsiteX3" fmla="*/ 17389 w 1639508"/>
                  <a:gd name="connsiteY3" fmla="*/ 239333 h 816373"/>
                  <a:gd name="connsiteX4" fmla="*/ 182 w 1639508"/>
                  <a:gd name="connsiteY4" fmla="*/ 334846 h 816373"/>
                  <a:gd name="connsiteX5" fmla="*/ 21977 w 1639508"/>
                  <a:gd name="connsiteY5" fmla="*/ 427219 h 816373"/>
                  <a:gd name="connsiteX6" fmla="*/ 73839 w 1639508"/>
                  <a:gd name="connsiteY6" fmla="*/ 510114 h 816373"/>
                  <a:gd name="connsiteX7" fmla="*/ 148462 w 1639508"/>
                  <a:gd name="connsiteY7" fmla="*/ 583711 h 816373"/>
                  <a:gd name="connsiteX8" fmla="*/ 236429 w 1639508"/>
                  <a:gd name="connsiteY8" fmla="*/ 645655 h 816373"/>
                  <a:gd name="connsiteX9" fmla="*/ 426610 w 1639508"/>
                  <a:gd name="connsiteY9" fmla="*/ 730663 h 816373"/>
                  <a:gd name="connsiteX10" fmla="*/ 553034 w 1639508"/>
                  <a:gd name="connsiteY10" fmla="*/ 756987 h 816373"/>
                  <a:gd name="connsiteX11" fmla="*/ 731986 w 1639508"/>
                  <a:gd name="connsiteY11" fmla="*/ 775099 h 816373"/>
                  <a:gd name="connsiteX12" fmla="*/ 1059519 w 1639508"/>
                  <a:gd name="connsiteY12" fmla="*/ 778178 h 816373"/>
                  <a:gd name="connsiteX13" fmla="*/ 1456484 w 1639508"/>
                  <a:gd name="connsiteY13" fmla="*/ 786027 h 816373"/>
                  <a:gd name="connsiteX14" fmla="*/ 1553084 w 1639508"/>
                  <a:gd name="connsiteY14" fmla="*/ 797136 h 816373"/>
                  <a:gd name="connsiteX15" fmla="*/ 1555378 w 1639508"/>
                  <a:gd name="connsiteY15" fmla="*/ 798585 h 816373"/>
                  <a:gd name="connsiteX16" fmla="*/ 1624447 w 1639508"/>
                  <a:gd name="connsiteY16" fmla="*/ 814765 h 816373"/>
                  <a:gd name="connsiteX17" fmla="*/ 1636522 w 1639508"/>
                  <a:gd name="connsiteY17" fmla="*/ 813920 h 816373"/>
                  <a:gd name="connsiteX18" fmla="*/ 1638092 w 1639508"/>
                  <a:gd name="connsiteY18" fmla="*/ 811988 h 816373"/>
                  <a:gd name="connsiteX19" fmla="*/ 1637065 w 1639508"/>
                  <a:gd name="connsiteY19" fmla="*/ 800336 h 816373"/>
                  <a:gd name="connsiteX20" fmla="*/ 1612492 w 1639508"/>
                  <a:gd name="connsiteY20" fmla="*/ 774918 h 816373"/>
                  <a:gd name="connsiteX21" fmla="*/ 1600417 w 1639508"/>
                  <a:gd name="connsiteY21" fmla="*/ 762843 h 816373"/>
                  <a:gd name="connsiteX22" fmla="*/ 1587196 w 1639508"/>
                  <a:gd name="connsiteY22" fmla="*/ 749440 h 816373"/>
                  <a:gd name="connsiteX23" fmla="*/ 1574034 w 1639508"/>
                  <a:gd name="connsiteY23" fmla="*/ 736037 h 816373"/>
                  <a:gd name="connsiteX24" fmla="*/ 1518126 w 1639508"/>
                  <a:gd name="connsiteY24" fmla="*/ 680311 h 816373"/>
                  <a:gd name="connsiteX25" fmla="*/ 1514203 w 1639508"/>
                  <a:gd name="connsiteY25" fmla="*/ 676447 h 816373"/>
                  <a:gd name="connsiteX26" fmla="*/ 1370329 w 1639508"/>
                  <a:gd name="connsiteY26" fmla="*/ 539577 h 816373"/>
                  <a:gd name="connsiteX27" fmla="*/ 1012668 w 1639508"/>
                  <a:gd name="connsiteY27" fmla="*/ 249476 h 816373"/>
                  <a:gd name="connsiteX28" fmla="*/ 815303 w 1639508"/>
                  <a:gd name="connsiteY28" fmla="*/ 127096 h 816373"/>
                  <a:gd name="connsiteX29" fmla="*/ 613651 w 1639508"/>
                  <a:gd name="connsiteY29" fmla="*/ 38284 h 816373"/>
                  <a:gd name="connsiteX30" fmla="*/ 420451 w 1639508"/>
                  <a:gd name="connsiteY30" fmla="*/ 550 h 816373"/>
                  <a:gd name="connsiteX31" fmla="*/ 327655 w 1639508"/>
                  <a:gd name="connsiteY31" fmla="*/ 5440 h 816373"/>
                  <a:gd name="connsiteX32" fmla="*/ 239448 w 1639508"/>
                  <a:gd name="connsiteY32" fmla="*/ 28987 h 816373"/>
                  <a:gd name="connsiteX33" fmla="*/ 81326 w 1639508"/>
                  <a:gd name="connsiteY33" fmla="*/ 139835 h 816373"/>
                  <a:gd name="connsiteX34" fmla="*/ 42867 w 1639508"/>
                  <a:gd name="connsiteY34" fmla="*/ 189584 h 81637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639508" h="816373">
                    <a:moveTo>
                      <a:pt x="43109" y="189463"/>
                    </a:moveTo>
                    <a:lnTo>
                      <a:pt x="43109" y="189463"/>
                    </a:lnTo>
                    <a:lnTo>
                      <a:pt x="41177" y="192542"/>
                    </a:lnTo>
                    <a:cubicBezTo>
                      <a:pt x="31939" y="207425"/>
                      <a:pt x="23970" y="223080"/>
                      <a:pt x="17389" y="239333"/>
                    </a:cubicBezTo>
                    <a:cubicBezTo>
                      <a:pt x="4952" y="269599"/>
                      <a:pt x="-905" y="302147"/>
                      <a:pt x="182" y="334846"/>
                    </a:cubicBezTo>
                    <a:cubicBezTo>
                      <a:pt x="1631" y="366730"/>
                      <a:pt x="8997" y="398058"/>
                      <a:pt x="21977" y="427219"/>
                    </a:cubicBezTo>
                    <a:cubicBezTo>
                      <a:pt x="35260" y="457153"/>
                      <a:pt x="52768" y="485058"/>
                      <a:pt x="73839" y="510114"/>
                    </a:cubicBezTo>
                    <a:cubicBezTo>
                      <a:pt x="96178" y="537083"/>
                      <a:pt x="121174" y="561740"/>
                      <a:pt x="148462" y="583711"/>
                    </a:cubicBezTo>
                    <a:cubicBezTo>
                      <a:pt x="176235" y="606454"/>
                      <a:pt x="205638" y="627157"/>
                      <a:pt x="236429" y="645655"/>
                    </a:cubicBezTo>
                    <a:cubicBezTo>
                      <a:pt x="295959" y="681929"/>
                      <a:pt x="359895" y="710492"/>
                      <a:pt x="426610" y="730663"/>
                    </a:cubicBezTo>
                    <a:cubicBezTo>
                      <a:pt x="468087" y="742316"/>
                      <a:pt x="510350" y="751112"/>
                      <a:pt x="553034" y="756987"/>
                    </a:cubicBezTo>
                    <a:cubicBezTo>
                      <a:pt x="607916" y="765439"/>
                      <a:pt x="666479" y="771295"/>
                      <a:pt x="731986" y="775099"/>
                    </a:cubicBezTo>
                    <a:cubicBezTo>
                      <a:pt x="841083" y="781137"/>
                      <a:pt x="952112" y="779567"/>
                      <a:pt x="1059519" y="778178"/>
                    </a:cubicBezTo>
                    <a:cubicBezTo>
                      <a:pt x="1189748" y="776367"/>
                      <a:pt x="1324384" y="774616"/>
                      <a:pt x="1456484" y="786027"/>
                    </a:cubicBezTo>
                    <a:cubicBezTo>
                      <a:pt x="1489569" y="788925"/>
                      <a:pt x="1522172" y="792668"/>
                      <a:pt x="1553084" y="797136"/>
                    </a:cubicBezTo>
                    <a:cubicBezTo>
                      <a:pt x="1553687" y="797866"/>
                      <a:pt x="1554472" y="798380"/>
                      <a:pt x="1555378" y="798585"/>
                    </a:cubicBezTo>
                    <a:cubicBezTo>
                      <a:pt x="1578562" y="802932"/>
                      <a:pt x="1601807" y="808366"/>
                      <a:pt x="1624447" y="814765"/>
                    </a:cubicBezTo>
                    <a:cubicBezTo>
                      <a:pt x="1628190" y="817356"/>
                      <a:pt x="1633201" y="816999"/>
                      <a:pt x="1636522" y="813920"/>
                    </a:cubicBezTo>
                    <a:cubicBezTo>
                      <a:pt x="1637126" y="813359"/>
                      <a:pt x="1637669" y="812707"/>
                      <a:pt x="1638092" y="811988"/>
                    </a:cubicBezTo>
                    <a:cubicBezTo>
                      <a:pt x="1640385" y="808312"/>
                      <a:pt x="1639963" y="803554"/>
                      <a:pt x="1637065" y="800336"/>
                    </a:cubicBezTo>
                    <a:cubicBezTo>
                      <a:pt x="1629095" y="791642"/>
                      <a:pt x="1620824" y="783250"/>
                      <a:pt x="1612492" y="774918"/>
                    </a:cubicBezTo>
                    <a:lnTo>
                      <a:pt x="1600417" y="762843"/>
                    </a:lnTo>
                    <a:lnTo>
                      <a:pt x="1587196" y="749440"/>
                    </a:lnTo>
                    <a:lnTo>
                      <a:pt x="1574034" y="736037"/>
                    </a:lnTo>
                    <a:cubicBezTo>
                      <a:pt x="1555499" y="717320"/>
                      <a:pt x="1536783" y="698786"/>
                      <a:pt x="1518126" y="680311"/>
                    </a:cubicBezTo>
                    <a:lnTo>
                      <a:pt x="1514203" y="676447"/>
                    </a:lnTo>
                    <a:cubicBezTo>
                      <a:pt x="1464212" y="627241"/>
                      <a:pt x="1417180" y="582443"/>
                      <a:pt x="1370329" y="539577"/>
                    </a:cubicBezTo>
                    <a:cubicBezTo>
                      <a:pt x="1244750" y="424864"/>
                      <a:pt x="1127743" y="329774"/>
                      <a:pt x="1012668" y="249476"/>
                    </a:cubicBezTo>
                    <a:cubicBezTo>
                      <a:pt x="949275" y="204931"/>
                      <a:pt x="883406" y="164069"/>
                      <a:pt x="815303" y="127096"/>
                    </a:cubicBezTo>
                    <a:cubicBezTo>
                      <a:pt x="750883" y="91547"/>
                      <a:pt x="683384" y="61831"/>
                      <a:pt x="613651" y="38284"/>
                    </a:cubicBezTo>
                    <a:cubicBezTo>
                      <a:pt x="551345" y="16664"/>
                      <a:pt x="486321" y="3961"/>
                      <a:pt x="420451" y="550"/>
                    </a:cubicBezTo>
                    <a:cubicBezTo>
                      <a:pt x="389419" y="-748"/>
                      <a:pt x="358386" y="888"/>
                      <a:pt x="327655" y="5440"/>
                    </a:cubicBezTo>
                    <a:cubicBezTo>
                      <a:pt x="297468" y="9987"/>
                      <a:pt x="267884" y="17884"/>
                      <a:pt x="239448" y="28987"/>
                    </a:cubicBezTo>
                    <a:cubicBezTo>
                      <a:pt x="178831" y="53161"/>
                      <a:pt x="124736" y="91112"/>
                      <a:pt x="81326" y="139835"/>
                    </a:cubicBezTo>
                    <a:cubicBezTo>
                      <a:pt x="67259" y="155393"/>
                      <a:pt x="54399" y="172027"/>
                      <a:pt x="42867" y="189584"/>
                    </a:cubicBezTo>
                  </a:path>
                </a:pathLst>
              </a:custGeom>
              <a:solidFill>
                <a:srgbClr val="B2B67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" name="" descr="8b55da3d-f6da-4a6d-a613-a5f698059c81"/>
              <p:cNvSpPr/>
              <p:nvPr/>
            </p:nvSpPr>
            <p:spPr>
              <a:xfrm>
                <a:off x="10829221" y="3290730"/>
                <a:ext cx="836316" cy="1123192"/>
              </a:xfrm>
              <a:custGeom>
                <a:gdLst>
                  <a:gd name="connsiteX0" fmla="*/ 37306 w 836316"/>
                  <a:gd name="connsiteY0" fmla="*/ 98620 h 1123192"/>
                  <a:gd name="connsiteX1" fmla="*/ 20945 w 836316"/>
                  <a:gd name="connsiteY1" fmla="*/ 130075 h 1123192"/>
                  <a:gd name="connsiteX2" fmla="*/ 5670 w 836316"/>
                  <a:gd name="connsiteY2" fmla="*/ 179160 h 1123192"/>
                  <a:gd name="connsiteX3" fmla="*/ 54 w 836316"/>
                  <a:gd name="connsiteY3" fmla="*/ 236093 h 1123192"/>
                  <a:gd name="connsiteX4" fmla="*/ 6092 w 836316"/>
                  <a:gd name="connsiteY4" fmla="*/ 296891 h 1123192"/>
                  <a:gd name="connsiteX5" fmla="*/ 53728 w 836316"/>
                  <a:gd name="connsiteY5" fmla="*/ 424825 h 1123192"/>
                  <a:gd name="connsiteX6" fmla="*/ 150327 w 836316"/>
                  <a:gd name="connsiteY6" fmla="*/ 559522 h 1123192"/>
                  <a:gd name="connsiteX7" fmla="*/ 272768 w 836316"/>
                  <a:gd name="connsiteY7" fmla="*/ 675622 h 1123192"/>
                  <a:gd name="connsiteX8" fmla="*/ 375405 w 836316"/>
                  <a:gd name="connsiteY8" fmla="*/ 755076 h 1123192"/>
                  <a:gd name="connsiteX9" fmla="*/ 478586 w 836316"/>
                  <a:gd name="connsiteY9" fmla="*/ 828069 h 1123192"/>
                  <a:gd name="connsiteX10" fmla="*/ 486193 w 836316"/>
                  <a:gd name="connsiteY10" fmla="*/ 833321 h 1123192"/>
                  <a:gd name="connsiteX11" fmla="*/ 493558 w 836316"/>
                  <a:gd name="connsiteY11" fmla="*/ 838454 h 1123192"/>
                  <a:gd name="connsiteX12" fmla="*/ 701671 w 836316"/>
                  <a:gd name="connsiteY12" fmla="*/ 992047 h 1123192"/>
                  <a:gd name="connsiteX13" fmla="*/ 813244 w 836316"/>
                  <a:gd name="connsiteY13" fmla="*/ 1097160 h 1123192"/>
                  <a:gd name="connsiteX14" fmla="*/ 813244 w 836316"/>
                  <a:gd name="connsiteY14" fmla="*/ 1104223 h 1123192"/>
                  <a:gd name="connsiteX15" fmla="*/ 813244 w 836316"/>
                  <a:gd name="connsiteY15" fmla="*/ 1111468 h 1123192"/>
                  <a:gd name="connsiteX16" fmla="*/ 824473 w 836316"/>
                  <a:gd name="connsiteY16" fmla="*/ 1123308 h 1123192"/>
                  <a:gd name="connsiteX17" fmla="*/ 832624 w 836316"/>
                  <a:gd name="connsiteY17" fmla="*/ 1120223 h 1123192"/>
                  <a:gd name="connsiteX18" fmla="*/ 834676 w 836316"/>
                  <a:gd name="connsiteY18" fmla="*/ 1117687 h 1123192"/>
                  <a:gd name="connsiteX19" fmla="*/ 836367 w 836316"/>
                  <a:gd name="connsiteY19" fmla="*/ 1112072 h 1123192"/>
                  <a:gd name="connsiteX20" fmla="*/ 833952 w 836316"/>
                  <a:gd name="connsiteY20" fmla="*/ 1082307 h 1123192"/>
                  <a:gd name="connsiteX21" fmla="*/ 830511 w 836316"/>
                  <a:gd name="connsiteY21" fmla="*/ 1041011 h 1123192"/>
                  <a:gd name="connsiteX22" fmla="*/ 823507 w 836316"/>
                  <a:gd name="connsiteY22" fmla="*/ 967052 h 1123192"/>
                  <a:gd name="connsiteX23" fmla="*/ 805395 w 836316"/>
                  <a:gd name="connsiteY23" fmla="*/ 814122 h 1123192"/>
                  <a:gd name="connsiteX24" fmla="*/ 733790 w 836316"/>
                  <a:gd name="connsiteY24" fmla="*/ 503614 h 1123192"/>
                  <a:gd name="connsiteX25" fmla="*/ 674079 w 836316"/>
                  <a:gd name="connsiteY25" fmla="*/ 358715 h 1123192"/>
                  <a:gd name="connsiteX26" fmla="*/ 592634 w 836316"/>
                  <a:gd name="connsiteY26" fmla="*/ 225407 h 1123192"/>
                  <a:gd name="connsiteX27" fmla="*/ 490117 w 836316"/>
                  <a:gd name="connsiteY27" fmla="*/ 116370 h 1123192"/>
                  <a:gd name="connsiteX28" fmla="*/ 361821 w 836316"/>
                  <a:gd name="connsiteY28" fmla="*/ 33958 h 1123192"/>
                  <a:gd name="connsiteX29" fmla="*/ 295408 w 836316"/>
                  <a:gd name="connsiteY29" fmla="*/ 9808 h 1123192"/>
                  <a:gd name="connsiteX30" fmla="*/ 233041 w 836316"/>
                  <a:gd name="connsiteY30" fmla="*/ 390 h 1123192"/>
                  <a:gd name="connsiteX31" fmla="*/ 125152 w 836316"/>
                  <a:gd name="connsiteY31" fmla="*/ 20736 h 1123192"/>
                  <a:gd name="connsiteX32" fmla="*/ 46664 w 836316"/>
                  <a:gd name="connsiteY32" fmla="*/ 84854 h 1123192"/>
                  <a:gd name="connsiteX33" fmla="*/ 37306 w 836316"/>
                  <a:gd name="connsiteY33" fmla="*/ 98439 h 112319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836315" h="1123192">
                    <a:moveTo>
                      <a:pt x="37306" y="98620"/>
                    </a:moveTo>
                    <a:cubicBezTo>
                      <a:pt x="31087" y="108702"/>
                      <a:pt x="25653" y="119214"/>
                      <a:pt x="20945" y="130075"/>
                    </a:cubicBezTo>
                    <a:cubicBezTo>
                      <a:pt x="14001" y="145809"/>
                      <a:pt x="8870" y="162273"/>
                      <a:pt x="5670" y="179160"/>
                    </a:cubicBezTo>
                    <a:cubicBezTo>
                      <a:pt x="1926" y="197912"/>
                      <a:pt x="54" y="216979"/>
                      <a:pt x="54" y="236093"/>
                    </a:cubicBezTo>
                    <a:cubicBezTo>
                      <a:pt x="296" y="256494"/>
                      <a:pt x="2288" y="276840"/>
                      <a:pt x="6092" y="296891"/>
                    </a:cubicBezTo>
                    <a:cubicBezTo>
                      <a:pt x="14907" y="341834"/>
                      <a:pt x="31027" y="385044"/>
                      <a:pt x="53728" y="424825"/>
                    </a:cubicBezTo>
                    <a:cubicBezTo>
                      <a:pt x="80836" y="473167"/>
                      <a:pt x="113257" y="518346"/>
                      <a:pt x="150327" y="559522"/>
                    </a:cubicBezTo>
                    <a:cubicBezTo>
                      <a:pt x="188122" y="601277"/>
                      <a:pt x="229057" y="640092"/>
                      <a:pt x="272768" y="675622"/>
                    </a:cubicBezTo>
                    <a:cubicBezTo>
                      <a:pt x="304223" y="701704"/>
                      <a:pt x="337792" y="727665"/>
                      <a:pt x="375405" y="755076"/>
                    </a:cubicBezTo>
                    <a:cubicBezTo>
                      <a:pt x="409457" y="779890"/>
                      <a:pt x="443991" y="803979"/>
                      <a:pt x="478586" y="828069"/>
                    </a:cubicBezTo>
                    <a:lnTo>
                      <a:pt x="486193" y="833321"/>
                    </a:lnTo>
                    <a:lnTo>
                      <a:pt x="493558" y="838454"/>
                    </a:lnTo>
                    <a:cubicBezTo>
                      <a:pt x="563171" y="886753"/>
                      <a:pt x="635198" y="937166"/>
                      <a:pt x="701671" y="992047"/>
                    </a:cubicBezTo>
                    <a:cubicBezTo>
                      <a:pt x="741216" y="1024468"/>
                      <a:pt x="778528" y="1059588"/>
                      <a:pt x="813244" y="1097160"/>
                    </a:cubicBezTo>
                    <a:lnTo>
                      <a:pt x="813244" y="1104223"/>
                    </a:lnTo>
                    <a:lnTo>
                      <a:pt x="813244" y="1111468"/>
                    </a:lnTo>
                    <a:cubicBezTo>
                      <a:pt x="813062" y="1117838"/>
                      <a:pt x="818073" y="1123133"/>
                      <a:pt x="824473" y="1123308"/>
                    </a:cubicBezTo>
                    <a:cubicBezTo>
                      <a:pt x="827492" y="1123386"/>
                      <a:pt x="830390" y="1122282"/>
                      <a:pt x="832624" y="1120223"/>
                    </a:cubicBezTo>
                    <a:cubicBezTo>
                      <a:pt x="833409" y="1119468"/>
                      <a:pt x="834133" y="1118617"/>
                      <a:pt x="834676" y="1117687"/>
                    </a:cubicBezTo>
                    <a:cubicBezTo>
                      <a:pt x="835824" y="1116039"/>
                      <a:pt x="836427" y="1114077"/>
                      <a:pt x="836367" y="1112072"/>
                    </a:cubicBezTo>
                    <a:lnTo>
                      <a:pt x="833952" y="1082307"/>
                    </a:lnTo>
                    <a:cubicBezTo>
                      <a:pt x="832805" y="1068542"/>
                      <a:pt x="831718" y="1054776"/>
                      <a:pt x="830511" y="1041011"/>
                    </a:cubicBezTo>
                    <a:cubicBezTo>
                      <a:pt x="828277" y="1016378"/>
                      <a:pt x="825983" y="991727"/>
                      <a:pt x="823507" y="967052"/>
                    </a:cubicBezTo>
                    <a:cubicBezTo>
                      <a:pt x="818014" y="910481"/>
                      <a:pt x="812096" y="860490"/>
                      <a:pt x="805395" y="814122"/>
                    </a:cubicBezTo>
                    <a:cubicBezTo>
                      <a:pt x="788067" y="695788"/>
                      <a:pt x="764642" y="594177"/>
                      <a:pt x="733790" y="503614"/>
                    </a:cubicBezTo>
                    <a:cubicBezTo>
                      <a:pt x="717066" y="454065"/>
                      <a:pt x="697143" y="405662"/>
                      <a:pt x="674079" y="358715"/>
                    </a:cubicBezTo>
                    <a:cubicBezTo>
                      <a:pt x="651077" y="311888"/>
                      <a:pt x="623787" y="267265"/>
                      <a:pt x="592634" y="225407"/>
                    </a:cubicBezTo>
                    <a:cubicBezTo>
                      <a:pt x="562688" y="185294"/>
                      <a:pt x="528334" y="148713"/>
                      <a:pt x="490117" y="116370"/>
                    </a:cubicBezTo>
                    <a:cubicBezTo>
                      <a:pt x="451236" y="83261"/>
                      <a:pt x="408068" y="55536"/>
                      <a:pt x="361821" y="33958"/>
                    </a:cubicBezTo>
                    <a:cubicBezTo>
                      <a:pt x="340448" y="23954"/>
                      <a:pt x="318230" y="15876"/>
                      <a:pt x="295408" y="9808"/>
                    </a:cubicBezTo>
                    <a:cubicBezTo>
                      <a:pt x="275002" y="4550"/>
                      <a:pt x="254112" y="1398"/>
                      <a:pt x="233041" y="390"/>
                    </a:cubicBezTo>
                    <a:cubicBezTo>
                      <a:pt x="195971" y="-1385"/>
                      <a:pt x="159022" y="5588"/>
                      <a:pt x="125152" y="20736"/>
                    </a:cubicBezTo>
                    <a:cubicBezTo>
                      <a:pt x="94058" y="35202"/>
                      <a:pt x="67071" y="57251"/>
                      <a:pt x="46664" y="84854"/>
                    </a:cubicBezTo>
                    <a:cubicBezTo>
                      <a:pt x="43343" y="89201"/>
                      <a:pt x="40204" y="93790"/>
                      <a:pt x="37306" y="98439"/>
                    </a:cubicBezTo>
                  </a:path>
                </a:pathLst>
              </a:custGeom>
              <a:solidFill>
                <a:srgbClr val="B2B67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" name="" descr="4e39a9dd-f00a-4511-bba0-56982480f460"/>
              <p:cNvSpPr/>
              <p:nvPr/>
            </p:nvSpPr>
            <p:spPr>
              <a:xfrm>
                <a:off x="10932161" y="3517045"/>
                <a:ext cx="724" cy="603"/>
              </a:xfrm>
              <a:custGeom>
                <a:gdLst>
                  <a:gd name="connsiteX0" fmla="*/ 779 w 724"/>
                  <a:gd name="connsiteY0" fmla="*/ 723 h 603"/>
                  <a:gd name="connsiteX1" fmla="*/ 54 w 724"/>
                  <a:gd name="connsiteY1" fmla="*/ 119 h 603"/>
                  <a:gd name="connsiteX2" fmla="*/ 537 w 724"/>
                  <a:gd name="connsiteY2" fmla="*/ 542 h 60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" h="603">
                    <a:moveTo>
                      <a:pt x="779" y="723"/>
                    </a:moveTo>
                    <a:lnTo>
                      <a:pt x="54" y="119"/>
                    </a:lnTo>
                    <a:lnTo>
                      <a:pt x="537" y="542"/>
                    </a:ln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" name="" descr="ffaf6a1b-e541-44cd-b317-6d4adfcc9192"/>
              <p:cNvSpPr/>
              <p:nvPr/>
            </p:nvSpPr>
            <p:spPr>
              <a:xfrm>
                <a:off x="10932885" y="3517769"/>
                <a:ext cx="6037" cy="6037"/>
              </a:xfrm>
              <a:custGeom>
                <a:gdLst>
                  <a:gd name="connsiteX0" fmla="*/ 54 w 6037"/>
                  <a:gd name="connsiteY0" fmla="*/ 119 h 6037"/>
                  <a:gd name="connsiteX1" fmla="*/ 54 w 6037"/>
                  <a:gd name="connsiteY1" fmla="*/ 119 h 6037"/>
                  <a:gd name="connsiteX2" fmla="*/ 54 w 6037"/>
                  <a:gd name="connsiteY2" fmla="*/ 119 h 603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37" h="6037">
                    <a:moveTo>
                      <a:pt x="54" y="119"/>
                    </a:moveTo>
                    <a:lnTo>
                      <a:pt x="54" y="119"/>
                    </a:lnTo>
                    <a:lnTo>
                      <a:pt x="54" y="119"/>
                    </a:ln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" name="" descr="c0b5c883-ae63-442e-a0cd-6eb37bbdc440"/>
              <p:cNvSpPr/>
              <p:nvPr/>
            </p:nvSpPr>
            <p:spPr>
              <a:xfrm>
                <a:off x="10458842" y="3405064"/>
                <a:ext cx="1948391" cy="1965432"/>
              </a:xfrm>
              <a:custGeom>
                <a:gdLst>
                  <a:gd name="connsiteX0" fmla="*/ 676535 w 1948391"/>
                  <a:gd name="connsiteY0" fmla="*/ 181531 h 1965432"/>
                  <a:gd name="connsiteX1" fmla="*/ 680700 w 1948391"/>
                  <a:gd name="connsiteY1" fmla="*/ 156657 h 1965432"/>
                  <a:gd name="connsiteX2" fmla="*/ 681606 w 1948391"/>
                  <a:gd name="connsiteY2" fmla="*/ 105519 h 1965432"/>
                  <a:gd name="connsiteX3" fmla="*/ 659086 w 1948391"/>
                  <a:gd name="connsiteY3" fmla="*/ 4270 h 1965432"/>
                  <a:gd name="connsiteX4" fmla="*/ 656611 w 1948391"/>
                  <a:gd name="connsiteY4" fmla="*/ 950 h 1965432"/>
                  <a:gd name="connsiteX5" fmla="*/ 652626 w 1948391"/>
                  <a:gd name="connsiteY5" fmla="*/ 225 h 1965432"/>
                  <a:gd name="connsiteX6" fmla="*/ 649427 w 1948391"/>
                  <a:gd name="connsiteY6" fmla="*/ 2459 h 1965432"/>
                  <a:gd name="connsiteX7" fmla="*/ 649427 w 1948391"/>
                  <a:gd name="connsiteY7" fmla="*/ 2459 h 1965432"/>
                  <a:gd name="connsiteX8" fmla="*/ 648702 w 1948391"/>
                  <a:gd name="connsiteY8" fmla="*/ 6444 h 1965432"/>
                  <a:gd name="connsiteX9" fmla="*/ 662588 w 1948391"/>
                  <a:gd name="connsiteY9" fmla="*/ 52087 h 1965432"/>
                  <a:gd name="connsiteX10" fmla="*/ 670437 w 1948391"/>
                  <a:gd name="connsiteY10" fmla="*/ 98334 h 1965432"/>
                  <a:gd name="connsiteX11" fmla="*/ 670437 w 1948391"/>
                  <a:gd name="connsiteY11" fmla="*/ 98334 h 1965432"/>
                  <a:gd name="connsiteX12" fmla="*/ 670437 w 1948391"/>
                  <a:gd name="connsiteY12" fmla="*/ 98757 h 1965432"/>
                  <a:gd name="connsiteX13" fmla="*/ 670437 w 1948391"/>
                  <a:gd name="connsiteY13" fmla="*/ 99119 h 1965432"/>
                  <a:gd name="connsiteX14" fmla="*/ 670437 w 1948391"/>
                  <a:gd name="connsiteY14" fmla="*/ 99119 h 1965432"/>
                  <a:gd name="connsiteX15" fmla="*/ 671644 w 1948391"/>
                  <a:gd name="connsiteY15" fmla="*/ 132507 h 1965432"/>
                  <a:gd name="connsiteX16" fmla="*/ 668625 w 1948391"/>
                  <a:gd name="connsiteY16" fmla="*/ 165713 h 1965432"/>
                  <a:gd name="connsiteX17" fmla="*/ 662951 w 1948391"/>
                  <a:gd name="connsiteY17" fmla="*/ 190406 h 1965432"/>
                  <a:gd name="connsiteX18" fmla="*/ 514488 w 1948391"/>
                  <a:gd name="connsiteY18" fmla="*/ 15017 h 1965432"/>
                  <a:gd name="connsiteX19" fmla="*/ 504768 w 1948391"/>
                  <a:gd name="connsiteY19" fmla="*/ 13810 h 1965432"/>
                  <a:gd name="connsiteX20" fmla="*/ 503319 w 1948391"/>
                  <a:gd name="connsiteY20" fmla="*/ 15500 h 1965432"/>
                  <a:gd name="connsiteX21" fmla="*/ 503621 w 1948391"/>
                  <a:gd name="connsiteY21" fmla="*/ 23530 h 1965432"/>
                  <a:gd name="connsiteX22" fmla="*/ 648521 w 1948391"/>
                  <a:gd name="connsiteY22" fmla="*/ 196383 h 1965432"/>
                  <a:gd name="connsiteX23" fmla="*/ 619722 w 1948391"/>
                  <a:gd name="connsiteY23" fmla="*/ 188836 h 1965432"/>
                  <a:gd name="connsiteX24" fmla="*/ 568101 w 1948391"/>
                  <a:gd name="connsiteY24" fmla="*/ 169637 h 1965432"/>
                  <a:gd name="connsiteX25" fmla="*/ 569370 w 1948391"/>
                  <a:gd name="connsiteY25" fmla="*/ 170120 h 1965432"/>
                  <a:gd name="connsiteX26" fmla="*/ 520164 w 1948391"/>
                  <a:gd name="connsiteY26" fmla="*/ 144763 h 1965432"/>
                  <a:gd name="connsiteX27" fmla="*/ 474098 w 1948391"/>
                  <a:gd name="connsiteY27" fmla="*/ 112764 h 1965432"/>
                  <a:gd name="connsiteX28" fmla="*/ 474098 w 1948391"/>
                  <a:gd name="connsiteY28" fmla="*/ 112764 h 1965432"/>
                  <a:gd name="connsiteX29" fmla="*/ 473373 w 1948391"/>
                  <a:gd name="connsiteY29" fmla="*/ 112160 h 1965432"/>
                  <a:gd name="connsiteX30" fmla="*/ 473373 w 1948391"/>
                  <a:gd name="connsiteY30" fmla="*/ 112160 h 1965432"/>
                  <a:gd name="connsiteX31" fmla="*/ 463713 w 1948391"/>
                  <a:gd name="connsiteY31" fmla="*/ 103829 h 1965432"/>
                  <a:gd name="connsiteX32" fmla="*/ 459970 w 1948391"/>
                  <a:gd name="connsiteY32" fmla="*/ 102198 h 1965432"/>
                  <a:gd name="connsiteX33" fmla="*/ 456106 w 1948391"/>
                  <a:gd name="connsiteY33" fmla="*/ 103647 h 1965432"/>
                  <a:gd name="connsiteX34" fmla="*/ 455321 w 1948391"/>
                  <a:gd name="connsiteY34" fmla="*/ 104674 h 1965432"/>
                  <a:gd name="connsiteX35" fmla="*/ 455925 w 1948391"/>
                  <a:gd name="connsiteY35" fmla="*/ 111255 h 1965432"/>
                  <a:gd name="connsiteX36" fmla="*/ 499274 w 1948391"/>
                  <a:gd name="connsiteY36" fmla="*/ 144340 h 1965432"/>
                  <a:gd name="connsiteX37" fmla="*/ 553612 w 1948391"/>
                  <a:gd name="connsiteY37" fmla="*/ 174527 h 1965432"/>
                  <a:gd name="connsiteX38" fmla="*/ 658784 w 1948391"/>
                  <a:gd name="connsiteY38" fmla="*/ 209303 h 1965432"/>
                  <a:gd name="connsiteX39" fmla="*/ 793239 w 1948391"/>
                  <a:gd name="connsiteY39" fmla="*/ 389341 h 1965432"/>
                  <a:gd name="connsiteX40" fmla="*/ 730872 w 1948391"/>
                  <a:gd name="connsiteY40" fmla="*/ 369961 h 1965432"/>
                  <a:gd name="connsiteX41" fmla="*/ 634272 w 1948391"/>
                  <a:gd name="connsiteY41" fmla="*/ 331743 h 1965432"/>
                  <a:gd name="connsiteX42" fmla="*/ 635721 w 1948391"/>
                  <a:gd name="connsiteY42" fmla="*/ 332287 h 1965432"/>
                  <a:gd name="connsiteX43" fmla="*/ 544253 w 1948391"/>
                  <a:gd name="connsiteY43" fmla="*/ 288757 h 1965432"/>
                  <a:gd name="connsiteX44" fmla="*/ 537009 w 1948391"/>
                  <a:gd name="connsiteY44" fmla="*/ 290447 h 1965432"/>
                  <a:gd name="connsiteX45" fmla="*/ 537009 w 1948391"/>
                  <a:gd name="connsiteY45" fmla="*/ 290447 h 1965432"/>
                  <a:gd name="connsiteX46" fmla="*/ 538759 w 1948391"/>
                  <a:gd name="connsiteY46" fmla="*/ 297813 h 1965432"/>
                  <a:gd name="connsiteX47" fmla="*/ 607949 w 1948391"/>
                  <a:gd name="connsiteY47" fmla="*/ 331864 h 1965432"/>
                  <a:gd name="connsiteX48" fmla="*/ 675387 w 1948391"/>
                  <a:gd name="connsiteY48" fmla="*/ 362052 h 1965432"/>
                  <a:gd name="connsiteX49" fmla="*/ 746690 w 1948391"/>
                  <a:gd name="connsiteY49" fmla="*/ 388798 h 1965432"/>
                  <a:gd name="connsiteX50" fmla="*/ 785270 w 1948391"/>
                  <a:gd name="connsiteY50" fmla="*/ 400873 h 1965432"/>
                  <a:gd name="connsiteX51" fmla="*/ 804529 w 1948391"/>
                  <a:gd name="connsiteY51" fmla="*/ 405401 h 1965432"/>
                  <a:gd name="connsiteX52" fmla="*/ 950817 w 1948391"/>
                  <a:gd name="connsiteY52" fmla="*/ 629271 h 1965432"/>
                  <a:gd name="connsiteX53" fmla="*/ 959028 w 1948391"/>
                  <a:gd name="connsiteY53" fmla="*/ 642916 h 1965432"/>
                  <a:gd name="connsiteX54" fmla="*/ 950757 w 1948391"/>
                  <a:gd name="connsiteY54" fmla="*/ 641105 h 1965432"/>
                  <a:gd name="connsiteX55" fmla="*/ 912721 w 1948391"/>
                  <a:gd name="connsiteY55" fmla="*/ 630539 h 1965432"/>
                  <a:gd name="connsiteX56" fmla="*/ 839788 w 1948391"/>
                  <a:gd name="connsiteY56" fmla="*/ 603249 h 1965432"/>
                  <a:gd name="connsiteX57" fmla="*/ 840271 w 1948391"/>
                  <a:gd name="connsiteY57" fmla="*/ 603249 h 1965432"/>
                  <a:gd name="connsiteX58" fmla="*/ 732140 w 1948391"/>
                  <a:gd name="connsiteY58" fmla="*/ 546014 h 1965432"/>
                  <a:gd name="connsiteX59" fmla="*/ 724774 w 1948391"/>
                  <a:gd name="connsiteY59" fmla="*/ 547886 h 1965432"/>
                  <a:gd name="connsiteX60" fmla="*/ 726646 w 1948391"/>
                  <a:gd name="connsiteY60" fmla="*/ 555251 h 1965432"/>
                  <a:gd name="connsiteX61" fmla="*/ 788228 w 1948391"/>
                  <a:gd name="connsiteY61" fmla="*/ 590510 h 1965432"/>
                  <a:gd name="connsiteX62" fmla="*/ 850173 w 1948391"/>
                  <a:gd name="connsiteY62" fmla="*/ 620033 h 1965432"/>
                  <a:gd name="connsiteX63" fmla="*/ 916585 w 1948391"/>
                  <a:gd name="connsiteY63" fmla="*/ 644183 h 1965432"/>
                  <a:gd name="connsiteX64" fmla="*/ 967119 w 1948391"/>
                  <a:gd name="connsiteY64" fmla="*/ 656258 h 1965432"/>
                  <a:gd name="connsiteX65" fmla="*/ 981609 w 1948391"/>
                  <a:gd name="connsiteY65" fmla="*/ 680408 h 1965432"/>
                  <a:gd name="connsiteX66" fmla="*/ 1072172 w 1948391"/>
                  <a:gd name="connsiteY66" fmla="*/ 842635 h 1965432"/>
                  <a:gd name="connsiteX67" fmla="*/ 1157179 w 1948391"/>
                  <a:gd name="connsiteY67" fmla="*/ 1008485 h 1965432"/>
                  <a:gd name="connsiteX68" fmla="*/ 1237115 w 1948391"/>
                  <a:gd name="connsiteY68" fmla="*/ 1177897 h 1965432"/>
                  <a:gd name="connsiteX69" fmla="*/ 1312523 w 1948391"/>
                  <a:gd name="connsiteY69" fmla="*/ 1350449 h 1965432"/>
                  <a:gd name="connsiteX70" fmla="*/ 1342711 w 1948391"/>
                  <a:gd name="connsiteY70" fmla="*/ 1422415 h 1965432"/>
                  <a:gd name="connsiteX71" fmla="*/ 1161586 w 1948391"/>
                  <a:gd name="connsiteY71" fmla="*/ 1320986 h 1965432"/>
                  <a:gd name="connsiteX72" fmla="*/ 1129407 w 1948391"/>
                  <a:gd name="connsiteY72" fmla="*/ 1275886 h 1965432"/>
                  <a:gd name="connsiteX73" fmla="*/ 1087748 w 1948391"/>
                  <a:gd name="connsiteY73" fmla="*/ 1227586 h 1965432"/>
                  <a:gd name="connsiteX74" fmla="*/ 1080201 w 1948391"/>
                  <a:gd name="connsiteY74" fmla="*/ 1227586 h 1965432"/>
                  <a:gd name="connsiteX75" fmla="*/ 1079356 w 1948391"/>
                  <a:gd name="connsiteY75" fmla="*/ 1228612 h 1965432"/>
                  <a:gd name="connsiteX76" fmla="*/ 1080020 w 1948391"/>
                  <a:gd name="connsiteY76" fmla="*/ 1235193 h 1965432"/>
                  <a:gd name="connsiteX77" fmla="*/ 1137859 w 1948391"/>
                  <a:gd name="connsiteY77" fmla="*/ 1304926 h 1965432"/>
                  <a:gd name="connsiteX78" fmla="*/ 1137859 w 1948391"/>
                  <a:gd name="connsiteY78" fmla="*/ 1304503 h 1965432"/>
                  <a:gd name="connsiteX79" fmla="*/ 1142206 w 1948391"/>
                  <a:gd name="connsiteY79" fmla="*/ 1311024 h 1965432"/>
                  <a:gd name="connsiteX80" fmla="*/ 1040293 w 1948391"/>
                  <a:gd name="connsiteY80" fmla="*/ 1260792 h 1965432"/>
                  <a:gd name="connsiteX81" fmla="*/ 917129 w 1948391"/>
                  <a:gd name="connsiteY81" fmla="*/ 1205670 h 1965432"/>
                  <a:gd name="connsiteX82" fmla="*/ 916162 w 1948391"/>
                  <a:gd name="connsiteY82" fmla="*/ 1204100 h 1965432"/>
                  <a:gd name="connsiteX83" fmla="*/ 816665 w 1948391"/>
                  <a:gd name="connsiteY83" fmla="*/ 1096814 h 1965432"/>
                  <a:gd name="connsiteX84" fmla="*/ 704186 w 1948391"/>
                  <a:gd name="connsiteY84" fmla="*/ 1006252 h 1965432"/>
                  <a:gd name="connsiteX85" fmla="*/ 697002 w 1948391"/>
                  <a:gd name="connsiteY85" fmla="*/ 1007779 h 1965432"/>
                  <a:gd name="connsiteX86" fmla="*/ 696942 w 1948391"/>
                  <a:gd name="connsiteY86" fmla="*/ 1007882 h 1965432"/>
                  <a:gd name="connsiteX87" fmla="*/ 696942 w 1948391"/>
                  <a:gd name="connsiteY87" fmla="*/ 1007882 h 1965432"/>
                  <a:gd name="connsiteX88" fmla="*/ 698692 w 1948391"/>
                  <a:gd name="connsiteY88" fmla="*/ 1015308 h 1965432"/>
                  <a:gd name="connsiteX89" fmla="*/ 744939 w 1948391"/>
                  <a:gd name="connsiteY89" fmla="*/ 1050144 h 1965432"/>
                  <a:gd name="connsiteX90" fmla="*/ 744939 w 1948391"/>
                  <a:gd name="connsiteY90" fmla="*/ 1050144 h 1965432"/>
                  <a:gd name="connsiteX91" fmla="*/ 744939 w 1948391"/>
                  <a:gd name="connsiteY91" fmla="*/ 1050144 h 1965432"/>
                  <a:gd name="connsiteX92" fmla="*/ 744939 w 1948391"/>
                  <a:gd name="connsiteY92" fmla="*/ 1050144 h 1965432"/>
                  <a:gd name="connsiteX93" fmla="*/ 744939 w 1948391"/>
                  <a:gd name="connsiteY93" fmla="*/ 1050144 h 1965432"/>
                  <a:gd name="connsiteX94" fmla="*/ 744939 w 1948391"/>
                  <a:gd name="connsiteY94" fmla="*/ 1050144 h 1965432"/>
                  <a:gd name="connsiteX95" fmla="*/ 744939 w 1948391"/>
                  <a:gd name="connsiteY95" fmla="*/ 1050144 h 1965432"/>
                  <a:gd name="connsiteX96" fmla="*/ 788107 w 1948391"/>
                  <a:gd name="connsiteY96" fmla="*/ 1086791 h 1965432"/>
                  <a:gd name="connsiteX97" fmla="*/ 828740 w 1948391"/>
                  <a:gd name="connsiteY97" fmla="*/ 1126096 h 1965432"/>
                  <a:gd name="connsiteX98" fmla="*/ 886096 w 1948391"/>
                  <a:gd name="connsiteY98" fmla="*/ 1191723 h 1965432"/>
                  <a:gd name="connsiteX99" fmla="*/ 874504 w 1948391"/>
                  <a:gd name="connsiteY99" fmla="*/ 1186712 h 1965432"/>
                  <a:gd name="connsiteX100" fmla="*/ 705454 w 1948391"/>
                  <a:gd name="connsiteY100" fmla="*/ 1121749 h 1965432"/>
                  <a:gd name="connsiteX101" fmla="*/ 576493 w 1948391"/>
                  <a:gd name="connsiteY101" fmla="*/ 1078037 h 1965432"/>
                  <a:gd name="connsiteX102" fmla="*/ 574501 w 1948391"/>
                  <a:gd name="connsiteY102" fmla="*/ 1069826 h 1965432"/>
                  <a:gd name="connsiteX103" fmla="*/ 549687 w 1948391"/>
                  <a:gd name="connsiteY103" fmla="*/ 1043080 h 1965432"/>
                  <a:gd name="connsiteX104" fmla="*/ 521311 w 1948391"/>
                  <a:gd name="connsiteY104" fmla="*/ 1014764 h 1965432"/>
                  <a:gd name="connsiteX105" fmla="*/ 461721 w 1948391"/>
                  <a:gd name="connsiteY105" fmla="*/ 962359 h 1965432"/>
                  <a:gd name="connsiteX106" fmla="*/ 338677 w 1948391"/>
                  <a:gd name="connsiteY106" fmla="*/ 870650 h 1965432"/>
                  <a:gd name="connsiteX107" fmla="*/ 331010 w 1948391"/>
                  <a:gd name="connsiteY107" fmla="*/ 872461 h 1965432"/>
                  <a:gd name="connsiteX108" fmla="*/ 331010 w 1948391"/>
                  <a:gd name="connsiteY108" fmla="*/ 872461 h 1965432"/>
                  <a:gd name="connsiteX109" fmla="*/ 332941 w 1948391"/>
                  <a:gd name="connsiteY109" fmla="*/ 880189 h 1965432"/>
                  <a:gd name="connsiteX110" fmla="*/ 425858 w 1948391"/>
                  <a:gd name="connsiteY110" fmla="*/ 949137 h 1965432"/>
                  <a:gd name="connsiteX111" fmla="*/ 425496 w 1948391"/>
                  <a:gd name="connsiteY111" fmla="*/ 949137 h 1965432"/>
                  <a:gd name="connsiteX112" fmla="*/ 496678 w 1948391"/>
                  <a:gd name="connsiteY112" fmla="*/ 1011202 h 1965432"/>
                  <a:gd name="connsiteX113" fmla="*/ 552163 w 1948391"/>
                  <a:gd name="connsiteY113" fmla="*/ 1070430 h 1965432"/>
                  <a:gd name="connsiteX114" fmla="*/ 251556 w 1948391"/>
                  <a:gd name="connsiteY114" fmla="*/ 993875 h 1965432"/>
                  <a:gd name="connsiteX115" fmla="*/ 249805 w 1948391"/>
                  <a:gd name="connsiteY115" fmla="*/ 988864 h 1965432"/>
                  <a:gd name="connsiteX116" fmla="*/ 91080 w 1948391"/>
                  <a:gd name="connsiteY116" fmla="*/ 864310 h 1965432"/>
                  <a:gd name="connsiteX117" fmla="*/ 83714 w 1948391"/>
                  <a:gd name="connsiteY117" fmla="*/ 866121 h 1965432"/>
                  <a:gd name="connsiteX118" fmla="*/ 85586 w 1948391"/>
                  <a:gd name="connsiteY118" fmla="*/ 873487 h 1965432"/>
                  <a:gd name="connsiteX119" fmla="*/ 123924 w 1948391"/>
                  <a:gd name="connsiteY119" fmla="*/ 896671 h 1965432"/>
                  <a:gd name="connsiteX120" fmla="*/ 161356 w 1948391"/>
                  <a:gd name="connsiteY120" fmla="*/ 924202 h 1965432"/>
                  <a:gd name="connsiteX121" fmla="*/ 161356 w 1948391"/>
                  <a:gd name="connsiteY121" fmla="*/ 924202 h 1965432"/>
                  <a:gd name="connsiteX122" fmla="*/ 200298 w 1948391"/>
                  <a:gd name="connsiteY122" fmla="*/ 958314 h 1965432"/>
                  <a:gd name="connsiteX123" fmla="*/ 232236 w 1948391"/>
                  <a:gd name="connsiteY123" fmla="*/ 990192 h 1965432"/>
                  <a:gd name="connsiteX124" fmla="*/ 26056 w 1948391"/>
                  <a:gd name="connsiteY124" fmla="*/ 960004 h 1965432"/>
                  <a:gd name="connsiteX125" fmla="*/ 6132 w 1948391"/>
                  <a:gd name="connsiteY125" fmla="*/ 958073 h 1965432"/>
                  <a:gd name="connsiteX126" fmla="*/ 95 w 1948391"/>
                  <a:gd name="connsiteY126" fmla="*/ 962751 h 1965432"/>
                  <a:gd name="connsiteX127" fmla="*/ 4804 w 1948391"/>
                  <a:gd name="connsiteY127" fmla="*/ 968759 h 1965432"/>
                  <a:gd name="connsiteX128" fmla="*/ 216116 w 1948391"/>
                  <a:gd name="connsiteY128" fmla="*/ 999791 h 1965432"/>
                  <a:gd name="connsiteX129" fmla="*/ 155741 w 1948391"/>
                  <a:gd name="connsiteY129" fmla="*/ 1017904 h 1965432"/>
                  <a:gd name="connsiteX130" fmla="*/ 70673 w 1948391"/>
                  <a:gd name="connsiteY130" fmla="*/ 1033239 h 1965432"/>
                  <a:gd name="connsiteX131" fmla="*/ 72001 w 1948391"/>
                  <a:gd name="connsiteY131" fmla="*/ 1033239 h 1965432"/>
                  <a:gd name="connsiteX132" fmla="*/ 31127 w 1948391"/>
                  <a:gd name="connsiteY132" fmla="*/ 1037284 h 1965432"/>
                  <a:gd name="connsiteX133" fmla="*/ 27324 w 1948391"/>
                  <a:gd name="connsiteY133" fmla="*/ 1038794 h 1965432"/>
                  <a:gd name="connsiteX134" fmla="*/ 26539 w 1948391"/>
                  <a:gd name="connsiteY134" fmla="*/ 1039760 h 1965432"/>
                  <a:gd name="connsiteX135" fmla="*/ 25754 w 1948391"/>
                  <a:gd name="connsiteY135" fmla="*/ 1042597 h 1965432"/>
                  <a:gd name="connsiteX136" fmla="*/ 31067 w 1948391"/>
                  <a:gd name="connsiteY136" fmla="*/ 1048031 h 1965432"/>
                  <a:gd name="connsiteX137" fmla="*/ 31067 w 1948391"/>
                  <a:gd name="connsiteY137" fmla="*/ 1048031 h 1965432"/>
                  <a:gd name="connsiteX138" fmla="*/ 136542 w 1948391"/>
                  <a:gd name="connsiteY138" fmla="*/ 1034084 h 1965432"/>
                  <a:gd name="connsiteX139" fmla="*/ 191363 w 1948391"/>
                  <a:gd name="connsiteY139" fmla="*/ 1020560 h 1965432"/>
                  <a:gd name="connsiteX140" fmla="*/ 237247 w 1948391"/>
                  <a:gd name="connsiteY140" fmla="*/ 1003897 h 1965432"/>
                  <a:gd name="connsiteX141" fmla="*/ 352744 w 1948391"/>
                  <a:gd name="connsiteY141" fmla="*/ 1029979 h 1965432"/>
                  <a:gd name="connsiteX142" fmla="*/ 350933 w 1948391"/>
                  <a:gd name="connsiteY142" fmla="*/ 1029435 h 1965432"/>
                  <a:gd name="connsiteX143" fmla="*/ 538095 w 1948391"/>
                  <a:gd name="connsiteY143" fmla="*/ 1084377 h 1965432"/>
                  <a:gd name="connsiteX144" fmla="*/ 522035 w 1948391"/>
                  <a:gd name="connsiteY144" fmla="*/ 1090414 h 1965432"/>
                  <a:gd name="connsiteX145" fmla="*/ 523062 w 1948391"/>
                  <a:gd name="connsiteY145" fmla="*/ 1089991 h 1965432"/>
                  <a:gd name="connsiteX146" fmla="*/ 462687 w 1948391"/>
                  <a:gd name="connsiteY146" fmla="*/ 1112572 h 1965432"/>
                  <a:gd name="connsiteX147" fmla="*/ 398207 w 1948391"/>
                  <a:gd name="connsiteY147" fmla="*/ 1131348 h 1965432"/>
                  <a:gd name="connsiteX148" fmla="*/ 263208 w 1948391"/>
                  <a:gd name="connsiteY148" fmla="*/ 1156223 h 1965432"/>
                  <a:gd name="connsiteX149" fmla="*/ 154533 w 1948391"/>
                  <a:gd name="connsiteY149" fmla="*/ 1164192 h 1965432"/>
                  <a:gd name="connsiteX150" fmla="*/ 50025 w 1948391"/>
                  <a:gd name="connsiteY150" fmla="*/ 1160751 h 1965432"/>
                  <a:gd name="connsiteX151" fmla="*/ 45497 w 1948391"/>
                  <a:gd name="connsiteY151" fmla="*/ 1163226 h 1965432"/>
                  <a:gd name="connsiteX152" fmla="*/ 47067 w 1948391"/>
                  <a:gd name="connsiteY152" fmla="*/ 1170580 h 1965432"/>
                  <a:gd name="connsiteX153" fmla="*/ 49964 w 1948391"/>
                  <a:gd name="connsiteY153" fmla="*/ 1171437 h 1965432"/>
                  <a:gd name="connsiteX154" fmla="*/ 305230 w 1948391"/>
                  <a:gd name="connsiteY154" fmla="*/ 1162985 h 1965432"/>
                  <a:gd name="connsiteX155" fmla="*/ 439564 w 1948391"/>
                  <a:gd name="connsiteY155" fmla="*/ 1135816 h 1965432"/>
                  <a:gd name="connsiteX156" fmla="*/ 502595 w 1948391"/>
                  <a:gd name="connsiteY156" fmla="*/ 1117341 h 1965432"/>
                  <a:gd name="connsiteX157" fmla="*/ 529824 w 1948391"/>
                  <a:gd name="connsiteY157" fmla="*/ 1107259 h 1965432"/>
                  <a:gd name="connsiteX158" fmla="*/ 544797 w 1948391"/>
                  <a:gd name="connsiteY158" fmla="*/ 1100798 h 1965432"/>
                  <a:gd name="connsiteX159" fmla="*/ 559105 w 1948391"/>
                  <a:gd name="connsiteY159" fmla="*/ 1093614 h 1965432"/>
                  <a:gd name="connsiteX160" fmla="*/ 560917 w 1948391"/>
                  <a:gd name="connsiteY160" fmla="*/ 1092044 h 1965432"/>
                  <a:gd name="connsiteX161" fmla="*/ 690542 w 1948391"/>
                  <a:gd name="connsiteY161" fmla="*/ 1139318 h 1965432"/>
                  <a:gd name="connsiteX162" fmla="*/ 856814 w 1948391"/>
                  <a:gd name="connsiteY162" fmla="*/ 1211767 h 1965432"/>
                  <a:gd name="connsiteX163" fmla="*/ 879576 w 1948391"/>
                  <a:gd name="connsiteY163" fmla="*/ 1222877 h 1965432"/>
                  <a:gd name="connsiteX164" fmla="*/ 816846 w 1948391"/>
                  <a:gd name="connsiteY164" fmla="*/ 1245578 h 1965432"/>
                  <a:gd name="connsiteX165" fmla="*/ 721453 w 1948391"/>
                  <a:gd name="connsiteY165" fmla="*/ 1275222 h 1965432"/>
                  <a:gd name="connsiteX166" fmla="*/ 524209 w 1948391"/>
                  <a:gd name="connsiteY166" fmla="*/ 1314827 h 1965432"/>
                  <a:gd name="connsiteX167" fmla="*/ 524209 w 1948391"/>
                  <a:gd name="connsiteY167" fmla="*/ 1314827 h 1965432"/>
                  <a:gd name="connsiteX168" fmla="*/ 522820 w 1948391"/>
                  <a:gd name="connsiteY168" fmla="*/ 1314827 h 1965432"/>
                  <a:gd name="connsiteX169" fmla="*/ 523847 w 1948391"/>
                  <a:gd name="connsiteY169" fmla="*/ 1314827 h 1965432"/>
                  <a:gd name="connsiteX170" fmla="*/ 522700 w 1948391"/>
                  <a:gd name="connsiteY170" fmla="*/ 1314827 h 1965432"/>
                  <a:gd name="connsiteX171" fmla="*/ 522700 w 1948391"/>
                  <a:gd name="connsiteY171" fmla="*/ 1314827 h 1965432"/>
                  <a:gd name="connsiteX172" fmla="*/ 289713 w 1948391"/>
                  <a:gd name="connsiteY172" fmla="*/ 1317967 h 1965432"/>
                  <a:gd name="connsiteX173" fmla="*/ 285124 w 1948391"/>
                  <a:gd name="connsiteY173" fmla="*/ 1320442 h 1965432"/>
                  <a:gd name="connsiteX174" fmla="*/ 286694 w 1948391"/>
                  <a:gd name="connsiteY174" fmla="*/ 1327796 h 1965432"/>
                  <a:gd name="connsiteX175" fmla="*/ 289592 w 1948391"/>
                  <a:gd name="connsiteY175" fmla="*/ 1328653 h 1965432"/>
                  <a:gd name="connsiteX176" fmla="*/ 600463 w 1948391"/>
                  <a:gd name="connsiteY176" fmla="*/ 1317907 h 1965432"/>
                  <a:gd name="connsiteX177" fmla="*/ 758765 w 1948391"/>
                  <a:gd name="connsiteY177" fmla="*/ 1285063 h 1965432"/>
                  <a:gd name="connsiteX178" fmla="*/ 836589 w 1948391"/>
                  <a:gd name="connsiteY178" fmla="*/ 1263811 h 1965432"/>
                  <a:gd name="connsiteX179" fmla="*/ 910487 w 1948391"/>
                  <a:gd name="connsiteY179" fmla="*/ 1238876 h 1965432"/>
                  <a:gd name="connsiteX180" fmla="*/ 911755 w 1948391"/>
                  <a:gd name="connsiteY180" fmla="*/ 1238333 h 1965432"/>
                  <a:gd name="connsiteX181" fmla="*/ 1019162 w 1948391"/>
                  <a:gd name="connsiteY181" fmla="*/ 1293394 h 1965432"/>
                  <a:gd name="connsiteX182" fmla="*/ 1064081 w 1948391"/>
                  <a:gd name="connsiteY182" fmla="*/ 1318027 h 1965432"/>
                  <a:gd name="connsiteX183" fmla="*/ 1120351 w 1948391"/>
                  <a:gd name="connsiteY183" fmla="*/ 1350388 h 1965432"/>
                  <a:gd name="connsiteX184" fmla="*/ 1118781 w 1948391"/>
                  <a:gd name="connsiteY184" fmla="*/ 1351234 h 1965432"/>
                  <a:gd name="connsiteX185" fmla="*/ 1084608 w 1948391"/>
                  <a:gd name="connsiteY185" fmla="*/ 1366387 h 1965432"/>
                  <a:gd name="connsiteX186" fmla="*/ 975934 w 1948391"/>
                  <a:gd name="connsiteY186" fmla="*/ 1399111 h 1965432"/>
                  <a:gd name="connsiteX187" fmla="*/ 859410 w 1948391"/>
                  <a:gd name="connsiteY187" fmla="*/ 1418672 h 1965432"/>
                  <a:gd name="connsiteX188" fmla="*/ 859410 w 1948391"/>
                  <a:gd name="connsiteY188" fmla="*/ 1418672 h 1965432"/>
                  <a:gd name="connsiteX189" fmla="*/ 790523 w 1948391"/>
                  <a:gd name="connsiteY189" fmla="*/ 1426280 h 1965432"/>
                  <a:gd name="connsiteX190" fmla="*/ 785874 w 1948391"/>
                  <a:gd name="connsiteY190" fmla="*/ 1428876 h 1965432"/>
                  <a:gd name="connsiteX191" fmla="*/ 785149 w 1948391"/>
                  <a:gd name="connsiteY191" fmla="*/ 1431653 h 1965432"/>
                  <a:gd name="connsiteX192" fmla="*/ 790462 w 1948391"/>
                  <a:gd name="connsiteY192" fmla="*/ 1437026 h 1965432"/>
                  <a:gd name="connsiteX193" fmla="*/ 979073 w 1948391"/>
                  <a:gd name="connsiteY193" fmla="*/ 1412212 h 1965432"/>
                  <a:gd name="connsiteX194" fmla="*/ 1024656 w 1948391"/>
                  <a:gd name="connsiteY194" fmla="*/ 1402130 h 1965432"/>
                  <a:gd name="connsiteX195" fmla="*/ 1072594 w 1948391"/>
                  <a:gd name="connsiteY195" fmla="*/ 1388364 h 1965432"/>
                  <a:gd name="connsiteX196" fmla="*/ 1140274 w 1948391"/>
                  <a:gd name="connsiteY196" fmla="*/ 1362041 h 1965432"/>
                  <a:gd name="connsiteX197" fmla="*/ 1215742 w 1948391"/>
                  <a:gd name="connsiteY197" fmla="*/ 1408228 h 1965432"/>
                  <a:gd name="connsiteX198" fmla="*/ 1363359 w 1948391"/>
                  <a:gd name="connsiteY198" fmla="*/ 1504827 h 1965432"/>
                  <a:gd name="connsiteX199" fmla="*/ 1383343 w 1948391"/>
                  <a:gd name="connsiteY199" fmla="*/ 1518774 h 1965432"/>
                  <a:gd name="connsiteX200" fmla="*/ 1384370 w 1948391"/>
                  <a:gd name="connsiteY200" fmla="*/ 1521249 h 1965432"/>
                  <a:gd name="connsiteX201" fmla="*/ 1414134 w 1948391"/>
                  <a:gd name="connsiteY201" fmla="*/ 1540267 h 1965432"/>
                  <a:gd name="connsiteX202" fmla="*/ 1650502 w 1948391"/>
                  <a:gd name="connsiteY202" fmla="*/ 1721392 h 1965432"/>
                  <a:gd name="connsiteX203" fmla="*/ 1785621 w 1948391"/>
                  <a:gd name="connsiteY203" fmla="*/ 1842866 h 1965432"/>
                  <a:gd name="connsiteX204" fmla="*/ 1839596 w 1948391"/>
                  <a:gd name="connsiteY204" fmla="*/ 1897203 h 1965432"/>
                  <a:gd name="connsiteX205" fmla="*/ 1891216 w 1948391"/>
                  <a:gd name="connsiteY205" fmla="*/ 1953231 h 1965432"/>
                  <a:gd name="connsiteX206" fmla="*/ 1912589 w 1948391"/>
                  <a:gd name="connsiteY206" fmla="*/ 1965306 h 1965432"/>
                  <a:gd name="connsiteX207" fmla="*/ 1948210 w 1948391"/>
                  <a:gd name="connsiteY207" fmla="*/ 1937534 h 1965432"/>
                  <a:gd name="connsiteX208" fmla="*/ 1941569 w 1948391"/>
                  <a:gd name="connsiteY208" fmla="*/ 1913807 h 1965432"/>
                  <a:gd name="connsiteX209" fmla="*/ 1910234 w 1948391"/>
                  <a:gd name="connsiteY209" fmla="*/ 1877582 h 1965432"/>
                  <a:gd name="connsiteX210" fmla="*/ 1874794 w 1948391"/>
                  <a:gd name="connsiteY210" fmla="*/ 1840511 h 1965432"/>
                  <a:gd name="connsiteX211" fmla="*/ 1799084 w 1948391"/>
                  <a:gd name="connsiteY211" fmla="*/ 1766311 h 1965432"/>
                  <a:gd name="connsiteX212" fmla="*/ 1645370 w 1948391"/>
                  <a:gd name="connsiteY212" fmla="*/ 1634935 h 1965432"/>
                  <a:gd name="connsiteX213" fmla="*/ 1502704 w 1948391"/>
                  <a:gd name="connsiteY213" fmla="*/ 1527226 h 1965432"/>
                  <a:gd name="connsiteX214" fmla="*/ 1435024 w 1948391"/>
                  <a:gd name="connsiteY214" fmla="*/ 1481281 h 1965432"/>
                  <a:gd name="connsiteX215" fmla="*/ 1365412 w 1948391"/>
                  <a:gd name="connsiteY215" fmla="*/ 1324789 h 1965432"/>
                  <a:gd name="connsiteX216" fmla="*/ 1282215 w 1948391"/>
                  <a:gd name="connsiteY216" fmla="*/ 1155740 h 1965432"/>
                  <a:gd name="connsiteX217" fmla="*/ 1194249 w 1948391"/>
                  <a:gd name="connsiteY217" fmla="*/ 989769 h 1965432"/>
                  <a:gd name="connsiteX218" fmla="*/ 1101091 w 1948391"/>
                  <a:gd name="connsiteY218" fmla="*/ 826335 h 1965432"/>
                  <a:gd name="connsiteX219" fmla="*/ 994891 w 1948391"/>
                  <a:gd name="connsiteY219" fmla="*/ 654266 h 1965432"/>
                  <a:gd name="connsiteX220" fmla="*/ 1006966 w 1948391"/>
                  <a:gd name="connsiteY220" fmla="*/ 580730 h 1965432"/>
                  <a:gd name="connsiteX221" fmla="*/ 1009562 w 1948391"/>
                  <a:gd name="connsiteY221" fmla="*/ 494092 h 1965432"/>
                  <a:gd name="connsiteX222" fmla="*/ 991450 w 1948391"/>
                  <a:gd name="connsiteY222" fmla="*/ 322929 h 1965432"/>
                  <a:gd name="connsiteX223" fmla="*/ 984990 w 1948391"/>
                  <a:gd name="connsiteY223" fmla="*/ 318884 h 1965432"/>
                  <a:gd name="connsiteX224" fmla="*/ 981790 w 1948391"/>
                  <a:gd name="connsiteY224" fmla="*/ 321118 h 1965432"/>
                  <a:gd name="connsiteX225" fmla="*/ 980944 w 1948391"/>
                  <a:gd name="connsiteY225" fmla="*/ 325344 h 1965432"/>
                  <a:gd name="connsiteX226" fmla="*/ 991329 w 1948391"/>
                  <a:gd name="connsiteY226" fmla="*/ 404676 h 1965432"/>
                  <a:gd name="connsiteX227" fmla="*/ 991329 w 1948391"/>
                  <a:gd name="connsiteY227" fmla="*/ 404676 h 1965432"/>
                  <a:gd name="connsiteX228" fmla="*/ 996099 w 1948391"/>
                  <a:gd name="connsiteY228" fmla="*/ 497533 h 1965432"/>
                  <a:gd name="connsiteX229" fmla="*/ 988552 w 1948391"/>
                  <a:gd name="connsiteY229" fmla="*/ 593408 h 1965432"/>
                  <a:gd name="connsiteX230" fmla="*/ 988552 w 1948391"/>
                  <a:gd name="connsiteY230" fmla="*/ 592744 h 1965432"/>
                  <a:gd name="connsiteX231" fmla="*/ 988552 w 1948391"/>
                  <a:gd name="connsiteY231" fmla="*/ 594254 h 1965432"/>
                  <a:gd name="connsiteX232" fmla="*/ 988552 w 1948391"/>
                  <a:gd name="connsiteY232" fmla="*/ 594857 h 1965432"/>
                  <a:gd name="connsiteX233" fmla="*/ 988552 w 1948391"/>
                  <a:gd name="connsiteY233" fmla="*/ 594857 h 1965432"/>
                  <a:gd name="connsiteX234" fmla="*/ 980462 w 1948391"/>
                  <a:gd name="connsiteY234" fmla="*/ 632893 h 1965432"/>
                  <a:gd name="connsiteX235" fmla="*/ 901008 w 1948391"/>
                  <a:gd name="connsiteY235" fmla="*/ 512748 h 1965432"/>
                  <a:gd name="connsiteX236" fmla="*/ 833026 w 1948391"/>
                  <a:gd name="connsiteY236" fmla="*/ 415725 h 1965432"/>
                  <a:gd name="connsiteX237" fmla="*/ 838098 w 1948391"/>
                  <a:gd name="connsiteY237" fmla="*/ 413672 h 1965432"/>
                  <a:gd name="connsiteX238" fmla="*/ 840694 w 1948391"/>
                  <a:gd name="connsiteY238" fmla="*/ 407635 h 1965432"/>
                  <a:gd name="connsiteX239" fmla="*/ 841056 w 1948391"/>
                  <a:gd name="connsiteY239" fmla="*/ 265995 h 1965432"/>
                  <a:gd name="connsiteX240" fmla="*/ 832664 w 1948391"/>
                  <a:gd name="connsiteY240" fmla="*/ 197711 h 1965432"/>
                  <a:gd name="connsiteX241" fmla="*/ 818416 w 1948391"/>
                  <a:gd name="connsiteY241" fmla="*/ 124416 h 1965432"/>
                  <a:gd name="connsiteX242" fmla="*/ 812197 w 1948391"/>
                  <a:gd name="connsiteY242" fmla="*/ 119828 h 1965432"/>
                  <a:gd name="connsiteX243" fmla="*/ 808876 w 1948391"/>
                  <a:gd name="connsiteY243" fmla="*/ 122243 h 1965432"/>
                  <a:gd name="connsiteX244" fmla="*/ 808152 w 1948391"/>
                  <a:gd name="connsiteY244" fmla="*/ 126288 h 1965432"/>
                  <a:gd name="connsiteX245" fmla="*/ 825178 w 1948391"/>
                  <a:gd name="connsiteY245" fmla="*/ 227959 h 1965432"/>
                  <a:gd name="connsiteX246" fmla="*/ 825178 w 1948391"/>
                  <a:gd name="connsiteY246" fmla="*/ 229227 h 1965432"/>
                  <a:gd name="connsiteX247" fmla="*/ 825178 w 1948391"/>
                  <a:gd name="connsiteY247" fmla="*/ 228020 h 1965432"/>
                  <a:gd name="connsiteX248" fmla="*/ 825178 w 1948391"/>
                  <a:gd name="connsiteY248" fmla="*/ 229408 h 1965432"/>
                  <a:gd name="connsiteX249" fmla="*/ 825178 w 1948391"/>
                  <a:gd name="connsiteY249" fmla="*/ 229408 h 1965432"/>
                  <a:gd name="connsiteX250" fmla="*/ 829222 w 1948391"/>
                  <a:gd name="connsiteY250" fmla="*/ 317435 h 1965432"/>
                  <a:gd name="connsiteX251" fmla="*/ 825117 w 1948391"/>
                  <a:gd name="connsiteY251" fmla="*/ 398941 h 1965432"/>
                  <a:gd name="connsiteX252" fmla="*/ 820529 w 1948391"/>
                  <a:gd name="connsiteY252" fmla="*/ 397613 h 1965432"/>
                  <a:gd name="connsiteX253" fmla="*/ 678587 w 1948391"/>
                  <a:gd name="connsiteY253" fmla="*/ 210088 h 1965432"/>
                  <a:gd name="connsiteX254" fmla="*/ 674905 w 1948391"/>
                  <a:gd name="connsiteY254" fmla="*/ 205620 h 1965432"/>
                  <a:gd name="connsiteX255" fmla="*/ 674905 w 1948391"/>
                  <a:gd name="connsiteY255" fmla="*/ 204172 h 1965432"/>
                  <a:gd name="connsiteX256" fmla="*/ 671765 w 1948391"/>
                  <a:gd name="connsiteY256" fmla="*/ 201575 h 1965432"/>
                  <a:gd name="connsiteX257" fmla="*/ 671101 w 1948391"/>
                  <a:gd name="connsiteY257" fmla="*/ 200730 h 1965432"/>
                  <a:gd name="connsiteX258" fmla="*/ 676535 w 1948391"/>
                  <a:gd name="connsiteY258" fmla="*/ 181531 h 196543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</a:cxnLst>
                <a:rect l="l" t="t" r="r" b="b"/>
                <a:pathLst>
                  <a:path w="1948391" h="1965432">
                    <a:moveTo>
                      <a:pt x="676535" y="181531"/>
                    </a:moveTo>
                    <a:cubicBezTo>
                      <a:pt x="678346" y="173320"/>
                      <a:pt x="679735" y="165018"/>
                      <a:pt x="680700" y="156657"/>
                    </a:cubicBezTo>
                    <a:cubicBezTo>
                      <a:pt x="682572" y="139679"/>
                      <a:pt x="682934" y="122557"/>
                      <a:pt x="681606" y="105519"/>
                    </a:cubicBezTo>
                    <a:cubicBezTo>
                      <a:pt x="678829" y="70888"/>
                      <a:pt x="671282" y="36812"/>
                      <a:pt x="659086" y="4270"/>
                    </a:cubicBezTo>
                    <a:cubicBezTo>
                      <a:pt x="658724" y="2876"/>
                      <a:pt x="657879" y="1674"/>
                      <a:pt x="656611" y="950"/>
                    </a:cubicBezTo>
                    <a:cubicBezTo>
                      <a:pt x="655404" y="207"/>
                      <a:pt x="654015" y="-47"/>
                      <a:pt x="652626" y="225"/>
                    </a:cubicBezTo>
                    <a:cubicBezTo>
                      <a:pt x="651298" y="557"/>
                      <a:pt x="650212" y="1354"/>
                      <a:pt x="649427" y="2459"/>
                    </a:cubicBezTo>
                    <a:lnTo>
                      <a:pt x="649427" y="2459"/>
                    </a:lnTo>
                    <a:cubicBezTo>
                      <a:pt x="648642" y="3636"/>
                      <a:pt x="648400" y="5073"/>
                      <a:pt x="648702" y="6444"/>
                    </a:cubicBezTo>
                    <a:cubicBezTo>
                      <a:pt x="654135" y="21393"/>
                      <a:pt x="658784" y="36631"/>
                      <a:pt x="662588" y="52087"/>
                    </a:cubicBezTo>
                    <a:cubicBezTo>
                      <a:pt x="666210" y="67314"/>
                      <a:pt x="668867" y="82764"/>
                      <a:pt x="670437" y="98334"/>
                    </a:cubicBezTo>
                    <a:lnTo>
                      <a:pt x="670437" y="98334"/>
                    </a:lnTo>
                    <a:cubicBezTo>
                      <a:pt x="670437" y="98473"/>
                      <a:pt x="670437" y="98618"/>
                      <a:pt x="670437" y="98757"/>
                    </a:cubicBezTo>
                    <a:cubicBezTo>
                      <a:pt x="670437" y="98878"/>
                      <a:pt x="670437" y="98998"/>
                      <a:pt x="670437" y="99119"/>
                    </a:cubicBezTo>
                    <a:lnTo>
                      <a:pt x="670437" y="99119"/>
                    </a:lnTo>
                    <a:cubicBezTo>
                      <a:pt x="671343" y="110228"/>
                      <a:pt x="671825" y="121337"/>
                      <a:pt x="671644" y="132507"/>
                    </a:cubicBezTo>
                    <a:cubicBezTo>
                      <a:pt x="671403" y="143634"/>
                      <a:pt x="670377" y="154724"/>
                      <a:pt x="668625" y="165713"/>
                    </a:cubicBezTo>
                    <a:cubicBezTo>
                      <a:pt x="667176" y="174038"/>
                      <a:pt x="665305" y="182286"/>
                      <a:pt x="662951" y="190406"/>
                    </a:cubicBezTo>
                    <a:cubicBezTo>
                      <a:pt x="614651" y="130798"/>
                      <a:pt x="565143" y="72331"/>
                      <a:pt x="514488" y="15017"/>
                    </a:cubicBezTo>
                    <a:cubicBezTo>
                      <a:pt x="512074" y="12071"/>
                      <a:pt x="507787" y="11533"/>
                      <a:pt x="504768" y="13810"/>
                    </a:cubicBezTo>
                    <a:cubicBezTo>
                      <a:pt x="504164" y="14268"/>
                      <a:pt x="503682" y="14842"/>
                      <a:pt x="503319" y="15500"/>
                    </a:cubicBezTo>
                    <a:cubicBezTo>
                      <a:pt x="501629" y="17945"/>
                      <a:pt x="501749" y="21218"/>
                      <a:pt x="503621" y="23530"/>
                    </a:cubicBezTo>
                    <a:cubicBezTo>
                      <a:pt x="553612" y="79878"/>
                      <a:pt x="601912" y="137500"/>
                      <a:pt x="648521" y="196383"/>
                    </a:cubicBezTo>
                    <a:cubicBezTo>
                      <a:pt x="638861" y="194149"/>
                      <a:pt x="629261" y="191674"/>
                      <a:pt x="619722" y="188836"/>
                    </a:cubicBezTo>
                    <a:cubicBezTo>
                      <a:pt x="602153" y="183475"/>
                      <a:pt x="584886" y="177063"/>
                      <a:pt x="568101" y="169637"/>
                    </a:cubicBezTo>
                    <a:lnTo>
                      <a:pt x="569370" y="170120"/>
                    </a:lnTo>
                    <a:cubicBezTo>
                      <a:pt x="552525" y="162561"/>
                      <a:pt x="536103" y="154097"/>
                      <a:pt x="520164" y="144763"/>
                    </a:cubicBezTo>
                    <a:cubicBezTo>
                      <a:pt x="504104" y="135145"/>
                      <a:pt x="488709" y="124459"/>
                      <a:pt x="474098" y="112764"/>
                    </a:cubicBezTo>
                    <a:lnTo>
                      <a:pt x="474098" y="112764"/>
                    </a:lnTo>
                    <a:lnTo>
                      <a:pt x="473373" y="112160"/>
                    </a:lnTo>
                    <a:lnTo>
                      <a:pt x="473373" y="112160"/>
                    </a:lnTo>
                    <a:cubicBezTo>
                      <a:pt x="470113" y="109504"/>
                      <a:pt x="466914" y="106666"/>
                      <a:pt x="463713" y="103829"/>
                    </a:cubicBezTo>
                    <a:cubicBezTo>
                      <a:pt x="462626" y="102923"/>
                      <a:pt x="461359" y="102355"/>
                      <a:pt x="459970" y="102198"/>
                    </a:cubicBezTo>
                    <a:cubicBezTo>
                      <a:pt x="458582" y="102210"/>
                      <a:pt x="457193" y="102724"/>
                      <a:pt x="456106" y="103647"/>
                    </a:cubicBezTo>
                    <a:cubicBezTo>
                      <a:pt x="455804" y="103937"/>
                      <a:pt x="455503" y="104281"/>
                      <a:pt x="455321" y="104674"/>
                    </a:cubicBezTo>
                    <a:cubicBezTo>
                      <a:pt x="453872" y="106720"/>
                      <a:pt x="454174" y="109498"/>
                      <a:pt x="455925" y="111255"/>
                    </a:cubicBezTo>
                    <a:cubicBezTo>
                      <a:pt x="469570" y="123293"/>
                      <a:pt x="484060" y="134348"/>
                      <a:pt x="499274" y="144340"/>
                    </a:cubicBezTo>
                    <a:cubicBezTo>
                      <a:pt x="516662" y="155690"/>
                      <a:pt x="534775" y="165779"/>
                      <a:pt x="553612" y="174527"/>
                    </a:cubicBezTo>
                    <a:cubicBezTo>
                      <a:pt x="587059" y="190460"/>
                      <a:pt x="622439" y="202143"/>
                      <a:pt x="658784" y="209303"/>
                    </a:cubicBezTo>
                    <a:cubicBezTo>
                      <a:pt x="705152" y="268108"/>
                      <a:pt x="749950" y="328121"/>
                      <a:pt x="793239" y="389341"/>
                    </a:cubicBezTo>
                    <a:cubicBezTo>
                      <a:pt x="772350" y="383304"/>
                      <a:pt x="751520" y="377266"/>
                      <a:pt x="730872" y="369961"/>
                    </a:cubicBezTo>
                    <a:cubicBezTo>
                      <a:pt x="698028" y="358671"/>
                      <a:pt x="665788" y="345811"/>
                      <a:pt x="634272" y="331743"/>
                    </a:cubicBezTo>
                    <a:lnTo>
                      <a:pt x="635721" y="332287"/>
                    </a:lnTo>
                    <a:cubicBezTo>
                      <a:pt x="604810" y="318642"/>
                      <a:pt x="574380" y="303971"/>
                      <a:pt x="544253" y="288757"/>
                    </a:cubicBezTo>
                    <a:cubicBezTo>
                      <a:pt x="541778" y="287290"/>
                      <a:pt x="538578" y="288032"/>
                      <a:pt x="537009" y="290447"/>
                    </a:cubicBezTo>
                    <a:lnTo>
                      <a:pt x="537009" y="290447"/>
                    </a:lnTo>
                    <a:cubicBezTo>
                      <a:pt x="535499" y="292971"/>
                      <a:pt x="536284" y="296237"/>
                      <a:pt x="538759" y="297813"/>
                    </a:cubicBezTo>
                    <a:cubicBezTo>
                      <a:pt x="561702" y="309465"/>
                      <a:pt x="584704" y="320936"/>
                      <a:pt x="607949" y="331864"/>
                    </a:cubicBezTo>
                    <a:cubicBezTo>
                      <a:pt x="630167" y="342369"/>
                      <a:pt x="652626" y="352434"/>
                      <a:pt x="675387" y="362052"/>
                    </a:cubicBezTo>
                    <a:cubicBezTo>
                      <a:pt x="698752" y="371893"/>
                      <a:pt x="722661" y="380768"/>
                      <a:pt x="746690" y="388798"/>
                    </a:cubicBezTo>
                    <a:cubicBezTo>
                      <a:pt x="759429" y="393084"/>
                      <a:pt x="772350" y="397009"/>
                      <a:pt x="785270" y="400873"/>
                    </a:cubicBezTo>
                    <a:cubicBezTo>
                      <a:pt x="791308" y="402624"/>
                      <a:pt x="798069" y="403891"/>
                      <a:pt x="804529" y="405401"/>
                    </a:cubicBezTo>
                    <a:cubicBezTo>
                      <a:pt x="855546" y="478497"/>
                      <a:pt x="904269" y="553120"/>
                      <a:pt x="950817" y="629271"/>
                    </a:cubicBezTo>
                    <a:cubicBezTo>
                      <a:pt x="953595" y="633799"/>
                      <a:pt x="956312" y="638388"/>
                      <a:pt x="959028" y="642916"/>
                    </a:cubicBezTo>
                    <a:cubicBezTo>
                      <a:pt x="956251" y="642312"/>
                      <a:pt x="953474" y="641769"/>
                      <a:pt x="950757" y="641105"/>
                    </a:cubicBezTo>
                    <a:cubicBezTo>
                      <a:pt x="937958" y="637965"/>
                      <a:pt x="925339" y="634463"/>
                      <a:pt x="912721" y="630539"/>
                    </a:cubicBezTo>
                    <a:cubicBezTo>
                      <a:pt x="887907" y="622847"/>
                      <a:pt x="863576" y="613736"/>
                      <a:pt x="839788" y="603249"/>
                    </a:cubicBezTo>
                    <a:lnTo>
                      <a:pt x="840271" y="603249"/>
                    </a:lnTo>
                    <a:cubicBezTo>
                      <a:pt x="803020" y="586556"/>
                      <a:pt x="766916" y="567435"/>
                      <a:pt x="732140" y="546014"/>
                    </a:cubicBezTo>
                    <a:cubicBezTo>
                      <a:pt x="729604" y="544498"/>
                      <a:pt x="726284" y="545338"/>
                      <a:pt x="724774" y="547886"/>
                    </a:cubicBezTo>
                    <a:cubicBezTo>
                      <a:pt x="723265" y="550439"/>
                      <a:pt x="724110" y="553736"/>
                      <a:pt x="726646" y="555251"/>
                    </a:cubicBezTo>
                    <a:cubicBezTo>
                      <a:pt x="746811" y="567326"/>
                      <a:pt x="767338" y="579401"/>
                      <a:pt x="788228" y="590510"/>
                    </a:cubicBezTo>
                    <a:cubicBezTo>
                      <a:pt x="809118" y="601619"/>
                      <a:pt x="829163" y="610917"/>
                      <a:pt x="850173" y="620033"/>
                    </a:cubicBezTo>
                    <a:cubicBezTo>
                      <a:pt x="871847" y="629241"/>
                      <a:pt x="894066" y="637307"/>
                      <a:pt x="916585" y="644183"/>
                    </a:cubicBezTo>
                    <a:cubicBezTo>
                      <a:pt x="933188" y="649171"/>
                      <a:pt x="950033" y="653203"/>
                      <a:pt x="967119" y="656258"/>
                    </a:cubicBezTo>
                    <a:cubicBezTo>
                      <a:pt x="971949" y="664349"/>
                      <a:pt x="976839" y="672379"/>
                      <a:pt x="981609" y="680408"/>
                    </a:cubicBezTo>
                    <a:cubicBezTo>
                      <a:pt x="1012943" y="733840"/>
                      <a:pt x="1042889" y="787996"/>
                      <a:pt x="1072172" y="842635"/>
                    </a:cubicBezTo>
                    <a:cubicBezTo>
                      <a:pt x="1101453" y="897275"/>
                      <a:pt x="1130010" y="952578"/>
                      <a:pt x="1157179" y="1008485"/>
                    </a:cubicBezTo>
                    <a:cubicBezTo>
                      <a:pt x="1184348" y="1064393"/>
                      <a:pt x="1211516" y="1120964"/>
                      <a:pt x="1237115" y="1177897"/>
                    </a:cubicBezTo>
                    <a:cubicBezTo>
                      <a:pt x="1262714" y="1234831"/>
                      <a:pt x="1287951" y="1292610"/>
                      <a:pt x="1312523" y="1350449"/>
                    </a:cubicBezTo>
                    <a:cubicBezTo>
                      <a:pt x="1322727" y="1374599"/>
                      <a:pt x="1332809" y="1398585"/>
                      <a:pt x="1342711" y="1422415"/>
                    </a:cubicBezTo>
                    <a:cubicBezTo>
                      <a:pt x="1283543" y="1386553"/>
                      <a:pt x="1223168" y="1352743"/>
                      <a:pt x="1161586" y="1320986"/>
                    </a:cubicBezTo>
                    <a:cubicBezTo>
                      <a:pt x="1151564" y="1305487"/>
                      <a:pt x="1140818" y="1290454"/>
                      <a:pt x="1129407" y="1275886"/>
                    </a:cubicBezTo>
                    <a:cubicBezTo>
                      <a:pt x="1116305" y="1259162"/>
                      <a:pt x="1102238" y="1243223"/>
                      <a:pt x="1087748" y="1227586"/>
                    </a:cubicBezTo>
                    <a:cubicBezTo>
                      <a:pt x="1085635" y="1225521"/>
                      <a:pt x="1082314" y="1225521"/>
                      <a:pt x="1080201" y="1227586"/>
                    </a:cubicBezTo>
                    <a:cubicBezTo>
                      <a:pt x="1079899" y="1227900"/>
                      <a:pt x="1079597" y="1228244"/>
                      <a:pt x="1079356" y="1228612"/>
                    </a:cubicBezTo>
                    <a:cubicBezTo>
                      <a:pt x="1078088" y="1230707"/>
                      <a:pt x="1078329" y="1233394"/>
                      <a:pt x="1080020" y="1235193"/>
                    </a:cubicBezTo>
                    <a:cubicBezTo>
                      <a:pt x="1100668" y="1257272"/>
                      <a:pt x="1119988" y="1280553"/>
                      <a:pt x="1137859" y="1304926"/>
                    </a:cubicBezTo>
                    <a:cubicBezTo>
                      <a:pt x="1137859" y="1304787"/>
                      <a:pt x="1137859" y="1304642"/>
                      <a:pt x="1137859" y="1304503"/>
                    </a:cubicBezTo>
                    <a:cubicBezTo>
                      <a:pt x="1139368" y="1306677"/>
                      <a:pt x="1140757" y="1308850"/>
                      <a:pt x="1142206" y="1311024"/>
                    </a:cubicBezTo>
                    <a:cubicBezTo>
                      <a:pt x="1108517" y="1293757"/>
                      <a:pt x="1074586" y="1276912"/>
                      <a:pt x="1040293" y="1260792"/>
                    </a:cubicBezTo>
                    <a:cubicBezTo>
                      <a:pt x="999601" y="1241714"/>
                      <a:pt x="958546" y="1223341"/>
                      <a:pt x="917129" y="1205670"/>
                    </a:cubicBezTo>
                    <a:cubicBezTo>
                      <a:pt x="916887" y="1205114"/>
                      <a:pt x="916525" y="1204589"/>
                      <a:pt x="916162" y="1204100"/>
                    </a:cubicBezTo>
                    <a:cubicBezTo>
                      <a:pt x="885613" y="1165973"/>
                      <a:pt x="852407" y="1130117"/>
                      <a:pt x="816665" y="1096814"/>
                    </a:cubicBezTo>
                    <a:cubicBezTo>
                      <a:pt x="781104" y="1064290"/>
                      <a:pt x="743551" y="1034042"/>
                      <a:pt x="704186" y="1006252"/>
                    </a:cubicBezTo>
                    <a:cubicBezTo>
                      <a:pt x="701771" y="1004688"/>
                      <a:pt x="698572" y="1005376"/>
                      <a:pt x="697002" y="1007779"/>
                    </a:cubicBezTo>
                    <a:cubicBezTo>
                      <a:pt x="697002" y="1007815"/>
                      <a:pt x="696942" y="1007845"/>
                      <a:pt x="696942" y="1007882"/>
                    </a:cubicBezTo>
                    <a:lnTo>
                      <a:pt x="696942" y="1007882"/>
                    </a:lnTo>
                    <a:cubicBezTo>
                      <a:pt x="695493" y="1010430"/>
                      <a:pt x="696217" y="1013690"/>
                      <a:pt x="698692" y="1015308"/>
                    </a:cubicBezTo>
                    <a:cubicBezTo>
                      <a:pt x="714450" y="1026537"/>
                      <a:pt x="729846" y="1038069"/>
                      <a:pt x="744939" y="1050144"/>
                    </a:cubicBezTo>
                    <a:lnTo>
                      <a:pt x="744939" y="1050144"/>
                    </a:lnTo>
                    <a:lnTo>
                      <a:pt x="744939" y="1050144"/>
                    </a:lnTo>
                    <a:lnTo>
                      <a:pt x="744939" y="1050144"/>
                    </a:lnTo>
                    <a:lnTo>
                      <a:pt x="744939" y="1050144"/>
                    </a:lnTo>
                    <a:lnTo>
                      <a:pt x="744939" y="1050144"/>
                    </a:lnTo>
                    <a:lnTo>
                      <a:pt x="744939" y="1050144"/>
                    </a:lnTo>
                    <a:cubicBezTo>
                      <a:pt x="759671" y="1061977"/>
                      <a:pt x="774040" y="1074191"/>
                      <a:pt x="788107" y="1086791"/>
                    </a:cubicBezTo>
                    <a:cubicBezTo>
                      <a:pt x="802054" y="1099470"/>
                      <a:pt x="815518" y="1112632"/>
                      <a:pt x="828740" y="1126096"/>
                    </a:cubicBezTo>
                    <a:cubicBezTo>
                      <a:pt x="848965" y="1147003"/>
                      <a:pt x="868104" y="1168901"/>
                      <a:pt x="886096" y="1191723"/>
                    </a:cubicBezTo>
                    <a:cubicBezTo>
                      <a:pt x="882232" y="1190093"/>
                      <a:pt x="878428" y="1188342"/>
                      <a:pt x="874504" y="1186712"/>
                    </a:cubicBezTo>
                    <a:cubicBezTo>
                      <a:pt x="818778" y="1163468"/>
                      <a:pt x="762146" y="1142397"/>
                      <a:pt x="705454" y="1121749"/>
                    </a:cubicBezTo>
                    <a:cubicBezTo>
                      <a:pt x="662830" y="1106293"/>
                      <a:pt x="619722" y="1091561"/>
                      <a:pt x="576493" y="1078037"/>
                    </a:cubicBezTo>
                    <a:cubicBezTo>
                      <a:pt x="577278" y="1075139"/>
                      <a:pt x="576493" y="1072048"/>
                      <a:pt x="574501" y="1069826"/>
                    </a:cubicBezTo>
                    <a:cubicBezTo>
                      <a:pt x="566290" y="1060830"/>
                      <a:pt x="558079" y="1051714"/>
                      <a:pt x="549687" y="1043080"/>
                    </a:cubicBezTo>
                    <a:cubicBezTo>
                      <a:pt x="540450" y="1033360"/>
                      <a:pt x="530911" y="1024062"/>
                      <a:pt x="521311" y="1014764"/>
                    </a:cubicBezTo>
                    <a:cubicBezTo>
                      <a:pt x="502233" y="996652"/>
                      <a:pt x="482188" y="979083"/>
                      <a:pt x="461721" y="962359"/>
                    </a:cubicBezTo>
                    <a:cubicBezTo>
                      <a:pt x="422176" y="929877"/>
                      <a:pt x="380517" y="900052"/>
                      <a:pt x="338677" y="870650"/>
                    </a:cubicBezTo>
                    <a:cubicBezTo>
                      <a:pt x="336021" y="869092"/>
                      <a:pt x="332639" y="869895"/>
                      <a:pt x="331010" y="872461"/>
                    </a:cubicBezTo>
                    <a:lnTo>
                      <a:pt x="331010" y="872461"/>
                    </a:lnTo>
                    <a:cubicBezTo>
                      <a:pt x="329620" y="875154"/>
                      <a:pt x="330466" y="878462"/>
                      <a:pt x="332941" y="880189"/>
                    </a:cubicBezTo>
                    <a:cubicBezTo>
                      <a:pt x="364517" y="902407"/>
                      <a:pt x="395671" y="925108"/>
                      <a:pt x="425858" y="949137"/>
                    </a:cubicBezTo>
                    <a:lnTo>
                      <a:pt x="425496" y="949137"/>
                    </a:lnTo>
                    <a:cubicBezTo>
                      <a:pt x="450069" y="968819"/>
                      <a:pt x="473796" y="989407"/>
                      <a:pt x="496678" y="1011202"/>
                    </a:cubicBezTo>
                    <a:cubicBezTo>
                      <a:pt x="516239" y="1029936"/>
                      <a:pt x="534714" y="1049709"/>
                      <a:pt x="552163" y="1070430"/>
                    </a:cubicBezTo>
                    <a:cubicBezTo>
                      <a:pt x="453389" y="1039566"/>
                      <a:pt x="353046" y="1014010"/>
                      <a:pt x="251556" y="993875"/>
                    </a:cubicBezTo>
                    <a:cubicBezTo>
                      <a:pt x="251677" y="992039"/>
                      <a:pt x="251013" y="990228"/>
                      <a:pt x="249805" y="988864"/>
                    </a:cubicBezTo>
                    <a:cubicBezTo>
                      <a:pt x="203860" y="939139"/>
                      <a:pt x="150307" y="897088"/>
                      <a:pt x="91080" y="864310"/>
                    </a:cubicBezTo>
                    <a:cubicBezTo>
                      <a:pt x="88544" y="862849"/>
                      <a:pt x="85284" y="863646"/>
                      <a:pt x="83714" y="866121"/>
                    </a:cubicBezTo>
                    <a:cubicBezTo>
                      <a:pt x="82204" y="868675"/>
                      <a:pt x="83050" y="871948"/>
                      <a:pt x="85586" y="873487"/>
                    </a:cubicBezTo>
                    <a:cubicBezTo>
                      <a:pt x="98687" y="880732"/>
                      <a:pt x="111486" y="888400"/>
                      <a:pt x="123924" y="896671"/>
                    </a:cubicBezTo>
                    <a:cubicBezTo>
                      <a:pt x="136361" y="904942"/>
                      <a:pt x="149220" y="914784"/>
                      <a:pt x="161356" y="924202"/>
                    </a:cubicBezTo>
                    <a:lnTo>
                      <a:pt x="161356" y="924202"/>
                    </a:lnTo>
                    <a:cubicBezTo>
                      <a:pt x="174760" y="935070"/>
                      <a:pt x="187740" y="946438"/>
                      <a:pt x="200298" y="958314"/>
                    </a:cubicBezTo>
                    <a:cubicBezTo>
                      <a:pt x="211225" y="968578"/>
                      <a:pt x="221791" y="979385"/>
                      <a:pt x="232236" y="990192"/>
                    </a:cubicBezTo>
                    <a:cubicBezTo>
                      <a:pt x="164013" y="977272"/>
                      <a:pt x="95306" y="966767"/>
                      <a:pt x="26056" y="960004"/>
                    </a:cubicBezTo>
                    <a:lnTo>
                      <a:pt x="6132" y="958073"/>
                    </a:lnTo>
                    <a:cubicBezTo>
                      <a:pt x="3174" y="957704"/>
                      <a:pt x="518" y="959799"/>
                      <a:pt x="95" y="962751"/>
                    </a:cubicBezTo>
                    <a:cubicBezTo>
                      <a:pt x="-267" y="965704"/>
                      <a:pt x="1846" y="968391"/>
                      <a:pt x="4804" y="968759"/>
                    </a:cubicBezTo>
                    <a:cubicBezTo>
                      <a:pt x="75745" y="975545"/>
                      <a:pt x="146262" y="985905"/>
                      <a:pt x="216116" y="999791"/>
                    </a:cubicBezTo>
                    <a:cubicBezTo>
                      <a:pt x="196253" y="1006674"/>
                      <a:pt x="176269" y="1013014"/>
                      <a:pt x="155741" y="1017904"/>
                    </a:cubicBezTo>
                    <a:cubicBezTo>
                      <a:pt x="127727" y="1024726"/>
                      <a:pt x="99291" y="1029846"/>
                      <a:pt x="70673" y="1033239"/>
                    </a:cubicBezTo>
                    <a:lnTo>
                      <a:pt x="72001" y="1033239"/>
                    </a:lnTo>
                    <a:cubicBezTo>
                      <a:pt x="58477" y="1034869"/>
                      <a:pt x="44772" y="1036198"/>
                      <a:pt x="31127" y="1037284"/>
                    </a:cubicBezTo>
                    <a:cubicBezTo>
                      <a:pt x="29739" y="1037326"/>
                      <a:pt x="28350" y="1037864"/>
                      <a:pt x="27324" y="1038794"/>
                    </a:cubicBezTo>
                    <a:cubicBezTo>
                      <a:pt x="27022" y="1039089"/>
                      <a:pt x="26781" y="1039409"/>
                      <a:pt x="26539" y="1039760"/>
                    </a:cubicBezTo>
                    <a:cubicBezTo>
                      <a:pt x="26056" y="1040629"/>
                      <a:pt x="25754" y="1041601"/>
                      <a:pt x="25754" y="1042597"/>
                    </a:cubicBezTo>
                    <a:cubicBezTo>
                      <a:pt x="25694" y="1045562"/>
                      <a:pt x="28109" y="1047995"/>
                      <a:pt x="31067" y="1048031"/>
                    </a:cubicBezTo>
                    <a:cubicBezTo>
                      <a:pt x="31067" y="1048031"/>
                      <a:pt x="31067" y="1048031"/>
                      <a:pt x="31067" y="1048031"/>
                    </a:cubicBezTo>
                    <a:cubicBezTo>
                      <a:pt x="66447" y="1045435"/>
                      <a:pt x="101705" y="1040780"/>
                      <a:pt x="136542" y="1034084"/>
                    </a:cubicBezTo>
                    <a:cubicBezTo>
                      <a:pt x="155077" y="1030402"/>
                      <a:pt x="173311" y="1025873"/>
                      <a:pt x="191363" y="1020560"/>
                    </a:cubicBezTo>
                    <a:cubicBezTo>
                      <a:pt x="206939" y="1015900"/>
                      <a:pt x="222275" y="1010333"/>
                      <a:pt x="237247" y="1003897"/>
                    </a:cubicBezTo>
                    <a:cubicBezTo>
                      <a:pt x="275887" y="1011806"/>
                      <a:pt x="314467" y="1020319"/>
                      <a:pt x="352744" y="1029979"/>
                    </a:cubicBezTo>
                    <a:lnTo>
                      <a:pt x="350933" y="1029435"/>
                    </a:lnTo>
                    <a:cubicBezTo>
                      <a:pt x="413904" y="1045495"/>
                      <a:pt x="476211" y="1063970"/>
                      <a:pt x="538095" y="1084377"/>
                    </a:cubicBezTo>
                    <a:lnTo>
                      <a:pt x="522035" y="1090414"/>
                    </a:lnTo>
                    <a:lnTo>
                      <a:pt x="523062" y="1089991"/>
                    </a:lnTo>
                    <a:cubicBezTo>
                      <a:pt x="503078" y="1098021"/>
                      <a:pt x="482973" y="1105629"/>
                      <a:pt x="462687" y="1112572"/>
                    </a:cubicBezTo>
                    <a:cubicBezTo>
                      <a:pt x="442401" y="1119515"/>
                      <a:pt x="419881" y="1125915"/>
                      <a:pt x="398207" y="1131348"/>
                    </a:cubicBezTo>
                    <a:cubicBezTo>
                      <a:pt x="353770" y="1142349"/>
                      <a:pt x="308671" y="1150656"/>
                      <a:pt x="263208" y="1156223"/>
                    </a:cubicBezTo>
                    <a:cubicBezTo>
                      <a:pt x="226983" y="1160570"/>
                      <a:pt x="190758" y="1163226"/>
                      <a:pt x="154533" y="1164192"/>
                    </a:cubicBezTo>
                    <a:cubicBezTo>
                      <a:pt x="119637" y="1165098"/>
                      <a:pt x="84740" y="1163951"/>
                      <a:pt x="50025" y="1160751"/>
                    </a:cubicBezTo>
                    <a:cubicBezTo>
                      <a:pt x="48153" y="1160618"/>
                      <a:pt x="46403" y="1161584"/>
                      <a:pt x="45497" y="1163226"/>
                    </a:cubicBezTo>
                    <a:cubicBezTo>
                      <a:pt x="43867" y="1165683"/>
                      <a:pt x="44591" y="1168974"/>
                      <a:pt x="47067" y="1170580"/>
                    </a:cubicBezTo>
                    <a:cubicBezTo>
                      <a:pt x="47912" y="1171141"/>
                      <a:pt x="48938" y="1171437"/>
                      <a:pt x="49964" y="1171437"/>
                    </a:cubicBezTo>
                    <a:cubicBezTo>
                      <a:pt x="135093" y="1178743"/>
                      <a:pt x="220765" y="1175905"/>
                      <a:pt x="305230" y="1162985"/>
                    </a:cubicBezTo>
                    <a:cubicBezTo>
                      <a:pt x="350511" y="1156543"/>
                      <a:pt x="395369" y="1147468"/>
                      <a:pt x="439564" y="1135816"/>
                    </a:cubicBezTo>
                    <a:cubicBezTo>
                      <a:pt x="460816" y="1130322"/>
                      <a:pt x="481826" y="1124405"/>
                      <a:pt x="502595" y="1117341"/>
                    </a:cubicBezTo>
                    <a:cubicBezTo>
                      <a:pt x="511772" y="1114262"/>
                      <a:pt x="520707" y="1110881"/>
                      <a:pt x="529824" y="1107259"/>
                    </a:cubicBezTo>
                    <a:cubicBezTo>
                      <a:pt x="534895" y="1105206"/>
                      <a:pt x="539907" y="1103093"/>
                      <a:pt x="544797" y="1100798"/>
                    </a:cubicBezTo>
                    <a:cubicBezTo>
                      <a:pt x="549687" y="1098504"/>
                      <a:pt x="554276" y="1095908"/>
                      <a:pt x="559105" y="1093614"/>
                    </a:cubicBezTo>
                    <a:cubicBezTo>
                      <a:pt x="559830" y="1093210"/>
                      <a:pt x="560434" y="1092678"/>
                      <a:pt x="560917" y="1092044"/>
                    </a:cubicBezTo>
                    <a:cubicBezTo>
                      <a:pt x="604447" y="1106896"/>
                      <a:pt x="647736" y="1122232"/>
                      <a:pt x="690542" y="1139318"/>
                    </a:cubicBezTo>
                    <a:cubicBezTo>
                      <a:pt x="746811" y="1161475"/>
                      <a:pt x="802114" y="1186108"/>
                      <a:pt x="856814" y="1211767"/>
                    </a:cubicBezTo>
                    <a:cubicBezTo>
                      <a:pt x="864421" y="1215390"/>
                      <a:pt x="871968" y="1219194"/>
                      <a:pt x="879576" y="1222877"/>
                    </a:cubicBezTo>
                    <a:cubicBezTo>
                      <a:pt x="858685" y="1230544"/>
                      <a:pt x="837856" y="1238333"/>
                      <a:pt x="816846" y="1245578"/>
                    </a:cubicBezTo>
                    <a:cubicBezTo>
                      <a:pt x="785330" y="1256445"/>
                      <a:pt x="753452" y="1266347"/>
                      <a:pt x="721453" y="1275222"/>
                    </a:cubicBezTo>
                    <a:cubicBezTo>
                      <a:pt x="656732" y="1293135"/>
                      <a:pt x="590802" y="1306375"/>
                      <a:pt x="524209" y="1314827"/>
                    </a:cubicBezTo>
                    <a:lnTo>
                      <a:pt x="524209" y="1314827"/>
                    </a:lnTo>
                    <a:lnTo>
                      <a:pt x="522820" y="1314827"/>
                    </a:lnTo>
                    <a:lnTo>
                      <a:pt x="523847" y="1314827"/>
                    </a:lnTo>
                    <a:lnTo>
                      <a:pt x="522700" y="1314827"/>
                    </a:lnTo>
                    <a:lnTo>
                      <a:pt x="522700" y="1314827"/>
                    </a:lnTo>
                    <a:cubicBezTo>
                      <a:pt x="445420" y="1325043"/>
                      <a:pt x="367235" y="1326099"/>
                      <a:pt x="289713" y="1317967"/>
                    </a:cubicBezTo>
                    <a:cubicBezTo>
                      <a:pt x="287842" y="1317810"/>
                      <a:pt x="286030" y="1318782"/>
                      <a:pt x="285124" y="1320442"/>
                    </a:cubicBezTo>
                    <a:cubicBezTo>
                      <a:pt x="283495" y="1322900"/>
                      <a:pt x="284219" y="1326190"/>
                      <a:pt x="286694" y="1327796"/>
                    </a:cubicBezTo>
                    <a:cubicBezTo>
                      <a:pt x="287539" y="1328358"/>
                      <a:pt x="288566" y="1328653"/>
                      <a:pt x="289592" y="1328653"/>
                    </a:cubicBezTo>
                    <a:cubicBezTo>
                      <a:pt x="393074" y="1341211"/>
                      <a:pt x="497885" y="1334268"/>
                      <a:pt x="600463" y="1317907"/>
                    </a:cubicBezTo>
                    <a:cubicBezTo>
                      <a:pt x="653713" y="1309454"/>
                      <a:pt x="706481" y="1298224"/>
                      <a:pt x="758765" y="1285063"/>
                    </a:cubicBezTo>
                    <a:cubicBezTo>
                      <a:pt x="784847" y="1278542"/>
                      <a:pt x="810808" y="1271460"/>
                      <a:pt x="836589" y="1263811"/>
                    </a:cubicBezTo>
                    <a:cubicBezTo>
                      <a:pt x="861524" y="1256324"/>
                      <a:pt x="886217" y="1248234"/>
                      <a:pt x="910487" y="1238876"/>
                    </a:cubicBezTo>
                    <a:lnTo>
                      <a:pt x="911755" y="1238333"/>
                    </a:lnTo>
                    <a:cubicBezTo>
                      <a:pt x="947980" y="1256083"/>
                      <a:pt x="983722" y="1274195"/>
                      <a:pt x="1019162" y="1293394"/>
                    </a:cubicBezTo>
                    <a:cubicBezTo>
                      <a:pt x="1034135" y="1301442"/>
                      <a:pt x="1049108" y="1309653"/>
                      <a:pt x="1064081" y="1318027"/>
                    </a:cubicBezTo>
                    <a:cubicBezTo>
                      <a:pt x="1082978" y="1328533"/>
                      <a:pt x="1101694" y="1339460"/>
                      <a:pt x="1120351" y="1350388"/>
                    </a:cubicBezTo>
                    <a:lnTo>
                      <a:pt x="1118781" y="1351234"/>
                    </a:lnTo>
                    <a:cubicBezTo>
                      <a:pt x="1107551" y="1356728"/>
                      <a:pt x="1096140" y="1361618"/>
                      <a:pt x="1084608" y="1366387"/>
                    </a:cubicBezTo>
                    <a:cubicBezTo>
                      <a:pt x="1049289" y="1380189"/>
                      <a:pt x="1013004" y="1391129"/>
                      <a:pt x="975934" y="1399111"/>
                    </a:cubicBezTo>
                    <a:cubicBezTo>
                      <a:pt x="937535" y="1407624"/>
                      <a:pt x="898473" y="1413842"/>
                      <a:pt x="859410" y="1418672"/>
                    </a:cubicBezTo>
                    <a:lnTo>
                      <a:pt x="859410" y="1418672"/>
                    </a:lnTo>
                    <a:cubicBezTo>
                      <a:pt x="836407" y="1421510"/>
                      <a:pt x="813525" y="1424046"/>
                      <a:pt x="790523" y="1426280"/>
                    </a:cubicBezTo>
                    <a:cubicBezTo>
                      <a:pt x="788651" y="1426376"/>
                      <a:pt x="786960" y="1427336"/>
                      <a:pt x="785874" y="1428876"/>
                    </a:cubicBezTo>
                    <a:cubicBezTo>
                      <a:pt x="785391" y="1429715"/>
                      <a:pt x="785149" y="1430675"/>
                      <a:pt x="785149" y="1431653"/>
                    </a:cubicBezTo>
                    <a:cubicBezTo>
                      <a:pt x="785210" y="1434587"/>
                      <a:pt x="787504" y="1436960"/>
                      <a:pt x="790462" y="1437026"/>
                    </a:cubicBezTo>
                    <a:cubicBezTo>
                      <a:pt x="853735" y="1431937"/>
                      <a:pt x="916646" y="1423653"/>
                      <a:pt x="979073" y="1412212"/>
                    </a:cubicBezTo>
                    <a:cubicBezTo>
                      <a:pt x="994348" y="1409193"/>
                      <a:pt x="1009261" y="1405812"/>
                      <a:pt x="1024656" y="1402130"/>
                    </a:cubicBezTo>
                    <a:cubicBezTo>
                      <a:pt x="1040776" y="1398145"/>
                      <a:pt x="1056776" y="1393436"/>
                      <a:pt x="1072594" y="1388364"/>
                    </a:cubicBezTo>
                    <a:cubicBezTo>
                      <a:pt x="1095657" y="1380962"/>
                      <a:pt x="1118237" y="1372171"/>
                      <a:pt x="1140274" y="1362041"/>
                    </a:cubicBezTo>
                    <a:cubicBezTo>
                      <a:pt x="1165632" y="1377134"/>
                      <a:pt x="1190808" y="1392530"/>
                      <a:pt x="1215742" y="1408228"/>
                    </a:cubicBezTo>
                    <a:cubicBezTo>
                      <a:pt x="1265552" y="1439580"/>
                      <a:pt x="1314757" y="1471784"/>
                      <a:pt x="1363359" y="1504827"/>
                    </a:cubicBezTo>
                    <a:cubicBezTo>
                      <a:pt x="1370061" y="1509355"/>
                      <a:pt x="1376641" y="1514185"/>
                      <a:pt x="1383343" y="1518774"/>
                    </a:cubicBezTo>
                    <a:lnTo>
                      <a:pt x="1384370" y="1521249"/>
                    </a:lnTo>
                    <a:cubicBezTo>
                      <a:pt x="1389501" y="1533028"/>
                      <a:pt x="1401274" y="1540539"/>
                      <a:pt x="1414134" y="1540267"/>
                    </a:cubicBezTo>
                    <a:cubicBezTo>
                      <a:pt x="1495278" y="1597503"/>
                      <a:pt x="1574430" y="1657817"/>
                      <a:pt x="1650502" y="1721392"/>
                    </a:cubicBezTo>
                    <a:cubicBezTo>
                      <a:pt x="1696930" y="1760315"/>
                      <a:pt x="1741970" y="1800803"/>
                      <a:pt x="1785621" y="1842866"/>
                    </a:cubicBezTo>
                    <a:cubicBezTo>
                      <a:pt x="1803733" y="1860677"/>
                      <a:pt x="1821846" y="1878729"/>
                      <a:pt x="1839596" y="1897203"/>
                    </a:cubicBezTo>
                    <a:cubicBezTo>
                      <a:pt x="1857346" y="1915678"/>
                      <a:pt x="1874613" y="1934092"/>
                      <a:pt x="1891216" y="1953231"/>
                    </a:cubicBezTo>
                    <a:cubicBezTo>
                      <a:pt x="1896529" y="1959884"/>
                      <a:pt x="1904137" y="1964213"/>
                      <a:pt x="1912589" y="1965306"/>
                    </a:cubicBezTo>
                    <a:cubicBezTo>
                      <a:pt x="1930098" y="1967474"/>
                      <a:pt x="1946037" y="1955036"/>
                      <a:pt x="1948210" y="1937534"/>
                    </a:cubicBezTo>
                    <a:cubicBezTo>
                      <a:pt x="1949236" y="1929051"/>
                      <a:pt x="1946882" y="1920508"/>
                      <a:pt x="1941569" y="1913807"/>
                    </a:cubicBezTo>
                    <a:cubicBezTo>
                      <a:pt x="1931184" y="1901732"/>
                      <a:pt x="1920921" y="1889355"/>
                      <a:pt x="1910234" y="1877582"/>
                    </a:cubicBezTo>
                    <a:cubicBezTo>
                      <a:pt x="1898944" y="1865627"/>
                      <a:pt x="1886869" y="1852586"/>
                      <a:pt x="1874794" y="1840511"/>
                    </a:cubicBezTo>
                    <a:cubicBezTo>
                      <a:pt x="1850222" y="1815033"/>
                      <a:pt x="1824925" y="1790400"/>
                      <a:pt x="1799084" y="1766311"/>
                    </a:cubicBezTo>
                    <a:cubicBezTo>
                      <a:pt x="1749879" y="1720245"/>
                      <a:pt x="1698017" y="1676956"/>
                      <a:pt x="1645370" y="1634935"/>
                    </a:cubicBezTo>
                    <a:cubicBezTo>
                      <a:pt x="1598821" y="1597804"/>
                      <a:pt x="1551426" y="1561519"/>
                      <a:pt x="1502704" y="1527226"/>
                    </a:cubicBezTo>
                    <a:cubicBezTo>
                      <a:pt x="1480366" y="1511529"/>
                      <a:pt x="1457786" y="1496314"/>
                      <a:pt x="1435024" y="1481281"/>
                    </a:cubicBezTo>
                    <a:cubicBezTo>
                      <a:pt x="1413108" y="1428634"/>
                      <a:pt x="1389683" y="1376410"/>
                      <a:pt x="1365412" y="1324789"/>
                    </a:cubicBezTo>
                    <a:cubicBezTo>
                      <a:pt x="1338665" y="1267874"/>
                      <a:pt x="1310954" y="1211526"/>
                      <a:pt x="1282215" y="1155740"/>
                    </a:cubicBezTo>
                    <a:cubicBezTo>
                      <a:pt x="1253537" y="1100014"/>
                      <a:pt x="1224618" y="1044589"/>
                      <a:pt x="1194249" y="989769"/>
                    </a:cubicBezTo>
                    <a:cubicBezTo>
                      <a:pt x="1163881" y="934949"/>
                      <a:pt x="1133090" y="880310"/>
                      <a:pt x="1101091" y="826335"/>
                    </a:cubicBezTo>
                    <a:cubicBezTo>
                      <a:pt x="1066738" y="768374"/>
                      <a:pt x="1031358" y="711018"/>
                      <a:pt x="994891" y="654266"/>
                    </a:cubicBezTo>
                    <a:cubicBezTo>
                      <a:pt x="1000627" y="630062"/>
                      <a:pt x="1004612" y="605489"/>
                      <a:pt x="1006966" y="580730"/>
                    </a:cubicBezTo>
                    <a:cubicBezTo>
                      <a:pt x="1009743" y="551937"/>
                      <a:pt x="1010589" y="522999"/>
                      <a:pt x="1009562" y="494092"/>
                    </a:cubicBezTo>
                    <a:cubicBezTo>
                      <a:pt x="1007269" y="436705"/>
                      <a:pt x="1001231" y="379524"/>
                      <a:pt x="991450" y="322929"/>
                    </a:cubicBezTo>
                    <a:cubicBezTo>
                      <a:pt x="990786" y="320043"/>
                      <a:pt x="987888" y="318244"/>
                      <a:pt x="984990" y="318884"/>
                    </a:cubicBezTo>
                    <a:cubicBezTo>
                      <a:pt x="983662" y="319143"/>
                      <a:pt x="982514" y="319958"/>
                      <a:pt x="981790" y="321118"/>
                    </a:cubicBezTo>
                    <a:cubicBezTo>
                      <a:pt x="981005" y="322373"/>
                      <a:pt x="980703" y="323877"/>
                      <a:pt x="980944" y="325344"/>
                    </a:cubicBezTo>
                    <a:cubicBezTo>
                      <a:pt x="985050" y="351727"/>
                      <a:pt x="988612" y="378172"/>
                      <a:pt x="991329" y="404676"/>
                    </a:cubicBezTo>
                    <a:cubicBezTo>
                      <a:pt x="991329" y="404676"/>
                      <a:pt x="991329" y="404676"/>
                      <a:pt x="991329" y="404676"/>
                    </a:cubicBezTo>
                    <a:cubicBezTo>
                      <a:pt x="994227" y="435588"/>
                      <a:pt x="996159" y="466561"/>
                      <a:pt x="996099" y="497533"/>
                    </a:cubicBezTo>
                    <a:cubicBezTo>
                      <a:pt x="995978" y="529634"/>
                      <a:pt x="993503" y="561687"/>
                      <a:pt x="988552" y="593408"/>
                    </a:cubicBezTo>
                    <a:cubicBezTo>
                      <a:pt x="988552" y="593185"/>
                      <a:pt x="988552" y="592968"/>
                      <a:pt x="988552" y="592744"/>
                    </a:cubicBezTo>
                    <a:cubicBezTo>
                      <a:pt x="988552" y="593245"/>
                      <a:pt x="988552" y="593752"/>
                      <a:pt x="988552" y="594254"/>
                    </a:cubicBezTo>
                    <a:cubicBezTo>
                      <a:pt x="988552" y="594254"/>
                      <a:pt x="988552" y="594676"/>
                      <a:pt x="988552" y="594857"/>
                    </a:cubicBezTo>
                    <a:cubicBezTo>
                      <a:pt x="988552" y="595038"/>
                      <a:pt x="988552" y="594857"/>
                      <a:pt x="988552" y="594857"/>
                    </a:cubicBezTo>
                    <a:cubicBezTo>
                      <a:pt x="986378" y="607657"/>
                      <a:pt x="983541" y="620275"/>
                      <a:pt x="980462" y="632893"/>
                    </a:cubicBezTo>
                    <a:cubicBezTo>
                      <a:pt x="954380" y="592641"/>
                      <a:pt x="927875" y="552595"/>
                      <a:pt x="901008" y="512748"/>
                    </a:cubicBezTo>
                    <a:cubicBezTo>
                      <a:pt x="878791" y="480145"/>
                      <a:pt x="856029" y="447845"/>
                      <a:pt x="833026" y="415725"/>
                    </a:cubicBezTo>
                    <a:cubicBezTo>
                      <a:pt x="834898" y="415719"/>
                      <a:pt x="836710" y="414983"/>
                      <a:pt x="838098" y="413672"/>
                    </a:cubicBezTo>
                    <a:cubicBezTo>
                      <a:pt x="839728" y="412091"/>
                      <a:pt x="840694" y="409917"/>
                      <a:pt x="840694" y="407635"/>
                    </a:cubicBezTo>
                    <a:cubicBezTo>
                      <a:pt x="845464" y="360548"/>
                      <a:pt x="845584" y="313106"/>
                      <a:pt x="841056" y="265995"/>
                    </a:cubicBezTo>
                    <a:cubicBezTo>
                      <a:pt x="839184" y="243174"/>
                      <a:pt x="836226" y="220412"/>
                      <a:pt x="832664" y="197711"/>
                    </a:cubicBezTo>
                    <a:cubicBezTo>
                      <a:pt x="828740" y="173139"/>
                      <a:pt x="823909" y="148687"/>
                      <a:pt x="818416" y="124416"/>
                    </a:cubicBezTo>
                    <a:cubicBezTo>
                      <a:pt x="817932" y="121440"/>
                      <a:pt x="815155" y="119393"/>
                      <a:pt x="812197" y="119828"/>
                    </a:cubicBezTo>
                    <a:cubicBezTo>
                      <a:pt x="810869" y="120220"/>
                      <a:pt x="809661" y="121078"/>
                      <a:pt x="808876" y="122243"/>
                    </a:cubicBezTo>
                    <a:cubicBezTo>
                      <a:pt x="808152" y="123450"/>
                      <a:pt x="807850" y="124899"/>
                      <a:pt x="808152" y="126288"/>
                    </a:cubicBezTo>
                    <a:cubicBezTo>
                      <a:pt x="815880" y="159802"/>
                      <a:pt x="821555" y="193757"/>
                      <a:pt x="825178" y="227959"/>
                    </a:cubicBezTo>
                    <a:cubicBezTo>
                      <a:pt x="825117" y="228382"/>
                      <a:pt x="825117" y="228804"/>
                      <a:pt x="825178" y="229227"/>
                    </a:cubicBezTo>
                    <a:cubicBezTo>
                      <a:pt x="825178" y="228804"/>
                      <a:pt x="825178" y="228442"/>
                      <a:pt x="825178" y="228020"/>
                    </a:cubicBezTo>
                    <a:lnTo>
                      <a:pt x="825178" y="229408"/>
                    </a:lnTo>
                    <a:cubicBezTo>
                      <a:pt x="825178" y="229408"/>
                      <a:pt x="825178" y="229408"/>
                      <a:pt x="825178" y="229408"/>
                    </a:cubicBezTo>
                    <a:cubicBezTo>
                      <a:pt x="828015" y="258666"/>
                      <a:pt x="829343" y="288044"/>
                      <a:pt x="829222" y="317435"/>
                    </a:cubicBezTo>
                    <a:cubicBezTo>
                      <a:pt x="829222" y="344603"/>
                      <a:pt x="827230" y="371772"/>
                      <a:pt x="825117" y="398941"/>
                    </a:cubicBezTo>
                    <a:lnTo>
                      <a:pt x="820529" y="397613"/>
                    </a:lnTo>
                    <a:cubicBezTo>
                      <a:pt x="774644" y="334020"/>
                      <a:pt x="727310" y="271507"/>
                      <a:pt x="678587" y="210088"/>
                    </a:cubicBezTo>
                    <a:lnTo>
                      <a:pt x="674905" y="205620"/>
                    </a:lnTo>
                    <a:cubicBezTo>
                      <a:pt x="674905" y="205138"/>
                      <a:pt x="674905" y="204594"/>
                      <a:pt x="674905" y="204172"/>
                    </a:cubicBezTo>
                    <a:cubicBezTo>
                      <a:pt x="674241" y="202928"/>
                      <a:pt x="673093" y="201998"/>
                      <a:pt x="671765" y="201575"/>
                    </a:cubicBezTo>
                    <a:lnTo>
                      <a:pt x="671101" y="200730"/>
                    </a:lnTo>
                    <a:cubicBezTo>
                      <a:pt x="673335" y="194210"/>
                      <a:pt x="675086" y="187931"/>
                      <a:pt x="676535" y="181531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" name="" descr="14797947-5205-42a3-b021-84460374e570"/>
              <p:cNvSpPr/>
              <p:nvPr/>
            </p:nvSpPr>
            <p:spPr>
              <a:xfrm>
                <a:off x="11129103" y="3503521"/>
                <a:ext cx="45" cy="362"/>
              </a:xfrm>
              <a:custGeom>
                <a:gdLst>
                  <a:gd name="connsiteX0" fmla="*/ 54 w 45"/>
                  <a:gd name="connsiteY0" fmla="*/ 119 h 362"/>
                  <a:gd name="connsiteX1" fmla="*/ 54 w 45"/>
                  <a:gd name="connsiteY1" fmla="*/ 481 h 362"/>
                  <a:gd name="connsiteX2" fmla="*/ 54 w 45"/>
                  <a:gd name="connsiteY2" fmla="*/ 481 h 362"/>
                  <a:gd name="connsiteX3" fmla="*/ 54 w 45"/>
                  <a:gd name="connsiteY3" fmla="*/ 119 h 36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" h="362">
                    <a:moveTo>
                      <a:pt x="54" y="119"/>
                    </a:moveTo>
                    <a:cubicBezTo>
                      <a:pt x="54" y="240"/>
                      <a:pt x="54" y="361"/>
                      <a:pt x="54" y="481"/>
                    </a:cubicBezTo>
                    <a:lnTo>
                      <a:pt x="54" y="481"/>
                    </a:lnTo>
                    <a:cubicBezTo>
                      <a:pt x="115" y="367"/>
                      <a:pt x="115" y="234"/>
                      <a:pt x="54" y="119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" name="" descr="bfb61844-c021-4f37-9687-522fd5d1e3e0"/>
              <p:cNvSpPr/>
              <p:nvPr/>
            </p:nvSpPr>
            <p:spPr>
              <a:xfrm>
                <a:off x="11447856" y="3997628"/>
                <a:ext cx="26" cy="1207"/>
              </a:xfrm>
              <a:custGeom>
                <a:gdLst>
                  <a:gd name="connsiteX0" fmla="*/ 81 w 26"/>
                  <a:gd name="connsiteY0" fmla="*/ 119 h 1207"/>
                  <a:gd name="connsiteX1" fmla="*/ 81 w 26"/>
                  <a:gd name="connsiteY1" fmla="*/ 1327 h 1207"/>
                  <a:gd name="connsiteX2" fmla="*/ 81 w 26"/>
                  <a:gd name="connsiteY2" fmla="*/ 965 h 1207"/>
                  <a:gd name="connsiteX3" fmla="*/ 81 w 26"/>
                  <a:gd name="connsiteY3" fmla="*/ 119 h 120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" h="1207">
                    <a:moveTo>
                      <a:pt x="81" y="119"/>
                    </a:moveTo>
                    <a:lnTo>
                      <a:pt x="81" y="1327"/>
                    </a:lnTo>
                    <a:cubicBezTo>
                      <a:pt x="81" y="1327"/>
                      <a:pt x="81" y="1327"/>
                      <a:pt x="81" y="965"/>
                    </a:cubicBezTo>
                    <a:cubicBezTo>
                      <a:pt x="81" y="602"/>
                      <a:pt x="21" y="421"/>
                      <a:pt x="81" y="119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" name="" descr="3e511229-d973-4c86-99f2-23959388bd0f"/>
              <p:cNvSpPr/>
              <p:nvPr/>
            </p:nvSpPr>
            <p:spPr>
              <a:xfrm>
                <a:off x="11337143" y="4472693"/>
                <a:ext cx="251985" cy="392763"/>
              </a:xfrm>
              <a:custGeom>
                <a:gdLst>
                  <a:gd name="connsiteX0" fmla="*/ 126190 w 251985"/>
                  <a:gd name="connsiteY0" fmla="*/ 392882 h 392763"/>
                  <a:gd name="connsiteX1" fmla="*/ 244042 w 251985"/>
                  <a:gd name="connsiteY1" fmla="*/ 188574 h 392763"/>
                  <a:gd name="connsiteX2" fmla="*/ 215061 w 251985"/>
                  <a:gd name="connsiteY2" fmla="*/ 26769 h 392763"/>
                  <a:gd name="connsiteX3" fmla="*/ 46012 w 251985"/>
                  <a:gd name="connsiteY3" fmla="*/ 41621 h 392763"/>
                  <a:gd name="connsiteX4" fmla="*/ 4534 w 251985"/>
                  <a:gd name="connsiteY4" fmla="*/ 218701 h 392763"/>
                  <a:gd name="connsiteX5" fmla="*/ 76984 w 251985"/>
                  <a:gd name="connsiteY5" fmla="*/ 392097 h 392763"/>
                  <a:gd name="connsiteX6" fmla="*/ 126190 w 251985"/>
                  <a:gd name="connsiteY6" fmla="*/ 392882 h 39276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984" h="392763">
                    <a:moveTo>
                      <a:pt x="126190" y="392882"/>
                    </a:moveTo>
                    <a:cubicBezTo>
                      <a:pt x="183788" y="337138"/>
                      <a:pt x="224661" y="266355"/>
                      <a:pt x="244042" y="188574"/>
                    </a:cubicBezTo>
                    <a:cubicBezTo>
                      <a:pt x="257807" y="132727"/>
                      <a:pt x="257143" y="66013"/>
                      <a:pt x="215061" y="26769"/>
                    </a:cubicBezTo>
                    <a:cubicBezTo>
                      <a:pt x="169056" y="-16218"/>
                      <a:pt x="88818" y="-4263"/>
                      <a:pt x="46012" y="41621"/>
                    </a:cubicBezTo>
                    <a:cubicBezTo>
                      <a:pt x="3206" y="87506"/>
                      <a:pt x="-7178" y="156877"/>
                      <a:pt x="4534" y="218701"/>
                    </a:cubicBezTo>
                    <a:cubicBezTo>
                      <a:pt x="16247" y="280525"/>
                      <a:pt x="46797" y="336915"/>
                      <a:pt x="76984" y="392097"/>
                    </a:cubicBezTo>
                    <a:cubicBezTo>
                      <a:pt x="92923" y="394030"/>
                      <a:pt x="110070" y="390950"/>
                      <a:pt x="126190" y="392882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" name="" descr="ba34541a-41b0-4038-8197-85368548c0d9"/>
              <p:cNvSpPr/>
              <p:nvPr/>
            </p:nvSpPr>
            <p:spPr>
              <a:xfrm>
                <a:off x="11472334" y="4667658"/>
                <a:ext cx="390711" cy="262007"/>
              </a:xfrm>
              <a:custGeom>
                <a:gdLst>
                  <a:gd name="connsiteX0" fmla="*/ 22755 w 390711"/>
                  <a:gd name="connsiteY0" fmla="*/ 241267 h 262007"/>
                  <a:gd name="connsiteX1" fmla="*/ 258217 w 390711"/>
                  <a:gd name="connsiteY1" fmla="*/ 249478 h 262007"/>
                  <a:gd name="connsiteX2" fmla="*/ 387541 w 390711"/>
                  <a:gd name="connsiteY2" fmla="*/ 148049 h 262007"/>
                  <a:gd name="connsiteX3" fmla="*/ 294985 w 390711"/>
                  <a:gd name="connsiteY3" fmla="*/ 5443 h 262007"/>
                  <a:gd name="connsiteX4" fmla="*/ 119113 w 390711"/>
                  <a:gd name="connsiteY4" fmla="*/ 51871 h 262007"/>
                  <a:gd name="connsiteX5" fmla="*/ 54 w 390711"/>
                  <a:gd name="connsiteY5" fmla="*/ 197254 h 262007"/>
                  <a:gd name="connsiteX6" fmla="*/ 22755 w 390711"/>
                  <a:gd name="connsiteY6" fmla="*/ 241267 h 26200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0711" h="262007">
                    <a:moveTo>
                      <a:pt x="22755" y="241267"/>
                    </a:moveTo>
                    <a:cubicBezTo>
                      <a:pt x="98948" y="265943"/>
                      <a:pt x="180515" y="268786"/>
                      <a:pt x="258217" y="249478"/>
                    </a:cubicBezTo>
                    <a:cubicBezTo>
                      <a:pt x="314064" y="235472"/>
                      <a:pt x="372628" y="203594"/>
                      <a:pt x="387541" y="148049"/>
                    </a:cubicBezTo>
                    <a:cubicBezTo>
                      <a:pt x="403902" y="87251"/>
                      <a:pt x="355723" y="21925"/>
                      <a:pt x="294985" y="5443"/>
                    </a:cubicBezTo>
                    <a:cubicBezTo>
                      <a:pt x="234249" y="-11039"/>
                      <a:pt x="168198" y="12507"/>
                      <a:pt x="119113" y="51871"/>
                    </a:cubicBezTo>
                    <a:cubicBezTo>
                      <a:pt x="70029" y="91236"/>
                      <a:pt x="34589" y="144728"/>
                      <a:pt x="54" y="197254"/>
                    </a:cubicBezTo>
                    <a:cubicBezTo>
                      <a:pt x="6152" y="212408"/>
                      <a:pt x="16899" y="226113"/>
                      <a:pt x="22755" y="241267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7" name="" descr="2280641a-e342-492a-9f14-5437b79ad1c5"/>
              <p:cNvSpPr/>
              <p:nvPr/>
            </p:nvSpPr>
            <p:spPr>
              <a:xfrm>
                <a:off x="11471670" y="4916473"/>
                <a:ext cx="339149" cy="321832"/>
              </a:xfrm>
              <a:custGeom>
                <a:gdLst>
                  <a:gd name="connsiteX0" fmla="*/ 54 w 339149"/>
                  <a:gd name="connsiteY0" fmla="*/ 40812 h 321832"/>
                  <a:gd name="connsiteX1" fmla="*/ 103356 w 339149"/>
                  <a:gd name="connsiteY1" fmla="*/ 252848 h 321832"/>
                  <a:gd name="connsiteX2" fmla="*/ 253629 w 339149"/>
                  <a:gd name="connsiteY2" fmla="*/ 319261 h 321832"/>
                  <a:gd name="connsiteX3" fmla="*/ 336101 w 339149"/>
                  <a:gd name="connsiteY3" fmla="*/ 170618 h 321832"/>
                  <a:gd name="connsiteX4" fmla="*/ 212634 w 339149"/>
                  <a:gd name="connsiteY4" fmla="*/ 37069 h 321832"/>
                  <a:gd name="connsiteX5" fmla="*/ 28371 w 339149"/>
                  <a:gd name="connsiteY5" fmla="*/ 119 h 321832"/>
                  <a:gd name="connsiteX6" fmla="*/ 54 w 339149"/>
                  <a:gd name="connsiteY6" fmla="*/ 40812 h 32183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9149" h="321832">
                    <a:moveTo>
                      <a:pt x="54" y="40812"/>
                    </a:moveTo>
                    <a:cubicBezTo>
                      <a:pt x="13941" y="119764"/>
                      <a:pt x="49743" y="193228"/>
                      <a:pt x="103356" y="252848"/>
                    </a:cubicBezTo>
                    <a:cubicBezTo>
                      <a:pt x="141875" y="295594"/>
                      <a:pt x="197540" y="332362"/>
                      <a:pt x="253629" y="319261"/>
                    </a:cubicBezTo>
                    <a:cubicBezTo>
                      <a:pt x="314970" y="305193"/>
                      <a:pt x="350229" y="231958"/>
                      <a:pt x="336101" y="170618"/>
                    </a:cubicBezTo>
                    <a:cubicBezTo>
                      <a:pt x="321974" y="109277"/>
                      <a:pt x="270413" y="61943"/>
                      <a:pt x="212634" y="37069"/>
                    </a:cubicBezTo>
                    <a:cubicBezTo>
                      <a:pt x="154856" y="12194"/>
                      <a:pt x="90979" y="5975"/>
                      <a:pt x="28371" y="119"/>
                    </a:cubicBezTo>
                    <a:cubicBezTo>
                      <a:pt x="17684" y="12617"/>
                      <a:pt x="10680" y="28555"/>
                      <a:pt x="54" y="40812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" name="" descr="ebf734d7-13a9-47eb-97a7-099dd4de0f4f"/>
              <p:cNvSpPr/>
              <p:nvPr/>
            </p:nvSpPr>
            <p:spPr>
              <a:xfrm>
                <a:off x="11263391" y="4959219"/>
                <a:ext cx="258212" cy="389478"/>
              </a:xfrm>
              <a:custGeom>
                <a:gdLst>
                  <a:gd name="connsiteX0" fmla="*/ 154600 w 258212"/>
                  <a:gd name="connsiteY0" fmla="*/ 119 h 389478"/>
                  <a:gd name="connsiteX1" fmla="*/ 15738 w 258212"/>
                  <a:gd name="connsiteY1" fmla="*/ 190843 h 389478"/>
                  <a:gd name="connsiteX2" fmla="*/ 27391 w 258212"/>
                  <a:gd name="connsiteY2" fmla="*/ 354821 h 389478"/>
                  <a:gd name="connsiteX3" fmla="*/ 197406 w 258212"/>
                  <a:gd name="connsiteY3" fmla="*/ 357900 h 389478"/>
                  <a:gd name="connsiteX4" fmla="*/ 257419 w 258212"/>
                  <a:gd name="connsiteY4" fmla="*/ 186255 h 389478"/>
                  <a:gd name="connsiteX5" fmla="*/ 203564 w 258212"/>
                  <a:gd name="connsiteY5" fmla="*/ 6157 h 389478"/>
                  <a:gd name="connsiteX6" fmla="*/ 154600 w 258212"/>
                  <a:gd name="connsiteY6" fmla="*/ 119 h 38947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8212" h="389478">
                    <a:moveTo>
                      <a:pt x="154600" y="119"/>
                    </a:moveTo>
                    <a:cubicBezTo>
                      <a:pt x="91388" y="49469"/>
                      <a:pt x="43269" y="115544"/>
                      <a:pt x="15738" y="190843"/>
                    </a:cubicBezTo>
                    <a:cubicBezTo>
                      <a:pt x="-3884" y="245181"/>
                      <a:pt x="-10223" y="311593"/>
                      <a:pt x="27391" y="354821"/>
                    </a:cubicBezTo>
                    <a:cubicBezTo>
                      <a:pt x="68626" y="402336"/>
                      <a:pt x="149710" y="399016"/>
                      <a:pt x="197406" y="357900"/>
                    </a:cubicBezTo>
                    <a:cubicBezTo>
                      <a:pt x="245102" y="316785"/>
                      <a:pt x="262490" y="249226"/>
                      <a:pt x="257419" y="186255"/>
                    </a:cubicBezTo>
                    <a:cubicBezTo>
                      <a:pt x="252347" y="123284"/>
                      <a:pt x="227774" y="64237"/>
                      <a:pt x="203564" y="6157"/>
                    </a:cubicBezTo>
                    <a:cubicBezTo>
                      <a:pt x="187806" y="2594"/>
                      <a:pt x="170660" y="3742"/>
                      <a:pt x="154600" y="119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" name="" descr="ebfc45ab-89e2-4391-bf7c-813b8ad9fd9d"/>
              <p:cNvSpPr/>
              <p:nvPr/>
            </p:nvSpPr>
            <p:spPr>
              <a:xfrm>
                <a:off x="11011723" y="4875571"/>
                <a:ext cx="396915" cy="253448"/>
              </a:xfrm>
              <a:custGeom>
                <a:gdLst>
                  <a:gd name="connsiteX0" fmla="*/ 379280 w 396915"/>
                  <a:gd name="connsiteY0" fmla="*/ 37278 h 253448"/>
                  <a:gd name="connsiteX1" fmla="*/ 145750 w 396915"/>
                  <a:gd name="connsiteY1" fmla="*/ 4193 h 253448"/>
                  <a:gd name="connsiteX2" fmla="*/ 6405 w 396915"/>
                  <a:gd name="connsiteY2" fmla="*/ 91374 h 253448"/>
                  <a:gd name="connsiteX3" fmla="*/ 83383 w 396915"/>
                  <a:gd name="connsiteY3" fmla="*/ 242975 h 253448"/>
                  <a:gd name="connsiteX4" fmla="*/ 263179 w 396915"/>
                  <a:gd name="connsiteY4" fmla="*/ 215445 h 253448"/>
                  <a:gd name="connsiteX5" fmla="*/ 396970 w 396915"/>
                  <a:gd name="connsiteY5" fmla="*/ 83405 h 253448"/>
                  <a:gd name="connsiteX6" fmla="*/ 379280 w 396915"/>
                  <a:gd name="connsiteY6" fmla="*/ 37278 h 25344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6915" h="253448">
                    <a:moveTo>
                      <a:pt x="379280" y="37278"/>
                    </a:moveTo>
                    <a:cubicBezTo>
                      <a:pt x="306045" y="4627"/>
                      <a:pt x="225143" y="-6832"/>
                      <a:pt x="145750" y="4193"/>
                    </a:cubicBezTo>
                    <a:cubicBezTo>
                      <a:pt x="88817" y="12223"/>
                      <a:pt x="27174" y="37761"/>
                      <a:pt x="6405" y="91374"/>
                    </a:cubicBezTo>
                    <a:cubicBezTo>
                      <a:pt x="-16236" y="150119"/>
                      <a:pt x="24518" y="220093"/>
                      <a:pt x="83383" y="242975"/>
                    </a:cubicBezTo>
                    <a:cubicBezTo>
                      <a:pt x="142248" y="265857"/>
                      <a:pt x="210170" y="249375"/>
                      <a:pt x="263179" y="215445"/>
                    </a:cubicBezTo>
                    <a:cubicBezTo>
                      <a:pt x="316189" y="181514"/>
                      <a:pt x="357062" y="132067"/>
                      <a:pt x="396970" y="83405"/>
                    </a:cubicBezTo>
                    <a:cubicBezTo>
                      <a:pt x="392744" y="67768"/>
                      <a:pt x="383506" y="52976"/>
                      <a:pt x="379280" y="37278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0" name="" descr="c0494fac-99e7-4f28-b89c-cd2921c1d158"/>
              <p:cNvSpPr/>
              <p:nvPr/>
            </p:nvSpPr>
            <p:spPr>
              <a:xfrm>
                <a:off x="11064841" y="4602830"/>
                <a:ext cx="347420" cy="310685"/>
              </a:xfrm>
              <a:custGeom>
                <a:gdLst>
                  <a:gd name="connsiteX0" fmla="*/ 347475 w 347420"/>
                  <a:gd name="connsiteY0" fmla="*/ 268783 h 310685"/>
                  <a:gd name="connsiteX1" fmla="*/ 232763 w 347420"/>
                  <a:gd name="connsiteY1" fmla="*/ 62603 h 310685"/>
                  <a:gd name="connsiteX2" fmla="*/ 79169 w 347420"/>
                  <a:gd name="connsiteY2" fmla="*/ 4100 h 310685"/>
                  <a:gd name="connsiteX3" fmla="*/ 4727 w 347420"/>
                  <a:gd name="connsiteY3" fmla="*/ 156969 h 310685"/>
                  <a:gd name="connsiteX4" fmla="*/ 135197 w 347420"/>
                  <a:gd name="connsiteY4" fmla="*/ 283756 h 310685"/>
                  <a:gd name="connsiteX5" fmla="*/ 321212 w 347420"/>
                  <a:gd name="connsiteY5" fmla="*/ 310804 h 310685"/>
                  <a:gd name="connsiteX6" fmla="*/ 347475 w 347420"/>
                  <a:gd name="connsiteY6" fmla="*/ 268783 h 31068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7420" h="310685">
                    <a:moveTo>
                      <a:pt x="347475" y="268783"/>
                    </a:moveTo>
                    <a:cubicBezTo>
                      <a:pt x="329302" y="190676"/>
                      <a:pt x="289515" y="119247"/>
                      <a:pt x="232763" y="62603"/>
                    </a:cubicBezTo>
                    <a:cubicBezTo>
                      <a:pt x="192010" y="22031"/>
                      <a:pt x="134472" y="-11719"/>
                      <a:pt x="79169" y="4100"/>
                    </a:cubicBezTo>
                    <a:cubicBezTo>
                      <a:pt x="18794" y="21428"/>
                      <a:pt x="-12419" y="96413"/>
                      <a:pt x="4727" y="156969"/>
                    </a:cubicBezTo>
                    <a:cubicBezTo>
                      <a:pt x="21873" y="217525"/>
                      <a:pt x="76150" y="261900"/>
                      <a:pt x="135197" y="283756"/>
                    </a:cubicBezTo>
                    <a:cubicBezTo>
                      <a:pt x="194244" y="305612"/>
                      <a:pt x="258301" y="308268"/>
                      <a:pt x="321212" y="310804"/>
                    </a:cubicBezTo>
                    <a:cubicBezTo>
                      <a:pt x="331355" y="297884"/>
                      <a:pt x="337513" y="281643"/>
                      <a:pt x="347475" y="268783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1" name="" descr="62f00a5b-37ee-4c77-98e1-d1c59015d5d8"/>
              <p:cNvSpPr/>
              <p:nvPr/>
            </p:nvSpPr>
            <p:spPr>
              <a:xfrm>
                <a:off x="11360580" y="4830922"/>
                <a:ext cx="165065" cy="165064"/>
              </a:xfrm>
              <a:custGeom>
                <a:gdLst>
                  <a:gd name="connsiteX0" fmla="*/ 165120 w 165065"/>
                  <a:gd name="connsiteY0" fmla="*/ 82591 h 165064"/>
                  <a:gd name="connsiteX1" fmla="*/ 82648 w 165065"/>
                  <a:gd name="connsiteY1" fmla="*/ 165184 h 165064"/>
                  <a:gd name="connsiteX2" fmla="*/ 54 w 165065"/>
                  <a:gd name="connsiteY2" fmla="*/ 82712 h 165064"/>
                  <a:gd name="connsiteX3" fmla="*/ 82527 w 165065"/>
                  <a:gd name="connsiteY3" fmla="*/ 119 h 165064"/>
                  <a:gd name="connsiteX4" fmla="*/ 82587 w 165065"/>
                  <a:gd name="connsiteY4" fmla="*/ 119 h 165064"/>
                  <a:gd name="connsiteX5" fmla="*/ 165120 w 165065"/>
                  <a:gd name="connsiteY5" fmla="*/ 82591 h 16506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5065" h="165064">
                    <a:moveTo>
                      <a:pt x="165120" y="82591"/>
                    </a:moveTo>
                    <a:cubicBezTo>
                      <a:pt x="165180" y="128174"/>
                      <a:pt x="128230" y="165148"/>
                      <a:pt x="82648" y="165184"/>
                    </a:cubicBezTo>
                    <a:cubicBezTo>
                      <a:pt x="37064" y="165214"/>
                      <a:pt x="115" y="128295"/>
                      <a:pt x="54" y="82712"/>
                    </a:cubicBezTo>
                    <a:cubicBezTo>
                      <a:pt x="-6" y="37129"/>
                      <a:pt x="36943" y="155"/>
                      <a:pt x="82527" y="119"/>
                    </a:cubicBezTo>
                    <a:cubicBezTo>
                      <a:pt x="82527" y="119"/>
                      <a:pt x="82587" y="119"/>
                      <a:pt x="82587" y="119"/>
                    </a:cubicBezTo>
                    <a:cubicBezTo>
                      <a:pt x="128170" y="119"/>
                      <a:pt x="165059" y="37032"/>
                      <a:pt x="165120" y="8259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2" name="" descr="1b3322b1-9419-4d66-a08a-374ed51bbb07"/>
              <p:cNvSpPr/>
              <p:nvPr/>
            </p:nvSpPr>
            <p:spPr>
              <a:xfrm>
                <a:off x="11143714" y="4678898"/>
                <a:ext cx="222239" cy="163012"/>
              </a:xfrm>
              <a:custGeom>
                <a:gdLst>
                  <a:gd name="connsiteX0" fmla="*/ 54 w 222239"/>
                  <a:gd name="connsiteY0" fmla="*/ 119 h 163012"/>
                  <a:gd name="connsiteX1" fmla="*/ 117241 w 222239"/>
                  <a:gd name="connsiteY1" fmla="*/ 73354 h 163012"/>
                  <a:gd name="connsiteX2" fmla="*/ 222294 w 222239"/>
                  <a:gd name="connsiteY2" fmla="*/ 163131 h 163012"/>
                  <a:gd name="connsiteX3" fmla="*/ 54 w 222239"/>
                  <a:gd name="connsiteY3" fmla="*/ 119 h 16301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238" h="163012">
                    <a:moveTo>
                      <a:pt x="54" y="119"/>
                    </a:moveTo>
                    <a:cubicBezTo>
                      <a:pt x="41048" y="21244"/>
                      <a:pt x="80292" y="45739"/>
                      <a:pt x="117241" y="73354"/>
                    </a:cubicBezTo>
                    <a:cubicBezTo>
                      <a:pt x="154735" y="100263"/>
                      <a:pt x="189873" y="130294"/>
                      <a:pt x="222294" y="163131"/>
                    </a:cubicBezTo>
                    <a:cubicBezTo>
                      <a:pt x="140546" y="120066"/>
                      <a:pt x="65682" y="65137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3" name="" descr="101abae3-2f0c-46ad-be4e-9c8837bd39b4"/>
              <p:cNvSpPr/>
              <p:nvPr/>
            </p:nvSpPr>
            <p:spPr>
              <a:xfrm>
                <a:off x="11089256" y="4942797"/>
                <a:ext cx="257921" cy="91347"/>
              </a:xfrm>
              <a:custGeom>
                <a:gdLst>
                  <a:gd name="connsiteX0" fmla="*/ 54 w 257921"/>
                  <a:gd name="connsiteY0" fmla="*/ 91466 h 91347"/>
                  <a:gd name="connsiteX1" fmla="*/ 128049 w 257921"/>
                  <a:gd name="connsiteY1" fmla="*/ 43166 h 91347"/>
                  <a:gd name="connsiteX2" fmla="*/ 257976 w 257921"/>
                  <a:gd name="connsiteY2" fmla="*/ 119 h 91347"/>
                  <a:gd name="connsiteX3" fmla="*/ 54 w 257921"/>
                  <a:gd name="connsiteY3" fmla="*/ 91466 h 913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921" h="91347">
                    <a:moveTo>
                      <a:pt x="54" y="91466"/>
                    </a:moveTo>
                    <a:cubicBezTo>
                      <a:pt x="42317" y="73354"/>
                      <a:pt x="85425" y="58562"/>
                      <a:pt x="128049" y="43166"/>
                    </a:cubicBezTo>
                    <a:cubicBezTo>
                      <a:pt x="170674" y="27771"/>
                      <a:pt x="213298" y="12617"/>
                      <a:pt x="257976" y="119"/>
                    </a:cubicBezTo>
                    <a:cubicBezTo>
                      <a:pt x="181239" y="52150"/>
                      <a:pt x="92427" y="83606"/>
                      <a:pt x="54" y="91466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4" name="" descr="b1d185b5-4dd6-43b2-8b87-be2ff68b65a1"/>
              <p:cNvSpPr/>
              <p:nvPr/>
            </p:nvSpPr>
            <p:spPr>
              <a:xfrm>
                <a:off x="11174988" y="4862151"/>
                <a:ext cx="162045" cy="21377"/>
              </a:xfrm>
              <a:custGeom>
                <a:gdLst>
                  <a:gd name="connsiteX0" fmla="*/ 54 w 162045"/>
                  <a:gd name="connsiteY0" fmla="*/ 6685 h 21377"/>
                  <a:gd name="connsiteX1" fmla="*/ 162100 w 162045"/>
                  <a:gd name="connsiteY1" fmla="*/ 14775 h 21377"/>
                  <a:gd name="connsiteX2" fmla="*/ 80535 w 162045"/>
                  <a:gd name="connsiteY2" fmla="*/ 20813 h 21377"/>
                  <a:gd name="connsiteX3" fmla="*/ 54 w 162045"/>
                  <a:gd name="connsiteY3" fmla="*/ 6685 h 2137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5" h="21377">
                    <a:moveTo>
                      <a:pt x="54" y="6685"/>
                    </a:moveTo>
                    <a:cubicBezTo>
                      <a:pt x="53909" y="-4267"/>
                      <a:pt x="109635" y="-1483"/>
                      <a:pt x="162100" y="14775"/>
                    </a:cubicBezTo>
                    <a:cubicBezTo>
                      <a:pt x="135355" y="20668"/>
                      <a:pt x="107884" y="22703"/>
                      <a:pt x="80535" y="20813"/>
                    </a:cubicBezTo>
                    <a:cubicBezTo>
                      <a:pt x="53185" y="19901"/>
                      <a:pt x="26076" y="15150"/>
                      <a:pt x="54" y="6685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5" name="" descr="47d72a02-65d7-4735-9cf8-83cd2d24f6cf"/>
              <p:cNvSpPr/>
              <p:nvPr/>
            </p:nvSpPr>
            <p:spPr>
              <a:xfrm>
                <a:off x="11335706" y="4987776"/>
                <a:ext cx="44255" cy="49265"/>
              </a:xfrm>
              <a:custGeom>
                <a:gdLst>
                  <a:gd name="connsiteX0" fmla="*/ 54 w 44255"/>
                  <a:gd name="connsiteY0" fmla="*/ 49385 h 49265"/>
                  <a:gd name="connsiteX1" fmla="*/ 14605 w 44255"/>
                  <a:gd name="connsiteY1" fmla="*/ 17930 h 49265"/>
                  <a:gd name="connsiteX2" fmla="*/ 44310 w 44255"/>
                  <a:gd name="connsiteY2" fmla="*/ 119 h 49265"/>
                  <a:gd name="connsiteX3" fmla="*/ 29759 w 44255"/>
                  <a:gd name="connsiteY3" fmla="*/ 31575 h 49265"/>
                  <a:gd name="connsiteX4" fmla="*/ 54 w 44255"/>
                  <a:gd name="connsiteY4" fmla="*/ 49385 h 4926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55" h="49265">
                    <a:moveTo>
                      <a:pt x="54" y="49385"/>
                    </a:moveTo>
                    <a:cubicBezTo>
                      <a:pt x="1443" y="37618"/>
                      <a:pt x="6515" y="26600"/>
                      <a:pt x="14605" y="17930"/>
                    </a:cubicBezTo>
                    <a:cubicBezTo>
                      <a:pt x="22333" y="8934"/>
                      <a:pt x="32717" y="2679"/>
                      <a:pt x="44310" y="119"/>
                    </a:cubicBezTo>
                    <a:cubicBezTo>
                      <a:pt x="42981" y="11904"/>
                      <a:pt x="37910" y="22941"/>
                      <a:pt x="29759" y="31575"/>
                    </a:cubicBezTo>
                    <a:cubicBezTo>
                      <a:pt x="22031" y="40534"/>
                      <a:pt x="11586" y="46771"/>
                      <a:pt x="54" y="49385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6" name="" descr="a125779f-e658-48b3-b4f8-b02f27c65442"/>
              <p:cNvSpPr/>
              <p:nvPr/>
            </p:nvSpPr>
            <p:spPr>
              <a:xfrm>
                <a:off x="11478180" y="4992727"/>
                <a:ext cx="31927" cy="79815"/>
              </a:xfrm>
              <a:custGeom>
                <a:gdLst>
                  <a:gd name="connsiteX0" fmla="*/ 670 w 31927"/>
                  <a:gd name="connsiteY0" fmla="*/ 119 h 79815"/>
                  <a:gd name="connsiteX1" fmla="*/ 31521 w 31927"/>
                  <a:gd name="connsiteY1" fmla="*/ 79935 h 79815"/>
                  <a:gd name="connsiteX2" fmla="*/ 6586 w 31927"/>
                  <a:gd name="connsiteY2" fmla="*/ 43710 h 79815"/>
                  <a:gd name="connsiteX3" fmla="*/ 670 w 31927"/>
                  <a:gd name="connsiteY3" fmla="*/ 119 h 7981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926" h="79815">
                    <a:moveTo>
                      <a:pt x="670" y="119"/>
                    </a:moveTo>
                    <a:cubicBezTo>
                      <a:pt x="23068" y="20308"/>
                      <a:pt x="34479" y="49941"/>
                      <a:pt x="31521" y="79935"/>
                    </a:cubicBezTo>
                    <a:cubicBezTo>
                      <a:pt x="20231" y="70232"/>
                      <a:pt x="11597" y="57747"/>
                      <a:pt x="6586" y="43710"/>
                    </a:cubicBezTo>
                    <a:cubicBezTo>
                      <a:pt x="911" y="29920"/>
                      <a:pt x="-1082" y="14917"/>
                      <a:pt x="670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" name="" descr="95f9c678-e267-4518-939e-cf62082842d8"/>
              <p:cNvSpPr/>
              <p:nvPr/>
            </p:nvSpPr>
            <p:spPr>
              <a:xfrm>
                <a:off x="11522747" y="4911434"/>
                <a:ext cx="87845" cy="21984"/>
              </a:xfrm>
              <a:custGeom>
                <a:gdLst>
                  <a:gd name="connsiteX0" fmla="*/ 54 w 87845"/>
                  <a:gd name="connsiteY0" fmla="*/ 5762 h 21984"/>
                  <a:gd name="connsiteX1" fmla="*/ 45215 w 87845"/>
                  <a:gd name="connsiteY1" fmla="*/ 1053 h 21984"/>
                  <a:gd name="connsiteX2" fmla="*/ 87900 w 87845"/>
                  <a:gd name="connsiteY2" fmla="*/ 16630 h 21984"/>
                  <a:gd name="connsiteX3" fmla="*/ 54 w 87845"/>
                  <a:gd name="connsiteY3" fmla="*/ 5762 h 2198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845" h="21984">
                    <a:moveTo>
                      <a:pt x="54" y="5762"/>
                    </a:moveTo>
                    <a:cubicBezTo>
                      <a:pt x="14484" y="504"/>
                      <a:pt x="30001" y="-1114"/>
                      <a:pt x="45215" y="1053"/>
                    </a:cubicBezTo>
                    <a:cubicBezTo>
                      <a:pt x="60550" y="2593"/>
                      <a:pt x="75222" y="7948"/>
                      <a:pt x="87900" y="16630"/>
                    </a:cubicBezTo>
                    <a:cubicBezTo>
                      <a:pt x="58498" y="26724"/>
                      <a:pt x="26076" y="22716"/>
                      <a:pt x="54" y="576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" name="" descr="e908a408-ff77-4fa2-b7ec-e19932812abe"/>
              <p:cNvSpPr/>
              <p:nvPr/>
            </p:nvSpPr>
            <p:spPr>
              <a:xfrm>
                <a:off x="11487851" y="4765415"/>
                <a:ext cx="58020" cy="71423"/>
              </a:xfrm>
              <a:custGeom>
                <a:gdLst>
                  <a:gd name="connsiteX0" fmla="*/ 54 w 58020"/>
                  <a:gd name="connsiteY0" fmla="*/ 71543 h 71423"/>
                  <a:gd name="connsiteX1" fmla="*/ 21125 w 58020"/>
                  <a:gd name="connsiteY1" fmla="*/ 29280 h 71423"/>
                  <a:gd name="connsiteX2" fmla="*/ 58075 w 58020"/>
                  <a:gd name="connsiteY2" fmla="*/ 119 h 71423"/>
                  <a:gd name="connsiteX3" fmla="*/ 37004 w 58020"/>
                  <a:gd name="connsiteY3" fmla="*/ 42382 h 71423"/>
                  <a:gd name="connsiteX4" fmla="*/ 54 w 58020"/>
                  <a:gd name="connsiteY4" fmla="*/ 71543 h 7142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019" h="71423">
                    <a:moveTo>
                      <a:pt x="54" y="71543"/>
                    </a:moveTo>
                    <a:cubicBezTo>
                      <a:pt x="3616" y="55978"/>
                      <a:pt x="10861" y="41494"/>
                      <a:pt x="21125" y="29280"/>
                    </a:cubicBezTo>
                    <a:cubicBezTo>
                      <a:pt x="30906" y="16740"/>
                      <a:pt x="43584" y="6736"/>
                      <a:pt x="58075" y="119"/>
                    </a:cubicBezTo>
                    <a:cubicBezTo>
                      <a:pt x="54572" y="15708"/>
                      <a:pt x="47328" y="30216"/>
                      <a:pt x="37004" y="42382"/>
                    </a:cubicBezTo>
                    <a:cubicBezTo>
                      <a:pt x="27163" y="54909"/>
                      <a:pt x="14544" y="64908"/>
                      <a:pt x="54" y="71543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9" name="" descr="651dd61f-ea89-4b56-8c20-66fb450de3df"/>
              <p:cNvSpPr/>
              <p:nvPr/>
            </p:nvSpPr>
            <p:spPr>
              <a:xfrm>
                <a:off x="11435340" y="4512565"/>
                <a:ext cx="25613" cy="301331"/>
              </a:xfrm>
              <a:custGeom>
                <a:gdLst>
                  <a:gd name="connsiteX0" fmla="*/ 3239 w 25613"/>
                  <a:gd name="connsiteY0" fmla="*/ 301450 h 301331"/>
                  <a:gd name="connsiteX1" fmla="*/ 2636 w 25613"/>
                  <a:gd name="connsiteY1" fmla="*/ 150151 h 301331"/>
                  <a:gd name="connsiteX2" fmla="*/ 22439 w 25613"/>
                  <a:gd name="connsiteY2" fmla="*/ 119 h 301331"/>
                  <a:gd name="connsiteX3" fmla="*/ 23042 w 25613"/>
                  <a:gd name="connsiteY3" fmla="*/ 151419 h 301331"/>
                  <a:gd name="connsiteX4" fmla="*/ 3239 w 25613"/>
                  <a:gd name="connsiteY4" fmla="*/ 301450 h 30133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12" h="301331">
                    <a:moveTo>
                      <a:pt x="3239" y="301450"/>
                    </a:moveTo>
                    <a:cubicBezTo>
                      <a:pt x="-806" y="251104"/>
                      <a:pt x="-987" y="200528"/>
                      <a:pt x="2636" y="150151"/>
                    </a:cubicBezTo>
                    <a:cubicBezTo>
                      <a:pt x="5352" y="99707"/>
                      <a:pt x="11993" y="49548"/>
                      <a:pt x="22439" y="119"/>
                    </a:cubicBezTo>
                    <a:cubicBezTo>
                      <a:pt x="26544" y="50460"/>
                      <a:pt x="26725" y="101048"/>
                      <a:pt x="23042" y="151419"/>
                    </a:cubicBezTo>
                    <a:cubicBezTo>
                      <a:pt x="20264" y="201862"/>
                      <a:pt x="13623" y="252015"/>
                      <a:pt x="3239" y="30145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" name="" descr="71e0ab1b-b29d-4c55-bcd7-e5d9730f653b"/>
              <p:cNvSpPr/>
              <p:nvPr/>
            </p:nvSpPr>
            <p:spPr>
              <a:xfrm>
                <a:off x="11351276" y="4725085"/>
                <a:ext cx="38354" cy="93158"/>
              </a:xfrm>
              <a:custGeom>
                <a:gdLst>
                  <a:gd name="connsiteX0" fmla="*/ 61 w 38354"/>
                  <a:gd name="connsiteY0" fmla="*/ 119 h 93158"/>
                  <a:gd name="connsiteX1" fmla="*/ 28619 w 38354"/>
                  <a:gd name="connsiteY1" fmla="*/ 42804 h 93158"/>
                  <a:gd name="connsiteX2" fmla="*/ 38339 w 38354"/>
                  <a:gd name="connsiteY2" fmla="*/ 93278 h 93158"/>
                  <a:gd name="connsiteX3" fmla="*/ 61 w 38354"/>
                  <a:gd name="connsiteY3" fmla="*/ 119 h 9315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354" h="93158">
                    <a:moveTo>
                      <a:pt x="61" y="119"/>
                    </a:moveTo>
                    <a:cubicBezTo>
                      <a:pt x="12619" y="12080"/>
                      <a:pt x="22339" y="26654"/>
                      <a:pt x="28619" y="42804"/>
                    </a:cubicBezTo>
                    <a:cubicBezTo>
                      <a:pt x="35621" y="58683"/>
                      <a:pt x="38942" y="75938"/>
                      <a:pt x="38339" y="93278"/>
                    </a:cubicBezTo>
                    <a:cubicBezTo>
                      <a:pt x="13525" y="68663"/>
                      <a:pt x="-301" y="35064"/>
                      <a:pt x="61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1" name="" descr="de413d3f-dcc7-486b-92a1-fd495fea9009"/>
              <p:cNvSpPr/>
              <p:nvPr/>
            </p:nvSpPr>
            <p:spPr>
              <a:xfrm>
                <a:off x="11378391" y="5020982"/>
                <a:ext cx="52948" cy="244397"/>
              </a:xfrm>
              <a:custGeom>
                <a:gdLst>
                  <a:gd name="connsiteX0" fmla="*/ 52762 w 52948"/>
                  <a:gd name="connsiteY0" fmla="*/ 119 h 244397"/>
                  <a:gd name="connsiteX1" fmla="*/ 36279 w 52948"/>
                  <a:gd name="connsiteY1" fmla="*/ 124491 h 244397"/>
                  <a:gd name="connsiteX2" fmla="*/ 54 w 52948"/>
                  <a:gd name="connsiteY2" fmla="*/ 244516 h 244397"/>
                  <a:gd name="connsiteX3" fmla="*/ 53003 w 52948"/>
                  <a:gd name="connsiteY3" fmla="*/ 119 h 24439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948" h="244397">
                    <a:moveTo>
                      <a:pt x="52762" y="119"/>
                    </a:moveTo>
                    <a:cubicBezTo>
                      <a:pt x="51071" y="41995"/>
                      <a:pt x="45577" y="83629"/>
                      <a:pt x="36279" y="124491"/>
                    </a:cubicBezTo>
                    <a:cubicBezTo>
                      <a:pt x="27948" y="165540"/>
                      <a:pt x="15873" y="205726"/>
                      <a:pt x="54" y="244516"/>
                    </a:cubicBezTo>
                    <a:cubicBezTo>
                      <a:pt x="4280" y="160710"/>
                      <a:pt x="22151" y="78154"/>
                      <a:pt x="53003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" name="" descr="cf456d84-fc1a-4639-b890-28e6de00b8ce"/>
              <p:cNvSpPr/>
              <p:nvPr/>
            </p:nvSpPr>
            <p:spPr>
              <a:xfrm>
                <a:off x="11541765" y="4971897"/>
                <a:ext cx="196399" cy="179675"/>
              </a:xfrm>
              <a:custGeom>
                <a:gdLst>
                  <a:gd name="connsiteX0" fmla="*/ 54 w 196399"/>
                  <a:gd name="connsiteY0" fmla="*/ 119 h 179675"/>
                  <a:gd name="connsiteX1" fmla="*/ 101182 w 196399"/>
                  <a:gd name="connsiteY1" fmla="*/ 86757 h 179675"/>
                  <a:gd name="connsiteX2" fmla="*/ 196454 w 196399"/>
                  <a:gd name="connsiteY2" fmla="*/ 179795 h 179675"/>
                  <a:gd name="connsiteX3" fmla="*/ 54 w 196399"/>
                  <a:gd name="connsiteY3" fmla="*/ 119 h 17967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399" h="179675">
                    <a:moveTo>
                      <a:pt x="54" y="119"/>
                    </a:moveTo>
                    <a:cubicBezTo>
                      <a:pt x="36279" y="27409"/>
                      <a:pt x="68399" y="57173"/>
                      <a:pt x="101182" y="86757"/>
                    </a:cubicBezTo>
                    <a:cubicBezTo>
                      <a:pt x="133966" y="116341"/>
                      <a:pt x="166085" y="146407"/>
                      <a:pt x="196454" y="179795"/>
                    </a:cubicBezTo>
                    <a:cubicBezTo>
                      <a:pt x="117484" y="136560"/>
                      <a:pt x="50105" y="74930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3" name="" descr="97b90e7c-b81e-4d89-802e-cea62062feff"/>
              <p:cNvSpPr/>
              <p:nvPr/>
            </p:nvSpPr>
            <p:spPr>
              <a:xfrm>
                <a:off x="11556920" y="4741085"/>
                <a:ext cx="237152" cy="112840"/>
              </a:xfrm>
              <a:custGeom>
                <a:gdLst>
                  <a:gd name="connsiteX0" fmla="*/ 54 w 237152"/>
                  <a:gd name="connsiteY0" fmla="*/ 112960 h 112840"/>
                  <a:gd name="connsiteX1" fmla="*/ 116457 w 237152"/>
                  <a:gd name="connsiteY1" fmla="*/ 51679 h 112840"/>
                  <a:gd name="connsiteX2" fmla="*/ 237207 w 237152"/>
                  <a:gd name="connsiteY2" fmla="*/ 119 h 112840"/>
                  <a:gd name="connsiteX3" fmla="*/ 125090 w 237152"/>
                  <a:gd name="connsiteY3" fmla="*/ 70154 h 112840"/>
                  <a:gd name="connsiteX4" fmla="*/ 54 w 237152"/>
                  <a:gd name="connsiteY4" fmla="*/ 112960 h 11284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52" h="112840">
                    <a:moveTo>
                      <a:pt x="54" y="112960"/>
                    </a:moveTo>
                    <a:cubicBezTo>
                      <a:pt x="37789" y="90603"/>
                      <a:pt x="76670" y="70154"/>
                      <a:pt x="116457" y="51679"/>
                    </a:cubicBezTo>
                    <a:cubicBezTo>
                      <a:pt x="155822" y="32468"/>
                      <a:pt x="196091" y="15255"/>
                      <a:pt x="237207" y="119"/>
                    </a:cubicBezTo>
                    <a:cubicBezTo>
                      <a:pt x="202914" y="28085"/>
                      <a:pt x="165240" y="51619"/>
                      <a:pt x="125090" y="70154"/>
                    </a:cubicBezTo>
                    <a:cubicBezTo>
                      <a:pt x="85364" y="89540"/>
                      <a:pt x="43343" y="103915"/>
                      <a:pt x="54" y="11296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285" name="" descr="a00ef6b3-46ab-4983-b00f-59c3aced2008"/>
            <p:cNvSpPr/>
            <p:nvPr/>
          </p:nvSpPr>
          <p:spPr>
            <a:xfrm>
              <a:off x="1651640" y="5060644"/>
              <a:ext cx="6536970" cy="1797357"/>
            </a:xfrm>
            <a:custGeom>
              <a:gdLst>
                <a:gd name="connsiteX0" fmla="*/ 3383080 w 6536970"/>
                <a:gd name="connsiteY0" fmla="*/ 1299301 h 1797357"/>
                <a:gd name="connsiteX1" fmla="*/ 3793649 w 6536970"/>
                <a:gd name="connsiteY1" fmla="*/ 1549041 h 1797357"/>
                <a:gd name="connsiteX2" fmla="*/ 3842501 w 6536970"/>
                <a:gd name="connsiteY2" fmla="*/ 1687130 h 1797357"/>
                <a:gd name="connsiteX3" fmla="*/ 3861416 w 6536970"/>
                <a:gd name="connsiteY3" fmla="*/ 1797357 h 1797357"/>
                <a:gd name="connsiteX4" fmla="*/ 3749452 w 6536970"/>
                <a:gd name="connsiteY4" fmla="*/ 1797357 h 1797357"/>
                <a:gd name="connsiteX5" fmla="*/ 3735566 w 6536970"/>
                <a:gd name="connsiteY5" fmla="*/ 1724628 h 1797357"/>
                <a:gd name="connsiteX6" fmla="*/ 3693185 w 6536970"/>
                <a:gd name="connsiteY6" fmla="*/ 1599636 h 1797357"/>
                <a:gd name="connsiteX7" fmla="*/ 2667838 w 6536970"/>
                <a:gd name="connsiteY7" fmla="*/ 1658078 h 1797357"/>
                <a:gd name="connsiteX8" fmla="*/ 2398821 w 6536970"/>
                <a:gd name="connsiteY8" fmla="*/ 1775233 h 1797357"/>
                <a:gd name="connsiteX9" fmla="*/ 2334704 w 6536970"/>
                <a:gd name="connsiteY9" fmla="*/ 1797357 h 1797357"/>
                <a:gd name="connsiteX10" fmla="*/ 1877929 w 6536970"/>
                <a:gd name="connsiteY10" fmla="*/ 1797357 h 1797357"/>
                <a:gd name="connsiteX11" fmla="*/ 2083637 w 6536970"/>
                <a:gd name="connsiteY11" fmla="*/ 1755507 h 1797357"/>
                <a:gd name="connsiteX12" fmla="*/ 2617365 w 6536970"/>
                <a:gd name="connsiteY12" fmla="*/ 1557434 h 1797357"/>
                <a:gd name="connsiteX13" fmla="*/ 3296220 w 6536970"/>
                <a:gd name="connsiteY13" fmla="*/ 1305369 h 1797357"/>
                <a:gd name="connsiteX14" fmla="*/ 3299239 w 6536970"/>
                <a:gd name="connsiteY14" fmla="*/ 1304946 h 1797357"/>
                <a:gd name="connsiteX15" fmla="*/ 3383080 w 6536970"/>
                <a:gd name="connsiteY15" fmla="*/ 1299301 h 1797357"/>
                <a:gd name="connsiteX16" fmla="*/ 61266 w 6536970"/>
                <a:gd name="connsiteY16" fmla="*/ 531089 h 1797357"/>
                <a:gd name="connsiteX17" fmla="*/ 109514 w 6536970"/>
                <a:gd name="connsiteY17" fmla="*/ 568614 h 1797357"/>
                <a:gd name="connsiteX18" fmla="*/ 446889 w 6536970"/>
                <a:gd name="connsiteY18" fmla="*/ 824784 h 1797357"/>
                <a:gd name="connsiteX19" fmla="*/ 778951 w 6536970"/>
                <a:gd name="connsiteY19" fmla="*/ 1459928 h 1797357"/>
                <a:gd name="connsiteX20" fmla="*/ 841680 w 6536970"/>
                <a:gd name="connsiteY20" fmla="*/ 1677278 h 1797357"/>
                <a:gd name="connsiteX21" fmla="*/ 965487 w 6536970"/>
                <a:gd name="connsiteY21" fmla="*/ 1752678 h 1797357"/>
                <a:gd name="connsiteX22" fmla="*/ 1108859 w 6536970"/>
                <a:gd name="connsiteY22" fmla="*/ 1797357 h 1797357"/>
                <a:gd name="connsiteX23" fmla="*/ 815590 w 6536970"/>
                <a:gd name="connsiteY23" fmla="*/ 1797357 h 1797357"/>
                <a:gd name="connsiteX24" fmla="*/ 767842 w 6536970"/>
                <a:gd name="connsiteY24" fmla="*/ 1762104 h 1797357"/>
                <a:gd name="connsiteX25" fmla="*/ 672510 w 6536970"/>
                <a:gd name="connsiteY25" fmla="*/ 1423643 h 1797357"/>
                <a:gd name="connsiteX26" fmla="*/ 406196 w 6536970"/>
                <a:gd name="connsiteY26" fmla="*/ 930078 h 1797357"/>
                <a:gd name="connsiteX27" fmla="*/ 2590 w 6536970"/>
                <a:gd name="connsiteY27" fmla="*/ 604054 h 1797357"/>
                <a:gd name="connsiteX28" fmla="*/ 39504 w 6536970"/>
                <a:gd name="connsiteY28" fmla="*/ 533464 h 1797357"/>
                <a:gd name="connsiteX29" fmla="*/ 61266 w 6536970"/>
                <a:gd name="connsiteY29" fmla="*/ 531089 h 1797357"/>
                <a:gd name="connsiteX30" fmla="*/ 6433817 w 6536970"/>
                <a:gd name="connsiteY30" fmla="*/ 625 h 1797357"/>
                <a:gd name="connsiteX31" fmla="*/ 6480088 w 6536970"/>
                <a:gd name="connsiteY31" fmla="*/ 42411 h 1797357"/>
                <a:gd name="connsiteX32" fmla="*/ 6480631 w 6536970"/>
                <a:gd name="connsiteY32" fmla="*/ 44862 h 1797357"/>
                <a:gd name="connsiteX33" fmla="*/ 6165959 w 6536970"/>
                <a:gd name="connsiteY33" fmla="*/ 1758969 h 1797357"/>
                <a:gd name="connsiteX34" fmla="*/ 6139924 w 6536970"/>
                <a:gd name="connsiteY34" fmla="*/ 1797357 h 1797357"/>
                <a:gd name="connsiteX35" fmla="*/ 6003890 w 6536970"/>
                <a:gd name="connsiteY35" fmla="*/ 1797357 h 1797357"/>
                <a:gd name="connsiteX36" fmla="*/ 6067922 w 6536970"/>
                <a:gd name="connsiteY36" fmla="*/ 1703095 h 1797357"/>
                <a:gd name="connsiteX37" fmla="*/ 6370810 w 6536970"/>
                <a:gd name="connsiteY37" fmla="*/ 70401 h 1797357"/>
                <a:gd name="connsiteX38" fmla="*/ 6411442 w 6536970"/>
                <a:gd name="connsiteY38" fmla="*/ 1779 h 1797357"/>
                <a:gd name="connsiteX39" fmla="*/ 6433817 w 6536970"/>
                <a:gd name="connsiteY39" fmla="*/ 625 h 1797357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6536970" h="1797357">
                  <a:moveTo>
                    <a:pt x="3383080" y="1299301"/>
                  </a:moveTo>
                  <a:cubicBezTo>
                    <a:pt x="3571507" y="1298254"/>
                    <a:pt x="3709389" y="1381999"/>
                    <a:pt x="3793649" y="1549041"/>
                  </a:cubicBezTo>
                  <a:cubicBezTo>
                    <a:pt x="3814071" y="1589492"/>
                    <a:pt x="3829976" y="1635943"/>
                    <a:pt x="3842501" y="1687130"/>
                  </a:cubicBezTo>
                  <a:lnTo>
                    <a:pt x="3861416" y="1797357"/>
                  </a:lnTo>
                  <a:lnTo>
                    <a:pt x="3749452" y="1797357"/>
                  </a:lnTo>
                  <a:lnTo>
                    <a:pt x="3735566" y="1724628"/>
                  </a:lnTo>
                  <a:cubicBezTo>
                    <a:pt x="3724625" y="1676942"/>
                    <a:pt x="3710815" y="1634623"/>
                    <a:pt x="3693185" y="1599636"/>
                  </a:cubicBezTo>
                  <a:cubicBezTo>
                    <a:pt x="3539651" y="1295829"/>
                    <a:pt x="3201069" y="1391161"/>
                    <a:pt x="2667838" y="1658078"/>
                  </a:cubicBezTo>
                  <a:cubicBezTo>
                    <a:pt x="2580808" y="1701669"/>
                    <a:pt x="2490755" y="1740822"/>
                    <a:pt x="2398821" y="1775233"/>
                  </a:cubicBezTo>
                  <a:lnTo>
                    <a:pt x="2334704" y="1797357"/>
                  </a:lnTo>
                  <a:lnTo>
                    <a:pt x="1877929" y="1797357"/>
                  </a:lnTo>
                  <a:lnTo>
                    <a:pt x="2083637" y="1755507"/>
                  </a:lnTo>
                  <a:cubicBezTo>
                    <a:pt x="2262029" y="1709918"/>
                    <a:pt x="2443425" y="1644480"/>
                    <a:pt x="2617365" y="1557434"/>
                  </a:cubicBezTo>
                  <a:cubicBezTo>
                    <a:pt x="2847333" y="1442299"/>
                    <a:pt x="3088712" y="1332054"/>
                    <a:pt x="3296220" y="1305369"/>
                  </a:cubicBezTo>
                  <a:lnTo>
                    <a:pt x="3299239" y="1304946"/>
                  </a:lnTo>
                  <a:cubicBezTo>
                    <a:pt x="3328212" y="1301331"/>
                    <a:pt x="3356162" y="1299451"/>
                    <a:pt x="3383080" y="1299301"/>
                  </a:cubicBezTo>
                  <a:close/>
                  <a:moveTo>
                    <a:pt x="61266" y="531089"/>
                  </a:moveTo>
                  <a:cubicBezTo>
                    <a:pt x="82682" y="532974"/>
                    <a:pt x="101989" y="547101"/>
                    <a:pt x="109514" y="568614"/>
                  </a:cubicBezTo>
                  <a:cubicBezTo>
                    <a:pt x="157331" y="712789"/>
                    <a:pt x="297944" y="767187"/>
                    <a:pt x="446889" y="824784"/>
                  </a:cubicBezTo>
                  <a:cubicBezTo>
                    <a:pt x="662850" y="908283"/>
                    <a:pt x="931699" y="1011946"/>
                    <a:pt x="778951" y="1459928"/>
                  </a:cubicBezTo>
                  <a:cubicBezTo>
                    <a:pt x="750212" y="1544151"/>
                    <a:pt x="770740" y="1615152"/>
                    <a:pt x="841680" y="1677278"/>
                  </a:cubicBezTo>
                  <a:cubicBezTo>
                    <a:pt x="874788" y="1706130"/>
                    <a:pt x="916493" y="1731336"/>
                    <a:pt x="965487" y="1752678"/>
                  </a:cubicBezTo>
                  <a:lnTo>
                    <a:pt x="1108859" y="1797357"/>
                  </a:lnTo>
                  <a:lnTo>
                    <a:pt x="815590" y="1797357"/>
                  </a:lnTo>
                  <a:lnTo>
                    <a:pt x="767842" y="1762104"/>
                  </a:lnTo>
                  <a:cubicBezTo>
                    <a:pt x="663091" y="1670636"/>
                    <a:pt x="629282" y="1550792"/>
                    <a:pt x="672510" y="1423643"/>
                  </a:cubicBezTo>
                  <a:cubicBezTo>
                    <a:pt x="790301" y="1078480"/>
                    <a:pt x="629583" y="1016233"/>
                    <a:pt x="406196" y="930078"/>
                  </a:cubicBezTo>
                  <a:cubicBezTo>
                    <a:pt x="247229" y="868617"/>
                    <a:pt x="67071" y="798944"/>
                    <a:pt x="2590" y="604054"/>
                  </a:cubicBezTo>
                  <a:cubicBezTo>
                    <a:pt x="-6707" y="574368"/>
                    <a:pt x="9817" y="542762"/>
                    <a:pt x="39504" y="533464"/>
                  </a:cubicBezTo>
                  <a:cubicBezTo>
                    <a:pt x="46754" y="531193"/>
                    <a:pt x="54127" y="530461"/>
                    <a:pt x="61266" y="531089"/>
                  </a:cubicBezTo>
                  <a:close/>
                  <a:moveTo>
                    <a:pt x="6433817" y="625"/>
                  </a:moveTo>
                  <a:cubicBezTo>
                    <a:pt x="6455558" y="3894"/>
                    <a:pt x="6474292" y="19784"/>
                    <a:pt x="6480088" y="42411"/>
                  </a:cubicBezTo>
                  <a:cubicBezTo>
                    <a:pt x="6480270" y="43226"/>
                    <a:pt x="6480450" y="44041"/>
                    <a:pt x="6480631" y="44862"/>
                  </a:cubicBezTo>
                  <a:cubicBezTo>
                    <a:pt x="6639115" y="728607"/>
                    <a:pt x="6440671" y="1314885"/>
                    <a:pt x="6165959" y="1758969"/>
                  </a:cubicBezTo>
                  <a:lnTo>
                    <a:pt x="6139924" y="1797357"/>
                  </a:lnTo>
                  <a:lnTo>
                    <a:pt x="6003890" y="1797357"/>
                  </a:lnTo>
                  <a:lnTo>
                    <a:pt x="6067922" y="1703095"/>
                  </a:lnTo>
                  <a:cubicBezTo>
                    <a:pt x="6331030" y="1278728"/>
                    <a:pt x="6521506" y="719597"/>
                    <a:pt x="6370810" y="70401"/>
                  </a:cubicBezTo>
                  <a:cubicBezTo>
                    <a:pt x="6363082" y="40231"/>
                    <a:pt x="6381255" y="9506"/>
                    <a:pt x="6411442" y="1779"/>
                  </a:cubicBezTo>
                  <a:cubicBezTo>
                    <a:pt x="6418989" y="-154"/>
                    <a:pt x="6426570" y="-466"/>
                    <a:pt x="6433817" y="625"/>
                  </a:cubicBezTo>
                  <a:close/>
                </a:path>
              </a:pathLst>
            </a:custGeom>
            <a:solidFill>
              <a:srgbClr val="E64B00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24" name="" descr="d42a07ca-85cd-4e56-a794-3ac77d7a7fa4"/>
            <p:cNvSpPr/>
            <p:nvPr/>
          </p:nvSpPr>
          <p:spPr>
            <a:xfrm>
              <a:off x="7632320" y="4614837"/>
              <a:ext cx="564233" cy="558126"/>
            </a:xfrm>
            <a:custGeom>
              <a:gdLst>
                <a:gd name="connsiteX0" fmla="*/ 546137 w 564233"/>
                <a:gd name="connsiteY0" fmla="*/ 198635 h 558126"/>
                <a:gd name="connsiteX1" fmla="*/ 508524 w 564233"/>
                <a:gd name="connsiteY1" fmla="*/ 441644 h 558126"/>
                <a:gd name="connsiteX2" fmla="*/ 444889 w 564233"/>
                <a:gd name="connsiteY2" fmla="*/ 503528 h 558126"/>
                <a:gd name="connsiteX3" fmla="*/ 54746 w 564233"/>
                <a:gd name="connsiteY3" fmla="*/ 445194 h 558126"/>
                <a:gd name="connsiteX4" fmla="*/ 54988 w 564233"/>
                <a:gd name="connsiteY4" fmla="*/ 113084 h 558126"/>
                <a:gd name="connsiteX5" fmla="*/ 114638 w 564233"/>
                <a:gd name="connsiteY5" fmla="*/ 46672 h 558126"/>
                <a:gd name="connsiteX6" fmla="*/ 198378 w 564233"/>
                <a:gd name="connsiteY6" fmla="*/ 12137 h 558126"/>
                <a:gd name="connsiteX7" fmla="*/ 546017 w 564233"/>
                <a:gd name="connsiteY7" fmla="*/ 198328 h 558126"/>
                <a:gd name="connsiteX8" fmla="*/ 546137 w 564233"/>
                <a:gd name="connsiteY8" fmla="*/ 198635 h 55812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4233" h="558126">
                  <a:moveTo>
                    <a:pt x="546137" y="198635"/>
                  </a:moveTo>
                  <a:cubicBezTo>
                    <a:pt x="576687" y="299884"/>
                    <a:pt x="571555" y="365572"/>
                    <a:pt x="508524" y="441644"/>
                  </a:cubicBezTo>
                  <a:cubicBezTo>
                    <a:pt x="488781" y="463705"/>
                    <a:pt x="467469" y="484383"/>
                    <a:pt x="444889" y="503528"/>
                  </a:cubicBezTo>
                  <a:cubicBezTo>
                    <a:pt x="321060" y="595153"/>
                    <a:pt x="146396" y="569035"/>
                    <a:pt x="54746" y="445194"/>
                  </a:cubicBezTo>
                  <a:cubicBezTo>
                    <a:pt x="-18247" y="346505"/>
                    <a:pt x="-18186" y="211676"/>
                    <a:pt x="54988" y="113084"/>
                  </a:cubicBezTo>
                  <a:cubicBezTo>
                    <a:pt x="73583" y="89828"/>
                    <a:pt x="93507" y="67652"/>
                    <a:pt x="114638" y="46672"/>
                  </a:cubicBezTo>
                  <a:cubicBezTo>
                    <a:pt x="218061" y="46128"/>
                    <a:pt x="149535" y="26869"/>
                    <a:pt x="198378" y="12137"/>
                  </a:cubicBezTo>
                  <a:cubicBezTo>
                    <a:pt x="345813" y="-32456"/>
                    <a:pt x="501460" y="50904"/>
                    <a:pt x="546017" y="198328"/>
                  </a:cubicBezTo>
                  <a:cubicBezTo>
                    <a:pt x="546077" y="198430"/>
                    <a:pt x="546077" y="198533"/>
                    <a:pt x="546137" y="198635"/>
                  </a:cubicBezTo>
                  <a:close/>
                </a:path>
              </a:pathLst>
            </a:custGeom>
            <a:solidFill>
              <a:srgbClr val="C23F00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25" name="" descr="d360ecc0-de69-48a2-a3f9-8d503f9bdd6d"/>
            <p:cNvSpPr/>
            <p:nvPr/>
          </p:nvSpPr>
          <p:spPr>
            <a:xfrm>
              <a:off x="7660012" y="4584978"/>
              <a:ext cx="557889" cy="557906"/>
            </a:xfrm>
            <a:custGeom>
              <a:gdLst>
                <a:gd name="connsiteX0" fmla="*/ 545977 w 557889"/>
                <a:gd name="connsiteY0" fmla="*/ 198488 h 557906"/>
                <a:gd name="connsiteX1" fmla="*/ 359599 w 557889"/>
                <a:gd name="connsiteY1" fmla="*/ 546054 h 557906"/>
                <a:gd name="connsiteX2" fmla="*/ 12022 w 557889"/>
                <a:gd name="connsiteY2" fmla="*/ 359670 h 557906"/>
                <a:gd name="connsiteX3" fmla="*/ 198399 w 557889"/>
                <a:gd name="connsiteY3" fmla="*/ 12111 h 557906"/>
                <a:gd name="connsiteX4" fmla="*/ 545916 w 557889"/>
                <a:gd name="connsiteY4" fmla="*/ 198355 h 557906"/>
                <a:gd name="connsiteX5" fmla="*/ 545977 w 557889"/>
                <a:gd name="connsiteY5" fmla="*/ 198488 h 55790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889" h="557906">
                  <a:moveTo>
                    <a:pt x="545977" y="198488"/>
                  </a:moveTo>
                  <a:cubicBezTo>
                    <a:pt x="590473" y="345935"/>
                    <a:pt x="507035" y="501545"/>
                    <a:pt x="359599" y="546054"/>
                  </a:cubicBezTo>
                  <a:cubicBezTo>
                    <a:pt x="212165" y="590562"/>
                    <a:pt x="56518" y="507112"/>
                    <a:pt x="12022" y="359670"/>
                  </a:cubicBezTo>
                  <a:cubicBezTo>
                    <a:pt x="-32475" y="212229"/>
                    <a:pt x="50963" y="56625"/>
                    <a:pt x="198399" y="12111"/>
                  </a:cubicBezTo>
                  <a:cubicBezTo>
                    <a:pt x="345774" y="-32428"/>
                    <a:pt x="501420" y="50956"/>
                    <a:pt x="545916" y="198355"/>
                  </a:cubicBezTo>
                  <a:cubicBezTo>
                    <a:pt x="545977" y="198403"/>
                    <a:pt x="545977" y="198445"/>
                    <a:pt x="545977" y="198488"/>
                  </a:cubicBezTo>
                  <a:close/>
                </a:path>
              </a:pathLst>
            </a:custGeom>
            <a:solidFill>
              <a:srgbClr val="E64B00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26" name="" descr="64feb043-480b-4a79-bf05-afc5db3b2f2f"/>
            <p:cNvSpPr/>
            <p:nvPr/>
          </p:nvSpPr>
          <p:spPr>
            <a:xfrm>
              <a:off x="7764774" y="4652469"/>
              <a:ext cx="399441" cy="399425"/>
            </a:xfrm>
            <a:custGeom>
              <a:gdLst>
                <a:gd name="connsiteX0" fmla="*/ 390922 w 399441"/>
                <a:gd name="connsiteY0" fmla="*/ 142166 h 399425"/>
                <a:gd name="connsiteX1" fmla="*/ 257433 w 399441"/>
                <a:gd name="connsiteY1" fmla="*/ 390983 h 399425"/>
                <a:gd name="connsiteX2" fmla="*/ 8629 w 399441"/>
                <a:gd name="connsiteY2" fmla="*/ 257494 h 399425"/>
                <a:gd name="connsiteX3" fmla="*/ 142117 w 399441"/>
                <a:gd name="connsiteY3" fmla="*/ 8684 h 399425"/>
                <a:gd name="connsiteX4" fmla="*/ 142117 w 399441"/>
                <a:gd name="connsiteY4" fmla="*/ 8678 h 399425"/>
                <a:gd name="connsiteX5" fmla="*/ 390922 w 399441"/>
                <a:gd name="connsiteY5" fmla="*/ 142166 h 399425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441" h="399425">
                  <a:moveTo>
                    <a:pt x="390922" y="142166"/>
                  </a:moveTo>
                  <a:cubicBezTo>
                    <a:pt x="422800" y="247738"/>
                    <a:pt x="363029" y="359136"/>
                    <a:pt x="257433" y="390983"/>
                  </a:cubicBezTo>
                  <a:cubicBezTo>
                    <a:pt x="151838" y="422831"/>
                    <a:pt x="40446" y="363066"/>
                    <a:pt x="8629" y="257494"/>
                  </a:cubicBezTo>
                  <a:cubicBezTo>
                    <a:pt x="-23249" y="151929"/>
                    <a:pt x="36522" y="40531"/>
                    <a:pt x="142117" y="8684"/>
                  </a:cubicBezTo>
                  <a:cubicBezTo>
                    <a:pt x="142117" y="8678"/>
                    <a:pt x="142117" y="8678"/>
                    <a:pt x="142117" y="8678"/>
                  </a:cubicBezTo>
                  <a:cubicBezTo>
                    <a:pt x="247713" y="-23164"/>
                    <a:pt x="359104" y="36601"/>
                    <a:pt x="390922" y="142166"/>
                  </a:cubicBezTo>
                  <a:close/>
                </a:path>
              </a:pathLst>
            </a:custGeom>
            <a:solidFill>
              <a:srgbClr val="FFA400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27" name="" descr="bacefdfc-9738-403c-bcea-1bfdd40d67dc"/>
            <p:cNvSpPr/>
            <p:nvPr/>
          </p:nvSpPr>
          <p:spPr>
            <a:xfrm>
              <a:off x="822286" y="4702067"/>
              <a:ext cx="1234999" cy="398321"/>
            </a:xfrm>
            <a:custGeom>
              <a:gdLst>
                <a:gd name="connsiteX0" fmla="*/ 6257 w 1234999"/>
                <a:gd name="connsiteY0" fmla="*/ 299654 h 398321"/>
                <a:gd name="connsiteX1" fmla="*/ 278608 w 1234999"/>
                <a:gd name="connsiteY1" fmla="*/ 393899 h 398321"/>
                <a:gd name="connsiteX2" fmla="*/ 616707 w 1234999"/>
                <a:gd name="connsiteY2" fmla="*/ 373975 h 398321"/>
                <a:gd name="connsiteX3" fmla="*/ 1228667 w 1234999"/>
                <a:gd name="connsiteY3" fmla="*/ 37869 h 398321"/>
                <a:gd name="connsiteX4" fmla="*/ 1196427 w 1234999"/>
                <a:gd name="connsiteY4" fmla="*/ 6896 h 398321"/>
                <a:gd name="connsiteX5" fmla="*/ 650336 w 1234999"/>
                <a:gd name="connsiteY5" fmla="*/ 320121 h 398321"/>
                <a:gd name="connsiteX6" fmla="*/ 348884 w 1234999"/>
                <a:gd name="connsiteY6" fmla="*/ 352965 h 398321"/>
                <a:gd name="connsiteX7" fmla="*/ 36203 w 1234999"/>
                <a:gd name="connsiteY7" fmla="*/ 266629 h 398321"/>
                <a:gd name="connsiteX8" fmla="*/ 6016 w 1234999"/>
                <a:gd name="connsiteY8" fmla="*/ 299956 h 398321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999" h="398321">
                  <a:moveTo>
                    <a:pt x="6257" y="299654"/>
                  </a:moveTo>
                  <a:cubicBezTo>
                    <a:pt x="73092" y="375424"/>
                    <a:pt x="185389" y="385326"/>
                    <a:pt x="278608" y="393899"/>
                  </a:cubicBezTo>
                  <a:cubicBezTo>
                    <a:pt x="391672" y="403976"/>
                    <a:pt x="505606" y="397262"/>
                    <a:pt x="616707" y="373975"/>
                  </a:cubicBezTo>
                  <a:cubicBezTo>
                    <a:pt x="849543" y="325193"/>
                    <a:pt x="1062582" y="208186"/>
                    <a:pt x="1228667" y="37869"/>
                  </a:cubicBezTo>
                  <a:cubicBezTo>
                    <a:pt x="1248832" y="17281"/>
                    <a:pt x="1216592" y="-13691"/>
                    <a:pt x="1196427" y="6896"/>
                  </a:cubicBezTo>
                  <a:cubicBezTo>
                    <a:pt x="1046951" y="159904"/>
                    <a:pt x="857881" y="268350"/>
                    <a:pt x="650336" y="320121"/>
                  </a:cubicBezTo>
                  <a:cubicBezTo>
                    <a:pt x="551792" y="344621"/>
                    <a:pt x="450393" y="355670"/>
                    <a:pt x="348884" y="352965"/>
                  </a:cubicBezTo>
                  <a:cubicBezTo>
                    <a:pt x="250534" y="350248"/>
                    <a:pt x="107385" y="347229"/>
                    <a:pt x="36203" y="266629"/>
                  </a:cubicBezTo>
                  <a:cubicBezTo>
                    <a:pt x="17125" y="245015"/>
                    <a:pt x="-12761" y="278704"/>
                    <a:pt x="6016" y="299956"/>
                  </a:cubicBezTo>
                  <a:close/>
                </a:path>
              </a:pathLst>
            </a:custGeom>
            <a:solidFill>
              <a:srgbClr val="F6F7F9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28" name="" descr="ec478634-42d8-4d99-a7ee-2a9fbe96f9b7"/>
            <p:cNvSpPr/>
            <p:nvPr/>
          </p:nvSpPr>
          <p:spPr>
            <a:xfrm>
              <a:off x="260985" y="3358905"/>
              <a:ext cx="924714" cy="2022152"/>
            </a:xfrm>
            <a:custGeom>
              <a:gdLst>
                <a:gd name="connsiteX0" fmla="*/ 912661 w 924714"/>
                <a:gd name="connsiteY0" fmla="*/ 1971195 h 2022152"/>
                <a:gd name="connsiteX1" fmla="*/ 284762 w 924714"/>
                <a:gd name="connsiteY1" fmla="*/ 1033392 h 2022152"/>
                <a:gd name="connsiteX2" fmla="*/ 93857 w 924714"/>
                <a:gd name="connsiteY2" fmla="*/ 511210 h 2022152"/>
                <a:gd name="connsiteX3" fmla="*/ 288506 w 924714"/>
                <a:gd name="connsiteY3" fmla="*/ 90095 h 2022152"/>
                <a:gd name="connsiteX4" fmla="*/ 263329 w 924714"/>
                <a:gd name="connsiteY4" fmla="*/ 2974 h 2022152"/>
                <a:gd name="connsiteX5" fmla="*/ 4623 w 924714"/>
                <a:gd name="connsiteY5" fmla="*/ 357496 h 2022152"/>
                <a:gd name="connsiteX6" fmla="*/ 143908 w 924714"/>
                <a:gd name="connsiteY6" fmla="*/ 938181 h 2022152"/>
                <a:gd name="connsiteX7" fmla="*/ 734917 w 924714"/>
                <a:gd name="connsiteY7" fmla="*/ 1899349 h 2022152"/>
                <a:gd name="connsiteX8" fmla="*/ 910004 w 924714"/>
                <a:gd name="connsiteY8" fmla="*/ 2016235 h 2022152"/>
                <a:gd name="connsiteX9" fmla="*/ 920328 w 924714"/>
                <a:gd name="connsiteY9" fmla="*/ 2022272 h 2022152"/>
                <a:gd name="connsiteX10" fmla="*/ 912661 w 924714"/>
                <a:gd name="connsiteY10" fmla="*/ 1971195 h 202215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24713" h="2022152">
                  <a:moveTo>
                    <a:pt x="912661" y="1971195"/>
                  </a:moveTo>
                  <a:cubicBezTo>
                    <a:pt x="661135" y="1689033"/>
                    <a:pt x="449834" y="1373441"/>
                    <a:pt x="284762" y="1033392"/>
                  </a:cubicBezTo>
                  <a:cubicBezTo>
                    <a:pt x="205732" y="870923"/>
                    <a:pt x="118430" y="693361"/>
                    <a:pt x="93857" y="511210"/>
                  </a:cubicBezTo>
                  <a:cubicBezTo>
                    <a:pt x="71941" y="347111"/>
                    <a:pt x="122414" y="150893"/>
                    <a:pt x="288506" y="90095"/>
                  </a:cubicBezTo>
                  <a:cubicBezTo>
                    <a:pt x="341817" y="70594"/>
                    <a:pt x="316580" y="-16647"/>
                    <a:pt x="263329" y="2974"/>
                  </a:cubicBezTo>
                  <a:cubicBezTo>
                    <a:pt x="115954" y="56950"/>
                    <a:pt x="24366" y="200340"/>
                    <a:pt x="4623" y="357496"/>
                  </a:cubicBezTo>
                  <a:cubicBezTo>
                    <a:pt x="-20855" y="559993"/>
                    <a:pt x="64998" y="758445"/>
                    <a:pt x="143908" y="938181"/>
                  </a:cubicBezTo>
                  <a:cubicBezTo>
                    <a:pt x="295569" y="1282921"/>
                    <a:pt x="499274" y="1610093"/>
                    <a:pt x="734917" y="1899349"/>
                  </a:cubicBezTo>
                  <a:cubicBezTo>
                    <a:pt x="757618" y="1927182"/>
                    <a:pt x="897326" y="2009835"/>
                    <a:pt x="910004" y="2016235"/>
                  </a:cubicBezTo>
                  <a:cubicBezTo>
                    <a:pt x="913554" y="2018058"/>
                    <a:pt x="917002" y="2020074"/>
                    <a:pt x="920328" y="2022272"/>
                  </a:cubicBezTo>
                  <a:cubicBezTo>
                    <a:pt x="928352" y="2005264"/>
                    <a:pt x="925328" y="1985099"/>
                    <a:pt x="912661" y="1971195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29" name="" descr="62a1451c-a44e-447a-81cd-3c11addde306"/>
            <p:cNvSpPr/>
            <p:nvPr/>
          </p:nvSpPr>
          <p:spPr>
            <a:xfrm>
              <a:off x="390409" y="3358905"/>
              <a:ext cx="188558" cy="177338"/>
            </a:xfrm>
            <a:custGeom>
              <a:gdLst>
                <a:gd name="connsiteX0" fmla="*/ 39298 w 188558"/>
                <a:gd name="connsiteY0" fmla="*/ 177458 h 177338"/>
                <a:gd name="connsiteX1" fmla="*/ 159082 w 188558"/>
                <a:gd name="connsiteY1" fmla="*/ 90095 h 177338"/>
                <a:gd name="connsiteX2" fmla="*/ 133905 w 188558"/>
                <a:gd name="connsiteY2" fmla="*/ 2974 h 177338"/>
                <a:gd name="connsiteX3" fmla="*/ 54 w 188558"/>
                <a:gd name="connsiteY3" fmla="*/ 89854 h 177338"/>
                <a:gd name="connsiteX4" fmla="*/ 39298 w 188558"/>
                <a:gd name="connsiteY4" fmla="*/ 177458 h 177338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8558" h="177338">
                  <a:moveTo>
                    <a:pt x="39298" y="177458"/>
                  </a:moveTo>
                  <a:cubicBezTo>
                    <a:pt x="70203" y="137641"/>
                    <a:pt x="111724" y="107357"/>
                    <a:pt x="159082" y="90095"/>
                  </a:cubicBezTo>
                  <a:cubicBezTo>
                    <a:pt x="212393" y="70594"/>
                    <a:pt x="187156" y="-16647"/>
                    <a:pt x="133905" y="2974"/>
                  </a:cubicBezTo>
                  <a:cubicBezTo>
                    <a:pt x="83403" y="21660"/>
                    <a:pt x="37685" y="51335"/>
                    <a:pt x="54" y="89854"/>
                  </a:cubicBezTo>
                  <a:cubicBezTo>
                    <a:pt x="6368" y="121641"/>
                    <a:pt x="19784" y="151587"/>
                    <a:pt x="39298" y="177458"/>
                  </a:cubicBezTo>
                  <a:close/>
                </a:path>
              </a:pathLst>
            </a:custGeom>
            <a:solidFill>
              <a:srgbClr val="F6F7F9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30" name="" descr="2d62f6b5-dcd6-4a9d-9125-eed2aba931fb"/>
            <p:cNvSpPr/>
            <p:nvPr/>
          </p:nvSpPr>
          <p:spPr>
            <a:xfrm>
              <a:off x="466025" y="3288812"/>
              <a:ext cx="235577" cy="195389"/>
            </a:xfrm>
            <a:custGeom>
              <a:gdLst>
                <a:gd name="connsiteX0" fmla="*/ 36676 w 235577"/>
                <a:gd name="connsiteY0" fmla="*/ 17040 h 195389"/>
                <a:gd name="connsiteX1" fmla="*/ 873 w 235577"/>
                <a:gd name="connsiteY1" fmla="*/ 90697 h 195389"/>
                <a:gd name="connsiteX2" fmla="*/ 108763 w 235577"/>
                <a:gd name="connsiteY2" fmla="*/ 194602 h 195389"/>
                <a:gd name="connsiteX3" fmla="*/ 228607 w 235577"/>
                <a:gd name="connsiteY3" fmla="*/ 54170 h 195389"/>
                <a:gd name="connsiteX4" fmla="*/ 36676 w 235577"/>
                <a:gd name="connsiteY4" fmla="*/ 17040 h 195389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577" h="195389">
                  <a:moveTo>
                    <a:pt x="36676" y="17040"/>
                  </a:moveTo>
                  <a:cubicBezTo>
                    <a:pt x="11801" y="29477"/>
                    <a:pt x="-3776" y="53265"/>
                    <a:pt x="873" y="90697"/>
                  </a:cubicBezTo>
                  <a:cubicBezTo>
                    <a:pt x="6609" y="137125"/>
                    <a:pt x="58652" y="204081"/>
                    <a:pt x="108763" y="194602"/>
                  </a:cubicBezTo>
                  <a:cubicBezTo>
                    <a:pt x="174028" y="182104"/>
                    <a:pt x="261089" y="139118"/>
                    <a:pt x="228607" y="54170"/>
                  </a:cubicBezTo>
                  <a:cubicBezTo>
                    <a:pt x="205242" y="-7050"/>
                    <a:pt x="93186" y="-11457"/>
                    <a:pt x="36676" y="17040"/>
                  </a:cubicBezTo>
                  <a:close/>
                </a:path>
              </a:pathLst>
            </a:custGeom>
            <a:solidFill>
              <a:srgbClr val="E64B00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31" name="" descr="4b4573c5-ccfe-4363-b120-65206c00ebc1"/>
            <p:cNvSpPr/>
            <p:nvPr/>
          </p:nvSpPr>
          <p:spPr>
            <a:xfrm>
              <a:off x="1394094" y="3093030"/>
              <a:ext cx="680340" cy="2043932"/>
            </a:xfrm>
            <a:custGeom>
              <a:gdLst>
                <a:gd name="connsiteX0" fmla="*/ 435827 w 680340"/>
                <a:gd name="connsiteY0" fmla="*/ 158665 h 2043932"/>
                <a:gd name="connsiteX1" fmla="*/ 30712 w 680340"/>
                <a:gd name="connsiteY1" fmla="*/ 11411 h 2043932"/>
                <a:gd name="connsiteX2" fmla="*/ 56130 w 680340"/>
                <a:gd name="connsiteY2" fmla="*/ 98532 h 2043932"/>
                <a:gd name="connsiteX3" fmla="*/ 443615 w 680340"/>
                <a:gd name="connsiteY3" fmla="*/ 337918 h 2043932"/>
                <a:gd name="connsiteX4" fmla="*/ 564365 w 680340"/>
                <a:gd name="connsiteY4" fmla="*/ 882016 h 2043932"/>
                <a:gd name="connsiteX5" fmla="*/ 542992 w 680340"/>
                <a:gd name="connsiteY5" fmla="*/ 2022558 h 2043932"/>
                <a:gd name="connsiteX6" fmla="*/ 544381 w 680340"/>
                <a:gd name="connsiteY6" fmla="*/ 2044052 h 2043932"/>
                <a:gd name="connsiteX7" fmla="*/ 585013 w 680340"/>
                <a:gd name="connsiteY7" fmla="*/ 2024430 h 2043932"/>
                <a:gd name="connsiteX8" fmla="*/ 632408 w 680340"/>
                <a:gd name="connsiteY8" fmla="*/ 2017426 h 2043932"/>
                <a:gd name="connsiteX9" fmla="*/ 630657 w 680340"/>
                <a:gd name="connsiteY9" fmla="*/ 722023 h 2043932"/>
                <a:gd name="connsiteX10" fmla="*/ 435827 w 680340"/>
                <a:gd name="connsiteY10" fmla="*/ 158665 h 204393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80340" h="2043931">
                  <a:moveTo>
                    <a:pt x="435827" y="158665"/>
                  </a:moveTo>
                  <a:cubicBezTo>
                    <a:pt x="335303" y="39063"/>
                    <a:pt x="182253" y="-27953"/>
                    <a:pt x="30712" y="11411"/>
                  </a:cubicBezTo>
                  <a:cubicBezTo>
                    <a:pt x="-24410" y="25720"/>
                    <a:pt x="1370" y="112780"/>
                    <a:pt x="56130" y="98532"/>
                  </a:cubicBezTo>
                  <a:cubicBezTo>
                    <a:pt x="226990" y="54217"/>
                    <a:pt x="374003" y="188732"/>
                    <a:pt x="443615" y="337918"/>
                  </a:cubicBezTo>
                  <a:cubicBezTo>
                    <a:pt x="520895" y="503587"/>
                    <a:pt x="542932" y="701556"/>
                    <a:pt x="564365" y="882016"/>
                  </a:cubicBezTo>
                  <a:cubicBezTo>
                    <a:pt x="608717" y="1261418"/>
                    <a:pt x="601526" y="1645082"/>
                    <a:pt x="542992" y="2022558"/>
                  </a:cubicBezTo>
                  <a:cubicBezTo>
                    <a:pt x="541833" y="2029737"/>
                    <a:pt x="542304" y="2037084"/>
                    <a:pt x="544381" y="2044052"/>
                  </a:cubicBezTo>
                  <a:cubicBezTo>
                    <a:pt x="556824" y="2035448"/>
                    <a:pt x="570535" y="2028825"/>
                    <a:pt x="585013" y="2024430"/>
                  </a:cubicBezTo>
                  <a:cubicBezTo>
                    <a:pt x="600306" y="2019461"/>
                    <a:pt x="616330" y="2017094"/>
                    <a:pt x="632408" y="2017426"/>
                  </a:cubicBezTo>
                  <a:cubicBezTo>
                    <a:pt x="696972" y="1587992"/>
                    <a:pt x="696381" y="1151276"/>
                    <a:pt x="630657" y="722023"/>
                  </a:cubicBezTo>
                  <a:cubicBezTo>
                    <a:pt x="600349" y="527012"/>
                    <a:pt x="565392" y="312802"/>
                    <a:pt x="435827" y="158665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32" name="" descr="2e36de9e-b960-4f9a-bad2-8c1cce90219d"/>
            <p:cNvSpPr/>
            <p:nvPr/>
          </p:nvSpPr>
          <p:spPr>
            <a:xfrm>
              <a:off x="1394094" y="3093151"/>
              <a:ext cx="203210" cy="102518"/>
            </a:xfrm>
            <a:custGeom>
              <a:gdLst>
                <a:gd name="connsiteX0" fmla="*/ 202599 w 203210"/>
                <a:gd name="connsiteY0" fmla="*/ 102637 h 102518"/>
                <a:gd name="connsiteX1" fmla="*/ 56130 w 203210"/>
                <a:gd name="connsiteY1" fmla="*/ 98411 h 102518"/>
                <a:gd name="connsiteX2" fmla="*/ 30712 w 203210"/>
                <a:gd name="connsiteY2" fmla="*/ 11290 h 102518"/>
                <a:gd name="connsiteX3" fmla="*/ 188592 w 203210"/>
                <a:gd name="connsiteY3" fmla="*/ 7125 h 102518"/>
                <a:gd name="connsiteX4" fmla="*/ 202599 w 203210"/>
                <a:gd name="connsiteY4" fmla="*/ 102637 h 102518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210" h="102518">
                  <a:moveTo>
                    <a:pt x="202599" y="102637"/>
                  </a:moveTo>
                  <a:cubicBezTo>
                    <a:pt x="155199" y="87169"/>
                    <a:pt x="104345" y="85702"/>
                    <a:pt x="56130" y="98411"/>
                  </a:cubicBezTo>
                  <a:cubicBezTo>
                    <a:pt x="1370" y="112660"/>
                    <a:pt x="-24410" y="25599"/>
                    <a:pt x="30712" y="11290"/>
                  </a:cubicBezTo>
                  <a:cubicBezTo>
                    <a:pt x="82344" y="-2034"/>
                    <a:pt x="136332" y="-3459"/>
                    <a:pt x="188592" y="7125"/>
                  </a:cubicBezTo>
                  <a:cubicBezTo>
                    <a:pt x="200359" y="37511"/>
                    <a:pt x="205147" y="70150"/>
                    <a:pt x="202599" y="102637"/>
                  </a:cubicBezTo>
                  <a:close/>
                </a:path>
              </a:pathLst>
            </a:custGeom>
            <a:solidFill>
              <a:srgbClr val="F6F7F9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33" name="" descr="a8430005-b30c-4e33-ad92-dae9f9324a41"/>
            <p:cNvSpPr/>
            <p:nvPr/>
          </p:nvSpPr>
          <p:spPr>
            <a:xfrm>
              <a:off x="1271144" y="3044714"/>
              <a:ext cx="221080" cy="210280"/>
            </a:xfrm>
            <a:custGeom>
              <a:gdLst>
                <a:gd name="connsiteX0" fmla="*/ 141466 w 221080"/>
                <a:gd name="connsiteY0" fmla="*/ 862 h 210280"/>
                <a:gd name="connsiteX1" fmla="*/ 210716 w 221080"/>
                <a:gd name="connsiteY1" fmla="*/ 41735 h 210280"/>
                <a:gd name="connsiteX2" fmla="*/ 176423 w 221080"/>
                <a:gd name="connsiteY2" fmla="*/ 189956 h 210280"/>
                <a:gd name="connsiteX3" fmla="*/ 1336 w 221080"/>
                <a:gd name="connsiteY3" fmla="*/ 141656 h 210280"/>
                <a:gd name="connsiteX4" fmla="*/ 141466 w 221080"/>
                <a:gd name="connsiteY4" fmla="*/ 862 h 210280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080" h="210279">
                  <a:moveTo>
                    <a:pt x="141466" y="862"/>
                  </a:moveTo>
                  <a:cubicBezTo>
                    <a:pt x="168756" y="-3002"/>
                    <a:pt x="194536" y="7865"/>
                    <a:pt x="210716" y="41735"/>
                  </a:cubicBezTo>
                  <a:cubicBezTo>
                    <a:pt x="230761" y="83696"/>
                    <a:pt x="223214" y="169187"/>
                    <a:pt x="176423" y="189956"/>
                  </a:cubicBezTo>
                  <a:cubicBezTo>
                    <a:pt x="115324" y="216943"/>
                    <a:pt x="19811" y="230950"/>
                    <a:pt x="1336" y="141656"/>
                  </a:cubicBezTo>
                  <a:cubicBezTo>
                    <a:pt x="-11826" y="77296"/>
                    <a:pt x="79280" y="9676"/>
                    <a:pt x="141466" y="862"/>
                  </a:cubicBezTo>
                  <a:close/>
                </a:path>
              </a:pathLst>
            </a:custGeom>
            <a:solidFill>
              <a:srgbClr val="E64B00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34" name="" descr="c2509fd7-ac89-48f0-bfe0-aaede252bc08"/>
            <p:cNvSpPr/>
            <p:nvPr/>
          </p:nvSpPr>
          <p:spPr>
            <a:xfrm>
              <a:off x="995848" y="4986146"/>
              <a:ext cx="1044122" cy="659821"/>
            </a:xfrm>
            <a:custGeom>
              <a:gdLst>
                <a:gd name="connsiteX0" fmla="*/ 698773 w 1044122"/>
                <a:gd name="connsiteY0" fmla="*/ 514453 h 659821"/>
                <a:gd name="connsiteX1" fmla="*/ 719119 w 1044122"/>
                <a:gd name="connsiteY1" fmla="*/ 582374 h 659821"/>
                <a:gd name="connsiteX2" fmla="*/ 686529 w 1044122"/>
                <a:gd name="connsiteY2" fmla="*/ 642405 h 659821"/>
                <a:gd name="connsiteX3" fmla="*/ 683860 w 1044122"/>
                <a:gd name="connsiteY3" fmla="*/ 643111 h 659821"/>
                <a:gd name="connsiteX4" fmla="*/ 608512 w 1044122"/>
                <a:gd name="connsiteY4" fmla="*/ 658990 h 659821"/>
                <a:gd name="connsiteX5" fmla="*/ 557918 w 1044122"/>
                <a:gd name="connsiteY5" fmla="*/ 633995 h 659821"/>
                <a:gd name="connsiteX6" fmla="*/ 517950 w 1044122"/>
                <a:gd name="connsiteY6" fmla="*/ 550919 h 659821"/>
                <a:gd name="connsiteX7" fmla="*/ 54 w 1044122"/>
                <a:gd name="connsiteY7" fmla="*/ 272108 h 659821"/>
                <a:gd name="connsiteX8" fmla="*/ 78542 w 1044122"/>
                <a:gd name="connsiteY8" fmla="*/ 228336 h 659821"/>
                <a:gd name="connsiteX9" fmla="*/ 571865 w 1044122"/>
                <a:gd name="connsiteY9" fmla="*/ 442546 h 659821"/>
                <a:gd name="connsiteX10" fmla="*/ 959290 w 1044122"/>
                <a:gd name="connsiteY10" fmla="*/ 119 h 659821"/>
                <a:gd name="connsiteX11" fmla="*/ 1044177 w 1044122"/>
                <a:gd name="connsiteY11" fmla="*/ 26503 h 659821"/>
                <a:gd name="connsiteX12" fmla="*/ 698773 w 1044122"/>
                <a:gd name="connsiteY12" fmla="*/ 514453 h 659821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4122" h="659821">
                  <a:moveTo>
                    <a:pt x="698773" y="514453"/>
                  </a:moveTo>
                  <a:cubicBezTo>
                    <a:pt x="704387" y="531599"/>
                    <a:pt x="712297" y="558526"/>
                    <a:pt x="719119" y="582374"/>
                  </a:cubicBezTo>
                  <a:cubicBezTo>
                    <a:pt x="726696" y="607949"/>
                    <a:pt x="712103" y="634828"/>
                    <a:pt x="686529" y="642405"/>
                  </a:cubicBezTo>
                  <a:cubicBezTo>
                    <a:pt x="685647" y="642665"/>
                    <a:pt x="684754" y="642900"/>
                    <a:pt x="683860" y="643111"/>
                  </a:cubicBezTo>
                  <a:lnTo>
                    <a:pt x="608512" y="658990"/>
                  </a:lnTo>
                  <a:cubicBezTo>
                    <a:pt x="587912" y="663240"/>
                    <a:pt x="567059" y="652940"/>
                    <a:pt x="557918" y="633995"/>
                  </a:cubicBezTo>
                  <a:cubicBezTo>
                    <a:pt x="546628" y="611415"/>
                    <a:pt x="531293" y="580141"/>
                    <a:pt x="517950" y="550919"/>
                  </a:cubicBezTo>
                  <a:cubicBezTo>
                    <a:pt x="397683" y="557621"/>
                    <a:pt x="190054" y="535826"/>
                    <a:pt x="54" y="272108"/>
                  </a:cubicBezTo>
                  <a:cubicBezTo>
                    <a:pt x="54" y="272108"/>
                    <a:pt x="60067" y="253210"/>
                    <a:pt x="78542" y="228336"/>
                  </a:cubicBezTo>
                  <a:cubicBezTo>
                    <a:pt x="139581" y="285390"/>
                    <a:pt x="306095" y="505578"/>
                    <a:pt x="571865" y="442546"/>
                  </a:cubicBezTo>
                  <a:cubicBezTo>
                    <a:pt x="772551" y="394971"/>
                    <a:pt x="918235" y="326566"/>
                    <a:pt x="959290" y="119"/>
                  </a:cubicBezTo>
                  <a:cubicBezTo>
                    <a:pt x="959290" y="119"/>
                    <a:pt x="986459" y="44193"/>
                    <a:pt x="1044177" y="26503"/>
                  </a:cubicBezTo>
                  <a:cubicBezTo>
                    <a:pt x="1033672" y="173878"/>
                    <a:pt x="984346" y="392918"/>
                    <a:pt x="698773" y="514453"/>
                  </a:cubicBezTo>
                  <a:close/>
                </a:path>
              </a:pathLst>
            </a:custGeom>
            <a:solidFill>
              <a:srgbClr val="FF681E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283" name="" descr="8983622e-d299-4b61-b720-bd699726c93f"/>
            <p:cNvGrpSpPr/>
            <p:nvPr/>
          </p:nvGrpSpPr>
          <p:grpSpPr>
            <a:xfrm>
              <a:off x="8543027" y="2992502"/>
              <a:ext cx="880218" cy="880247"/>
              <a:chOff x="8020063" y="3121658"/>
              <a:chExt cx="880218" cy="880247"/>
            </a:xfrm>
          </p:grpSpPr>
          <p:sp>
            <p:nvSpPr>
              <p:cNvPr id="235" name="" descr="faca205f-75c1-40ce-a754-02e40ddeb117"/>
              <p:cNvSpPr/>
              <p:nvPr/>
            </p:nvSpPr>
            <p:spPr>
              <a:xfrm>
                <a:off x="8020063" y="3121658"/>
                <a:ext cx="880218" cy="880247"/>
              </a:xfrm>
              <a:custGeom>
                <a:gdLst>
                  <a:gd name="connsiteX0" fmla="*/ 843709 w 880218"/>
                  <a:gd name="connsiteY0" fmla="*/ 615632 h 880247"/>
                  <a:gd name="connsiteX1" fmla="*/ 264775 w 880218"/>
                  <a:gd name="connsiteY1" fmla="*/ 843789 h 880247"/>
                  <a:gd name="connsiteX2" fmla="*/ 36618 w 880218"/>
                  <a:gd name="connsiteY2" fmla="*/ 264854 h 880247"/>
                  <a:gd name="connsiteX3" fmla="*/ 615553 w 880218"/>
                  <a:gd name="connsiteY3" fmla="*/ 36698 h 880247"/>
                  <a:gd name="connsiteX4" fmla="*/ 843709 w 880218"/>
                  <a:gd name="connsiteY4" fmla="*/ 615632 h 8802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0218" h="880247">
                    <a:moveTo>
                      <a:pt x="843709" y="615632"/>
                    </a:moveTo>
                    <a:cubicBezTo>
                      <a:pt x="746868" y="838506"/>
                      <a:pt x="487619" y="940654"/>
                      <a:pt x="264775" y="843789"/>
                    </a:cubicBezTo>
                    <a:cubicBezTo>
                      <a:pt x="41931" y="746923"/>
                      <a:pt x="-60223" y="487728"/>
                      <a:pt x="36618" y="264854"/>
                    </a:cubicBezTo>
                    <a:cubicBezTo>
                      <a:pt x="133459" y="41980"/>
                      <a:pt x="392709" y="-60168"/>
                      <a:pt x="615553" y="36698"/>
                    </a:cubicBezTo>
                    <a:cubicBezTo>
                      <a:pt x="838396" y="133587"/>
                      <a:pt x="940550" y="392758"/>
                      <a:pt x="843709" y="61563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" name="" descr="f041ef90-a8a8-4000-86d1-4d05d1b0c6ee"/>
              <p:cNvSpPr/>
              <p:nvPr/>
            </p:nvSpPr>
            <p:spPr>
              <a:xfrm>
                <a:off x="8231459" y="3390524"/>
                <a:ext cx="111735" cy="111722"/>
              </a:xfrm>
              <a:custGeom>
                <a:gdLst>
                  <a:gd name="connsiteX0" fmla="*/ 107113 w 111735"/>
                  <a:gd name="connsiteY0" fmla="*/ 78280 h 111722"/>
                  <a:gd name="connsiteX1" fmla="*/ 33636 w 111735"/>
                  <a:gd name="connsiteY1" fmla="*/ 107181 h 111722"/>
                  <a:gd name="connsiteX2" fmla="*/ 4717 w 111735"/>
                  <a:gd name="connsiteY2" fmla="*/ 33681 h 111722"/>
                  <a:gd name="connsiteX3" fmla="*/ 78133 w 111735"/>
                  <a:gd name="connsiteY3" fmla="*/ 4743 h 111722"/>
                  <a:gd name="connsiteX4" fmla="*/ 107173 w 111735"/>
                  <a:gd name="connsiteY4" fmla="*/ 78201 h 111722"/>
                  <a:gd name="connsiteX5" fmla="*/ 107113 w 111735"/>
                  <a:gd name="connsiteY5" fmla="*/ 78280 h 11172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734" h="111722">
                    <a:moveTo>
                      <a:pt x="107113" y="78280"/>
                    </a:moveTo>
                    <a:cubicBezTo>
                      <a:pt x="94796" y="106559"/>
                      <a:pt x="61892" y="119498"/>
                      <a:pt x="33636" y="107181"/>
                    </a:cubicBezTo>
                    <a:cubicBezTo>
                      <a:pt x="5321" y="94865"/>
                      <a:pt x="-7599" y="61955"/>
                      <a:pt x="4717" y="33681"/>
                    </a:cubicBezTo>
                    <a:cubicBezTo>
                      <a:pt x="17033" y="5432"/>
                      <a:pt x="49878" y="-7513"/>
                      <a:pt x="78133" y="4743"/>
                    </a:cubicBezTo>
                    <a:cubicBezTo>
                      <a:pt x="106449" y="17017"/>
                      <a:pt x="119429" y="49904"/>
                      <a:pt x="107173" y="78201"/>
                    </a:cubicBezTo>
                    <a:cubicBezTo>
                      <a:pt x="107113" y="78225"/>
                      <a:pt x="107113" y="78256"/>
                      <a:pt x="107113" y="78280"/>
                    </a:cubicBezTo>
                    <a:close/>
                  </a:path>
                </a:pathLst>
              </a:custGeom>
              <a:solidFill>
                <a:srgbClr val="E369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7" name="" descr="914628e9-d3ff-4b64-b5aa-e953538f5daa"/>
              <p:cNvSpPr/>
              <p:nvPr/>
            </p:nvSpPr>
            <p:spPr>
              <a:xfrm>
                <a:off x="8612953" y="3556344"/>
                <a:ext cx="111846" cy="111840"/>
              </a:xfrm>
              <a:custGeom>
                <a:gdLst>
                  <a:gd name="connsiteX0" fmla="*/ 107248 w 111846"/>
                  <a:gd name="connsiteY0" fmla="*/ 78309 h 111840"/>
                  <a:gd name="connsiteX1" fmla="*/ 33711 w 111846"/>
                  <a:gd name="connsiteY1" fmla="*/ 107319 h 111840"/>
                  <a:gd name="connsiteX2" fmla="*/ 4672 w 111846"/>
                  <a:gd name="connsiteY2" fmla="*/ 33770 h 111840"/>
                  <a:gd name="connsiteX3" fmla="*/ 78208 w 111846"/>
                  <a:gd name="connsiteY3" fmla="*/ 4760 h 111840"/>
                  <a:gd name="connsiteX4" fmla="*/ 78268 w 111846"/>
                  <a:gd name="connsiteY4" fmla="*/ 4772 h 111840"/>
                  <a:gd name="connsiteX5" fmla="*/ 107248 w 111846"/>
                  <a:gd name="connsiteY5" fmla="*/ 78309 h 11184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846" h="111840">
                    <a:moveTo>
                      <a:pt x="107248" y="78309"/>
                    </a:moveTo>
                    <a:cubicBezTo>
                      <a:pt x="94932" y="106631"/>
                      <a:pt x="62028" y="119617"/>
                      <a:pt x="33711" y="107319"/>
                    </a:cubicBezTo>
                    <a:cubicBezTo>
                      <a:pt x="5396" y="95020"/>
                      <a:pt x="-7585" y="62092"/>
                      <a:pt x="4672" y="33770"/>
                    </a:cubicBezTo>
                    <a:cubicBezTo>
                      <a:pt x="16988" y="5448"/>
                      <a:pt x="49892" y="-7538"/>
                      <a:pt x="78208" y="4760"/>
                    </a:cubicBezTo>
                    <a:cubicBezTo>
                      <a:pt x="78268" y="4766"/>
                      <a:pt x="78268" y="4766"/>
                      <a:pt x="78268" y="4772"/>
                    </a:cubicBezTo>
                    <a:cubicBezTo>
                      <a:pt x="106584" y="17083"/>
                      <a:pt x="119565" y="49999"/>
                      <a:pt x="107248" y="78309"/>
                    </a:cubicBezTo>
                    <a:close/>
                  </a:path>
                </a:pathLst>
              </a:custGeom>
              <a:solidFill>
                <a:srgbClr val="E369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" name="" descr="6c1c45fb-7f02-4b7a-8965-5a0a58fbd353"/>
              <p:cNvSpPr/>
              <p:nvPr/>
            </p:nvSpPr>
            <p:spPr>
              <a:xfrm>
                <a:off x="8370439" y="3510162"/>
                <a:ext cx="193985" cy="177622"/>
              </a:xfrm>
              <a:custGeom>
                <a:gdLst>
                  <a:gd name="connsiteX0" fmla="*/ 73849 w 193985"/>
                  <a:gd name="connsiteY0" fmla="*/ 177742 h 177622"/>
                  <a:gd name="connsiteX1" fmla="*/ 55254 w 193985"/>
                  <a:gd name="connsiteY1" fmla="*/ 175206 h 177622"/>
                  <a:gd name="connsiteX2" fmla="*/ 7618 w 193985"/>
                  <a:gd name="connsiteY2" fmla="*/ 6760 h 177622"/>
                  <a:gd name="connsiteX3" fmla="*/ 18063 w 193985"/>
                  <a:gd name="connsiteY3" fmla="*/ 360 h 177622"/>
                  <a:gd name="connsiteX4" fmla="*/ 24463 w 193985"/>
                  <a:gd name="connsiteY4" fmla="*/ 10805 h 177622"/>
                  <a:gd name="connsiteX5" fmla="*/ 59842 w 193985"/>
                  <a:gd name="connsiteY5" fmla="*/ 158543 h 177622"/>
                  <a:gd name="connsiteX6" fmla="*/ 177392 w 193985"/>
                  <a:gd name="connsiteY6" fmla="*/ 55120 h 177622"/>
                  <a:gd name="connsiteX7" fmla="*/ 188682 w 193985"/>
                  <a:gd name="connsiteY7" fmla="*/ 50411 h 177622"/>
                  <a:gd name="connsiteX8" fmla="*/ 193391 w 193985"/>
                  <a:gd name="connsiteY8" fmla="*/ 61701 h 177622"/>
                  <a:gd name="connsiteX9" fmla="*/ 73849 w 193985"/>
                  <a:gd name="connsiteY9" fmla="*/ 177742 h 17762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3985" h="177622">
                    <a:moveTo>
                      <a:pt x="73849" y="177742"/>
                    </a:moveTo>
                    <a:cubicBezTo>
                      <a:pt x="67570" y="177736"/>
                      <a:pt x="61291" y="176884"/>
                      <a:pt x="55254" y="175206"/>
                    </a:cubicBezTo>
                    <a:cubicBezTo>
                      <a:pt x="-26313" y="152686"/>
                      <a:pt x="6229" y="12737"/>
                      <a:pt x="7618" y="6760"/>
                    </a:cubicBezTo>
                    <a:cubicBezTo>
                      <a:pt x="8765" y="2111"/>
                      <a:pt x="13414" y="-756"/>
                      <a:pt x="18063" y="360"/>
                    </a:cubicBezTo>
                    <a:cubicBezTo>
                      <a:pt x="22711" y="1477"/>
                      <a:pt x="25550" y="6156"/>
                      <a:pt x="24463" y="10805"/>
                    </a:cubicBezTo>
                    <a:cubicBezTo>
                      <a:pt x="24101" y="12073"/>
                      <a:pt x="-5725" y="140490"/>
                      <a:pt x="59842" y="158543"/>
                    </a:cubicBezTo>
                    <a:cubicBezTo>
                      <a:pt x="125409" y="176595"/>
                      <a:pt x="176909" y="56328"/>
                      <a:pt x="177392" y="55120"/>
                    </a:cubicBezTo>
                    <a:cubicBezTo>
                      <a:pt x="179203" y="50701"/>
                      <a:pt x="184275" y="48594"/>
                      <a:pt x="188682" y="50411"/>
                    </a:cubicBezTo>
                    <a:cubicBezTo>
                      <a:pt x="193090" y="52228"/>
                      <a:pt x="195203" y="57282"/>
                      <a:pt x="193391" y="61701"/>
                    </a:cubicBezTo>
                    <a:cubicBezTo>
                      <a:pt x="191278" y="66894"/>
                      <a:pt x="144427" y="177742"/>
                      <a:pt x="73849" y="177742"/>
                    </a:cubicBezTo>
                    <a:close/>
                  </a:path>
                </a:pathLst>
              </a:custGeom>
              <a:solidFill>
                <a:srgbClr val="E369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04" name="" descr="0da5fae7-86e5-4fa8-a288-14f9501febe9"/>
            <p:cNvGrpSpPr/>
            <p:nvPr/>
          </p:nvGrpSpPr>
          <p:grpSpPr>
            <a:xfrm>
              <a:off x="1829926" y="3657253"/>
              <a:ext cx="509420" cy="472778"/>
              <a:chOff x="1829926" y="3657253"/>
              <a:chExt cx="509420" cy="472778"/>
            </a:xfrm>
          </p:grpSpPr>
          <p:sp>
            <p:nvSpPr>
              <p:cNvPr id="239" name="" descr="e7899cf4-e673-415b-b025-4d5598f915bd"/>
              <p:cNvSpPr/>
              <p:nvPr/>
            </p:nvSpPr>
            <p:spPr>
              <a:xfrm>
                <a:off x="2063995" y="3657253"/>
                <a:ext cx="157089" cy="217270"/>
              </a:xfrm>
              <a:custGeom>
                <a:gdLst>
                  <a:gd name="connsiteX0" fmla="*/ 39967 w 157089"/>
                  <a:gd name="connsiteY0" fmla="*/ 217390 h 217270"/>
                  <a:gd name="connsiteX1" fmla="*/ 138257 w 157089"/>
                  <a:gd name="connsiteY1" fmla="*/ 123688 h 217270"/>
                  <a:gd name="connsiteX2" fmla="*/ 148581 w 157089"/>
                  <a:gd name="connsiteY2" fmla="*/ 29624 h 217270"/>
                  <a:gd name="connsiteX3" fmla="*/ 52646 w 157089"/>
                  <a:gd name="connsiteY3" fmla="*/ 10304 h 217270"/>
                  <a:gd name="connsiteX4" fmla="*/ 904 w 157089"/>
                  <a:gd name="connsiteY4" fmla="*/ 101349 h 217270"/>
                  <a:gd name="connsiteX5" fmla="*/ 12979 w 157089"/>
                  <a:gd name="connsiteY5" fmla="*/ 208937 h 217270"/>
                  <a:gd name="connsiteX6" fmla="*/ 39967 w 157089"/>
                  <a:gd name="connsiteY6" fmla="*/ 217390 h 21727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7089" h="217270">
                    <a:moveTo>
                      <a:pt x="39967" y="217390"/>
                    </a:moveTo>
                    <a:cubicBezTo>
                      <a:pt x="80853" y="195969"/>
                      <a:pt x="114904" y="163505"/>
                      <a:pt x="138257" y="123688"/>
                    </a:cubicBezTo>
                    <a:cubicBezTo>
                      <a:pt x="154981" y="95070"/>
                      <a:pt x="165426" y="58121"/>
                      <a:pt x="148581" y="29624"/>
                    </a:cubicBezTo>
                    <a:cubicBezTo>
                      <a:pt x="130167" y="-1590"/>
                      <a:pt x="83859" y="-8050"/>
                      <a:pt x="52646" y="10304"/>
                    </a:cubicBezTo>
                    <a:cubicBezTo>
                      <a:pt x="21432" y="28658"/>
                      <a:pt x="4346" y="65305"/>
                      <a:pt x="904" y="101349"/>
                    </a:cubicBezTo>
                    <a:cubicBezTo>
                      <a:pt x="-2537" y="137393"/>
                      <a:pt x="5070" y="173799"/>
                      <a:pt x="12979" y="208937"/>
                    </a:cubicBezTo>
                    <a:cubicBezTo>
                      <a:pt x="21371" y="212620"/>
                      <a:pt x="31394" y="213707"/>
                      <a:pt x="39967" y="217390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0" name="" descr="9eed6910-3bae-4c87-8454-854b695e6b75"/>
              <p:cNvSpPr/>
              <p:nvPr/>
            </p:nvSpPr>
            <p:spPr>
              <a:xfrm>
                <a:off x="2109161" y="3803899"/>
                <a:ext cx="230185" cy="142728"/>
              </a:xfrm>
              <a:custGeom>
                <a:gdLst>
                  <a:gd name="connsiteX0" fmla="*/ 5307 w 230185"/>
                  <a:gd name="connsiteY0" fmla="*/ 99844 h 142728"/>
                  <a:gd name="connsiteX1" fmla="*/ 134147 w 230185"/>
                  <a:gd name="connsiteY1" fmla="*/ 142710 h 142728"/>
                  <a:gd name="connsiteX2" fmla="*/ 222113 w 230185"/>
                  <a:gd name="connsiteY2" fmla="*/ 107693 h 142728"/>
                  <a:gd name="connsiteX3" fmla="*/ 194099 w 230185"/>
                  <a:gd name="connsiteY3" fmla="*/ 13871 h 142728"/>
                  <a:gd name="connsiteX4" fmla="*/ 89470 w 230185"/>
                  <a:gd name="connsiteY4" fmla="*/ 10912 h 142728"/>
                  <a:gd name="connsiteX5" fmla="*/ 54 w 230185"/>
                  <a:gd name="connsiteY5" fmla="*/ 71891 h 142728"/>
                  <a:gd name="connsiteX6" fmla="*/ 5307 w 230185"/>
                  <a:gd name="connsiteY6" fmla="*/ 99844 h 14272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0185" h="142728">
                    <a:moveTo>
                      <a:pt x="5307" y="99844"/>
                    </a:moveTo>
                    <a:cubicBezTo>
                      <a:pt x="43403" y="125896"/>
                      <a:pt x="88039" y="140749"/>
                      <a:pt x="134147" y="142710"/>
                    </a:cubicBezTo>
                    <a:cubicBezTo>
                      <a:pt x="167232" y="144039"/>
                      <a:pt x="204786" y="135948"/>
                      <a:pt x="222113" y="107693"/>
                    </a:cubicBezTo>
                    <a:cubicBezTo>
                      <a:pt x="241010" y="76781"/>
                      <a:pt x="225011" y="32889"/>
                      <a:pt x="194099" y="13871"/>
                    </a:cubicBezTo>
                    <a:cubicBezTo>
                      <a:pt x="163187" y="-5148"/>
                      <a:pt x="122978" y="-2793"/>
                      <a:pt x="89470" y="10912"/>
                    </a:cubicBezTo>
                    <a:cubicBezTo>
                      <a:pt x="55961" y="24617"/>
                      <a:pt x="27646" y="48465"/>
                      <a:pt x="54" y="71891"/>
                    </a:cubicBezTo>
                    <a:cubicBezTo>
                      <a:pt x="779" y="81188"/>
                      <a:pt x="4522" y="90547"/>
                      <a:pt x="5307" y="99844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" name="" descr="0112e1b0-2e24-4870-9ff0-fb3aa6f87a14"/>
              <p:cNvSpPr/>
              <p:nvPr/>
            </p:nvSpPr>
            <p:spPr>
              <a:xfrm>
                <a:off x="2092078" y="3908817"/>
                <a:ext cx="166199" cy="212978"/>
              </a:xfrm>
              <a:custGeom>
                <a:gdLst>
                  <a:gd name="connsiteX0" fmla="*/ 1561 w 166199"/>
                  <a:gd name="connsiteY0" fmla="*/ 17869 h 212978"/>
                  <a:gd name="connsiteX1" fmla="*/ 24201 w 166199"/>
                  <a:gd name="connsiteY1" fmla="*/ 151781 h 212978"/>
                  <a:gd name="connsiteX2" fmla="*/ 96349 w 166199"/>
                  <a:gd name="connsiteY2" fmla="*/ 213001 h 212978"/>
                  <a:gd name="connsiteX3" fmla="*/ 166082 w 166199"/>
                  <a:gd name="connsiteY3" fmla="*/ 144294 h 212978"/>
                  <a:gd name="connsiteX4" fmla="*/ 119594 w 166199"/>
                  <a:gd name="connsiteY4" fmla="*/ 50472 h 212978"/>
                  <a:gd name="connsiteX5" fmla="*/ 23778 w 166199"/>
                  <a:gd name="connsiteY5" fmla="*/ 119 h 212978"/>
                  <a:gd name="connsiteX6" fmla="*/ 1561 w 166199"/>
                  <a:gd name="connsiteY6" fmla="*/ 17869 h 21297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6199" h="212978">
                    <a:moveTo>
                      <a:pt x="1561" y="17869"/>
                    </a:moveTo>
                    <a:cubicBezTo>
                      <a:pt x="-3523" y="63742"/>
                      <a:pt x="4320" y="110128"/>
                      <a:pt x="24201" y="151781"/>
                    </a:cubicBezTo>
                    <a:cubicBezTo>
                      <a:pt x="38510" y="181606"/>
                      <a:pt x="63324" y="211009"/>
                      <a:pt x="96349" y="213001"/>
                    </a:cubicBezTo>
                    <a:cubicBezTo>
                      <a:pt x="132574" y="215174"/>
                      <a:pt x="163788" y="180459"/>
                      <a:pt x="166082" y="144294"/>
                    </a:cubicBezTo>
                    <a:cubicBezTo>
                      <a:pt x="168376" y="108130"/>
                      <a:pt x="147487" y="73656"/>
                      <a:pt x="119594" y="50472"/>
                    </a:cubicBezTo>
                    <a:cubicBezTo>
                      <a:pt x="91700" y="27288"/>
                      <a:pt x="57468" y="13523"/>
                      <a:pt x="23778" y="119"/>
                    </a:cubicBezTo>
                    <a:cubicBezTo>
                      <a:pt x="15930" y="5130"/>
                      <a:pt x="9470" y="12798"/>
                      <a:pt x="1561" y="17869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2" name="" descr="18f1b407-251f-4dc2-b446-1244115b74d5"/>
              <p:cNvSpPr/>
              <p:nvPr/>
            </p:nvSpPr>
            <p:spPr>
              <a:xfrm>
                <a:off x="1930305" y="3918960"/>
                <a:ext cx="164068" cy="211071"/>
              </a:xfrm>
              <a:custGeom>
                <a:gdLst>
                  <a:gd name="connsiteX0" fmla="*/ 133569 w 164068"/>
                  <a:gd name="connsiteY0" fmla="*/ 119 h 211071"/>
                  <a:gd name="connsiteX1" fmla="*/ 25739 w 164068"/>
                  <a:gd name="connsiteY1" fmla="*/ 82893 h 211071"/>
                  <a:gd name="connsiteX2" fmla="*/ 5514 w 164068"/>
                  <a:gd name="connsiteY2" fmla="*/ 175327 h 211071"/>
                  <a:gd name="connsiteX3" fmla="*/ 98853 w 164068"/>
                  <a:gd name="connsiteY3" fmla="*/ 204730 h 211071"/>
                  <a:gd name="connsiteX4" fmla="*/ 159953 w 164068"/>
                  <a:gd name="connsiteY4" fmla="*/ 119601 h 211071"/>
                  <a:gd name="connsiteX5" fmla="*/ 159470 w 164068"/>
                  <a:gd name="connsiteY5" fmla="*/ 11409 h 211071"/>
                  <a:gd name="connsiteX6" fmla="*/ 133569 w 164068"/>
                  <a:gd name="connsiteY6" fmla="*/ 119 h 21107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068" h="211071">
                    <a:moveTo>
                      <a:pt x="133569" y="119"/>
                    </a:moveTo>
                    <a:cubicBezTo>
                      <a:pt x="90576" y="17048"/>
                      <a:pt x="53210" y="45732"/>
                      <a:pt x="25739" y="82893"/>
                    </a:cubicBezTo>
                    <a:cubicBezTo>
                      <a:pt x="6057" y="109579"/>
                      <a:pt x="-8252" y="145200"/>
                      <a:pt x="5514" y="175327"/>
                    </a:cubicBezTo>
                    <a:cubicBezTo>
                      <a:pt x="20547" y="208292"/>
                      <a:pt x="65889" y="219642"/>
                      <a:pt x="98853" y="204730"/>
                    </a:cubicBezTo>
                    <a:cubicBezTo>
                      <a:pt x="131818" y="189817"/>
                      <a:pt x="152527" y="155102"/>
                      <a:pt x="159953" y="119601"/>
                    </a:cubicBezTo>
                    <a:cubicBezTo>
                      <a:pt x="167379" y="84101"/>
                      <a:pt x="163394" y="47151"/>
                      <a:pt x="159470" y="11409"/>
                    </a:cubicBezTo>
                    <a:cubicBezTo>
                      <a:pt x="151319" y="6821"/>
                      <a:pt x="141538" y="4708"/>
                      <a:pt x="133569" y="119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" name="" descr="2b8030d1-ee66-4df2-8b0c-9248fddecded"/>
              <p:cNvSpPr/>
              <p:nvPr/>
            </p:nvSpPr>
            <p:spPr>
              <a:xfrm>
                <a:off x="1829926" y="3830931"/>
                <a:ext cx="228881" cy="143404"/>
              </a:xfrm>
              <a:custGeom>
                <a:gdLst>
                  <a:gd name="connsiteX0" fmla="*/ 226401 w 228881"/>
                  <a:gd name="connsiteY0" fmla="*/ 58082 h 143404"/>
                  <a:gd name="connsiteX1" fmla="*/ 102813 w 228881"/>
                  <a:gd name="connsiteY1" fmla="*/ 1873 h 143404"/>
                  <a:gd name="connsiteX2" fmla="*/ 11647 w 228881"/>
                  <a:gd name="connsiteY2" fmla="*/ 27411 h 143404"/>
                  <a:gd name="connsiteX3" fmla="*/ 29760 w 228881"/>
                  <a:gd name="connsiteY3" fmla="*/ 123649 h 143404"/>
                  <a:gd name="connsiteX4" fmla="*/ 133544 w 228881"/>
                  <a:gd name="connsiteY4" fmla="*/ 137656 h 143404"/>
                  <a:gd name="connsiteX5" fmla="*/ 228936 w 228881"/>
                  <a:gd name="connsiteY5" fmla="*/ 86519 h 143404"/>
                  <a:gd name="connsiteX6" fmla="*/ 226401 w 228881"/>
                  <a:gd name="connsiteY6" fmla="*/ 58082 h 14340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881" h="143404">
                    <a:moveTo>
                      <a:pt x="226401" y="58082"/>
                    </a:moveTo>
                    <a:cubicBezTo>
                      <a:pt x="191268" y="28160"/>
                      <a:pt x="148457" y="8683"/>
                      <a:pt x="102813" y="1873"/>
                    </a:cubicBezTo>
                    <a:cubicBezTo>
                      <a:pt x="70030" y="-2957"/>
                      <a:pt x="31812" y="1148"/>
                      <a:pt x="11647" y="27411"/>
                    </a:cubicBezTo>
                    <a:cubicBezTo>
                      <a:pt x="-10390" y="56150"/>
                      <a:pt x="840" y="101491"/>
                      <a:pt x="29760" y="123649"/>
                    </a:cubicBezTo>
                    <a:cubicBezTo>
                      <a:pt x="58679" y="145807"/>
                      <a:pt x="98768" y="147799"/>
                      <a:pt x="133544" y="137656"/>
                    </a:cubicBezTo>
                    <a:cubicBezTo>
                      <a:pt x="168320" y="127513"/>
                      <a:pt x="198930" y="106865"/>
                      <a:pt x="228936" y="86519"/>
                    </a:cubicBezTo>
                    <a:cubicBezTo>
                      <a:pt x="228876" y="77100"/>
                      <a:pt x="226159" y="67440"/>
                      <a:pt x="226401" y="58082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4" name="" descr="606714be-28a3-4c5b-ad0d-bd52cc6430e4"/>
              <p:cNvSpPr/>
              <p:nvPr/>
            </p:nvSpPr>
            <p:spPr>
              <a:xfrm>
                <a:off x="1903701" y="3679511"/>
                <a:ext cx="171469" cy="208778"/>
              </a:xfrm>
              <a:custGeom>
                <a:gdLst>
                  <a:gd name="connsiteX0" fmla="*/ 171101 w 171469"/>
                  <a:gd name="connsiteY0" fmla="*/ 190181 h 208778"/>
                  <a:gd name="connsiteX1" fmla="*/ 141336 w 171469"/>
                  <a:gd name="connsiteY1" fmla="*/ 57356 h 208778"/>
                  <a:gd name="connsiteX2" fmla="*/ 65988 w 171469"/>
                  <a:gd name="connsiteY2" fmla="*/ 121 h 208778"/>
                  <a:gd name="connsiteX3" fmla="*/ 59 w 171469"/>
                  <a:gd name="connsiteY3" fmla="*/ 72571 h 208778"/>
                  <a:gd name="connsiteX4" fmla="*/ 51498 w 171469"/>
                  <a:gd name="connsiteY4" fmla="*/ 163737 h 208778"/>
                  <a:gd name="connsiteX5" fmla="*/ 149849 w 171469"/>
                  <a:gd name="connsiteY5" fmla="*/ 208897 h 208778"/>
                  <a:gd name="connsiteX6" fmla="*/ 171101 w 171469"/>
                  <a:gd name="connsiteY6" fmla="*/ 190181 h 20877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1469" h="208778">
                    <a:moveTo>
                      <a:pt x="171101" y="190181"/>
                    </a:moveTo>
                    <a:cubicBezTo>
                      <a:pt x="173805" y="143994"/>
                      <a:pt x="163493" y="97970"/>
                      <a:pt x="141336" y="57356"/>
                    </a:cubicBezTo>
                    <a:cubicBezTo>
                      <a:pt x="125457" y="28316"/>
                      <a:pt x="99073" y="302"/>
                      <a:pt x="65988" y="121"/>
                    </a:cubicBezTo>
                    <a:cubicBezTo>
                      <a:pt x="29763" y="-181"/>
                      <a:pt x="421" y="36346"/>
                      <a:pt x="59" y="72571"/>
                    </a:cubicBezTo>
                    <a:cubicBezTo>
                      <a:pt x="-304" y="108796"/>
                      <a:pt x="22458" y="142123"/>
                      <a:pt x="51498" y="163737"/>
                    </a:cubicBezTo>
                    <a:cubicBezTo>
                      <a:pt x="80538" y="185351"/>
                      <a:pt x="115556" y="197305"/>
                      <a:pt x="149849" y="208897"/>
                    </a:cubicBezTo>
                    <a:cubicBezTo>
                      <a:pt x="157456" y="203645"/>
                      <a:pt x="163493" y="195554"/>
                      <a:pt x="171101" y="190181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" name="" descr="95531c04-5cd6-4fac-8a90-d7f01fc082d9"/>
              <p:cNvSpPr/>
              <p:nvPr/>
            </p:nvSpPr>
            <p:spPr>
              <a:xfrm>
                <a:off x="2037420" y="3850244"/>
                <a:ext cx="95040" cy="95055"/>
              </a:xfrm>
              <a:custGeom>
                <a:gdLst>
                  <a:gd name="connsiteX0" fmla="*/ 93168 w 95040"/>
                  <a:gd name="connsiteY0" fmla="*/ 61047 h 95055"/>
                  <a:gd name="connsiteX1" fmla="*/ 34182 w 95040"/>
                  <a:gd name="connsiteY1" fmla="*/ 93233 h 95055"/>
                  <a:gd name="connsiteX2" fmla="*/ 1996 w 95040"/>
                  <a:gd name="connsiteY2" fmla="*/ 34246 h 95055"/>
                  <a:gd name="connsiteX3" fmla="*/ 60982 w 95040"/>
                  <a:gd name="connsiteY3" fmla="*/ 2061 h 95055"/>
                  <a:gd name="connsiteX4" fmla="*/ 60988 w 95040"/>
                  <a:gd name="connsiteY4" fmla="*/ 2061 h 95055"/>
                  <a:gd name="connsiteX5" fmla="*/ 93168 w 95040"/>
                  <a:gd name="connsiteY5" fmla="*/ 61047 h 9505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5040" h="95055">
                    <a:moveTo>
                      <a:pt x="93168" y="61047"/>
                    </a:moveTo>
                    <a:cubicBezTo>
                      <a:pt x="85766" y="86223"/>
                      <a:pt x="59358" y="100635"/>
                      <a:pt x="34182" y="93233"/>
                    </a:cubicBezTo>
                    <a:cubicBezTo>
                      <a:pt x="9005" y="85831"/>
                      <a:pt x="-5406" y="59423"/>
                      <a:pt x="1996" y="34246"/>
                    </a:cubicBezTo>
                    <a:cubicBezTo>
                      <a:pt x="9398" y="9070"/>
                      <a:pt x="35806" y="-5341"/>
                      <a:pt x="60982" y="2061"/>
                    </a:cubicBezTo>
                    <a:cubicBezTo>
                      <a:pt x="60988" y="2061"/>
                      <a:pt x="60988" y="2061"/>
                      <a:pt x="60988" y="2061"/>
                    </a:cubicBezTo>
                    <a:cubicBezTo>
                      <a:pt x="86140" y="9493"/>
                      <a:pt x="100534" y="35877"/>
                      <a:pt x="93168" y="61047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" name="" descr="042461c9-f53e-4dbf-96d8-7cb471a26c29"/>
              <p:cNvSpPr/>
              <p:nvPr/>
            </p:nvSpPr>
            <p:spPr>
              <a:xfrm>
                <a:off x="1957740" y="3719361"/>
                <a:ext cx="96237" cy="126122"/>
              </a:xfrm>
              <a:custGeom>
                <a:gdLst>
                  <a:gd name="connsiteX0" fmla="*/ 54 w 96237"/>
                  <a:gd name="connsiteY0" fmla="*/ 300 h 126122"/>
                  <a:gd name="connsiteX1" fmla="*/ 52822 w 96237"/>
                  <a:gd name="connsiteY1" fmla="*/ 59830 h 126122"/>
                  <a:gd name="connsiteX2" fmla="*/ 96292 w 96237"/>
                  <a:gd name="connsiteY2" fmla="*/ 126242 h 126122"/>
                  <a:gd name="connsiteX3" fmla="*/ 54 w 96237"/>
                  <a:gd name="connsiteY3" fmla="*/ 119 h 12612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237" h="126121">
                    <a:moveTo>
                      <a:pt x="54" y="300"/>
                    </a:moveTo>
                    <a:cubicBezTo>
                      <a:pt x="19266" y="18642"/>
                      <a:pt x="36919" y="38554"/>
                      <a:pt x="52822" y="59830"/>
                    </a:cubicBezTo>
                    <a:cubicBezTo>
                      <a:pt x="69172" y="80695"/>
                      <a:pt x="83710" y="102913"/>
                      <a:pt x="96292" y="126242"/>
                    </a:cubicBezTo>
                    <a:cubicBezTo>
                      <a:pt x="58111" y="89226"/>
                      <a:pt x="25677" y="46716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7" name="" descr="50bbf7f1-9e29-4835-8d81-f9f062e11bb8"/>
              <p:cNvSpPr/>
              <p:nvPr/>
            </p:nvSpPr>
            <p:spPr>
              <a:xfrm>
                <a:off x="1869895" y="3898189"/>
                <a:ext cx="156974" cy="15191"/>
              </a:xfrm>
              <a:custGeom>
                <a:gdLst>
                  <a:gd name="connsiteX0" fmla="*/ 54 w 156974"/>
                  <a:gd name="connsiteY0" fmla="*/ 8875 h 15191"/>
                  <a:gd name="connsiteX1" fmla="*/ 78542 w 156974"/>
                  <a:gd name="connsiteY1" fmla="*/ 2838 h 15191"/>
                  <a:gd name="connsiteX2" fmla="*/ 157029 w 156974"/>
                  <a:gd name="connsiteY2" fmla="*/ 181 h 15191"/>
                  <a:gd name="connsiteX3" fmla="*/ 79266 w 156974"/>
                  <a:gd name="connsiteY3" fmla="*/ 14732 h 15191"/>
                  <a:gd name="connsiteX4" fmla="*/ 54 w 156974"/>
                  <a:gd name="connsiteY4" fmla="*/ 8875 h 1519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974" h="15191">
                    <a:moveTo>
                      <a:pt x="54" y="8875"/>
                    </a:moveTo>
                    <a:cubicBezTo>
                      <a:pt x="26559" y="5676"/>
                      <a:pt x="52520" y="4589"/>
                      <a:pt x="78542" y="2838"/>
                    </a:cubicBezTo>
                    <a:cubicBezTo>
                      <a:pt x="104563" y="1087"/>
                      <a:pt x="130585" y="-181"/>
                      <a:pt x="157029" y="181"/>
                    </a:cubicBezTo>
                    <a:cubicBezTo>
                      <a:pt x="131901" y="8591"/>
                      <a:pt x="105735" y="13488"/>
                      <a:pt x="79266" y="14732"/>
                    </a:cubicBezTo>
                    <a:cubicBezTo>
                      <a:pt x="52719" y="16410"/>
                      <a:pt x="26064" y="14436"/>
                      <a:pt x="54" y="8875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" name="" descr="d5363688-49fc-49c1-831e-723b2a1c0824"/>
              <p:cNvSpPr/>
              <p:nvPr/>
            </p:nvSpPr>
            <p:spPr>
              <a:xfrm>
                <a:off x="1944156" y="3829484"/>
                <a:ext cx="88147" cy="30791"/>
              </a:xfrm>
              <a:custGeom>
                <a:gdLst>
                  <a:gd name="connsiteX0" fmla="*/ 54 w 88147"/>
                  <a:gd name="connsiteY0" fmla="*/ 119 h 30791"/>
                  <a:gd name="connsiteX1" fmla="*/ 88202 w 88147"/>
                  <a:gd name="connsiteY1" fmla="*/ 30911 h 30791"/>
                  <a:gd name="connsiteX2" fmla="*/ 54 w 88147"/>
                  <a:gd name="connsiteY2" fmla="*/ 119 h 3079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47" h="30791">
                    <a:moveTo>
                      <a:pt x="54" y="119"/>
                    </a:moveTo>
                    <a:cubicBezTo>
                      <a:pt x="31558" y="2818"/>
                      <a:pt x="61872" y="13408"/>
                      <a:pt x="88202" y="30911"/>
                    </a:cubicBezTo>
                    <a:cubicBezTo>
                      <a:pt x="56698" y="28212"/>
                      <a:pt x="26384" y="17622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" name="" descr="e6ee838f-dfcf-4efe-aad4-8c62acc8cb12"/>
              <p:cNvSpPr/>
              <p:nvPr/>
            </p:nvSpPr>
            <p:spPr>
              <a:xfrm>
                <a:off x="2005557" y="3928481"/>
                <a:ext cx="32481" cy="20149"/>
              </a:xfrm>
              <a:custGeom>
                <a:gdLst>
                  <a:gd name="connsiteX0" fmla="*/ 54 w 32481"/>
                  <a:gd name="connsiteY0" fmla="*/ 20242 h 20149"/>
                  <a:gd name="connsiteX1" fmla="*/ 13216 w 32481"/>
                  <a:gd name="connsiteY1" fmla="*/ 5209 h 20149"/>
                  <a:gd name="connsiteX2" fmla="*/ 32536 w 32481"/>
                  <a:gd name="connsiteY2" fmla="*/ 198 h 20149"/>
                  <a:gd name="connsiteX3" fmla="*/ 54 w 32481"/>
                  <a:gd name="connsiteY3" fmla="*/ 20242 h 2014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481" h="20149">
                    <a:moveTo>
                      <a:pt x="54" y="20242"/>
                    </a:moveTo>
                    <a:cubicBezTo>
                      <a:pt x="2711" y="13945"/>
                      <a:pt x="7329" y="8674"/>
                      <a:pt x="13216" y="5209"/>
                    </a:cubicBezTo>
                    <a:cubicBezTo>
                      <a:pt x="18934" y="1472"/>
                      <a:pt x="25720" y="-285"/>
                      <a:pt x="32536" y="198"/>
                    </a:cubicBezTo>
                    <a:cubicBezTo>
                      <a:pt x="26794" y="12864"/>
                      <a:pt x="13953" y="20792"/>
                      <a:pt x="54" y="2024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0" name="" descr="ccf32a87-cd6b-4a95-83d1-14fc83dd051f"/>
              <p:cNvSpPr/>
              <p:nvPr/>
            </p:nvSpPr>
            <p:spPr>
              <a:xfrm>
                <a:off x="2087708" y="3947396"/>
                <a:ext cx="12240" cy="49145"/>
              </a:xfrm>
              <a:custGeom>
                <a:gdLst>
                  <a:gd name="connsiteX0" fmla="*/ 4119 w 12240"/>
                  <a:gd name="connsiteY0" fmla="*/ 119 h 49145"/>
                  <a:gd name="connsiteX1" fmla="*/ 12028 w 12240"/>
                  <a:gd name="connsiteY1" fmla="*/ 24269 h 49145"/>
                  <a:gd name="connsiteX2" fmla="*/ 8164 w 12240"/>
                  <a:gd name="connsiteY2" fmla="*/ 49264 h 49145"/>
                  <a:gd name="connsiteX3" fmla="*/ 316 w 12240"/>
                  <a:gd name="connsiteY3" fmla="*/ 25114 h 49145"/>
                  <a:gd name="connsiteX4" fmla="*/ 4119 w 12240"/>
                  <a:gd name="connsiteY4" fmla="*/ 119 h 4914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40" h="49145">
                    <a:moveTo>
                      <a:pt x="4119" y="119"/>
                    </a:moveTo>
                    <a:cubicBezTo>
                      <a:pt x="8774" y="7358"/>
                      <a:pt x="11503" y="15678"/>
                      <a:pt x="12028" y="24269"/>
                    </a:cubicBezTo>
                    <a:cubicBezTo>
                      <a:pt x="12916" y="32794"/>
                      <a:pt x="11581" y="41404"/>
                      <a:pt x="8164" y="49264"/>
                    </a:cubicBezTo>
                    <a:cubicBezTo>
                      <a:pt x="3497" y="42031"/>
                      <a:pt x="793" y="33712"/>
                      <a:pt x="316" y="25114"/>
                    </a:cubicBezTo>
                    <a:cubicBezTo>
                      <a:pt x="-554" y="16595"/>
                      <a:pt x="756" y="7992"/>
                      <a:pt x="4119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" name="" descr="4b86cd45-cb2e-47bb-b605-ff3cb64b5191"/>
              <p:cNvSpPr/>
              <p:nvPr/>
            </p:nvSpPr>
            <p:spPr>
              <a:xfrm>
                <a:off x="2128360" y="3912679"/>
                <a:ext cx="46730" cy="20411"/>
              </a:xfrm>
              <a:custGeom>
                <a:gdLst>
                  <a:gd name="connsiteX0" fmla="*/ 54 w 46730"/>
                  <a:gd name="connsiteY0" fmla="*/ 181 h 20411"/>
                  <a:gd name="connsiteX1" fmla="*/ 46784 w 46730"/>
                  <a:gd name="connsiteY1" fmla="*/ 20407 h 20411"/>
                  <a:gd name="connsiteX2" fmla="*/ 21065 w 46730"/>
                  <a:gd name="connsiteY2" fmla="*/ 15698 h 20411"/>
                  <a:gd name="connsiteX3" fmla="*/ 54 w 46730"/>
                  <a:gd name="connsiteY3" fmla="*/ 181 h 2041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30" h="20411">
                    <a:moveTo>
                      <a:pt x="54" y="181"/>
                    </a:moveTo>
                    <a:cubicBezTo>
                      <a:pt x="17919" y="-646"/>
                      <a:pt x="35162" y="6817"/>
                      <a:pt x="46784" y="20407"/>
                    </a:cubicBezTo>
                    <a:cubicBezTo>
                      <a:pt x="37952" y="21011"/>
                      <a:pt x="29113" y="19393"/>
                      <a:pt x="21065" y="15698"/>
                    </a:cubicBezTo>
                    <a:cubicBezTo>
                      <a:pt x="12890" y="12335"/>
                      <a:pt x="5675" y="7004"/>
                      <a:pt x="54" y="18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2" name="" descr="7a4d73f1-0984-4368-bf31-3960c9f16918"/>
              <p:cNvSpPr/>
              <p:nvPr/>
            </p:nvSpPr>
            <p:spPr>
              <a:xfrm>
                <a:off x="2122141" y="3832926"/>
                <a:ext cx="43651" cy="29946"/>
              </a:xfrm>
              <a:custGeom>
                <a:gdLst>
                  <a:gd name="connsiteX0" fmla="*/ 54 w 43651"/>
                  <a:gd name="connsiteY0" fmla="*/ 30065 h 29946"/>
                  <a:gd name="connsiteX1" fmla="*/ 18529 w 43651"/>
                  <a:gd name="connsiteY1" fmla="*/ 10202 h 29946"/>
                  <a:gd name="connsiteX2" fmla="*/ 43705 w 43651"/>
                  <a:gd name="connsiteY2" fmla="*/ 119 h 29946"/>
                  <a:gd name="connsiteX3" fmla="*/ 25170 w 43651"/>
                  <a:gd name="connsiteY3" fmla="*/ 19922 h 29946"/>
                  <a:gd name="connsiteX4" fmla="*/ 54 w 43651"/>
                  <a:gd name="connsiteY4" fmla="*/ 30065 h 299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651" h="29946">
                    <a:moveTo>
                      <a:pt x="54" y="30065"/>
                    </a:moveTo>
                    <a:cubicBezTo>
                      <a:pt x="4540" y="22065"/>
                      <a:pt x="10874" y="15255"/>
                      <a:pt x="18529" y="10202"/>
                    </a:cubicBezTo>
                    <a:cubicBezTo>
                      <a:pt x="25979" y="4853"/>
                      <a:pt x="34619" y="1393"/>
                      <a:pt x="43705" y="119"/>
                    </a:cubicBezTo>
                    <a:cubicBezTo>
                      <a:pt x="39213" y="8119"/>
                      <a:pt x="32856" y="14911"/>
                      <a:pt x="25170" y="19922"/>
                    </a:cubicBezTo>
                    <a:cubicBezTo>
                      <a:pt x="17720" y="25241"/>
                      <a:pt x="9111" y="28719"/>
                      <a:pt x="54" y="30065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3" name="" descr="bb35356a-ece5-43ef-9b8c-0873a2889bd1"/>
              <p:cNvSpPr/>
              <p:nvPr/>
            </p:nvSpPr>
            <p:spPr>
              <a:xfrm>
                <a:off x="2098474" y="3678668"/>
                <a:ext cx="59589" cy="163374"/>
              </a:xfrm>
              <a:custGeom>
                <a:gdLst>
                  <a:gd name="connsiteX0" fmla="*/ 175 w 59589"/>
                  <a:gd name="connsiteY0" fmla="*/ 163494 h 163374"/>
                  <a:gd name="connsiteX1" fmla="*/ 24325 w 59589"/>
                  <a:gd name="connsiteY1" fmla="*/ 79814 h 163374"/>
                  <a:gd name="connsiteX2" fmla="*/ 59644 w 59589"/>
                  <a:gd name="connsiteY2" fmla="*/ 119 h 163374"/>
                  <a:gd name="connsiteX3" fmla="*/ 54 w 59589"/>
                  <a:gd name="connsiteY3" fmla="*/ 163494 h 1633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89" h="163374">
                    <a:moveTo>
                      <a:pt x="175" y="163494"/>
                    </a:moveTo>
                    <a:cubicBezTo>
                      <a:pt x="6104" y="135033"/>
                      <a:pt x="14176" y="107055"/>
                      <a:pt x="24325" y="79814"/>
                    </a:cubicBezTo>
                    <a:cubicBezTo>
                      <a:pt x="34045" y="52386"/>
                      <a:pt x="45855" y="25742"/>
                      <a:pt x="59644" y="119"/>
                    </a:cubicBezTo>
                    <a:cubicBezTo>
                      <a:pt x="47256" y="57023"/>
                      <a:pt x="27211" y="111976"/>
                      <a:pt x="54" y="16349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4" name="" descr="ecba9058-5fbf-4a06-a0f8-f447eced839b"/>
              <p:cNvSpPr/>
              <p:nvPr/>
            </p:nvSpPr>
            <p:spPr>
              <a:xfrm>
                <a:off x="2061467" y="3778770"/>
                <a:ext cx="12790" cy="57718"/>
              </a:xfrm>
              <a:custGeom>
                <a:gdLst>
                  <a:gd name="connsiteX0" fmla="*/ 3433 w 12790"/>
                  <a:gd name="connsiteY0" fmla="*/ 119 h 57718"/>
                  <a:gd name="connsiteX1" fmla="*/ 12308 w 12790"/>
                  <a:gd name="connsiteY1" fmla="*/ 28375 h 57718"/>
                  <a:gd name="connsiteX2" fmla="*/ 9471 w 12790"/>
                  <a:gd name="connsiteY2" fmla="*/ 57838 h 57718"/>
                  <a:gd name="connsiteX3" fmla="*/ 596 w 12790"/>
                  <a:gd name="connsiteY3" fmla="*/ 29884 h 57718"/>
                  <a:gd name="connsiteX4" fmla="*/ 3433 w 12790"/>
                  <a:gd name="connsiteY4" fmla="*/ 119 h 5771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90" h="57718">
                    <a:moveTo>
                      <a:pt x="3433" y="119"/>
                    </a:moveTo>
                    <a:cubicBezTo>
                      <a:pt x="8420" y="8777"/>
                      <a:pt x="11451" y="18419"/>
                      <a:pt x="12308" y="28375"/>
                    </a:cubicBezTo>
                    <a:cubicBezTo>
                      <a:pt x="13570" y="38282"/>
                      <a:pt x="12598" y="48353"/>
                      <a:pt x="9471" y="57838"/>
                    </a:cubicBezTo>
                    <a:cubicBezTo>
                      <a:pt x="4466" y="49301"/>
                      <a:pt x="1435" y="39749"/>
                      <a:pt x="596" y="29884"/>
                    </a:cubicBezTo>
                    <a:cubicBezTo>
                      <a:pt x="-672" y="19874"/>
                      <a:pt x="294" y="9707"/>
                      <a:pt x="3433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5" name="" descr="1577bf66-2250-4007-9faf-d484a284edf5"/>
              <p:cNvSpPr/>
              <p:nvPr/>
            </p:nvSpPr>
            <p:spPr>
              <a:xfrm>
                <a:off x="1991913" y="3955185"/>
                <a:ext cx="68948" cy="126424"/>
              </a:xfrm>
              <a:custGeom>
                <a:gdLst>
                  <a:gd name="connsiteX0" fmla="*/ 69003 w 68948"/>
                  <a:gd name="connsiteY0" fmla="*/ 119 h 126424"/>
                  <a:gd name="connsiteX1" fmla="*/ 54 w 68948"/>
                  <a:gd name="connsiteY1" fmla="*/ 126544 h 126424"/>
                  <a:gd name="connsiteX2" fmla="*/ 29336 w 68948"/>
                  <a:gd name="connsiteY2" fmla="*/ 60494 h 126424"/>
                  <a:gd name="connsiteX3" fmla="*/ 69003 w 68948"/>
                  <a:gd name="connsiteY3" fmla="*/ 119 h 12642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948" h="126424">
                    <a:moveTo>
                      <a:pt x="69003" y="119"/>
                    </a:moveTo>
                    <a:cubicBezTo>
                      <a:pt x="53039" y="45726"/>
                      <a:pt x="29747" y="88424"/>
                      <a:pt x="54" y="126544"/>
                    </a:cubicBezTo>
                    <a:cubicBezTo>
                      <a:pt x="7734" y="103662"/>
                      <a:pt x="17539" y="81553"/>
                      <a:pt x="29336" y="60494"/>
                    </a:cubicBezTo>
                    <a:cubicBezTo>
                      <a:pt x="40687" y="39200"/>
                      <a:pt x="53969" y="18993"/>
                      <a:pt x="69003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6" name="" descr="9b018d56-6e73-46ba-8bb5-990437da3b2b"/>
              <p:cNvSpPr/>
              <p:nvPr/>
            </p:nvSpPr>
            <p:spPr>
              <a:xfrm>
                <a:off x="2130231" y="3946068"/>
                <a:ext cx="79211" cy="131194"/>
              </a:xfrm>
              <a:custGeom>
                <a:gdLst>
                  <a:gd name="connsiteX0" fmla="*/ 54 w 79211"/>
                  <a:gd name="connsiteY0" fmla="*/ 119 h 131194"/>
                  <a:gd name="connsiteX1" fmla="*/ 41773 w 79211"/>
                  <a:gd name="connsiteY1" fmla="*/ 64418 h 131194"/>
                  <a:gd name="connsiteX2" fmla="*/ 79266 w 79211"/>
                  <a:gd name="connsiteY2" fmla="*/ 131314 h 131194"/>
                  <a:gd name="connsiteX3" fmla="*/ 54 w 79211"/>
                  <a:gd name="connsiteY3" fmla="*/ 119 h 13119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211" h="131194">
                    <a:moveTo>
                      <a:pt x="54" y="119"/>
                    </a:moveTo>
                    <a:cubicBezTo>
                      <a:pt x="15450" y="21009"/>
                      <a:pt x="28491" y="42744"/>
                      <a:pt x="41773" y="64418"/>
                    </a:cubicBezTo>
                    <a:cubicBezTo>
                      <a:pt x="55056" y="86093"/>
                      <a:pt x="67976" y="107888"/>
                      <a:pt x="79266" y="131314"/>
                    </a:cubicBezTo>
                    <a:cubicBezTo>
                      <a:pt x="42685" y="94593"/>
                      <a:pt x="15516" y="49590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7" name="" descr="a1b9f638-1fba-47f5-a77f-b2e118ec72a5"/>
              <p:cNvSpPr/>
              <p:nvPr/>
            </p:nvSpPr>
            <p:spPr>
              <a:xfrm>
                <a:off x="2157521" y="3859732"/>
                <a:ext cx="149367" cy="24481"/>
              </a:xfrm>
              <a:custGeom>
                <a:gdLst>
                  <a:gd name="connsiteX0" fmla="*/ 54 w 149367"/>
                  <a:gd name="connsiteY0" fmla="*/ 23726 h 24481"/>
                  <a:gd name="connsiteX1" fmla="*/ 74255 w 149367"/>
                  <a:gd name="connsiteY1" fmla="*/ 8934 h 24481"/>
                  <a:gd name="connsiteX2" fmla="*/ 149422 w 149367"/>
                  <a:gd name="connsiteY2" fmla="*/ 119 h 24481"/>
                  <a:gd name="connsiteX3" fmla="*/ 54 w 149367"/>
                  <a:gd name="connsiteY3" fmla="*/ 23726 h 2448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367" h="24481">
                    <a:moveTo>
                      <a:pt x="54" y="23726"/>
                    </a:moveTo>
                    <a:cubicBezTo>
                      <a:pt x="24808" y="17084"/>
                      <a:pt x="49501" y="13039"/>
                      <a:pt x="74255" y="8934"/>
                    </a:cubicBezTo>
                    <a:cubicBezTo>
                      <a:pt x="99148" y="4732"/>
                      <a:pt x="124234" y="1792"/>
                      <a:pt x="149422" y="119"/>
                    </a:cubicBezTo>
                    <a:cubicBezTo>
                      <a:pt x="102106" y="19349"/>
                      <a:pt x="50993" y="27427"/>
                      <a:pt x="54" y="23726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08" name="" descr="dfe1b3a4-edc2-4483-b4ab-3a577f091f9e"/>
            <p:cNvGrpSpPr/>
            <p:nvPr/>
          </p:nvGrpSpPr>
          <p:grpSpPr>
            <a:xfrm>
              <a:off x="8148575" y="4788509"/>
              <a:ext cx="2810213" cy="2545107"/>
              <a:chOff x="8148575" y="4788509"/>
              <a:chExt cx="2810213" cy="2545107"/>
            </a:xfrm>
          </p:grpSpPr>
          <p:sp>
            <p:nvSpPr>
              <p:cNvPr id="44" name="" descr="30fdb81f-b105-48cc-975d-f14f48fa6852"/>
              <p:cNvSpPr/>
              <p:nvPr/>
            </p:nvSpPr>
            <p:spPr>
              <a:xfrm>
                <a:off x="9070776" y="4788509"/>
                <a:ext cx="166459" cy="259098"/>
              </a:xfrm>
              <a:custGeom>
                <a:gdLst>
                  <a:gd name="connsiteX0" fmla="*/ 83520 w 166459"/>
                  <a:gd name="connsiteY0" fmla="*/ 259218 h 259098"/>
                  <a:gd name="connsiteX1" fmla="*/ 161223 w 166459"/>
                  <a:gd name="connsiteY1" fmla="*/ 124401 h 259098"/>
                  <a:gd name="connsiteX2" fmla="*/ 142144 w 166459"/>
                  <a:gd name="connsiteY2" fmla="*/ 17658 h 259098"/>
                  <a:gd name="connsiteX3" fmla="*/ 30390 w 166459"/>
                  <a:gd name="connsiteY3" fmla="*/ 27499 h 259098"/>
                  <a:gd name="connsiteX4" fmla="*/ 3040 w 166459"/>
                  <a:gd name="connsiteY4" fmla="*/ 144325 h 259098"/>
                  <a:gd name="connsiteX5" fmla="*/ 50918 w 166459"/>
                  <a:gd name="connsiteY5" fmla="*/ 258735 h 259098"/>
                  <a:gd name="connsiteX6" fmla="*/ 83520 w 166459"/>
                  <a:gd name="connsiteY6" fmla="*/ 259218 h 25909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6459" h="259098">
                    <a:moveTo>
                      <a:pt x="83520" y="259218"/>
                    </a:moveTo>
                    <a:cubicBezTo>
                      <a:pt x="121496" y="222420"/>
                      <a:pt x="148423" y="175720"/>
                      <a:pt x="161223" y="124401"/>
                    </a:cubicBezTo>
                    <a:cubicBezTo>
                      <a:pt x="170339" y="87572"/>
                      <a:pt x="169856" y="43559"/>
                      <a:pt x="142144" y="17658"/>
                    </a:cubicBezTo>
                    <a:cubicBezTo>
                      <a:pt x="111957" y="-10657"/>
                      <a:pt x="58827" y="-2748"/>
                      <a:pt x="30390" y="27499"/>
                    </a:cubicBezTo>
                    <a:cubicBezTo>
                      <a:pt x="1954" y="57747"/>
                      <a:pt x="-4687" y="103511"/>
                      <a:pt x="3040" y="144325"/>
                    </a:cubicBezTo>
                    <a:cubicBezTo>
                      <a:pt x="10768" y="185138"/>
                      <a:pt x="30994" y="222269"/>
                      <a:pt x="50918" y="258735"/>
                    </a:cubicBezTo>
                    <a:cubicBezTo>
                      <a:pt x="61544" y="260003"/>
                      <a:pt x="72834" y="257830"/>
                      <a:pt x="83520" y="259218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" name="" descr="890e9ac0-7b69-4b82-a666-ab8bd187d96a"/>
              <p:cNvSpPr/>
              <p:nvPr/>
            </p:nvSpPr>
            <p:spPr>
              <a:xfrm>
                <a:off x="9160400" y="4917309"/>
                <a:ext cx="257697" cy="172865"/>
              </a:xfrm>
              <a:custGeom>
                <a:gdLst>
                  <a:gd name="connsiteX0" fmla="*/ 14786 w 257697"/>
                  <a:gd name="connsiteY0" fmla="*/ 159217 h 172865"/>
                  <a:gd name="connsiteX1" fmla="*/ 170311 w 257697"/>
                  <a:gd name="connsiteY1" fmla="*/ 164590 h 172865"/>
                  <a:gd name="connsiteX2" fmla="*/ 255621 w 257697"/>
                  <a:gd name="connsiteY2" fmla="*/ 97695 h 172865"/>
                  <a:gd name="connsiteX3" fmla="*/ 194582 w 257697"/>
                  <a:gd name="connsiteY3" fmla="*/ 3630 h 172865"/>
                  <a:gd name="connsiteX4" fmla="*/ 78542 w 257697"/>
                  <a:gd name="connsiteY4" fmla="*/ 34241 h 172865"/>
                  <a:gd name="connsiteX5" fmla="*/ 54 w 257697"/>
                  <a:gd name="connsiteY5" fmla="*/ 130176 h 172865"/>
                  <a:gd name="connsiteX6" fmla="*/ 14786 w 257697"/>
                  <a:gd name="connsiteY6" fmla="*/ 159217 h 17286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7697" h="172865">
                    <a:moveTo>
                      <a:pt x="14786" y="159217"/>
                    </a:moveTo>
                    <a:cubicBezTo>
                      <a:pt x="65077" y="175524"/>
                      <a:pt x="118993" y="177383"/>
                      <a:pt x="170311" y="164590"/>
                    </a:cubicBezTo>
                    <a:cubicBezTo>
                      <a:pt x="207140" y="155353"/>
                      <a:pt x="245780" y="134403"/>
                      <a:pt x="255621" y="97695"/>
                    </a:cubicBezTo>
                    <a:cubicBezTo>
                      <a:pt x="266428" y="57606"/>
                      <a:pt x="234611" y="14498"/>
                      <a:pt x="194582" y="3630"/>
                    </a:cubicBezTo>
                    <a:cubicBezTo>
                      <a:pt x="154553" y="-7237"/>
                      <a:pt x="110963" y="8279"/>
                      <a:pt x="78542" y="34241"/>
                    </a:cubicBezTo>
                    <a:cubicBezTo>
                      <a:pt x="46120" y="60202"/>
                      <a:pt x="22815" y="95461"/>
                      <a:pt x="54" y="130176"/>
                    </a:cubicBezTo>
                    <a:cubicBezTo>
                      <a:pt x="3858" y="139957"/>
                      <a:pt x="10921" y="149013"/>
                      <a:pt x="14786" y="159217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" name="" descr="890ab9d0-ed2d-4952-83c5-18ba3e874fa1"/>
              <p:cNvSpPr/>
              <p:nvPr/>
            </p:nvSpPr>
            <p:spPr>
              <a:xfrm>
                <a:off x="9159736" y="5081659"/>
                <a:ext cx="223659" cy="212012"/>
              </a:xfrm>
              <a:custGeom>
                <a:gdLst>
                  <a:gd name="connsiteX0" fmla="*/ 54 w 223659"/>
                  <a:gd name="connsiteY0" fmla="*/ 26563 h 212012"/>
                  <a:gd name="connsiteX1" fmla="*/ 68217 w 223659"/>
                  <a:gd name="connsiteY1" fmla="*/ 166452 h 212012"/>
                  <a:gd name="connsiteX2" fmla="*/ 167353 w 223659"/>
                  <a:gd name="connsiteY2" fmla="*/ 210405 h 212012"/>
                  <a:gd name="connsiteX3" fmla="*/ 221690 w 223659"/>
                  <a:gd name="connsiteY3" fmla="*/ 112356 h 212012"/>
                  <a:gd name="connsiteX4" fmla="*/ 140245 w 223659"/>
                  <a:gd name="connsiteY4" fmla="*/ 24269 h 212012"/>
                  <a:gd name="connsiteX5" fmla="*/ 18650 w 223659"/>
                  <a:gd name="connsiteY5" fmla="*/ 119 h 212012"/>
                  <a:gd name="connsiteX6" fmla="*/ 54 w 223659"/>
                  <a:gd name="connsiteY6" fmla="*/ 26563 h 21201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3659" h="212012">
                    <a:moveTo>
                      <a:pt x="54" y="26563"/>
                    </a:moveTo>
                    <a:cubicBezTo>
                      <a:pt x="9231" y="78649"/>
                      <a:pt x="32838" y="127118"/>
                      <a:pt x="68217" y="166452"/>
                    </a:cubicBezTo>
                    <a:cubicBezTo>
                      <a:pt x="93635" y="194647"/>
                      <a:pt x="130343" y="218918"/>
                      <a:pt x="167353" y="210405"/>
                    </a:cubicBezTo>
                    <a:cubicBezTo>
                      <a:pt x="207804" y="201107"/>
                      <a:pt x="230928" y="152867"/>
                      <a:pt x="221690" y="112356"/>
                    </a:cubicBezTo>
                    <a:cubicBezTo>
                      <a:pt x="212453" y="71845"/>
                      <a:pt x="178341" y="40691"/>
                      <a:pt x="140245" y="24269"/>
                    </a:cubicBezTo>
                    <a:cubicBezTo>
                      <a:pt x="102148" y="7847"/>
                      <a:pt x="60006" y="3742"/>
                      <a:pt x="18650" y="119"/>
                    </a:cubicBezTo>
                    <a:cubicBezTo>
                      <a:pt x="11706" y="7968"/>
                      <a:pt x="7057" y="18473"/>
                      <a:pt x="54" y="26563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" name="" descr="ee0bcd0a-465f-45c1-95ac-7756c5c20e98"/>
              <p:cNvSpPr/>
              <p:nvPr/>
            </p:nvSpPr>
            <p:spPr>
              <a:xfrm>
                <a:off x="9022377" y="5109492"/>
                <a:ext cx="170348" cy="256917"/>
              </a:xfrm>
              <a:custGeom>
                <a:gdLst>
                  <a:gd name="connsiteX0" fmla="*/ 101974 w 170348"/>
                  <a:gd name="connsiteY0" fmla="*/ 119 h 256917"/>
                  <a:gd name="connsiteX1" fmla="*/ 10446 w 170348"/>
                  <a:gd name="connsiteY1" fmla="*/ 125880 h 256917"/>
                  <a:gd name="connsiteX2" fmla="*/ 18114 w 170348"/>
                  <a:gd name="connsiteY2" fmla="*/ 234072 h 256917"/>
                  <a:gd name="connsiteX3" fmla="*/ 130229 w 170348"/>
                  <a:gd name="connsiteY3" fmla="*/ 236125 h 256917"/>
                  <a:gd name="connsiteX4" fmla="*/ 169836 w 170348"/>
                  <a:gd name="connsiteY4" fmla="*/ 122861 h 256917"/>
                  <a:gd name="connsiteX5" fmla="*/ 134335 w 170348"/>
                  <a:gd name="connsiteY5" fmla="*/ 4044 h 256917"/>
                  <a:gd name="connsiteX6" fmla="*/ 101974 w 170348"/>
                  <a:gd name="connsiteY6" fmla="*/ 119 h 25691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348" h="256917">
                    <a:moveTo>
                      <a:pt x="101974" y="119"/>
                    </a:moveTo>
                    <a:cubicBezTo>
                      <a:pt x="60315" y="32643"/>
                      <a:pt x="28558" y="76216"/>
                      <a:pt x="10446" y="125880"/>
                    </a:cubicBezTo>
                    <a:cubicBezTo>
                      <a:pt x="-2535" y="161561"/>
                      <a:pt x="-6761" y="205394"/>
                      <a:pt x="18114" y="234072"/>
                    </a:cubicBezTo>
                    <a:cubicBezTo>
                      <a:pt x="45282" y="265467"/>
                      <a:pt x="98774" y="263233"/>
                      <a:pt x="130229" y="236125"/>
                    </a:cubicBezTo>
                    <a:cubicBezTo>
                      <a:pt x="161684" y="209016"/>
                      <a:pt x="173216" y="164278"/>
                      <a:pt x="169836" y="122861"/>
                    </a:cubicBezTo>
                    <a:cubicBezTo>
                      <a:pt x="166454" y="81444"/>
                      <a:pt x="150273" y="42382"/>
                      <a:pt x="134335" y="4044"/>
                    </a:cubicBezTo>
                    <a:cubicBezTo>
                      <a:pt x="123890" y="1689"/>
                      <a:pt x="112419" y="2474"/>
                      <a:pt x="101974" y="119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" name="" descr="587747bb-640f-4028-a5f0-8e00b2ab4644"/>
              <p:cNvSpPr/>
              <p:nvPr/>
            </p:nvSpPr>
            <p:spPr>
              <a:xfrm>
                <a:off x="8856326" y="5054289"/>
                <a:ext cx="261872" cy="167183"/>
              </a:xfrm>
              <a:custGeom>
                <a:gdLst>
                  <a:gd name="connsiteX0" fmla="*/ 250214 w 261872"/>
                  <a:gd name="connsiteY0" fmla="*/ 24651 h 167183"/>
                  <a:gd name="connsiteX1" fmla="*/ 96197 w 261872"/>
                  <a:gd name="connsiteY1" fmla="*/ 2796 h 167183"/>
                  <a:gd name="connsiteX2" fmla="*/ 4247 w 261872"/>
                  <a:gd name="connsiteY2" fmla="*/ 60333 h 167183"/>
                  <a:gd name="connsiteX3" fmla="*/ 55022 w 261872"/>
                  <a:gd name="connsiteY3" fmla="*/ 160314 h 167183"/>
                  <a:gd name="connsiteX4" fmla="*/ 173598 w 261872"/>
                  <a:gd name="connsiteY4" fmla="*/ 142201 h 167183"/>
                  <a:gd name="connsiteX5" fmla="*/ 261927 w 261872"/>
                  <a:gd name="connsiteY5" fmla="*/ 55141 h 167183"/>
                  <a:gd name="connsiteX6" fmla="*/ 250214 w 261872"/>
                  <a:gd name="connsiteY6" fmla="*/ 24651 h 16718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1872" h="167183">
                    <a:moveTo>
                      <a:pt x="250214" y="24651"/>
                    </a:moveTo>
                    <a:cubicBezTo>
                      <a:pt x="201914" y="3109"/>
                      <a:pt x="148543" y="-4461"/>
                      <a:pt x="96197" y="2796"/>
                    </a:cubicBezTo>
                    <a:cubicBezTo>
                      <a:pt x="58584" y="8108"/>
                      <a:pt x="17710" y="24953"/>
                      <a:pt x="4247" y="60333"/>
                    </a:cubicBezTo>
                    <a:cubicBezTo>
                      <a:pt x="-10726" y="99033"/>
                      <a:pt x="16322" y="145220"/>
                      <a:pt x="55022" y="160314"/>
                    </a:cubicBezTo>
                    <a:cubicBezTo>
                      <a:pt x="93722" y="175407"/>
                      <a:pt x="138641" y="164540"/>
                      <a:pt x="173598" y="142201"/>
                    </a:cubicBezTo>
                    <a:cubicBezTo>
                      <a:pt x="208555" y="119862"/>
                      <a:pt x="235543" y="87200"/>
                      <a:pt x="261927" y="55141"/>
                    </a:cubicBezTo>
                    <a:cubicBezTo>
                      <a:pt x="259330" y="44696"/>
                      <a:pt x="253293" y="34975"/>
                      <a:pt x="250214" y="24651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9" name="" descr="4bf806c5-f3f7-4f65-90e4-78d670c736eb"/>
              <p:cNvSpPr/>
              <p:nvPr/>
            </p:nvSpPr>
            <p:spPr>
              <a:xfrm>
                <a:off x="8891486" y="4874359"/>
                <a:ext cx="229066" cy="205186"/>
              </a:xfrm>
              <a:custGeom>
                <a:gdLst>
                  <a:gd name="connsiteX0" fmla="*/ 229120 w 229066"/>
                  <a:gd name="connsiteY0" fmla="*/ 177353 h 205186"/>
                  <a:gd name="connsiteX1" fmla="*/ 153592 w 229066"/>
                  <a:gd name="connsiteY1" fmla="*/ 41328 h 205186"/>
                  <a:gd name="connsiteX2" fmla="*/ 52223 w 229066"/>
                  <a:gd name="connsiteY2" fmla="*/ 2748 h 205186"/>
                  <a:gd name="connsiteX3" fmla="*/ 3138 w 229066"/>
                  <a:gd name="connsiteY3" fmla="*/ 103574 h 205186"/>
                  <a:gd name="connsiteX4" fmla="*/ 89172 w 229066"/>
                  <a:gd name="connsiteY4" fmla="*/ 187194 h 205186"/>
                  <a:gd name="connsiteX5" fmla="*/ 211914 w 229066"/>
                  <a:gd name="connsiteY5" fmla="*/ 205306 h 205186"/>
                  <a:gd name="connsiteX6" fmla="*/ 229120 w 229066"/>
                  <a:gd name="connsiteY6" fmla="*/ 177353 h 20518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9066" h="205186">
                    <a:moveTo>
                      <a:pt x="229120" y="177353"/>
                    </a:moveTo>
                    <a:cubicBezTo>
                      <a:pt x="217166" y="125840"/>
                      <a:pt x="190964" y="78718"/>
                      <a:pt x="153592" y="41328"/>
                    </a:cubicBezTo>
                    <a:cubicBezTo>
                      <a:pt x="126664" y="14582"/>
                      <a:pt x="88689" y="-7697"/>
                      <a:pt x="52223" y="2748"/>
                    </a:cubicBezTo>
                    <a:cubicBezTo>
                      <a:pt x="12315" y="14159"/>
                      <a:pt x="-8152" y="63667"/>
                      <a:pt x="3138" y="103574"/>
                    </a:cubicBezTo>
                    <a:cubicBezTo>
                      <a:pt x="14428" y="143482"/>
                      <a:pt x="50230" y="172824"/>
                      <a:pt x="89172" y="187194"/>
                    </a:cubicBezTo>
                    <a:cubicBezTo>
                      <a:pt x="128113" y="201563"/>
                      <a:pt x="170436" y="203374"/>
                      <a:pt x="211914" y="205306"/>
                    </a:cubicBezTo>
                    <a:cubicBezTo>
                      <a:pt x="218495" y="196552"/>
                      <a:pt x="222540" y="185805"/>
                      <a:pt x="229120" y="177353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" name="" descr="ab2ff0d3-f41d-49f5-b84d-2e52435ed211"/>
              <p:cNvSpPr/>
              <p:nvPr/>
            </p:nvSpPr>
            <p:spPr>
              <a:xfrm>
                <a:off x="9086682" y="5024967"/>
                <a:ext cx="108674" cy="108674"/>
              </a:xfrm>
              <a:custGeom>
                <a:gdLst>
                  <a:gd name="connsiteX0" fmla="*/ 108729 w 108674"/>
                  <a:gd name="connsiteY0" fmla="*/ 54457 h 108674"/>
                  <a:gd name="connsiteX1" fmla="*/ 54392 w 108674"/>
                  <a:gd name="connsiteY1" fmla="*/ 108794 h 108674"/>
                  <a:gd name="connsiteX2" fmla="*/ 54 w 108674"/>
                  <a:gd name="connsiteY2" fmla="*/ 54457 h 108674"/>
                  <a:gd name="connsiteX3" fmla="*/ 54392 w 108674"/>
                  <a:gd name="connsiteY3" fmla="*/ 119 h 108674"/>
                  <a:gd name="connsiteX4" fmla="*/ 108729 w 108674"/>
                  <a:gd name="connsiteY4" fmla="*/ 54457 h 1086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673" h="108673">
                    <a:moveTo>
                      <a:pt x="108729" y="54457"/>
                    </a:moveTo>
                    <a:cubicBezTo>
                      <a:pt x="108729" y="84469"/>
                      <a:pt x="84399" y="108794"/>
                      <a:pt x="54392" y="108794"/>
                    </a:cubicBezTo>
                    <a:cubicBezTo>
                      <a:pt x="24386" y="108794"/>
                      <a:pt x="54" y="84469"/>
                      <a:pt x="54" y="54457"/>
                    </a:cubicBezTo>
                    <a:cubicBezTo>
                      <a:pt x="54" y="24444"/>
                      <a:pt x="24386" y="119"/>
                      <a:pt x="54392" y="119"/>
                    </a:cubicBezTo>
                    <a:cubicBezTo>
                      <a:pt x="84399" y="119"/>
                      <a:pt x="108729" y="24444"/>
                      <a:pt x="108729" y="54457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" name="" descr="766d4b59-cd1b-4aaa-b31a-793972f338de"/>
              <p:cNvSpPr/>
              <p:nvPr/>
            </p:nvSpPr>
            <p:spPr>
              <a:xfrm>
                <a:off x="8943413" y="4924563"/>
                <a:ext cx="146590" cy="107467"/>
              </a:xfrm>
              <a:custGeom>
                <a:gdLst>
                  <a:gd name="connsiteX0" fmla="*/ 54 w 146590"/>
                  <a:gd name="connsiteY0" fmla="*/ 119 h 107467"/>
                  <a:gd name="connsiteX1" fmla="*/ 146645 w 146590"/>
                  <a:gd name="connsiteY1" fmla="*/ 107587 h 107467"/>
                  <a:gd name="connsiteX2" fmla="*/ 69365 w 146590"/>
                  <a:gd name="connsiteY2" fmla="*/ 59287 h 107467"/>
                  <a:gd name="connsiteX3" fmla="*/ 54 w 146590"/>
                  <a:gd name="connsiteY3" fmla="*/ 119 h 10746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590" h="107467">
                    <a:moveTo>
                      <a:pt x="54" y="119"/>
                    </a:moveTo>
                    <a:cubicBezTo>
                      <a:pt x="53969" y="28502"/>
                      <a:pt x="103356" y="64714"/>
                      <a:pt x="146645" y="107587"/>
                    </a:cubicBezTo>
                    <a:cubicBezTo>
                      <a:pt x="119536" y="93706"/>
                      <a:pt x="93696" y="77544"/>
                      <a:pt x="69365" y="59287"/>
                    </a:cubicBezTo>
                    <a:cubicBezTo>
                      <a:pt x="44671" y="41530"/>
                      <a:pt x="21488" y="21740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" name="" descr="b283310d-525c-41d8-acb7-7bc078b07d5b"/>
              <p:cNvSpPr/>
              <p:nvPr/>
            </p:nvSpPr>
            <p:spPr>
              <a:xfrm>
                <a:off x="8907490" y="5098624"/>
                <a:ext cx="170256" cy="60374"/>
              </a:xfrm>
              <a:custGeom>
                <a:gdLst>
                  <a:gd name="connsiteX0" fmla="*/ 54 w 170256"/>
                  <a:gd name="connsiteY0" fmla="*/ 60434 h 60374"/>
                  <a:gd name="connsiteX1" fmla="*/ 84579 w 170256"/>
                  <a:gd name="connsiteY1" fmla="*/ 28556 h 60374"/>
                  <a:gd name="connsiteX2" fmla="*/ 170311 w 170256"/>
                  <a:gd name="connsiteY2" fmla="*/ 119 h 60374"/>
                  <a:gd name="connsiteX3" fmla="*/ 175 w 170256"/>
                  <a:gd name="connsiteY3" fmla="*/ 60494 h 603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0256" h="60374">
                    <a:moveTo>
                      <a:pt x="54" y="60434"/>
                    </a:moveTo>
                    <a:cubicBezTo>
                      <a:pt x="28129" y="48359"/>
                      <a:pt x="56323" y="38759"/>
                      <a:pt x="84579" y="28556"/>
                    </a:cubicBezTo>
                    <a:cubicBezTo>
                      <a:pt x="112834" y="18352"/>
                      <a:pt x="140848" y="8390"/>
                      <a:pt x="170311" y="119"/>
                    </a:cubicBezTo>
                    <a:cubicBezTo>
                      <a:pt x="119717" y="34521"/>
                      <a:pt x="61154" y="55314"/>
                      <a:pt x="175" y="6049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" name="" descr="fc959107-7179-4557-8b40-338d11d30209"/>
              <p:cNvSpPr/>
              <p:nvPr/>
            </p:nvSpPr>
            <p:spPr>
              <a:xfrm>
                <a:off x="8964001" y="5045332"/>
                <a:ext cx="106923" cy="14274"/>
              </a:xfrm>
              <a:custGeom>
                <a:gdLst>
                  <a:gd name="connsiteX0" fmla="*/ 54 w 106923"/>
                  <a:gd name="connsiteY0" fmla="*/ 4568 h 14274"/>
                  <a:gd name="connsiteX1" fmla="*/ 53849 w 106923"/>
                  <a:gd name="connsiteY1" fmla="*/ 523 h 14274"/>
                  <a:gd name="connsiteX2" fmla="*/ 106978 w 106923"/>
                  <a:gd name="connsiteY2" fmla="*/ 9881 h 14274"/>
                  <a:gd name="connsiteX3" fmla="*/ 53184 w 106923"/>
                  <a:gd name="connsiteY3" fmla="*/ 13987 h 14274"/>
                  <a:gd name="connsiteX4" fmla="*/ 54 w 106923"/>
                  <a:gd name="connsiteY4" fmla="*/ 4568 h 142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923" h="14274">
                    <a:moveTo>
                      <a:pt x="54" y="4568"/>
                    </a:moveTo>
                    <a:cubicBezTo>
                      <a:pt x="17684" y="716"/>
                      <a:pt x="35797" y="-642"/>
                      <a:pt x="53849" y="523"/>
                    </a:cubicBezTo>
                    <a:cubicBezTo>
                      <a:pt x="71901" y="1115"/>
                      <a:pt x="89771" y="4266"/>
                      <a:pt x="106978" y="9881"/>
                    </a:cubicBezTo>
                    <a:cubicBezTo>
                      <a:pt x="89349" y="13782"/>
                      <a:pt x="71237" y="15164"/>
                      <a:pt x="53184" y="13987"/>
                    </a:cubicBezTo>
                    <a:cubicBezTo>
                      <a:pt x="35132" y="13341"/>
                      <a:pt x="17261" y="10171"/>
                      <a:pt x="54" y="4568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" name="" descr="2175df72-4837-4db7-b652-efb8f100ec56"/>
              <p:cNvSpPr/>
              <p:nvPr/>
            </p:nvSpPr>
            <p:spPr>
              <a:xfrm>
                <a:off x="9070019" y="5128389"/>
                <a:ext cx="29221" cy="32542"/>
              </a:xfrm>
              <a:custGeom>
                <a:gdLst>
                  <a:gd name="connsiteX0" fmla="*/ 54 w 29221"/>
                  <a:gd name="connsiteY0" fmla="*/ 32661 h 32542"/>
                  <a:gd name="connsiteX1" fmla="*/ 29276 w 29221"/>
                  <a:gd name="connsiteY1" fmla="*/ 119 h 32542"/>
                  <a:gd name="connsiteX2" fmla="*/ 54 w 29221"/>
                  <a:gd name="connsiteY2" fmla="*/ 32661 h 3254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220" h="32541">
                    <a:moveTo>
                      <a:pt x="54" y="32661"/>
                    </a:moveTo>
                    <a:cubicBezTo>
                      <a:pt x="2168" y="16843"/>
                      <a:pt x="13760" y="3941"/>
                      <a:pt x="29276" y="119"/>
                    </a:cubicBezTo>
                    <a:cubicBezTo>
                      <a:pt x="27163" y="15937"/>
                      <a:pt x="15571" y="28840"/>
                      <a:pt x="54" y="3266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5" name="" descr="8cda6674-bd5d-4375-94a3-2839f9d02b09"/>
              <p:cNvSpPr/>
              <p:nvPr/>
            </p:nvSpPr>
            <p:spPr>
              <a:xfrm>
                <a:off x="9164045" y="5131529"/>
                <a:ext cx="21179" cy="52948"/>
              </a:xfrm>
              <a:custGeom>
                <a:gdLst>
                  <a:gd name="connsiteX0" fmla="*/ 454 w 21179"/>
                  <a:gd name="connsiteY0" fmla="*/ 119 h 52948"/>
                  <a:gd name="connsiteX1" fmla="*/ 16937 w 21179"/>
                  <a:gd name="connsiteY1" fmla="*/ 24269 h 52948"/>
                  <a:gd name="connsiteX2" fmla="*/ 20801 w 21179"/>
                  <a:gd name="connsiteY2" fmla="*/ 53068 h 52948"/>
                  <a:gd name="connsiteX3" fmla="*/ 4319 w 21179"/>
                  <a:gd name="connsiteY3" fmla="*/ 28918 h 52948"/>
                  <a:gd name="connsiteX4" fmla="*/ 454 w 21179"/>
                  <a:gd name="connsiteY4" fmla="*/ 119 h 5294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79" h="52948">
                    <a:moveTo>
                      <a:pt x="454" y="119"/>
                    </a:moveTo>
                    <a:cubicBezTo>
                      <a:pt x="7941" y="6633"/>
                      <a:pt x="13616" y="14947"/>
                      <a:pt x="16937" y="24269"/>
                    </a:cubicBezTo>
                    <a:cubicBezTo>
                      <a:pt x="20680" y="33380"/>
                      <a:pt x="22009" y="43293"/>
                      <a:pt x="20801" y="53068"/>
                    </a:cubicBezTo>
                    <a:cubicBezTo>
                      <a:pt x="13314" y="46584"/>
                      <a:pt x="7639" y="38264"/>
                      <a:pt x="4319" y="28918"/>
                    </a:cubicBezTo>
                    <a:cubicBezTo>
                      <a:pt x="636" y="19801"/>
                      <a:pt x="-692" y="9894"/>
                      <a:pt x="4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" name="" descr="5552567e-0037-41cb-ae33-e43b56b7b698"/>
              <p:cNvSpPr/>
              <p:nvPr/>
            </p:nvSpPr>
            <p:spPr>
              <a:xfrm>
                <a:off x="9193425" y="5077957"/>
                <a:ext cx="57959" cy="14626"/>
              </a:xfrm>
              <a:custGeom>
                <a:gdLst>
                  <a:gd name="connsiteX0" fmla="*/ 54 w 57959"/>
                  <a:gd name="connsiteY0" fmla="*/ 3821 h 14626"/>
                  <a:gd name="connsiteX1" fmla="*/ 29879 w 57959"/>
                  <a:gd name="connsiteY1" fmla="*/ 742 h 14626"/>
                  <a:gd name="connsiteX2" fmla="*/ 58014 w 57959"/>
                  <a:gd name="connsiteY2" fmla="*/ 11006 h 14626"/>
                  <a:gd name="connsiteX3" fmla="*/ 28189 w 57959"/>
                  <a:gd name="connsiteY3" fmla="*/ 14085 h 14626"/>
                  <a:gd name="connsiteX4" fmla="*/ 54 w 57959"/>
                  <a:gd name="connsiteY4" fmla="*/ 3821 h 1462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959" h="14626">
                    <a:moveTo>
                      <a:pt x="54" y="3821"/>
                    </a:moveTo>
                    <a:cubicBezTo>
                      <a:pt x="9593" y="362"/>
                      <a:pt x="19858" y="-694"/>
                      <a:pt x="29879" y="742"/>
                    </a:cubicBezTo>
                    <a:cubicBezTo>
                      <a:pt x="39962" y="1745"/>
                      <a:pt x="49622" y="5277"/>
                      <a:pt x="58014" y="11006"/>
                    </a:cubicBezTo>
                    <a:cubicBezTo>
                      <a:pt x="48475" y="14526"/>
                      <a:pt x="38211" y="15583"/>
                      <a:pt x="28189" y="14085"/>
                    </a:cubicBezTo>
                    <a:cubicBezTo>
                      <a:pt x="18106" y="13053"/>
                      <a:pt x="8447" y="9527"/>
                      <a:pt x="54" y="382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7" name="" descr="fbc64f34-6f16-4df7-b477-b7db05189994"/>
              <p:cNvSpPr/>
              <p:nvPr/>
            </p:nvSpPr>
            <p:spPr>
              <a:xfrm>
                <a:off x="9170422" y="4981739"/>
                <a:ext cx="38278" cy="47031"/>
              </a:xfrm>
              <a:custGeom>
                <a:gdLst>
                  <a:gd name="connsiteX0" fmla="*/ 54 w 38278"/>
                  <a:gd name="connsiteY0" fmla="*/ 47151 h 47031"/>
                  <a:gd name="connsiteX1" fmla="*/ 38333 w 38278"/>
                  <a:gd name="connsiteY1" fmla="*/ 119 h 47031"/>
                  <a:gd name="connsiteX2" fmla="*/ 24386 w 38278"/>
                  <a:gd name="connsiteY2" fmla="*/ 27891 h 47031"/>
                  <a:gd name="connsiteX3" fmla="*/ 54 w 38278"/>
                  <a:gd name="connsiteY3" fmla="*/ 47151 h 4703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278" h="47031">
                    <a:moveTo>
                      <a:pt x="54" y="47151"/>
                    </a:moveTo>
                    <a:cubicBezTo>
                      <a:pt x="5187" y="26563"/>
                      <a:pt x="19193" y="9326"/>
                      <a:pt x="38333" y="119"/>
                    </a:cubicBezTo>
                    <a:cubicBezTo>
                      <a:pt x="36038" y="10377"/>
                      <a:pt x="31208" y="19916"/>
                      <a:pt x="24386" y="27891"/>
                    </a:cubicBezTo>
                    <a:cubicBezTo>
                      <a:pt x="17926" y="36157"/>
                      <a:pt x="9594" y="42756"/>
                      <a:pt x="54" y="4715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" name="" descr="37983970-5061-4fd8-9f08-390c4825e057"/>
              <p:cNvSpPr/>
              <p:nvPr/>
            </p:nvSpPr>
            <p:spPr>
              <a:xfrm>
                <a:off x="9135760" y="4814802"/>
                <a:ext cx="16660" cy="198814"/>
              </a:xfrm>
              <a:custGeom>
                <a:gdLst>
                  <a:gd name="connsiteX0" fmla="*/ 2174 w 16660"/>
                  <a:gd name="connsiteY0" fmla="*/ 198934 h 198814"/>
                  <a:gd name="connsiteX1" fmla="*/ 1752 w 16660"/>
                  <a:gd name="connsiteY1" fmla="*/ 99074 h 198814"/>
                  <a:gd name="connsiteX2" fmla="*/ 14853 w 16660"/>
                  <a:gd name="connsiteY2" fmla="*/ 119 h 198814"/>
                  <a:gd name="connsiteX3" fmla="*/ 2174 w 16660"/>
                  <a:gd name="connsiteY3" fmla="*/ 198934 h 19881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60" h="198814">
                    <a:moveTo>
                      <a:pt x="2174" y="198934"/>
                    </a:moveTo>
                    <a:cubicBezTo>
                      <a:pt x="-482" y="165703"/>
                      <a:pt x="-663" y="132322"/>
                      <a:pt x="1752" y="99074"/>
                    </a:cubicBezTo>
                    <a:cubicBezTo>
                      <a:pt x="3563" y="65801"/>
                      <a:pt x="7970" y="32722"/>
                      <a:pt x="14853" y="119"/>
                    </a:cubicBezTo>
                    <a:cubicBezTo>
                      <a:pt x="19562" y="66658"/>
                      <a:pt x="15336" y="133530"/>
                      <a:pt x="2174" y="19893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" name="" descr="511abade-18e9-4694-936f-bd2eb04543dd"/>
              <p:cNvSpPr/>
              <p:nvPr/>
            </p:nvSpPr>
            <p:spPr>
              <a:xfrm>
                <a:off x="9080304" y="4954993"/>
                <a:ext cx="25314" cy="61461"/>
              </a:xfrm>
              <a:custGeom>
                <a:gdLst>
                  <a:gd name="connsiteX0" fmla="*/ 93 w 25314"/>
                  <a:gd name="connsiteY0" fmla="*/ 119 h 61461"/>
                  <a:gd name="connsiteX1" fmla="*/ 18930 w 25314"/>
                  <a:gd name="connsiteY1" fmla="*/ 28314 h 61461"/>
                  <a:gd name="connsiteX2" fmla="*/ 25330 w 25314"/>
                  <a:gd name="connsiteY2" fmla="*/ 61581 h 61461"/>
                  <a:gd name="connsiteX3" fmla="*/ 6493 w 25314"/>
                  <a:gd name="connsiteY3" fmla="*/ 33446 h 61461"/>
                  <a:gd name="connsiteX4" fmla="*/ 93 w 25314"/>
                  <a:gd name="connsiteY4" fmla="*/ 119 h 6146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14" h="61461">
                    <a:moveTo>
                      <a:pt x="93" y="119"/>
                    </a:moveTo>
                    <a:cubicBezTo>
                      <a:pt x="8365" y="8016"/>
                      <a:pt x="14824" y="17646"/>
                      <a:pt x="18930" y="28314"/>
                    </a:cubicBezTo>
                    <a:cubicBezTo>
                      <a:pt x="23519" y="38789"/>
                      <a:pt x="25692" y="50152"/>
                      <a:pt x="25330" y="61581"/>
                    </a:cubicBezTo>
                    <a:cubicBezTo>
                      <a:pt x="16998" y="53738"/>
                      <a:pt x="10598" y="44120"/>
                      <a:pt x="6493" y="33446"/>
                    </a:cubicBezTo>
                    <a:cubicBezTo>
                      <a:pt x="1904" y="22953"/>
                      <a:pt x="-269" y="11566"/>
                      <a:pt x="93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" name="" descr="35e7e346-fb28-4333-8f8a-4c678fc9bbf5"/>
              <p:cNvSpPr/>
              <p:nvPr/>
            </p:nvSpPr>
            <p:spPr>
              <a:xfrm>
                <a:off x="9098093" y="5150245"/>
                <a:ext cx="34896" cy="161200"/>
              </a:xfrm>
              <a:custGeom>
                <a:gdLst>
                  <a:gd name="connsiteX0" fmla="*/ 34951 w 34896"/>
                  <a:gd name="connsiteY0" fmla="*/ 119 h 161200"/>
                  <a:gd name="connsiteX1" fmla="*/ 54 w 34896"/>
                  <a:gd name="connsiteY1" fmla="*/ 161320 h 161200"/>
                  <a:gd name="connsiteX2" fmla="*/ 10922 w 34896"/>
                  <a:gd name="connsiteY2" fmla="*/ 79271 h 161200"/>
                  <a:gd name="connsiteX3" fmla="*/ 34951 w 34896"/>
                  <a:gd name="connsiteY3" fmla="*/ 119 h 16120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896" h="161200">
                    <a:moveTo>
                      <a:pt x="34951" y="119"/>
                    </a:moveTo>
                    <a:cubicBezTo>
                      <a:pt x="32174" y="55393"/>
                      <a:pt x="20401" y="109839"/>
                      <a:pt x="54" y="161320"/>
                    </a:cubicBezTo>
                    <a:cubicBezTo>
                      <a:pt x="1081" y="133687"/>
                      <a:pt x="4703" y="106216"/>
                      <a:pt x="10922" y="79271"/>
                    </a:cubicBezTo>
                    <a:cubicBezTo>
                      <a:pt x="16476" y="52199"/>
                      <a:pt x="24507" y="25706"/>
                      <a:pt x="34951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" name="" descr="e5f08b0a-4cd3-4785-a099-1b6b2acd80eb"/>
              <p:cNvSpPr/>
              <p:nvPr/>
            </p:nvSpPr>
            <p:spPr>
              <a:xfrm>
                <a:off x="9206164" y="5117823"/>
                <a:ext cx="129262" cy="118515"/>
              </a:xfrm>
              <a:custGeom>
                <a:gdLst>
                  <a:gd name="connsiteX0" fmla="*/ 54 w 129262"/>
                  <a:gd name="connsiteY0" fmla="*/ 119 h 118515"/>
                  <a:gd name="connsiteX1" fmla="*/ 66467 w 129262"/>
                  <a:gd name="connsiteY1" fmla="*/ 57294 h 118515"/>
                  <a:gd name="connsiteX2" fmla="*/ 129317 w 129262"/>
                  <a:gd name="connsiteY2" fmla="*/ 118635 h 118515"/>
                  <a:gd name="connsiteX3" fmla="*/ 57350 w 129262"/>
                  <a:gd name="connsiteY3" fmla="*/ 67196 h 118515"/>
                  <a:gd name="connsiteX4" fmla="*/ 54 w 129262"/>
                  <a:gd name="connsiteY4" fmla="*/ 119 h 11851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262" h="118515">
                    <a:moveTo>
                      <a:pt x="54" y="119"/>
                    </a:moveTo>
                    <a:cubicBezTo>
                      <a:pt x="23782" y="18232"/>
                      <a:pt x="45154" y="37793"/>
                      <a:pt x="66467" y="57294"/>
                    </a:cubicBezTo>
                    <a:cubicBezTo>
                      <a:pt x="87779" y="76795"/>
                      <a:pt x="109272" y="96598"/>
                      <a:pt x="129317" y="118635"/>
                    </a:cubicBezTo>
                    <a:cubicBezTo>
                      <a:pt x="103174" y="104719"/>
                      <a:pt x="78964" y="87427"/>
                      <a:pt x="57350" y="67196"/>
                    </a:cubicBezTo>
                    <a:cubicBezTo>
                      <a:pt x="35434" y="47405"/>
                      <a:pt x="16175" y="24855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" name="" descr="a58daa66-d77b-4233-bba0-190390aee446"/>
              <p:cNvSpPr/>
              <p:nvPr/>
            </p:nvSpPr>
            <p:spPr>
              <a:xfrm>
                <a:off x="9216005" y="4965860"/>
                <a:ext cx="156491" cy="74321"/>
              </a:xfrm>
              <a:custGeom>
                <a:gdLst>
                  <a:gd name="connsiteX0" fmla="*/ 54 w 156491"/>
                  <a:gd name="connsiteY0" fmla="*/ 74441 h 74321"/>
                  <a:gd name="connsiteX1" fmla="*/ 156546 w 156491"/>
                  <a:gd name="connsiteY1" fmla="*/ 119 h 74321"/>
                  <a:gd name="connsiteX2" fmla="*/ 54 w 156491"/>
                  <a:gd name="connsiteY2" fmla="*/ 74441 h 7432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6491" h="74321">
                    <a:moveTo>
                      <a:pt x="54" y="74441"/>
                    </a:moveTo>
                    <a:cubicBezTo>
                      <a:pt x="50105" y="45479"/>
                      <a:pt x="102450" y="20622"/>
                      <a:pt x="156546" y="119"/>
                    </a:cubicBezTo>
                    <a:cubicBezTo>
                      <a:pt x="110782" y="36604"/>
                      <a:pt x="57229" y="62034"/>
                      <a:pt x="54" y="7444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" name="" descr="ebc948f5-594e-4ac5-8ba6-e62344fcc62e"/>
              <p:cNvSpPr/>
              <p:nvPr/>
            </p:nvSpPr>
            <p:spPr>
              <a:xfrm>
                <a:off x="9236741" y="4897201"/>
                <a:ext cx="1054436" cy="1089348"/>
              </a:xfrm>
              <a:custGeom>
                <a:gdLst>
                  <a:gd name="connsiteX0" fmla="*/ 381899 w 1054436"/>
                  <a:gd name="connsiteY0" fmla="*/ 1071122 h 1089348"/>
                  <a:gd name="connsiteX1" fmla="*/ 20555 w 1054436"/>
                  <a:gd name="connsiteY1" fmla="*/ 404885 h 1089348"/>
                  <a:gd name="connsiteX2" fmla="*/ 672604 w 1054436"/>
                  <a:gd name="connsiteY2" fmla="*/ 18486 h 1089348"/>
                  <a:gd name="connsiteX3" fmla="*/ 1034007 w 1054436"/>
                  <a:gd name="connsiteY3" fmla="*/ 684723 h 1089348"/>
                  <a:gd name="connsiteX4" fmla="*/ 381899 w 1054436"/>
                  <a:gd name="connsiteY4" fmla="*/ 1071122 h 1089348"/>
                  <a:gd name="connsiteX5" fmla="*/ 636077 w 1054436"/>
                  <a:gd name="connsiteY5" fmla="*/ 150586 h 1089348"/>
                  <a:gd name="connsiteX6" fmla="*/ 152716 w 1054436"/>
                  <a:gd name="connsiteY6" fmla="*/ 441352 h 1089348"/>
                  <a:gd name="connsiteX7" fmla="*/ 418365 w 1054436"/>
                  <a:gd name="connsiteY7" fmla="*/ 938961 h 1089348"/>
                  <a:gd name="connsiteX8" fmla="*/ 901666 w 1054436"/>
                  <a:gd name="connsiteY8" fmla="*/ 648196 h 1089348"/>
                  <a:gd name="connsiteX9" fmla="*/ 636077 w 1054436"/>
                  <a:gd name="connsiteY9" fmla="*/ 150586 h 108934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4436" h="1089348">
                    <a:moveTo>
                      <a:pt x="381899" y="1071122"/>
                    </a:moveTo>
                    <a:cubicBezTo>
                      <a:pt x="102545" y="994023"/>
                      <a:pt x="-59622" y="695107"/>
                      <a:pt x="20555" y="404885"/>
                    </a:cubicBezTo>
                    <a:cubicBezTo>
                      <a:pt x="100733" y="114663"/>
                      <a:pt x="393129" y="-58734"/>
                      <a:pt x="672604" y="18486"/>
                    </a:cubicBezTo>
                    <a:cubicBezTo>
                      <a:pt x="952079" y="95705"/>
                      <a:pt x="1114125" y="394501"/>
                      <a:pt x="1034007" y="684723"/>
                    </a:cubicBezTo>
                    <a:cubicBezTo>
                      <a:pt x="953891" y="974945"/>
                      <a:pt x="661313" y="1148281"/>
                      <a:pt x="381899" y="1071122"/>
                    </a:cubicBezTo>
                    <a:close/>
                    <a:moveTo>
                      <a:pt x="636077" y="150586"/>
                    </a:moveTo>
                    <a:cubicBezTo>
                      <a:pt x="429534" y="93592"/>
                      <a:pt x="212729" y="224062"/>
                      <a:pt x="152716" y="441352"/>
                    </a:cubicBezTo>
                    <a:cubicBezTo>
                      <a:pt x="92703" y="658641"/>
                      <a:pt x="211883" y="882088"/>
                      <a:pt x="418365" y="938961"/>
                    </a:cubicBezTo>
                    <a:cubicBezTo>
                      <a:pt x="624848" y="995834"/>
                      <a:pt x="841653" y="865545"/>
                      <a:pt x="901666" y="648196"/>
                    </a:cubicBezTo>
                    <a:cubicBezTo>
                      <a:pt x="961678" y="430846"/>
                      <a:pt x="842559" y="207640"/>
                      <a:pt x="636077" y="150586"/>
                    </a:cubicBezTo>
                    <a:close/>
                  </a:path>
                </a:pathLst>
              </a:custGeom>
              <a:solidFill>
                <a:srgbClr val="E64B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" name="" descr="8fb58fbc-2015-4957-8687-972f9282fd07"/>
              <p:cNvSpPr/>
              <p:nvPr/>
            </p:nvSpPr>
            <p:spPr>
              <a:xfrm>
                <a:off x="8148575" y="5073554"/>
                <a:ext cx="2810213" cy="2259450"/>
              </a:xfrm>
              <a:custGeom>
                <a:gdLst>
                  <a:gd name="connsiteX0" fmla="*/ 2434915 w 2810213"/>
                  <a:gd name="connsiteY0" fmla="*/ 2133842 h 2259450"/>
                  <a:gd name="connsiteX1" fmla="*/ 2224085 w 2810213"/>
                  <a:gd name="connsiteY1" fmla="*/ 2253445 h 2259450"/>
                  <a:gd name="connsiteX2" fmla="*/ 125758 w 2810213"/>
                  <a:gd name="connsiteY2" fmla="*/ 1673846 h 2259450"/>
                  <a:gd name="connsiteX3" fmla="*/ 6155 w 2810213"/>
                  <a:gd name="connsiteY3" fmla="*/ 1463017 h 2259450"/>
                  <a:gd name="connsiteX4" fmla="*/ 375407 w 2810213"/>
                  <a:gd name="connsiteY4" fmla="*/ 125834 h 2259450"/>
                  <a:gd name="connsiteX5" fmla="*/ 586297 w 2810213"/>
                  <a:gd name="connsiteY5" fmla="*/ 6232 h 2259450"/>
                  <a:gd name="connsiteX6" fmla="*/ 2684564 w 2810213"/>
                  <a:gd name="connsiteY6" fmla="*/ 585831 h 2259450"/>
                  <a:gd name="connsiteX7" fmla="*/ 2804167 w 2810213"/>
                  <a:gd name="connsiteY7" fmla="*/ 796660 h 225945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10213" h="2259450">
                    <a:moveTo>
                      <a:pt x="2434915" y="2133842"/>
                    </a:moveTo>
                    <a:cubicBezTo>
                      <a:pt x="2409497" y="2224948"/>
                      <a:pt x="2315312" y="2278380"/>
                      <a:pt x="2224085" y="2253445"/>
                    </a:cubicBezTo>
                    <a:lnTo>
                      <a:pt x="125758" y="1673846"/>
                    </a:lnTo>
                    <a:cubicBezTo>
                      <a:pt x="34712" y="1648428"/>
                      <a:pt x="-18720" y="1554225"/>
                      <a:pt x="6155" y="1463017"/>
                    </a:cubicBezTo>
                    <a:lnTo>
                      <a:pt x="375407" y="125834"/>
                    </a:lnTo>
                    <a:cubicBezTo>
                      <a:pt x="400885" y="34759"/>
                      <a:pt x="495070" y="-18673"/>
                      <a:pt x="586297" y="6232"/>
                    </a:cubicBezTo>
                    <a:lnTo>
                      <a:pt x="2684564" y="585831"/>
                    </a:lnTo>
                    <a:cubicBezTo>
                      <a:pt x="2775610" y="611279"/>
                      <a:pt x="2829042" y="705452"/>
                      <a:pt x="2804167" y="79666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" name="" descr="40326ed4-504d-4dce-87f4-a960d339af45"/>
              <p:cNvSpPr/>
              <p:nvPr/>
            </p:nvSpPr>
            <p:spPr>
              <a:xfrm>
                <a:off x="8556134" y="5073291"/>
                <a:ext cx="2399149" cy="1440113"/>
              </a:xfrm>
              <a:custGeom>
                <a:gdLst>
                  <a:gd name="connsiteX0" fmla="*/ 2277006 w 2399149"/>
                  <a:gd name="connsiteY0" fmla="*/ 585792 h 1440113"/>
                  <a:gd name="connsiteX1" fmla="*/ 178738 w 2399149"/>
                  <a:gd name="connsiteY1" fmla="*/ 6193 h 1440113"/>
                  <a:gd name="connsiteX2" fmla="*/ 6247 w 2399149"/>
                  <a:gd name="connsiteY2" fmla="*/ 56546 h 1440113"/>
                  <a:gd name="connsiteX3" fmla="*/ 924548 w 2399149"/>
                  <a:gd name="connsiteY3" fmla="*/ 1394513 h 1440113"/>
                  <a:gd name="connsiteX4" fmla="*/ 2399204 w 2399149"/>
                  <a:gd name="connsiteY4" fmla="*/ 717228 h 1440113"/>
                  <a:gd name="connsiteX5" fmla="*/ 2277006 w 2399149"/>
                  <a:gd name="connsiteY5" fmla="*/ 585792 h 144011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99149" h="1440113">
                    <a:moveTo>
                      <a:pt x="2277006" y="585792"/>
                    </a:moveTo>
                    <a:lnTo>
                      <a:pt x="178738" y="6193"/>
                    </a:lnTo>
                    <a:cubicBezTo>
                      <a:pt x="116371" y="-10851"/>
                      <a:pt x="49657" y="8614"/>
                      <a:pt x="6247" y="56546"/>
                    </a:cubicBezTo>
                    <a:cubicBezTo>
                      <a:pt x="-53524" y="655827"/>
                      <a:pt x="324363" y="1228845"/>
                      <a:pt x="924548" y="1394513"/>
                    </a:cubicBezTo>
                    <a:cubicBezTo>
                      <a:pt x="1524735" y="1560182"/>
                      <a:pt x="2143034" y="1262232"/>
                      <a:pt x="2399204" y="717228"/>
                    </a:cubicBezTo>
                    <a:cubicBezTo>
                      <a:pt x="2386405" y="653943"/>
                      <a:pt x="2339192" y="603174"/>
                      <a:pt x="2277006" y="585792"/>
                    </a:cubicBezTo>
                    <a:close/>
                  </a:path>
                </a:pathLst>
              </a:custGeom>
              <a:solidFill>
                <a:srgbClr val="FF681E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" name="" descr="94013f01-08f7-4c36-9be6-a11397b1dc0d"/>
              <p:cNvSpPr/>
              <p:nvPr/>
            </p:nvSpPr>
            <p:spPr>
              <a:xfrm>
                <a:off x="8153045" y="5504223"/>
                <a:ext cx="2805743" cy="1829393"/>
              </a:xfrm>
              <a:custGeom>
                <a:gdLst>
                  <a:gd name="connsiteX0" fmla="*/ 2430445 w 2805743"/>
                  <a:gd name="connsiteY0" fmla="*/ 1703173 h 1829393"/>
                  <a:gd name="connsiteX1" fmla="*/ 2799697 w 2805743"/>
                  <a:gd name="connsiteY1" fmla="*/ 365689 h 1829393"/>
                  <a:gd name="connsiteX2" fmla="*/ 2680094 w 2805743"/>
                  <a:gd name="connsiteY2" fmla="*/ 154860 h 1829393"/>
                  <a:gd name="connsiteX3" fmla="*/ 2119695 w 2805743"/>
                  <a:gd name="connsiteY3" fmla="*/ 119 h 1829393"/>
                  <a:gd name="connsiteX4" fmla="*/ 54 w 2805743"/>
                  <a:gd name="connsiteY4" fmla="*/ 1117054 h 1829393"/>
                  <a:gd name="connsiteX5" fmla="*/ 121288 w 2805743"/>
                  <a:gd name="connsiteY5" fmla="*/ 1243841 h 1829393"/>
                  <a:gd name="connsiteX6" fmla="*/ 2219615 w 2805743"/>
                  <a:gd name="connsiteY6" fmla="*/ 1823440 h 1829393"/>
                  <a:gd name="connsiteX7" fmla="*/ 2430445 w 2805743"/>
                  <a:gd name="connsiteY7" fmla="*/ 1703173 h 182939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05743" h="1829393">
                    <a:moveTo>
                      <a:pt x="2430445" y="1703173"/>
                    </a:moveTo>
                    <a:lnTo>
                      <a:pt x="2799697" y="365689"/>
                    </a:lnTo>
                    <a:cubicBezTo>
                      <a:pt x="2824572" y="274481"/>
                      <a:pt x="2771140" y="180308"/>
                      <a:pt x="2680094" y="154860"/>
                    </a:cubicBezTo>
                    <a:lnTo>
                      <a:pt x="2119695" y="119"/>
                    </a:lnTo>
                    <a:cubicBezTo>
                      <a:pt x="1651911" y="1178033"/>
                      <a:pt x="583276" y="1202726"/>
                      <a:pt x="54" y="1117054"/>
                    </a:cubicBezTo>
                    <a:cubicBezTo>
                      <a:pt x="14243" y="1178335"/>
                      <a:pt x="60731" y="1226936"/>
                      <a:pt x="121288" y="1243841"/>
                    </a:cubicBezTo>
                    <a:lnTo>
                      <a:pt x="2219615" y="1823440"/>
                    </a:lnTo>
                    <a:cubicBezTo>
                      <a:pt x="2311023" y="1848314"/>
                      <a:pt x="2405328" y="1794520"/>
                      <a:pt x="2430445" y="1703173"/>
                    </a:cubicBezTo>
                    <a:close/>
                  </a:path>
                </a:pathLst>
              </a:custGeom>
              <a:solidFill>
                <a:srgbClr val="FF681E">
                  <a:alpha val="30000"/>
                </a:srgbClr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" name="" descr="da47e954-7942-43d7-9eb6-22c852809d84"/>
              <p:cNvSpPr/>
              <p:nvPr/>
            </p:nvSpPr>
            <p:spPr>
              <a:xfrm>
                <a:off x="9404013" y="5686072"/>
                <a:ext cx="475331" cy="475331"/>
              </a:xfrm>
              <a:custGeom>
                <a:gdLst>
                  <a:gd name="connsiteX0" fmla="*/ 475331 w 475331"/>
                  <a:gd name="connsiteY0" fmla="*/ 224172 h 475331"/>
                  <a:gd name="connsiteX1" fmla="*/ 331518 w 475331"/>
                  <a:gd name="connsiteY1" fmla="*/ 184445 h 475331"/>
                  <a:gd name="connsiteX2" fmla="*/ 371185 w 475331"/>
                  <a:gd name="connsiteY2" fmla="*/ 40632 h 475331"/>
                  <a:gd name="connsiteX3" fmla="*/ 224172 w 475331"/>
                  <a:gd name="connsiteY3" fmla="*/ 0 h 475331"/>
                  <a:gd name="connsiteX4" fmla="*/ 184445 w 475331"/>
                  <a:gd name="connsiteY4" fmla="*/ 143813 h 475331"/>
                  <a:gd name="connsiteX5" fmla="*/ 40572 w 475331"/>
                  <a:gd name="connsiteY5" fmla="*/ 104086 h 475331"/>
                  <a:gd name="connsiteX6" fmla="*/ 0 w 475331"/>
                  <a:gd name="connsiteY6" fmla="*/ 251159 h 475331"/>
                  <a:gd name="connsiteX7" fmla="*/ 143813 w 475331"/>
                  <a:gd name="connsiteY7" fmla="*/ 290886 h 475331"/>
                  <a:gd name="connsiteX8" fmla="*/ 104147 w 475331"/>
                  <a:gd name="connsiteY8" fmla="*/ 434759 h 475331"/>
                  <a:gd name="connsiteX9" fmla="*/ 251220 w 475331"/>
                  <a:gd name="connsiteY9" fmla="*/ 475331 h 475331"/>
                  <a:gd name="connsiteX10" fmla="*/ 290886 w 475331"/>
                  <a:gd name="connsiteY10" fmla="*/ 331458 h 475331"/>
                  <a:gd name="connsiteX11" fmla="*/ 434759 w 475331"/>
                  <a:gd name="connsiteY11" fmla="*/ 371185 h 475331"/>
                  <a:gd name="connsiteX12" fmla="*/ 475331 w 475331"/>
                  <a:gd name="connsiteY12" fmla="*/ 224172 h 47533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5331" h="475331">
                    <a:moveTo>
                      <a:pt x="475331" y="224172"/>
                    </a:moveTo>
                    <a:lnTo>
                      <a:pt x="331518" y="184445"/>
                    </a:lnTo>
                    <a:lnTo>
                      <a:pt x="371185" y="40632"/>
                    </a:lnTo>
                    <a:lnTo>
                      <a:pt x="224172" y="0"/>
                    </a:lnTo>
                    <a:lnTo>
                      <a:pt x="184445" y="143813"/>
                    </a:lnTo>
                    <a:lnTo>
                      <a:pt x="40572" y="104086"/>
                    </a:lnTo>
                    <a:lnTo>
                      <a:pt x="0" y="251159"/>
                    </a:lnTo>
                    <a:lnTo>
                      <a:pt x="143813" y="290886"/>
                    </a:lnTo>
                    <a:lnTo>
                      <a:pt x="104147" y="434759"/>
                    </a:lnTo>
                    <a:lnTo>
                      <a:pt x="251220" y="475331"/>
                    </a:lnTo>
                    <a:lnTo>
                      <a:pt x="290886" y="331458"/>
                    </a:lnTo>
                    <a:lnTo>
                      <a:pt x="434759" y="371185"/>
                    </a:lnTo>
                    <a:lnTo>
                      <a:pt x="475331" y="224172"/>
                    </a:lnTo>
                    <a:close/>
                  </a:path>
                </a:pathLst>
              </a:custGeom>
              <a:solidFill>
                <a:srgbClr val="E64B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3" name="" descr="6bc77f1c-56d2-4de5-8cb8-e76f437fc067"/>
              <p:cNvSpPr/>
              <p:nvPr/>
            </p:nvSpPr>
            <p:spPr>
              <a:xfrm>
                <a:off x="8780188" y="6360747"/>
                <a:ext cx="137203" cy="116430"/>
              </a:xfrm>
              <a:custGeom>
                <a:gdLst>
                  <a:gd name="connsiteX0" fmla="*/ 137258 w 137203"/>
                  <a:gd name="connsiteY0" fmla="*/ 115087 h 116430"/>
                  <a:gd name="connsiteX1" fmla="*/ 42953 w 137203"/>
                  <a:gd name="connsiteY1" fmla="*/ 3514 h 116430"/>
                  <a:gd name="connsiteX2" fmla="*/ 8418 w 137203"/>
                  <a:gd name="connsiteY2" fmla="*/ 5265 h 116430"/>
                  <a:gd name="connsiteX3" fmla="*/ 1535 w 137203"/>
                  <a:gd name="connsiteY3" fmla="*/ 34004 h 116430"/>
                  <a:gd name="connsiteX4" fmla="*/ 137258 w 137203"/>
                  <a:gd name="connsiteY4" fmla="*/ 115087 h 11643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203" h="116430">
                    <a:moveTo>
                      <a:pt x="137258" y="115087"/>
                    </a:moveTo>
                    <a:cubicBezTo>
                      <a:pt x="106165" y="77534"/>
                      <a:pt x="75857" y="39377"/>
                      <a:pt x="42953" y="3514"/>
                    </a:cubicBezTo>
                    <a:cubicBezTo>
                      <a:pt x="37640" y="-2221"/>
                      <a:pt x="17655" y="-48"/>
                      <a:pt x="8418" y="5265"/>
                    </a:cubicBezTo>
                    <a:cubicBezTo>
                      <a:pt x="2380" y="8827"/>
                      <a:pt x="-2510" y="29415"/>
                      <a:pt x="1535" y="34004"/>
                    </a:cubicBezTo>
                    <a:cubicBezTo>
                      <a:pt x="38122" y="75783"/>
                      <a:pt x="71087" y="125773"/>
                      <a:pt x="137258" y="115087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5" name="" descr="ba390e15-4a1b-4c91-8f8c-d042a14a0d86"/>
              <p:cNvSpPr/>
              <p:nvPr/>
            </p:nvSpPr>
            <p:spPr>
              <a:xfrm>
                <a:off x="8544431" y="6386501"/>
                <a:ext cx="576059" cy="471499"/>
              </a:xfrm>
              <a:custGeom>
                <a:gdLst>
                  <a:gd name="connsiteX0" fmla="*/ 23822 w 576059"/>
                  <a:gd name="connsiteY0" fmla="*/ 1095 h 471499"/>
                  <a:gd name="connsiteX1" fmla="*/ 39384 w 576059"/>
                  <a:gd name="connsiteY1" fmla="*/ 1789 h 471499"/>
                  <a:gd name="connsiteX2" fmla="*/ 140330 w 576059"/>
                  <a:gd name="connsiteY2" fmla="*/ 110946 h 471499"/>
                  <a:gd name="connsiteX3" fmla="*/ 383943 w 576059"/>
                  <a:gd name="connsiteY3" fmla="*/ 380218 h 471499"/>
                  <a:gd name="connsiteX4" fmla="*/ 529446 w 576059"/>
                  <a:gd name="connsiteY4" fmla="*/ 378890 h 471499"/>
                  <a:gd name="connsiteX5" fmla="*/ 574848 w 576059"/>
                  <a:gd name="connsiteY5" fmla="*/ 408353 h 471499"/>
                  <a:gd name="connsiteX6" fmla="*/ 558487 w 576059"/>
                  <a:gd name="connsiteY6" fmla="*/ 452668 h 471499"/>
                  <a:gd name="connsiteX7" fmla="*/ 545773 w 576059"/>
                  <a:gd name="connsiteY7" fmla="*/ 471499 h 471499"/>
                  <a:gd name="connsiteX8" fmla="*/ 341113 w 576059"/>
                  <a:gd name="connsiteY8" fmla="*/ 471499 h 471499"/>
                  <a:gd name="connsiteX9" fmla="*/ 336029 w 576059"/>
                  <a:gd name="connsiteY9" fmla="*/ 462821 h 471499"/>
                  <a:gd name="connsiteX10" fmla="*/ 288973 w 576059"/>
                  <a:gd name="connsiteY10" fmla="*/ 420670 h 471499"/>
                  <a:gd name="connsiteX11" fmla="*/ 2615 w 576059"/>
                  <a:gd name="connsiteY11" fmla="*/ 41877 h 471499"/>
                  <a:gd name="connsiteX12" fmla="*/ 6902 w 576059"/>
                  <a:gd name="connsiteY12" fmla="*/ 9094 h 471499"/>
                  <a:gd name="connsiteX13" fmla="*/ 23822 w 576059"/>
                  <a:gd name="connsiteY13" fmla="*/ 1095 h 47149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76059" h="471499">
                    <a:moveTo>
                      <a:pt x="23822" y="1095"/>
                    </a:moveTo>
                    <a:cubicBezTo>
                      <a:pt x="30524" y="-430"/>
                      <a:pt x="36999" y="-506"/>
                      <a:pt x="39384" y="1789"/>
                    </a:cubicBezTo>
                    <a:cubicBezTo>
                      <a:pt x="75488" y="36384"/>
                      <a:pt x="126625" y="67959"/>
                      <a:pt x="140330" y="110946"/>
                    </a:cubicBezTo>
                    <a:cubicBezTo>
                      <a:pt x="181566" y="240813"/>
                      <a:pt x="288007" y="303905"/>
                      <a:pt x="383943" y="380218"/>
                    </a:cubicBezTo>
                    <a:cubicBezTo>
                      <a:pt x="434597" y="420549"/>
                      <a:pt x="479999" y="398270"/>
                      <a:pt x="529446" y="378890"/>
                    </a:cubicBezTo>
                    <a:cubicBezTo>
                      <a:pt x="539951" y="374785"/>
                      <a:pt x="566215" y="393803"/>
                      <a:pt x="574848" y="408353"/>
                    </a:cubicBezTo>
                    <a:cubicBezTo>
                      <a:pt x="579980" y="417107"/>
                      <a:pt x="567724" y="439688"/>
                      <a:pt x="558487" y="452668"/>
                    </a:cubicBezTo>
                    <a:lnTo>
                      <a:pt x="545773" y="471499"/>
                    </a:lnTo>
                    <a:lnTo>
                      <a:pt x="341113" y="471499"/>
                    </a:lnTo>
                    <a:lnTo>
                      <a:pt x="336029" y="462821"/>
                    </a:lnTo>
                    <a:cubicBezTo>
                      <a:pt x="322187" y="444797"/>
                      <a:pt x="306602" y="430164"/>
                      <a:pt x="288973" y="420670"/>
                    </a:cubicBezTo>
                    <a:cubicBezTo>
                      <a:pt x="127410" y="333609"/>
                      <a:pt x="99215" y="165767"/>
                      <a:pt x="2615" y="41877"/>
                    </a:cubicBezTo>
                    <a:cubicBezTo>
                      <a:pt x="-2456" y="35357"/>
                      <a:pt x="321" y="16098"/>
                      <a:pt x="6902" y="9094"/>
                    </a:cubicBezTo>
                    <a:cubicBezTo>
                      <a:pt x="10193" y="5593"/>
                      <a:pt x="17121" y="2619"/>
                      <a:pt x="23822" y="1095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287" name="" descr="5027ee73-db05-4ae0-af9e-838e0c1039c4"/>
            <p:cNvSpPr/>
            <p:nvPr/>
          </p:nvSpPr>
          <p:spPr>
            <a:xfrm>
              <a:off x="2827950" y="5482768"/>
              <a:ext cx="6836914" cy="1375233"/>
            </a:xfrm>
            <a:custGeom>
              <a:gdLst>
                <a:gd name="connsiteX0" fmla="*/ 3281341 w 6836914"/>
                <a:gd name="connsiteY0" fmla="*/ 1953 h 1375233"/>
                <a:gd name="connsiteX1" fmla="*/ 6775596 w 6836914"/>
                <a:gd name="connsiteY1" fmla="*/ 1315320 h 1375233"/>
                <a:gd name="connsiteX2" fmla="*/ 6836914 w 6836914"/>
                <a:gd name="connsiteY2" fmla="*/ 1375233 h 1375233"/>
                <a:gd name="connsiteX3" fmla="*/ 0 w 6836914"/>
                <a:gd name="connsiteY3" fmla="*/ 1375233 h 1375233"/>
                <a:gd name="connsiteX4" fmla="*/ 37006 w 6836914"/>
                <a:gd name="connsiteY4" fmla="*/ 1338669 h 1375233"/>
                <a:gd name="connsiteX5" fmla="*/ 3281341 w 6836914"/>
                <a:gd name="connsiteY5" fmla="*/ 1953 h 1375233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36914" h="1375233">
                  <a:moveTo>
                    <a:pt x="3281341" y="1953"/>
                  </a:moveTo>
                  <a:cubicBezTo>
                    <a:pt x="4626290" y="-35503"/>
                    <a:pt x="5860622" y="468147"/>
                    <a:pt x="6775596" y="1315320"/>
                  </a:cubicBezTo>
                  <a:lnTo>
                    <a:pt x="6836914" y="1375233"/>
                  </a:lnTo>
                  <a:lnTo>
                    <a:pt x="0" y="1375233"/>
                  </a:lnTo>
                  <a:lnTo>
                    <a:pt x="37006" y="1338669"/>
                  </a:lnTo>
                  <a:cubicBezTo>
                    <a:pt x="887606" y="539471"/>
                    <a:pt x="2022926" y="36978"/>
                    <a:pt x="3281341" y="1953"/>
                  </a:cubicBezTo>
                  <a:close/>
                </a:path>
              </a:pathLst>
            </a:custGeom>
            <a:solidFill>
              <a:srgbClr val="FF9182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3" name="" descr="9f174578-9ee6-4474-b478-8ea22f682042"/>
            <p:cNvSpPr/>
            <p:nvPr/>
          </p:nvSpPr>
          <p:spPr>
            <a:xfrm>
              <a:off x="5053038" y="5574302"/>
              <a:ext cx="1669516" cy="1221823"/>
            </a:xfrm>
            <a:custGeom>
              <a:gdLst>
                <a:gd name="connsiteX0" fmla="*/ 1652394 w 1669516"/>
                <a:gd name="connsiteY0" fmla="*/ 498409 h 1221823"/>
                <a:gd name="connsiteX1" fmla="*/ 1668152 w 1669516"/>
                <a:gd name="connsiteY1" fmla="*/ 430065 h 1221823"/>
                <a:gd name="connsiteX2" fmla="*/ 1616289 w 1669516"/>
                <a:gd name="connsiteY2" fmla="*/ 339502 h 1221823"/>
                <a:gd name="connsiteX3" fmla="*/ 1492159 w 1669516"/>
                <a:gd name="connsiteY3" fmla="*/ 142499 h 1221823"/>
                <a:gd name="connsiteX4" fmla="*/ 1033310 w 1669516"/>
                <a:gd name="connsiteY4" fmla="*/ 5509 h 1221823"/>
                <a:gd name="connsiteX5" fmla="*/ 586536 w 1669516"/>
                <a:gd name="connsiteY5" fmla="*/ 24587 h 1221823"/>
                <a:gd name="connsiteX6" fmla="*/ 500502 w 1669516"/>
                <a:gd name="connsiteY6" fmla="*/ 63106 h 1221823"/>
                <a:gd name="connsiteX7" fmla="*/ 497906 w 1669516"/>
                <a:gd name="connsiteY7" fmla="*/ 61235 h 1221823"/>
                <a:gd name="connsiteX8" fmla="*/ 247471 w 1669516"/>
                <a:gd name="connsiteY8" fmla="*/ 92449 h 1221823"/>
                <a:gd name="connsiteX9" fmla="*/ 30846 w 1669516"/>
                <a:gd name="connsiteY9" fmla="*/ 147269 h 1221823"/>
                <a:gd name="connsiteX10" fmla="*/ 54 w 1669516"/>
                <a:gd name="connsiteY10" fmla="*/ 167193 h 1221823"/>
                <a:gd name="connsiteX11" fmla="*/ 29336 w 1669516"/>
                <a:gd name="connsiteY11" fmla="*/ 201848 h 1221823"/>
                <a:gd name="connsiteX12" fmla="*/ 154192 w 1669516"/>
                <a:gd name="connsiteY12" fmla="*/ 204987 h 1221823"/>
                <a:gd name="connsiteX13" fmla="*/ 368522 w 1669516"/>
                <a:gd name="connsiteY13" fmla="*/ 114425 h 1221823"/>
                <a:gd name="connsiteX14" fmla="*/ 392672 w 1669516"/>
                <a:gd name="connsiteY14" fmla="*/ 154695 h 1221823"/>
                <a:gd name="connsiteX15" fmla="*/ 429984 w 1669516"/>
                <a:gd name="connsiteY15" fmla="*/ 222858 h 1221823"/>
                <a:gd name="connsiteX16" fmla="*/ 537934 w 1669516"/>
                <a:gd name="connsiteY16" fmla="*/ 327850 h 1221823"/>
                <a:gd name="connsiteX17" fmla="*/ 601388 w 1669516"/>
                <a:gd name="connsiteY17" fmla="*/ 468282 h 1221823"/>
                <a:gd name="connsiteX18" fmla="*/ 580076 w 1669516"/>
                <a:gd name="connsiteY18" fmla="*/ 610223 h 1221823"/>
                <a:gd name="connsiteX19" fmla="*/ 494464 w 1669516"/>
                <a:gd name="connsiteY19" fmla="*/ 654357 h 1221823"/>
                <a:gd name="connsiteX20" fmla="*/ 452866 w 1669516"/>
                <a:gd name="connsiteY20" fmla="*/ 784646 h 1221823"/>
                <a:gd name="connsiteX21" fmla="*/ 529602 w 1669516"/>
                <a:gd name="connsiteY21" fmla="*/ 1001151 h 1221823"/>
                <a:gd name="connsiteX22" fmla="*/ 696599 w 1669516"/>
                <a:gd name="connsiteY22" fmla="*/ 1164163 h 1221823"/>
                <a:gd name="connsiteX23" fmla="*/ 783660 w 1669516"/>
                <a:gd name="connsiteY23" fmla="*/ 1201957 h 1221823"/>
                <a:gd name="connsiteX24" fmla="*/ 910447 w 1669516"/>
                <a:gd name="connsiteY24" fmla="*/ 1150941 h 1221823"/>
                <a:gd name="connsiteX25" fmla="*/ 965388 w 1669516"/>
                <a:gd name="connsiteY25" fmla="*/ 1001996 h 1221823"/>
                <a:gd name="connsiteX26" fmla="*/ 1063980 w 1669516"/>
                <a:gd name="connsiteY26" fmla="*/ 824192 h 1221823"/>
                <a:gd name="connsiteX27" fmla="*/ 1279036 w 1669516"/>
                <a:gd name="connsiteY27" fmla="*/ 746248 h 1221823"/>
                <a:gd name="connsiteX28" fmla="*/ 1322747 w 1669516"/>
                <a:gd name="connsiteY28" fmla="*/ 707729 h 1221823"/>
                <a:gd name="connsiteX29" fmla="*/ 1484793 w 1669516"/>
                <a:gd name="connsiteY29" fmla="*/ 619883 h 1221823"/>
                <a:gd name="connsiteX30" fmla="*/ 1654808 w 1669516"/>
                <a:gd name="connsiteY30" fmla="*/ 498047 h 1221823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69516" h="1221823">
                  <a:moveTo>
                    <a:pt x="1652394" y="498409"/>
                  </a:moveTo>
                  <a:cubicBezTo>
                    <a:pt x="1659759" y="474984"/>
                    <a:pt x="1674129" y="449385"/>
                    <a:pt x="1668152" y="430065"/>
                  </a:cubicBezTo>
                  <a:cubicBezTo>
                    <a:pt x="1658008" y="397100"/>
                    <a:pt x="1612667" y="366430"/>
                    <a:pt x="1616289" y="339502"/>
                  </a:cubicBezTo>
                  <a:cubicBezTo>
                    <a:pt x="1630176" y="234209"/>
                    <a:pt x="1556760" y="195267"/>
                    <a:pt x="1492159" y="142499"/>
                  </a:cubicBezTo>
                  <a:cubicBezTo>
                    <a:pt x="1357221" y="32134"/>
                    <a:pt x="1210812" y="-17132"/>
                    <a:pt x="1033310" y="5509"/>
                  </a:cubicBezTo>
                  <a:cubicBezTo>
                    <a:pt x="886116" y="24346"/>
                    <a:pt x="735481" y="15591"/>
                    <a:pt x="586536" y="24587"/>
                  </a:cubicBezTo>
                  <a:cubicBezTo>
                    <a:pt x="557194" y="26398"/>
                    <a:pt x="529059" y="48013"/>
                    <a:pt x="500502" y="63106"/>
                  </a:cubicBezTo>
                  <a:lnTo>
                    <a:pt x="497906" y="61235"/>
                  </a:lnTo>
                  <a:cubicBezTo>
                    <a:pt x="413984" y="70412"/>
                    <a:pt x="326139" y="67272"/>
                    <a:pt x="247471" y="92449"/>
                  </a:cubicBezTo>
                  <a:cubicBezTo>
                    <a:pt x="175866" y="115451"/>
                    <a:pt x="116336" y="175585"/>
                    <a:pt x="30846" y="147269"/>
                  </a:cubicBezTo>
                  <a:cubicBezTo>
                    <a:pt x="23601" y="144854"/>
                    <a:pt x="10499" y="160129"/>
                    <a:pt x="54" y="167193"/>
                  </a:cubicBezTo>
                  <a:cubicBezTo>
                    <a:pt x="9654" y="179268"/>
                    <a:pt x="17080" y="194482"/>
                    <a:pt x="29336" y="201848"/>
                  </a:cubicBezTo>
                  <a:cubicBezTo>
                    <a:pt x="69485" y="225998"/>
                    <a:pt x="105650" y="233907"/>
                    <a:pt x="154192" y="204987"/>
                  </a:cubicBezTo>
                  <a:cubicBezTo>
                    <a:pt x="220242" y="165562"/>
                    <a:pt x="295167" y="139541"/>
                    <a:pt x="368522" y="114425"/>
                  </a:cubicBezTo>
                  <a:cubicBezTo>
                    <a:pt x="397864" y="104403"/>
                    <a:pt x="419660" y="123179"/>
                    <a:pt x="392672" y="154695"/>
                  </a:cubicBezTo>
                  <a:cubicBezTo>
                    <a:pt x="341595" y="214225"/>
                    <a:pt x="364598" y="221771"/>
                    <a:pt x="429984" y="222858"/>
                  </a:cubicBezTo>
                  <a:cubicBezTo>
                    <a:pt x="535096" y="224609"/>
                    <a:pt x="559126" y="247008"/>
                    <a:pt x="537934" y="327850"/>
                  </a:cubicBezTo>
                  <a:cubicBezTo>
                    <a:pt x="519339" y="398972"/>
                    <a:pt x="477257" y="456388"/>
                    <a:pt x="601388" y="468282"/>
                  </a:cubicBezTo>
                  <a:cubicBezTo>
                    <a:pt x="643651" y="472327"/>
                    <a:pt x="630489" y="578828"/>
                    <a:pt x="580076" y="610223"/>
                  </a:cubicBezTo>
                  <a:cubicBezTo>
                    <a:pt x="552509" y="626742"/>
                    <a:pt x="523915" y="641485"/>
                    <a:pt x="494464" y="654357"/>
                  </a:cubicBezTo>
                  <a:cubicBezTo>
                    <a:pt x="431674" y="682975"/>
                    <a:pt x="422377" y="743350"/>
                    <a:pt x="452866" y="784646"/>
                  </a:cubicBezTo>
                  <a:cubicBezTo>
                    <a:pt x="502675" y="852085"/>
                    <a:pt x="506841" y="927735"/>
                    <a:pt x="529602" y="1001151"/>
                  </a:cubicBezTo>
                  <a:cubicBezTo>
                    <a:pt x="553752" y="1078853"/>
                    <a:pt x="585147" y="1164163"/>
                    <a:pt x="696599" y="1164163"/>
                  </a:cubicBezTo>
                  <a:cubicBezTo>
                    <a:pt x="725639" y="1164163"/>
                    <a:pt x="754982" y="1188313"/>
                    <a:pt x="783660" y="1201957"/>
                  </a:cubicBezTo>
                  <a:cubicBezTo>
                    <a:pt x="857438" y="1237639"/>
                    <a:pt x="882312" y="1228401"/>
                    <a:pt x="910447" y="1150941"/>
                  </a:cubicBezTo>
                  <a:cubicBezTo>
                    <a:pt x="929103" y="1099682"/>
                    <a:pt x="932303" y="1015640"/>
                    <a:pt x="965388" y="1001996"/>
                  </a:cubicBezTo>
                  <a:cubicBezTo>
                    <a:pt x="1057641" y="964080"/>
                    <a:pt x="1004330" y="858243"/>
                    <a:pt x="1063980" y="824192"/>
                  </a:cubicBezTo>
                  <a:cubicBezTo>
                    <a:pt x="1129185" y="787001"/>
                    <a:pt x="1207612" y="773296"/>
                    <a:pt x="1279036" y="746248"/>
                  </a:cubicBezTo>
                  <a:cubicBezTo>
                    <a:pt x="1296182" y="739788"/>
                    <a:pt x="1312483" y="723607"/>
                    <a:pt x="1322747" y="707729"/>
                  </a:cubicBezTo>
                  <a:cubicBezTo>
                    <a:pt x="1361809" y="647354"/>
                    <a:pt x="1421701" y="640411"/>
                    <a:pt x="1484793" y="619883"/>
                  </a:cubicBezTo>
                  <a:cubicBezTo>
                    <a:pt x="1544443" y="600443"/>
                    <a:pt x="1656680" y="616200"/>
                    <a:pt x="1654808" y="498047"/>
                  </a:cubicBezTo>
                  <a:close/>
                </a:path>
              </a:pathLst>
            </a:custGeom>
            <a:solidFill>
              <a:srgbClr val="FA7664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4" name="" descr="112c556a-a455-4021-92fe-422db06d4a97"/>
            <p:cNvSpPr/>
            <p:nvPr/>
          </p:nvSpPr>
          <p:spPr>
            <a:xfrm>
              <a:off x="5534166" y="6078861"/>
              <a:ext cx="118274" cy="64695"/>
            </a:xfrm>
            <a:custGeom>
              <a:gdLst>
                <a:gd name="connsiteX0" fmla="*/ 28612 w 118274"/>
                <a:gd name="connsiteY0" fmla="*/ 64790 h 64695"/>
                <a:gd name="connsiteX1" fmla="*/ 118329 w 118274"/>
                <a:gd name="connsiteY1" fmla="*/ 11479 h 64695"/>
                <a:gd name="connsiteX2" fmla="*/ 39842 w 118274"/>
                <a:gd name="connsiteY2" fmla="*/ 1155 h 64695"/>
                <a:gd name="connsiteX3" fmla="*/ 54 w 118274"/>
                <a:gd name="connsiteY3" fmla="*/ 31342 h 64695"/>
                <a:gd name="connsiteX4" fmla="*/ 28612 w 118274"/>
                <a:gd name="connsiteY4" fmla="*/ 64790 h 64695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274" h="64695">
                  <a:moveTo>
                    <a:pt x="28612" y="64790"/>
                  </a:moveTo>
                  <a:cubicBezTo>
                    <a:pt x="41834" y="65514"/>
                    <a:pt x="56022" y="50058"/>
                    <a:pt x="118329" y="11479"/>
                  </a:cubicBezTo>
                  <a:cubicBezTo>
                    <a:pt x="75100" y="5019"/>
                    <a:pt x="56022" y="-2709"/>
                    <a:pt x="39842" y="1155"/>
                  </a:cubicBezTo>
                  <a:cubicBezTo>
                    <a:pt x="25050" y="4656"/>
                    <a:pt x="13216" y="20837"/>
                    <a:pt x="54" y="31342"/>
                  </a:cubicBezTo>
                  <a:cubicBezTo>
                    <a:pt x="9352" y="43297"/>
                    <a:pt x="18409" y="64186"/>
                    <a:pt x="28612" y="64790"/>
                  </a:cubicBezTo>
                  <a:close/>
                </a:path>
              </a:pathLst>
            </a:custGeom>
            <a:solidFill>
              <a:srgbClr val="FA7664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309" name="" descr="ffd584ef-96f9-4c0a-be56-3a30640d431f"/>
            <p:cNvGrpSpPr/>
            <p:nvPr/>
          </p:nvGrpSpPr>
          <p:grpSpPr>
            <a:xfrm>
              <a:off x="6616808" y="5285637"/>
              <a:ext cx="1479017" cy="1222271"/>
              <a:chOff x="6616808" y="5285637"/>
              <a:chExt cx="1479017" cy="1222271"/>
            </a:xfrm>
          </p:grpSpPr>
          <p:sp>
            <p:nvSpPr>
              <p:cNvPr id="204" name="" descr="5a94e19a-f709-4317-8ebe-4d55ea5cdde2"/>
              <p:cNvSpPr/>
              <p:nvPr/>
            </p:nvSpPr>
            <p:spPr>
              <a:xfrm>
                <a:off x="7408616" y="5285637"/>
                <a:ext cx="263778" cy="389446"/>
              </a:xfrm>
              <a:custGeom>
                <a:gdLst>
                  <a:gd name="connsiteX0" fmla="*/ 245123 w 263778"/>
                  <a:gd name="connsiteY0" fmla="*/ 366321 h 389446"/>
                  <a:gd name="connsiteX1" fmla="*/ 249350 w 263778"/>
                  <a:gd name="connsiteY1" fmla="*/ 130497 h 389446"/>
                  <a:gd name="connsiteX2" fmla="*/ 145686 w 263778"/>
                  <a:gd name="connsiteY2" fmla="*/ 2925 h 389446"/>
                  <a:gd name="connsiteX3" fmla="*/ 4711 w 263778"/>
                  <a:gd name="connsiteY3" fmla="*/ 97895 h 389446"/>
                  <a:gd name="connsiteX4" fmla="*/ 54097 w 263778"/>
                  <a:gd name="connsiteY4" fmla="*/ 272982 h 389446"/>
                  <a:gd name="connsiteX5" fmla="*/ 201533 w 263778"/>
                  <a:gd name="connsiteY5" fmla="*/ 389566 h 389446"/>
                  <a:gd name="connsiteX6" fmla="*/ 245123 w 263778"/>
                  <a:gd name="connsiteY6" fmla="*/ 366321 h 3894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3778" h="389446">
                    <a:moveTo>
                      <a:pt x="245123" y="366321"/>
                    </a:moveTo>
                    <a:cubicBezTo>
                      <a:pt x="268549" y="289657"/>
                      <a:pt x="269998" y="207952"/>
                      <a:pt x="249350" y="130497"/>
                    </a:cubicBezTo>
                    <a:cubicBezTo>
                      <a:pt x="234376" y="74952"/>
                      <a:pt x="201472" y="16932"/>
                      <a:pt x="145686" y="2925"/>
                    </a:cubicBezTo>
                    <a:cubicBezTo>
                      <a:pt x="84647" y="-12350"/>
                      <a:pt x="20167" y="36916"/>
                      <a:pt x="4711" y="97895"/>
                    </a:cubicBezTo>
                    <a:cubicBezTo>
                      <a:pt x="-10745" y="158873"/>
                      <a:pt x="13948" y="224682"/>
                      <a:pt x="54097" y="272982"/>
                    </a:cubicBezTo>
                    <a:cubicBezTo>
                      <a:pt x="94247" y="321282"/>
                      <a:pt x="148403" y="355877"/>
                      <a:pt x="201533" y="389566"/>
                    </a:cubicBezTo>
                    <a:cubicBezTo>
                      <a:pt x="216566" y="383468"/>
                      <a:pt x="230090" y="372480"/>
                      <a:pt x="245123" y="366321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" name="" descr="3f63a0a3-b8b8-45ff-81ff-32bc0298c826"/>
              <p:cNvSpPr/>
              <p:nvPr/>
            </p:nvSpPr>
            <p:spPr>
              <a:xfrm>
                <a:off x="7661534" y="5332671"/>
                <a:ext cx="318245" cy="341748"/>
              </a:xfrm>
              <a:custGeom>
                <a:gdLst>
                  <a:gd name="connsiteX0" fmla="*/ 40988 w 318245"/>
                  <a:gd name="connsiteY0" fmla="*/ 341868 h 341748"/>
                  <a:gd name="connsiteX1" fmla="*/ 251214 w 318245"/>
                  <a:gd name="connsiteY1" fmla="*/ 234944 h 341748"/>
                  <a:gd name="connsiteX2" fmla="*/ 315271 w 318245"/>
                  <a:gd name="connsiteY2" fmla="*/ 83584 h 341748"/>
                  <a:gd name="connsiteX3" fmla="*/ 165300 w 318245"/>
                  <a:gd name="connsiteY3" fmla="*/ 3648 h 341748"/>
                  <a:gd name="connsiteX4" fmla="*/ 33864 w 318245"/>
                  <a:gd name="connsiteY4" fmla="*/ 129348 h 341748"/>
                  <a:gd name="connsiteX5" fmla="*/ 54 w 318245"/>
                  <a:gd name="connsiteY5" fmla="*/ 314276 h 341748"/>
                  <a:gd name="connsiteX6" fmla="*/ 40988 w 318245"/>
                  <a:gd name="connsiteY6" fmla="*/ 341868 h 34174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8245" h="341748">
                    <a:moveTo>
                      <a:pt x="40988" y="341868"/>
                    </a:moveTo>
                    <a:cubicBezTo>
                      <a:pt x="119657" y="326587"/>
                      <a:pt x="192529" y="289541"/>
                      <a:pt x="251214" y="234944"/>
                    </a:cubicBezTo>
                    <a:cubicBezTo>
                      <a:pt x="293476" y="195700"/>
                      <a:pt x="329097" y="139431"/>
                      <a:pt x="315271" y="83584"/>
                    </a:cubicBezTo>
                    <a:cubicBezTo>
                      <a:pt x="300178" y="22485"/>
                      <a:pt x="226400" y="-11325"/>
                      <a:pt x="165300" y="3648"/>
                    </a:cubicBezTo>
                    <a:cubicBezTo>
                      <a:pt x="104201" y="18621"/>
                      <a:pt x="57772" y="71147"/>
                      <a:pt x="33864" y="129348"/>
                    </a:cubicBezTo>
                    <a:cubicBezTo>
                      <a:pt x="9956" y="187550"/>
                      <a:pt x="4824" y="251487"/>
                      <a:pt x="54" y="314276"/>
                    </a:cubicBezTo>
                    <a:cubicBezTo>
                      <a:pt x="12491" y="324661"/>
                      <a:pt x="28551" y="331483"/>
                      <a:pt x="40988" y="341868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6" name="" descr="26c6cc8d-34bf-424f-b745-862dc6640285"/>
              <p:cNvSpPr/>
              <p:nvPr/>
            </p:nvSpPr>
            <p:spPr>
              <a:xfrm>
                <a:off x="7705427" y="5620828"/>
                <a:ext cx="390398" cy="257175"/>
              </a:xfrm>
              <a:custGeom>
                <a:gdLst>
                  <a:gd name="connsiteX0" fmla="*/ 54 w 390398"/>
                  <a:gd name="connsiteY0" fmla="*/ 107383 h 257175"/>
                  <a:gd name="connsiteX1" fmla="*/ 193254 w 390398"/>
                  <a:gd name="connsiteY1" fmla="*/ 242865 h 257175"/>
                  <a:gd name="connsiteX2" fmla="*/ 356991 w 390398"/>
                  <a:gd name="connsiteY2" fmla="*/ 228435 h 257175"/>
                  <a:gd name="connsiteX3" fmla="*/ 356991 w 390398"/>
                  <a:gd name="connsiteY3" fmla="*/ 58480 h 257175"/>
                  <a:gd name="connsiteX4" fmla="*/ 184318 w 390398"/>
                  <a:gd name="connsiteY4" fmla="*/ 1365 h 257175"/>
                  <a:gd name="connsiteX5" fmla="*/ 5186 w 390398"/>
                  <a:gd name="connsiteY5" fmla="*/ 58238 h 257175"/>
                  <a:gd name="connsiteX6" fmla="*/ 54 w 390398"/>
                  <a:gd name="connsiteY6" fmla="*/ 107383 h 25717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0398" h="257175">
                    <a:moveTo>
                      <a:pt x="54" y="107383"/>
                    </a:moveTo>
                    <a:cubicBezTo>
                      <a:pt x="50528" y="169726"/>
                      <a:pt x="117423" y="216668"/>
                      <a:pt x="193254" y="242865"/>
                    </a:cubicBezTo>
                    <a:cubicBezTo>
                      <a:pt x="247591" y="261641"/>
                      <a:pt x="314004" y="267015"/>
                      <a:pt x="356991" y="228435"/>
                    </a:cubicBezTo>
                    <a:cubicBezTo>
                      <a:pt x="403901" y="186173"/>
                      <a:pt x="399253" y="105451"/>
                      <a:pt x="356991" y="58480"/>
                    </a:cubicBezTo>
                    <a:cubicBezTo>
                      <a:pt x="314728" y="11508"/>
                      <a:pt x="246987" y="-4793"/>
                      <a:pt x="184318" y="1365"/>
                    </a:cubicBezTo>
                    <a:cubicBezTo>
                      <a:pt x="121649" y="7524"/>
                      <a:pt x="62844" y="33062"/>
                      <a:pt x="5186" y="58238"/>
                    </a:cubicBezTo>
                    <a:cubicBezTo>
                      <a:pt x="1865" y="74117"/>
                      <a:pt x="3495" y="91505"/>
                      <a:pt x="54" y="107383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" name="" descr="3ecb5f72-d402-47c1-9695-8fd62dc45136"/>
              <p:cNvSpPr/>
              <p:nvPr/>
            </p:nvSpPr>
            <p:spPr>
              <a:xfrm>
                <a:off x="7625180" y="5737390"/>
                <a:ext cx="254474" cy="396121"/>
              </a:xfrm>
              <a:custGeom>
                <a:gdLst>
                  <a:gd name="connsiteX0" fmla="*/ 34295 w 254474"/>
                  <a:gd name="connsiteY0" fmla="*/ 18594 h 396121"/>
                  <a:gd name="connsiteX1" fmla="*/ 5194 w 254474"/>
                  <a:gd name="connsiteY1" fmla="*/ 252667 h 396121"/>
                  <a:gd name="connsiteX2" fmla="*/ 94730 w 254474"/>
                  <a:gd name="connsiteY2" fmla="*/ 390443 h 396121"/>
                  <a:gd name="connsiteX3" fmla="*/ 244943 w 254474"/>
                  <a:gd name="connsiteY3" fmla="*/ 310929 h 396121"/>
                  <a:gd name="connsiteX4" fmla="*/ 214393 w 254474"/>
                  <a:gd name="connsiteY4" fmla="*/ 131676 h 396121"/>
                  <a:gd name="connsiteX5" fmla="*/ 80120 w 254474"/>
                  <a:gd name="connsiteY5" fmla="*/ 119 h 396121"/>
                  <a:gd name="connsiteX6" fmla="*/ 34295 w 254474"/>
                  <a:gd name="connsiteY6" fmla="*/ 18594 h 39612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4473" h="396121">
                    <a:moveTo>
                      <a:pt x="34295" y="18594"/>
                    </a:moveTo>
                    <a:cubicBezTo>
                      <a:pt x="2900" y="92360"/>
                      <a:pt x="-7183" y="173456"/>
                      <a:pt x="5194" y="252667"/>
                    </a:cubicBezTo>
                    <a:cubicBezTo>
                      <a:pt x="14130" y="309480"/>
                      <a:pt x="40695" y="370640"/>
                      <a:pt x="94730" y="390443"/>
                    </a:cubicBezTo>
                    <a:cubicBezTo>
                      <a:pt x="153777" y="412178"/>
                      <a:pt x="223147" y="369976"/>
                      <a:pt x="244943" y="310929"/>
                    </a:cubicBezTo>
                    <a:cubicBezTo>
                      <a:pt x="266738" y="251882"/>
                      <a:pt x="249169" y="184142"/>
                      <a:pt x="214393" y="131676"/>
                    </a:cubicBezTo>
                    <a:cubicBezTo>
                      <a:pt x="179617" y="79210"/>
                      <a:pt x="129386" y="39242"/>
                      <a:pt x="80120" y="119"/>
                    </a:cubicBezTo>
                    <a:cubicBezTo>
                      <a:pt x="64542" y="4587"/>
                      <a:pt x="49872" y="14066"/>
                      <a:pt x="34295" y="18594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" name="" descr="88d88a44-fa50-4994-b9f9-659e5f1f7d6e"/>
              <p:cNvSpPr/>
              <p:nvPr/>
            </p:nvSpPr>
            <p:spPr>
              <a:xfrm>
                <a:off x="7312273" y="5728455"/>
                <a:ext cx="338876" cy="324263"/>
              </a:xfrm>
              <a:custGeom>
                <a:gdLst>
                  <a:gd name="connsiteX0" fmla="*/ 301076 w 338876"/>
                  <a:gd name="connsiteY0" fmla="*/ 119 h 324263"/>
                  <a:gd name="connsiteX1" fmla="*/ 80708 w 338876"/>
                  <a:gd name="connsiteY1" fmla="*/ 84161 h 324263"/>
                  <a:gd name="connsiteX2" fmla="*/ 1013 w 338876"/>
                  <a:gd name="connsiteY2" fmla="*/ 227913 h 324263"/>
                  <a:gd name="connsiteX3" fmla="*/ 141747 w 338876"/>
                  <a:gd name="connsiteY3" fmla="*/ 323306 h 324263"/>
                  <a:gd name="connsiteX4" fmla="*/ 285680 w 338876"/>
                  <a:gd name="connsiteY4" fmla="*/ 212156 h 324263"/>
                  <a:gd name="connsiteX5" fmla="*/ 338930 w 338876"/>
                  <a:gd name="connsiteY5" fmla="*/ 31876 h 324263"/>
                  <a:gd name="connsiteX6" fmla="*/ 301076 w 338876"/>
                  <a:gd name="connsiteY6" fmla="*/ 119 h 32426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8876" h="324263">
                    <a:moveTo>
                      <a:pt x="301076" y="119"/>
                    </a:moveTo>
                    <a:cubicBezTo>
                      <a:pt x="221199" y="6978"/>
                      <a:pt x="144886" y="36091"/>
                      <a:pt x="80708" y="84161"/>
                    </a:cubicBezTo>
                    <a:cubicBezTo>
                      <a:pt x="34763" y="118756"/>
                      <a:pt x="-6836" y="170920"/>
                      <a:pt x="1013" y="227913"/>
                    </a:cubicBezTo>
                    <a:cubicBezTo>
                      <a:pt x="9586" y="290220"/>
                      <a:pt x="79500" y="331698"/>
                      <a:pt x="141747" y="323306"/>
                    </a:cubicBezTo>
                    <a:cubicBezTo>
                      <a:pt x="203993" y="314914"/>
                      <a:pt x="255734" y="267519"/>
                      <a:pt x="285680" y="212156"/>
                    </a:cubicBezTo>
                    <a:cubicBezTo>
                      <a:pt x="315626" y="156792"/>
                      <a:pt x="327460" y="93761"/>
                      <a:pt x="338930" y="31876"/>
                    </a:cubicBezTo>
                    <a:cubicBezTo>
                      <a:pt x="327640" y="20043"/>
                      <a:pt x="312124" y="11591"/>
                      <a:pt x="301076" y="119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9" name="" descr="4e4f5724-7e3a-455f-9203-36bdd2b774df"/>
              <p:cNvSpPr/>
              <p:nvPr/>
            </p:nvSpPr>
            <p:spPr>
              <a:xfrm>
                <a:off x="7220006" y="5546495"/>
                <a:ext cx="392262" cy="254010"/>
              </a:xfrm>
              <a:custGeom>
                <a:gdLst>
                  <a:gd name="connsiteX0" fmla="*/ 392317 w 392262"/>
                  <a:gd name="connsiteY0" fmla="*/ 135470 h 254010"/>
                  <a:gd name="connsiteX1" fmla="*/ 192295 w 392262"/>
                  <a:gd name="connsiteY1" fmla="*/ 10494 h 254010"/>
                  <a:gd name="connsiteX2" fmla="*/ 29283 w 392262"/>
                  <a:gd name="connsiteY2" fmla="*/ 33678 h 254010"/>
                  <a:gd name="connsiteX3" fmla="*/ 38158 w 392262"/>
                  <a:gd name="connsiteY3" fmla="*/ 203392 h 254010"/>
                  <a:gd name="connsiteX4" fmla="*/ 213608 w 392262"/>
                  <a:gd name="connsiteY4" fmla="*/ 251148 h 254010"/>
                  <a:gd name="connsiteX5" fmla="*/ 389479 w 392262"/>
                  <a:gd name="connsiteY5" fmla="*/ 184736 h 254010"/>
                  <a:gd name="connsiteX6" fmla="*/ 392317 w 392262"/>
                  <a:gd name="connsiteY6" fmla="*/ 135470 h 25401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2262" h="254010">
                    <a:moveTo>
                      <a:pt x="392317" y="135470"/>
                    </a:moveTo>
                    <a:cubicBezTo>
                      <a:pt x="338644" y="75910"/>
                      <a:pt x="269333" y="32603"/>
                      <a:pt x="192295" y="10494"/>
                    </a:cubicBezTo>
                    <a:cubicBezTo>
                      <a:pt x="136991" y="-5324"/>
                      <a:pt x="70278" y="-6954"/>
                      <a:pt x="29283" y="33678"/>
                    </a:cubicBezTo>
                    <a:cubicBezTo>
                      <a:pt x="-15274" y="78114"/>
                      <a:pt x="-6157" y="158775"/>
                      <a:pt x="38158" y="203392"/>
                    </a:cubicBezTo>
                    <a:cubicBezTo>
                      <a:pt x="82473" y="248009"/>
                      <a:pt x="151421" y="260687"/>
                      <a:pt x="213608" y="251148"/>
                    </a:cubicBezTo>
                    <a:cubicBezTo>
                      <a:pt x="275793" y="241609"/>
                      <a:pt x="333270" y="213052"/>
                      <a:pt x="389479" y="184736"/>
                    </a:cubicBezTo>
                    <a:cubicBezTo>
                      <a:pt x="392317" y="168736"/>
                      <a:pt x="389540" y="151530"/>
                      <a:pt x="392317" y="135470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" name="" descr="749f0b15-85c6-400c-ad06-c10e612f3aa6"/>
              <p:cNvSpPr/>
              <p:nvPr/>
            </p:nvSpPr>
            <p:spPr>
              <a:xfrm>
                <a:off x="7576797" y="5621155"/>
                <a:ext cx="165126" cy="165093"/>
              </a:xfrm>
              <a:custGeom>
                <a:gdLst>
                  <a:gd name="connsiteX0" fmla="*/ 154826 w 165126"/>
                  <a:gd name="connsiteY0" fmla="*/ 42697 h 165093"/>
                  <a:gd name="connsiteX1" fmla="*/ 122586 w 165126"/>
                  <a:gd name="connsiteY1" fmla="*/ 154874 h 165093"/>
                  <a:gd name="connsiteX2" fmla="*/ 10409 w 165126"/>
                  <a:gd name="connsiteY2" fmla="*/ 122634 h 165093"/>
                  <a:gd name="connsiteX3" fmla="*/ 42650 w 165126"/>
                  <a:gd name="connsiteY3" fmla="*/ 10457 h 165093"/>
                  <a:gd name="connsiteX4" fmla="*/ 42650 w 165126"/>
                  <a:gd name="connsiteY4" fmla="*/ 10457 h 165093"/>
                  <a:gd name="connsiteX5" fmla="*/ 154826 w 165126"/>
                  <a:gd name="connsiteY5" fmla="*/ 42697 h 16509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5126" h="165093">
                    <a:moveTo>
                      <a:pt x="154826" y="42697"/>
                    </a:moveTo>
                    <a:cubicBezTo>
                      <a:pt x="176923" y="82575"/>
                      <a:pt x="162494" y="132801"/>
                      <a:pt x="122586" y="154874"/>
                    </a:cubicBezTo>
                    <a:cubicBezTo>
                      <a:pt x="82678" y="176947"/>
                      <a:pt x="32506" y="162517"/>
                      <a:pt x="10409" y="122634"/>
                    </a:cubicBezTo>
                    <a:cubicBezTo>
                      <a:pt x="-11688" y="82756"/>
                      <a:pt x="2741" y="32530"/>
                      <a:pt x="42650" y="10457"/>
                    </a:cubicBezTo>
                    <a:cubicBezTo>
                      <a:pt x="42650" y="10457"/>
                      <a:pt x="42650" y="10457"/>
                      <a:pt x="42650" y="10457"/>
                    </a:cubicBezTo>
                    <a:cubicBezTo>
                      <a:pt x="82557" y="-11616"/>
                      <a:pt x="132729" y="2820"/>
                      <a:pt x="154826" y="42697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1" name="" descr="8d524b0d-cd92-4933-9caa-7225cc0b5c1c"/>
              <p:cNvSpPr/>
              <p:nvPr/>
            </p:nvSpPr>
            <p:spPr>
              <a:xfrm>
                <a:off x="7283768" y="5643126"/>
                <a:ext cx="273317" cy="35418"/>
              </a:xfrm>
              <a:custGeom>
                <a:gdLst>
                  <a:gd name="connsiteX0" fmla="*/ 54 w 273317"/>
                  <a:gd name="connsiteY0" fmla="*/ 320 h 35418"/>
                  <a:gd name="connsiteX1" fmla="*/ 273371 w 273317"/>
                  <a:gd name="connsiteY1" fmla="*/ 35337 h 35418"/>
                  <a:gd name="connsiteX2" fmla="*/ 54 w 273317"/>
                  <a:gd name="connsiteY2" fmla="*/ 320 h 3541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3317" h="35418">
                    <a:moveTo>
                      <a:pt x="54" y="320"/>
                    </a:moveTo>
                    <a:cubicBezTo>
                      <a:pt x="92368" y="-1594"/>
                      <a:pt x="184500" y="10203"/>
                      <a:pt x="273371" y="35337"/>
                    </a:cubicBezTo>
                    <a:cubicBezTo>
                      <a:pt x="181058" y="37251"/>
                      <a:pt x="88927" y="25454"/>
                      <a:pt x="54" y="32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2" name="" descr="c91d2d14-8157-4d7c-98c4-b99e7132b5b2"/>
              <p:cNvSpPr/>
              <p:nvPr/>
            </p:nvSpPr>
            <p:spPr>
              <a:xfrm>
                <a:off x="7408140" y="5775728"/>
                <a:ext cx="181366" cy="204851"/>
              </a:xfrm>
              <a:custGeom>
                <a:gdLst>
                  <a:gd name="connsiteX0" fmla="*/ 54 w 181366"/>
                  <a:gd name="connsiteY0" fmla="*/ 204971 h 204851"/>
                  <a:gd name="connsiteX1" fmla="*/ 88625 w 181366"/>
                  <a:gd name="connsiteY1" fmla="*/ 100704 h 204851"/>
                  <a:gd name="connsiteX2" fmla="*/ 181421 w 181366"/>
                  <a:gd name="connsiteY2" fmla="*/ 119 h 204851"/>
                  <a:gd name="connsiteX3" fmla="*/ 296 w 181366"/>
                  <a:gd name="connsiteY3" fmla="*/ 204971 h 20485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66" h="204851">
                    <a:moveTo>
                      <a:pt x="54" y="204971"/>
                    </a:moveTo>
                    <a:cubicBezTo>
                      <a:pt x="28371" y="168323"/>
                      <a:pt x="58800" y="134876"/>
                      <a:pt x="88625" y="100704"/>
                    </a:cubicBezTo>
                    <a:cubicBezTo>
                      <a:pt x="118450" y="66532"/>
                      <a:pt x="148396" y="32721"/>
                      <a:pt x="181421" y="119"/>
                    </a:cubicBezTo>
                    <a:cubicBezTo>
                      <a:pt x="139581" y="82803"/>
                      <a:pt x="77214" y="153338"/>
                      <a:pt x="296" y="20497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3" name="" descr="fc110f13-099d-4bd3-b4b4-37f45222fe41"/>
              <p:cNvSpPr/>
              <p:nvPr/>
            </p:nvSpPr>
            <p:spPr>
              <a:xfrm>
                <a:off x="7403009" y="5722900"/>
                <a:ext cx="145744" cy="71363"/>
              </a:xfrm>
              <a:custGeom>
                <a:gdLst>
                  <a:gd name="connsiteX0" fmla="*/ 54 w 145744"/>
                  <a:gd name="connsiteY0" fmla="*/ 71482 h 71363"/>
                  <a:gd name="connsiteX1" fmla="*/ 145799 w 145744"/>
                  <a:gd name="connsiteY1" fmla="*/ 119 h 71363"/>
                  <a:gd name="connsiteX2" fmla="*/ 77395 w 145744"/>
                  <a:gd name="connsiteY2" fmla="*/ 44978 h 71363"/>
                  <a:gd name="connsiteX3" fmla="*/ 54 w 145744"/>
                  <a:gd name="connsiteY3" fmla="*/ 71482 h 7136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5744" h="71363">
                    <a:moveTo>
                      <a:pt x="54" y="71482"/>
                    </a:moveTo>
                    <a:cubicBezTo>
                      <a:pt x="41834" y="35819"/>
                      <a:pt x="92005" y="11276"/>
                      <a:pt x="145799" y="119"/>
                    </a:cubicBezTo>
                    <a:cubicBezTo>
                      <a:pt x="125211" y="18243"/>
                      <a:pt x="102209" y="33343"/>
                      <a:pt x="77395" y="44978"/>
                    </a:cubicBezTo>
                    <a:cubicBezTo>
                      <a:pt x="53003" y="57397"/>
                      <a:pt x="26922" y="66314"/>
                      <a:pt x="54" y="714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4" name="" descr="e33a70f4-3b51-40c5-a645-2826af49695a"/>
              <p:cNvSpPr/>
              <p:nvPr/>
            </p:nvSpPr>
            <p:spPr>
              <a:xfrm>
                <a:off x="7621091" y="5799214"/>
                <a:ext cx="23090" cy="64540"/>
              </a:xfrm>
              <a:custGeom>
                <a:gdLst>
                  <a:gd name="connsiteX0" fmla="*/ 4091 w 23090"/>
                  <a:gd name="connsiteY0" fmla="*/ 64660 h 64540"/>
                  <a:gd name="connsiteX1" fmla="*/ 18943 w 23090"/>
                  <a:gd name="connsiteY1" fmla="*/ 119 h 64540"/>
                  <a:gd name="connsiteX2" fmla="*/ 21479 w 23090"/>
                  <a:gd name="connsiteY2" fmla="*/ 34714 h 64540"/>
                  <a:gd name="connsiteX3" fmla="*/ 4091 w 23090"/>
                  <a:gd name="connsiteY3" fmla="*/ 64660 h 6454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090" h="64540">
                    <a:moveTo>
                      <a:pt x="4091" y="64660"/>
                    </a:moveTo>
                    <a:cubicBezTo>
                      <a:pt x="-4723" y="42140"/>
                      <a:pt x="1193" y="16535"/>
                      <a:pt x="18943" y="119"/>
                    </a:cubicBezTo>
                    <a:cubicBezTo>
                      <a:pt x="23471" y="11077"/>
                      <a:pt x="24377" y="23213"/>
                      <a:pt x="21479" y="34714"/>
                    </a:cubicBezTo>
                    <a:cubicBezTo>
                      <a:pt x="19004" y="46294"/>
                      <a:pt x="12906" y="56781"/>
                      <a:pt x="4091" y="6466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5" name="" descr="bfa3d016-021a-45aa-a824-bdf986f1cf2a"/>
              <p:cNvSpPr/>
              <p:nvPr/>
            </p:nvSpPr>
            <p:spPr>
              <a:xfrm>
                <a:off x="7728852" y="5755684"/>
                <a:ext cx="65627" cy="54940"/>
              </a:xfrm>
              <a:custGeom>
                <a:gdLst>
                  <a:gd name="connsiteX0" fmla="*/ 54 w 65627"/>
                  <a:gd name="connsiteY0" fmla="*/ 119 h 54940"/>
                  <a:gd name="connsiteX1" fmla="*/ 65682 w 65627"/>
                  <a:gd name="connsiteY1" fmla="*/ 55060 h 54940"/>
                  <a:gd name="connsiteX2" fmla="*/ 26317 w 65627"/>
                  <a:gd name="connsiteY2" fmla="*/ 35438 h 54940"/>
                  <a:gd name="connsiteX3" fmla="*/ 54 w 65627"/>
                  <a:gd name="connsiteY3" fmla="*/ 119 h 5494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627" h="54940">
                    <a:moveTo>
                      <a:pt x="54" y="119"/>
                    </a:moveTo>
                    <a:cubicBezTo>
                      <a:pt x="29457" y="6935"/>
                      <a:pt x="53787" y="27336"/>
                      <a:pt x="65682" y="55060"/>
                    </a:cubicBezTo>
                    <a:cubicBezTo>
                      <a:pt x="51071" y="52017"/>
                      <a:pt x="37547" y="45255"/>
                      <a:pt x="26317" y="35438"/>
                    </a:cubicBezTo>
                    <a:cubicBezTo>
                      <a:pt x="14725" y="26080"/>
                      <a:pt x="5669" y="13927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6" name="" descr="07ad73a6-25b4-4ef1-8a1d-17f2f3b17873"/>
              <p:cNvSpPr/>
              <p:nvPr/>
            </p:nvSpPr>
            <p:spPr>
              <a:xfrm>
                <a:off x="7730724" y="5634805"/>
                <a:ext cx="82109" cy="33665"/>
              </a:xfrm>
              <a:custGeom>
                <a:gdLst>
                  <a:gd name="connsiteX0" fmla="*/ 54 w 82109"/>
                  <a:gd name="connsiteY0" fmla="*/ 33394 h 33665"/>
                  <a:gd name="connsiteX1" fmla="*/ 82164 w 82109"/>
                  <a:gd name="connsiteY1" fmla="*/ 369 h 33665"/>
                  <a:gd name="connsiteX2" fmla="*/ 44913 w 82109"/>
                  <a:gd name="connsiteY2" fmla="*/ 26330 h 33665"/>
                  <a:gd name="connsiteX3" fmla="*/ 54 w 82109"/>
                  <a:gd name="connsiteY3" fmla="*/ 33394 h 3366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2109" h="33665">
                    <a:moveTo>
                      <a:pt x="54" y="33394"/>
                    </a:moveTo>
                    <a:cubicBezTo>
                      <a:pt x="20883" y="10367"/>
                      <a:pt x="51192" y="-1811"/>
                      <a:pt x="82164" y="369"/>
                    </a:cubicBezTo>
                    <a:cubicBezTo>
                      <a:pt x="72142" y="12027"/>
                      <a:pt x="59342" y="20957"/>
                      <a:pt x="44913" y="26330"/>
                    </a:cubicBezTo>
                    <a:cubicBezTo>
                      <a:pt x="30785" y="32379"/>
                      <a:pt x="15390" y="34807"/>
                      <a:pt x="54" y="3339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7" name="" descr="78c85862-4748-49a0-9e38-946e66fabecf"/>
              <p:cNvSpPr/>
              <p:nvPr/>
            </p:nvSpPr>
            <p:spPr>
              <a:xfrm>
                <a:off x="7657511" y="5524508"/>
                <a:ext cx="23969" cy="90441"/>
              </a:xfrm>
              <a:custGeom>
                <a:gdLst>
                  <a:gd name="connsiteX0" fmla="*/ 3896 w 23969"/>
                  <a:gd name="connsiteY0" fmla="*/ 90561 h 90441"/>
                  <a:gd name="connsiteX1" fmla="*/ 2024 w 23969"/>
                  <a:gd name="connsiteY1" fmla="*/ 43529 h 90441"/>
                  <a:gd name="connsiteX2" fmla="*/ 20137 w 23969"/>
                  <a:gd name="connsiteY2" fmla="*/ 119 h 90441"/>
                  <a:gd name="connsiteX3" fmla="*/ 22009 w 23969"/>
                  <a:gd name="connsiteY3" fmla="*/ 47151 h 90441"/>
                  <a:gd name="connsiteX4" fmla="*/ 3896 w 23969"/>
                  <a:gd name="connsiteY4" fmla="*/ 90561 h 9044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69" h="90441">
                    <a:moveTo>
                      <a:pt x="3896" y="90561"/>
                    </a:moveTo>
                    <a:cubicBezTo>
                      <a:pt x="-511" y="75262"/>
                      <a:pt x="-1115" y="59130"/>
                      <a:pt x="2024" y="43529"/>
                    </a:cubicBezTo>
                    <a:cubicBezTo>
                      <a:pt x="4440" y="27801"/>
                      <a:pt x="10658" y="12901"/>
                      <a:pt x="20137" y="119"/>
                    </a:cubicBezTo>
                    <a:cubicBezTo>
                      <a:pt x="24605" y="15412"/>
                      <a:pt x="25209" y="31557"/>
                      <a:pt x="22009" y="47151"/>
                    </a:cubicBezTo>
                    <a:cubicBezTo>
                      <a:pt x="19533" y="62867"/>
                      <a:pt x="13314" y="77755"/>
                      <a:pt x="3896" y="9056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8" name="" descr="c06c19b3-ec9c-4ca7-a6c0-779e983862aa"/>
              <p:cNvSpPr/>
              <p:nvPr/>
            </p:nvSpPr>
            <p:spPr>
              <a:xfrm>
                <a:off x="7477995" y="5345739"/>
                <a:ext cx="129141" cy="273015"/>
              </a:xfrm>
              <a:custGeom>
                <a:gdLst>
                  <a:gd name="connsiteX0" fmla="*/ 129196 w 129141"/>
                  <a:gd name="connsiteY0" fmla="*/ 273134 h 273015"/>
                  <a:gd name="connsiteX1" fmla="*/ 54 w 129141"/>
                  <a:gd name="connsiteY1" fmla="*/ 119 h 273015"/>
                  <a:gd name="connsiteX2" fmla="*/ 129196 w 129141"/>
                  <a:gd name="connsiteY2" fmla="*/ 273134 h 27301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41" h="273015">
                    <a:moveTo>
                      <a:pt x="129196" y="273134"/>
                    </a:moveTo>
                    <a:cubicBezTo>
                      <a:pt x="74074" y="188350"/>
                      <a:pt x="30604" y="96514"/>
                      <a:pt x="54" y="119"/>
                    </a:cubicBezTo>
                    <a:cubicBezTo>
                      <a:pt x="55177" y="84904"/>
                      <a:pt x="98646" y="176740"/>
                      <a:pt x="129196" y="27313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" name="" descr="671ea214-16eb-43af-b524-1adc35a4fc9d"/>
              <p:cNvSpPr/>
              <p:nvPr/>
            </p:nvSpPr>
            <p:spPr>
              <a:xfrm>
                <a:off x="7487775" y="5583555"/>
                <a:ext cx="78487" cy="62970"/>
              </a:xfrm>
              <a:custGeom>
                <a:gdLst>
                  <a:gd name="connsiteX0" fmla="*/ 54 w 78487"/>
                  <a:gd name="connsiteY0" fmla="*/ 119 h 62970"/>
                  <a:gd name="connsiteX1" fmla="*/ 78542 w 78487"/>
                  <a:gd name="connsiteY1" fmla="*/ 63090 h 62970"/>
                  <a:gd name="connsiteX2" fmla="*/ 32838 w 78487"/>
                  <a:gd name="connsiteY2" fmla="*/ 39604 h 62970"/>
                  <a:gd name="connsiteX3" fmla="*/ 54 w 78487"/>
                  <a:gd name="connsiteY3" fmla="*/ 119 h 6297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487" h="62970">
                    <a:moveTo>
                      <a:pt x="54" y="119"/>
                    </a:moveTo>
                    <a:cubicBezTo>
                      <a:pt x="33622" y="9707"/>
                      <a:pt x="61878" y="32408"/>
                      <a:pt x="78542" y="63090"/>
                    </a:cubicBezTo>
                    <a:cubicBezTo>
                      <a:pt x="61757" y="58767"/>
                      <a:pt x="46120" y="50744"/>
                      <a:pt x="32838" y="39604"/>
                    </a:cubicBezTo>
                    <a:cubicBezTo>
                      <a:pt x="19133" y="29021"/>
                      <a:pt x="7963" y="15533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" name="" descr="49ec78ef-fd02-4ae6-a6c6-9f345dcc30ff"/>
              <p:cNvSpPr/>
              <p:nvPr/>
            </p:nvSpPr>
            <p:spPr>
              <a:xfrm>
                <a:off x="7700838" y="5803561"/>
                <a:ext cx="71966" cy="239446"/>
              </a:xfrm>
              <a:custGeom>
                <a:gdLst>
                  <a:gd name="connsiteX0" fmla="*/ 54 w 71966"/>
                  <a:gd name="connsiteY0" fmla="*/ 119 h 239446"/>
                  <a:gd name="connsiteX1" fmla="*/ 45818 w 71966"/>
                  <a:gd name="connsiteY1" fmla="*/ 116884 h 239446"/>
                  <a:gd name="connsiteX2" fmla="*/ 72021 w 71966"/>
                  <a:gd name="connsiteY2" fmla="*/ 239566 h 239446"/>
                  <a:gd name="connsiteX3" fmla="*/ 26257 w 71966"/>
                  <a:gd name="connsiteY3" fmla="*/ 122801 h 239446"/>
                  <a:gd name="connsiteX4" fmla="*/ 54 w 71966"/>
                  <a:gd name="connsiteY4" fmla="*/ 119 h 2394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966" h="239446">
                    <a:moveTo>
                      <a:pt x="54" y="119"/>
                    </a:moveTo>
                    <a:cubicBezTo>
                      <a:pt x="18831" y="37558"/>
                      <a:pt x="34166" y="76644"/>
                      <a:pt x="45818" y="116884"/>
                    </a:cubicBezTo>
                    <a:cubicBezTo>
                      <a:pt x="58316" y="156876"/>
                      <a:pt x="67131" y="197949"/>
                      <a:pt x="72021" y="239566"/>
                    </a:cubicBezTo>
                    <a:cubicBezTo>
                      <a:pt x="53184" y="202152"/>
                      <a:pt x="37849" y="163059"/>
                      <a:pt x="26257" y="122801"/>
                    </a:cubicBezTo>
                    <a:cubicBezTo>
                      <a:pt x="13819" y="82790"/>
                      <a:pt x="5005" y="41729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1" name="" descr="8be4f8a0-a32e-49d3-a0cf-5ffb8bb455a0"/>
              <p:cNvSpPr/>
              <p:nvPr/>
            </p:nvSpPr>
            <p:spPr>
              <a:xfrm>
                <a:off x="7773892" y="5706961"/>
                <a:ext cx="258826" cy="62255"/>
              </a:xfrm>
              <a:custGeom>
                <a:gdLst>
                  <a:gd name="connsiteX0" fmla="*/ 54 w 258826"/>
                  <a:gd name="connsiteY0" fmla="*/ 119 h 62255"/>
                  <a:gd name="connsiteX1" fmla="*/ 130464 w 258826"/>
                  <a:gd name="connsiteY1" fmla="*/ 26986 h 62255"/>
                  <a:gd name="connsiteX2" fmla="*/ 258881 w 258826"/>
                  <a:gd name="connsiteY2" fmla="*/ 62305 h 62255"/>
                  <a:gd name="connsiteX3" fmla="*/ 125694 w 258826"/>
                  <a:gd name="connsiteY3" fmla="*/ 46849 h 62255"/>
                  <a:gd name="connsiteX4" fmla="*/ 54 w 258826"/>
                  <a:gd name="connsiteY4" fmla="*/ 119 h 6225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8826" h="62255">
                    <a:moveTo>
                      <a:pt x="54" y="119"/>
                    </a:moveTo>
                    <a:cubicBezTo>
                      <a:pt x="44732" y="6640"/>
                      <a:pt x="87477" y="17024"/>
                      <a:pt x="130464" y="26986"/>
                    </a:cubicBezTo>
                    <a:cubicBezTo>
                      <a:pt x="173451" y="36948"/>
                      <a:pt x="216196" y="47755"/>
                      <a:pt x="258881" y="62305"/>
                    </a:cubicBezTo>
                    <a:cubicBezTo>
                      <a:pt x="214023" y="63048"/>
                      <a:pt x="169225" y="57850"/>
                      <a:pt x="125694" y="46849"/>
                    </a:cubicBezTo>
                    <a:cubicBezTo>
                      <a:pt x="81983" y="36803"/>
                      <a:pt x="39720" y="21093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" name="" descr="c2a079c4-f796-49b6-8c59-ed6ed1b2778d"/>
              <p:cNvSpPr/>
              <p:nvPr/>
            </p:nvSpPr>
            <p:spPr>
              <a:xfrm>
                <a:off x="7730060" y="5383050"/>
                <a:ext cx="153291" cy="213364"/>
              </a:xfrm>
              <a:custGeom>
                <a:gdLst>
                  <a:gd name="connsiteX0" fmla="*/ 54 w 153291"/>
                  <a:gd name="connsiteY0" fmla="*/ 213484 h 213364"/>
                  <a:gd name="connsiteX1" fmla="*/ 72504 w 153291"/>
                  <a:gd name="connsiteY1" fmla="*/ 103723 h 213364"/>
                  <a:gd name="connsiteX2" fmla="*/ 153346 w 153291"/>
                  <a:gd name="connsiteY2" fmla="*/ 119 h 213364"/>
                  <a:gd name="connsiteX3" fmla="*/ 236 w 153291"/>
                  <a:gd name="connsiteY3" fmla="*/ 213484 h 21336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291" h="213364">
                    <a:moveTo>
                      <a:pt x="54" y="213484"/>
                    </a:moveTo>
                    <a:cubicBezTo>
                      <a:pt x="21970" y="174784"/>
                      <a:pt x="47207" y="139344"/>
                      <a:pt x="72504" y="103723"/>
                    </a:cubicBezTo>
                    <a:cubicBezTo>
                      <a:pt x="97681" y="67830"/>
                      <a:pt x="124668" y="33253"/>
                      <a:pt x="153346" y="119"/>
                    </a:cubicBezTo>
                    <a:cubicBezTo>
                      <a:pt x="119416" y="82066"/>
                      <a:pt x="67010" y="155083"/>
                      <a:pt x="236" y="21348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1" name="" descr="f2bb3960-214d-4f68-8d7b-d2bc11477526"/>
              <p:cNvSpPr/>
              <p:nvPr/>
            </p:nvSpPr>
            <p:spPr>
              <a:xfrm>
                <a:off x="6616808" y="6039083"/>
                <a:ext cx="81506" cy="37989"/>
              </a:xfrm>
              <a:custGeom>
                <a:gdLst>
                  <a:gd name="connsiteX0" fmla="*/ 54 w 81506"/>
                  <a:gd name="connsiteY0" fmla="*/ 13040 h 37989"/>
                  <a:gd name="connsiteX1" fmla="*/ 34287 w 81506"/>
                  <a:gd name="connsiteY1" fmla="*/ 37190 h 37989"/>
                  <a:gd name="connsiteX2" fmla="*/ 81560 w 81506"/>
                  <a:gd name="connsiteY2" fmla="*/ 34473 h 37989"/>
                  <a:gd name="connsiteX3" fmla="*/ 34287 w 81506"/>
                  <a:gd name="connsiteY3" fmla="*/ 905 h 37989"/>
                  <a:gd name="connsiteX4" fmla="*/ 54 w 81506"/>
                  <a:gd name="connsiteY4" fmla="*/ 13040 h 3798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506" h="37989">
                    <a:moveTo>
                      <a:pt x="54" y="13040"/>
                    </a:moveTo>
                    <a:cubicBezTo>
                      <a:pt x="11405" y="21371"/>
                      <a:pt x="21850" y="34896"/>
                      <a:pt x="34287" y="37190"/>
                    </a:cubicBezTo>
                    <a:cubicBezTo>
                      <a:pt x="49441" y="39665"/>
                      <a:pt x="65621" y="36586"/>
                      <a:pt x="81560" y="34473"/>
                    </a:cubicBezTo>
                    <a:cubicBezTo>
                      <a:pt x="66225" y="22398"/>
                      <a:pt x="51373" y="8934"/>
                      <a:pt x="34287" y="905"/>
                    </a:cubicBezTo>
                    <a:cubicBezTo>
                      <a:pt x="26499" y="-2960"/>
                      <a:pt x="11405" y="8451"/>
                      <a:pt x="54" y="13040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5" name="" descr="e65e1591-27d3-4fb8-9fb2-4702057b8ddc"/>
              <p:cNvSpPr/>
              <p:nvPr/>
            </p:nvSpPr>
            <p:spPr>
              <a:xfrm>
                <a:off x="6849553" y="6320128"/>
                <a:ext cx="438911" cy="187780"/>
              </a:xfrm>
              <a:custGeom>
                <a:gdLst>
                  <a:gd name="connsiteX0" fmla="*/ 435961 w 438911"/>
                  <a:gd name="connsiteY0" fmla="*/ 87180 h 187780"/>
                  <a:gd name="connsiteX1" fmla="*/ 294321 w 438911"/>
                  <a:gd name="connsiteY1" fmla="*/ 13643 h 187780"/>
                  <a:gd name="connsiteX2" fmla="*/ 47388 w 438911"/>
                  <a:gd name="connsiteY2" fmla="*/ 119 h 187780"/>
                  <a:gd name="connsiteX3" fmla="*/ 54 w 438911"/>
                  <a:gd name="connsiteY3" fmla="*/ 36344 h 187780"/>
                  <a:gd name="connsiteX4" fmla="*/ 32113 w 438911"/>
                  <a:gd name="connsiteY4" fmla="*/ 67497 h 187780"/>
                  <a:gd name="connsiteX5" fmla="*/ 71840 w 438911"/>
                  <a:gd name="connsiteY5" fmla="*/ 127027 h 187780"/>
                  <a:gd name="connsiteX6" fmla="*/ 434753 w 438911"/>
                  <a:gd name="connsiteY6" fmla="*/ 118273 h 187780"/>
                  <a:gd name="connsiteX7" fmla="*/ 435961 w 438911"/>
                  <a:gd name="connsiteY7" fmla="*/ 87180 h 18778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8911" h="187780">
                    <a:moveTo>
                      <a:pt x="435961" y="87180"/>
                    </a:moveTo>
                    <a:cubicBezTo>
                      <a:pt x="389653" y="59770"/>
                      <a:pt x="342380" y="14730"/>
                      <a:pt x="294321" y="13643"/>
                    </a:cubicBezTo>
                    <a:cubicBezTo>
                      <a:pt x="211789" y="11409"/>
                      <a:pt x="127867" y="68343"/>
                      <a:pt x="47388" y="119"/>
                    </a:cubicBezTo>
                    <a:lnTo>
                      <a:pt x="54" y="36344"/>
                    </a:lnTo>
                    <a:cubicBezTo>
                      <a:pt x="10861" y="46668"/>
                      <a:pt x="23299" y="55725"/>
                      <a:pt x="32113" y="67497"/>
                    </a:cubicBezTo>
                    <a:cubicBezTo>
                      <a:pt x="46482" y="86576"/>
                      <a:pt x="55841" y="109760"/>
                      <a:pt x="71840" y="127027"/>
                    </a:cubicBezTo>
                    <a:cubicBezTo>
                      <a:pt x="151233" y="212337"/>
                      <a:pt x="377638" y="206662"/>
                      <a:pt x="434753" y="118273"/>
                    </a:cubicBezTo>
                    <a:cubicBezTo>
                      <a:pt x="439825" y="110485"/>
                      <a:pt x="440428" y="89836"/>
                      <a:pt x="435961" y="87180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293" name="" descr="36696020-79f0-4c9c-90ad-c4ca16d41930"/>
            <p:cNvSpPr/>
            <p:nvPr/>
          </p:nvSpPr>
          <p:spPr>
            <a:xfrm>
              <a:off x="8054663" y="6053318"/>
              <a:ext cx="1465626" cy="804683"/>
            </a:xfrm>
            <a:custGeom>
              <a:gdLst>
                <a:gd name="connsiteX0" fmla="*/ 68131 w 1465626"/>
                <a:gd name="connsiteY0" fmla="*/ 743 h 804683"/>
                <a:gd name="connsiteX1" fmla="*/ 98921 w 1465626"/>
                <a:gd name="connsiteY1" fmla="*/ 9070 h 804683"/>
                <a:gd name="connsiteX2" fmla="*/ 1308531 w 1465626"/>
                <a:gd name="connsiteY2" fmla="*/ 656772 h 804683"/>
                <a:gd name="connsiteX3" fmla="*/ 1465626 w 1465626"/>
                <a:gd name="connsiteY3" fmla="*/ 804683 h 804683"/>
                <a:gd name="connsiteX4" fmla="*/ 366323 w 1465626"/>
                <a:gd name="connsiteY4" fmla="*/ 804683 h 804683"/>
                <a:gd name="connsiteX5" fmla="*/ 305011 w 1465626"/>
                <a:gd name="connsiteY5" fmla="*/ 748519 h 804683"/>
                <a:gd name="connsiteX6" fmla="*/ 232771 w 1465626"/>
                <a:gd name="connsiteY6" fmla="*/ 657134 h 804683"/>
                <a:gd name="connsiteX7" fmla="*/ 210131 w 1465626"/>
                <a:gd name="connsiteY7" fmla="*/ 509095 h 804683"/>
                <a:gd name="connsiteX8" fmla="*/ 45730 w 1465626"/>
                <a:gd name="connsiteY8" fmla="*/ 152581 h 804683"/>
                <a:gd name="connsiteX9" fmla="*/ 8962 w 1465626"/>
                <a:gd name="connsiteY9" fmla="*/ 43423 h 804683"/>
                <a:gd name="connsiteX10" fmla="*/ 68131 w 1465626"/>
                <a:gd name="connsiteY10" fmla="*/ 743 h 804683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5626" h="804683">
                  <a:moveTo>
                    <a:pt x="68131" y="743"/>
                  </a:moveTo>
                  <a:cubicBezTo>
                    <a:pt x="77349" y="2029"/>
                    <a:pt x="87571" y="4934"/>
                    <a:pt x="98921" y="9070"/>
                  </a:cubicBezTo>
                  <a:cubicBezTo>
                    <a:pt x="532956" y="167192"/>
                    <a:pt x="960651" y="328091"/>
                    <a:pt x="1308531" y="656772"/>
                  </a:cubicBezTo>
                  <a:lnTo>
                    <a:pt x="1465626" y="804683"/>
                  </a:lnTo>
                  <a:lnTo>
                    <a:pt x="366323" y="804683"/>
                  </a:lnTo>
                  <a:lnTo>
                    <a:pt x="305011" y="748519"/>
                  </a:lnTo>
                  <a:cubicBezTo>
                    <a:pt x="278053" y="720014"/>
                    <a:pt x="253450" y="689465"/>
                    <a:pt x="232771" y="657134"/>
                  </a:cubicBezTo>
                  <a:cubicBezTo>
                    <a:pt x="207777" y="617769"/>
                    <a:pt x="198418" y="554436"/>
                    <a:pt x="210131" y="509095"/>
                  </a:cubicBezTo>
                  <a:cubicBezTo>
                    <a:pt x="253238" y="341675"/>
                    <a:pt x="144503" y="248517"/>
                    <a:pt x="45730" y="152581"/>
                  </a:cubicBezTo>
                  <a:cubicBezTo>
                    <a:pt x="2925" y="111284"/>
                    <a:pt x="-11022" y="98908"/>
                    <a:pt x="8962" y="43423"/>
                  </a:cubicBezTo>
                  <a:cubicBezTo>
                    <a:pt x="21867" y="7606"/>
                    <a:pt x="40478" y="-3115"/>
                    <a:pt x="68131" y="743"/>
                  </a:cubicBezTo>
                  <a:close/>
                </a:path>
              </a:pathLst>
            </a:custGeom>
            <a:solidFill>
              <a:srgbClr val="FA7664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5" name="" descr="905c5b5f-10b2-4421-ab4c-39ea2e891981"/>
            <p:cNvSpPr/>
            <p:nvPr/>
          </p:nvSpPr>
          <p:spPr>
            <a:xfrm>
              <a:off x="2868627" y="5908696"/>
              <a:ext cx="2298015" cy="919982"/>
            </a:xfrm>
            <a:custGeom>
              <a:gdLst>
                <a:gd name="connsiteX0" fmla="*/ 1993061 w 2298015"/>
                <a:gd name="connsiteY0" fmla="*/ 178 h 919982"/>
                <a:gd name="connsiteX1" fmla="*/ 2071487 w 2298015"/>
                <a:gd name="connsiteY1" fmla="*/ 2050 h 919982"/>
                <a:gd name="connsiteX2" fmla="*/ 2179015 w 2298015"/>
                <a:gd name="connsiteY2" fmla="*/ 178706 h 919982"/>
                <a:gd name="connsiteX3" fmla="*/ 2172977 w 2298015"/>
                <a:gd name="connsiteY3" fmla="*/ 214931 h 919982"/>
                <a:gd name="connsiteX4" fmla="*/ 2206365 w 2298015"/>
                <a:gd name="connsiteY4" fmla="*/ 339062 h 919982"/>
                <a:gd name="connsiteX5" fmla="*/ 2298015 w 2298015"/>
                <a:gd name="connsiteY5" fmla="*/ 394728 h 919982"/>
                <a:gd name="connsiteX6" fmla="*/ 2185113 w 2298015"/>
                <a:gd name="connsiteY6" fmla="*/ 471283 h 919982"/>
                <a:gd name="connsiteX7" fmla="*/ 2063820 w 2298015"/>
                <a:gd name="connsiteY7" fmla="*/ 451842 h 919982"/>
                <a:gd name="connsiteX8" fmla="*/ 2015520 w 2298015"/>
                <a:gd name="connsiteY8" fmla="*/ 441277 h 919982"/>
                <a:gd name="connsiteX9" fmla="*/ 1994872 w 2298015"/>
                <a:gd name="connsiteY9" fmla="*/ 489577 h 919982"/>
                <a:gd name="connsiteX10" fmla="*/ 2034296 w 2298015"/>
                <a:gd name="connsiteY10" fmla="*/ 597466 h 919982"/>
                <a:gd name="connsiteX11" fmla="*/ 1998977 w 2298015"/>
                <a:gd name="connsiteY11" fmla="*/ 685191 h 919982"/>
                <a:gd name="connsiteX12" fmla="*/ 1922965 w 2298015"/>
                <a:gd name="connsiteY12" fmla="*/ 651743 h 919982"/>
                <a:gd name="connsiteX13" fmla="*/ 1871043 w 2298015"/>
                <a:gd name="connsiteY13" fmla="*/ 640332 h 919982"/>
                <a:gd name="connsiteX14" fmla="*/ 1889155 w 2298015"/>
                <a:gd name="connsiteY14" fmla="*/ 703243 h 919982"/>
                <a:gd name="connsiteX15" fmla="*/ 1859692 w 2298015"/>
                <a:gd name="connsiteY15" fmla="*/ 747981 h 919982"/>
                <a:gd name="connsiteX16" fmla="*/ 1729041 w 2298015"/>
                <a:gd name="connsiteY16" fmla="*/ 640514 h 919982"/>
                <a:gd name="connsiteX17" fmla="*/ 1578104 w 2298015"/>
                <a:gd name="connsiteY17" fmla="*/ 595897 h 919982"/>
                <a:gd name="connsiteX18" fmla="*/ 1511692 w 2298015"/>
                <a:gd name="connsiteY18" fmla="*/ 580320 h 919982"/>
                <a:gd name="connsiteX19" fmla="*/ 1567478 w 2298015"/>
                <a:gd name="connsiteY19" fmla="*/ 531416 h 919982"/>
                <a:gd name="connsiteX20" fmla="*/ 1838018 w 2298015"/>
                <a:gd name="connsiteY20" fmla="*/ 397263 h 919982"/>
                <a:gd name="connsiteX21" fmla="*/ 1857277 w 2298015"/>
                <a:gd name="connsiteY21" fmla="*/ 225134 h 919982"/>
                <a:gd name="connsiteX22" fmla="*/ 1689254 w 2298015"/>
                <a:gd name="connsiteY22" fmla="*/ 236424 h 919982"/>
                <a:gd name="connsiteX23" fmla="*/ 1362807 w 2298015"/>
                <a:gd name="connsiteY23" fmla="*/ 496399 h 919982"/>
                <a:gd name="connsiteX24" fmla="*/ 1340227 w 2298015"/>
                <a:gd name="connsiteY24" fmla="*/ 572833 h 919982"/>
                <a:gd name="connsiteX25" fmla="*/ 1282992 w 2298015"/>
                <a:gd name="connsiteY25" fmla="*/ 657781 h 919982"/>
                <a:gd name="connsiteX26" fmla="*/ 1101444 w 2298015"/>
                <a:gd name="connsiteY26" fmla="*/ 632725 h 919982"/>
                <a:gd name="connsiteX27" fmla="*/ 1014927 w 2298015"/>
                <a:gd name="connsiteY27" fmla="*/ 660075 h 919982"/>
                <a:gd name="connsiteX28" fmla="*/ 680615 w 2298015"/>
                <a:gd name="connsiteY28" fmla="*/ 919982 h 919982"/>
                <a:gd name="connsiteX29" fmla="*/ 0 w 2298015"/>
                <a:gd name="connsiteY29" fmla="*/ 919982 h 919982"/>
                <a:gd name="connsiteX30" fmla="*/ 242768 w 2298015"/>
                <a:gd name="connsiteY30" fmla="*/ 712010 h 919982"/>
                <a:gd name="connsiteX31" fmla="*/ 783510 w 2298015"/>
                <a:gd name="connsiteY31" fmla="*/ 343288 h 919982"/>
                <a:gd name="connsiteX32" fmla="*/ 844972 w 2298015"/>
                <a:gd name="connsiteY32" fmla="*/ 360193 h 919982"/>
                <a:gd name="connsiteX33" fmla="*/ 830663 w 2298015"/>
                <a:gd name="connsiteY33" fmla="*/ 423224 h 919982"/>
                <a:gd name="connsiteX34" fmla="*/ 910237 w 2298015"/>
                <a:gd name="connsiteY34" fmla="*/ 387362 h 919982"/>
                <a:gd name="connsiteX35" fmla="*/ 968016 w 2298015"/>
                <a:gd name="connsiteY35" fmla="*/ 276393 h 919982"/>
                <a:gd name="connsiteX36" fmla="*/ 1383033 w 2298015"/>
                <a:gd name="connsiteY36" fmla="*/ 59043 h 919982"/>
                <a:gd name="connsiteX37" fmla="*/ 1054533 w 2298015"/>
                <a:gd name="connsiteY37" fmla="*/ 306580 h 919982"/>
                <a:gd name="connsiteX38" fmla="*/ 1002852 w 2298015"/>
                <a:gd name="connsiteY38" fmla="*/ 382713 h 919982"/>
                <a:gd name="connsiteX39" fmla="*/ 1079226 w 2298015"/>
                <a:gd name="connsiteY39" fmla="*/ 400825 h 919982"/>
                <a:gd name="connsiteX40" fmla="*/ 1458380 w 2298015"/>
                <a:gd name="connsiteY40" fmla="*/ 123584 h 919982"/>
                <a:gd name="connsiteX41" fmla="*/ 1523042 w 2298015"/>
                <a:gd name="connsiteY41" fmla="*/ 55300 h 919982"/>
                <a:gd name="connsiteX42" fmla="*/ 1598692 w 2298015"/>
                <a:gd name="connsiteY42" fmla="*/ 60070 h 919982"/>
                <a:gd name="connsiteX43" fmla="*/ 1556852 w 2298015"/>
                <a:gd name="connsiteY43" fmla="*/ 102332 h 919982"/>
                <a:gd name="connsiteX44" fmla="*/ 1377297 w 2298015"/>
                <a:gd name="connsiteY44" fmla="*/ 386094 h 919982"/>
                <a:gd name="connsiteX45" fmla="*/ 1602254 w 2298015"/>
                <a:gd name="connsiteY45" fmla="*/ 193921 h 919982"/>
                <a:gd name="connsiteX46" fmla="*/ 1742867 w 2298015"/>
                <a:gd name="connsiteY46" fmla="*/ 81925 h 919982"/>
                <a:gd name="connsiteX47" fmla="*/ 1745584 w 2298015"/>
                <a:gd name="connsiteY47" fmla="*/ 45700 h 919982"/>
                <a:gd name="connsiteX48" fmla="*/ 1684243 w 2298015"/>
                <a:gd name="connsiteY48" fmla="*/ 27588 h 919982"/>
                <a:gd name="connsiteX49" fmla="*/ 1697707 w 2298015"/>
                <a:gd name="connsiteY49" fmla="*/ 16238 h 919982"/>
                <a:gd name="connsiteX50" fmla="*/ 1746308 w 2298015"/>
                <a:gd name="connsiteY50" fmla="*/ 44734 h 919982"/>
                <a:gd name="connsiteX51" fmla="*/ 1915358 w 2298015"/>
                <a:gd name="connsiteY51" fmla="*/ 3559 h 919982"/>
                <a:gd name="connsiteX52" fmla="*/ 1993061 w 2298015"/>
                <a:gd name="connsiteY52" fmla="*/ 178 h 91998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298015" h="919982">
                  <a:moveTo>
                    <a:pt x="1993061" y="178"/>
                  </a:moveTo>
                  <a:cubicBezTo>
                    <a:pt x="2019188" y="677"/>
                    <a:pt x="2045436" y="2050"/>
                    <a:pt x="2071487" y="2050"/>
                  </a:cubicBezTo>
                  <a:cubicBezTo>
                    <a:pt x="2050114" y="96174"/>
                    <a:pt x="2144058" y="119297"/>
                    <a:pt x="2179015" y="178706"/>
                  </a:cubicBezTo>
                  <a:cubicBezTo>
                    <a:pt x="2183845" y="187159"/>
                    <a:pt x="2180102" y="207082"/>
                    <a:pt x="2172977" y="214931"/>
                  </a:cubicBezTo>
                  <a:cubicBezTo>
                    <a:pt x="2118036" y="275246"/>
                    <a:pt x="2163740" y="307788"/>
                    <a:pt x="2206365" y="339062"/>
                  </a:cubicBezTo>
                  <a:cubicBezTo>
                    <a:pt x="2232205" y="358020"/>
                    <a:pt x="2261185" y="372630"/>
                    <a:pt x="2298015" y="394728"/>
                  </a:cubicBezTo>
                  <a:cubicBezTo>
                    <a:pt x="2254786" y="423889"/>
                    <a:pt x="2219164" y="446469"/>
                    <a:pt x="2185113" y="471283"/>
                  </a:cubicBezTo>
                  <a:cubicBezTo>
                    <a:pt x="2137598" y="505817"/>
                    <a:pt x="2095094" y="527431"/>
                    <a:pt x="2063820" y="451842"/>
                  </a:cubicBezTo>
                  <a:cubicBezTo>
                    <a:pt x="2060197" y="442363"/>
                    <a:pt x="2026508" y="434756"/>
                    <a:pt x="2015520" y="441277"/>
                  </a:cubicBezTo>
                  <a:cubicBezTo>
                    <a:pt x="2002841" y="448884"/>
                    <a:pt x="1991189" y="475388"/>
                    <a:pt x="1994872" y="489577"/>
                  </a:cubicBezTo>
                  <a:cubicBezTo>
                    <a:pt x="2004411" y="526646"/>
                    <a:pt x="2031641" y="560879"/>
                    <a:pt x="2034296" y="597466"/>
                  </a:cubicBezTo>
                  <a:cubicBezTo>
                    <a:pt x="2036289" y="625722"/>
                    <a:pt x="2011716" y="655909"/>
                    <a:pt x="1998977" y="685191"/>
                  </a:cubicBezTo>
                  <a:cubicBezTo>
                    <a:pt x="1973680" y="673901"/>
                    <a:pt x="1948866" y="661343"/>
                    <a:pt x="1922965" y="651743"/>
                  </a:cubicBezTo>
                  <a:cubicBezTo>
                    <a:pt x="1906483" y="645706"/>
                    <a:pt x="1888370" y="644015"/>
                    <a:pt x="1871043" y="640332"/>
                  </a:cubicBezTo>
                  <a:cubicBezTo>
                    <a:pt x="1877926" y="661343"/>
                    <a:pt x="1890242" y="682655"/>
                    <a:pt x="1889155" y="703243"/>
                  </a:cubicBezTo>
                  <a:cubicBezTo>
                    <a:pt x="1888310" y="718638"/>
                    <a:pt x="1870137" y="733068"/>
                    <a:pt x="1859692" y="747981"/>
                  </a:cubicBezTo>
                  <a:cubicBezTo>
                    <a:pt x="1815015" y="712964"/>
                    <a:pt x="1755546" y="686217"/>
                    <a:pt x="1729041" y="640514"/>
                  </a:cubicBezTo>
                  <a:cubicBezTo>
                    <a:pt x="1687141" y="568668"/>
                    <a:pt x="1652123" y="541559"/>
                    <a:pt x="1578104" y="595897"/>
                  </a:cubicBezTo>
                  <a:cubicBezTo>
                    <a:pt x="1566029" y="604470"/>
                    <a:pt x="1534332" y="586357"/>
                    <a:pt x="1511692" y="580320"/>
                  </a:cubicBezTo>
                  <a:cubicBezTo>
                    <a:pt x="1530468" y="563113"/>
                    <a:pt x="1551841" y="528941"/>
                    <a:pt x="1567478" y="531416"/>
                  </a:cubicBezTo>
                  <a:cubicBezTo>
                    <a:pt x="1690884" y="550676"/>
                    <a:pt x="1752406" y="449125"/>
                    <a:pt x="1838018" y="397263"/>
                  </a:cubicBezTo>
                  <a:cubicBezTo>
                    <a:pt x="1878771" y="372570"/>
                    <a:pt x="1892355" y="235157"/>
                    <a:pt x="1857277" y="225134"/>
                  </a:cubicBezTo>
                  <a:cubicBezTo>
                    <a:pt x="1804691" y="210041"/>
                    <a:pt x="1716363" y="205332"/>
                    <a:pt x="1689254" y="236424"/>
                  </a:cubicBezTo>
                  <a:cubicBezTo>
                    <a:pt x="1594888" y="344435"/>
                    <a:pt x="1496537" y="439224"/>
                    <a:pt x="1362807" y="496399"/>
                  </a:cubicBezTo>
                  <a:cubicBezTo>
                    <a:pt x="1346264" y="503402"/>
                    <a:pt x="1331412" y="553996"/>
                    <a:pt x="1340227" y="572833"/>
                  </a:cubicBezTo>
                  <a:cubicBezTo>
                    <a:pt x="1372105" y="640574"/>
                    <a:pt x="1397160" y="685493"/>
                    <a:pt x="1282992" y="657781"/>
                  </a:cubicBezTo>
                  <a:cubicBezTo>
                    <a:pt x="1225635" y="643895"/>
                    <a:pt x="1154031" y="724555"/>
                    <a:pt x="1101444" y="632725"/>
                  </a:cubicBezTo>
                  <a:cubicBezTo>
                    <a:pt x="1098003" y="626688"/>
                    <a:pt x="1039077" y="641963"/>
                    <a:pt x="1014927" y="660075"/>
                  </a:cubicBezTo>
                  <a:lnTo>
                    <a:pt x="680615" y="919982"/>
                  </a:lnTo>
                  <a:lnTo>
                    <a:pt x="0" y="919982"/>
                  </a:lnTo>
                  <a:lnTo>
                    <a:pt x="242768" y="712010"/>
                  </a:lnTo>
                  <a:cubicBezTo>
                    <a:pt x="413535" y="576235"/>
                    <a:pt x="594241" y="452965"/>
                    <a:pt x="783510" y="343288"/>
                  </a:cubicBezTo>
                  <a:cubicBezTo>
                    <a:pt x="808747" y="328858"/>
                    <a:pt x="842436" y="296498"/>
                    <a:pt x="844972" y="360193"/>
                  </a:cubicBezTo>
                  <a:cubicBezTo>
                    <a:pt x="845757" y="380962"/>
                    <a:pt x="835735" y="402214"/>
                    <a:pt x="830663" y="423224"/>
                  </a:cubicBezTo>
                  <a:cubicBezTo>
                    <a:pt x="857892" y="411814"/>
                    <a:pt x="894177" y="407587"/>
                    <a:pt x="910237" y="387362"/>
                  </a:cubicBezTo>
                  <a:cubicBezTo>
                    <a:pt x="935957" y="354880"/>
                    <a:pt x="937829" y="292392"/>
                    <a:pt x="968016" y="276393"/>
                  </a:cubicBezTo>
                  <a:cubicBezTo>
                    <a:pt x="1105731" y="203218"/>
                    <a:pt x="1212172" y="67194"/>
                    <a:pt x="1383033" y="59043"/>
                  </a:cubicBezTo>
                  <a:cubicBezTo>
                    <a:pt x="1304726" y="182148"/>
                    <a:pt x="1217545" y="292936"/>
                    <a:pt x="1054533" y="306580"/>
                  </a:cubicBezTo>
                  <a:cubicBezTo>
                    <a:pt x="1010037" y="310263"/>
                    <a:pt x="978279" y="336888"/>
                    <a:pt x="1002852" y="382713"/>
                  </a:cubicBezTo>
                  <a:cubicBezTo>
                    <a:pt x="1011365" y="398531"/>
                    <a:pt x="1057189" y="408251"/>
                    <a:pt x="1079226" y="400825"/>
                  </a:cubicBezTo>
                  <a:cubicBezTo>
                    <a:pt x="1234148" y="348661"/>
                    <a:pt x="1359004" y="253209"/>
                    <a:pt x="1458380" y="123584"/>
                  </a:cubicBezTo>
                  <a:cubicBezTo>
                    <a:pt x="1477580" y="98589"/>
                    <a:pt x="1496719" y="69126"/>
                    <a:pt x="1523042" y="55300"/>
                  </a:cubicBezTo>
                  <a:cubicBezTo>
                    <a:pt x="1542120" y="45278"/>
                    <a:pt x="1573032" y="57655"/>
                    <a:pt x="1598692" y="60070"/>
                  </a:cubicBezTo>
                  <a:cubicBezTo>
                    <a:pt x="1584624" y="73895"/>
                    <a:pt x="1568142" y="86272"/>
                    <a:pt x="1556852" y="102332"/>
                  </a:cubicBezTo>
                  <a:cubicBezTo>
                    <a:pt x="1492673" y="193679"/>
                    <a:pt x="1429763" y="285570"/>
                    <a:pt x="1377297" y="386094"/>
                  </a:cubicBezTo>
                  <a:cubicBezTo>
                    <a:pt x="1469429" y="339907"/>
                    <a:pt x="1563312" y="304829"/>
                    <a:pt x="1602254" y="193921"/>
                  </a:cubicBezTo>
                  <a:cubicBezTo>
                    <a:pt x="1622117" y="138014"/>
                    <a:pt x="1666734" y="81925"/>
                    <a:pt x="1742867" y="81925"/>
                  </a:cubicBezTo>
                  <a:lnTo>
                    <a:pt x="1745584" y="45700"/>
                  </a:lnTo>
                  <a:lnTo>
                    <a:pt x="1684243" y="27588"/>
                  </a:lnTo>
                  <a:cubicBezTo>
                    <a:pt x="1688892" y="23543"/>
                    <a:pt x="1695714" y="15151"/>
                    <a:pt x="1697707" y="16238"/>
                  </a:cubicBezTo>
                  <a:cubicBezTo>
                    <a:pt x="1714430" y="24750"/>
                    <a:pt x="1730249" y="35014"/>
                    <a:pt x="1746308" y="44734"/>
                  </a:cubicBezTo>
                  <a:cubicBezTo>
                    <a:pt x="1802759" y="30546"/>
                    <a:pt x="1858303" y="11347"/>
                    <a:pt x="1915358" y="3559"/>
                  </a:cubicBezTo>
                  <a:cubicBezTo>
                    <a:pt x="1940927" y="57"/>
                    <a:pt x="1966933" y="-320"/>
                    <a:pt x="1993061" y="178"/>
                  </a:cubicBezTo>
                  <a:close/>
                </a:path>
              </a:pathLst>
            </a:custGeom>
            <a:solidFill>
              <a:srgbClr val="FA7664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</p:grpSp>
      <p:sp>
        <p:nvSpPr>
          <p:cNvPr id="5" name="" descr="6fb02749-f115-4701-9221-88fecf6b23fd"/>
          <p:cNvSpPr>
            <a:spLocks noGrp="1"/>
          </p:cNvSpPr>
          <p:nvPr>
            <p:ph type="ctrTitle" hasCustomPrompt="1"/>
          </p:nvPr>
        </p:nvSpPr>
        <p:spPr>
          <a:xfrm flipV="false" flipH="false">
            <a:off x="1431038" y="1295287"/>
            <a:ext cx="9329982" cy="1927363"/>
          </a:xfrm>
          <a:prstGeom prst="rect">
            <a:avLst/>
          </a:prstGeom>
        </p:spPr>
        <p:txBody>
          <a:bodyPr wrap="square" anchor="b">
            <a:normAutofit/>
          </a:bodyPr>
          <a:lstStyle>
            <a:lvl1pPr algn="ctr">
              <a:lnSpc>
                <a:spcPct val="100000"/>
              </a:lnSpc>
              <a:defRPr sz="5400">
                <a:ln w="19050">
                  <a:noFill/>
                </a:ln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/>
              <a:t>Click to add title</a:t>
            </a:r>
            <a:endParaRPr lang="en-US"/>
          </a:p>
        </p:txBody>
      </p:sp>
      <p:sp>
        <p:nvSpPr>
          <p:cNvPr id="9" name="" descr="09886e5a-f877-48dc-9d9e-2eba43831529"/>
          <p:cNvSpPr>
            <a:spLocks noGrp="1"/>
          </p:cNvSpPr>
          <p:nvPr>
            <p:ph type="subTitle" sz="quarter" idx="1" hasCustomPrompt="1"/>
          </p:nvPr>
        </p:nvSpPr>
        <p:spPr>
          <a:xfrm flipV="false" flipH="false">
            <a:off x="3889887" y="3463236"/>
            <a:ext cx="4412284" cy="589127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rtlCol="0" anchor="ctr" anchorCtr="0">
            <a:normAutofit/>
          </a:bodyPr>
          <a:lstStyle>
            <a:lvl1pPr marL="0" indent="0" algn="ctr">
              <a:lnSpc>
                <a:spcPct val="100000"/>
              </a:lnSpc>
              <a:buNone/>
              <a:defRPr lang="en-US" sz="20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zh-CN" altLang="en-US"/>
              <a:t>Click to add subtitle</a:t>
            </a:r>
            <a:endParaRPr lang="en-US"/>
          </a:p>
        </p:txBody>
      </p:sp>
      <p:sp>
        <p:nvSpPr>
          <p:cNvPr id="4" name="" descr="7cd2b6d5-55b2-474a-89a1-f62d755f954f"/>
          <p:cNvSpPr>
            <a:spLocks noGrp="1"/>
          </p:cNvSpPr>
          <p:nvPr>
            <p:ph type="body" sz="quarter" idx="13" hasCustomPrompt="1"/>
          </p:nvPr>
        </p:nvSpPr>
        <p:spPr>
          <a:xfrm flipV="false" flipH="false">
            <a:off x="3825298" y="4918319"/>
            <a:ext cx="4541462" cy="345518"/>
          </a:xfrm>
          <a:prstGeom prst="rect">
            <a:avLst/>
          </a:prstGeom>
          <a:noFill/>
        </p:spPr>
        <p:txBody>
          <a:bodyPr wrap="square" lIns="90000" anchor="ctr">
            <a:normAutofit/>
          </a:bodyPr>
          <a:lstStyle>
            <a:lvl1pPr marL="0" indent="0" algn="ctr">
              <a:lnSpc>
                <a:spcPct val="100000"/>
              </a:lnSpc>
              <a:buNone/>
              <a:defRPr sz="12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/>
              <a:t>Presenter name</a:t>
            </a:r>
            <a:endParaRPr lang="en-US"/>
          </a:p>
        </p:txBody>
      </p:sp>
      <p:sp>
        <p:nvSpPr>
          <p:cNvPr id="7" name="" descr="66546921-7a43-41aa-8c73-4e21f443b06e"/>
          <p:cNvSpPr>
            <a:spLocks noGrp="1"/>
          </p:cNvSpPr>
          <p:nvPr>
            <p:ph type="body" sz="quarter" idx="14" hasCustomPrompt="1"/>
          </p:nvPr>
        </p:nvSpPr>
        <p:spPr>
          <a:xfrm flipV="false" flipH="false">
            <a:off x="3825298" y="4506634"/>
            <a:ext cx="4541462" cy="345518"/>
          </a:xfrm>
          <a:prstGeom prst="rect">
            <a:avLst/>
          </a:prstGeom>
          <a:noFill/>
        </p:spPr>
        <p:txBody>
          <a:bodyPr wrap="none" anchor="ctr">
            <a:normAutofit/>
          </a:bodyPr>
          <a:lstStyle>
            <a:lvl1pPr marL="0" indent="0" algn="ctr">
              <a:lnSpc>
                <a:spcPct val="100000"/>
              </a:lnSpc>
              <a:buNone/>
              <a:defRPr sz="12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/>
  <p:timing/>
</p:sldLayout>
</file>

<file path=ppt/slideLayouts/slideLayout2.xml><?xml version="1.0" encoding="utf-8"?>
<p:sldLayout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" name="" descr="3d8528c0-ab92-45da-9e92-5522f7230968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zh-CN" altLang="en-US"/>
              <a:t>Click to add title</a:t>
            </a:r>
            <a:endParaRPr lang="en-US"/>
          </a:p>
        </p:txBody>
      </p:sp>
      <p:sp>
        <p:nvSpPr>
          <p:cNvPr id="3" name="" descr="8035415b-6a94-49be-926d-ad342ca89cc9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zh-CN" altLang="en-US"/>
              <a:t>Click to add text</a:t>
            </a:r>
            <a:endParaRPr lang="en-US"/>
          </a:p>
          <a:p>
            <a:pPr lvl="1"/>
            <a:r>
              <a:rPr lang="zh-CN" altLang="en-US"/>
              <a:t>Second level</a:t>
            </a:r>
            <a:endParaRPr lang="en-US"/>
          </a:p>
          <a:p>
            <a:pPr lvl="2"/>
            <a:r>
              <a:rPr lang="zh-CN" altLang="en-US"/>
              <a:t>Third level</a:t>
            </a:r>
            <a:endParaRPr lang="en-US"/>
          </a:p>
          <a:p>
            <a:pPr lvl="3"/>
            <a:r>
              <a:rPr lang="zh-CN" altLang="en-US"/>
              <a:t>Fourth level</a:t>
            </a:r>
            <a:endParaRPr lang="en-US"/>
          </a:p>
          <a:p>
            <a:pPr lvl="4"/>
            <a:r>
              <a:rPr lang="zh-CN" altLang="en-US"/>
              <a:t>Fifth level</a:t>
            </a:r>
            <a:endParaRPr lang="en-US"/>
          </a:p>
        </p:txBody>
      </p:sp>
      <p:sp>
        <p:nvSpPr>
          <p:cNvPr id="4" name="" descr="f1294222-f666-451c-b7b2-ea69a5623edc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" descr="d3ad6503-4c54-4cad-8144-33016c4d152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" descr="6d71a65a-d59d-4d3d-b2cf-346e1f1703c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BB1146-E542-4D4E-B8E9-6919A11DDD48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  <p:transition/>
  <p:timing/>
</p:sldLayout>
</file>

<file path=ppt/slideLayouts/slideLayout3.xml><?xml version="1.0" encoding="utf-8"?>
<p:sldLayout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 showMasterSp="0" matchingName="Agenda" preserve="1">
  <p:cSld name="Agenda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10" name="" descr="64c81ec1-253a-452c-b99e-b64df367dd37"/>
          <p:cNvSpPr/>
          <p:nvPr/>
        </p:nvSpPr>
        <p:spPr>
          <a:xfrm>
            <a:off x="0" y="2147648"/>
            <a:ext cx="12192000" cy="809022"/>
          </a:xfrm>
          <a:prstGeom prst="rect">
            <a:avLst/>
          </a:prstGeom>
          <a:solidFill>
            <a:schemeClr val="accent1"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anchor="ctr">
            <a:normAutofit/>
          </a:bodyPr>
          <a:lstStyle/>
          <a:p>
            <a:pPr algn="ctr"/>
            <a:endParaRPr lang="zh-CN" altLang="en-US"/>
          </a:p>
        </p:txBody>
      </p:sp>
      <p:sp>
        <p:nvSpPr>
          <p:cNvPr id="2" name="" descr="49c8260d-609f-43a8-90c3-655d3c57111c"/>
          <p:cNvSpPr>
            <a:spLocks noGrp="1"/>
          </p:cNvSpPr>
          <p:nvPr>
            <p:ph type="title" hasCustomPrompt="1"/>
          </p:nvPr>
        </p:nvSpPr>
        <p:spPr>
          <a:xfrm flipV="false" flipH="false">
            <a:off x="660398" y="2178797"/>
            <a:ext cx="10858491" cy="777873"/>
          </a:xfrm>
          <a:prstGeom prst="roundRect">
            <a:avLst/>
          </a:prstGeom>
          <a:noFill/>
        </p:spPr>
        <p:txBody>
          <a:bodyPr anchor="ctr" anchorCtr="0">
            <a:normAutofit/>
          </a:bodyPr>
          <a:lstStyle>
            <a:lvl1pPr algn="l">
              <a:defRPr sz="28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/>
              <a:t>Agenda</a:t>
            </a:r>
            <a:endParaRPr lang="en-US"/>
          </a:p>
        </p:txBody>
      </p:sp>
      <p:sp>
        <p:nvSpPr>
          <p:cNvPr id="3" name="" descr="5abdeb88-fe41-4ad1-b59d-6620d1c14dd9"/>
          <p:cNvSpPr>
            <a:spLocks noGrp="1"/>
          </p:cNvSpPr>
          <p:nvPr>
            <p:ph sz="quarter" idx="1" hasCustomPrompt="1"/>
          </p:nvPr>
        </p:nvSpPr>
        <p:spPr>
          <a:xfrm flipV="false" flipH="false">
            <a:off x="660399" y="3429000"/>
            <a:ext cx="10858490" cy="2705100"/>
          </a:xfrm>
        </p:spPr>
        <p:txBody>
          <a:bodyPr numCol="2"/>
          <a:lstStyle>
            <a:lvl1pPr marL="342900" indent="-342900">
              <a:lnSpc>
                <a:spcPct val="100000"/>
              </a:lnSpc>
              <a:buFont typeface="+mj-lt"/>
              <a:buAutoNum type="arabicPeriod"/>
              <a:defRPr/>
            </a:lvl1pPr>
            <a:lvl2pPr marL="800100" indent="-342900">
              <a:lnSpc>
                <a:spcPct val="100000"/>
              </a:lnSpc>
              <a:buFont typeface="+mj-ea"/>
              <a:buAutoNum type="circleNumDbPlain"/>
              <a:defRPr/>
            </a:lvl2pPr>
            <a:lvl3pPr marL="1257300" indent="-342900">
              <a:lnSpc>
                <a:spcPct val="100000"/>
              </a:lnSpc>
              <a:buFont typeface="+mj-lt"/>
              <a:buAutoNum type="alphaLcParenR"/>
              <a:defRPr/>
            </a:lvl3pPr>
            <a:lvl4pPr>
              <a:lnSpc>
                <a:spcPct val="100000"/>
              </a:lnSpc>
              <a:defRPr/>
            </a:lvl4pPr>
            <a:lvl5pPr>
              <a:lnSpc>
                <a:spcPct val="100000"/>
              </a:lnSpc>
              <a:defRPr/>
            </a:lvl5pPr>
          </a:lstStyle>
          <a:p>
            <a:pPr lvl="0"/>
            <a:r>
              <a:rPr lang="zh-CN" altLang="en-US"/>
              <a:t>Click to add text</a:t>
            </a:r>
            <a:endParaRPr lang="en-US"/>
          </a:p>
          <a:p>
            <a:pPr lvl="1"/>
            <a:r>
              <a:rPr lang="zh-CN" altLang="en-US"/>
              <a:t>Second level</a:t>
            </a:r>
            <a:endParaRPr lang="en-US"/>
          </a:p>
          <a:p>
            <a:pPr lvl="2"/>
            <a:r>
              <a:rPr lang="zh-CN" altLang="en-US"/>
              <a:t>Third level</a:t>
            </a:r>
            <a:endParaRPr lang="en-US"/>
          </a:p>
          <a:p>
            <a:pPr lvl="3"/>
            <a:r>
              <a:rPr lang="zh-CN" altLang="en-US"/>
              <a:t>Fourth level</a:t>
            </a:r>
            <a:endParaRPr lang="en-US"/>
          </a:p>
          <a:p>
            <a:pPr lvl="4"/>
            <a:r>
              <a:rPr lang="zh-CN" altLang="en-US"/>
              <a:t>Fifth level</a:t>
            </a:r>
            <a:endParaRPr lang="en-US"/>
          </a:p>
        </p:txBody>
      </p:sp>
      <p:sp>
        <p:nvSpPr>
          <p:cNvPr id="4" name="" descr="645418a2-8286-4985-b0e1-f37a0906d30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" descr="ac0baf5b-0228-462b-8de0-31c6b2749b4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" descr="d7735080-bf32-46d1-9477-f56404853df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BB1146-E542-4D4E-B8E9-6919A11DDD48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" descr="1187f6ff-6969-4c3b-aa20-091e853e4b9e"/>
          <p:cNvCxnSpPr/>
          <p:nvPr/>
        </p:nvCxnSpPr>
        <p:spPr>
          <a:xfrm flipH="1">
            <a:off x="5337278" y="3429000"/>
            <a:ext cx="0" cy="2453420"/>
          </a:xfrm>
          <a:prstGeom prst="line">
            <a:avLst/>
          </a:prstGeom>
          <a:solidFill>
            <a:srgbClr val="FFCC00"/>
          </a:solidFill>
          <a:ln w="3175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" name="" descr="f131f44e-0c01-4307-a5d6-b2bdeb5d1be5"/>
          <p:cNvSpPr>
            <a:spLocks noChangeAspect="1"/>
          </p:cNvSpPr>
          <p:nvPr/>
        </p:nvSpPr>
        <p:spPr bwMode="auto">
          <a:xfrm>
            <a:off x="10197148" y="2329779"/>
            <a:ext cx="506413" cy="532685"/>
          </a:xfrm>
          <a:custGeom>
            <a:gdLst>
              <a:gd name="T0" fmla="*/ 3353 w 5127"/>
              <a:gd name="T1" fmla="*/ 1728 h 5401"/>
              <a:gd name="T2" fmla="*/ 2183 w 5127"/>
              <a:gd name="T3" fmla="*/ 1608 h 5401"/>
              <a:gd name="T4" fmla="*/ 3353 w 5127"/>
              <a:gd name="T5" fmla="*/ 1488 h 5401"/>
              <a:gd name="T6" fmla="*/ 3103 w 5127"/>
              <a:gd name="T7" fmla="*/ 2231 h 5401"/>
              <a:gd name="T8" fmla="*/ 3103 w 5127"/>
              <a:gd name="T9" fmla="*/ 1991 h 5401"/>
              <a:gd name="T10" fmla="*/ 2432 w 5127"/>
              <a:gd name="T11" fmla="*/ 2111 h 5401"/>
              <a:gd name="T12" fmla="*/ 3103 w 5127"/>
              <a:gd name="T13" fmla="*/ 2231 h 5401"/>
              <a:gd name="T14" fmla="*/ 3353 w 5127"/>
              <a:gd name="T15" fmla="*/ 2648 h 5401"/>
              <a:gd name="T16" fmla="*/ 2183 w 5127"/>
              <a:gd name="T17" fmla="*/ 2768 h 5401"/>
              <a:gd name="T18" fmla="*/ 3353 w 5127"/>
              <a:gd name="T19" fmla="*/ 2888 h 5401"/>
              <a:gd name="T20" fmla="*/ 2552 w 5127"/>
              <a:gd name="T21" fmla="*/ 3151 h 5401"/>
              <a:gd name="T22" fmla="*/ 2552 w 5127"/>
              <a:gd name="T23" fmla="*/ 3391 h 5401"/>
              <a:gd name="T24" fmla="*/ 3223 w 5127"/>
              <a:gd name="T25" fmla="*/ 3271 h 5401"/>
              <a:gd name="T26" fmla="*/ 2552 w 5127"/>
              <a:gd name="T27" fmla="*/ 3151 h 5401"/>
              <a:gd name="T28" fmla="*/ 4448 w 5127"/>
              <a:gd name="T29" fmla="*/ 1442 h 5401"/>
              <a:gd name="T30" fmla="*/ 4688 w 5127"/>
              <a:gd name="T31" fmla="*/ 1442 h 5401"/>
              <a:gd name="T32" fmla="*/ 3988 w 5127"/>
              <a:gd name="T33" fmla="*/ 0 h 5401"/>
              <a:gd name="T34" fmla="*/ 0 w 5127"/>
              <a:gd name="T35" fmla="*/ 604 h 5401"/>
              <a:gd name="T36" fmla="*/ 120 w 5127"/>
              <a:gd name="T37" fmla="*/ 1792 h 5401"/>
              <a:gd name="T38" fmla="*/ 686 w 5127"/>
              <a:gd name="T39" fmla="*/ 1672 h 5401"/>
              <a:gd name="T40" fmla="*/ 240 w 5127"/>
              <a:gd name="T41" fmla="*/ 1552 h 5401"/>
              <a:gd name="T42" fmla="*/ 604 w 5127"/>
              <a:gd name="T43" fmla="*/ 240 h 5401"/>
              <a:gd name="T44" fmla="*/ 968 w 5127"/>
              <a:gd name="T45" fmla="*/ 4179 h 5401"/>
              <a:gd name="T46" fmla="*/ 3904 w 5127"/>
              <a:gd name="T47" fmla="*/ 4879 h 5401"/>
              <a:gd name="T48" fmla="*/ 3904 w 5127"/>
              <a:gd name="T49" fmla="*/ 4639 h 5401"/>
              <a:gd name="T50" fmla="*/ 1208 w 5127"/>
              <a:gd name="T51" fmla="*/ 4179 h 5401"/>
              <a:gd name="T52" fmla="*/ 1086 w 5127"/>
              <a:gd name="T53" fmla="*/ 240 h 5401"/>
              <a:gd name="T54" fmla="*/ 4448 w 5127"/>
              <a:gd name="T55" fmla="*/ 700 h 5401"/>
              <a:gd name="T56" fmla="*/ 4568 w 5127"/>
              <a:gd name="T57" fmla="*/ 2000 h 5401"/>
              <a:gd name="T58" fmla="*/ 4568 w 5127"/>
              <a:gd name="T59" fmla="*/ 2240 h 5401"/>
              <a:gd name="T60" fmla="*/ 4887 w 5127"/>
              <a:gd name="T61" fmla="*/ 2340 h 5401"/>
              <a:gd name="T62" fmla="*/ 5007 w 5127"/>
              <a:gd name="T63" fmla="*/ 3838 h 5401"/>
              <a:gd name="T64" fmla="*/ 5127 w 5127"/>
              <a:gd name="T65" fmla="*/ 2340 h 5401"/>
              <a:gd name="T66" fmla="*/ 4568 w 5127"/>
              <a:gd name="T67" fmla="*/ 5139 h 5401"/>
              <a:gd name="T68" fmla="*/ 4448 w 5127"/>
              <a:gd name="T69" fmla="*/ 5281 h 5401"/>
              <a:gd name="T70" fmla="*/ 4688 w 5127"/>
              <a:gd name="T71" fmla="*/ 5281 h 5401"/>
              <a:gd name="T72" fmla="*/ 4568 w 5127"/>
              <a:gd name="T73" fmla="*/ 5139 h 5401"/>
              <a:gd name="T74" fmla="*/ 4448 w 5127"/>
              <a:gd name="T75" fmla="*/ 2559 h 5401"/>
              <a:gd name="T76" fmla="*/ 4568 w 5127"/>
              <a:gd name="T77" fmla="*/ 4974 h 5401"/>
              <a:gd name="T78" fmla="*/ 4688 w 5127"/>
              <a:gd name="T79" fmla="*/ 2559 h 5401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127" h="5401">
                <a:moveTo>
                  <a:pt x="3473" y="1608"/>
                </a:moveTo>
                <a:cubicBezTo>
                  <a:pt x="3473" y="1674"/>
                  <a:pt x="3419" y="1728"/>
                  <a:pt x="3353" y="1728"/>
                </a:cubicBezTo>
                <a:lnTo>
                  <a:pt x="2303" y="1728"/>
                </a:lnTo>
                <a:cubicBezTo>
                  <a:pt x="2236" y="1728"/>
                  <a:pt x="2183" y="1674"/>
                  <a:pt x="2183" y="1608"/>
                </a:cubicBezTo>
                <a:cubicBezTo>
                  <a:pt x="2183" y="1542"/>
                  <a:pt x="2236" y="1488"/>
                  <a:pt x="2303" y="1488"/>
                </a:cubicBezTo>
                <a:lnTo>
                  <a:pt x="3353" y="1488"/>
                </a:lnTo>
                <a:cubicBezTo>
                  <a:pt x="3419" y="1488"/>
                  <a:pt x="3473" y="1542"/>
                  <a:pt x="3473" y="1608"/>
                </a:cubicBezTo>
                <a:close/>
                <a:moveTo>
                  <a:pt x="3103" y="2231"/>
                </a:moveTo>
                <a:cubicBezTo>
                  <a:pt x="3170" y="2231"/>
                  <a:pt x="3223" y="2178"/>
                  <a:pt x="3223" y="2111"/>
                </a:cubicBezTo>
                <a:cubicBezTo>
                  <a:pt x="3223" y="2045"/>
                  <a:pt x="3170" y="1991"/>
                  <a:pt x="3103" y="1991"/>
                </a:cubicBezTo>
                <a:lnTo>
                  <a:pt x="2552" y="1991"/>
                </a:lnTo>
                <a:cubicBezTo>
                  <a:pt x="2486" y="1991"/>
                  <a:pt x="2432" y="2045"/>
                  <a:pt x="2432" y="2111"/>
                </a:cubicBezTo>
                <a:cubicBezTo>
                  <a:pt x="2432" y="2178"/>
                  <a:pt x="2486" y="2231"/>
                  <a:pt x="2552" y="2231"/>
                </a:cubicBezTo>
                <a:lnTo>
                  <a:pt x="3103" y="2231"/>
                </a:lnTo>
                <a:close/>
                <a:moveTo>
                  <a:pt x="3473" y="2768"/>
                </a:moveTo>
                <a:cubicBezTo>
                  <a:pt x="3473" y="2701"/>
                  <a:pt x="3419" y="2648"/>
                  <a:pt x="3353" y="2648"/>
                </a:cubicBezTo>
                <a:lnTo>
                  <a:pt x="2303" y="2648"/>
                </a:lnTo>
                <a:cubicBezTo>
                  <a:pt x="2236" y="2648"/>
                  <a:pt x="2183" y="2701"/>
                  <a:pt x="2183" y="2768"/>
                </a:cubicBezTo>
                <a:cubicBezTo>
                  <a:pt x="2183" y="2834"/>
                  <a:pt x="2236" y="2888"/>
                  <a:pt x="2303" y="2888"/>
                </a:cubicBezTo>
                <a:lnTo>
                  <a:pt x="3353" y="2888"/>
                </a:lnTo>
                <a:cubicBezTo>
                  <a:pt x="3419" y="2888"/>
                  <a:pt x="3473" y="2834"/>
                  <a:pt x="3473" y="2768"/>
                </a:cubicBezTo>
                <a:close/>
                <a:moveTo>
                  <a:pt x="2552" y="3151"/>
                </a:moveTo>
                <a:cubicBezTo>
                  <a:pt x="2486" y="3151"/>
                  <a:pt x="2432" y="3205"/>
                  <a:pt x="2432" y="3271"/>
                </a:cubicBezTo>
                <a:cubicBezTo>
                  <a:pt x="2432" y="3338"/>
                  <a:pt x="2486" y="3391"/>
                  <a:pt x="2552" y="3391"/>
                </a:cubicBezTo>
                <a:lnTo>
                  <a:pt x="3103" y="3391"/>
                </a:lnTo>
                <a:cubicBezTo>
                  <a:pt x="3170" y="3391"/>
                  <a:pt x="3223" y="3338"/>
                  <a:pt x="3223" y="3271"/>
                </a:cubicBezTo>
                <a:cubicBezTo>
                  <a:pt x="3223" y="3205"/>
                  <a:pt x="3170" y="3151"/>
                  <a:pt x="3103" y="3151"/>
                </a:cubicBezTo>
                <a:lnTo>
                  <a:pt x="2552" y="3151"/>
                </a:lnTo>
                <a:close/>
                <a:moveTo>
                  <a:pt x="4448" y="700"/>
                </a:moveTo>
                <a:lnTo>
                  <a:pt x="4448" y="1442"/>
                </a:lnTo>
                <a:cubicBezTo>
                  <a:pt x="4448" y="1509"/>
                  <a:pt x="4501" y="1562"/>
                  <a:pt x="4568" y="1562"/>
                </a:cubicBezTo>
                <a:cubicBezTo>
                  <a:pt x="4634" y="1562"/>
                  <a:pt x="4688" y="1509"/>
                  <a:pt x="4688" y="1442"/>
                </a:cubicBezTo>
                <a:lnTo>
                  <a:pt x="4688" y="700"/>
                </a:lnTo>
                <a:cubicBezTo>
                  <a:pt x="4688" y="314"/>
                  <a:pt x="4374" y="0"/>
                  <a:pt x="3988" y="0"/>
                </a:cubicBezTo>
                <a:lnTo>
                  <a:pt x="604" y="0"/>
                </a:lnTo>
                <a:cubicBezTo>
                  <a:pt x="271" y="0"/>
                  <a:pt x="0" y="271"/>
                  <a:pt x="0" y="604"/>
                </a:cubicBezTo>
                <a:lnTo>
                  <a:pt x="0" y="1672"/>
                </a:lnTo>
                <a:cubicBezTo>
                  <a:pt x="0" y="1738"/>
                  <a:pt x="53" y="1792"/>
                  <a:pt x="120" y="1792"/>
                </a:cubicBezTo>
                <a:lnTo>
                  <a:pt x="566" y="1792"/>
                </a:lnTo>
                <a:cubicBezTo>
                  <a:pt x="632" y="1792"/>
                  <a:pt x="686" y="1738"/>
                  <a:pt x="686" y="1672"/>
                </a:cubicBezTo>
                <a:cubicBezTo>
                  <a:pt x="686" y="1606"/>
                  <a:pt x="632" y="1552"/>
                  <a:pt x="566" y="1552"/>
                </a:cubicBezTo>
                <a:lnTo>
                  <a:pt x="240" y="1552"/>
                </a:lnTo>
                <a:lnTo>
                  <a:pt x="240" y="604"/>
                </a:lnTo>
                <a:cubicBezTo>
                  <a:pt x="240" y="403"/>
                  <a:pt x="403" y="240"/>
                  <a:pt x="604" y="240"/>
                </a:cubicBezTo>
                <a:cubicBezTo>
                  <a:pt x="805" y="240"/>
                  <a:pt x="968" y="403"/>
                  <a:pt x="968" y="604"/>
                </a:cubicBezTo>
                <a:lnTo>
                  <a:pt x="968" y="4179"/>
                </a:lnTo>
                <a:cubicBezTo>
                  <a:pt x="968" y="4565"/>
                  <a:pt x="1282" y="4879"/>
                  <a:pt x="1668" y="4879"/>
                </a:cubicBezTo>
                <a:lnTo>
                  <a:pt x="3904" y="4879"/>
                </a:lnTo>
                <a:cubicBezTo>
                  <a:pt x="3970" y="4879"/>
                  <a:pt x="4024" y="4825"/>
                  <a:pt x="4024" y="4759"/>
                </a:cubicBezTo>
                <a:cubicBezTo>
                  <a:pt x="4024" y="4693"/>
                  <a:pt x="3970" y="4639"/>
                  <a:pt x="3904" y="4639"/>
                </a:cubicBezTo>
                <a:lnTo>
                  <a:pt x="1668" y="4639"/>
                </a:lnTo>
                <a:cubicBezTo>
                  <a:pt x="1415" y="4639"/>
                  <a:pt x="1208" y="4433"/>
                  <a:pt x="1208" y="4179"/>
                </a:cubicBezTo>
                <a:lnTo>
                  <a:pt x="1208" y="604"/>
                </a:lnTo>
                <a:cubicBezTo>
                  <a:pt x="1208" y="468"/>
                  <a:pt x="1163" y="341"/>
                  <a:pt x="1086" y="240"/>
                </a:cubicBezTo>
                <a:lnTo>
                  <a:pt x="3988" y="240"/>
                </a:lnTo>
                <a:cubicBezTo>
                  <a:pt x="4241" y="240"/>
                  <a:pt x="4448" y="446"/>
                  <a:pt x="4448" y="700"/>
                </a:cubicBezTo>
                <a:close/>
                <a:moveTo>
                  <a:pt x="4787" y="2000"/>
                </a:moveTo>
                <a:lnTo>
                  <a:pt x="4568" y="2000"/>
                </a:lnTo>
                <a:cubicBezTo>
                  <a:pt x="4501" y="2000"/>
                  <a:pt x="4448" y="2054"/>
                  <a:pt x="4448" y="2120"/>
                </a:cubicBezTo>
                <a:cubicBezTo>
                  <a:pt x="4448" y="2187"/>
                  <a:pt x="4501" y="2240"/>
                  <a:pt x="4568" y="2240"/>
                </a:cubicBezTo>
                <a:lnTo>
                  <a:pt x="4787" y="2240"/>
                </a:lnTo>
                <a:cubicBezTo>
                  <a:pt x="4842" y="2240"/>
                  <a:pt x="4887" y="2285"/>
                  <a:pt x="4887" y="2340"/>
                </a:cubicBezTo>
                <a:lnTo>
                  <a:pt x="4887" y="3718"/>
                </a:lnTo>
                <a:cubicBezTo>
                  <a:pt x="4887" y="3785"/>
                  <a:pt x="4941" y="3838"/>
                  <a:pt x="5007" y="3838"/>
                </a:cubicBezTo>
                <a:cubicBezTo>
                  <a:pt x="5073" y="3838"/>
                  <a:pt x="5127" y="3785"/>
                  <a:pt x="5127" y="3718"/>
                </a:cubicBezTo>
                <a:lnTo>
                  <a:pt x="5127" y="2340"/>
                </a:lnTo>
                <a:cubicBezTo>
                  <a:pt x="5127" y="2153"/>
                  <a:pt x="4975" y="2000"/>
                  <a:pt x="4787" y="2000"/>
                </a:cubicBezTo>
                <a:close/>
                <a:moveTo>
                  <a:pt x="4568" y="5139"/>
                </a:moveTo>
                <a:cubicBezTo>
                  <a:pt x="4501" y="5139"/>
                  <a:pt x="4448" y="5193"/>
                  <a:pt x="4448" y="5259"/>
                </a:cubicBezTo>
                <a:lnTo>
                  <a:pt x="4448" y="5281"/>
                </a:lnTo>
                <a:cubicBezTo>
                  <a:pt x="4448" y="5347"/>
                  <a:pt x="4501" y="5401"/>
                  <a:pt x="4568" y="5401"/>
                </a:cubicBezTo>
                <a:cubicBezTo>
                  <a:pt x="4634" y="5401"/>
                  <a:pt x="4688" y="5347"/>
                  <a:pt x="4688" y="5281"/>
                </a:cubicBezTo>
                <a:lnTo>
                  <a:pt x="4688" y="5259"/>
                </a:lnTo>
                <a:cubicBezTo>
                  <a:pt x="4688" y="5193"/>
                  <a:pt x="4634" y="5139"/>
                  <a:pt x="4568" y="5139"/>
                </a:cubicBezTo>
                <a:close/>
                <a:moveTo>
                  <a:pt x="4568" y="2439"/>
                </a:moveTo>
                <a:cubicBezTo>
                  <a:pt x="4501" y="2439"/>
                  <a:pt x="4448" y="2492"/>
                  <a:pt x="4448" y="2559"/>
                </a:cubicBezTo>
                <a:lnTo>
                  <a:pt x="4448" y="4854"/>
                </a:lnTo>
                <a:cubicBezTo>
                  <a:pt x="4448" y="4920"/>
                  <a:pt x="4501" y="4974"/>
                  <a:pt x="4568" y="4974"/>
                </a:cubicBezTo>
                <a:cubicBezTo>
                  <a:pt x="4634" y="4974"/>
                  <a:pt x="4688" y="4920"/>
                  <a:pt x="4688" y="4854"/>
                </a:cubicBezTo>
                <a:lnTo>
                  <a:pt x="4688" y="2559"/>
                </a:lnTo>
                <a:cubicBezTo>
                  <a:pt x="4688" y="2492"/>
                  <a:pt x="4634" y="2439"/>
                  <a:pt x="4568" y="243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</p:spTree>
  </p:cSld>
  <p:clrMapOvr>
    <a:masterClrMapping/>
  </p:clrMapOvr>
  <p:transition/>
  <p:timing/>
</p:sldLayout>
</file>

<file path=ppt/slideLayouts/slideLayout4.xml><?xml version="1.0" encoding="utf-8"?>
<p:sldLayout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 showMasterSp="0" type="secHead" preserve="1">
  <p:cSld name="Section Header">
    <p:bg>
      <p:bgPr>
        <a:solidFill>
          <a:schemeClr val="accent1">
            <a:lumMod val="60000"/>
            <a:lumOff val="4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0" name="" descr="96c3d8cb-4173-4b3b-b33e-ad3c2331144e"/>
          <p:cNvSpPr/>
          <p:nvPr/>
        </p:nvSpPr>
        <p:spPr>
          <a:xfrm>
            <a:off x="0" y="0"/>
            <a:ext cx="12192000" cy="6858000"/>
          </a:xfrm>
          <a:custGeom>
            <a:gdLst>
              <a:gd name="connsiteX0" fmla="*/ 6211486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  <a:gd name="connsiteX4" fmla="*/ 0 w 12192000"/>
              <a:gd name="connsiteY4" fmla="*/ 5282139 h 6858000"/>
              <a:gd name="connsiteX5" fmla="*/ 146108 w 12192000"/>
              <a:gd name="connsiteY5" fmla="*/ 5217864 h 6858000"/>
              <a:gd name="connsiteX6" fmla="*/ 2740567 w 12192000"/>
              <a:gd name="connsiteY6" fmla="*/ 5251604 h 6858000"/>
              <a:gd name="connsiteX7" fmla="*/ 5111144 w 12192000"/>
              <a:gd name="connsiteY7" fmla="*/ 2681996 h 6858000"/>
              <a:gd name="connsiteX8" fmla="*/ 6081551 w 12192000"/>
              <a:gd name="connsiteY8" fmla="*/ 63231 h 6858000"/>
            </a:gdLst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192000" h="6858000">
                <a:moveTo>
                  <a:pt x="6211486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5282139"/>
                </a:lnTo>
                <a:lnTo>
                  <a:pt x="146108" y="5217864"/>
                </a:lnTo>
                <a:cubicBezTo>
                  <a:pt x="928699" y="4907151"/>
                  <a:pt x="1884975" y="4982391"/>
                  <a:pt x="2740567" y="5251604"/>
                </a:cubicBezTo>
                <a:cubicBezTo>
                  <a:pt x="4320974" y="5748916"/>
                  <a:pt x="5969895" y="4828894"/>
                  <a:pt x="5111144" y="2681996"/>
                </a:cubicBezTo>
                <a:cubicBezTo>
                  <a:pt x="4746458" y="1770211"/>
                  <a:pt x="5116856" y="609779"/>
                  <a:pt x="6081551" y="63231"/>
                </a:cubicBezTo>
                <a:close/>
              </a:path>
            </a:pathLst>
          </a:custGeom>
          <a:solidFill>
            <a:schemeClr val="accent1"/>
          </a:solidFill>
          <a:ln w="629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5" name="" descr="09737b96-c39d-48bf-ae58-b8b31ad95437"/>
          <p:cNvSpPr>
            <a:spLocks noGrp="1"/>
          </p:cNvSpPr>
          <p:nvPr>
            <p:ph type="title" hasCustomPrompt="1"/>
          </p:nvPr>
        </p:nvSpPr>
        <p:spPr>
          <a:xfrm flipV="false" flipH="false">
            <a:off x="5850089" y="2447222"/>
            <a:ext cx="5150753" cy="883315"/>
          </a:xfrm>
          <a:prstGeom prst="rect">
            <a:avLst/>
          </a:prstGeom>
        </p:spPr>
        <p:txBody>
          <a:bodyPr>
            <a:normAutofit/>
          </a:bodyPr>
          <a:lstStyle>
            <a:lvl1pPr algn="l">
              <a:lnSpc>
                <a:spcPct val="100000"/>
              </a:lnSpc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/>
              <a:t>Click to add title</a:t>
            </a:r>
            <a:endParaRPr lang="en-US"/>
          </a:p>
        </p:txBody>
      </p:sp>
      <p:sp>
        <p:nvSpPr>
          <p:cNvPr id="25" name="" descr="fa4b4619-0b88-44f9-babb-18cd9493b7a8"/>
          <p:cNvSpPr>
            <a:spLocks noGrp="1"/>
          </p:cNvSpPr>
          <p:nvPr>
            <p:ph type="body" sz="quarter" idx="1" hasCustomPrompt="1"/>
          </p:nvPr>
        </p:nvSpPr>
        <p:spPr>
          <a:xfrm flipV="false" flipH="false">
            <a:off x="5850089" y="3342391"/>
            <a:ext cx="5150753" cy="220698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buFont typeface="+mj-lt"/>
              <a:buNone/>
              <a:defRPr sz="2400" b="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zh-CN" altLang="en-US"/>
              <a:t>Click to add text</a:t>
            </a:r>
            <a:endParaRPr lang="en-US"/>
          </a:p>
        </p:txBody>
      </p:sp>
      <p:sp>
        <p:nvSpPr>
          <p:cNvPr id="4" name="" descr="3239248a-af18-4d24-b3f0-299276fcc81f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27A813-B2FD-42E1-9222-83B574E99074}" type="datetime1">
              <a:rPr lang="zh-CN" altLang="en-US" smtClean="0"/>
              <a:t>2024/3/1</a:t>
            </a:fld>
            <a:endParaRPr lang="en-US" altLang="zh-CN"/>
          </a:p>
        </p:txBody>
      </p:sp>
      <p:sp>
        <p:nvSpPr>
          <p:cNvPr id="6" name="" descr="787754c0-6d53-4752-a85c-496e1e60d6bc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f-ZA" altLang="zh-CN"/>
              <a:t>iSlide</a:t>
            </a:r>
            <a:endParaRPr lang="zh-CN" altLang="en-US"/>
          </a:p>
        </p:txBody>
      </p:sp>
      <p:sp>
        <p:nvSpPr>
          <p:cNvPr id="8" name="" descr="66072d60-e086-4d8d-8170-98821f245f4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65B630-C7FF-41C0-9923-C5E5E29EED81}" type="slidenum">
              <a:rPr lang="en-US" altLang="zh-CN" smtClean="0"/>
              <a:t>‹#›</a:t>
            </a:fld>
            <a:endParaRPr lang="en-US" altLang="zh-CN"/>
          </a:p>
        </p:txBody>
      </p:sp>
      <p:sp>
        <p:nvSpPr>
          <p:cNvPr id="27" name="" descr="b9c1319f-0b84-4172-8ba4-a97b0e4fc627"/>
          <p:cNvSpPr/>
          <p:nvPr/>
        </p:nvSpPr>
        <p:spPr>
          <a:xfrm>
            <a:off x="5146960" y="260864"/>
            <a:ext cx="134485" cy="139117"/>
          </a:xfrm>
          <a:custGeom>
            <a:gdLst>
              <a:gd name="connsiteX0" fmla="*/ 69684 w 134485"/>
              <a:gd name="connsiteY0" fmla="*/ 138535 h 139117"/>
              <a:gd name="connsiteX1" fmla="*/ 69684 w 134485"/>
              <a:gd name="connsiteY1" fmla="*/ -582 h 139117"/>
              <a:gd name="connsiteX2" fmla="*/ 69684 w 134485"/>
              <a:gd name="connsiteY2" fmla="*/ 138535 h 139117"/>
            </a:gdLst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4485" h="139117">
                <a:moveTo>
                  <a:pt x="69684" y="138535"/>
                </a:moveTo>
                <a:cubicBezTo>
                  <a:pt x="159188" y="138535"/>
                  <a:pt x="159391" y="-582"/>
                  <a:pt x="69684" y="-582"/>
                </a:cubicBezTo>
                <a:cubicBezTo>
                  <a:pt x="-20024" y="-582"/>
                  <a:pt x="-20024" y="138535"/>
                  <a:pt x="69684" y="138535"/>
                </a:cubicBezTo>
                <a:close/>
              </a:path>
            </a:pathLst>
          </a:custGeom>
          <a:solidFill>
            <a:srgbClr val="FFFFFF"/>
          </a:solidFill>
          <a:ln w="675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30" name="" descr="0522671b-3ab3-4624-a437-22f02a8752b5"/>
          <p:cNvSpPr/>
          <p:nvPr/>
        </p:nvSpPr>
        <p:spPr>
          <a:xfrm>
            <a:off x="5574909" y="3321583"/>
            <a:ext cx="134485" cy="139184"/>
          </a:xfrm>
          <a:custGeom>
            <a:gdLst>
              <a:gd name="connsiteX0" fmla="*/ 69683 w 134485"/>
              <a:gd name="connsiteY0" fmla="*/ 138603 h 139184"/>
              <a:gd name="connsiteX1" fmla="*/ 69683 w 134485"/>
              <a:gd name="connsiteY1" fmla="*/ -582 h 139184"/>
              <a:gd name="connsiteX2" fmla="*/ 69683 w 134485"/>
              <a:gd name="connsiteY2" fmla="*/ 138603 h 139184"/>
            </a:gdLst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4485" h="139184">
                <a:moveTo>
                  <a:pt x="69683" y="138603"/>
                </a:moveTo>
                <a:cubicBezTo>
                  <a:pt x="159188" y="138603"/>
                  <a:pt x="159391" y="-582"/>
                  <a:pt x="69683" y="-582"/>
                </a:cubicBezTo>
                <a:cubicBezTo>
                  <a:pt x="-20024" y="-582"/>
                  <a:pt x="-20024" y="138603"/>
                  <a:pt x="69683" y="138603"/>
                </a:cubicBezTo>
                <a:close/>
              </a:path>
            </a:pathLst>
          </a:custGeom>
          <a:solidFill>
            <a:srgbClr val="FFFFFF"/>
          </a:solidFill>
          <a:ln w="675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31" name="" descr="9e43ab11-931c-472a-be54-344bc2b5e5a6"/>
          <p:cNvSpPr/>
          <p:nvPr/>
        </p:nvSpPr>
        <p:spPr>
          <a:xfrm>
            <a:off x="4815248" y="-77918"/>
            <a:ext cx="67204" cy="69592"/>
          </a:xfrm>
          <a:custGeom>
            <a:gdLst>
              <a:gd name="connsiteX0" fmla="*/ 36018 w 67204"/>
              <a:gd name="connsiteY0" fmla="*/ 69010 h 69592"/>
              <a:gd name="connsiteX1" fmla="*/ 36018 w 67204"/>
              <a:gd name="connsiteY1" fmla="*/ -582 h 69592"/>
              <a:gd name="connsiteX2" fmla="*/ 36018 w 67204"/>
              <a:gd name="connsiteY2" fmla="*/ 69010 h 69592"/>
            </a:gdLst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204" h="69592">
                <a:moveTo>
                  <a:pt x="36018" y="69010"/>
                </a:moveTo>
                <a:cubicBezTo>
                  <a:pt x="80771" y="69010"/>
                  <a:pt x="80837" y="-582"/>
                  <a:pt x="36018" y="-582"/>
                </a:cubicBezTo>
                <a:cubicBezTo>
                  <a:pt x="-8802" y="-582"/>
                  <a:pt x="-8802" y="69010"/>
                  <a:pt x="36018" y="69010"/>
                </a:cubicBezTo>
                <a:close/>
              </a:path>
            </a:pathLst>
          </a:custGeom>
          <a:solidFill>
            <a:srgbClr val="FFFFFF"/>
          </a:solidFill>
          <a:ln w="675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32" name="" descr="e33696d4-825c-4f48-8e49-094c87b7ac67"/>
          <p:cNvSpPr/>
          <p:nvPr/>
        </p:nvSpPr>
        <p:spPr>
          <a:xfrm>
            <a:off x="4092660" y="88537"/>
            <a:ext cx="67204" cy="69524"/>
          </a:xfrm>
          <a:custGeom>
            <a:gdLst>
              <a:gd name="connsiteX0" fmla="*/ 36018 w 67204"/>
              <a:gd name="connsiteY0" fmla="*/ 68943 h 69524"/>
              <a:gd name="connsiteX1" fmla="*/ 36018 w 67204"/>
              <a:gd name="connsiteY1" fmla="*/ -582 h 69524"/>
              <a:gd name="connsiteX2" fmla="*/ 36018 w 67204"/>
              <a:gd name="connsiteY2" fmla="*/ 68943 h 69524"/>
            </a:gdLst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204" h="69524">
                <a:moveTo>
                  <a:pt x="36018" y="68943"/>
                </a:moveTo>
                <a:cubicBezTo>
                  <a:pt x="80771" y="68943"/>
                  <a:pt x="80838" y="-582"/>
                  <a:pt x="36018" y="-582"/>
                </a:cubicBezTo>
                <a:cubicBezTo>
                  <a:pt x="-8802" y="-582"/>
                  <a:pt x="-8802" y="68943"/>
                  <a:pt x="36018" y="68943"/>
                </a:cubicBezTo>
                <a:close/>
              </a:path>
            </a:pathLst>
          </a:custGeom>
          <a:solidFill>
            <a:srgbClr val="FFFFFF"/>
          </a:solidFill>
          <a:ln w="675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33" name="" descr="71039df5-8e8e-4cbe-b4fa-b30896223fcd"/>
          <p:cNvSpPr/>
          <p:nvPr/>
        </p:nvSpPr>
        <p:spPr>
          <a:xfrm>
            <a:off x="3667950" y="1442316"/>
            <a:ext cx="67204" cy="69592"/>
          </a:xfrm>
          <a:custGeom>
            <a:gdLst>
              <a:gd name="connsiteX0" fmla="*/ 36018 w 67204"/>
              <a:gd name="connsiteY0" fmla="*/ 69010 h 69592"/>
              <a:gd name="connsiteX1" fmla="*/ 36018 w 67204"/>
              <a:gd name="connsiteY1" fmla="*/ -582 h 69592"/>
              <a:gd name="connsiteX2" fmla="*/ 36018 w 67204"/>
              <a:gd name="connsiteY2" fmla="*/ 69010 h 69592"/>
            </a:gdLst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204" h="69592">
                <a:moveTo>
                  <a:pt x="36018" y="69010"/>
                </a:moveTo>
                <a:cubicBezTo>
                  <a:pt x="80771" y="69010"/>
                  <a:pt x="80838" y="-582"/>
                  <a:pt x="36018" y="-582"/>
                </a:cubicBezTo>
                <a:cubicBezTo>
                  <a:pt x="-8802" y="-582"/>
                  <a:pt x="-8802" y="69010"/>
                  <a:pt x="36018" y="69010"/>
                </a:cubicBezTo>
                <a:close/>
              </a:path>
            </a:pathLst>
          </a:custGeom>
          <a:solidFill>
            <a:srgbClr val="FFFFFF"/>
          </a:solidFill>
          <a:ln w="675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40" name="" descr="b5ebdf66-b00d-474c-983b-b4aeaeb3a047"/>
          <p:cNvSpPr/>
          <p:nvPr/>
        </p:nvSpPr>
        <p:spPr>
          <a:xfrm>
            <a:off x="4781633" y="932353"/>
            <a:ext cx="67204" cy="69592"/>
          </a:xfrm>
          <a:custGeom>
            <a:gdLst>
              <a:gd name="connsiteX0" fmla="*/ 36017 w 67204"/>
              <a:gd name="connsiteY0" fmla="*/ 69010 h 69592"/>
              <a:gd name="connsiteX1" fmla="*/ 36017 w 67204"/>
              <a:gd name="connsiteY1" fmla="*/ -582 h 69592"/>
              <a:gd name="connsiteX2" fmla="*/ 36017 w 67204"/>
              <a:gd name="connsiteY2" fmla="*/ 69010 h 69592"/>
            </a:gdLst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204" h="69592">
                <a:moveTo>
                  <a:pt x="36017" y="69010"/>
                </a:moveTo>
                <a:cubicBezTo>
                  <a:pt x="80770" y="69010"/>
                  <a:pt x="80838" y="-582"/>
                  <a:pt x="36017" y="-582"/>
                </a:cubicBezTo>
                <a:cubicBezTo>
                  <a:pt x="-8802" y="-582"/>
                  <a:pt x="-8802" y="69010"/>
                  <a:pt x="36017" y="69010"/>
                </a:cubicBezTo>
                <a:close/>
              </a:path>
            </a:pathLst>
          </a:custGeom>
          <a:solidFill>
            <a:srgbClr val="FFFFFF"/>
          </a:solidFill>
          <a:ln w="675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42" name="" descr="330dc693-cb33-45ca-849e-c8fa8819a510"/>
          <p:cNvSpPr/>
          <p:nvPr/>
        </p:nvSpPr>
        <p:spPr>
          <a:xfrm>
            <a:off x="3959280" y="2435781"/>
            <a:ext cx="67204" cy="69592"/>
          </a:xfrm>
          <a:custGeom>
            <a:gdLst>
              <a:gd name="connsiteX0" fmla="*/ 36018 w 67204"/>
              <a:gd name="connsiteY0" fmla="*/ 69010 h 69592"/>
              <a:gd name="connsiteX1" fmla="*/ 36018 w 67204"/>
              <a:gd name="connsiteY1" fmla="*/ -582 h 69592"/>
              <a:gd name="connsiteX2" fmla="*/ 36018 w 67204"/>
              <a:gd name="connsiteY2" fmla="*/ 69010 h 69592"/>
            </a:gdLst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204" h="69592">
                <a:moveTo>
                  <a:pt x="36018" y="69010"/>
                </a:moveTo>
                <a:cubicBezTo>
                  <a:pt x="80771" y="69010"/>
                  <a:pt x="80838" y="-582"/>
                  <a:pt x="36018" y="-582"/>
                </a:cubicBezTo>
                <a:cubicBezTo>
                  <a:pt x="-8802" y="-582"/>
                  <a:pt x="-8802" y="69010"/>
                  <a:pt x="36018" y="69010"/>
                </a:cubicBezTo>
                <a:close/>
              </a:path>
            </a:pathLst>
          </a:custGeom>
          <a:solidFill>
            <a:srgbClr val="FFFFFF"/>
          </a:solidFill>
          <a:ln w="675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43" name="" descr="0e5572b8-8648-4c74-8a13-1048363948b9"/>
          <p:cNvSpPr/>
          <p:nvPr/>
        </p:nvSpPr>
        <p:spPr>
          <a:xfrm>
            <a:off x="3574100" y="2271959"/>
            <a:ext cx="67280" cy="69592"/>
          </a:xfrm>
          <a:custGeom>
            <a:gdLst>
              <a:gd name="connsiteX0" fmla="*/ 36043 w 67280"/>
              <a:gd name="connsiteY0" fmla="*/ 69010 h 69592"/>
              <a:gd name="connsiteX1" fmla="*/ 36043 w 67280"/>
              <a:gd name="connsiteY1" fmla="*/ -582 h 69592"/>
              <a:gd name="connsiteX2" fmla="*/ 36043 w 67280"/>
              <a:gd name="connsiteY2" fmla="*/ 69010 h 69592"/>
            </a:gdLst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280" h="69592">
                <a:moveTo>
                  <a:pt x="36043" y="69010"/>
                </a:moveTo>
                <a:cubicBezTo>
                  <a:pt x="80863" y="69010"/>
                  <a:pt x="80930" y="-582"/>
                  <a:pt x="36043" y="-582"/>
                </a:cubicBezTo>
                <a:cubicBezTo>
                  <a:pt x="-8844" y="-582"/>
                  <a:pt x="-8777" y="69010"/>
                  <a:pt x="36043" y="69010"/>
                </a:cubicBezTo>
                <a:close/>
              </a:path>
            </a:pathLst>
          </a:custGeom>
          <a:solidFill>
            <a:srgbClr val="FFFFFF"/>
          </a:solidFill>
          <a:ln w="675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46" name="" descr="44a409ab-08a9-4902-a783-808c3e4ce66f"/>
          <p:cNvSpPr/>
          <p:nvPr/>
        </p:nvSpPr>
        <p:spPr>
          <a:xfrm>
            <a:off x="4049460" y="622528"/>
            <a:ext cx="16943" cy="397035"/>
          </a:xfrm>
          <a:custGeom>
            <a:gdLst>
              <a:gd name="connsiteX0" fmla="*/ 10908 w 16943"/>
              <a:gd name="connsiteY0" fmla="*/ 396453 h 397035"/>
              <a:gd name="connsiteX1" fmla="*/ 2403 w 16943"/>
              <a:gd name="connsiteY1" fmla="*/ 388083 h 397035"/>
              <a:gd name="connsiteX2" fmla="*/ 2403 w 16943"/>
              <a:gd name="connsiteY2" fmla="*/ 387948 h 397035"/>
              <a:gd name="connsiteX3" fmla="*/ 2403 w 16943"/>
              <a:gd name="connsiteY3" fmla="*/ 7855 h 397035"/>
              <a:gd name="connsiteX4" fmla="*/ 10840 w 16943"/>
              <a:gd name="connsiteY4" fmla="*/ -582 h 397035"/>
              <a:gd name="connsiteX5" fmla="*/ 10908 w 16943"/>
              <a:gd name="connsiteY5" fmla="*/ -582 h 397035"/>
              <a:gd name="connsiteX6" fmla="*/ 19346 w 16943"/>
              <a:gd name="connsiteY6" fmla="*/ 7855 h 397035"/>
              <a:gd name="connsiteX7" fmla="*/ 19346 w 16943"/>
              <a:gd name="connsiteY7" fmla="*/ 387948 h 397035"/>
              <a:gd name="connsiteX8" fmla="*/ 10976 w 16943"/>
              <a:gd name="connsiteY8" fmla="*/ 396453 h 397035"/>
              <a:gd name="connsiteX9" fmla="*/ 10908 w 16943"/>
              <a:gd name="connsiteY9" fmla="*/ 396453 h 397035"/>
            </a:gdLst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943" h="397035">
                <a:moveTo>
                  <a:pt x="10908" y="396453"/>
                </a:moveTo>
                <a:cubicBezTo>
                  <a:pt x="6250" y="396494"/>
                  <a:pt x="2471" y="392741"/>
                  <a:pt x="2403" y="388083"/>
                </a:cubicBezTo>
                <a:cubicBezTo>
                  <a:pt x="2403" y="388036"/>
                  <a:pt x="2403" y="387995"/>
                  <a:pt x="2403" y="387948"/>
                </a:cubicBezTo>
                <a:lnTo>
                  <a:pt x="2403" y="7855"/>
                </a:lnTo>
                <a:cubicBezTo>
                  <a:pt x="2403" y="3198"/>
                  <a:pt x="6183" y="-582"/>
                  <a:pt x="10840" y="-582"/>
                </a:cubicBezTo>
                <a:cubicBezTo>
                  <a:pt x="10840" y="-582"/>
                  <a:pt x="10908" y="-582"/>
                  <a:pt x="10908" y="-582"/>
                </a:cubicBezTo>
                <a:cubicBezTo>
                  <a:pt x="15565" y="-582"/>
                  <a:pt x="19346" y="3198"/>
                  <a:pt x="19346" y="7855"/>
                </a:cubicBezTo>
                <a:lnTo>
                  <a:pt x="19346" y="387948"/>
                </a:lnTo>
                <a:cubicBezTo>
                  <a:pt x="19413" y="392605"/>
                  <a:pt x="15633" y="396413"/>
                  <a:pt x="10976" y="396453"/>
                </a:cubicBezTo>
                <a:cubicBezTo>
                  <a:pt x="10976" y="396453"/>
                  <a:pt x="10908" y="396453"/>
                  <a:pt x="10908" y="396453"/>
                </a:cubicBezTo>
                <a:close/>
              </a:path>
            </a:pathLst>
          </a:custGeom>
          <a:solidFill>
            <a:srgbClr val="FFFFFF"/>
          </a:solidFill>
          <a:ln w="675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47" name="" descr="5da5d822-9fe7-4c19-8b08-1ac0a8db0312"/>
          <p:cNvSpPr/>
          <p:nvPr/>
        </p:nvSpPr>
        <p:spPr>
          <a:xfrm>
            <a:off x="3915287" y="678166"/>
            <a:ext cx="285693" cy="285709"/>
          </a:xfrm>
          <a:custGeom>
            <a:gdLst>
              <a:gd name="connsiteX0" fmla="*/ 10891 w 285693"/>
              <a:gd name="connsiteY0" fmla="*/ 285127 h 285709"/>
              <a:gd name="connsiteX1" fmla="*/ 4884 w 285693"/>
              <a:gd name="connsiteY1" fmla="*/ 282630 h 285709"/>
              <a:gd name="connsiteX2" fmla="*/ 4884 w 285693"/>
              <a:gd name="connsiteY2" fmla="*/ 270696 h 285709"/>
              <a:gd name="connsiteX3" fmla="*/ 4884 w 285693"/>
              <a:gd name="connsiteY3" fmla="*/ 270683 h 285709"/>
              <a:gd name="connsiteX4" fmla="*/ 273669 w 285693"/>
              <a:gd name="connsiteY4" fmla="*/ 1898 h 285709"/>
              <a:gd name="connsiteX5" fmla="*/ 285616 w 285693"/>
              <a:gd name="connsiteY5" fmla="*/ 1884 h 285709"/>
              <a:gd name="connsiteX6" fmla="*/ 285616 w 285693"/>
              <a:gd name="connsiteY6" fmla="*/ 1898 h 285709"/>
              <a:gd name="connsiteX7" fmla="*/ 285616 w 285693"/>
              <a:gd name="connsiteY7" fmla="*/ 13832 h 285709"/>
              <a:gd name="connsiteX8" fmla="*/ 285616 w 285693"/>
              <a:gd name="connsiteY8" fmla="*/ 13845 h 285709"/>
              <a:gd name="connsiteX9" fmla="*/ 16831 w 285693"/>
              <a:gd name="connsiteY9" fmla="*/ 282630 h 285709"/>
              <a:gd name="connsiteX10" fmla="*/ 10891 w 285693"/>
              <a:gd name="connsiteY10" fmla="*/ 285127 h 285709"/>
            </a:gdLst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85693" h="285709">
                <a:moveTo>
                  <a:pt x="10891" y="285127"/>
                </a:moveTo>
                <a:cubicBezTo>
                  <a:pt x="8664" y="285134"/>
                  <a:pt x="6503" y="284230"/>
                  <a:pt x="4884" y="282630"/>
                </a:cubicBezTo>
                <a:cubicBezTo>
                  <a:pt x="1576" y="279336"/>
                  <a:pt x="1576" y="273997"/>
                  <a:pt x="4884" y="270696"/>
                </a:cubicBezTo>
                <a:cubicBezTo>
                  <a:pt x="4884" y="270689"/>
                  <a:pt x="4884" y="270689"/>
                  <a:pt x="4884" y="270683"/>
                </a:cubicBezTo>
                <a:lnTo>
                  <a:pt x="273669" y="1898"/>
                </a:lnTo>
                <a:cubicBezTo>
                  <a:pt x="276976" y="-1403"/>
                  <a:pt x="282308" y="-1410"/>
                  <a:pt x="285616" y="1884"/>
                </a:cubicBezTo>
                <a:cubicBezTo>
                  <a:pt x="285616" y="1884"/>
                  <a:pt x="285616" y="1891"/>
                  <a:pt x="285616" y="1898"/>
                </a:cubicBezTo>
                <a:cubicBezTo>
                  <a:pt x="288923" y="5192"/>
                  <a:pt x="288923" y="10531"/>
                  <a:pt x="285616" y="13832"/>
                </a:cubicBezTo>
                <a:cubicBezTo>
                  <a:pt x="285616" y="13838"/>
                  <a:pt x="285616" y="13838"/>
                  <a:pt x="285616" y="13845"/>
                </a:cubicBezTo>
                <a:lnTo>
                  <a:pt x="16831" y="282630"/>
                </a:lnTo>
                <a:cubicBezTo>
                  <a:pt x="15279" y="284243"/>
                  <a:pt x="13118" y="285141"/>
                  <a:pt x="10891" y="285127"/>
                </a:cubicBezTo>
                <a:close/>
              </a:path>
            </a:pathLst>
          </a:custGeom>
          <a:solidFill>
            <a:srgbClr val="FFFFFF"/>
          </a:solidFill>
          <a:ln w="675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48" name="" descr="fa56d394-d62a-4c45-a0d2-5c0e8b83f031"/>
          <p:cNvSpPr/>
          <p:nvPr/>
        </p:nvSpPr>
        <p:spPr>
          <a:xfrm>
            <a:off x="3859245" y="812541"/>
            <a:ext cx="397035" cy="16942"/>
          </a:xfrm>
          <a:custGeom>
            <a:gdLst>
              <a:gd name="connsiteX0" fmla="*/ 390933 w 397035"/>
              <a:gd name="connsiteY0" fmla="*/ 16360 h 16942"/>
              <a:gd name="connsiteX1" fmla="*/ 10840 w 397035"/>
              <a:gd name="connsiteY1" fmla="*/ 16360 h 16942"/>
              <a:gd name="connsiteX2" fmla="*/ 2403 w 397035"/>
              <a:gd name="connsiteY2" fmla="*/ 7923 h 16942"/>
              <a:gd name="connsiteX3" fmla="*/ 10840 w 397035"/>
              <a:gd name="connsiteY3" fmla="*/ -582 h 16942"/>
              <a:gd name="connsiteX4" fmla="*/ 390933 w 397035"/>
              <a:gd name="connsiteY4" fmla="*/ -582 h 16942"/>
              <a:gd name="connsiteX5" fmla="*/ 399438 w 397035"/>
              <a:gd name="connsiteY5" fmla="*/ 7923 h 16942"/>
              <a:gd name="connsiteX6" fmla="*/ 391001 w 397035"/>
              <a:gd name="connsiteY6" fmla="*/ 16360 h 16942"/>
              <a:gd name="connsiteX7" fmla="*/ 390933 w 397035"/>
              <a:gd name="connsiteY7" fmla="*/ 16360 h 16942"/>
            </a:gdLst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7035" h="16942">
                <a:moveTo>
                  <a:pt x="390933" y="16360"/>
                </a:moveTo>
                <a:lnTo>
                  <a:pt x="10840" y="16360"/>
                </a:lnTo>
                <a:cubicBezTo>
                  <a:pt x="6183" y="16360"/>
                  <a:pt x="2403" y="12581"/>
                  <a:pt x="2403" y="7923"/>
                </a:cubicBezTo>
                <a:cubicBezTo>
                  <a:pt x="2403" y="3252"/>
                  <a:pt x="6183" y="-548"/>
                  <a:pt x="10840" y="-582"/>
                </a:cubicBezTo>
                <a:lnTo>
                  <a:pt x="390933" y="-582"/>
                </a:lnTo>
                <a:cubicBezTo>
                  <a:pt x="395658" y="-582"/>
                  <a:pt x="399438" y="3225"/>
                  <a:pt x="399438" y="7923"/>
                </a:cubicBezTo>
                <a:cubicBezTo>
                  <a:pt x="399438" y="12581"/>
                  <a:pt x="395658" y="16360"/>
                  <a:pt x="391001" y="16360"/>
                </a:cubicBezTo>
                <a:cubicBezTo>
                  <a:pt x="391001" y="16360"/>
                  <a:pt x="390933" y="16360"/>
                  <a:pt x="390933" y="16360"/>
                </a:cubicBezTo>
                <a:close/>
              </a:path>
            </a:pathLst>
          </a:custGeom>
          <a:solidFill>
            <a:srgbClr val="FFFFFF"/>
          </a:solidFill>
          <a:ln w="675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49" name="" descr="350706a7-8ad7-4a34-8294-e344d4ed5cc9"/>
          <p:cNvSpPr/>
          <p:nvPr/>
        </p:nvSpPr>
        <p:spPr>
          <a:xfrm>
            <a:off x="3915084" y="678166"/>
            <a:ext cx="285694" cy="285709"/>
          </a:xfrm>
          <a:custGeom>
            <a:gdLst>
              <a:gd name="connsiteX0" fmla="*/ 279677 w 285694"/>
              <a:gd name="connsiteY0" fmla="*/ 285127 h 285709"/>
              <a:gd name="connsiteX1" fmla="*/ 273669 w 285694"/>
              <a:gd name="connsiteY1" fmla="*/ 282630 h 285709"/>
              <a:gd name="connsiteX2" fmla="*/ 4884 w 285694"/>
              <a:gd name="connsiteY2" fmla="*/ 13845 h 285709"/>
              <a:gd name="connsiteX3" fmla="*/ 4884 w 285694"/>
              <a:gd name="connsiteY3" fmla="*/ 1911 h 285709"/>
              <a:gd name="connsiteX4" fmla="*/ 4884 w 285694"/>
              <a:gd name="connsiteY4" fmla="*/ 1898 h 285709"/>
              <a:gd name="connsiteX5" fmla="*/ 16831 w 285694"/>
              <a:gd name="connsiteY5" fmla="*/ 1884 h 285709"/>
              <a:gd name="connsiteX6" fmla="*/ 16831 w 285694"/>
              <a:gd name="connsiteY6" fmla="*/ 1898 h 285709"/>
              <a:gd name="connsiteX7" fmla="*/ 285617 w 285694"/>
              <a:gd name="connsiteY7" fmla="*/ 270683 h 285709"/>
              <a:gd name="connsiteX8" fmla="*/ 285617 w 285694"/>
              <a:gd name="connsiteY8" fmla="*/ 282617 h 285709"/>
              <a:gd name="connsiteX9" fmla="*/ 285617 w 285694"/>
              <a:gd name="connsiteY9" fmla="*/ 282630 h 285709"/>
              <a:gd name="connsiteX10" fmla="*/ 279677 w 285694"/>
              <a:gd name="connsiteY10" fmla="*/ 285127 h 285709"/>
            </a:gdLst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85694" h="285709">
                <a:moveTo>
                  <a:pt x="279677" y="285127"/>
                </a:moveTo>
                <a:cubicBezTo>
                  <a:pt x="277449" y="285148"/>
                  <a:pt x="275221" y="284243"/>
                  <a:pt x="273669" y="282630"/>
                </a:cubicBezTo>
                <a:lnTo>
                  <a:pt x="4884" y="13845"/>
                </a:lnTo>
                <a:cubicBezTo>
                  <a:pt x="1576" y="10551"/>
                  <a:pt x="1576" y="5212"/>
                  <a:pt x="4884" y="1911"/>
                </a:cubicBezTo>
                <a:cubicBezTo>
                  <a:pt x="4884" y="1904"/>
                  <a:pt x="4884" y="1904"/>
                  <a:pt x="4884" y="1898"/>
                </a:cubicBezTo>
                <a:cubicBezTo>
                  <a:pt x="8191" y="-1403"/>
                  <a:pt x="13524" y="-1410"/>
                  <a:pt x="16831" y="1884"/>
                </a:cubicBezTo>
                <a:cubicBezTo>
                  <a:pt x="16831" y="1884"/>
                  <a:pt x="16831" y="1891"/>
                  <a:pt x="16831" y="1898"/>
                </a:cubicBezTo>
                <a:lnTo>
                  <a:pt x="285617" y="270683"/>
                </a:lnTo>
                <a:cubicBezTo>
                  <a:pt x="288924" y="273977"/>
                  <a:pt x="288924" y="279316"/>
                  <a:pt x="285617" y="282617"/>
                </a:cubicBezTo>
                <a:cubicBezTo>
                  <a:pt x="285617" y="282623"/>
                  <a:pt x="285617" y="282623"/>
                  <a:pt x="285617" y="282630"/>
                </a:cubicBezTo>
                <a:cubicBezTo>
                  <a:pt x="284063" y="284243"/>
                  <a:pt x="281904" y="285148"/>
                  <a:pt x="279677" y="285127"/>
                </a:cubicBezTo>
                <a:close/>
              </a:path>
            </a:pathLst>
          </a:custGeom>
          <a:solidFill>
            <a:srgbClr val="FFFFFF"/>
          </a:solidFill>
          <a:ln w="675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grpSp>
        <p:nvGrpSpPr>
          <p:cNvPr id="141" name="" descr="9cca3645-fc75-4a20-b7c1-fb6183676522"/>
          <p:cNvGrpSpPr/>
          <p:nvPr/>
        </p:nvGrpSpPr>
        <p:grpSpPr>
          <a:xfrm>
            <a:off x="8981055" y="624069"/>
            <a:ext cx="2759711" cy="3403821"/>
            <a:chOff x="8012048" y="-85545"/>
            <a:chExt cx="2759711" cy="3403821"/>
          </a:xfrm>
        </p:grpSpPr>
        <p:sp>
          <p:nvSpPr>
            <p:cNvPr id="28" name="" descr="56311160-8fc3-4670-8381-4af99a78b34e"/>
            <p:cNvSpPr/>
            <p:nvPr/>
          </p:nvSpPr>
          <p:spPr>
            <a:xfrm>
              <a:off x="10229937" y="466806"/>
              <a:ext cx="134434" cy="139184"/>
            </a:xfrm>
            <a:custGeom>
              <a:gdLst>
                <a:gd name="connsiteX0" fmla="*/ 69658 w 134434"/>
                <a:gd name="connsiteY0" fmla="*/ 138603 h 139184"/>
                <a:gd name="connsiteX1" fmla="*/ 69658 w 134434"/>
                <a:gd name="connsiteY1" fmla="*/ -582 h 139184"/>
                <a:gd name="connsiteX2" fmla="*/ 69658 w 134434"/>
                <a:gd name="connsiteY2" fmla="*/ 138603 h 139184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434" h="139184">
                  <a:moveTo>
                    <a:pt x="69658" y="138603"/>
                  </a:moveTo>
                  <a:cubicBezTo>
                    <a:pt x="159163" y="138603"/>
                    <a:pt x="159298" y="-582"/>
                    <a:pt x="69658" y="-582"/>
                  </a:cubicBezTo>
                  <a:cubicBezTo>
                    <a:pt x="-19982" y="-582"/>
                    <a:pt x="-20049" y="138603"/>
                    <a:pt x="69658" y="138603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" name="" descr="369e13e8-ae10-4fd3-8946-9dfeb4cc056a"/>
            <p:cNvSpPr/>
            <p:nvPr/>
          </p:nvSpPr>
          <p:spPr>
            <a:xfrm>
              <a:off x="9632723" y="2841186"/>
              <a:ext cx="139449" cy="159635"/>
            </a:xfrm>
            <a:custGeom>
              <a:gdLst>
                <a:gd name="connsiteX0" fmla="*/ 141790 w 139449"/>
                <a:gd name="connsiteY0" fmla="*/ 89463 h 159635"/>
                <a:gd name="connsiteX1" fmla="*/ 141790 w 139449"/>
                <a:gd name="connsiteY1" fmla="*/ 69213 h 159635"/>
                <a:gd name="connsiteX2" fmla="*/ 135783 w 139449"/>
                <a:gd name="connsiteY2" fmla="*/ 42213 h 159635"/>
                <a:gd name="connsiteX3" fmla="*/ 121405 w 139449"/>
                <a:gd name="connsiteY3" fmla="*/ 19870 h 159635"/>
                <a:gd name="connsiteX4" fmla="*/ 98995 w 139449"/>
                <a:gd name="connsiteY4" fmla="*/ 5425 h 159635"/>
                <a:gd name="connsiteX5" fmla="*/ 71995 w 139449"/>
                <a:gd name="connsiteY5" fmla="*/ -515 h 159635"/>
                <a:gd name="connsiteX6" fmla="*/ 53500 w 139449"/>
                <a:gd name="connsiteY6" fmla="*/ 1983 h 159635"/>
                <a:gd name="connsiteX7" fmla="*/ 22787 w 139449"/>
                <a:gd name="connsiteY7" fmla="*/ 19870 h 159635"/>
                <a:gd name="connsiteX8" fmla="*/ 11920 w 139449"/>
                <a:gd name="connsiteY8" fmla="*/ 33910 h 159635"/>
                <a:gd name="connsiteX9" fmla="*/ 2470 w 139449"/>
                <a:gd name="connsiteY9" fmla="*/ 69010 h 159635"/>
                <a:gd name="connsiteX10" fmla="*/ 2470 w 139449"/>
                <a:gd name="connsiteY10" fmla="*/ 89260 h 159635"/>
                <a:gd name="connsiteX11" fmla="*/ 8410 w 139449"/>
                <a:gd name="connsiteY11" fmla="*/ 116260 h 159635"/>
                <a:gd name="connsiteX12" fmla="*/ 22787 w 139449"/>
                <a:gd name="connsiteY12" fmla="*/ 138603 h 159635"/>
                <a:gd name="connsiteX13" fmla="*/ 45197 w 139449"/>
                <a:gd name="connsiteY13" fmla="*/ 152980 h 159635"/>
                <a:gd name="connsiteX14" fmla="*/ 72197 w 139449"/>
                <a:gd name="connsiteY14" fmla="*/ 158988 h 159635"/>
                <a:gd name="connsiteX15" fmla="*/ 90692 w 139449"/>
                <a:gd name="connsiteY15" fmla="*/ 156491 h 159635"/>
                <a:gd name="connsiteX16" fmla="*/ 121405 w 139449"/>
                <a:gd name="connsiteY16" fmla="*/ 138603 h 159635"/>
                <a:gd name="connsiteX17" fmla="*/ 132272 w 139449"/>
                <a:gd name="connsiteY17" fmla="*/ 124562 h 159635"/>
                <a:gd name="connsiteX18" fmla="*/ 141790 w 139449"/>
                <a:gd name="connsiteY18" fmla="*/ 89463 h 159635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449" h="159635">
                  <a:moveTo>
                    <a:pt x="141790" y="89463"/>
                  </a:moveTo>
                  <a:lnTo>
                    <a:pt x="141790" y="69213"/>
                  </a:lnTo>
                  <a:cubicBezTo>
                    <a:pt x="142249" y="59830"/>
                    <a:pt x="140170" y="50515"/>
                    <a:pt x="135783" y="42213"/>
                  </a:cubicBezTo>
                  <a:cubicBezTo>
                    <a:pt x="133001" y="33640"/>
                    <a:pt x="128047" y="25945"/>
                    <a:pt x="121405" y="19870"/>
                  </a:cubicBezTo>
                  <a:cubicBezTo>
                    <a:pt x="115316" y="13188"/>
                    <a:pt x="107594" y="8193"/>
                    <a:pt x="98995" y="5425"/>
                  </a:cubicBezTo>
                  <a:cubicBezTo>
                    <a:pt x="90692" y="1038"/>
                    <a:pt x="81364" y="-987"/>
                    <a:pt x="71995" y="-515"/>
                  </a:cubicBezTo>
                  <a:lnTo>
                    <a:pt x="53500" y="1983"/>
                  </a:lnTo>
                  <a:cubicBezTo>
                    <a:pt x="41890" y="5155"/>
                    <a:pt x="31292" y="11365"/>
                    <a:pt x="22787" y="19870"/>
                  </a:cubicBezTo>
                  <a:lnTo>
                    <a:pt x="11920" y="33910"/>
                  </a:lnTo>
                  <a:cubicBezTo>
                    <a:pt x="5710" y="44575"/>
                    <a:pt x="2403" y="56658"/>
                    <a:pt x="2470" y="69010"/>
                  </a:cubicBezTo>
                  <a:lnTo>
                    <a:pt x="2470" y="89260"/>
                  </a:lnTo>
                  <a:cubicBezTo>
                    <a:pt x="1998" y="98643"/>
                    <a:pt x="4022" y="107958"/>
                    <a:pt x="8410" y="116260"/>
                  </a:cubicBezTo>
                  <a:cubicBezTo>
                    <a:pt x="11245" y="124833"/>
                    <a:pt x="16172" y="132528"/>
                    <a:pt x="22787" y="138603"/>
                  </a:cubicBezTo>
                  <a:cubicBezTo>
                    <a:pt x="28862" y="145285"/>
                    <a:pt x="36625" y="150213"/>
                    <a:pt x="45197" y="152980"/>
                  </a:cubicBezTo>
                  <a:cubicBezTo>
                    <a:pt x="53487" y="157368"/>
                    <a:pt x="62822" y="159460"/>
                    <a:pt x="72197" y="158988"/>
                  </a:cubicBezTo>
                  <a:lnTo>
                    <a:pt x="90692" y="156491"/>
                  </a:lnTo>
                  <a:cubicBezTo>
                    <a:pt x="102309" y="153317"/>
                    <a:pt x="112893" y="147108"/>
                    <a:pt x="121405" y="138603"/>
                  </a:cubicBezTo>
                  <a:lnTo>
                    <a:pt x="132272" y="124562"/>
                  </a:lnTo>
                  <a:cubicBezTo>
                    <a:pt x="138496" y="113898"/>
                    <a:pt x="141777" y="101815"/>
                    <a:pt x="141790" y="89463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" name="" descr="aff7c2dd-b735-4a4e-9797-9cad4013ece1"/>
            <p:cNvSpPr/>
            <p:nvPr/>
          </p:nvSpPr>
          <p:spPr>
            <a:xfrm>
              <a:off x="10704555" y="2225856"/>
              <a:ext cx="67204" cy="69592"/>
            </a:xfrm>
            <a:custGeom>
              <a:gdLst>
                <a:gd name="connsiteX0" fmla="*/ 36018 w 67204"/>
                <a:gd name="connsiteY0" fmla="*/ 69010 h 69592"/>
                <a:gd name="connsiteX1" fmla="*/ 36018 w 67204"/>
                <a:gd name="connsiteY1" fmla="*/ -582 h 69592"/>
                <a:gd name="connsiteX2" fmla="*/ 36018 w 67204"/>
                <a:gd name="connsiteY2" fmla="*/ 69010 h 6959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204" h="69592">
                  <a:moveTo>
                    <a:pt x="36018" y="69010"/>
                  </a:moveTo>
                  <a:cubicBezTo>
                    <a:pt x="80770" y="69010"/>
                    <a:pt x="80838" y="-582"/>
                    <a:pt x="36018" y="-582"/>
                  </a:cubicBezTo>
                  <a:cubicBezTo>
                    <a:pt x="-8802" y="-582"/>
                    <a:pt x="-8802" y="69010"/>
                    <a:pt x="36018" y="69010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" name="" descr="26d0cfa2-5f82-416a-9363-7f21c0cbd3d3"/>
            <p:cNvSpPr/>
            <p:nvPr/>
          </p:nvSpPr>
          <p:spPr>
            <a:xfrm>
              <a:off x="9886970" y="829484"/>
              <a:ext cx="67229" cy="69592"/>
            </a:xfrm>
            <a:custGeom>
              <a:gdLst>
                <a:gd name="connsiteX0" fmla="*/ 36043 w 67229"/>
                <a:gd name="connsiteY0" fmla="*/ 69010 h 69592"/>
                <a:gd name="connsiteX1" fmla="*/ 36043 w 67229"/>
                <a:gd name="connsiteY1" fmla="*/ -582 h 69592"/>
                <a:gd name="connsiteX2" fmla="*/ 36043 w 67229"/>
                <a:gd name="connsiteY2" fmla="*/ 69010 h 6959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229" h="69592">
                  <a:moveTo>
                    <a:pt x="36043" y="69010"/>
                  </a:moveTo>
                  <a:cubicBezTo>
                    <a:pt x="80796" y="69010"/>
                    <a:pt x="80863" y="-582"/>
                    <a:pt x="36043" y="-582"/>
                  </a:cubicBezTo>
                  <a:cubicBezTo>
                    <a:pt x="-8777" y="-582"/>
                    <a:pt x="-8844" y="69010"/>
                    <a:pt x="36043" y="69010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" name="" descr="34bada39-1151-44f1-82f3-bd8db82f6a2f"/>
            <p:cNvSpPr/>
            <p:nvPr/>
          </p:nvSpPr>
          <p:spPr>
            <a:xfrm>
              <a:off x="8284385" y="215032"/>
              <a:ext cx="67230" cy="69592"/>
            </a:xfrm>
            <a:custGeom>
              <a:gdLst>
                <a:gd name="connsiteX0" fmla="*/ 36043 w 67230"/>
                <a:gd name="connsiteY0" fmla="*/ 69010 h 69592"/>
                <a:gd name="connsiteX1" fmla="*/ 36043 w 67230"/>
                <a:gd name="connsiteY1" fmla="*/ -582 h 69592"/>
                <a:gd name="connsiteX2" fmla="*/ 36043 w 67230"/>
                <a:gd name="connsiteY2" fmla="*/ 69010 h 6959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230" h="69592">
                  <a:moveTo>
                    <a:pt x="36043" y="69010"/>
                  </a:moveTo>
                  <a:cubicBezTo>
                    <a:pt x="80796" y="69010"/>
                    <a:pt x="80863" y="-582"/>
                    <a:pt x="36043" y="-582"/>
                  </a:cubicBezTo>
                  <a:cubicBezTo>
                    <a:pt x="-8777" y="-582"/>
                    <a:pt x="-8844" y="69010"/>
                    <a:pt x="36043" y="69010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" name="" descr="80df9778-82da-4180-b649-93114169b428"/>
            <p:cNvSpPr/>
            <p:nvPr/>
          </p:nvSpPr>
          <p:spPr>
            <a:xfrm>
              <a:off x="10394840" y="984734"/>
              <a:ext cx="67280" cy="69592"/>
            </a:xfrm>
            <a:custGeom>
              <a:gdLst>
                <a:gd name="connsiteX0" fmla="*/ 36043 w 67280"/>
                <a:gd name="connsiteY0" fmla="*/ 69010 h 69592"/>
                <a:gd name="connsiteX1" fmla="*/ 36043 w 67280"/>
                <a:gd name="connsiteY1" fmla="*/ -582 h 69592"/>
                <a:gd name="connsiteX2" fmla="*/ 36043 w 67280"/>
                <a:gd name="connsiteY2" fmla="*/ 69010 h 6959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280" h="69592">
                  <a:moveTo>
                    <a:pt x="36043" y="69010"/>
                  </a:moveTo>
                  <a:cubicBezTo>
                    <a:pt x="80863" y="69010"/>
                    <a:pt x="80931" y="-582"/>
                    <a:pt x="36043" y="-582"/>
                  </a:cubicBezTo>
                  <a:cubicBezTo>
                    <a:pt x="-8844" y="-582"/>
                    <a:pt x="-8777" y="69010"/>
                    <a:pt x="36043" y="69010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" name="" descr="29457cab-b534-44a5-a368-2c56dac538ec"/>
            <p:cNvSpPr/>
            <p:nvPr/>
          </p:nvSpPr>
          <p:spPr>
            <a:xfrm>
              <a:off x="8012048" y="3248684"/>
              <a:ext cx="67204" cy="69592"/>
            </a:xfrm>
            <a:custGeom>
              <a:gdLst>
                <a:gd name="connsiteX0" fmla="*/ 36018 w 67204"/>
                <a:gd name="connsiteY0" fmla="*/ 69010 h 69592"/>
                <a:gd name="connsiteX1" fmla="*/ 36018 w 67204"/>
                <a:gd name="connsiteY1" fmla="*/ -582 h 69592"/>
                <a:gd name="connsiteX2" fmla="*/ 36018 w 67204"/>
                <a:gd name="connsiteY2" fmla="*/ 69010 h 6959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204" h="69592">
                  <a:moveTo>
                    <a:pt x="36018" y="69010"/>
                  </a:moveTo>
                  <a:cubicBezTo>
                    <a:pt x="80771" y="69010"/>
                    <a:pt x="80838" y="-582"/>
                    <a:pt x="36018" y="-582"/>
                  </a:cubicBezTo>
                  <a:cubicBezTo>
                    <a:pt x="-8802" y="-582"/>
                    <a:pt x="-8802" y="69010"/>
                    <a:pt x="36018" y="69010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" name="" descr="39dd59ea-edfa-4f98-bce5-2183adfeeffc"/>
            <p:cNvSpPr/>
            <p:nvPr/>
          </p:nvSpPr>
          <p:spPr>
            <a:xfrm>
              <a:off x="8493162" y="-85545"/>
              <a:ext cx="67255" cy="69524"/>
            </a:xfrm>
            <a:custGeom>
              <a:gdLst>
                <a:gd name="connsiteX0" fmla="*/ 36043 w 67255"/>
                <a:gd name="connsiteY0" fmla="*/ 68943 h 69524"/>
                <a:gd name="connsiteX1" fmla="*/ 36043 w 67255"/>
                <a:gd name="connsiteY1" fmla="*/ -582 h 69524"/>
                <a:gd name="connsiteX2" fmla="*/ 36043 w 67255"/>
                <a:gd name="connsiteY2" fmla="*/ 68943 h 69524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255" h="69524">
                  <a:moveTo>
                    <a:pt x="36043" y="68943"/>
                  </a:moveTo>
                  <a:cubicBezTo>
                    <a:pt x="80796" y="68943"/>
                    <a:pt x="80930" y="-582"/>
                    <a:pt x="36043" y="-582"/>
                  </a:cubicBezTo>
                  <a:cubicBezTo>
                    <a:pt x="-8844" y="-582"/>
                    <a:pt x="-8777" y="68943"/>
                    <a:pt x="36043" y="68943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4" name="" descr="0d22a47b-f683-49b0-8468-1ec967d9b9e3"/>
            <p:cNvSpPr/>
            <p:nvPr/>
          </p:nvSpPr>
          <p:spPr>
            <a:xfrm>
              <a:off x="10244407" y="2191093"/>
              <a:ext cx="67204" cy="69592"/>
            </a:xfrm>
            <a:custGeom>
              <a:gdLst>
                <a:gd name="connsiteX0" fmla="*/ 36018 w 67204"/>
                <a:gd name="connsiteY0" fmla="*/ 69010 h 69592"/>
                <a:gd name="connsiteX1" fmla="*/ 36018 w 67204"/>
                <a:gd name="connsiteY1" fmla="*/ -582 h 69592"/>
                <a:gd name="connsiteX2" fmla="*/ 36018 w 67204"/>
                <a:gd name="connsiteY2" fmla="*/ 69010 h 6959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204" h="69592">
                  <a:moveTo>
                    <a:pt x="36018" y="69010"/>
                  </a:moveTo>
                  <a:cubicBezTo>
                    <a:pt x="80771" y="69010"/>
                    <a:pt x="80838" y="-582"/>
                    <a:pt x="36018" y="-582"/>
                  </a:cubicBezTo>
                  <a:cubicBezTo>
                    <a:pt x="-8802" y="-582"/>
                    <a:pt x="-8802" y="69010"/>
                    <a:pt x="36018" y="69010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5" name="" descr="2021c7c4-d3c4-4e4c-80ed-7447f04eb4e7"/>
            <p:cNvSpPr/>
            <p:nvPr/>
          </p:nvSpPr>
          <p:spPr>
            <a:xfrm>
              <a:off x="10407462" y="2885061"/>
              <a:ext cx="67255" cy="69524"/>
            </a:xfrm>
            <a:custGeom>
              <a:gdLst>
                <a:gd name="connsiteX0" fmla="*/ 36043 w 67255"/>
                <a:gd name="connsiteY0" fmla="*/ 68943 h 69524"/>
                <a:gd name="connsiteX1" fmla="*/ 36043 w 67255"/>
                <a:gd name="connsiteY1" fmla="*/ -582 h 69524"/>
                <a:gd name="connsiteX2" fmla="*/ 36043 w 67255"/>
                <a:gd name="connsiteY2" fmla="*/ 68943 h 69524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255" h="69524">
                  <a:moveTo>
                    <a:pt x="36043" y="68943"/>
                  </a:moveTo>
                  <a:cubicBezTo>
                    <a:pt x="80795" y="68943"/>
                    <a:pt x="80931" y="-582"/>
                    <a:pt x="36043" y="-582"/>
                  </a:cubicBezTo>
                  <a:cubicBezTo>
                    <a:pt x="-8844" y="-582"/>
                    <a:pt x="-8777" y="68943"/>
                    <a:pt x="36043" y="68943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0" name="" descr="d0954674-3970-40a0-a6fc-2e9c43207f40"/>
            <p:cNvSpPr/>
            <p:nvPr/>
          </p:nvSpPr>
          <p:spPr>
            <a:xfrm>
              <a:off x="9226777" y="249726"/>
              <a:ext cx="16876" cy="397102"/>
            </a:xfrm>
            <a:custGeom>
              <a:gdLst>
                <a:gd name="connsiteX0" fmla="*/ 10841 w 16876"/>
                <a:gd name="connsiteY0" fmla="*/ 396521 h 397102"/>
                <a:gd name="connsiteX1" fmla="*/ 2404 w 16876"/>
                <a:gd name="connsiteY1" fmla="*/ 388083 h 397102"/>
                <a:gd name="connsiteX2" fmla="*/ 2404 w 16876"/>
                <a:gd name="connsiteY2" fmla="*/ 7923 h 397102"/>
                <a:gd name="connsiteX3" fmla="*/ 10774 w 16876"/>
                <a:gd name="connsiteY3" fmla="*/ -582 h 397102"/>
                <a:gd name="connsiteX4" fmla="*/ 10841 w 16876"/>
                <a:gd name="connsiteY4" fmla="*/ -582 h 397102"/>
                <a:gd name="connsiteX5" fmla="*/ 19279 w 16876"/>
                <a:gd name="connsiteY5" fmla="*/ 7855 h 397102"/>
                <a:gd name="connsiteX6" fmla="*/ 19279 w 16876"/>
                <a:gd name="connsiteY6" fmla="*/ 7923 h 397102"/>
                <a:gd name="connsiteX7" fmla="*/ 19279 w 16876"/>
                <a:gd name="connsiteY7" fmla="*/ 388015 h 397102"/>
                <a:gd name="connsiteX8" fmla="*/ 10909 w 16876"/>
                <a:gd name="connsiteY8" fmla="*/ 396521 h 397102"/>
                <a:gd name="connsiteX9" fmla="*/ 10841 w 16876"/>
                <a:gd name="connsiteY9" fmla="*/ 396521 h 39710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876" h="397102">
                  <a:moveTo>
                    <a:pt x="10841" y="396521"/>
                  </a:moveTo>
                  <a:cubicBezTo>
                    <a:pt x="6183" y="396521"/>
                    <a:pt x="2404" y="392741"/>
                    <a:pt x="2404" y="388083"/>
                  </a:cubicBezTo>
                  <a:lnTo>
                    <a:pt x="2404" y="7923"/>
                  </a:lnTo>
                  <a:cubicBezTo>
                    <a:pt x="2336" y="3265"/>
                    <a:pt x="6117" y="-542"/>
                    <a:pt x="10774" y="-582"/>
                  </a:cubicBezTo>
                  <a:cubicBezTo>
                    <a:pt x="10774" y="-582"/>
                    <a:pt x="10841" y="-582"/>
                    <a:pt x="10841" y="-582"/>
                  </a:cubicBezTo>
                  <a:cubicBezTo>
                    <a:pt x="15498" y="-582"/>
                    <a:pt x="19279" y="3198"/>
                    <a:pt x="19279" y="7855"/>
                  </a:cubicBezTo>
                  <a:cubicBezTo>
                    <a:pt x="19279" y="7876"/>
                    <a:pt x="19279" y="7903"/>
                    <a:pt x="19279" y="7923"/>
                  </a:cubicBezTo>
                  <a:lnTo>
                    <a:pt x="19279" y="388015"/>
                  </a:lnTo>
                  <a:cubicBezTo>
                    <a:pt x="19346" y="392673"/>
                    <a:pt x="15566" y="396480"/>
                    <a:pt x="10909" y="396521"/>
                  </a:cubicBezTo>
                  <a:cubicBezTo>
                    <a:pt x="10909" y="396521"/>
                    <a:pt x="10841" y="396521"/>
                    <a:pt x="10841" y="396521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1" name="" descr="55bdc3f0-0486-4344-a7d6-875a272dddd2"/>
            <p:cNvSpPr/>
            <p:nvPr/>
          </p:nvSpPr>
          <p:spPr>
            <a:xfrm>
              <a:off x="9092604" y="305493"/>
              <a:ext cx="285693" cy="285648"/>
            </a:xfrm>
            <a:custGeom>
              <a:gdLst>
                <a:gd name="connsiteX0" fmla="*/ 10824 w 285693"/>
                <a:gd name="connsiteY0" fmla="*/ 285066 h 285648"/>
                <a:gd name="connsiteX1" fmla="*/ 4884 w 285693"/>
                <a:gd name="connsiteY1" fmla="*/ 282636 h 285648"/>
                <a:gd name="connsiteX2" fmla="*/ 4884 w 285693"/>
                <a:gd name="connsiteY2" fmla="*/ 270702 h 285648"/>
                <a:gd name="connsiteX3" fmla="*/ 4884 w 285693"/>
                <a:gd name="connsiteY3" fmla="*/ 270689 h 285648"/>
                <a:gd name="connsiteX4" fmla="*/ 273601 w 285693"/>
                <a:gd name="connsiteY4" fmla="*/ 1903 h 285648"/>
                <a:gd name="connsiteX5" fmla="*/ 285616 w 285693"/>
                <a:gd name="connsiteY5" fmla="*/ 1903 h 285648"/>
                <a:gd name="connsiteX6" fmla="*/ 285616 w 285693"/>
                <a:gd name="connsiteY6" fmla="*/ 13837 h 285648"/>
                <a:gd name="connsiteX7" fmla="*/ 285616 w 285693"/>
                <a:gd name="connsiteY7" fmla="*/ 13851 h 285648"/>
                <a:gd name="connsiteX8" fmla="*/ 16628 w 285693"/>
                <a:gd name="connsiteY8" fmla="*/ 282906 h 285648"/>
                <a:gd name="connsiteX9" fmla="*/ 10824 w 285693"/>
                <a:gd name="connsiteY9" fmla="*/ 285066 h 285648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693" h="285648">
                  <a:moveTo>
                    <a:pt x="10824" y="285066"/>
                  </a:moveTo>
                  <a:cubicBezTo>
                    <a:pt x="8596" y="285080"/>
                    <a:pt x="6436" y="284202"/>
                    <a:pt x="4884" y="282636"/>
                  </a:cubicBezTo>
                  <a:cubicBezTo>
                    <a:pt x="1576" y="279342"/>
                    <a:pt x="1576" y="274003"/>
                    <a:pt x="4884" y="270702"/>
                  </a:cubicBezTo>
                  <a:cubicBezTo>
                    <a:pt x="4884" y="270702"/>
                    <a:pt x="4884" y="270695"/>
                    <a:pt x="4884" y="270689"/>
                  </a:cubicBezTo>
                  <a:lnTo>
                    <a:pt x="273601" y="1903"/>
                  </a:lnTo>
                  <a:cubicBezTo>
                    <a:pt x="276909" y="-1411"/>
                    <a:pt x="282308" y="-1411"/>
                    <a:pt x="285616" y="1903"/>
                  </a:cubicBezTo>
                  <a:cubicBezTo>
                    <a:pt x="288923" y="5197"/>
                    <a:pt x="288923" y="10537"/>
                    <a:pt x="285616" y="13837"/>
                  </a:cubicBezTo>
                  <a:cubicBezTo>
                    <a:pt x="285616" y="13837"/>
                    <a:pt x="285616" y="13844"/>
                    <a:pt x="285616" y="13851"/>
                  </a:cubicBezTo>
                  <a:lnTo>
                    <a:pt x="16628" y="282906"/>
                  </a:lnTo>
                  <a:cubicBezTo>
                    <a:pt x="15009" y="284317"/>
                    <a:pt x="12983" y="285086"/>
                    <a:pt x="10824" y="285066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2" name="" descr="12339a3f-b137-4299-8e2b-364a575f883a"/>
            <p:cNvSpPr/>
            <p:nvPr/>
          </p:nvSpPr>
          <p:spPr>
            <a:xfrm>
              <a:off x="9036428" y="439873"/>
              <a:ext cx="397034" cy="16875"/>
            </a:xfrm>
            <a:custGeom>
              <a:gdLst>
                <a:gd name="connsiteX0" fmla="*/ 391000 w 397034"/>
                <a:gd name="connsiteY0" fmla="*/ 16293 h 16875"/>
                <a:gd name="connsiteX1" fmla="*/ 10840 w 397034"/>
                <a:gd name="connsiteY1" fmla="*/ 16293 h 16875"/>
                <a:gd name="connsiteX2" fmla="*/ 2403 w 397034"/>
                <a:gd name="connsiteY2" fmla="*/ 7855 h 16875"/>
                <a:gd name="connsiteX3" fmla="*/ 10840 w 397034"/>
                <a:gd name="connsiteY3" fmla="*/ -582 h 16875"/>
                <a:gd name="connsiteX4" fmla="*/ 391000 w 397034"/>
                <a:gd name="connsiteY4" fmla="*/ -582 h 16875"/>
                <a:gd name="connsiteX5" fmla="*/ 399438 w 397034"/>
                <a:gd name="connsiteY5" fmla="*/ 7855 h 16875"/>
                <a:gd name="connsiteX6" fmla="*/ 391000 w 397034"/>
                <a:gd name="connsiteY6" fmla="*/ 16293 h 16875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7034" h="16875">
                  <a:moveTo>
                    <a:pt x="391000" y="16293"/>
                  </a:moveTo>
                  <a:lnTo>
                    <a:pt x="10840" y="16293"/>
                  </a:lnTo>
                  <a:cubicBezTo>
                    <a:pt x="6183" y="16293"/>
                    <a:pt x="2403" y="12513"/>
                    <a:pt x="2403" y="7855"/>
                  </a:cubicBezTo>
                  <a:cubicBezTo>
                    <a:pt x="2403" y="3198"/>
                    <a:pt x="6183" y="-582"/>
                    <a:pt x="10840" y="-582"/>
                  </a:cubicBezTo>
                  <a:lnTo>
                    <a:pt x="391000" y="-582"/>
                  </a:lnTo>
                  <a:cubicBezTo>
                    <a:pt x="395657" y="-582"/>
                    <a:pt x="399438" y="3198"/>
                    <a:pt x="399438" y="7855"/>
                  </a:cubicBezTo>
                  <a:cubicBezTo>
                    <a:pt x="399438" y="12513"/>
                    <a:pt x="395657" y="16293"/>
                    <a:pt x="391000" y="16293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" name="" descr="e6d72867-3dd9-4402-b779-d4978a4b1182"/>
            <p:cNvSpPr/>
            <p:nvPr/>
          </p:nvSpPr>
          <p:spPr>
            <a:xfrm>
              <a:off x="9092402" y="305499"/>
              <a:ext cx="285694" cy="285642"/>
            </a:xfrm>
            <a:custGeom>
              <a:gdLst>
                <a:gd name="connsiteX0" fmla="*/ 279609 w 285694"/>
                <a:gd name="connsiteY0" fmla="*/ 285060 h 285642"/>
                <a:gd name="connsiteX1" fmla="*/ 273601 w 285694"/>
                <a:gd name="connsiteY1" fmla="*/ 282630 h 285642"/>
                <a:gd name="connsiteX2" fmla="*/ 4884 w 285694"/>
                <a:gd name="connsiteY2" fmla="*/ 13845 h 285642"/>
                <a:gd name="connsiteX3" fmla="*/ 4884 w 285694"/>
                <a:gd name="connsiteY3" fmla="*/ 1911 h 285642"/>
                <a:gd name="connsiteX4" fmla="*/ 4884 w 285694"/>
                <a:gd name="connsiteY4" fmla="*/ 1898 h 285642"/>
                <a:gd name="connsiteX5" fmla="*/ 16831 w 285694"/>
                <a:gd name="connsiteY5" fmla="*/ 1884 h 285642"/>
                <a:gd name="connsiteX6" fmla="*/ 16831 w 285694"/>
                <a:gd name="connsiteY6" fmla="*/ 1898 h 285642"/>
                <a:gd name="connsiteX7" fmla="*/ 285617 w 285694"/>
                <a:gd name="connsiteY7" fmla="*/ 270683 h 285642"/>
                <a:gd name="connsiteX8" fmla="*/ 285617 w 285694"/>
                <a:gd name="connsiteY8" fmla="*/ 282617 h 285642"/>
                <a:gd name="connsiteX9" fmla="*/ 285617 w 285694"/>
                <a:gd name="connsiteY9" fmla="*/ 282630 h 285642"/>
                <a:gd name="connsiteX10" fmla="*/ 279609 w 285694"/>
                <a:gd name="connsiteY10" fmla="*/ 285060 h 28564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5694" h="285642">
                  <a:moveTo>
                    <a:pt x="279609" y="285060"/>
                  </a:moveTo>
                  <a:cubicBezTo>
                    <a:pt x="277381" y="285060"/>
                    <a:pt x="275221" y="284189"/>
                    <a:pt x="273601" y="282630"/>
                  </a:cubicBezTo>
                  <a:lnTo>
                    <a:pt x="4884" y="13845"/>
                  </a:lnTo>
                  <a:cubicBezTo>
                    <a:pt x="1576" y="10551"/>
                    <a:pt x="1576" y="5212"/>
                    <a:pt x="4884" y="1911"/>
                  </a:cubicBezTo>
                  <a:cubicBezTo>
                    <a:pt x="4884" y="1911"/>
                    <a:pt x="4884" y="1904"/>
                    <a:pt x="4884" y="1898"/>
                  </a:cubicBezTo>
                  <a:cubicBezTo>
                    <a:pt x="8191" y="-1403"/>
                    <a:pt x="13524" y="-1410"/>
                    <a:pt x="16831" y="1884"/>
                  </a:cubicBezTo>
                  <a:cubicBezTo>
                    <a:pt x="16831" y="1884"/>
                    <a:pt x="16831" y="1891"/>
                    <a:pt x="16831" y="1898"/>
                  </a:cubicBezTo>
                  <a:lnTo>
                    <a:pt x="285617" y="270683"/>
                  </a:lnTo>
                  <a:cubicBezTo>
                    <a:pt x="288924" y="273977"/>
                    <a:pt x="288924" y="279316"/>
                    <a:pt x="285617" y="282617"/>
                  </a:cubicBezTo>
                  <a:cubicBezTo>
                    <a:pt x="285617" y="282617"/>
                    <a:pt x="285617" y="282623"/>
                    <a:pt x="285617" y="282630"/>
                  </a:cubicBezTo>
                  <a:cubicBezTo>
                    <a:pt x="283996" y="284189"/>
                    <a:pt x="281836" y="285060"/>
                    <a:pt x="279609" y="285060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</p:grpSp>
      <p:grpSp>
        <p:nvGrpSpPr>
          <p:cNvPr id="150" name="" descr="25dd4e57-4456-451a-95c2-65a065b0c008"/>
          <p:cNvGrpSpPr/>
          <p:nvPr/>
        </p:nvGrpSpPr>
        <p:grpSpPr>
          <a:xfrm>
            <a:off x="465977" y="980320"/>
            <a:ext cx="2380347" cy="2146460"/>
            <a:chOff x="204946" y="1882086"/>
            <a:chExt cx="2380347" cy="2146460"/>
          </a:xfrm>
        </p:grpSpPr>
        <p:sp>
          <p:nvSpPr>
            <p:cNvPr id="61" name="" descr="99c9fcdb-8dc1-4a51-adce-6c2d91ddb33b"/>
            <p:cNvSpPr/>
            <p:nvPr/>
          </p:nvSpPr>
          <p:spPr>
            <a:xfrm>
              <a:off x="204946" y="1882086"/>
              <a:ext cx="1671260" cy="1983414"/>
            </a:xfrm>
            <a:custGeom>
              <a:gdLst>
                <a:gd name="connsiteX0" fmla="*/ 1631499 w 1671260"/>
                <a:gd name="connsiteY0" fmla="*/ 158441 h 1983414"/>
                <a:gd name="connsiteX1" fmla="*/ 1622994 w 1671260"/>
                <a:gd name="connsiteY1" fmla="*/ 145548 h 1983414"/>
                <a:gd name="connsiteX2" fmla="*/ 1581144 w 1671260"/>
                <a:gd name="connsiteY2" fmla="*/ 97556 h 1983414"/>
                <a:gd name="connsiteX3" fmla="*/ 1468690 w 1671260"/>
                <a:gd name="connsiteY3" fmla="*/ 28841 h 1983414"/>
                <a:gd name="connsiteX4" fmla="*/ 1397274 w 1671260"/>
                <a:gd name="connsiteY4" fmla="*/ 8591 h 1983414"/>
                <a:gd name="connsiteX5" fmla="*/ 1317624 w 1671260"/>
                <a:gd name="connsiteY5" fmla="*/ -319 h 1983414"/>
                <a:gd name="connsiteX6" fmla="*/ 1164669 w 1671260"/>
                <a:gd name="connsiteY6" fmla="*/ 12708 h 1983414"/>
                <a:gd name="connsiteX7" fmla="*/ 1030614 w 1671260"/>
                <a:gd name="connsiteY7" fmla="*/ 49968 h 1983414"/>
                <a:gd name="connsiteX8" fmla="*/ 777556 w 1671260"/>
                <a:gd name="connsiteY8" fmla="*/ 188208 h 1983414"/>
                <a:gd name="connsiteX9" fmla="*/ 553322 w 1671260"/>
                <a:gd name="connsiteY9" fmla="*/ 395501 h 1983414"/>
                <a:gd name="connsiteX10" fmla="*/ 363175 w 1671260"/>
                <a:gd name="connsiteY10" fmla="*/ 652946 h 1983414"/>
                <a:gd name="connsiteX11" fmla="*/ 101477 w 1671260"/>
                <a:gd name="connsiteY11" fmla="*/ 1243908 h 1983414"/>
                <a:gd name="connsiteX12" fmla="*/ 38769 w 1671260"/>
                <a:gd name="connsiteY12" fmla="*/ 1541921 h 1983414"/>
                <a:gd name="connsiteX13" fmla="*/ 27092 w 1671260"/>
                <a:gd name="connsiteY13" fmla="*/ 1818671 h 1983414"/>
                <a:gd name="connsiteX14" fmla="*/ 33369 w 1671260"/>
                <a:gd name="connsiteY14" fmla="*/ 1887251 h 1983414"/>
                <a:gd name="connsiteX15" fmla="*/ 7720 w 1671260"/>
                <a:gd name="connsiteY15" fmla="*/ 1942061 h 1983414"/>
                <a:gd name="connsiteX16" fmla="*/ 4681 w 1671260"/>
                <a:gd name="connsiteY16" fmla="*/ 1951038 h 1983414"/>
                <a:gd name="connsiteX17" fmla="*/ 3196 w 1671260"/>
                <a:gd name="connsiteY17" fmla="*/ 1967036 h 1983414"/>
                <a:gd name="connsiteX18" fmla="*/ 5560 w 1671260"/>
                <a:gd name="connsiteY18" fmla="*/ 1972436 h 1983414"/>
                <a:gd name="connsiteX19" fmla="*/ 13997 w 1671260"/>
                <a:gd name="connsiteY19" fmla="*/ 1980334 h 1983414"/>
                <a:gd name="connsiteX20" fmla="*/ 31007 w 1671260"/>
                <a:gd name="connsiteY20" fmla="*/ 1981818 h 1983414"/>
                <a:gd name="connsiteX21" fmla="*/ 43832 w 1671260"/>
                <a:gd name="connsiteY21" fmla="*/ 1971221 h 1983414"/>
                <a:gd name="connsiteX22" fmla="*/ 49367 w 1671260"/>
                <a:gd name="connsiteY22" fmla="*/ 1961973 h 1983414"/>
                <a:gd name="connsiteX23" fmla="*/ 51460 w 1671260"/>
                <a:gd name="connsiteY23" fmla="*/ 1958666 h 1983414"/>
                <a:gd name="connsiteX24" fmla="*/ 57129 w 1671260"/>
                <a:gd name="connsiteY24" fmla="*/ 1948743 h 1983414"/>
                <a:gd name="connsiteX25" fmla="*/ 60639 w 1671260"/>
                <a:gd name="connsiteY25" fmla="*/ 1942668 h 1983414"/>
                <a:gd name="connsiteX26" fmla="*/ 77919 w 1671260"/>
                <a:gd name="connsiteY26" fmla="*/ 1913913 h 1983414"/>
                <a:gd name="connsiteX27" fmla="*/ 117676 w 1671260"/>
                <a:gd name="connsiteY27" fmla="*/ 1854311 h 1983414"/>
                <a:gd name="connsiteX28" fmla="*/ 116056 w 1671260"/>
                <a:gd name="connsiteY28" fmla="*/ 1856269 h 1983414"/>
                <a:gd name="connsiteX29" fmla="*/ 213663 w 1671260"/>
                <a:gd name="connsiteY29" fmla="*/ 1736996 h 1983414"/>
                <a:gd name="connsiteX30" fmla="*/ 328413 w 1671260"/>
                <a:gd name="connsiteY30" fmla="*/ 1620558 h 1983414"/>
                <a:gd name="connsiteX31" fmla="*/ 421293 w 1671260"/>
                <a:gd name="connsiteY31" fmla="*/ 1534293 h 1983414"/>
                <a:gd name="connsiteX32" fmla="*/ 443566 w 1671260"/>
                <a:gd name="connsiteY32" fmla="*/ 1514043 h 1983414"/>
                <a:gd name="connsiteX33" fmla="*/ 570940 w 1671260"/>
                <a:gd name="connsiteY33" fmla="*/ 1403748 h 1983414"/>
                <a:gd name="connsiteX34" fmla="*/ 898653 w 1671260"/>
                <a:gd name="connsiteY34" fmla="*/ 1155146 h 1983414"/>
                <a:gd name="connsiteX35" fmla="*/ 906685 w 1671260"/>
                <a:gd name="connsiteY35" fmla="*/ 1149274 h 1983414"/>
                <a:gd name="connsiteX36" fmla="*/ 1245602 w 1671260"/>
                <a:gd name="connsiteY36" fmla="*/ 891153 h 1983414"/>
                <a:gd name="connsiteX37" fmla="*/ 1543816 w 1671260"/>
                <a:gd name="connsiteY37" fmla="*/ 604346 h 1983414"/>
                <a:gd name="connsiteX38" fmla="*/ 1601327 w 1671260"/>
                <a:gd name="connsiteY38" fmla="*/ 530096 h 1983414"/>
                <a:gd name="connsiteX39" fmla="*/ 1639600 w 1671260"/>
                <a:gd name="connsiteY39" fmla="*/ 461516 h 1983414"/>
                <a:gd name="connsiteX40" fmla="*/ 1673350 w 1671260"/>
                <a:gd name="connsiteY40" fmla="*/ 323546 h 1983414"/>
                <a:gd name="connsiteX41" fmla="*/ 1652289 w 1671260"/>
                <a:gd name="connsiteY41" fmla="*/ 201438 h 1983414"/>
                <a:gd name="connsiteX42" fmla="*/ 1630892 w 1671260"/>
                <a:gd name="connsiteY42" fmla="*/ 159251 h 1983414"/>
                <a:gd name="connsiteX43" fmla="*/ 452342 w 1671260"/>
                <a:gd name="connsiteY43" fmla="*/ 586526 h 1983414"/>
                <a:gd name="connsiteX44" fmla="*/ 452342 w 1671260"/>
                <a:gd name="connsiteY44" fmla="*/ 586526 h 1983414"/>
                <a:gd name="connsiteX45" fmla="*/ 452342 w 1671260"/>
                <a:gd name="connsiteY45" fmla="*/ 585986 h 1983414"/>
                <a:gd name="connsiteX46" fmla="*/ 453288 w 1671260"/>
                <a:gd name="connsiteY46" fmla="*/ 585109 h 1983414"/>
                <a:gd name="connsiteX47" fmla="*/ 437762 w 1671260"/>
                <a:gd name="connsiteY47" fmla="*/ 607046 h 1983414"/>
                <a:gd name="connsiteX48" fmla="*/ 451869 w 1671260"/>
                <a:gd name="connsiteY48" fmla="*/ 586796 h 1983414"/>
                <a:gd name="connsiteX49" fmla="*/ 451869 w 1671260"/>
                <a:gd name="connsiteY49" fmla="*/ 586796 h 1983414"/>
                <a:gd name="connsiteX50" fmla="*/ 451869 w 1671260"/>
                <a:gd name="connsiteY50" fmla="*/ 586796 h 1983414"/>
                <a:gd name="connsiteX51" fmla="*/ 451869 w 1671260"/>
                <a:gd name="connsiteY51" fmla="*/ 586796 h 1983414"/>
                <a:gd name="connsiteX52" fmla="*/ 451869 w 1671260"/>
                <a:gd name="connsiteY52" fmla="*/ 586796 h 1983414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671260" h="1983414">
                  <a:moveTo>
                    <a:pt x="1631499" y="158441"/>
                  </a:moveTo>
                  <a:cubicBezTo>
                    <a:pt x="1628800" y="154053"/>
                    <a:pt x="1625965" y="149801"/>
                    <a:pt x="1622994" y="145548"/>
                  </a:cubicBezTo>
                  <a:cubicBezTo>
                    <a:pt x="1610778" y="128113"/>
                    <a:pt x="1596737" y="112028"/>
                    <a:pt x="1581144" y="97556"/>
                  </a:cubicBezTo>
                  <a:cubicBezTo>
                    <a:pt x="1548408" y="67640"/>
                    <a:pt x="1510269" y="44312"/>
                    <a:pt x="1468690" y="28841"/>
                  </a:cubicBezTo>
                  <a:cubicBezTo>
                    <a:pt x="1445470" y="20126"/>
                    <a:pt x="1421575" y="13356"/>
                    <a:pt x="1397274" y="8591"/>
                  </a:cubicBezTo>
                  <a:cubicBezTo>
                    <a:pt x="1371017" y="3582"/>
                    <a:pt x="1344355" y="599"/>
                    <a:pt x="1317624" y="-319"/>
                  </a:cubicBezTo>
                  <a:cubicBezTo>
                    <a:pt x="1266325" y="-1743"/>
                    <a:pt x="1215024" y="2624"/>
                    <a:pt x="1164669" y="12708"/>
                  </a:cubicBezTo>
                  <a:cubicBezTo>
                    <a:pt x="1119039" y="21328"/>
                    <a:pt x="1074153" y="33795"/>
                    <a:pt x="1030614" y="49968"/>
                  </a:cubicBezTo>
                  <a:cubicBezTo>
                    <a:pt x="940232" y="84036"/>
                    <a:pt x="855046" y="130563"/>
                    <a:pt x="777556" y="188208"/>
                  </a:cubicBezTo>
                  <a:cubicBezTo>
                    <a:pt x="695612" y="249087"/>
                    <a:pt x="620418" y="318584"/>
                    <a:pt x="553322" y="395501"/>
                  </a:cubicBezTo>
                  <a:cubicBezTo>
                    <a:pt x="482987" y="475934"/>
                    <a:pt x="419335" y="562043"/>
                    <a:pt x="363175" y="652946"/>
                  </a:cubicBezTo>
                  <a:cubicBezTo>
                    <a:pt x="249234" y="836985"/>
                    <a:pt x="161147" y="1035806"/>
                    <a:pt x="101477" y="1243908"/>
                  </a:cubicBezTo>
                  <a:cubicBezTo>
                    <a:pt x="73262" y="1341581"/>
                    <a:pt x="52269" y="1441144"/>
                    <a:pt x="38769" y="1541921"/>
                  </a:cubicBezTo>
                  <a:cubicBezTo>
                    <a:pt x="25945" y="1633586"/>
                    <a:pt x="22029" y="1726264"/>
                    <a:pt x="27092" y="1818671"/>
                  </a:cubicBezTo>
                  <a:cubicBezTo>
                    <a:pt x="28509" y="1841621"/>
                    <a:pt x="30602" y="1864706"/>
                    <a:pt x="33369" y="1887251"/>
                  </a:cubicBezTo>
                  <a:cubicBezTo>
                    <a:pt x="23379" y="1904801"/>
                    <a:pt x="14806" y="1923161"/>
                    <a:pt x="7720" y="1942061"/>
                  </a:cubicBezTo>
                  <a:cubicBezTo>
                    <a:pt x="6571" y="1945098"/>
                    <a:pt x="5627" y="1948001"/>
                    <a:pt x="4681" y="1951038"/>
                  </a:cubicBezTo>
                  <a:cubicBezTo>
                    <a:pt x="2252" y="1956033"/>
                    <a:pt x="1779" y="1961704"/>
                    <a:pt x="3196" y="1967036"/>
                  </a:cubicBezTo>
                  <a:cubicBezTo>
                    <a:pt x="3737" y="1968926"/>
                    <a:pt x="4546" y="1970748"/>
                    <a:pt x="5560" y="1972436"/>
                  </a:cubicBezTo>
                  <a:cubicBezTo>
                    <a:pt x="7653" y="1975743"/>
                    <a:pt x="10555" y="1978511"/>
                    <a:pt x="13997" y="1980334"/>
                  </a:cubicBezTo>
                  <a:cubicBezTo>
                    <a:pt x="19262" y="1983033"/>
                    <a:pt x="25337" y="1983574"/>
                    <a:pt x="31007" y="1981818"/>
                  </a:cubicBezTo>
                  <a:cubicBezTo>
                    <a:pt x="36543" y="1980131"/>
                    <a:pt x="41132" y="1976351"/>
                    <a:pt x="43832" y="1971221"/>
                  </a:cubicBezTo>
                  <a:cubicBezTo>
                    <a:pt x="45519" y="1968048"/>
                    <a:pt x="47342" y="1964943"/>
                    <a:pt x="49367" y="1961973"/>
                  </a:cubicBezTo>
                  <a:lnTo>
                    <a:pt x="51460" y="1958666"/>
                  </a:lnTo>
                  <a:cubicBezTo>
                    <a:pt x="53418" y="1955358"/>
                    <a:pt x="55239" y="1951916"/>
                    <a:pt x="57129" y="1948743"/>
                  </a:cubicBezTo>
                  <a:lnTo>
                    <a:pt x="60639" y="1942668"/>
                  </a:lnTo>
                  <a:cubicBezTo>
                    <a:pt x="66242" y="1933016"/>
                    <a:pt x="72046" y="1923431"/>
                    <a:pt x="77919" y="1913913"/>
                  </a:cubicBezTo>
                  <a:cubicBezTo>
                    <a:pt x="89732" y="1894811"/>
                    <a:pt x="102759" y="1875303"/>
                    <a:pt x="117676" y="1854311"/>
                  </a:cubicBezTo>
                  <a:lnTo>
                    <a:pt x="116056" y="1856269"/>
                  </a:lnTo>
                  <a:cubicBezTo>
                    <a:pt x="146499" y="1814891"/>
                    <a:pt x="179102" y="1775066"/>
                    <a:pt x="213663" y="1736996"/>
                  </a:cubicBezTo>
                  <a:cubicBezTo>
                    <a:pt x="252811" y="1693526"/>
                    <a:pt x="293784" y="1653769"/>
                    <a:pt x="328413" y="1620558"/>
                  </a:cubicBezTo>
                  <a:cubicBezTo>
                    <a:pt x="358989" y="1591399"/>
                    <a:pt x="390647" y="1562373"/>
                    <a:pt x="421293" y="1534293"/>
                  </a:cubicBezTo>
                  <a:lnTo>
                    <a:pt x="443566" y="1514043"/>
                  </a:lnTo>
                  <a:cubicBezTo>
                    <a:pt x="481840" y="1478741"/>
                    <a:pt x="523487" y="1442628"/>
                    <a:pt x="570940" y="1403748"/>
                  </a:cubicBezTo>
                  <a:cubicBezTo>
                    <a:pt x="676644" y="1317416"/>
                    <a:pt x="789504" y="1234998"/>
                    <a:pt x="898653" y="1155146"/>
                  </a:cubicBezTo>
                  <a:lnTo>
                    <a:pt x="906685" y="1149274"/>
                  </a:lnTo>
                  <a:cubicBezTo>
                    <a:pt x="1029399" y="1059498"/>
                    <a:pt x="1139695" y="978161"/>
                    <a:pt x="1245602" y="891153"/>
                  </a:cubicBezTo>
                  <a:cubicBezTo>
                    <a:pt x="1366023" y="792131"/>
                    <a:pt x="1463627" y="698306"/>
                    <a:pt x="1543816" y="604346"/>
                  </a:cubicBezTo>
                  <a:cubicBezTo>
                    <a:pt x="1564404" y="580707"/>
                    <a:pt x="1583575" y="555915"/>
                    <a:pt x="1601327" y="530096"/>
                  </a:cubicBezTo>
                  <a:cubicBezTo>
                    <a:pt x="1615975" y="508340"/>
                    <a:pt x="1628800" y="485397"/>
                    <a:pt x="1639600" y="461516"/>
                  </a:cubicBezTo>
                  <a:cubicBezTo>
                    <a:pt x="1659512" y="418093"/>
                    <a:pt x="1670987" y="371262"/>
                    <a:pt x="1673350" y="323546"/>
                  </a:cubicBezTo>
                  <a:cubicBezTo>
                    <a:pt x="1675306" y="281797"/>
                    <a:pt x="1668085" y="240123"/>
                    <a:pt x="1652289" y="201438"/>
                  </a:cubicBezTo>
                  <a:cubicBezTo>
                    <a:pt x="1646283" y="186831"/>
                    <a:pt x="1639127" y="172724"/>
                    <a:pt x="1630892" y="159251"/>
                  </a:cubicBezTo>
                  <a:moveTo>
                    <a:pt x="452342" y="586526"/>
                  </a:moveTo>
                  <a:lnTo>
                    <a:pt x="452342" y="586526"/>
                  </a:lnTo>
                  <a:lnTo>
                    <a:pt x="452342" y="585986"/>
                  </a:lnTo>
                  <a:lnTo>
                    <a:pt x="453288" y="585109"/>
                  </a:lnTo>
                  <a:cubicBezTo>
                    <a:pt x="448090" y="592398"/>
                    <a:pt x="442892" y="599688"/>
                    <a:pt x="437762" y="607046"/>
                  </a:cubicBezTo>
                  <a:cubicBezTo>
                    <a:pt x="442419" y="600296"/>
                    <a:pt x="447144" y="593546"/>
                    <a:pt x="451869" y="586796"/>
                  </a:cubicBezTo>
                  <a:lnTo>
                    <a:pt x="451869" y="586796"/>
                  </a:lnTo>
                  <a:lnTo>
                    <a:pt x="451869" y="586796"/>
                  </a:lnTo>
                  <a:lnTo>
                    <a:pt x="451869" y="586796"/>
                  </a:lnTo>
                  <a:lnTo>
                    <a:pt x="451869" y="586796"/>
                  </a:lnTo>
                </a:path>
              </a:pathLst>
            </a:custGeom>
            <a:solidFill>
              <a:srgbClr val="B2B674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" name="" descr="8e3d0300-7ec2-4a21-84ef-8623cc3fc16d"/>
            <p:cNvSpPr/>
            <p:nvPr/>
          </p:nvSpPr>
          <p:spPr>
            <a:xfrm>
              <a:off x="407025" y="3633231"/>
              <a:ext cx="608" cy="1552"/>
            </a:xfrm>
            <a:custGeom>
              <a:gdLst>
                <a:gd name="connsiteX0" fmla="*/ 2403 w 608"/>
                <a:gd name="connsiteY0" fmla="*/ 970 h 1552"/>
                <a:gd name="connsiteX1" fmla="*/ 3011 w 608"/>
                <a:gd name="connsiteY1" fmla="*/ -582 h 1552"/>
                <a:gd name="connsiteX2" fmla="*/ 3011 w 608"/>
                <a:gd name="connsiteY2" fmla="*/ -110 h 155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8" h="1552">
                  <a:moveTo>
                    <a:pt x="2403" y="970"/>
                  </a:moveTo>
                  <a:lnTo>
                    <a:pt x="3011" y="-582"/>
                  </a:lnTo>
                  <a:lnTo>
                    <a:pt x="3011" y="-110"/>
                  </a:lnTo>
                  <a:close/>
                </a:path>
              </a:pathLst>
            </a:custGeom>
            <a:solidFill>
              <a:srgbClr val="92964B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" name="" descr="47fbed67-718f-4d27-965d-635048455d16"/>
            <p:cNvSpPr/>
            <p:nvPr/>
          </p:nvSpPr>
          <p:spPr>
            <a:xfrm>
              <a:off x="257967" y="1965806"/>
              <a:ext cx="1491434" cy="2062740"/>
            </a:xfrm>
            <a:custGeom>
              <a:gdLst>
                <a:gd name="connsiteX0" fmla="*/ 41774 w 1491434"/>
                <a:gd name="connsiteY0" fmla="*/ 2046598 h 2062740"/>
                <a:gd name="connsiteX1" fmla="*/ 51291 w 1491434"/>
                <a:gd name="connsiteY1" fmla="*/ 2000294 h 2062740"/>
                <a:gd name="connsiteX2" fmla="*/ 62024 w 1491434"/>
                <a:gd name="connsiteY2" fmla="*/ 1953853 h 2062740"/>
                <a:gd name="connsiteX3" fmla="*/ 88147 w 1491434"/>
                <a:gd name="connsiteY3" fmla="*/ 1857801 h 2062740"/>
                <a:gd name="connsiteX4" fmla="*/ 151191 w 1491434"/>
                <a:gd name="connsiteY4" fmla="*/ 1668396 h 2062740"/>
                <a:gd name="connsiteX5" fmla="*/ 150247 w 1491434"/>
                <a:gd name="connsiteY5" fmla="*/ 1670758 h 2062740"/>
                <a:gd name="connsiteX6" fmla="*/ 151596 w 1491434"/>
                <a:gd name="connsiteY6" fmla="*/ 1667315 h 2062740"/>
                <a:gd name="connsiteX7" fmla="*/ 151596 w 1491434"/>
                <a:gd name="connsiteY7" fmla="*/ 1666506 h 2062740"/>
                <a:gd name="connsiteX8" fmla="*/ 151596 w 1491434"/>
                <a:gd name="connsiteY8" fmla="*/ 1666101 h 2062740"/>
                <a:gd name="connsiteX9" fmla="*/ 334588 w 1491434"/>
                <a:gd name="connsiteY9" fmla="*/ 1273791 h 2062740"/>
                <a:gd name="connsiteX10" fmla="*/ 438877 w 1491434"/>
                <a:gd name="connsiteY10" fmla="*/ 1237206 h 2062740"/>
                <a:gd name="connsiteX11" fmla="*/ 555044 w 1491434"/>
                <a:gd name="connsiteY11" fmla="*/ 1176929 h 2062740"/>
                <a:gd name="connsiteX12" fmla="*/ 556664 w 1491434"/>
                <a:gd name="connsiteY12" fmla="*/ 1170179 h 2062740"/>
                <a:gd name="connsiteX13" fmla="*/ 549914 w 1491434"/>
                <a:gd name="connsiteY13" fmla="*/ 1168491 h 2062740"/>
                <a:gd name="connsiteX14" fmla="*/ 456696 w 1491434"/>
                <a:gd name="connsiteY14" fmla="*/ 1215741 h 2062740"/>
                <a:gd name="connsiteX15" fmla="*/ 386632 w 1491434"/>
                <a:gd name="connsiteY15" fmla="*/ 1241593 h 2062740"/>
                <a:gd name="connsiteX16" fmla="*/ 347414 w 1491434"/>
                <a:gd name="connsiteY16" fmla="*/ 1251583 h 2062740"/>
                <a:gd name="connsiteX17" fmla="*/ 462164 w 1491434"/>
                <a:gd name="connsiteY17" fmla="*/ 1062583 h 2062740"/>
                <a:gd name="connsiteX18" fmla="*/ 524737 w 1491434"/>
                <a:gd name="connsiteY18" fmla="*/ 970041 h 2062740"/>
                <a:gd name="connsiteX19" fmla="*/ 636449 w 1491434"/>
                <a:gd name="connsiteY19" fmla="*/ 961130 h 2062740"/>
                <a:gd name="connsiteX20" fmla="*/ 757274 w 1491434"/>
                <a:gd name="connsiteY20" fmla="*/ 932106 h 2062740"/>
                <a:gd name="connsiteX21" fmla="*/ 872024 w 1491434"/>
                <a:gd name="connsiteY21" fmla="*/ 889851 h 2062740"/>
                <a:gd name="connsiteX22" fmla="*/ 983804 w 1491434"/>
                <a:gd name="connsiteY22" fmla="*/ 838213 h 2062740"/>
                <a:gd name="connsiteX23" fmla="*/ 985289 w 1491434"/>
                <a:gd name="connsiteY23" fmla="*/ 832273 h 2062740"/>
                <a:gd name="connsiteX24" fmla="*/ 985221 w 1491434"/>
                <a:gd name="connsiteY24" fmla="*/ 832206 h 2062740"/>
                <a:gd name="connsiteX25" fmla="*/ 979280 w 1491434"/>
                <a:gd name="connsiteY25" fmla="*/ 830788 h 2062740"/>
                <a:gd name="connsiteX26" fmla="*/ 925889 w 1491434"/>
                <a:gd name="connsiteY26" fmla="*/ 856101 h 2062740"/>
                <a:gd name="connsiteX27" fmla="*/ 802498 w 1491434"/>
                <a:gd name="connsiteY27" fmla="*/ 902068 h 2062740"/>
                <a:gd name="connsiteX28" fmla="*/ 670941 w 1491434"/>
                <a:gd name="connsiteY28" fmla="*/ 932781 h 2062740"/>
                <a:gd name="connsiteX29" fmla="*/ 671481 w 1491434"/>
                <a:gd name="connsiteY29" fmla="*/ 932781 h 2062740"/>
                <a:gd name="connsiteX30" fmla="*/ 594059 w 1491434"/>
                <a:gd name="connsiteY30" fmla="*/ 941218 h 2062740"/>
                <a:gd name="connsiteX31" fmla="*/ 543029 w 1491434"/>
                <a:gd name="connsiteY31" fmla="*/ 943648 h 2062740"/>
                <a:gd name="connsiteX32" fmla="*/ 757544 w 1491434"/>
                <a:gd name="connsiteY32" fmla="*/ 672703 h 2062740"/>
                <a:gd name="connsiteX33" fmla="*/ 760581 w 1491434"/>
                <a:gd name="connsiteY33" fmla="*/ 669328 h 2062740"/>
                <a:gd name="connsiteX34" fmla="*/ 868581 w 1491434"/>
                <a:gd name="connsiteY34" fmla="*/ 674998 h 2062740"/>
                <a:gd name="connsiteX35" fmla="*/ 986166 w 1491434"/>
                <a:gd name="connsiteY35" fmla="*/ 659811 h 2062740"/>
                <a:gd name="connsiteX36" fmla="*/ 1044284 w 1491434"/>
                <a:gd name="connsiteY36" fmla="*/ 645973 h 2062740"/>
                <a:gd name="connsiteX37" fmla="*/ 1101997 w 1491434"/>
                <a:gd name="connsiteY37" fmla="*/ 629638 h 2062740"/>
                <a:gd name="connsiteX38" fmla="*/ 1214856 w 1491434"/>
                <a:gd name="connsiteY38" fmla="*/ 591298 h 2062740"/>
                <a:gd name="connsiteX39" fmla="*/ 1280399 w 1491434"/>
                <a:gd name="connsiteY39" fmla="*/ 566998 h 2062740"/>
                <a:gd name="connsiteX40" fmla="*/ 1283098 w 1491434"/>
                <a:gd name="connsiteY40" fmla="*/ 561936 h 2062740"/>
                <a:gd name="connsiteX41" fmla="*/ 1282694 w 1491434"/>
                <a:gd name="connsiteY41" fmla="*/ 560991 h 2062740"/>
                <a:gd name="connsiteX42" fmla="*/ 1278103 w 1491434"/>
                <a:gd name="connsiteY42" fmla="*/ 559236 h 2062740"/>
                <a:gd name="connsiteX43" fmla="*/ 1130954 w 1491434"/>
                <a:gd name="connsiteY43" fmla="*/ 609118 h 2062740"/>
                <a:gd name="connsiteX44" fmla="*/ 1054476 w 1491434"/>
                <a:gd name="connsiteY44" fmla="*/ 629368 h 2062740"/>
                <a:gd name="connsiteX45" fmla="*/ 977054 w 1491434"/>
                <a:gd name="connsiteY45" fmla="*/ 644083 h 2062740"/>
                <a:gd name="connsiteX46" fmla="*/ 800473 w 1491434"/>
                <a:gd name="connsiteY46" fmla="*/ 648943 h 2062740"/>
                <a:gd name="connsiteX47" fmla="*/ 780696 w 1491434"/>
                <a:gd name="connsiteY47" fmla="*/ 646378 h 2062740"/>
                <a:gd name="connsiteX48" fmla="*/ 815525 w 1491434"/>
                <a:gd name="connsiteY48" fmla="*/ 607228 h 2062740"/>
                <a:gd name="connsiteX49" fmla="*/ 874655 w 1491434"/>
                <a:gd name="connsiteY49" fmla="*/ 543576 h 2062740"/>
                <a:gd name="connsiteX50" fmla="*/ 986436 w 1491434"/>
                <a:gd name="connsiteY50" fmla="*/ 432133 h 2062740"/>
                <a:gd name="connsiteX51" fmla="*/ 988191 w 1491434"/>
                <a:gd name="connsiteY51" fmla="*/ 432471 h 2062740"/>
                <a:gd name="connsiteX52" fmla="*/ 1105439 w 1491434"/>
                <a:gd name="connsiteY52" fmla="*/ 428691 h 2062740"/>
                <a:gd name="connsiteX53" fmla="*/ 1222416 w 1491434"/>
                <a:gd name="connsiteY53" fmla="*/ 408441 h 2062740"/>
                <a:gd name="connsiteX54" fmla="*/ 1451916 w 1491434"/>
                <a:gd name="connsiteY54" fmla="*/ 339996 h 2062740"/>
                <a:gd name="connsiteX55" fmla="*/ 1454617 w 1491434"/>
                <a:gd name="connsiteY55" fmla="*/ 335136 h 2062740"/>
                <a:gd name="connsiteX56" fmla="*/ 1454211 w 1491434"/>
                <a:gd name="connsiteY56" fmla="*/ 334258 h 2062740"/>
                <a:gd name="connsiteX57" fmla="*/ 1449757 w 1491434"/>
                <a:gd name="connsiteY57" fmla="*/ 332436 h 2062740"/>
                <a:gd name="connsiteX58" fmla="*/ 1317794 w 1491434"/>
                <a:gd name="connsiteY58" fmla="*/ 372126 h 2062740"/>
                <a:gd name="connsiteX59" fmla="*/ 1179014 w 1491434"/>
                <a:gd name="connsiteY59" fmla="*/ 401758 h 2062740"/>
                <a:gd name="connsiteX60" fmla="*/ 1084987 w 1491434"/>
                <a:gd name="connsiteY60" fmla="*/ 411343 h 2062740"/>
                <a:gd name="connsiteX61" fmla="*/ 1037737 w 1491434"/>
                <a:gd name="connsiteY61" fmla="*/ 412018 h 2062740"/>
                <a:gd name="connsiteX62" fmla="*/ 1009184 w 1491434"/>
                <a:gd name="connsiteY62" fmla="*/ 411073 h 2062740"/>
                <a:gd name="connsiteX63" fmla="*/ 1079654 w 1491434"/>
                <a:gd name="connsiteY63" fmla="*/ 347016 h 2062740"/>
                <a:gd name="connsiteX64" fmla="*/ 1163961 w 1491434"/>
                <a:gd name="connsiteY64" fmla="*/ 275398 h 2062740"/>
                <a:gd name="connsiteX65" fmla="*/ 1162476 w 1491434"/>
                <a:gd name="connsiteY65" fmla="*/ 276681 h 2062740"/>
                <a:gd name="connsiteX66" fmla="*/ 1249280 w 1491434"/>
                <a:gd name="connsiteY66" fmla="*/ 208438 h 2062740"/>
                <a:gd name="connsiteX67" fmla="*/ 1251306 w 1491434"/>
                <a:gd name="connsiteY67" fmla="*/ 208438 h 2062740"/>
                <a:gd name="connsiteX68" fmla="*/ 1252588 w 1491434"/>
                <a:gd name="connsiteY68" fmla="*/ 209181 h 2062740"/>
                <a:gd name="connsiteX69" fmla="*/ 1281951 w 1491434"/>
                <a:gd name="connsiteY69" fmla="*/ 217213 h 2062740"/>
                <a:gd name="connsiteX70" fmla="*/ 1311853 w 1491434"/>
                <a:gd name="connsiteY70" fmla="*/ 222141 h 2062740"/>
                <a:gd name="connsiteX71" fmla="*/ 1371456 w 1491434"/>
                <a:gd name="connsiteY71" fmla="*/ 224436 h 2062740"/>
                <a:gd name="connsiteX72" fmla="*/ 1491201 w 1491434"/>
                <a:gd name="connsiteY72" fmla="*/ 200271 h 2062740"/>
                <a:gd name="connsiteX73" fmla="*/ 1493699 w 1491434"/>
                <a:gd name="connsiteY73" fmla="*/ 195681 h 2062740"/>
                <a:gd name="connsiteX74" fmla="*/ 1493294 w 1491434"/>
                <a:gd name="connsiteY74" fmla="*/ 194803 h 2062740"/>
                <a:gd name="connsiteX75" fmla="*/ 1489108 w 1491434"/>
                <a:gd name="connsiteY75" fmla="*/ 193183 h 2062740"/>
                <a:gd name="connsiteX76" fmla="*/ 1455358 w 1491434"/>
                <a:gd name="connsiteY76" fmla="*/ 203713 h 2062740"/>
                <a:gd name="connsiteX77" fmla="*/ 1421608 w 1491434"/>
                <a:gd name="connsiteY77" fmla="*/ 210463 h 2062740"/>
                <a:gd name="connsiteX78" fmla="*/ 1421608 w 1491434"/>
                <a:gd name="connsiteY78" fmla="*/ 210463 h 2062740"/>
                <a:gd name="connsiteX79" fmla="*/ 1379961 w 1491434"/>
                <a:gd name="connsiteY79" fmla="*/ 214176 h 2062740"/>
                <a:gd name="connsiteX80" fmla="*/ 1338449 w 1491434"/>
                <a:gd name="connsiteY80" fmla="*/ 212421 h 2062740"/>
                <a:gd name="connsiteX81" fmla="*/ 1298623 w 1491434"/>
                <a:gd name="connsiteY81" fmla="*/ 205671 h 2062740"/>
                <a:gd name="connsiteX82" fmla="*/ 1266022 w 1491434"/>
                <a:gd name="connsiteY82" fmla="*/ 195951 h 2062740"/>
                <a:gd name="connsiteX83" fmla="*/ 1484384 w 1491434"/>
                <a:gd name="connsiteY83" fmla="*/ 50623 h 2062740"/>
                <a:gd name="connsiteX84" fmla="*/ 1485936 w 1491434"/>
                <a:gd name="connsiteY84" fmla="*/ 44710 h 2062740"/>
                <a:gd name="connsiteX85" fmla="*/ 1485733 w 1491434"/>
                <a:gd name="connsiteY85" fmla="*/ 44413 h 2062740"/>
                <a:gd name="connsiteX86" fmla="*/ 1479659 w 1491434"/>
                <a:gd name="connsiteY86" fmla="*/ 42706 h 2062740"/>
                <a:gd name="connsiteX87" fmla="*/ 1479524 w 1491434"/>
                <a:gd name="connsiteY87" fmla="*/ 42793 h 2062740"/>
                <a:gd name="connsiteX88" fmla="*/ 1259811 w 1491434"/>
                <a:gd name="connsiteY88" fmla="*/ 185421 h 2062740"/>
                <a:gd name="connsiteX89" fmla="*/ 1265617 w 1491434"/>
                <a:gd name="connsiteY89" fmla="*/ 162808 h 2062740"/>
                <a:gd name="connsiteX90" fmla="*/ 1279117 w 1491434"/>
                <a:gd name="connsiteY90" fmla="*/ 120891 h 2062740"/>
                <a:gd name="connsiteX91" fmla="*/ 1306117 w 1491434"/>
                <a:gd name="connsiteY91" fmla="*/ 61153 h 2062740"/>
                <a:gd name="connsiteX92" fmla="*/ 1339867 w 1491434"/>
                <a:gd name="connsiteY92" fmla="*/ 4858 h 2062740"/>
                <a:gd name="connsiteX93" fmla="*/ 1339867 w 1491434"/>
                <a:gd name="connsiteY93" fmla="*/ 1146 h 2062740"/>
                <a:gd name="connsiteX94" fmla="*/ 1338382 w 1491434"/>
                <a:gd name="connsiteY94" fmla="*/ -204 h 2062740"/>
                <a:gd name="connsiteX95" fmla="*/ 1333387 w 1491434"/>
                <a:gd name="connsiteY95" fmla="*/ 1348 h 2062740"/>
                <a:gd name="connsiteX96" fmla="*/ 1303753 w 1491434"/>
                <a:gd name="connsiteY96" fmla="*/ 48598 h 2062740"/>
                <a:gd name="connsiteX97" fmla="*/ 1278036 w 1491434"/>
                <a:gd name="connsiteY97" fmla="*/ 97806 h 2062740"/>
                <a:gd name="connsiteX98" fmla="*/ 1257314 w 1491434"/>
                <a:gd name="connsiteY98" fmla="*/ 148161 h 2062740"/>
                <a:gd name="connsiteX99" fmla="*/ 1243814 w 1491434"/>
                <a:gd name="connsiteY99" fmla="*/ 196693 h 2062740"/>
                <a:gd name="connsiteX100" fmla="*/ 1211346 w 1491434"/>
                <a:gd name="connsiteY100" fmla="*/ 220183 h 2062740"/>
                <a:gd name="connsiteX101" fmla="*/ 1081003 w 1491434"/>
                <a:gd name="connsiteY101" fmla="*/ 322446 h 2062740"/>
                <a:gd name="connsiteX102" fmla="*/ 981441 w 1491434"/>
                <a:gd name="connsiteY102" fmla="*/ 408373 h 2062740"/>
                <a:gd name="connsiteX103" fmla="*/ 980226 w 1491434"/>
                <a:gd name="connsiteY103" fmla="*/ 377121 h 2062740"/>
                <a:gd name="connsiteX104" fmla="*/ 982655 w 1491434"/>
                <a:gd name="connsiteY104" fmla="*/ 332436 h 2062740"/>
                <a:gd name="connsiteX105" fmla="*/ 982655 w 1491434"/>
                <a:gd name="connsiteY105" fmla="*/ 332908 h 2062740"/>
                <a:gd name="connsiteX106" fmla="*/ 982655 w 1491434"/>
                <a:gd name="connsiteY106" fmla="*/ 331558 h 2062740"/>
                <a:gd name="connsiteX107" fmla="*/ 982655 w 1491434"/>
                <a:gd name="connsiteY107" fmla="*/ 331558 h 2062740"/>
                <a:gd name="connsiteX108" fmla="*/ 982655 w 1491434"/>
                <a:gd name="connsiteY108" fmla="*/ 331558 h 2062740"/>
                <a:gd name="connsiteX109" fmla="*/ 997034 w 1491434"/>
                <a:gd name="connsiteY109" fmla="*/ 256836 h 2062740"/>
                <a:gd name="connsiteX110" fmla="*/ 1022076 w 1491434"/>
                <a:gd name="connsiteY110" fmla="*/ 180291 h 2062740"/>
                <a:gd name="connsiteX111" fmla="*/ 1021738 w 1491434"/>
                <a:gd name="connsiteY111" fmla="*/ 181371 h 2062740"/>
                <a:gd name="connsiteX112" fmla="*/ 1085122 w 1491434"/>
                <a:gd name="connsiteY112" fmla="*/ 29833 h 2062740"/>
                <a:gd name="connsiteX113" fmla="*/ 1085122 w 1491434"/>
                <a:gd name="connsiteY113" fmla="*/ 25986 h 2062740"/>
                <a:gd name="connsiteX114" fmla="*/ 1083772 w 1491434"/>
                <a:gd name="connsiteY114" fmla="*/ 24771 h 2062740"/>
                <a:gd name="connsiteX115" fmla="*/ 1078710 w 1491434"/>
                <a:gd name="connsiteY115" fmla="*/ 26269 h 2062740"/>
                <a:gd name="connsiteX116" fmla="*/ 1078710 w 1491434"/>
                <a:gd name="connsiteY116" fmla="*/ 26323 h 2062740"/>
                <a:gd name="connsiteX117" fmla="*/ 999059 w 1491434"/>
                <a:gd name="connsiteY117" fmla="*/ 217213 h 2062740"/>
                <a:gd name="connsiteX118" fmla="*/ 972059 w 1491434"/>
                <a:gd name="connsiteY118" fmla="*/ 316641 h 2062740"/>
                <a:gd name="connsiteX119" fmla="*/ 965309 w 1491434"/>
                <a:gd name="connsiteY119" fmla="*/ 422278 h 2062740"/>
                <a:gd name="connsiteX120" fmla="*/ 965309 w 1491434"/>
                <a:gd name="connsiteY120" fmla="*/ 423088 h 2062740"/>
                <a:gd name="connsiteX121" fmla="*/ 952551 w 1491434"/>
                <a:gd name="connsiteY121" fmla="*/ 434361 h 2062740"/>
                <a:gd name="connsiteX122" fmla="*/ 828081 w 1491434"/>
                <a:gd name="connsiteY122" fmla="*/ 554106 h 2062740"/>
                <a:gd name="connsiteX123" fmla="*/ 754911 w 1491434"/>
                <a:gd name="connsiteY123" fmla="*/ 630381 h 2062740"/>
                <a:gd name="connsiteX124" fmla="*/ 744449 w 1491434"/>
                <a:gd name="connsiteY124" fmla="*/ 572263 h 2062740"/>
                <a:gd name="connsiteX125" fmla="*/ 735133 w 1491434"/>
                <a:gd name="connsiteY125" fmla="*/ 471013 h 2062740"/>
                <a:gd name="connsiteX126" fmla="*/ 739252 w 1491434"/>
                <a:gd name="connsiteY126" fmla="*/ 370978 h 2062740"/>
                <a:gd name="connsiteX127" fmla="*/ 779752 w 1491434"/>
                <a:gd name="connsiteY127" fmla="*/ 186906 h 2062740"/>
                <a:gd name="connsiteX128" fmla="*/ 779144 w 1491434"/>
                <a:gd name="connsiteY128" fmla="*/ 182721 h 2062740"/>
                <a:gd name="connsiteX129" fmla="*/ 775498 w 1491434"/>
                <a:gd name="connsiteY129" fmla="*/ 180021 h 2062740"/>
                <a:gd name="connsiteX130" fmla="*/ 768748 w 1491434"/>
                <a:gd name="connsiteY130" fmla="*/ 184273 h 2062740"/>
                <a:gd name="connsiteX131" fmla="*/ 737429 w 1491434"/>
                <a:gd name="connsiteY131" fmla="*/ 300373 h 2062740"/>
                <a:gd name="connsiteX132" fmla="*/ 720689 w 1491434"/>
                <a:gd name="connsiteY132" fmla="*/ 417148 h 2062740"/>
                <a:gd name="connsiteX133" fmla="*/ 717921 w 1491434"/>
                <a:gd name="connsiteY133" fmla="*/ 476143 h 2062740"/>
                <a:gd name="connsiteX134" fmla="*/ 718934 w 1491434"/>
                <a:gd name="connsiteY134" fmla="*/ 535408 h 2062740"/>
                <a:gd name="connsiteX135" fmla="*/ 735133 w 1491434"/>
                <a:gd name="connsiteY135" fmla="*/ 651913 h 2062740"/>
                <a:gd name="connsiteX136" fmla="*/ 708539 w 1491434"/>
                <a:gd name="connsiteY136" fmla="*/ 680938 h 2062740"/>
                <a:gd name="connsiteX137" fmla="*/ 509076 w 1491434"/>
                <a:gd name="connsiteY137" fmla="*/ 926436 h 2062740"/>
                <a:gd name="connsiteX138" fmla="*/ 508334 w 1491434"/>
                <a:gd name="connsiteY138" fmla="*/ 924073 h 2062740"/>
                <a:gd name="connsiteX139" fmla="*/ 498951 w 1491434"/>
                <a:gd name="connsiteY139" fmla="*/ 897681 h 2062740"/>
                <a:gd name="connsiteX140" fmla="*/ 482008 w 1491434"/>
                <a:gd name="connsiteY140" fmla="*/ 844423 h 2062740"/>
                <a:gd name="connsiteX141" fmla="*/ 467564 w 1491434"/>
                <a:gd name="connsiteY141" fmla="*/ 788736 h 2062740"/>
                <a:gd name="connsiteX142" fmla="*/ 457236 w 1491434"/>
                <a:gd name="connsiteY142" fmla="*/ 733859 h 2062740"/>
                <a:gd name="connsiteX143" fmla="*/ 451971 w 1491434"/>
                <a:gd name="connsiteY143" fmla="*/ 579148 h 2062740"/>
                <a:gd name="connsiteX144" fmla="*/ 468373 w 1491434"/>
                <a:gd name="connsiteY144" fmla="*/ 497136 h 2062740"/>
                <a:gd name="connsiteX145" fmla="*/ 467900 w 1491434"/>
                <a:gd name="connsiteY145" fmla="*/ 494098 h 2062740"/>
                <a:gd name="connsiteX146" fmla="*/ 465269 w 1491434"/>
                <a:gd name="connsiteY146" fmla="*/ 492141 h 2062740"/>
                <a:gd name="connsiteX147" fmla="*/ 460274 w 1491434"/>
                <a:gd name="connsiteY147" fmla="*/ 495178 h 2062740"/>
                <a:gd name="connsiteX148" fmla="*/ 439147 w 1491434"/>
                <a:gd name="connsiteY148" fmla="*/ 600478 h 2062740"/>
                <a:gd name="connsiteX149" fmla="*/ 436108 w 1491434"/>
                <a:gd name="connsiteY149" fmla="*/ 715903 h 2062740"/>
                <a:gd name="connsiteX150" fmla="*/ 441306 w 1491434"/>
                <a:gd name="connsiteY150" fmla="*/ 774021 h 2062740"/>
                <a:gd name="connsiteX151" fmla="*/ 450892 w 1491434"/>
                <a:gd name="connsiteY151" fmla="*/ 832138 h 2062740"/>
                <a:gd name="connsiteX152" fmla="*/ 485721 w 1491434"/>
                <a:gd name="connsiteY152" fmla="*/ 938721 h 2062740"/>
                <a:gd name="connsiteX153" fmla="*/ 490514 w 1491434"/>
                <a:gd name="connsiteY153" fmla="*/ 948036 h 2062740"/>
                <a:gd name="connsiteX154" fmla="*/ 491593 w 1491434"/>
                <a:gd name="connsiteY154" fmla="*/ 949791 h 2062740"/>
                <a:gd name="connsiteX155" fmla="*/ 488623 w 1491434"/>
                <a:gd name="connsiteY155" fmla="*/ 953841 h 2062740"/>
                <a:gd name="connsiteX156" fmla="*/ 297127 w 1491434"/>
                <a:gd name="connsiteY156" fmla="*/ 1247804 h 2062740"/>
                <a:gd name="connsiteX157" fmla="*/ 265064 w 1491434"/>
                <a:gd name="connsiteY157" fmla="*/ 1158906 h 2062740"/>
                <a:gd name="connsiteX158" fmla="*/ 238064 w 1491434"/>
                <a:gd name="connsiteY158" fmla="*/ 1041591 h 2062740"/>
                <a:gd name="connsiteX159" fmla="*/ 238064 w 1491434"/>
                <a:gd name="connsiteY159" fmla="*/ 1042130 h 2062740"/>
                <a:gd name="connsiteX160" fmla="*/ 227061 w 1491434"/>
                <a:gd name="connsiteY160" fmla="*/ 902338 h 2062740"/>
                <a:gd name="connsiteX161" fmla="*/ 226387 w 1491434"/>
                <a:gd name="connsiteY161" fmla="*/ 900043 h 2062740"/>
                <a:gd name="connsiteX162" fmla="*/ 222201 w 1491434"/>
                <a:gd name="connsiteY162" fmla="*/ 897748 h 2062740"/>
                <a:gd name="connsiteX163" fmla="*/ 217544 w 1491434"/>
                <a:gd name="connsiteY163" fmla="*/ 902541 h 2062740"/>
                <a:gd name="connsiteX164" fmla="*/ 217544 w 1491434"/>
                <a:gd name="connsiteY164" fmla="*/ 902609 h 2062740"/>
                <a:gd name="connsiteX165" fmla="*/ 221122 w 1491434"/>
                <a:gd name="connsiteY165" fmla="*/ 998255 h 2062740"/>
                <a:gd name="connsiteX166" fmla="*/ 232123 w 1491434"/>
                <a:gd name="connsiteY166" fmla="*/ 1093296 h 2062740"/>
                <a:gd name="connsiteX167" fmla="*/ 252373 w 1491434"/>
                <a:gd name="connsiteY167" fmla="*/ 1187796 h 2062740"/>
                <a:gd name="connsiteX168" fmla="*/ 283829 w 1491434"/>
                <a:gd name="connsiteY168" fmla="*/ 1271226 h 2062740"/>
                <a:gd name="connsiteX169" fmla="*/ 156321 w 1491434"/>
                <a:gd name="connsiteY169" fmla="*/ 1527051 h 2062740"/>
                <a:gd name="connsiteX170" fmla="*/ 151123 w 1491434"/>
                <a:gd name="connsiteY170" fmla="*/ 1516453 h 2062740"/>
                <a:gd name="connsiteX171" fmla="*/ 112041 w 1491434"/>
                <a:gd name="connsiteY171" fmla="*/ 1370249 h 2062740"/>
                <a:gd name="connsiteX172" fmla="*/ 112041 w 1491434"/>
                <a:gd name="connsiteY172" fmla="*/ 1371801 h 2062740"/>
                <a:gd name="connsiteX173" fmla="*/ 93681 w 1491434"/>
                <a:gd name="connsiteY173" fmla="*/ 1223301 h 2062740"/>
                <a:gd name="connsiteX174" fmla="*/ 93007 w 1491434"/>
                <a:gd name="connsiteY174" fmla="*/ 1221411 h 2062740"/>
                <a:gd name="connsiteX175" fmla="*/ 89900 w 1491434"/>
                <a:gd name="connsiteY175" fmla="*/ 1219723 h 2062740"/>
                <a:gd name="connsiteX176" fmla="*/ 86257 w 1491434"/>
                <a:gd name="connsiteY176" fmla="*/ 1223503 h 2062740"/>
                <a:gd name="connsiteX177" fmla="*/ 86257 w 1491434"/>
                <a:gd name="connsiteY177" fmla="*/ 1223503 h 2062740"/>
                <a:gd name="connsiteX178" fmla="*/ 94086 w 1491434"/>
                <a:gd name="connsiteY178" fmla="*/ 1305448 h 2062740"/>
                <a:gd name="connsiteX179" fmla="*/ 102389 w 1491434"/>
                <a:gd name="connsiteY179" fmla="*/ 1394818 h 2062740"/>
                <a:gd name="connsiteX180" fmla="*/ 118588 w 1491434"/>
                <a:gd name="connsiteY180" fmla="*/ 1481489 h 2062740"/>
                <a:gd name="connsiteX181" fmla="*/ 145588 w 1491434"/>
                <a:gd name="connsiteY181" fmla="*/ 1550068 h 2062740"/>
                <a:gd name="connsiteX182" fmla="*/ 144508 w 1491434"/>
                <a:gd name="connsiteY182" fmla="*/ 1552499 h 2062740"/>
                <a:gd name="connsiteX183" fmla="*/ 57637 w 1491434"/>
                <a:gd name="connsiteY183" fmla="*/ 1794756 h 2062740"/>
                <a:gd name="connsiteX184" fmla="*/ 26181 w 1491434"/>
                <a:gd name="connsiteY184" fmla="*/ 1916661 h 2062740"/>
                <a:gd name="connsiteX185" fmla="*/ 13762 w 1491434"/>
                <a:gd name="connsiteY185" fmla="*/ 1975926 h 2062740"/>
                <a:gd name="connsiteX186" fmla="*/ 2826 w 1491434"/>
                <a:gd name="connsiteY186" fmla="*/ 2038228 h 2062740"/>
                <a:gd name="connsiteX187" fmla="*/ 5189 w 1491434"/>
                <a:gd name="connsiteY187" fmla="*/ 2052674 h 2062740"/>
                <a:gd name="connsiteX188" fmla="*/ 17002 w 1491434"/>
                <a:gd name="connsiteY188" fmla="*/ 2061246 h 2062740"/>
                <a:gd name="connsiteX189" fmla="*/ 41233 w 1491434"/>
                <a:gd name="connsiteY189" fmla="*/ 2048690 h 2062740"/>
                <a:gd name="connsiteX190" fmla="*/ 41774 w 1491434"/>
                <a:gd name="connsiteY190" fmla="*/ 2046598 h 2062740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1491434" h="2062740">
                  <a:moveTo>
                    <a:pt x="41774" y="2046598"/>
                  </a:moveTo>
                  <a:cubicBezTo>
                    <a:pt x="44473" y="2031073"/>
                    <a:pt x="47983" y="2015684"/>
                    <a:pt x="51291" y="2000294"/>
                  </a:cubicBezTo>
                  <a:cubicBezTo>
                    <a:pt x="54598" y="1984903"/>
                    <a:pt x="58041" y="1969311"/>
                    <a:pt x="62024" y="1953853"/>
                  </a:cubicBezTo>
                  <a:cubicBezTo>
                    <a:pt x="69785" y="1921588"/>
                    <a:pt x="78966" y="1889661"/>
                    <a:pt x="88147" y="1857801"/>
                  </a:cubicBezTo>
                  <a:cubicBezTo>
                    <a:pt x="106642" y="1793811"/>
                    <a:pt x="127633" y="1730698"/>
                    <a:pt x="151191" y="1668396"/>
                  </a:cubicBezTo>
                  <a:lnTo>
                    <a:pt x="150247" y="1670758"/>
                  </a:lnTo>
                  <a:lnTo>
                    <a:pt x="151596" y="1667315"/>
                  </a:lnTo>
                  <a:lnTo>
                    <a:pt x="151596" y="1666506"/>
                  </a:lnTo>
                  <a:lnTo>
                    <a:pt x="151596" y="1666101"/>
                  </a:lnTo>
                  <a:cubicBezTo>
                    <a:pt x="203166" y="1531169"/>
                    <a:pt x="264321" y="1400016"/>
                    <a:pt x="334588" y="1273791"/>
                  </a:cubicBezTo>
                  <a:cubicBezTo>
                    <a:pt x="370431" y="1264881"/>
                    <a:pt x="405329" y="1252596"/>
                    <a:pt x="438877" y="1237206"/>
                  </a:cubicBezTo>
                  <a:cubicBezTo>
                    <a:pt x="478701" y="1219318"/>
                    <a:pt x="516973" y="1198326"/>
                    <a:pt x="555044" y="1176929"/>
                  </a:cubicBezTo>
                  <a:cubicBezTo>
                    <a:pt x="557272" y="1175443"/>
                    <a:pt x="557946" y="1172541"/>
                    <a:pt x="556664" y="1170179"/>
                  </a:cubicBezTo>
                  <a:cubicBezTo>
                    <a:pt x="555179" y="1167951"/>
                    <a:pt x="552275" y="1167208"/>
                    <a:pt x="549914" y="1168491"/>
                  </a:cubicBezTo>
                  <a:cubicBezTo>
                    <a:pt x="519404" y="1185500"/>
                    <a:pt x="488556" y="1201633"/>
                    <a:pt x="456696" y="1215741"/>
                  </a:cubicBezTo>
                  <a:cubicBezTo>
                    <a:pt x="433882" y="1225799"/>
                    <a:pt x="410459" y="1234438"/>
                    <a:pt x="386632" y="1241593"/>
                  </a:cubicBezTo>
                  <a:cubicBezTo>
                    <a:pt x="373738" y="1245508"/>
                    <a:pt x="360644" y="1248749"/>
                    <a:pt x="347414" y="1251583"/>
                  </a:cubicBezTo>
                  <a:cubicBezTo>
                    <a:pt x="383392" y="1187391"/>
                    <a:pt x="421664" y="1124413"/>
                    <a:pt x="462164" y="1062583"/>
                  </a:cubicBezTo>
                  <a:cubicBezTo>
                    <a:pt x="482549" y="1031398"/>
                    <a:pt x="503405" y="1000551"/>
                    <a:pt x="524737" y="970041"/>
                  </a:cubicBezTo>
                  <a:cubicBezTo>
                    <a:pt x="562199" y="970716"/>
                    <a:pt x="599593" y="967746"/>
                    <a:pt x="636449" y="961130"/>
                  </a:cubicBezTo>
                  <a:cubicBezTo>
                    <a:pt x="677286" y="954043"/>
                    <a:pt x="717650" y="944323"/>
                    <a:pt x="757274" y="932106"/>
                  </a:cubicBezTo>
                  <a:cubicBezTo>
                    <a:pt x="796221" y="919956"/>
                    <a:pt x="834493" y="905848"/>
                    <a:pt x="872024" y="889851"/>
                  </a:cubicBezTo>
                  <a:cubicBezTo>
                    <a:pt x="909824" y="873921"/>
                    <a:pt x="947084" y="856708"/>
                    <a:pt x="983804" y="838213"/>
                  </a:cubicBezTo>
                  <a:cubicBezTo>
                    <a:pt x="985829" y="836998"/>
                    <a:pt x="986503" y="834298"/>
                    <a:pt x="985289" y="832273"/>
                  </a:cubicBezTo>
                  <a:cubicBezTo>
                    <a:pt x="985221" y="832273"/>
                    <a:pt x="985221" y="832206"/>
                    <a:pt x="985221" y="832206"/>
                  </a:cubicBezTo>
                  <a:cubicBezTo>
                    <a:pt x="983939" y="830181"/>
                    <a:pt x="981306" y="829573"/>
                    <a:pt x="979280" y="830788"/>
                  </a:cubicBezTo>
                  <a:cubicBezTo>
                    <a:pt x="961664" y="839563"/>
                    <a:pt x="943843" y="848068"/>
                    <a:pt x="925889" y="856101"/>
                  </a:cubicBezTo>
                  <a:cubicBezTo>
                    <a:pt x="885726" y="873921"/>
                    <a:pt x="844551" y="889311"/>
                    <a:pt x="802498" y="902068"/>
                  </a:cubicBezTo>
                  <a:cubicBezTo>
                    <a:pt x="759434" y="915366"/>
                    <a:pt x="715492" y="925626"/>
                    <a:pt x="670941" y="932781"/>
                  </a:cubicBezTo>
                  <a:lnTo>
                    <a:pt x="671481" y="932781"/>
                  </a:lnTo>
                  <a:cubicBezTo>
                    <a:pt x="645764" y="936628"/>
                    <a:pt x="619978" y="939531"/>
                    <a:pt x="594059" y="941218"/>
                  </a:cubicBezTo>
                  <a:cubicBezTo>
                    <a:pt x="577117" y="942500"/>
                    <a:pt x="560309" y="943109"/>
                    <a:pt x="543029" y="943648"/>
                  </a:cubicBezTo>
                  <a:cubicBezTo>
                    <a:pt x="610191" y="849958"/>
                    <a:pt x="681674" y="759643"/>
                    <a:pt x="757544" y="672703"/>
                  </a:cubicBezTo>
                  <a:cubicBezTo>
                    <a:pt x="758556" y="671556"/>
                    <a:pt x="759637" y="670476"/>
                    <a:pt x="760581" y="669328"/>
                  </a:cubicBezTo>
                  <a:cubicBezTo>
                    <a:pt x="796289" y="674823"/>
                    <a:pt x="832468" y="676720"/>
                    <a:pt x="868581" y="674998"/>
                  </a:cubicBezTo>
                  <a:cubicBezTo>
                    <a:pt x="908137" y="672912"/>
                    <a:pt x="947421" y="667837"/>
                    <a:pt x="986166" y="659811"/>
                  </a:cubicBezTo>
                  <a:cubicBezTo>
                    <a:pt x="1005674" y="655896"/>
                    <a:pt x="1025046" y="650901"/>
                    <a:pt x="1044284" y="645973"/>
                  </a:cubicBezTo>
                  <a:cubicBezTo>
                    <a:pt x="1063522" y="641046"/>
                    <a:pt x="1082894" y="635578"/>
                    <a:pt x="1101997" y="629638"/>
                  </a:cubicBezTo>
                  <a:cubicBezTo>
                    <a:pt x="1139931" y="618028"/>
                    <a:pt x="1177461" y="604798"/>
                    <a:pt x="1214856" y="591298"/>
                  </a:cubicBezTo>
                  <a:cubicBezTo>
                    <a:pt x="1236726" y="583333"/>
                    <a:pt x="1258529" y="575098"/>
                    <a:pt x="1280399" y="566998"/>
                  </a:cubicBezTo>
                  <a:cubicBezTo>
                    <a:pt x="1282492" y="566290"/>
                    <a:pt x="1283706" y="564069"/>
                    <a:pt x="1283098" y="561936"/>
                  </a:cubicBezTo>
                  <a:cubicBezTo>
                    <a:pt x="1282963" y="561612"/>
                    <a:pt x="1282829" y="561295"/>
                    <a:pt x="1282694" y="560991"/>
                  </a:cubicBezTo>
                  <a:cubicBezTo>
                    <a:pt x="1281748" y="559418"/>
                    <a:pt x="1279858" y="558696"/>
                    <a:pt x="1278103" y="559236"/>
                  </a:cubicBezTo>
                  <a:cubicBezTo>
                    <a:pt x="1229571" y="577258"/>
                    <a:pt x="1180634" y="594471"/>
                    <a:pt x="1130954" y="609118"/>
                  </a:cubicBezTo>
                  <a:cubicBezTo>
                    <a:pt x="1105642" y="616611"/>
                    <a:pt x="1080194" y="623563"/>
                    <a:pt x="1054476" y="629368"/>
                  </a:cubicBezTo>
                  <a:cubicBezTo>
                    <a:pt x="1028758" y="635173"/>
                    <a:pt x="1003108" y="640101"/>
                    <a:pt x="977054" y="644083"/>
                  </a:cubicBezTo>
                  <a:cubicBezTo>
                    <a:pt x="918598" y="653088"/>
                    <a:pt x="859334" y="654722"/>
                    <a:pt x="800473" y="648943"/>
                  </a:cubicBezTo>
                  <a:cubicBezTo>
                    <a:pt x="793723" y="648201"/>
                    <a:pt x="786973" y="647323"/>
                    <a:pt x="780696" y="646378"/>
                  </a:cubicBezTo>
                  <a:cubicBezTo>
                    <a:pt x="792306" y="633283"/>
                    <a:pt x="803780" y="620188"/>
                    <a:pt x="815525" y="607228"/>
                  </a:cubicBezTo>
                  <a:cubicBezTo>
                    <a:pt x="835101" y="585898"/>
                    <a:pt x="854608" y="564501"/>
                    <a:pt x="874655" y="543576"/>
                  </a:cubicBezTo>
                  <a:cubicBezTo>
                    <a:pt x="911106" y="505641"/>
                    <a:pt x="948502" y="468583"/>
                    <a:pt x="986436" y="432133"/>
                  </a:cubicBezTo>
                  <a:lnTo>
                    <a:pt x="988191" y="432471"/>
                  </a:lnTo>
                  <a:cubicBezTo>
                    <a:pt x="1027274" y="434928"/>
                    <a:pt x="1066559" y="433659"/>
                    <a:pt x="1105439" y="428691"/>
                  </a:cubicBezTo>
                  <a:cubicBezTo>
                    <a:pt x="1144723" y="423966"/>
                    <a:pt x="1183806" y="417209"/>
                    <a:pt x="1222416" y="408441"/>
                  </a:cubicBezTo>
                  <a:cubicBezTo>
                    <a:pt x="1300514" y="391161"/>
                    <a:pt x="1376248" y="365713"/>
                    <a:pt x="1451916" y="339996"/>
                  </a:cubicBezTo>
                  <a:cubicBezTo>
                    <a:pt x="1454009" y="339375"/>
                    <a:pt x="1455155" y="337221"/>
                    <a:pt x="1454617" y="335136"/>
                  </a:cubicBezTo>
                  <a:lnTo>
                    <a:pt x="1454211" y="334258"/>
                  </a:lnTo>
                  <a:cubicBezTo>
                    <a:pt x="1453267" y="332739"/>
                    <a:pt x="1451512" y="331997"/>
                    <a:pt x="1449757" y="332436"/>
                  </a:cubicBezTo>
                  <a:cubicBezTo>
                    <a:pt x="1406218" y="347151"/>
                    <a:pt x="1362210" y="360381"/>
                    <a:pt x="1317794" y="372126"/>
                  </a:cubicBezTo>
                  <a:cubicBezTo>
                    <a:pt x="1272029" y="384330"/>
                    <a:pt x="1225723" y="394219"/>
                    <a:pt x="1179014" y="401758"/>
                  </a:cubicBezTo>
                  <a:cubicBezTo>
                    <a:pt x="1147897" y="406632"/>
                    <a:pt x="1116509" y="409831"/>
                    <a:pt x="1084987" y="411343"/>
                  </a:cubicBezTo>
                  <a:cubicBezTo>
                    <a:pt x="1069191" y="412018"/>
                    <a:pt x="1053329" y="412086"/>
                    <a:pt x="1037737" y="412018"/>
                  </a:cubicBezTo>
                  <a:cubicBezTo>
                    <a:pt x="1028218" y="412018"/>
                    <a:pt x="1018701" y="411546"/>
                    <a:pt x="1009184" y="411073"/>
                  </a:cubicBezTo>
                  <a:cubicBezTo>
                    <a:pt x="1032269" y="389250"/>
                    <a:pt x="1055759" y="367893"/>
                    <a:pt x="1079654" y="347016"/>
                  </a:cubicBezTo>
                  <a:cubicBezTo>
                    <a:pt x="1107397" y="322783"/>
                    <a:pt x="1135476" y="298753"/>
                    <a:pt x="1163961" y="275398"/>
                  </a:cubicBezTo>
                  <a:lnTo>
                    <a:pt x="1162476" y="276681"/>
                  </a:lnTo>
                  <a:cubicBezTo>
                    <a:pt x="1190961" y="253373"/>
                    <a:pt x="1219919" y="230625"/>
                    <a:pt x="1249280" y="208438"/>
                  </a:cubicBezTo>
                  <a:cubicBezTo>
                    <a:pt x="1249956" y="208573"/>
                    <a:pt x="1250632" y="208573"/>
                    <a:pt x="1251306" y="208438"/>
                  </a:cubicBezTo>
                  <a:cubicBezTo>
                    <a:pt x="1251779" y="208438"/>
                    <a:pt x="1252117" y="208978"/>
                    <a:pt x="1252588" y="209181"/>
                  </a:cubicBezTo>
                  <a:cubicBezTo>
                    <a:pt x="1262242" y="212286"/>
                    <a:pt x="1272029" y="214986"/>
                    <a:pt x="1281951" y="217213"/>
                  </a:cubicBezTo>
                  <a:cubicBezTo>
                    <a:pt x="1291873" y="219441"/>
                    <a:pt x="1301796" y="220926"/>
                    <a:pt x="1311853" y="222141"/>
                  </a:cubicBezTo>
                  <a:cubicBezTo>
                    <a:pt x="1331632" y="224557"/>
                    <a:pt x="1351544" y="225327"/>
                    <a:pt x="1371456" y="224436"/>
                  </a:cubicBezTo>
                  <a:cubicBezTo>
                    <a:pt x="1412362" y="222627"/>
                    <a:pt x="1452794" y="214473"/>
                    <a:pt x="1491201" y="200271"/>
                  </a:cubicBezTo>
                  <a:cubicBezTo>
                    <a:pt x="1493159" y="199684"/>
                    <a:pt x="1494238" y="197638"/>
                    <a:pt x="1493699" y="195681"/>
                  </a:cubicBezTo>
                  <a:cubicBezTo>
                    <a:pt x="1493564" y="195377"/>
                    <a:pt x="1493429" y="195080"/>
                    <a:pt x="1493294" y="194803"/>
                  </a:cubicBezTo>
                  <a:cubicBezTo>
                    <a:pt x="1492483" y="193345"/>
                    <a:pt x="1490728" y="192670"/>
                    <a:pt x="1489108" y="193183"/>
                  </a:cubicBezTo>
                  <a:cubicBezTo>
                    <a:pt x="1478106" y="197166"/>
                    <a:pt x="1466835" y="200676"/>
                    <a:pt x="1455358" y="203713"/>
                  </a:cubicBezTo>
                  <a:cubicBezTo>
                    <a:pt x="1443884" y="206751"/>
                    <a:pt x="1433150" y="208708"/>
                    <a:pt x="1421608" y="210463"/>
                  </a:cubicBezTo>
                  <a:lnTo>
                    <a:pt x="1421608" y="210463"/>
                  </a:lnTo>
                  <a:cubicBezTo>
                    <a:pt x="1407838" y="212576"/>
                    <a:pt x="1393934" y="213818"/>
                    <a:pt x="1379961" y="214176"/>
                  </a:cubicBezTo>
                  <a:cubicBezTo>
                    <a:pt x="1366123" y="214500"/>
                    <a:pt x="1352218" y="213919"/>
                    <a:pt x="1338449" y="212421"/>
                  </a:cubicBezTo>
                  <a:cubicBezTo>
                    <a:pt x="1325085" y="210956"/>
                    <a:pt x="1311786" y="208702"/>
                    <a:pt x="1298623" y="205671"/>
                  </a:cubicBezTo>
                  <a:cubicBezTo>
                    <a:pt x="1287554" y="202971"/>
                    <a:pt x="1276753" y="199663"/>
                    <a:pt x="1266022" y="195951"/>
                  </a:cubicBezTo>
                  <a:cubicBezTo>
                    <a:pt x="1336086" y="143578"/>
                    <a:pt x="1408987" y="95065"/>
                    <a:pt x="1484384" y="50623"/>
                  </a:cubicBezTo>
                  <a:cubicBezTo>
                    <a:pt x="1486476" y="49415"/>
                    <a:pt x="1487150" y="46769"/>
                    <a:pt x="1485936" y="44710"/>
                  </a:cubicBezTo>
                  <a:cubicBezTo>
                    <a:pt x="1485868" y="44609"/>
                    <a:pt x="1485801" y="44508"/>
                    <a:pt x="1485733" y="44413"/>
                  </a:cubicBezTo>
                  <a:cubicBezTo>
                    <a:pt x="1484519" y="42267"/>
                    <a:pt x="1481819" y="41504"/>
                    <a:pt x="1479659" y="42706"/>
                  </a:cubicBezTo>
                  <a:cubicBezTo>
                    <a:pt x="1479591" y="42732"/>
                    <a:pt x="1479591" y="42766"/>
                    <a:pt x="1479524" y="42793"/>
                  </a:cubicBezTo>
                  <a:cubicBezTo>
                    <a:pt x="1404194" y="86871"/>
                    <a:pt x="1331024" y="134661"/>
                    <a:pt x="1259811" y="185421"/>
                  </a:cubicBezTo>
                  <a:cubicBezTo>
                    <a:pt x="1261769" y="177861"/>
                    <a:pt x="1263524" y="170301"/>
                    <a:pt x="1265617" y="162808"/>
                  </a:cubicBezTo>
                  <a:cubicBezTo>
                    <a:pt x="1269666" y="148633"/>
                    <a:pt x="1274324" y="134661"/>
                    <a:pt x="1279117" y="120891"/>
                  </a:cubicBezTo>
                  <a:cubicBezTo>
                    <a:pt x="1286946" y="100458"/>
                    <a:pt x="1295924" y="80512"/>
                    <a:pt x="1306117" y="61153"/>
                  </a:cubicBezTo>
                  <a:cubicBezTo>
                    <a:pt x="1316309" y="41787"/>
                    <a:pt x="1327581" y="22995"/>
                    <a:pt x="1339867" y="4858"/>
                  </a:cubicBezTo>
                  <a:cubicBezTo>
                    <a:pt x="1340608" y="3724"/>
                    <a:pt x="1340608" y="2280"/>
                    <a:pt x="1339867" y="1146"/>
                  </a:cubicBezTo>
                  <a:cubicBezTo>
                    <a:pt x="1339461" y="592"/>
                    <a:pt x="1338988" y="133"/>
                    <a:pt x="1338382" y="-204"/>
                  </a:cubicBezTo>
                  <a:cubicBezTo>
                    <a:pt x="1336559" y="-1075"/>
                    <a:pt x="1334399" y="-393"/>
                    <a:pt x="1333387" y="1348"/>
                  </a:cubicBezTo>
                  <a:cubicBezTo>
                    <a:pt x="1322992" y="16650"/>
                    <a:pt x="1313137" y="32398"/>
                    <a:pt x="1303753" y="48598"/>
                  </a:cubicBezTo>
                  <a:cubicBezTo>
                    <a:pt x="1294507" y="64596"/>
                    <a:pt x="1286002" y="81066"/>
                    <a:pt x="1278036" y="97806"/>
                  </a:cubicBezTo>
                  <a:cubicBezTo>
                    <a:pt x="1270071" y="114546"/>
                    <a:pt x="1263456" y="131016"/>
                    <a:pt x="1257314" y="148161"/>
                  </a:cubicBezTo>
                  <a:cubicBezTo>
                    <a:pt x="1251644" y="163989"/>
                    <a:pt x="1247122" y="180210"/>
                    <a:pt x="1243814" y="196693"/>
                  </a:cubicBezTo>
                  <a:cubicBezTo>
                    <a:pt x="1233014" y="204523"/>
                    <a:pt x="1222079" y="212218"/>
                    <a:pt x="1211346" y="220183"/>
                  </a:cubicBezTo>
                  <a:cubicBezTo>
                    <a:pt x="1167066" y="253123"/>
                    <a:pt x="1123596" y="287211"/>
                    <a:pt x="1081003" y="322446"/>
                  </a:cubicBezTo>
                  <a:cubicBezTo>
                    <a:pt x="1047253" y="350458"/>
                    <a:pt x="1014247" y="379213"/>
                    <a:pt x="981441" y="408373"/>
                  </a:cubicBezTo>
                  <a:cubicBezTo>
                    <a:pt x="980767" y="397978"/>
                    <a:pt x="980226" y="387583"/>
                    <a:pt x="980226" y="377121"/>
                  </a:cubicBezTo>
                  <a:cubicBezTo>
                    <a:pt x="980226" y="362197"/>
                    <a:pt x="981103" y="347279"/>
                    <a:pt x="982655" y="332436"/>
                  </a:cubicBezTo>
                  <a:cubicBezTo>
                    <a:pt x="982655" y="332436"/>
                    <a:pt x="982655" y="332436"/>
                    <a:pt x="982655" y="332908"/>
                  </a:cubicBezTo>
                  <a:cubicBezTo>
                    <a:pt x="982655" y="333381"/>
                    <a:pt x="982655" y="332031"/>
                    <a:pt x="982655" y="331558"/>
                  </a:cubicBezTo>
                  <a:lnTo>
                    <a:pt x="982655" y="331558"/>
                  </a:lnTo>
                  <a:lnTo>
                    <a:pt x="982655" y="331558"/>
                  </a:lnTo>
                  <a:cubicBezTo>
                    <a:pt x="985559" y="306327"/>
                    <a:pt x="990351" y="281345"/>
                    <a:pt x="997034" y="256836"/>
                  </a:cubicBezTo>
                  <a:cubicBezTo>
                    <a:pt x="1003784" y="230916"/>
                    <a:pt x="1012627" y="205401"/>
                    <a:pt x="1022076" y="180291"/>
                  </a:cubicBezTo>
                  <a:cubicBezTo>
                    <a:pt x="1021941" y="180635"/>
                    <a:pt x="1021806" y="181000"/>
                    <a:pt x="1021738" y="181371"/>
                  </a:cubicBezTo>
                  <a:cubicBezTo>
                    <a:pt x="1041112" y="130138"/>
                    <a:pt x="1063993" y="80121"/>
                    <a:pt x="1085122" y="29833"/>
                  </a:cubicBezTo>
                  <a:cubicBezTo>
                    <a:pt x="1085728" y="28625"/>
                    <a:pt x="1085728" y="27194"/>
                    <a:pt x="1085122" y="25986"/>
                  </a:cubicBezTo>
                  <a:cubicBezTo>
                    <a:pt x="1084784" y="25466"/>
                    <a:pt x="1084311" y="25048"/>
                    <a:pt x="1083772" y="24771"/>
                  </a:cubicBezTo>
                  <a:cubicBezTo>
                    <a:pt x="1081949" y="23792"/>
                    <a:pt x="1079721" y="24467"/>
                    <a:pt x="1078710" y="26269"/>
                  </a:cubicBezTo>
                  <a:cubicBezTo>
                    <a:pt x="1078710" y="26283"/>
                    <a:pt x="1078710" y="26303"/>
                    <a:pt x="1078710" y="26323"/>
                  </a:cubicBezTo>
                  <a:cubicBezTo>
                    <a:pt x="1051710" y="89841"/>
                    <a:pt x="1022008" y="152076"/>
                    <a:pt x="999059" y="217213"/>
                  </a:cubicBezTo>
                  <a:cubicBezTo>
                    <a:pt x="987584" y="249634"/>
                    <a:pt x="978539" y="282870"/>
                    <a:pt x="972059" y="316641"/>
                  </a:cubicBezTo>
                  <a:cubicBezTo>
                    <a:pt x="965174" y="351403"/>
                    <a:pt x="962946" y="386922"/>
                    <a:pt x="965309" y="422278"/>
                  </a:cubicBezTo>
                  <a:cubicBezTo>
                    <a:pt x="965309" y="422548"/>
                    <a:pt x="965309" y="422818"/>
                    <a:pt x="965309" y="423088"/>
                  </a:cubicBezTo>
                  <a:lnTo>
                    <a:pt x="952551" y="434361"/>
                  </a:lnTo>
                  <a:cubicBezTo>
                    <a:pt x="909892" y="472971"/>
                    <a:pt x="868716" y="513336"/>
                    <a:pt x="828081" y="554106"/>
                  </a:cubicBezTo>
                  <a:cubicBezTo>
                    <a:pt x="803174" y="579081"/>
                    <a:pt x="778941" y="604596"/>
                    <a:pt x="754911" y="630381"/>
                  </a:cubicBezTo>
                  <a:cubicBezTo>
                    <a:pt x="751132" y="611076"/>
                    <a:pt x="747487" y="591703"/>
                    <a:pt x="744449" y="572263"/>
                  </a:cubicBezTo>
                  <a:cubicBezTo>
                    <a:pt x="739117" y="538750"/>
                    <a:pt x="736012" y="504932"/>
                    <a:pt x="735133" y="471013"/>
                  </a:cubicBezTo>
                  <a:cubicBezTo>
                    <a:pt x="734392" y="437614"/>
                    <a:pt x="735809" y="404202"/>
                    <a:pt x="739252" y="370978"/>
                  </a:cubicBezTo>
                  <a:cubicBezTo>
                    <a:pt x="746204" y="308365"/>
                    <a:pt x="759838" y="246664"/>
                    <a:pt x="779752" y="186906"/>
                  </a:cubicBezTo>
                  <a:cubicBezTo>
                    <a:pt x="780155" y="185488"/>
                    <a:pt x="779954" y="183970"/>
                    <a:pt x="779144" y="182721"/>
                  </a:cubicBezTo>
                  <a:cubicBezTo>
                    <a:pt x="778334" y="181398"/>
                    <a:pt x="776983" y="180433"/>
                    <a:pt x="775498" y="180021"/>
                  </a:cubicBezTo>
                  <a:cubicBezTo>
                    <a:pt x="772461" y="179460"/>
                    <a:pt x="769559" y="181310"/>
                    <a:pt x="768748" y="184273"/>
                  </a:cubicBezTo>
                  <a:cubicBezTo>
                    <a:pt x="756059" y="222337"/>
                    <a:pt x="745664" y="261102"/>
                    <a:pt x="737429" y="300373"/>
                  </a:cubicBezTo>
                  <a:cubicBezTo>
                    <a:pt x="729530" y="338923"/>
                    <a:pt x="723929" y="377924"/>
                    <a:pt x="720689" y="417148"/>
                  </a:cubicBezTo>
                  <a:cubicBezTo>
                    <a:pt x="719002" y="436723"/>
                    <a:pt x="718326" y="456501"/>
                    <a:pt x="717921" y="476143"/>
                  </a:cubicBezTo>
                  <a:cubicBezTo>
                    <a:pt x="717517" y="495786"/>
                    <a:pt x="717921" y="515698"/>
                    <a:pt x="718934" y="535408"/>
                  </a:cubicBezTo>
                  <a:cubicBezTo>
                    <a:pt x="720554" y="574673"/>
                    <a:pt x="726022" y="613688"/>
                    <a:pt x="735133" y="651913"/>
                  </a:cubicBezTo>
                  <a:cubicBezTo>
                    <a:pt x="726291" y="661633"/>
                    <a:pt x="717247" y="671151"/>
                    <a:pt x="708539" y="680938"/>
                  </a:cubicBezTo>
                  <a:cubicBezTo>
                    <a:pt x="638204" y="759643"/>
                    <a:pt x="572054" y="841791"/>
                    <a:pt x="509076" y="926436"/>
                  </a:cubicBezTo>
                  <a:lnTo>
                    <a:pt x="508334" y="924073"/>
                  </a:lnTo>
                  <a:cubicBezTo>
                    <a:pt x="505228" y="915298"/>
                    <a:pt x="502056" y="906523"/>
                    <a:pt x="498951" y="897681"/>
                  </a:cubicBezTo>
                  <a:cubicBezTo>
                    <a:pt x="492877" y="880063"/>
                    <a:pt x="487206" y="862311"/>
                    <a:pt x="482008" y="844423"/>
                  </a:cubicBezTo>
                  <a:cubicBezTo>
                    <a:pt x="476676" y="826063"/>
                    <a:pt x="471951" y="807433"/>
                    <a:pt x="467564" y="788736"/>
                  </a:cubicBezTo>
                  <a:cubicBezTo>
                    <a:pt x="463176" y="770038"/>
                    <a:pt x="460139" y="752286"/>
                    <a:pt x="457236" y="733859"/>
                  </a:cubicBezTo>
                  <a:cubicBezTo>
                    <a:pt x="449002" y="682714"/>
                    <a:pt x="447247" y="630739"/>
                    <a:pt x="451971" y="579148"/>
                  </a:cubicBezTo>
                  <a:cubicBezTo>
                    <a:pt x="454738" y="551338"/>
                    <a:pt x="460274" y="523873"/>
                    <a:pt x="468373" y="497136"/>
                  </a:cubicBezTo>
                  <a:cubicBezTo>
                    <a:pt x="468644" y="496103"/>
                    <a:pt x="468441" y="495003"/>
                    <a:pt x="467900" y="494098"/>
                  </a:cubicBezTo>
                  <a:cubicBezTo>
                    <a:pt x="467294" y="493119"/>
                    <a:pt x="466348" y="492417"/>
                    <a:pt x="465269" y="492141"/>
                  </a:cubicBezTo>
                  <a:cubicBezTo>
                    <a:pt x="463041" y="491628"/>
                    <a:pt x="460814" y="492978"/>
                    <a:pt x="460274" y="495178"/>
                  </a:cubicBezTo>
                  <a:cubicBezTo>
                    <a:pt x="449743" y="529496"/>
                    <a:pt x="442723" y="564764"/>
                    <a:pt x="439147" y="600478"/>
                  </a:cubicBezTo>
                  <a:cubicBezTo>
                    <a:pt x="435299" y="638825"/>
                    <a:pt x="434218" y="677408"/>
                    <a:pt x="436108" y="715903"/>
                  </a:cubicBezTo>
                  <a:cubicBezTo>
                    <a:pt x="436986" y="735411"/>
                    <a:pt x="438809" y="754716"/>
                    <a:pt x="441306" y="774021"/>
                  </a:cubicBezTo>
                  <a:cubicBezTo>
                    <a:pt x="443804" y="793326"/>
                    <a:pt x="446841" y="812833"/>
                    <a:pt x="450892" y="832138"/>
                  </a:cubicBezTo>
                  <a:cubicBezTo>
                    <a:pt x="458181" y="868926"/>
                    <a:pt x="469858" y="904701"/>
                    <a:pt x="485721" y="938721"/>
                  </a:cubicBezTo>
                  <a:cubicBezTo>
                    <a:pt x="487206" y="941893"/>
                    <a:pt x="488894" y="944931"/>
                    <a:pt x="490514" y="948036"/>
                  </a:cubicBezTo>
                  <a:lnTo>
                    <a:pt x="491593" y="949791"/>
                  </a:lnTo>
                  <a:lnTo>
                    <a:pt x="488623" y="953841"/>
                  </a:lnTo>
                  <a:cubicBezTo>
                    <a:pt x="419503" y="1048273"/>
                    <a:pt x="355581" y="1146419"/>
                    <a:pt x="297127" y="1247804"/>
                  </a:cubicBezTo>
                  <a:cubicBezTo>
                    <a:pt x="285449" y="1218508"/>
                    <a:pt x="274378" y="1189011"/>
                    <a:pt x="265064" y="1158906"/>
                  </a:cubicBezTo>
                  <a:cubicBezTo>
                    <a:pt x="253252" y="1120499"/>
                    <a:pt x="244206" y="1081281"/>
                    <a:pt x="238064" y="1041591"/>
                  </a:cubicBezTo>
                  <a:cubicBezTo>
                    <a:pt x="238064" y="1041591"/>
                    <a:pt x="238064" y="1041996"/>
                    <a:pt x="238064" y="1042130"/>
                  </a:cubicBezTo>
                  <a:cubicBezTo>
                    <a:pt x="231111" y="995826"/>
                    <a:pt x="227399" y="949116"/>
                    <a:pt x="227061" y="902338"/>
                  </a:cubicBezTo>
                  <a:cubicBezTo>
                    <a:pt x="227061" y="901528"/>
                    <a:pt x="226791" y="900718"/>
                    <a:pt x="226387" y="900043"/>
                  </a:cubicBezTo>
                  <a:cubicBezTo>
                    <a:pt x="225508" y="898558"/>
                    <a:pt x="223889" y="897681"/>
                    <a:pt x="222201" y="897748"/>
                  </a:cubicBezTo>
                  <a:cubicBezTo>
                    <a:pt x="219569" y="897816"/>
                    <a:pt x="217476" y="899908"/>
                    <a:pt x="217544" y="902541"/>
                  </a:cubicBezTo>
                  <a:cubicBezTo>
                    <a:pt x="217544" y="902541"/>
                    <a:pt x="217544" y="902609"/>
                    <a:pt x="217544" y="902609"/>
                  </a:cubicBezTo>
                  <a:cubicBezTo>
                    <a:pt x="217544" y="934536"/>
                    <a:pt x="218691" y="966463"/>
                    <a:pt x="221122" y="998255"/>
                  </a:cubicBezTo>
                  <a:cubicBezTo>
                    <a:pt x="223551" y="1030049"/>
                    <a:pt x="227196" y="1061773"/>
                    <a:pt x="232123" y="1093296"/>
                  </a:cubicBezTo>
                  <a:cubicBezTo>
                    <a:pt x="237051" y="1125156"/>
                    <a:pt x="243801" y="1156679"/>
                    <a:pt x="252373" y="1187796"/>
                  </a:cubicBezTo>
                  <a:cubicBezTo>
                    <a:pt x="260204" y="1216551"/>
                    <a:pt x="270801" y="1244429"/>
                    <a:pt x="283829" y="1271226"/>
                  </a:cubicBezTo>
                  <a:cubicBezTo>
                    <a:pt x="236983" y="1354250"/>
                    <a:pt x="194392" y="1439638"/>
                    <a:pt x="156321" y="1527051"/>
                  </a:cubicBezTo>
                  <a:cubicBezTo>
                    <a:pt x="154566" y="1523541"/>
                    <a:pt x="152811" y="1520301"/>
                    <a:pt x="151123" y="1516453"/>
                  </a:cubicBezTo>
                  <a:cubicBezTo>
                    <a:pt x="131819" y="1469609"/>
                    <a:pt x="118655" y="1420468"/>
                    <a:pt x="112041" y="1370249"/>
                  </a:cubicBezTo>
                  <a:cubicBezTo>
                    <a:pt x="111973" y="1370788"/>
                    <a:pt x="111973" y="1371261"/>
                    <a:pt x="112041" y="1371801"/>
                  </a:cubicBezTo>
                  <a:cubicBezTo>
                    <a:pt x="104481" y="1322593"/>
                    <a:pt x="100228" y="1272981"/>
                    <a:pt x="93681" y="1223301"/>
                  </a:cubicBezTo>
                  <a:cubicBezTo>
                    <a:pt x="93613" y="1222625"/>
                    <a:pt x="93343" y="1221951"/>
                    <a:pt x="93007" y="1221411"/>
                  </a:cubicBezTo>
                  <a:cubicBezTo>
                    <a:pt x="92399" y="1220331"/>
                    <a:pt x="91184" y="1219656"/>
                    <a:pt x="89900" y="1219723"/>
                  </a:cubicBezTo>
                  <a:cubicBezTo>
                    <a:pt x="87877" y="1219791"/>
                    <a:pt x="86189" y="1221478"/>
                    <a:pt x="86257" y="1223503"/>
                  </a:cubicBezTo>
                  <a:cubicBezTo>
                    <a:pt x="86257" y="1223503"/>
                    <a:pt x="86257" y="1223503"/>
                    <a:pt x="86257" y="1223503"/>
                  </a:cubicBezTo>
                  <a:cubicBezTo>
                    <a:pt x="89767" y="1250503"/>
                    <a:pt x="91858" y="1278111"/>
                    <a:pt x="94086" y="1305448"/>
                  </a:cubicBezTo>
                  <a:cubicBezTo>
                    <a:pt x="96449" y="1335283"/>
                    <a:pt x="98878" y="1365051"/>
                    <a:pt x="102389" y="1394818"/>
                  </a:cubicBezTo>
                  <a:cubicBezTo>
                    <a:pt x="105764" y="1424046"/>
                    <a:pt x="111231" y="1453003"/>
                    <a:pt x="118588" y="1481489"/>
                  </a:cubicBezTo>
                  <a:cubicBezTo>
                    <a:pt x="124799" y="1505383"/>
                    <a:pt x="133843" y="1528401"/>
                    <a:pt x="145588" y="1550068"/>
                  </a:cubicBezTo>
                  <a:lnTo>
                    <a:pt x="144508" y="1552499"/>
                  </a:lnTo>
                  <a:cubicBezTo>
                    <a:pt x="111029" y="1631541"/>
                    <a:pt x="82003" y="1712406"/>
                    <a:pt x="57637" y="1794756"/>
                  </a:cubicBezTo>
                  <a:cubicBezTo>
                    <a:pt x="45757" y="1835256"/>
                    <a:pt x="35294" y="1875891"/>
                    <a:pt x="26181" y="1916661"/>
                  </a:cubicBezTo>
                  <a:cubicBezTo>
                    <a:pt x="21929" y="1936371"/>
                    <a:pt x="17676" y="1956148"/>
                    <a:pt x="13762" y="1975926"/>
                  </a:cubicBezTo>
                  <a:cubicBezTo>
                    <a:pt x="9846" y="1995703"/>
                    <a:pt x="6471" y="2017506"/>
                    <a:pt x="2826" y="2038228"/>
                  </a:cubicBezTo>
                  <a:cubicBezTo>
                    <a:pt x="1814" y="2043156"/>
                    <a:pt x="2623" y="2048353"/>
                    <a:pt x="5189" y="2052674"/>
                  </a:cubicBezTo>
                  <a:cubicBezTo>
                    <a:pt x="7821" y="2056994"/>
                    <a:pt x="12074" y="2060098"/>
                    <a:pt x="17002" y="2061246"/>
                  </a:cubicBezTo>
                  <a:cubicBezTo>
                    <a:pt x="27194" y="2064486"/>
                    <a:pt x="37993" y="2058815"/>
                    <a:pt x="41233" y="2048690"/>
                  </a:cubicBezTo>
                  <a:cubicBezTo>
                    <a:pt x="41436" y="2048016"/>
                    <a:pt x="41639" y="2047273"/>
                    <a:pt x="41774" y="2046598"/>
                  </a:cubicBezTo>
                  <a:close/>
                </a:path>
              </a:pathLst>
            </a:custGeom>
            <a:solidFill>
              <a:srgbClr val="92964B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" name="" descr="33fbe4af-f976-4a75-a789-7a36d8617396"/>
            <p:cNvSpPr/>
            <p:nvPr/>
          </p:nvSpPr>
          <p:spPr>
            <a:xfrm>
              <a:off x="1239098" y="2297541"/>
              <a:ext cx="6750" cy="945"/>
            </a:xfrm>
            <a:custGeom>
              <a:gdLst>
                <a:gd name="connsiteX0" fmla="*/ 2403 w 6750"/>
                <a:gd name="connsiteY0" fmla="*/ 363 h 945"/>
                <a:gd name="connsiteX1" fmla="*/ 2403 w 6750"/>
                <a:gd name="connsiteY1" fmla="*/ -582 h 945"/>
                <a:gd name="connsiteX2" fmla="*/ 2403 w 6750"/>
                <a:gd name="connsiteY2" fmla="*/ -582 h 945"/>
                <a:gd name="connsiteX3" fmla="*/ 2403 w 6750"/>
                <a:gd name="connsiteY3" fmla="*/ 363 h 945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50" h="944">
                  <a:moveTo>
                    <a:pt x="2403" y="363"/>
                  </a:moveTo>
                  <a:cubicBezTo>
                    <a:pt x="2403" y="363"/>
                    <a:pt x="2403" y="-312"/>
                    <a:pt x="2403" y="-582"/>
                  </a:cubicBezTo>
                  <a:lnTo>
                    <a:pt x="2403" y="-582"/>
                  </a:lnTo>
                  <a:cubicBezTo>
                    <a:pt x="2403" y="-582"/>
                    <a:pt x="2403" y="26"/>
                    <a:pt x="2403" y="363"/>
                  </a:cubicBezTo>
                  <a:close/>
                </a:path>
              </a:pathLst>
            </a:custGeom>
            <a:solidFill>
              <a:srgbClr val="92964B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47" name="" descr="6eaf46bb-5c0a-4408-81de-b69410c57ba7"/>
            <p:cNvGrpSpPr/>
            <p:nvPr/>
          </p:nvGrpSpPr>
          <p:grpSpPr>
            <a:xfrm>
              <a:off x="2015790" y="1921448"/>
              <a:ext cx="569503" cy="528523"/>
              <a:chOff x="2015790" y="1921448"/>
              <a:chExt cx="569503" cy="528523"/>
            </a:xfrm>
          </p:grpSpPr>
          <p:sp>
            <p:nvSpPr>
              <p:cNvPr id="120" name="" descr="d654efbc-754f-402a-98bc-cf58c26f59a5"/>
              <p:cNvSpPr/>
              <p:nvPr/>
            </p:nvSpPr>
            <p:spPr>
              <a:xfrm>
                <a:off x="2277536" y="1921448"/>
                <a:ext cx="175540" cy="242915"/>
              </a:xfrm>
              <a:custGeom>
                <a:gdLst>
                  <a:gd name="connsiteX0" fmla="*/ 47002 w 175540"/>
                  <a:gd name="connsiteY0" fmla="*/ 242333 h 242915"/>
                  <a:gd name="connsiteX1" fmla="*/ 156892 w 175540"/>
                  <a:gd name="connsiteY1" fmla="*/ 137506 h 242915"/>
                  <a:gd name="connsiteX2" fmla="*/ 168367 w 175540"/>
                  <a:gd name="connsiteY2" fmla="*/ 32341 h 242915"/>
                  <a:gd name="connsiteX3" fmla="*/ 61110 w 175540"/>
                  <a:gd name="connsiteY3" fmla="*/ 10808 h 242915"/>
                  <a:gd name="connsiteX4" fmla="*/ 3330 w 175540"/>
                  <a:gd name="connsiteY4" fmla="*/ 112598 h 242915"/>
                  <a:gd name="connsiteX5" fmla="*/ 16830 w 175540"/>
                  <a:gd name="connsiteY5" fmla="*/ 232883 h 242915"/>
                  <a:gd name="connsiteX6" fmla="*/ 47002 w 175540"/>
                  <a:gd name="connsiteY6" fmla="*/ 242333 h 24291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5540" h="242915">
                    <a:moveTo>
                      <a:pt x="47002" y="242333"/>
                    </a:moveTo>
                    <a:cubicBezTo>
                      <a:pt x="92700" y="218323"/>
                      <a:pt x="130769" y="182008"/>
                      <a:pt x="156892" y="137506"/>
                    </a:cubicBezTo>
                    <a:cubicBezTo>
                      <a:pt x="175522" y="105578"/>
                      <a:pt x="187200" y="64268"/>
                      <a:pt x="168367" y="32341"/>
                    </a:cubicBezTo>
                    <a:cubicBezTo>
                      <a:pt x="148117" y="-2489"/>
                      <a:pt x="96075" y="-9712"/>
                      <a:pt x="61110" y="10808"/>
                    </a:cubicBezTo>
                    <a:cubicBezTo>
                      <a:pt x="26144" y="31328"/>
                      <a:pt x="7110" y="72233"/>
                      <a:pt x="3330" y="112598"/>
                    </a:cubicBezTo>
                    <a:cubicBezTo>
                      <a:pt x="-451" y="152963"/>
                      <a:pt x="7987" y="193598"/>
                      <a:pt x="16830" y="232883"/>
                    </a:cubicBezTo>
                    <a:cubicBezTo>
                      <a:pt x="26212" y="237000"/>
                      <a:pt x="37350" y="238216"/>
                      <a:pt x="47002" y="242333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" name="" descr="0ff14da1-c7fb-467a-83c2-3eeee1c0b84a"/>
              <p:cNvSpPr/>
              <p:nvPr/>
            </p:nvSpPr>
            <p:spPr>
              <a:xfrm>
                <a:off x="2327941" y="2085404"/>
                <a:ext cx="257352" cy="159517"/>
              </a:xfrm>
              <a:custGeom>
                <a:gdLst>
                  <a:gd name="connsiteX0" fmla="*/ 8275 w 257352"/>
                  <a:gd name="connsiteY0" fmla="*/ 110913 h 159517"/>
                  <a:gd name="connsiteX1" fmla="*/ 152388 w 257352"/>
                  <a:gd name="connsiteY1" fmla="*/ 158770 h 159517"/>
                  <a:gd name="connsiteX2" fmla="*/ 250668 w 257352"/>
                  <a:gd name="connsiteY2" fmla="*/ 119688 h 159517"/>
                  <a:gd name="connsiteX3" fmla="*/ 219415 w 257352"/>
                  <a:gd name="connsiteY3" fmla="*/ 14793 h 159517"/>
                  <a:gd name="connsiteX4" fmla="*/ 102369 w 257352"/>
                  <a:gd name="connsiteY4" fmla="*/ 11485 h 159517"/>
                  <a:gd name="connsiteX5" fmla="*/ 2403 w 257352"/>
                  <a:gd name="connsiteY5" fmla="*/ 79660 h 159517"/>
                  <a:gd name="connsiteX6" fmla="*/ 8275 w 257352"/>
                  <a:gd name="connsiteY6" fmla="*/ 110913 h 15951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7352" h="159517">
                    <a:moveTo>
                      <a:pt x="8275" y="110913"/>
                    </a:moveTo>
                    <a:cubicBezTo>
                      <a:pt x="50867" y="140046"/>
                      <a:pt x="100817" y="156624"/>
                      <a:pt x="152388" y="158770"/>
                    </a:cubicBezTo>
                    <a:cubicBezTo>
                      <a:pt x="189378" y="160323"/>
                      <a:pt x="231362" y="151210"/>
                      <a:pt x="250668" y="119688"/>
                    </a:cubicBezTo>
                    <a:cubicBezTo>
                      <a:pt x="271795" y="85060"/>
                      <a:pt x="253908" y="35988"/>
                      <a:pt x="219415" y="14793"/>
                    </a:cubicBezTo>
                    <a:cubicBezTo>
                      <a:pt x="184923" y="-6402"/>
                      <a:pt x="139832" y="-3905"/>
                      <a:pt x="102369" y="11485"/>
                    </a:cubicBezTo>
                    <a:cubicBezTo>
                      <a:pt x="64908" y="26875"/>
                      <a:pt x="33317" y="53470"/>
                      <a:pt x="2403" y="79660"/>
                    </a:cubicBezTo>
                    <a:cubicBezTo>
                      <a:pt x="3280" y="90055"/>
                      <a:pt x="7398" y="100450"/>
                      <a:pt x="8275" y="110913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" name="" descr="cbc16bbb-3de9-41f4-ba9a-e50727f11014"/>
              <p:cNvSpPr/>
              <p:nvPr/>
            </p:nvSpPr>
            <p:spPr>
              <a:xfrm>
                <a:off x="2308816" y="2202636"/>
                <a:ext cx="185838" cy="238119"/>
              </a:xfrm>
              <a:custGeom>
                <a:gdLst>
                  <a:gd name="connsiteX0" fmla="*/ 4112 w 185838"/>
                  <a:gd name="connsiteY0" fmla="*/ 19263 h 238119"/>
                  <a:gd name="connsiteX1" fmla="*/ 29425 w 185838"/>
                  <a:gd name="connsiteY1" fmla="*/ 168978 h 238119"/>
                  <a:gd name="connsiteX2" fmla="*/ 110087 w 185838"/>
                  <a:gd name="connsiteY2" fmla="*/ 237423 h 238119"/>
                  <a:gd name="connsiteX3" fmla="*/ 188050 w 185838"/>
                  <a:gd name="connsiteY3" fmla="*/ 160676 h 238119"/>
                  <a:gd name="connsiteX4" fmla="*/ 136075 w 185838"/>
                  <a:gd name="connsiteY4" fmla="*/ 55780 h 238119"/>
                  <a:gd name="connsiteX5" fmla="*/ 28952 w 185838"/>
                  <a:gd name="connsiteY5" fmla="*/ -582 h 238119"/>
                  <a:gd name="connsiteX6" fmla="*/ 4112 w 185838"/>
                  <a:gd name="connsiteY6" fmla="*/ 19263 h 23811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5838" h="238119">
                    <a:moveTo>
                      <a:pt x="4112" y="19263"/>
                    </a:moveTo>
                    <a:cubicBezTo>
                      <a:pt x="-1626" y="70556"/>
                      <a:pt x="7150" y="122423"/>
                      <a:pt x="29425" y="168978"/>
                    </a:cubicBezTo>
                    <a:cubicBezTo>
                      <a:pt x="45423" y="202728"/>
                      <a:pt x="73097" y="235195"/>
                      <a:pt x="110087" y="237423"/>
                    </a:cubicBezTo>
                    <a:cubicBezTo>
                      <a:pt x="150587" y="239920"/>
                      <a:pt x="185486" y="201108"/>
                      <a:pt x="188050" y="160676"/>
                    </a:cubicBezTo>
                    <a:cubicBezTo>
                      <a:pt x="190614" y="120243"/>
                      <a:pt x="167192" y="81633"/>
                      <a:pt x="136075" y="55780"/>
                    </a:cubicBezTo>
                    <a:cubicBezTo>
                      <a:pt x="104957" y="29928"/>
                      <a:pt x="66550" y="14470"/>
                      <a:pt x="28952" y="-582"/>
                    </a:cubicBezTo>
                    <a:cubicBezTo>
                      <a:pt x="20244" y="5088"/>
                      <a:pt x="12955" y="13660"/>
                      <a:pt x="4112" y="19263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" name="" descr="43ec8651-9b6b-4e9a-81a9-1932307d502b"/>
              <p:cNvSpPr/>
              <p:nvPr/>
            </p:nvSpPr>
            <p:spPr>
              <a:xfrm>
                <a:off x="2127747" y="2213976"/>
                <a:ext cx="183386" cy="235995"/>
              </a:xfrm>
              <a:custGeom>
                <a:gdLst>
                  <a:gd name="connsiteX0" fmla="*/ 151431 w 183386"/>
                  <a:gd name="connsiteY0" fmla="*/ -582 h 235995"/>
                  <a:gd name="connsiteX1" fmla="*/ 31078 w 183386"/>
                  <a:gd name="connsiteY1" fmla="*/ 92028 h 235995"/>
                  <a:gd name="connsiteX2" fmla="*/ 8466 w 183386"/>
                  <a:gd name="connsiteY2" fmla="*/ 195371 h 235995"/>
                  <a:gd name="connsiteX3" fmla="*/ 112889 w 183386"/>
                  <a:gd name="connsiteY3" fmla="*/ 228176 h 235995"/>
                  <a:gd name="connsiteX4" fmla="*/ 181130 w 183386"/>
                  <a:gd name="connsiteY4" fmla="*/ 133068 h 235995"/>
                  <a:gd name="connsiteX5" fmla="*/ 180659 w 183386"/>
                  <a:gd name="connsiteY5" fmla="*/ 12040 h 235995"/>
                  <a:gd name="connsiteX6" fmla="*/ 151431 w 183386"/>
                  <a:gd name="connsiteY6" fmla="*/ -582 h 23599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3386" h="235994">
                    <a:moveTo>
                      <a:pt x="151431" y="-582"/>
                    </a:moveTo>
                    <a:cubicBezTo>
                      <a:pt x="103438" y="18460"/>
                      <a:pt x="61791" y="50543"/>
                      <a:pt x="31078" y="92028"/>
                    </a:cubicBezTo>
                    <a:cubicBezTo>
                      <a:pt x="9140" y="121795"/>
                      <a:pt x="-6856" y="161688"/>
                      <a:pt x="8466" y="195371"/>
                    </a:cubicBezTo>
                    <a:cubicBezTo>
                      <a:pt x="25274" y="232225"/>
                      <a:pt x="75966" y="244848"/>
                      <a:pt x="112889" y="228176"/>
                    </a:cubicBezTo>
                    <a:cubicBezTo>
                      <a:pt x="149811" y="211503"/>
                      <a:pt x="172895" y="172758"/>
                      <a:pt x="181130" y="133068"/>
                    </a:cubicBezTo>
                    <a:cubicBezTo>
                      <a:pt x="189367" y="93378"/>
                      <a:pt x="185046" y="52068"/>
                      <a:pt x="180659" y="12040"/>
                    </a:cubicBezTo>
                    <a:cubicBezTo>
                      <a:pt x="171681" y="6978"/>
                      <a:pt x="160813" y="4548"/>
                      <a:pt x="151431" y="-582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" descr="2a765673-fc23-4e80-b0b4-7e813007bbd0"/>
              <p:cNvSpPr/>
              <p:nvPr/>
            </p:nvSpPr>
            <p:spPr>
              <a:xfrm>
                <a:off x="2015790" y="2115558"/>
                <a:ext cx="255855" cy="160328"/>
              </a:xfrm>
              <a:custGeom>
                <a:gdLst>
                  <a:gd name="connsiteX0" fmla="*/ 255491 w 255855"/>
                  <a:gd name="connsiteY0" fmla="*/ 64289 h 160328"/>
                  <a:gd name="connsiteX1" fmla="*/ 117252 w 255855"/>
                  <a:gd name="connsiteY1" fmla="*/ 1379 h 160328"/>
                  <a:gd name="connsiteX2" fmla="*/ 15393 w 255855"/>
                  <a:gd name="connsiteY2" fmla="*/ 29931 h 160328"/>
                  <a:gd name="connsiteX3" fmla="*/ 35643 w 255855"/>
                  <a:gd name="connsiteY3" fmla="*/ 137526 h 160328"/>
                  <a:gd name="connsiteX4" fmla="*/ 151608 w 255855"/>
                  <a:gd name="connsiteY4" fmla="*/ 153186 h 160328"/>
                  <a:gd name="connsiteX5" fmla="*/ 258258 w 255855"/>
                  <a:gd name="connsiteY5" fmla="*/ 95946 h 160328"/>
                  <a:gd name="connsiteX6" fmla="*/ 255491 w 255855"/>
                  <a:gd name="connsiteY6" fmla="*/ 64289 h 16032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855" h="160328">
                    <a:moveTo>
                      <a:pt x="255491" y="64289"/>
                    </a:moveTo>
                    <a:cubicBezTo>
                      <a:pt x="216206" y="30809"/>
                      <a:pt x="168280" y="9013"/>
                      <a:pt x="117252" y="1379"/>
                    </a:cubicBezTo>
                    <a:cubicBezTo>
                      <a:pt x="80598" y="-4021"/>
                      <a:pt x="37939" y="569"/>
                      <a:pt x="15393" y="29931"/>
                    </a:cubicBezTo>
                    <a:cubicBezTo>
                      <a:pt x="-9311" y="62061"/>
                      <a:pt x="3311" y="112754"/>
                      <a:pt x="35643" y="137526"/>
                    </a:cubicBezTo>
                    <a:cubicBezTo>
                      <a:pt x="67976" y="162298"/>
                      <a:pt x="112728" y="164526"/>
                      <a:pt x="151608" y="153186"/>
                    </a:cubicBezTo>
                    <a:cubicBezTo>
                      <a:pt x="190488" y="141846"/>
                      <a:pt x="224779" y="118761"/>
                      <a:pt x="258258" y="95946"/>
                    </a:cubicBezTo>
                    <a:cubicBezTo>
                      <a:pt x="258258" y="85483"/>
                      <a:pt x="255221" y="74684"/>
                      <a:pt x="255491" y="64289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" name="" descr="4becb50f-f1cf-4520-b9eb-ccf73a64c5bb"/>
              <p:cNvSpPr/>
              <p:nvPr/>
            </p:nvSpPr>
            <p:spPr>
              <a:xfrm>
                <a:off x="2098302" y="1946609"/>
                <a:ext cx="191687" cy="233482"/>
              </a:xfrm>
              <a:custGeom>
                <a:gdLst>
                  <a:gd name="connsiteX0" fmla="*/ 193633 w 191687"/>
                  <a:gd name="connsiteY0" fmla="*/ 211570 h 233482"/>
                  <a:gd name="connsiteX1" fmla="*/ 160356 w 191687"/>
                  <a:gd name="connsiteY1" fmla="*/ 63475 h 233482"/>
                  <a:gd name="connsiteX2" fmla="*/ 76116 w 191687"/>
                  <a:gd name="connsiteY2" fmla="*/ -582 h 233482"/>
                  <a:gd name="connsiteX3" fmla="*/ 2406 w 191687"/>
                  <a:gd name="connsiteY3" fmla="*/ 80418 h 233482"/>
                  <a:gd name="connsiteX4" fmla="*/ 59916 w 191687"/>
                  <a:gd name="connsiteY4" fmla="*/ 182410 h 233482"/>
                  <a:gd name="connsiteX5" fmla="*/ 169874 w 191687"/>
                  <a:gd name="connsiteY5" fmla="*/ 232900 h 233482"/>
                  <a:gd name="connsiteX6" fmla="*/ 193633 w 191687"/>
                  <a:gd name="connsiteY6" fmla="*/ 211570 h 23348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1687" h="233482">
                    <a:moveTo>
                      <a:pt x="193633" y="211570"/>
                    </a:moveTo>
                    <a:cubicBezTo>
                      <a:pt x="196604" y="160068"/>
                      <a:pt x="185062" y="108761"/>
                      <a:pt x="160356" y="63475"/>
                    </a:cubicBezTo>
                    <a:cubicBezTo>
                      <a:pt x="142536" y="31008"/>
                      <a:pt x="113106" y="-312"/>
                      <a:pt x="76116" y="-582"/>
                    </a:cubicBezTo>
                    <a:cubicBezTo>
                      <a:pt x="35616" y="-582"/>
                      <a:pt x="2744" y="39918"/>
                      <a:pt x="2406" y="80418"/>
                    </a:cubicBezTo>
                    <a:cubicBezTo>
                      <a:pt x="2068" y="120918"/>
                      <a:pt x="27381" y="158178"/>
                      <a:pt x="59916" y="182410"/>
                    </a:cubicBezTo>
                    <a:cubicBezTo>
                      <a:pt x="92450" y="206643"/>
                      <a:pt x="131465" y="219940"/>
                      <a:pt x="169874" y="232900"/>
                    </a:cubicBezTo>
                    <a:cubicBezTo>
                      <a:pt x="178312" y="226623"/>
                      <a:pt x="185128" y="217713"/>
                      <a:pt x="193633" y="211570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" descr="e8c1b602-5046-4f04-af34-626affb6c1a8"/>
              <p:cNvSpPr/>
              <p:nvPr/>
            </p:nvSpPr>
            <p:spPr>
              <a:xfrm>
                <a:off x="2247592" y="2137082"/>
                <a:ext cx="106455" cy="106417"/>
              </a:xfrm>
              <a:custGeom>
                <a:gdLst>
                  <a:gd name="connsiteX0" fmla="*/ 106647 w 106455"/>
                  <a:gd name="connsiteY0" fmla="*/ 67673 h 106417"/>
                  <a:gd name="connsiteX1" fmla="*/ 40834 w 106455"/>
                  <a:gd name="connsiteY1" fmla="*/ 103683 h 106417"/>
                  <a:gd name="connsiteX2" fmla="*/ 40699 w 106455"/>
                  <a:gd name="connsiteY2" fmla="*/ 103650 h 106417"/>
                  <a:gd name="connsiteX3" fmla="*/ 4519 w 106455"/>
                  <a:gd name="connsiteY3" fmla="*/ 37810 h 106417"/>
                  <a:gd name="connsiteX4" fmla="*/ 4586 w 106455"/>
                  <a:gd name="connsiteY4" fmla="*/ 37567 h 106417"/>
                  <a:gd name="connsiteX5" fmla="*/ 70601 w 106455"/>
                  <a:gd name="connsiteY5" fmla="*/ 1590 h 106417"/>
                  <a:gd name="connsiteX6" fmla="*/ 106713 w 106455"/>
                  <a:gd name="connsiteY6" fmla="*/ 67342 h 106417"/>
                  <a:gd name="connsiteX7" fmla="*/ 106647 w 106455"/>
                  <a:gd name="connsiteY7" fmla="*/ 67673 h 10641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6455" h="106417">
                    <a:moveTo>
                      <a:pt x="106647" y="67673"/>
                    </a:moveTo>
                    <a:cubicBezTo>
                      <a:pt x="98411" y="95793"/>
                      <a:pt x="68914" y="111919"/>
                      <a:pt x="40834" y="103683"/>
                    </a:cubicBezTo>
                    <a:cubicBezTo>
                      <a:pt x="40767" y="103677"/>
                      <a:pt x="40767" y="103663"/>
                      <a:pt x="40699" y="103650"/>
                    </a:cubicBezTo>
                    <a:cubicBezTo>
                      <a:pt x="12551" y="95462"/>
                      <a:pt x="-3649" y="65985"/>
                      <a:pt x="4519" y="37810"/>
                    </a:cubicBezTo>
                    <a:cubicBezTo>
                      <a:pt x="4519" y="37729"/>
                      <a:pt x="4586" y="37649"/>
                      <a:pt x="4586" y="37567"/>
                    </a:cubicBezTo>
                    <a:cubicBezTo>
                      <a:pt x="12889" y="9413"/>
                      <a:pt x="42454" y="-6686"/>
                      <a:pt x="70601" y="1590"/>
                    </a:cubicBezTo>
                    <a:cubicBezTo>
                      <a:pt x="98748" y="9764"/>
                      <a:pt x="114949" y="39207"/>
                      <a:pt x="106713" y="67342"/>
                    </a:cubicBezTo>
                    <a:cubicBezTo>
                      <a:pt x="106713" y="67450"/>
                      <a:pt x="106647" y="67564"/>
                      <a:pt x="106647" y="67673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" descr="730b2e57-8a87-4c82-b638-1b5c55070b58"/>
              <p:cNvSpPr/>
              <p:nvPr/>
            </p:nvSpPr>
            <p:spPr>
              <a:xfrm>
                <a:off x="2158650" y="1991091"/>
                <a:ext cx="107594" cy="140737"/>
              </a:xfrm>
              <a:custGeom>
                <a:gdLst>
                  <a:gd name="connsiteX0" fmla="*/ 2403 w 107594"/>
                  <a:gd name="connsiteY0" fmla="*/ -582 h 140737"/>
                  <a:gd name="connsiteX1" fmla="*/ 61465 w 107594"/>
                  <a:gd name="connsiteY1" fmla="*/ 65906 h 140737"/>
                  <a:gd name="connsiteX2" fmla="*/ 109998 w 107594"/>
                  <a:gd name="connsiteY2" fmla="*/ 140156 h 140737"/>
                  <a:gd name="connsiteX3" fmla="*/ 51003 w 107594"/>
                  <a:gd name="connsiteY3" fmla="*/ 73601 h 140737"/>
                  <a:gd name="connsiteX4" fmla="*/ 2403 w 107594"/>
                  <a:gd name="connsiteY4" fmla="*/ -582 h 14073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594" h="140737">
                    <a:moveTo>
                      <a:pt x="2403" y="-582"/>
                    </a:moveTo>
                    <a:cubicBezTo>
                      <a:pt x="23935" y="19898"/>
                      <a:pt x="43646" y="42139"/>
                      <a:pt x="61465" y="65906"/>
                    </a:cubicBezTo>
                    <a:cubicBezTo>
                      <a:pt x="79690" y="89254"/>
                      <a:pt x="95959" y="114087"/>
                      <a:pt x="109998" y="140156"/>
                    </a:cubicBezTo>
                    <a:cubicBezTo>
                      <a:pt x="88465" y="119683"/>
                      <a:pt x="68756" y="97414"/>
                      <a:pt x="51003" y="73601"/>
                    </a:cubicBezTo>
                    <a:cubicBezTo>
                      <a:pt x="32778" y="50252"/>
                      <a:pt x="16511" y="25439"/>
                      <a:pt x="2403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" descr="f579aab9-70fb-421d-bce7-3d6f59196b05"/>
              <p:cNvSpPr/>
              <p:nvPr/>
            </p:nvSpPr>
            <p:spPr>
              <a:xfrm>
                <a:off x="2060775" y="2190822"/>
                <a:ext cx="175837" cy="16841"/>
              </a:xfrm>
              <a:custGeom>
                <a:gdLst>
                  <a:gd name="connsiteX0" fmla="*/ 2403 w 175837"/>
                  <a:gd name="connsiteY0" fmla="*/ 9207 h 16841"/>
                  <a:gd name="connsiteX1" fmla="*/ 90153 w 175837"/>
                  <a:gd name="connsiteY1" fmla="*/ 2457 h 16841"/>
                  <a:gd name="connsiteX2" fmla="*/ 178241 w 175837"/>
                  <a:gd name="connsiteY2" fmla="*/ -513 h 16841"/>
                  <a:gd name="connsiteX3" fmla="*/ 90896 w 175837"/>
                  <a:gd name="connsiteY3" fmla="*/ 15552 h 16841"/>
                  <a:gd name="connsiteX4" fmla="*/ 2403 w 175837"/>
                  <a:gd name="connsiteY4" fmla="*/ 9207 h 1684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837" h="16841">
                    <a:moveTo>
                      <a:pt x="2403" y="9207"/>
                    </a:moveTo>
                    <a:cubicBezTo>
                      <a:pt x="32035" y="5562"/>
                      <a:pt x="61128" y="4415"/>
                      <a:pt x="90153" y="2457"/>
                    </a:cubicBezTo>
                    <a:cubicBezTo>
                      <a:pt x="119178" y="500"/>
                      <a:pt x="148405" y="-918"/>
                      <a:pt x="178241" y="-513"/>
                    </a:cubicBezTo>
                    <a:cubicBezTo>
                      <a:pt x="150026" y="8856"/>
                      <a:pt x="120596" y="14263"/>
                      <a:pt x="90896" y="15552"/>
                    </a:cubicBezTo>
                    <a:cubicBezTo>
                      <a:pt x="61263" y="17517"/>
                      <a:pt x="31496" y="15383"/>
                      <a:pt x="2403" y="9207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" descr="466574cc-e0ff-410a-b943-b914f78e86fe"/>
              <p:cNvSpPr/>
              <p:nvPr/>
            </p:nvSpPr>
            <p:spPr>
              <a:xfrm>
                <a:off x="2143462" y="2113941"/>
                <a:ext cx="98751" cy="34492"/>
              </a:xfrm>
              <a:custGeom>
                <a:gdLst>
                  <a:gd name="connsiteX0" fmla="*/ 2403 w 98751"/>
                  <a:gd name="connsiteY0" fmla="*/ -582 h 34492"/>
                  <a:gd name="connsiteX1" fmla="*/ 53905 w 98751"/>
                  <a:gd name="connsiteY1" fmla="*/ 10488 h 34492"/>
                  <a:gd name="connsiteX2" fmla="*/ 101155 w 98751"/>
                  <a:gd name="connsiteY2" fmla="*/ 33911 h 34492"/>
                  <a:gd name="connsiteX3" fmla="*/ 49653 w 98751"/>
                  <a:gd name="connsiteY3" fmla="*/ 22908 h 34492"/>
                  <a:gd name="connsiteX4" fmla="*/ 2403 w 98751"/>
                  <a:gd name="connsiteY4" fmla="*/ -582 h 3449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751" h="34492">
                    <a:moveTo>
                      <a:pt x="2403" y="-582"/>
                    </a:moveTo>
                    <a:cubicBezTo>
                      <a:pt x="20021" y="700"/>
                      <a:pt x="37367" y="4426"/>
                      <a:pt x="53905" y="10488"/>
                    </a:cubicBezTo>
                    <a:cubicBezTo>
                      <a:pt x="70714" y="15996"/>
                      <a:pt x="86575" y="23887"/>
                      <a:pt x="101155" y="33911"/>
                    </a:cubicBezTo>
                    <a:cubicBezTo>
                      <a:pt x="83538" y="32689"/>
                      <a:pt x="66190" y="28983"/>
                      <a:pt x="49653" y="22908"/>
                    </a:cubicBezTo>
                    <a:cubicBezTo>
                      <a:pt x="32913" y="17319"/>
                      <a:pt x="16982" y="9408"/>
                      <a:pt x="2403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" descr="17ea970e-0698-46b1-bc4d-49ddf5220e06"/>
              <p:cNvSpPr/>
              <p:nvPr/>
            </p:nvSpPr>
            <p:spPr>
              <a:xfrm>
                <a:off x="2212109" y="2224632"/>
                <a:ext cx="36315" cy="22562"/>
              </a:xfrm>
              <a:custGeom>
                <a:gdLst>
                  <a:gd name="connsiteX0" fmla="*/ 2403 w 36315"/>
                  <a:gd name="connsiteY0" fmla="*/ 21904 h 22562"/>
                  <a:gd name="connsiteX1" fmla="*/ 17119 w 36315"/>
                  <a:gd name="connsiteY1" fmla="*/ 5096 h 22562"/>
                  <a:gd name="connsiteX2" fmla="*/ 38719 w 36315"/>
                  <a:gd name="connsiteY2" fmla="*/ -506 h 22562"/>
                  <a:gd name="connsiteX3" fmla="*/ 24004 w 36315"/>
                  <a:gd name="connsiteY3" fmla="*/ 16302 h 22562"/>
                  <a:gd name="connsiteX4" fmla="*/ 2403 w 36315"/>
                  <a:gd name="connsiteY4" fmla="*/ 21904 h 2256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15" h="22562">
                    <a:moveTo>
                      <a:pt x="2403" y="21904"/>
                    </a:moveTo>
                    <a:cubicBezTo>
                      <a:pt x="5374" y="14884"/>
                      <a:pt x="10570" y="8998"/>
                      <a:pt x="17119" y="5096"/>
                    </a:cubicBezTo>
                    <a:cubicBezTo>
                      <a:pt x="23531" y="959"/>
                      <a:pt x="31090" y="-1005"/>
                      <a:pt x="38719" y="-506"/>
                    </a:cubicBezTo>
                    <a:cubicBezTo>
                      <a:pt x="35749" y="6534"/>
                      <a:pt x="30552" y="12427"/>
                      <a:pt x="24004" y="16302"/>
                    </a:cubicBezTo>
                    <a:cubicBezTo>
                      <a:pt x="17590" y="20439"/>
                      <a:pt x="10031" y="22404"/>
                      <a:pt x="2403" y="2190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" descr="e10e0752-9f1d-4e2e-9be3-3ab481b61fa4"/>
              <p:cNvSpPr/>
              <p:nvPr/>
            </p:nvSpPr>
            <p:spPr>
              <a:xfrm>
                <a:off x="2303938" y="2245769"/>
                <a:ext cx="13746" cy="55012"/>
              </a:xfrm>
              <a:custGeom>
                <a:gdLst>
                  <a:gd name="connsiteX0" fmla="*/ 7032 w 13746"/>
                  <a:gd name="connsiteY0" fmla="*/ -582 h 55012"/>
                  <a:gd name="connsiteX1" fmla="*/ 15807 w 13746"/>
                  <a:gd name="connsiteY1" fmla="*/ 26418 h 55012"/>
                  <a:gd name="connsiteX2" fmla="*/ 11554 w 13746"/>
                  <a:gd name="connsiteY2" fmla="*/ 54430 h 55012"/>
                  <a:gd name="connsiteX3" fmla="*/ 2712 w 13746"/>
                  <a:gd name="connsiteY3" fmla="*/ 27430 h 55012"/>
                  <a:gd name="connsiteX4" fmla="*/ 7032 w 13746"/>
                  <a:gd name="connsiteY4" fmla="*/ -582 h 5501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46" h="55012">
                    <a:moveTo>
                      <a:pt x="7032" y="-582"/>
                    </a:moveTo>
                    <a:cubicBezTo>
                      <a:pt x="12229" y="7504"/>
                      <a:pt x="15267" y="16806"/>
                      <a:pt x="15807" y="26418"/>
                    </a:cubicBezTo>
                    <a:cubicBezTo>
                      <a:pt x="16886" y="35969"/>
                      <a:pt x="15402" y="45621"/>
                      <a:pt x="11554" y="54430"/>
                    </a:cubicBezTo>
                    <a:cubicBezTo>
                      <a:pt x="6290" y="46351"/>
                      <a:pt x="3251" y="37042"/>
                      <a:pt x="2712" y="27430"/>
                    </a:cubicBezTo>
                    <a:cubicBezTo>
                      <a:pt x="1699" y="17879"/>
                      <a:pt x="3184" y="8227"/>
                      <a:pt x="7032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" descr="32a21e8f-7cd2-447e-adb5-43e255c9992d"/>
              <p:cNvSpPr/>
              <p:nvPr/>
            </p:nvSpPr>
            <p:spPr>
              <a:xfrm>
                <a:off x="2349473" y="2206908"/>
                <a:ext cx="52244" cy="22935"/>
              </a:xfrm>
              <a:custGeom>
                <a:gdLst>
                  <a:gd name="connsiteX0" fmla="*/ 2403 w 52244"/>
                  <a:gd name="connsiteY0" fmla="*/ -466 h 22935"/>
                  <a:gd name="connsiteX1" fmla="*/ 31090 w 52244"/>
                  <a:gd name="connsiteY1" fmla="*/ 4866 h 22935"/>
                  <a:gd name="connsiteX2" fmla="*/ 54648 w 52244"/>
                  <a:gd name="connsiteY2" fmla="*/ 22214 h 22935"/>
                  <a:gd name="connsiteX3" fmla="*/ 25893 w 52244"/>
                  <a:gd name="connsiteY3" fmla="*/ 16881 h 22935"/>
                  <a:gd name="connsiteX4" fmla="*/ 2403 w 52244"/>
                  <a:gd name="connsiteY4" fmla="*/ -466 h 2293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244" h="22935">
                    <a:moveTo>
                      <a:pt x="2403" y="-466"/>
                    </a:moveTo>
                    <a:cubicBezTo>
                      <a:pt x="12258" y="-1080"/>
                      <a:pt x="22112" y="755"/>
                      <a:pt x="31090" y="4866"/>
                    </a:cubicBezTo>
                    <a:cubicBezTo>
                      <a:pt x="40270" y="8579"/>
                      <a:pt x="48371" y="14546"/>
                      <a:pt x="54648" y="22214"/>
                    </a:cubicBezTo>
                    <a:cubicBezTo>
                      <a:pt x="44793" y="22896"/>
                      <a:pt x="34871" y="21066"/>
                      <a:pt x="25893" y="16881"/>
                    </a:cubicBezTo>
                    <a:cubicBezTo>
                      <a:pt x="16712" y="13162"/>
                      <a:pt x="8680" y="7195"/>
                      <a:pt x="2403" y="-466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" descr="26ea9913-aac9-401a-814f-b15b79bac6cb"/>
              <p:cNvSpPr/>
              <p:nvPr/>
            </p:nvSpPr>
            <p:spPr>
              <a:xfrm>
                <a:off x="2342452" y="2117653"/>
                <a:ext cx="48802" cy="33480"/>
              </a:xfrm>
              <a:custGeom>
                <a:gdLst>
                  <a:gd name="connsiteX0" fmla="*/ 2403 w 48802"/>
                  <a:gd name="connsiteY0" fmla="*/ 32898 h 33480"/>
                  <a:gd name="connsiteX1" fmla="*/ 23126 w 48802"/>
                  <a:gd name="connsiteY1" fmla="*/ 10758 h 33480"/>
                  <a:gd name="connsiteX2" fmla="*/ 51205 w 48802"/>
                  <a:gd name="connsiteY2" fmla="*/ -582 h 33480"/>
                  <a:gd name="connsiteX3" fmla="*/ 30550 w 48802"/>
                  <a:gd name="connsiteY3" fmla="*/ 21626 h 33480"/>
                  <a:gd name="connsiteX4" fmla="*/ 2403 w 48802"/>
                  <a:gd name="connsiteY4" fmla="*/ 32898 h 3348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02" h="33480">
                    <a:moveTo>
                      <a:pt x="2403" y="32898"/>
                    </a:moveTo>
                    <a:cubicBezTo>
                      <a:pt x="7398" y="23954"/>
                      <a:pt x="14553" y="16360"/>
                      <a:pt x="23126" y="10758"/>
                    </a:cubicBezTo>
                    <a:cubicBezTo>
                      <a:pt x="31428" y="4771"/>
                      <a:pt x="41080" y="876"/>
                      <a:pt x="51205" y="-582"/>
                    </a:cubicBezTo>
                    <a:cubicBezTo>
                      <a:pt x="46210" y="8375"/>
                      <a:pt x="39123" y="15996"/>
                      <a:pt x="30550" y="21626"/>
                    </a:cubicBezTo>
                    <a:cubicBezTo>
                      <a:pt x="22180" y="27552"/>
                      <a:pt x="12528" y="31420"/>
                      <a:pt x="2403" y="32898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" descr="3448b12a-6670-4a91-bb87-08cc5b1dd0e6"/>
              <p:cNvSpPr/>
              <p:nvPr/>
            </p:nvSpPr>
            <p:spPr>
              <a:xfrm>
                <a:off x="2316196" y="1945326"/>
                <a:ext cx="66486" cy="182654"/>
              </a:xfrm>
              <a:custGeom>
                <a:gdLst>
                  <a:gd name="connsiteX0" fmla="*/ 2403 w 66486"/>
                  <a:gd name="connsiteY0" fmla="*/ 182073 h 182654"/>
                  <a:gd name="connsiteX1" fmla="*/ 29403 w 66486"/>
                  <a:gd name="connsiteY1" fmla="*/ 88450 h 182654"/>
                  <a:gd name="connsiteX2" fmla="*/ 68889 w 66486"/>
                  <a:gd name="connsiteY2" fmla="*/ -582 h 182654"/>
                  <a:gd name="connsiteX3" fmla="*/ 41889 w 66486"/>
                  <a:gd name="connsiteY3" fmla="*/ 92973 h 182654"/>
                  <a:gd name="connsiteX4" fmla="*/ 2403 w 66486"/>
                  <a:gd name="connsiteY4" fmla="*/ 182073 h 18265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486" h="182654">
                    <a:moveTo>
                      <a:pt x="2403" y="182073"/>
                    </a:moveTo>
                    <a:cubicBezTo>
                      <a:pt x="9018" y="150220"/>
                      <a:pt x="17994" y="118920"/>
                      <a:pt x="29403" y="88450"/>
                    </a:cubicBezTo>
                    <a:cubicBezTo>
                      <a:pt x="40270" y="57799"/>
                      <a:pt x="53432" y="28031"/>
                      <a:pt x="68889" y="-582"/>
                    </a:cubicBezTo>
                    <a:cubicBezTo>
                      <a:pt x="62275" y="31251"/>
                      <a:pt x="53297" y="62524"/>
                      <a:pt x="41889" y="92973"/>
                    </a:cubicBezTo>
                    <a:cubicBezTo>
                      <a:pt x="31023" y="123625"/>
                      <a:pt x="17793" y="153413"/>
                      <a:pt x="2403" y="182073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" descr="549661b9-9f24-4be7-8344-63c32549ce84"/>
              <p:cNvSpPr/>
              <p:nvPr/>
            </p:nvSpPr>
            <p:spPr>
              <a:xfrm>
                <a:off x="2274685" y="2057309"/>
                <a:ext cx="14236" cy="64462"/>
              </a:xfrm>
              <a:custGeom>
                <a:gdLst>
                  <a:gd name="connsiteX0" fmla="*/ 6180 w 14236"/>
                  <a:gd name="connsiteY0" fmla="*/ -582 h 64462"/>
                  <a:gd name="connsiteX1" fmla="*/ 16035 w 14236"/>
                  <a:gd name="connsiteY1" fmla="*/ 31008 h 64462"/>
                  <a:gd name="connsiteX2" fmla="*/ 12863 w 14236"/>
                  <a:gd name="connsiteY2" fmla="*/ 63880 h 64462"/>
                  <a:gd name="connsiteX3" fmla="*/ 3008 w 14236"/>
                  <a:gd name="connsiteY3" fmla="*/ 32358 h 64462"/>
                  <a:gd name="connsiteX4" fmla="*/ 6180 w 14236"/>
                  <a:gd name="connsiteY4" fmla="*/ -582 h 6446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36" h="64461">
                    <a:moveTo>
                      <a:pt x="6180" y="-582"/>
                    </a:moveTo>
                    <a:cubicBezTo>
                      <a:pt x="11716" y="9097"/>
                      <a:pt x="15091" y="19884"/>
                      <a:pt x="16035" y="31008"/>
                    </a:cubicBezTo>
                    <a:cubicBezTo>
                      <a:pt x="17452" y="42064"/>
                      <a:pt x="16373" y="53296"/>
                      <a:pt x="12863" y="63880"/>
                    </a:cubicBezTo>
                    <a:cubicBezTo>
                      <a:pt x="7260" y="54241"/>
                      <a:pt x="3885" y="43468"/>
                      <a:pt x="3008" y="32358"/>
                    </a:cubicBezTo>
                    <a:cubicBezTo>
                      <a:pt x="1591" y="21281"/>
                      <a:pt x="2670" y="10022"/>
                      <a:pt x="6180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" name="" descr="a4ced56d-fbe3-4f75-80eb-ff5e160486d4"/>
              <p:cNvSpPr/>
              <p:nvPr/>
            </p:nvSpPr>
            <p:spPr>
              <a:xfrm>
                <a:off x="2196854" y="2254543"/>
                <a:ext cx="77086" cy="141277"/>
              </a:xfrm>
              <a:custGeom>
                <a:gdLst>
                  <a:gd name="connsiteX0" fmla="*/ 79489 w 77086"/>
                  <a:gd name="connsiteY0" fmla="*/ -582 h 141277"/>
                  <a:gd name="connsiteX1" fmla="*/ 46751 w 77086"/>
                  <a:gd name="connsiteY1" fmla="*/ 73195 h 141277"/>
                  <a:gd name="connsiteX2" fmla="*/ 2403 w 77086"/>
                  <a:gd name="connsiteY2" fmla="*/ 140695 h 141277"/>
                  <a:gd name="connsiteX3" fmla="*/ 35209 w 77086"/>
                  <a:gd name="connsiteY3" fmla="*/ 66918 h 141277"/>
                  <a:gd name="connsiteX4" fmla="*/ 79489 w 77086"/>
                  <a:gd name="connsiteY4" fmla="*/ -582 h 14127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086" h="141277">
                    <a:moveTo>
                      <a:pt x="79489" y="-582"/>
                    </a:moveTo>
                    <a:cubicBezTo>
                      <a:pt x="70849" y="24960"/>
                      <a:pt x="59913" y="49658"/>
                      <a:pt x="46751" y="73195"/>
                    </a:cubicBezTo>
                    <a:cubicBezTo>
                      <a:pt x="34062" y="97023"/>
                      <a:pt x="19210" y="119615"/>
                      <a:pt x="2403" y="140695"/>
                    </a:cubicBezTo>
                    <a:cubicBezTo>
                      <a:pt x="11043" y="115140"/>
                      <a:pt x="22047" y="90442"/>
                      <a:pt x="35209" y="66918"/>
                    </a:cubicBezTo>
                    <a:cubicBezTo>
                      <a:pt x="47830" y="43104"/>
                      <a:pt x="62682" y="20512"/>
                      <a:pt x="79489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" name="" descr="b23dc2e8-d206-424d-93d3-78d26ab4ea41"/>
              <p:cNvSpPr/>
              <p:nvPr/>
            </p:nvSpPr>
            <p:spPr>
              <a:xfrm>
                <a:off x="2351025" y="2244283"/>
                <a:ext cx="88626" cy="146677"/>
              </a:xfrm>
              <a:custGeom>
                <a:gdLst>
                  <a:gd name="connsiteX0" fmla="*/ 2403 w 88626"/>
                  <a:gd name="connsiteY0" fmla="*/ -582 h 146677"/>
                  <a:gd name="connsiteX1" fmla="*/ 49112 w 88626"/>
                  <a:gd name="connsiteY1" fmla="*/ 71306 h 146677"/>
                  <a:gd name="connsiteX2" fmla="*/ 91030 w 88626"/>
                  <a:gd name="connsiteY2" fmla="*/ 146096 h 146677"/>
                  <a:gd name="connsiteX3" fmla="*/ 37840 w 88626"/>
                  <a:gd name="connsiteY3" fmla="*/ 78123 h 146677"/>
                  <a:gd name="connsiteX4" fmla="*/ 2403 w 88626"/>
                  <a:gd name="connsiteY4" fmla="*/ -582 h 14667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626" h="146677">
                    <a:moveTo>
                      <a:pt x="2403" y="-582"/>
                    </a:moveTo>
                    <a:cubicBezTo>
                      <a:pt x="19616" y="22841"/>
                      <a:pt x="34195" y="47140"/>
                      <a:pt x="49112" y="71306"/>
                    </a:cubicBezTo>
                    <a:cubicBezTo>
                      <a:pt x="64030" y="95471"/>
                      <a:pt x="78340" y="119973"/>
                      <a:pt x="91030" y="146096"/>
                    </a:cubicBezTo>
                    <a:cubicBezTo>
                      <a:pt x="70376" y="125886"/>
                      <a:pt x="52487" y="103031"/>
                      <a:pt x="37840" y="78123"/>
                    </a:cubicBezTo>
                    <a:cubicBezTo>
                      <a:pt x="22653" y="53539"/>
                      <a:pt x="10773" y="27086"/>
                      <a:pt x="2403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" name="" descr="579190de-28bd-4224-bf87-941c3183f5c1"/>
              <p:cNvSpPr/>
              <p:nvPr/>
            </p:nvSpPr>
            <p:spPr>
              <a:xfrm>
                <a:off x="2382008" y="2147826"/>
                <a:ext cx="166994" cy="27544"/>
              </a:xfrm>
              <a:custGeom>
                <a:gdLst>
                  <a:gd name="connsiteX0" fmla="*/ 2403 w 166994"/>
                  <a:gd name="connsiteY0" fmla="*/ 25810 h 27544"/>
                  <a:gd name="connsiteX1" fmla="*/ 85359 w 166994"/>
                  <a:gd name="connsiteY1" fmla="*/ 9273 h 27544"/>
                  <a:gd name="connsiteX2" fmla="*/ 169398 w 166994"/>
                  <a:gd name="connsiteY2" fmla="*/ -582 h 27544"/>
                  <a:gd name="connsiteX3" fmla="*/ 87452 w 166994"/>
                  <a:gd name="connsiteY3" fmla="*/ 22233 h 27544"/>
                  <a:gd name="connsiteX4" fmla="*/ 2403 w 166994"/>
                  <a:gd name="connsiteY4" fmla="*/ 25810 h 2754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994" h="27543">
                    <a:moveTo>
                      <a:pt x="2403" y="25810"/>
                    </a:moveTo>
                    <a:cubicBezTo>
                      <a:pt x="29739" y="18905"/>
                      <a:pt x="57415" y="13383"/>
                      <a:pt x="85359" y="9273"/>
                    </a:cubicBezTo>
                    <a:cubicBezTo>
                      <a:pt x="113170" y="4507"/>
                      <a:pt x="141249" y="1220"/>
                      <a:pt x="169398" y="-582"/>
                    </a:cubicBezTo>
                    <a:cubicBezTo>
                      <a:pt x="143139" y="10434"/>
                      <a:pt x="115601" y="18102"/>
                      <a:pt x="87452" y="22233"/>
                    </a:cubicBezTo>
                    <a:cubicBezTo>
                      <a:pt x="59373" y="26931"/>
                      <a:pt x="30820" y="28139"/>
                      <a:pt x="2403" y="2581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49" name="" descr="f14577b2-47ea-4b39-8520-ab002e5428e4"/>
          <p:cNvGrpSpPr/>
          <p:nvPr/>
        </p:nvGrpSpPr>
        <p:grpSpPr>
          <a:xfrm>
            <a:off x="-304973" y="1963343"/>
            <a:ext cx="6213690" cy="4770130"/>
            <a:chOff x="759048" y="2860540"/>
            <a:chExt cx="4697964" cy="3606536"/>
          </a:xfrm>
        </p:grpSpPr>
        <p:sp>
          <p:nvSpPr>
            <p:cNvPr id="22" name="" descr="a1c647f4-8057-4ddb-9e41-e7de30a6635f"/>
            <p:cNvSpPr/>
            <p:nvPr/>
          </p:nvSpPr>
          <p:spPr>
            <a:xfrm>
              <a:off x="4663980" y="3132516"/>
              <a:ext cx="16875" cy="397035"/>
            </a:xfrm>
            <a:custGeom>
              <a:gdLst>
                <a:gd name="connsiteX0" fmla="*/ 10840 w 16875"/>
                <a:gd name="connsiteY0" fmla="*/ 396453 h 397035"/>
                <a:gd name="connsiteX1" fmla="*/ 2403 w 16875"/>
                <a:gd name="connsiteY1" fmla="*/ 388016 h 397035"/>
                <a:gd name="connsiteX2" fmla="*/ 2403 w 16875"/>
                <a:gd name="connsiteY2" fmla="*/ 387948 h 397035"/>
                <a:gd name="connsiteX3" fmla="*/ 2403 w 16875"/>
                <a:gd name="connsiteY3" fmla="*/ 7855 h 397035"/>
                <a:gd name="connsiteX4" fmla="*/ 10840 w 16875"/>
                <a:gd name="connsiteY4" fmla="*/ -582 h 397035"/>
                <a:gd name="connsiteX5" fmla="*/ 19278 w 16875"/>
                <a:gd name="connsiteY5" fmla="*/ 7855 h 397035"/>
                <a:gd name="connsiteX6" fmla="*/ 19278 w 16875"/>
                <a:gd name="connsiteY6" fmla="*/ 387948 h 397035"/>
                <a:gd name="connsiteX7" fmla="*/ 10908 w 16875"/>
                <a:gd name="connsiteY7" fmla="*/ 396453 h 397035"/>
                <a:gd name="connsiteX8" fmla="*/ 10840 w 16875"/>
                <a:gd name="connsiteY8" fmla="*/ 396453 h 397035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75" h="397035">
                  <a:moveTo>
                    <a:pt x="10840" y="396453"/>
                  </a:moveTo>
                  <a:cubicBezTo>
                    <a:pt x="6183" y="396453"/>
                    <a:pt x="2403" y="392673"/>
                    <a:pt x="2403" y="388016"/>
                  </a:cubicBezTo>
                  <a:cubicBezTo>
                    <a:pt x="2403" y="388016"/>
                    <a:pt x="2403" y="387948"/>
                    <a:pt x="2403" y="387948"/>
                  </a:cubicBezTo>
                  <a:lnTo>
                    <a:pt x="2403" y="7855"/>
                  </a:lnTo>
                  <a:cubicBezTo>
                    <a:pt x="2403" y="3198"/>
                    <a:pt x="6183" y="-582"/>
                    <a:pt x="10840" y="-582"/>
                  </a:cubicBezTo>
                  <a:cubicBezTo>
                    <a:pt x="15498" y="-582"/>
                    <a:pt x="19278" y="3198"/>
                    <a:pt x="19278" y="7855"/>
                  </a:cubicBezTo>
                  <a:lnTo>
                    <a:pt x="19278" y="387948"/>
                  </a:lnTo>
                  <a:cubicBezTo>
                    <a:pt x="19346" y="392605"/>
                    <a:pt x="15565" y="396386"/>
                    <a:pt x="10908" y="396453"/>
                  </a:cubicBezTo>
                  <a:cubicBezTo>
                    <a:pt x="10908" y="396453"/>
                    <a:pt x="10840" y="396453"/>
                    <a:pt x="10840" y="396453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3" name="" descr="de6e4361-b584-46e5-97e2-a9a48c0084f2"/>
            <p:cNvSpPr/>
            <p:nvPr/>
          </p:nvSpPr>
          <p:spPr>
            <a:xfrm>
              <a:off x="4529537" y="3188153"/>
              <a:ext cx="285693" cy="285710"/>
            </a:xfrm>
            <a:custGeom>
              <a:gdLst>
                <a:gd name="connsiteX0" fmla="*/ 10891 w 285693"/>
                <a:gd name="connsiteY0" fmla="*/ 285129 h 285710"/>
                <a:gd name="connsiteX1" fmla="*/ 4884 w 285693"/>
                <a:gd name="connsiteY1" fmla="*/ 282631 h 285710"/>
                <a:gd name="connsiteX2" fmla="*/ 4884 w 285693"/>
                <a:gd name="connsiteY2" fmla="*/ 270684 h 285710"/>
                <a:gd name="connsiteX3" fmla="*/ 4884 w 285693"/>
                <a:gd name="connsiteY3" fmla="*/ 270684 h 285710"/>
                <a:gd name="connsiteX4" fmla="*/ 273669 w 285693"/>
                <a:gd name="connsiteY4" fmla="*/ 1899 h 285710"/>
                <a:gd name="connsiteX5" fmla="*/ 285616 w 285693"/>
                <a:gd name="connsiteY5" fmla="*/ 1899 h 285710"/>
                <a:gd name="connsiteX6" fmla="*/ 285616 w 285693"/>
                <a:gd name="connsiteY6" fmla="*/ 1899 h 285710"/>
                <a:gd name="connsiteX7" fmla="*/ 285616 w 285693"/>
                <a:gd name="connsiteY7" fmla="*/ 13846 h 285710"/>
                <a:gd name="connsiteX8" fmla="*/ 285616 w 285693"/>
                <a:gd name="connsiteY8" fmla="*/ 13846 h 285710"/>
                <a:gd name="connsiteX9" fmla="*/ 16899 w 285693"/>
                <a:gd name="connsiteY9" fmla="*/ 282631 h 285710"/>
                <a:gd name="connsiteX10" fmla="*/ 10891 w 285693"/>
                <a:gd name="connsiteY10" fmla="*/ 285129 h 285710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5693" h="285710">
                  <a:moveTo>
                    <a:pt x="10891" y="285129"/>
                  </a:moveTo>
                  <a:cubicBezTo>
                    <a:pt x="8664" y="285129"/>
                    <a:pt x="6503" y="284251"/>
                    <a:pt x="4884" y="282631"/>
                  </a:cubicBezTo>
                  <a:cubicBezTo>
                    <a:pt x="1576" y="279324"/>
                    <a:pt x="1576" y="273991"/>
                    <a:pt x="4884" y="270684"/>
                  </a:cubicBezTo>
                  <a:cubicBezTo>
                    <a:pt x="4884" y="270684"/>
                    <a:pt x="4884" y="270684"/>
                    <a:pt x="4884" y="270684"/>
                  </a:cubicBezTo>
                  <a:lnTo>
                    <a:pt x="273669" y="1899"/>
                  </a:lnTo>
                  <a:cubicBezTo>
                    <a:pt x="276976" y="-1409"/>
                    <a:pt x="282308" y="-1409"/>
                    <a:pt x="285616" y="1899"/>
                  </a:cubicBezTo>
                  <a:cubicBezTo>
                    <a:pt x="285616" y="1899"/>
                    <a:pt x="285616" y="1899"/>
                    <a:pt x="285616" y="1899"/>
                  </a:cubicBezTo>
                  <a:cubicBezTo>
                    <a:pt x="288923" y="5207"/>
                    <a:pt x="288923" y="10538"/>
                    <a:pt x="285616" y="13846"/>
                  </a:cubicBezTo>
                  <a:cubicBezTo>
                    <a:pt x="285616" y="13846"/>
                    <a:pt x="285616" y="13846"/>
                    <a:pt x="285616" y="13846"/>
                  </a:cubicBezTo>
                  <a:lnTo>
                    <a:pt x="16899" y="282631"/>
                  </a:lnTo>
                  <a:cubicBezTo>
                    <a:pt x="15279" y="284251"/>
                    <a:pt x="13118" y="285129"/>
                    <a:pt x="10891" y="285129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4" name="" descr="714597cd-2eed-4a2c-87d1-cf4432b46fc1"/>
            <p:cNvSpPr/>
            <p:nvPr/>
          </p:nvSpPr>
          <p:spPr>
            <a:xfrm>
              <a:off x="4473899" y="3322528"/>
              <a:ext cx="397035" cy="16942"/>
            </a:xfrm>
            <a:custGeom>
              <a:gdLst>
                <a:gd name="connsiteX0" fmla="*/ 391001 w 397035"/>
                <a:gd name="connsiteY0" fmla="*/ 16360 h 16942"/>
                <a:gd name="connsiteX1" fmla="*/ 10841 w 397035"/>
                <a:gd name="connsiteY1" fmla="*/ 16360 h 16942"/>
                <a:gd name="connsiteX2" fmla="*/ 2404 w 397035"/>
                <a:gd name="connsiteY2" fmla="*/ 7923 h 16942"/>
                <a:gd name="connsiteX3" fmla="*/ 10774 w 397035"/>
                <a:gd name="connsiteY3" fmla="*/ -582 h 16942"/>
                <a:gd name="connsiteX4" fmla="*/ 10841 w 397035"/>
                <a:gd name="connsiteY4" fmla="*/ -582 h 16942"/>
                <a:gd name="connsiteX5" fmla="*/ 391001 w 397035"/>
                <a:gd name="connsiteY5" fmla="*/ -582 h 16942"/>
                <a:gd name="connsiteX6" fmla="*/ 399438 w 397035"/>
                <a:gd name="connsiteY6" fmla="*/ 7855 h 16942"/>
                <a:gd name="connsiteX7" fmla="*/ 399438 w 397035"/>
                <a:gd name="connsiteY7" fmla="*/ 7923 h 16942"/>
                <a:gd name="connsiteX8" fmla="*/ 391001 w 397035"/>
                <a:gd name="connsiteY8" fmla="*/ 16360 h 1694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7035" h="16942">
                  <a:moveTo>
                    <a:pt x="391001" y="16360"/>
                  </a:moveTo>
                  <a:lnTo>
                    <a:pt x="10841" y="16360"/>
                  </a:lnTo>
                  <a:cubicBezTo>
                    <a:pt x="6184" y="16360"/>
                    <a:pt x="2404" y="12581"/>
                    <a:pt x="2404" y="7923"/>
                  </a:cubicBezTo>
                  <a:cubicBezTo>
                    <a:pt x="2336" y="3266"/>
                    <a:pt x="6117" y="-515"/>
                    <a:pt x="10774" y="-582"/>
                  </a:cubicBezTo>
                  <a:cubicBezTo>
                    <a:pt x="10774" y="-582"/>
                    <a:pt x="10841" y="-582"/>
                    <a:pt x="10841" y="-582"/>
                  </a:cubicBezTo>
                  <a:lnTo>
                    <a:pt x="391001" y="-582"/>
                  </a:lnTo>
                  <a:cubicBezTo>
                    <a:pt x="395659" y="-582"/>
                    <a:pt x="399438" y="3198"/>
                    <a:pt x="399438" y="7855"/>
                  </a:cubicBezTo>
                  <a:cubicBezTo>
                    <a:pt x="399438" y="7855"/>
                    <a:pt x="399438" y="7923"/>
                    <a:pt x="399438" y="7923"/>
                  </a:cubicBezTo>
                  <a:cubicBezTo>
                    <a:pt x="399438" y="12581"/>
                    <a:pt x="395659" y="16360"/>
                    <a:pt x="391001" y="16360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" name="" descr="d2fcc5a6-3fae-4704-baf9-11a9dc2afae3"/>
            <p:cNvSpPr/>
            <p:nvPr/>
          </p:nvSpPr>
          <p:spPr>
            <a:xfrm>
              <a:off x="4529537" y="3188153"/>
              <a:ext cx="285693" cy="285710"/>
            </a:xfrm>
            <a:custGeom>
              <a:gdLst>
                <a:gd name="connsiteX0" fmla="*/ 279676 w 285693"/>
                <a:gd name="connsiteY0" fmla="*/ 285129 h 285710"/>
                <a:gd name="connsiteX1" fmla="*/ 273669 w 285693"/>
                <a:gd name="connsiteY1" fmla="*/ 282631 h 285710"/>
                <a:gd name="connsiteX2" fmla="*/ 4884 w 285693"/>
                <a:gd name="connsiteY2" fmla="*/ 13846 h 285710"/>
                <a:gd name="connsiteX3" fmla="*/ 4884 w 285693"/>
                <a:gd name="connsiteY3" fmla="*/ 1899 h 285710"/>
                <a:gd name="connsiteX4" fmla="*/ 4884 w 285693"/>
                <a:gd name="connsiteY4" fmla="*/ 1899 h 285710"/>
                <a:gd name="connsiteX5" fmla="*/ 16899 w 285693"/>
                <a:gd name="connsiteY5" fmla="*/ 1899 h 285710"/>
                <a:gd name="connsiteX6" fmla="*/ 285616 w 285693"/>
                <a:gd name="connsiteY6" fmla="*/ 270684 h 285710"/>
                <a:gd name="connsiteX7" fmla="*/ 285616 w 285693"/>
                <a:gd name="connsiteY7" fmla="*/ 282631 h 285710"/>
                <a:gd name="connsiteX8" fmla="*/ 285616 w 285693"/>
                <a:gd name="connsiteY8" fmla="*/ 282631 h 285710"/>
                <a:gd name="connsiteX9" fmla="*/ 279676 w 285693"/>
                <a:gd name="connsiteY9" fmla="*/ 285129 h 285710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693" h="285710">
                  <a:moveTo>
                    <a:pt x="279676" y="285129"/>
                  </a:moveTo>
                  <a:cubicBezTo>
                    <a:pt x="277449" y="285129"/>
                    <a:pt x="275289" y="284251"/>
                    <a:pt x="273669" y="282631"/>
                  </a:cubicBezTo>
                  <a:lnTo>
                    <a:pt x="4884" y="13846"/>
                  </a:lnTo>
                  <a:cubicBezTo>
                    <a:pt x="1576" y="10538"/>
                    <a:pt x="1576" y="5207"/>
                    <a:pt x="4884" y="1899"/>
                  </a:cubicBezTo>
                  <a:cubicBezTo>
                    <a:pt x="4884" y="1899"/>
                    <a:pt x="4884" y="1899"/>
                    <a:pt x="4884" y="1899"/>
                  </a:cubicBezTo>
                  <a:cubicBezTo>
                    <a:pt x="8191" y="-1409"/>
                    <a:pt x="13591" y="-1409"/>
                    <a:pt x="16899" y="1899"/>
                  </a:cubicBezTo>
                  <a:lnTo>
                    <a:pt x="285616" y="270684"/>
                  </a:lnTo>
                  <a:cubicBezTo>
                    <a:pt x="288923" y="273991"/>
                    <a:pt x="288923" y="279324"/>
                    <a:pt x="285616" y="282631"/>
                  </a:cubicBezTo>
                  <a:cubicBezTo>
                    <a:pt x="285616" y="282631"/>
                    <a:pt x="285616" y="282631"/>
                    <a:pt x="285616" y="282631"/>
                  </a:cubicBezTo>
                  <a:cubicBezTo>
                    <a:pt x="284063" y="284251"/>
                    <a:pt x="281904" y="285129"/>
                    <a:pt x="279676" y="285129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" name="" descr="8f765fd9-af01-4fb6-b380-4ae5aa912688"/>
            <p:cNvSpPr/>
            <p:nvPr/>
          </p:nvSpPr>
          <p:spPr>
            <a:xfrm>
              <a:off x="5389808" y="3099846"/>
              <a:ext cx="67204" cy="69525"/>
            </a:xfrm>
            <a:custGeom>
              <a:gdLst>
                <a:gd name="connsiteX0" fmla="*/ 36018 w 67204"/>
                <a:gd name="connsiteY0" fmla="*/ 68943 h 69525"/>
                <a:gd name="connsiteX1" fmla="*/ 36018 w 67204"/>
                <a:gd name="connsiteY1" fmla="*/ -582 h 69525"/>
                <a:gd name="connsiteX2" fmla="*/ 36018 w 67204"/>
                <a:gd name="connsiteY2" fmla="*/ 68943 h 69525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204" h="69525">
                  <a:moveTo>
                    <a:pt x="36018" y="68943"/>
                  </a:moveTo>
                  <a:cubicBezTo>
                    <a:pt x="80771" y="68943"/>
                    <a:pt x="80838" y="-582"/>
                    <a:pt x="36018" y="-582"/>
                  </a:cubicBezTo>
                  <a:cubicBezTo>
                    <a:pt x="-8802" y="-582"/>
                    <a:pt x="-8802" y="68943"/>
                    <a:pt x="36018" y="68943"/>
                  </a:cubicBezTo>
                  <a:close/>
                </a:path>
              </a:pathLst>
            </a:custGeom>
            <a:solidFill>
              <a:srgbClr val="FFFFFF"/>
            </a:solidFill>
            <a:ln w="6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43" name="" descr="60d7a0b3-7409-4413-b671-3173f1a5f793"/>
            <p:cNvGrpSpPr/>
            <p:nvPr/>
          </p:nvGrpSpPr>
          <p:grpSpPr>
            <a:xfrm>
              <a:off x="3896259" y="2989784"/>
              <a:ext cx="1248023" cy="2433516"/>
              <a:chOff x="4070344" y="3368193"/>
              <a:chExt cx="1248023" cy="2433516"/>
            </a:xfrm>
          </p:grpSpPr>
          <p:sp>
            <p:nvSpPr>
              <p:cNvPr id="57" name="" descr="265fd9a5-d628-498b-9bfe-4bb3634dd897"/>
              <p:cNvSpPr/>
              <p:nvPr/>
            </p:nvSpPr>
            <p:spPr>
              <a:xfrm>
                <a:off x="4070344" y="3368193"/>
                <a:ext cx="1248023" cy="2290883"/>
              </a:xfrm>
              <a:custGeom>
                <a:gdLst>
                  <a:gd name="connsiteX0" fmla="*/ 1149876 w 1248023"/>
                  <a:gd name="connsiteY0" fmla="*/ 77008 h 2290883"/>
                  <a:gd name="connsiteX1" fmla="*/ 1138063 w 1248023"/>
                  <a:gd name="connsiteY1" fmla="*/ 67153 h 2290883"/>
                  <a:gd name="connsiteX2" fmla="*/ 1084063 w 1248023"/>
                  <a:gd name="connsiteY2" fmla="*/ 33403 h 2290883"/>
                  <a:gd name="connsiteX3" fmla="*/ 956489 w 1248023"/>
                  <a:gd name="connsiteY3" fmla="*/ 463 h 2290883"/>
                  <a:gd name="connsiteX4" fmla="*/ 882239 w 1248023"/>
                  <a:gd name="connsiteY4" fmla="*/ 1611 h 2290883"/>
                  <a:gd name="connsiteX5" fmla="*/ 803466 w 1248023"/>
                  <a:gd name="connsiteY5" fmla="*/ 16190 h 2290883"/>
                  <a:gd name="connsiteX6" fmla="*/ 660974 w 1248023"/>
                  <a:gd name="connsiteY6" fmla="*/ 73296 h 2290883"/>
                  <a:gd name="connsiteX7" fmla="*/ 543591 w 1248023"/>
                  <a:gd name="connsiteY7" fmla="*/ 148018 h 2290883"/>
                  <a:gd name="connsiteX8" fmla="*/ 341766 w 1248023"/>
                  <a:gd name="connsiteY8" fmla="*/ 353961 h 2290883"/>
                  <a:gd name="connsiteX9" fmla="*/ 187731 w 1248023"/>
                  <a:gd name="connsiteY9" fmla="*/ 617211 h 2290883"/>
                  <a:gd name="connsiteX10" fmla="*/ 80811 w 1248023"/>
                  <a:gd name="connsiteY10" fmla="*/ 918935 h 2290883"/>
                  <a:gd name="connsiteX11" fmla="*/ 2714 w 1248023"/>
                  <a:gd name="connsiteY11" fmla="*/ 1560185 h 2290883"/>
                  <a:gd name="connsiteX12" fmla="*/ 29714 w 1248023"/>
                  <a:gd name="connsiteY12" fmla="*/ 1863531 h 2290883"/>
                  <a:gd name="connsiteX13" fmla="*/ 99104 w 1248023"/>
                  <a:gd name="connsiteY13" fmla="*/ 2131506 h 2290883"/>
                  <a:gd name="connsiteX14" fmla="*/ 125091 w 1248023"/>
                  <a:gd name="connsiteY14" fmla="*/ 2195226 h 2290883"/>
                  <a:gd name="connsiteX15" fmla="*/ 116451 w 1248023"/>
                  <a:gd name="connsiteY15" fmla="*/ 2255166 h 2290883"/>
                  <a:gd name="connsiteX16" fmla="*/ 116451 w 1248023"/>
                  <a:gd name="connsiteY16" fmla="*/ 2264683 h 2290883"/>
                  <a:gd name="connsiteX17" fmla="*/ 119691 w 1248023"/>
                  <a:gd name="connsiteY17" fmla="*/ 2280343 h 2290883"/>
                  <a:gd name="connsiteX18" fmla="*/ 123539 w 1248023"/>
                  <a:gd name="connsiteY18" fmla="*/ 2284799 h 2290883"/>
                  <a:gd name="connsiteX19" fmla="*/ 133933 w 1248023"/>
                  <a:gd name="connsiteY19" fmla="*/ 2289928 h 2290883"/>
                  <a:gd name="connsiteX20" fmla="*/ 150606 w 1248023"/>
                  <a:gd name="connsiteY20" fmla="*/ 2286351 h 2290883"/>
                  <a:gd name="connsiteX21" fmla="*/ 159854 w 1248023"/>
                  <a:gd name="connsiteY21" fmla="*/ 2272513 h 2290883"/>
                  <a:gd name="connsiteX22" fmla="*/ 162351 w 1248023"/>
                  <a:gd name="connsiteY22" fmla="*/ 2262050 h 2290883"/>
                  <a:gd name="connsiteX23" fmla="*/ 163431 w 1248023"/>
                  <a:gd name="connsiteY23" fmla="*/ 2258271 h 2290883"/>
                  <a:gd name="connsiteX24" fmla="*/ 165996 w 1248023"/>
                  <a:gd name="connsiteY24" fmla="*/ 2247133 h 2290883"/>
                  <a:gd name="connsiteX25" fmla="*/ 167549 w 1248023"/>
                  <a:gd name="connsiteY25" fmla="*/ 2240383 h 2290883"/>
                  <a:gd name="connsiteX26" fmla="*/ 175716 w 1248023"/>
                  <a:gd name="connsiteY26" fmla="*/ 2207848 h 2290883"/>
                  <a:gd name="connsiteX27" fmla="*/ 196371 w 1248023"/>
                  <a:gd name="connsiteY27" fmla="*/ 2139268 h 2290883"/>
                  <a:gd name="connsiteX28" fmla="*/ 195426 w 1248023"/>
                  <a:gd name="connsiteY28" fmla="*/ 2141563 h 2290883"/>
                  <a:gd name="connsiteX29" fmla="*/ 254016 w 1248023"/>
                  <a:gd name="connsiteY29" fmla="*/ 1999003 h 2290883"/>
                  <a:gd name="connsiteX30" fmla="*/ 330089 w 1248023"/>
                  <a:gd name="connsiteY30" fmla="*/ 1854148 h 2290883"/>
                  <a:gd name="connsiteX31" fmla="*/ 393808 w 1248023"/>
                  <a:gd name="connsiteY31" fmla="*/ 1744528 h 2290883"/>
                  <a:gd name="connsiteX32" fmla="*/ 409131 w 1248023"/>
                  <a:gd name="connsiteY32" fmla="*/ 1718473 h 2290883"/>
                  <a:gd name="connsiteX33" fmla="*/ 498906 w 1248023"/>
                  <a:gd name="connsiteY33" fmla="*/ 1575846 h 2290883"/>
                  <a:gd name="connsiteX34" fmla="*/ 739948 w 1248023"/>
                  <a:gd name="connsiteY34" fmla="*/ 1242531 h 2290883"/>
                  <a:gd name="connsiteX35" fmla="*/ 745888 w 1248023"/>
                  <a:gd name="connsiteY35" fmla="*/ 1234565 h 2290883"/>
                  <a:gd name="connsiteX36" fmla="*/ 994896 w 1248023"/>
                  <a:gd name="connsiteY36" fmla="*/ 888898 h 2290883"/>
                  <a:gd name="connsiteX37" fmla="*/ 1196586 w 1248023"/>
                  <a:gd name="connsiteY37" fmla="*/ 527706 h 2290883"/>
                  <a:gd name="connsiteX38" fmla="*/ 1230336 w 1248023"/>
                  <a:gd name="connsiteY38" fmla="*/ 439956 h 2290883"/>
                  <a:gd name="connsiteX39" fmla="*/ 1246941 w 1248023"/>
                  <a:gd name="connsiteY39" fmla="*/ 363141 h 2290883"/>
                  <a:gd name="connsiteX40" fmla="*/ 1239313 w 1248023"/>
                  <a:gd name="connsiteY40" fmla="*/ 221391 h 2290883"/>
                  <a:gd name="connsiteX41" fmla="*/ 1183626 w 1248023"/>
                  <a:gd name="connsiteY41" fmla="*/ 110758 h 2290883"/>
                  <a:gd name="connsiteX42" fmla="*/ 1150821 w 1248023"/>
                  <a:gd name="connsiteY42" fmla="*/ 77008 h 2290883"/>
                  <a:gd name="connsiteX43" fmla="*/ 147906 w 1248023"/>
                  <a:gd name="connsiteY43" fmla="*/ 829093 h 2290883"/>
                  <a:gd name="connsiteX44" fmla="*/ 147906 w 1248023"/>
                  <a:gd name="connsiteY44" fmla="*/ 829093 h 2290883"/>
                  <a:gd name="connsiteX45" fmla="*/ 147906 w 1248023"/>
                  <a:gd name="connsiteY45" fmla="*/ 828553 h 2290883"/>
                  <a:gd name="connsiteX46" fmla="*/ 148581 w 1248023"/>
                  <a:gd name="connsiteY46" fmla="*/ 827406 h 2290883"/>
                  <a:gd name="connsiteX47" fmla="*/ 140076 w 1248023"/>
                  <a:gd name="connsiteY47" fmla="*/ 852921 h 2290883"/>
                  <a:gd name="connsiteX48" fmla="*/ 147703 w 1248023"/>
                  <a:gd name="connsiteY48" fmla="*/ 829498 h 2290883"/>
                  <a:gd name="connsiteX49" fmla="*/ 147703 w 1248023"/>
                  <a:gd name="connsiteY49" fmla="*/ 829498 h 2290883"/>
                  <a:gd name="connsiteX50" fmla="*/ 147703 w 1248023"/>
                  <a:gd name="connsiteY50" fmla="*/ 829498 h 2290883"/>
                  <a:gd name="connsiteX51" fmla="*/ 147703 w 1248023"/>
                  <a:gd name="connsiteY51" fmla="*/ 829498 h 229088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248023" h="2290883">
                    <a:moveTo>
                      <a:pt x="1149876" y="77008"/>
                    </a:moveTo>
                    <a:cubicBezTo>
                      <a:pt x="1146029" y="73565"/>
                      <a:pt x="1142046" y="70258"/>
                      <a:pt x="1138063" y="67153"/>
                    </a:cubicBezTo>
                    <a:cubicBezTo>
                      <a:pt x="1121323" y="53990"/>
                      <a:pt x="1103234" y="42718"/>
                      <a:pt x="1084063" y="33403"/>
                    </a:cubicBezTo>
                    <a:cubicBezTo>
                      <a:pt x="1044036" y="14300"/>
                      <a:pt x="1000768" y="3096"/>
                      <a:pt x="956489" y="463"/>
                    </a:cubicBezTo>
                    <a:cubicBezTo>
                      <a:pt x="931784" y="-1224"/>
                      <a:pt x="906943" y="-887"/>
                      <a:pt x="882239" y="1611"/>
                    </a:cubicBezTo>
                    <a:cubicBezTo>
                      <a:pt x="855643" y="4445"/>
                      <a:pt x="829318" y="9305"/>
                      <a:pt x="803466" y="16190"/>
                    </a:cubicBezTo>
                    <a:cubicBezTo>
                      <a:pt x="753989" y="29826"/>
                      <a:pt x="706198" y="48995"/>
                      <a:pt x="660974" y="73296"/>
                    </a:cubicBezTo>
                    <a:cubicBezTo>
                      <a:pt x="619799" y="94828"/>
                      <a:pt x="580513" y="119803"/>
                      <a:pt x="543591" y="148018"/>
                    </a:cubicBezTo>
                    <a:cubicBezTo>
                      <a:pt x="467046" y="206945"/>
                      <a:pt x="399141" y="276268"/>
                      <a:pt x="341766" y="353961"/>
                    </a:cubicBezTo>
                    <a:cubicBezTo>
                      <a:pt x="281151" y="435973"/>
                      <a:pt x="229513" y="524195"/>
                      <a:pt x="187731" y="617211"/>
                    </a:cubicBezTo>
                    <a:cubicBezTo>
                      <a:pt x="143789" y="714680"/>
                      <a:pt x="108013" y="815593"/>
                      <a:pt x="80811" y="918935"/>
                    </a:cubicBezTo>
                    <a:cubicBezTo>
                      <a:pt x="25461" y="1128118"/>
                      <a:pt x="-797" y="1343848"/>
                      <a:pt x="2714" y="1560185"/>
                    </a:cubicBezTo>
                    <a:cubicBezTo>
                      <a:pt x="4131" y="1661841"/>
                      <a:pt x="13176" y="1763226"/>
                      <a:pt x="29714" y="1863531"/>
                    </a:cubicBezTo>
                    <a:cubicBezTo>
                      <a:pt x="44159" y="1954859"/>
                      <a:pt x="67378" y="2044633"/>
                      <a:pt x="99104" y="2131506"/>
                    </a:cubicBezTo>
                    <a:cubicBezTo>
                      <a:pt x="107136" y="2153038"/>
                      <a:pt x="115844" y="2174503"/>
                      <a:pt x="125091" y="2195226"/>
                    </a:cubicBezTo>
                    <a:cubicBezTo>
                      <a:pt x="120636" y="2214935"/>
                      <a:pt x="117734" y="2234984"/>
                      <a:pt x="116451" y="2255166"/>
                    </a:cubicBezTo>
                    <a:cubicBezTo>
                      <a:pt x="116451" y="2258406"/>
                      <a:pt x="116451" y="2261443"/>
                      <a:pt x="116451" y="2264683"/>
                    </a:cubicBezTo>
                    <a:cubicBezTo>
                      <a:pt x="115641" y="2270151"/>
                      <a:pt x="116789" y="2275685"/>
                      <a:pt x="119691" y="2280343"/>
                    </a:cubicBezTo>
                    <a:cubicBezTo>
                      <a:pt x="120771" y="2281963"/>
                      <a:pt x="122053" y="2283516"/>
                      <a:pt x="123539" y="2284799"/>
                    </a:cubicBezTo>
                    <a:cubicBezTo>
                      <a:pt x="126508" y="2287430"/>
                      <a:pt x="130086" y="2289185"/>
                      <a:pt x="133933" y="2289928"/>
                    </a:cubicBezTo>
                    <a:cubicBezTo>
                      <a:pt x="139739" y="2291008"/>
                      <a:pt x="145746" y="2289726"/>
                      <a:pt x="150606" y="2286351"/>
                    </a:cubicBezTo>
                    <a:cubicBezTo>
                      <a:pt x="155398" y="2283178"/>
                      <a:pt x="158706" y="2278183"/>
                      <a:pt x="159854" y="2272513"/>
                    </a:cubicBezTo>
                    <a:cubicBezTo>
                      <a:pt x="160529" y="2269003"/>
                      <a:pt x="161339" y="2265493"/>
                      <a:pt x="162351" y="2262050"/>
                    </a:cubicBezTo>
                    <a:lnTo>
                      <a:pt x="163431" y="2258271"/>
                    </a:lnTo>
                    <a:cubicBezTo>
                      <a:pt x="164308" y="2254558"/>
                      <a:pt x="165186" y="2250846"/>
                      <a:pt x="165996" y="2247133"/>
                    </a:cubicBezTo>
                    <a:lnTo>
                      <a:pt x="167549" y="2240383"/>
                    </a:lnTo>
                    <a:cubicBezTo>
                      <a:pt x="170114" y="2229516"/>
                      <a:pt x="172813" y="2218716"/>
                      <a:pt x="175716" y="2207848"/>
                    </a:cubicBezTo>
                    <a:cubicBezTo>
                      <a:pt x="181453" y="2186113"/>
                      <a:pt x="188203" y="2163636"/>
                      <a:pt x="196371" y="2139268"/>
                    </a:cubicBezTo>
                    <a:lnTo>
                      <a:pt x="195426" y="2141563"/>
                    </a:lnTo>
                    <a:cubicBezTo>
                      <a:pt x="212436" y="2093031"/>
                      <a:pt x="232011" y="2045443"/>
                      <a:pt x="254016" y="1999003"/>
                    </a:cubicBezTo>
                    <a:cubicBezTo>
                      <a:pt x="278789" y="1946083"/>
                      <a:pt x="306396" y="1896065"/>
                      <a:pt x="330089" y="1854148"/>
                    </a:cubicBezTo>
                    <a:cubicBezTo>
                      <a:pt x="350878" y="1817361"/>
                      <a:pt x="372681" y="1780370"/>
                      <a:pt x="393808" y="1744528"/>
                    </a:cubicBezTo>
                    <a:lnTo>
                      <a:pt x="409131" y="1718473"/>
                    </a:lnTo>
                    <a:cubicBezTo>
                      <a:pt x="435456" y="1673586"/>
                      <a:pt x="464818" y="1626943"/>
                      <a:pt x="498906" y="1575846"/>
                    </a:cubicBezTo>
                    <a:cubicBezTo>
                      <a:pt x="574844" y="1462446"/>
                      <a:pt x="658746" y="1350666"/>
                      <a:pt x="739948" y="1242531"/>
                    </a:cubicBezTo>
                    <a:lnTo>
                      <a:pt x="745888" y="1234565"/>
                    </a:lnTo>
                    <a:cubicBezTo>
                      <a:pt x="837149" y="1113065"/>
                      <a:pt x="918891" y="1003041"/>
                      <a:pt x="994896" y="888898"/>
                    </a:cubicBezTo>
                    <a:cubicBezTo>
                      <a:pt x="1081296" y="759096"/>
                      <a:pt x="1147243" y="640971"/>
                      <a:pt x="1196586" y="527706"/>
                    </a:cubicBezTo>
                    <a:cubicBezTo>
                      <a:pt x="1209411" y="499086"/>
                      <a:pt x="1220683" y="469791"/>
                      <a:pt x="1230336" y="439956"/>
                    </a:cubicBezTo>
                    <a:cubicBezTo>
                      <a:pt x="1237964" y="414846"/>
                      <a:pt x="1243498" y="389128"/>
                      <a:pt x="1246941" y="363141"/>
                    </a:cubicBezTo>
                    <a:cubicBezTo>
                      <a:pt x="1253421" y="315823"/>
                      <a:pt x="1250856" y="267695"/>
                      <a:pt x="1239313" y="221391"/>
                    </a:cubicBezTo>
                    <a:cubicBezTo>
                      <a:pt x="1228986" y="180891"/>
                      <a:pt x="1210018" y="143158"/>
                      <a:pt x="1183626" y="110758"/>
                    </a:cubicBezTo>
                    <a:cubicBezTo>
                      <a:pt x="1173636" y="98675"/>
                      <a:pt x="1162633" y="87336"/>
                      <a:pt x="1150821" y="77008"/>
                    </a:cubicBezTo>
                    <a:moveTo>
                      <a:pt x="147906" y="829093"/>
                    </a:moveTo>
                    <a:lnTo>
                      <a:pt x="147906" y="829093"/>
                    </a:lnTo>
                    <a:lnTo>
                      <a:pt x="147906" y="828553"/>
                    </a:lnTo>
                    <a:lnTo>
                      <a:pt x="148581" y="827406"/>
                    </a:lnTo>
                    <a:cubicBezTo>
                      <a:pt x="145678" y="835911"/>
                      <a:pt x="142844" y="844416"/>
                      <a:pt x="140076" y="852921"/>
                    </a:cubicBezTo>
                    <a:cubicBezTo>
                      <a:pt x="142573" y="845091"/>
                      <a:pt x="145138" y="837261"/>
                      <a:pt x="147703" y="829498"/>
                    </a:cubicBezTo>
                    <a:lnTo>
                      <a:pt x="147703" y="829498"/>
                    </a:lnTo>
                    <a:lnTo>
                      <a:pt x="147703" y="829498"/>
                    </a:lnTo>
                    <a:lnTo>
                      <a:pt x="147703" y="829498"/>
                    </a:lnTo>
                  </a:path>
                </a:pathLst>
              </a:custGeom>
              <a:solidFill>
                <a:srgbClr val="B2B674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" name="" descr="9cca0067-fbfe-4f72-8110-c5adb3e7505a"/>
              <p:cNvSpPr/>
              <p:nvPr/>
            </p:nvSpPr>
            <p:spPr>
              <a:xfrm>
                <a:off x="4124817" y="3442647"/>
                <a:ext cx="1050672" cy="2359062"/>
              </a:xfrm>
              <a:custGeom>
                <a:gdLst>
                  <a:gd name="connsiteX0" fmla="*/ 199949 w 1050672"/>
                  <a:gd name="connsiteY0" fmla="*/ 2336502 h 2359062"/>
                  <a:gd name="connsiteX1" fmla="*/ 195629 w 1050672"/>
                  <a:gd name="connsiteY1" fmla="*/ 2289252 h 2359062"/>
                  <a:gd name="connsiteX2" fmla="*/ 192321 w 1050672"/>
                  <a:gd name="connsiteY2" fmla="*/ 2242002 h 2359062"/>
                  <a:gd name="connsiteX3" fmla="*/ 189283 w 1050672"/>
                  <a:gd name="connsiteY3" fmla="*/ 2142575 h 2359062"/>
                  <a:gd name="connsiteX4" fmla="*/ 194413 w 1050672"/>
                  <a:gd name="connsiteY4" fmla="*/ 1942977 h 2359062"/>
                  <a:gd name="connsiteX5" fmla="*/ 194413 w 1050672"/>
                  <a:gd name="connsiteY5" fmla="*/ 1945474 h 2359062"/>
                  <a:gd name="connsiteX6" fmla="*/ 194413 w 1050672"/>
                  <a:gd name="connsiteY6" fmla="*/ 1941830 h 2359062"/>
                  <a:gd name="connsiteX7" fmla="*/ 194413 w 1050672"/>
                  <a:gd name="connsiteY7" fmla="*/ 1940952 h 2359062"/>
                  <a:gd name="connsiteX8" fmla="*/ 255163 w 1050672"/>
                  <a:gd name="connsiteY8" fmla="*/ 1512327 h 2359062"/>
                  <a:gd name="connsiteX9" fmla="*/ 344331 w 1050672"/>
                  <a:gd name="connsiteY9" fmla="*/ 1446919 h 2359062"/>
                  <a:gd name="connsiteX10" fmla="*/ 437886 w 1050672"/>
                  <a:gd name="connsiteY10" fmla="*/ 1355390 h 2359062"/>
                  <a:gd name="connsiteX11" fmla="*/ 437346 w 1050672"/>
                  <a:gd name="connsiteY11" fmla="*/ 1348234 h 2359062"/>
                  <a:gd name="connsiteX12" fmla="*/ 430191 w 1050672"/>
                  <a:gd name="connsiteY12" fmla="*/ 1348640 h 2359062"/>
                  <a:gd name="connsiteX13" fmla="*/ 354928 w 1050672"/>
                  <a:gd name="connsiteY13" fmla="*/ 1421202 h 2359062"/>
                  <a:gd name="connsiteX14" fmla="*/ 295393 w 1050672"/>
                  <a:gd name="connsiteY14" fmla="*/ 1466359 h 2359062"/>
                  <a:gd name="connsiteX15" fmla="*/ 260766 w 1050672"/>
                  <a:gd name="connsiteY15" fmla="*/ 1487352 h 2359062"/>
                  <a:gd name="connsiteX16" fmla="*/ 315374 w 1050672"/>
                  <a:gd name="connsiteY16" fmla="*/ 1273039 h 2359062"/>
                  <a:gd name="connsiteX17" fmla="*/ 348178 w 1050672"/>
                  <a:gd name="connsiteY17" fmla="*/ 1166322 h 2359062"/>
                  <a:gd name="connsiteX18" fmla="*/ 452466 w 1050672"/>
                  <a:gd name="connsiteY18" fmla="*/ 1125215 h 2359062"/>
                  <a:gd name="connsiteX19" fmla="*/ 559588 w 1050672"/>
                  <a:gd name="connsiteY19" fmla="*/ 1062237 h 2359062"/>
                  <a:gd name="connsiteX20" fmla="*/ 657194 w 1050672"/>
                  <a:gd name="connsiteY20" fmla="*/ 988392 h 2359062"/>
                  <a:gd name="connsiteX21" fmla="*/ 749129 w 1050672"/>
                  <a:gd name="connsiteY21" fmla="*/ 906379 h 2359062"/>
                  <a:gd name="connsiteX22" fmla="*/ 748723 w 1050672"/>
                  <a:gd name="connsiteY22" fmla="*/ 900237 h 2359062"/>
                  <a:gd name="connsiteX23" fmla="*/ 742581 w 1050672"/>
                  <a:gd name="connsiteY23" fmla="*/ 900642 h 2359062"/>
                  <a:gd name="connsiteX24" fmla="*/ 698908 w 1050672"/>
                  <a:gd name="connsiteY24" fmla="*/ 940400 h 2359062"/>
                  <a:gd name="connsiteX25" fmla="*/ 594283 w 1050672"/>
                  <a:gd name="connsiteY25" fmla="*/ 1020320 h 2359062"/>
                  <a:gd name="connsiteX26" fmla="*/ 477374 w 1050672"/>
                  <a:gd name="connsiteY26" fmla="*/ 1087820 h 2359062"/>
                  <a:gd name="connsiteX27" fmla="*/ 477846 w 1050672"/>
                  <a:gd name="connsiteY27" fmla="*/ 1087820 h 2359062"/>
                  <a:gd name="connsiteX28" fmla="*/ 406228 w 1050672"/>
                  <a:gd name="connsiteY28" fmla="*/ 1118465 h 2359062"/>
                  <a:gd name="connsiteX29" fmla="*/ 358168 w 1050672"/>
                  <a:gd name="connsiteY29" fmla="*/ 1135609 h 2359062"/>
                  <a:gd name="connsiteX30" fmla="*/ 484461 w 1050672"/>
                  <a:gd name="connsiteY30" fmla="*/ 813905 h 2359062"/>
                  <a:gd name="connsiteX31" fmla="*/ 486351 w 1050672"/>
                  <a:gd name="connsiteY31" fmla="*/ 809787 h 2359062"/>
                  <a:gd name="connsiteX32" fmla="*/ 591381 w 1050672"/>
                  <a:gd name="connsiteY32" fmla="*/ 783799 h 2359062"/>
                  <a:gd name="connsiteX33" fmla="*/ 699381 w 1050672"/>
                  <a:gd name="connsiteY33" fmla="*/ 734929 h 2359062"/>
                  <a:gd name="connsiteX34" fmla="*/ 750884 w 1050672"/>
                  <a:gd name="connsiteY34" fmla="*/ 704757 h 2359062"/>
                  <a:gd name="connsiteX35" fmla="*/ 801306 w 1050672"/>
                  <a:gd name="connsiteY35" fmla="*/ 672357 h 2359062"/>
                  <a:gd name="connsiteX36" fmla="*/ 898168 w 1050672"/>
                  <a:gd name="connsiteY36" fmla="*/ 602765 h 2359062"/>
                  <a:gd name="connsiteX37" fmla="*/ 953721 w 1050672"/>
                  <a:gd name="connsiteY37" fmla="*/ 560442 h 2359062"/>
                  <a:gd name="connsiteX38" fmla="*/ 954869 w 1050672"/>
                  <a:gd name="connsiteY38" fmla="*/ 554840 h 2359062"/>
                  <a:gd name="connsiteX39" fmla="*/ 954194 w 1050672"/>
                  <a:gd name="connsiteY39" fmla="*/ 554030 h 2359062"/>
                  <a:gd name="connsiteX40" fmla="*/ 949333 w 1050672"/>
                  <a:gd name="connsiteY40" fmla="*/ 553692 h 2359062"/>
                  <a:gd name="connsiteX41" fmla="*/ 823108 w 1050672"/>
                  <a:gd name="connsiteY41" fmla="*/ 644277 h 2359062"/>
                  <a:gd name="connsiteX42" fmla="*/ 755608 w 1050672"/>
                  <a:gd name="connsiteY42" fmla="*/ 686262 h 2359062"/>
                  <a:gd name="connsiteX43" fmla="*/ 685814 w 1050672"/>
                  <a:gd name="connsiteY43" fmla="*/ 722914 h 2359062"/>
                  <a:gd name="connsiteX44" fmla="*/ 518278 w 1050672"/>
                  <a:gd name="connsiteY44" fmla="*/ 779007 h 2359062"/>
                  <a:gd name="connsiteX45" fmla="*/ 498636 w 1050672"/>
                  <a:gd name="connsiteY45" fmla="*/ 782314 h 2359062"/>
                  <a:gd name="connsiteX46" fmla="*/ 520574 w 1050672"/>
                  <a:gd name="connsiteY46" fmla="*/ 735064 h 2359062"/>
                  <a:gd name="connsiteX47" fmla="*/ 558576 w 1050672"/>
                  <a:gd name="connsiteY47" fmla="*/ 656967 h 2359062"/>
                  <a:gd name="connsiteX48" fmla="*/ 632826 w 1050672"/>
                  <a:gd name="connsiteY48" fmla="*/ 517782 h 2359062"/>
                  <a:gd name="connsiteX49" fmla="*/ 634581 w 1050672"/>
                  <a:gd name="connsiteY49" fmla="*/ 517782 h 2359062"/>
                  <a:gd name="connsiteX50" fmla="*/ 745619 w 1050672"/>
                  <a:gd name="connsiteY50" fmla="*/ 479982 h 2359062"/>
                  <a:gd name="connsiteX51" fmla="*/ 851661 w 1050672"/>
                  <a:gd name="connsiteY51" fmla="*/ 426657 h 2359062"/>
                  <a:gd name="connsiteX52" fmla="*/ 1051259 w 1050672"/>
                  <a:gd name="connsiteY52" fmla="*/ 294289 h 2359062"/>
                  <a:gd name="connsiteX53" fmla="*/ 1052473 w 1050672"/>
                  <a:gd name="connsiteY53" fmla="*/ 288957 h 2359062"/>
                  <a:gd name="connsiteX54" fmla="*/ 1052406 w 1050672"/>
                  <a:gd name="connsiteY54" fmla="*/ 288890 h 2359062"/>
                  <a:gd name="connsiteX55" fmla="*/ 1051798 w 1050672"/>
                  <a:gd name="connsiteY55" fmla="*/ 288147 h 2359062"/>
                  <a:gd name="connsiteX56" fmla="*/ 1047006 w 1050672"/>
                  <a:gd name="connsiteY56" fmla="*/ 287742 h 2359062"/>
                  <a:gd name="connsiteX57" fmla="*/ 932256 w 1050672"/>
                  <a:gd name="connsiteY57" fmla="*/ 364085 h 2359062"/>
                  <a:gd name="connsiteX58" fmla="*/ 808056 w 1050672"/>
                  <a:gd name="connsiteY58" fmla="*/ 432934 h 2359062"/>
                  <a:gd name="connsiteX59" fmla="*/ 720711 w 1050672"/>
                  <a:gd name="connsiteY59" fmla="*/ 469182 h 2359062"/>
                  <a:gd name="connsiteX60" fmla="*/ 675486 w 1050672"/>
                  <a:gd name="connsiteY60" fmla="*/ 483627 h 2359062"/>
                  <a:gd name="connsiteX61" fmla="*/ 647946 w 1050672"/>
                  <a:gd name="connsiteY61" fmla="*/ 491052 h 2359062"/>
                  <a:gd name="connsiteX62" fmla="*/ 696681 w 1050672"/>
                  <a:gd name="connsiteY62" fmla="*/ 409242 h 2359062"/>
                  <a:gd name="connsiteX63" fmla="*/ 756486 w 1050672"/>
                  <a:gd name="connsiteY63" fmla="*/ 316227 h 2359062"/>
                  <a:gd name="connsiteX64" fmla="*/ 755406 w 1050672"/>
                  <a:gd name="connsiteY64" fmla="*/ 317847 h 2359062"/>
                  <a:gd name="connsiteX65" fmla="*/ 818586 w 1050672"/>
                  <a:gd name="connsiteY65" fmla="*/ 227330 h 2359062"/>
                  <a:gd name="connsiteX66" fmla="*/ 820408 w 1050672"/>
                  <a:gd name="connsiteY66" fmla="*/ 226520 h 2359062"/>
                  <a:gd name="connsiteX67" fmla="*/ 821893 w 1050672"/>
                  <a:gd name="connsiteY67" fmla="*/ 226520 h 2359062"/>
                  <a:gd name="connsiteX68" fmla="*/ 852268 w 1050672"/>
                  <a:gd name="connsiteY68" fmla="*/ 225710 h 2359062"/>
                  <a:gd name="connsiteX69" fmla="*/ 882374 w 1050672"/>
                  <a:gd name="connsiteY69" fmla="*/ 221727 h 2359062"/>
                  <a:gd name="connsiteX70" fmla="*/ 940018 w 1050672"/>
                  <a:gd name="connsiteY70" fmla="*/ 206539 h 2359062"/>
                  <a:gd name="connsiteX71" fmla="*/ 1047546 w 1050672"/>
                  <a:gd name="connsiteY71" fmla="*/ 148557 h 2359062"/>
                  <a:gd name="connsiteX72" fmla="*/ 1048559 w 1050672"/>
                  <a:gd name="connsiteY72" fmla="*/ 143427 h 2359062"/>
                  <a:gd name="connsiteX73" fmla="*/ 1047951 w 1050672"/>
                  <a:gd name="connsiteY73" fmla="*/ 142684 h 2359062"/>
                  <a:gd name="connsiteX74" fmla="*/ 1043496 w 1050672"/>
                  <a:gd name="connsiteY74" fmla="*/ 142684 h 2359062"/>
                  <a:gd name="connsiteX75" fmla="*/ 1014336 w 1050672"/>
                  <a:gd name="connsiteY75" fmla="*/ 162530 h 2359062"/>
                  <a:gd name="connsiteX76" fmla="*/ 984366 w 1050672"/>
                  <a:gd name="connsiteY76" fmla="*/ 178797 h 2359062"/>
                  <a:gd name="connsiteX77" fmla="*/ 984366 w 1050672"/>
                  <a:gd name="connsiteY77" fmla="*/ 178797 h 2359062"/>
                  <a:gd name="connsiteX78" fmla="*/ 945554 w 1050672"/>
                  <a:gd name="connsiteY78" fmla="*/ 194457 h 2359062"/>
                  <a:gd name="connsiteX79" fmla="*/ 905054 w 1050672"/>
                  <a:gd name="connsiteY79" fmla="*/ 204852 h 2359062"/>
                  <a:gd name="connsiteX80" fmla="*/ 864554 w 1050672"/>
                  <a:gd name="connsiteY80" fmla="*/ 209780 h 2359062"/>
                  <a:gd name="connsiteX81" fmla="*/ 830804 w 1050672"/>
                  <a:gd name="connsiteY81" fmla="*/ 209780 h 2359062"/>
                  <a:gd name="connsiteX82" fmla="*/ 997259 w 1050672"/>
                  <a:gd name="connsiteY82" fmla="*/ 7280 h 2359062"/>
                  <a:gd name="connsiteX83" fmla="*/ 997124 w 1050672"/>
                  <a:gd name="connsiteY83" fmla="*/ 1205 h 2359062"/>
                  <a:gd name="connsiteX84" fmla="*/ 996853 w 1050672"/>
                  <a:gd name="connsiteY84" fmla="*/ 934 h 2359062"/>
                  <a:gd name="connsiteX85" fmla="*/ 990441 w 1050672"/>
                  <a:gd name="connsiteY85" fmla="*/ 597 h 2359062"/>
                  <a:gd name="connsiteX86" fmla="*/ 990103 w 1050672"/>
                  <a:gd name="connsiteY86" fmla="*/ 934 h 2359062"/>
                  <a:gd name="connsiteX87" fmla="*/ 821353 w 1050672"/>
                  <a:gd name="connsiteY87" fmla="*/ 201342 h 2359062"/>
                  <a:gd name="connsiteX88" fmla="*/ 820341 w 1050672"/>
                  <a:gd name="connsiteY88" fmla="*/ 178054 h 2359062"/>
                  <a:gd name="connsiteX89" fmla="*/ 821353 w 1050672"/>
                  <a:gd name="connsiteY89" fmla="*/ 133909 h 2359062"/>
                  <a:gd name="connsiteX90" fmla="*/ 829723 w 1050672"/>
                  <a:gd name="connsiteY90" fmla="*/ 68974 h 2359062"/>
                  <a:gd name="connsiteX91" fmla="*/ 845721 w 1050672"/>
                  <a:gd name="connsiteY91" fmla="*/ 5254 h 2359062"/>
                  <a:gd name="connsiteX92" fmla="*/ 844574 w 1050672"/>
                  <a:gd name="connsiteY92" fmla="*/ 1744 h 2359062"/>
                  <a:gd name="connsiteX93" fmla="*/ 842751 w 1050672"/>
                  <a:gd name="connsiteY93" fmla="*/ 867 h 2359062"/>
                  <a:gd name="connsiteX94" fmla="*/ 838431 w 1050672"/>
                  <a:gd name="connsiteY94" fmla="*/ 3770 h 2359062"/>
                  <a:gd name="connsiteX95" fmla="*/ 823851 w 1050672"/>
                  <a:gd name="connsiteY95" fmla="*/ 57770 h 2359062"/>
                  <a:gd name="connsiteX96" fmla="*/ 813591 w 1050672"/>
                  <a:gd name="connsiteY96" fmla="*/ 112377 h 2359062"/>
                  <a:gd name="connsiteX97" fmla="*/ 808393 w 1050672"/>
                  <a:gd name="connsiteY97" fmla="*/ 166377 h 2359062"/>
                  <a:gd name="connsiteX98" fmla="*/ 809879 w 1050672"/>
                  <a:gd name="connsiteY98" fmla="*/ 216732 h 2359062"/>
                  <a:gd name="connsiteX99" fmla="*/ 785646 w 1050672"/>
                  <a:gd name="connsiteY99" fmla="*/ 248592 h 2359062"/>
                  <a:gd name="connsiteX100" fmla="*/ 690741 w 1050672"/>
                  <a:gd name="connsiteY100" fmla="*/ 384402 h 2359062"/>
                  <a:gd name="connsiteX101" fmla="*/ 620541 w 1050672"/>
                  <a:gd name="connsiteY101" fmla="*/ 495642 h 2359062"/>
                  <a:gd name="connsiteX102" fmla="*/ 610281 w 1050672"/>
                  <a:gd name="connsiteY102" fmla="*/ 466077 h 2359062"/>
                  <a:gd name="connsiteX103" fmla="*/ 599548 w 1050672"/>
                  <a:gd name="connsiteY103" fmla="*/ 422607 h 2359062"/>
                  <a:gd name="connsiteX104" fmla="*/ 599548 w 1050672"/>
                  <a:gd name="connsiteY104" fmla="*/ 423147 h 2359062"/>
                  <a:gd name="connsiteX105" fmla="*/ 599548 w 1050672"/>
                  <a:gd name="connsiteY105" fmla="*/ 421729 h 2359062"/>
                  <a:gd name="connsiteX106" fmla="*/ 599548 w 1050672"/>
                  <a:gd name="connsiteY106" fmla="*/ 421729 h 2359062"/>
                  <a:gd name="connsiteX107" fmla="*/ 599548 w 1050672"/>
                  <a:gd name="connsiteY107" fmla="*/ 421729 h 2359062"/>
                  <a:gd name="connsiteX108" fmla="*/ 599548 w 1050672"/>
                  <a:gd name="connsiteY108" fmla="*/ 421729 h 2359062"/>
                  <a:gd name="connsiteX109" fmla="*/ 591516 w 1050672"/>
                  <a:gd name="connsiteY109" fmla="*/ 345994 h 2359062"/>
                  <a:gd name="connsiteX110" fmla="*/ 593204 w 1050672"/>
                  <a:gd name="connsiteY110" fmla="*/ 265467 h 2359062"/>
                  <a:gd name="connsiteX111" fmla="*/ 593204 w 1050672"/>
                  <a:gd name="connsiteY111" fmla="*/ 266614 h 2359062"/>
                  <a:gd name="connsiteX112" fmla="*/ 609741 w 1050672"/>
                  <a:gd name="connsiteY112" fmla="*/ 103197 h 2359062"/>
                  <a:gd name="connsiteX113" fmla="*/ 608458 w 1050672"/>
                  <a:gd name="connsiteY113" fmla="*/ 99619 h 2359062"/>
                  <a:gd name="connsiteX114" fmla="*/ 606771 w 1050672"/>
                  <a:gd name="connsiteY114" fmla="*/ 98809 h 2359062"/>
                  <a:gd name="connsiteX115" fmla="*/ 602384 w 1050672"/>
                  <a:gd name="connsiteY115" fmla="*/ 101712 h 2359062"/>
                  <a:gd name="connsiteX116" fmla="*/ 582134 w 1050672"/>
                  <a:gd name="connsiteY116" fmla="*/ 307587 h 2359062"/>
                  <a:gd name="connsiteX117" fmla="*/ 585171 w 1050672"/>
                  <a:gd name="connsiteY117" fmla="*/ 410592 h 2359062"/>
                  <a:gd name="connsiteX118" fmla="*/ 609336 w 1050672"/>
                  <a:gd name="connsiteY118" fmla="*/ 513664 h 2359062"/>
                  <a:gd name="connsiteX119" fmla="*/ 609741 w 1050672"/>
                  <a:gd name="connsiteY119" fmla="*/ 514340 h 2359062"/>
                  <a:gd name="connsiteX120" fmla="*/ 600898 w 1050672"/>
                  <a:gd name="connsiteY120" fmla="*/ 528919 h 2359062"/>
                  <a:gd name="connsiteX121" fmla="*/ 516658 w 1050672"/>
                  <a:gd name="connsiteY121" fmla="*/ 679715 h 2359062"/>
                  <a:gd name="connsiteX122" fmla="*/ 468936 w 1050672"/>
                  <a:gd name="connsiteY122" fmla="*/ 774215 h 2359062"/>
                  <a:gd name="connsiteX123" fmla="*/ 441936 w 1050672"/>
                  <a:gd name="connsiteY123" fmla="*/ 721700 h 2359062"/>
                  <a:gd name="connsiteX124" fmla="*/ 403596 w 1050672"/>
                  <a:gd name="connsiteY124" fmla="*/ 627672 h 2359062"/>
                  <a:gd name="connsiteX125" fmla="*/ 378351 w 1050672"/>
                  <a:gd name="connsiteY125" fmla="*/ 530674 h 2359062"/>
                  <a:gd name="connsiteX126" fmla="*/ 363569 w 1050672"/>
                  <a:gd name="connsiteY126" fmla="*/ 342754 h 2359062"/>
                  <a:gd name="connsiteX127" fmla="*/ 361746 w 1050672"/>
                  <a:gd name="connsiteY127" fmla="*/ 338974 h 2359062"/>
                  <a:gd name="connsiteX128" fmla="*/ 357494 w 1050672"/>
                  <a:gd name="connsiteY128" fmla="*/ 337422 h 2359062"/>
                  <a:gd name="connsiteX129" fmla="*/ 352161 w 1050672"/>
                  <a:gd name="connsiteY129" fmla="*/ 343497 h 2359062"/>
                  <a:gd name="connsiteX130" fmla="*/ 356076 w 1050672"/>
                  <a:gd name="connsiteY130" fmla="*/ 463715 h 2359062"/>
                  <a:gd name="connsiteX131" fmla="*/ 374031 w 1050672"/>
                  <a:gd name="connsiteY131" fmla="*/ 580354 h 2359062"/>
                  <a:gd name="connsiteX132" fmla="*/ 388611 w 1050672"/>
                  <a:gd name="connsiteY132" fmla="*/ 637527 h 2359062"/>
                  <a:gd name="connsiteX133" fmla="*/ 406836 w 1050672"/>
                  <a:gd name="connsiteY133" fmla="*/ 693890 h 2359062"/>
                  <a:gd name="connsiteX134" fmla="*/ 456246 w 1050672"/>
                  <a:gd name="connsiteY134" fmla="*/ 800674 h 2359062"/>
                  <a:gd name="connsiteX135" fmla="*/ 439303 w 1050672"/>
                  <a:gd name="connsiteY135" fmla="*/ 836247 h 2359062"/>
                  <a:gd name="connsiteX136" fmla="*/ 320031 w 1050672"/>
                  <a:gd name="connsiteY136" fmla="*/ 1129130 h 2359062"/>
                  <a:gd name="connsiteX137" fmla="*/ 318613 w 1050672"/>
                  <a:gd name="connsiteY137" fmla="*/ 1127172 h 2359062"/>
                  <a:gd name="connsiteX138" fmla="*/ 302009 w 1050672"/>
                  <a:gd name="connsiteY138" fmla="*/ 1104559 h 2359062"/>
                  <a:gd name="connsiteX139" fmla="*/ 270283 w 1050672"/>
                  <a:gd name="connsiteY139" fmla="*/ 1058592 h 2359062"/>
                  <a:gd name="connsiteX140" fmla="*/ 240178 w 1050672"/>
                  <a:gd name="connsiteY140" fmla="*/ 1009520 h 2359062"/>
                  <a:gd name="connsiteX141" fmla="*/ 214259 w 1050672"/>
                  <a:gd name="connsiteY141" fmla="*/ 960042 h 2359062"/>
                  <a:gd name="connsiteX142" fmla="*/ 164173 w 1050672"/>
                  <a:gd name="connsiteY142" fmla="*/ 813567 h 2359062"/>
                  <a:gd name="connsiteX143" fmla="*/ 156006 w 1050672"/>
                  <a:gd name="connsiteY143" fmla="*/ 730340 h 2359062"/>
                  <a:gd name="connsiteX144" fmla="*/ 154656 w 1050672"/>
                  <a:gd name="connsiteY144" fmla="*/ 727572 h 2359062"/>
                  <a:gd name="connsiteX145" fmla="*/ 151551 w 1050672"/>
                  <a:gd name="connsiteY145" fmla="*/ 726424 h 2359062"/>
                  <a:gd name="connsiteX146" fmla="*/ 147704 w 1050672"/>
                  <a:gd name="connsiteY146" fmla="*/ 730812 h 2359062"/>
                  <a:gd name="connsiteX147" fmla="*/ 147704 w 1050672"/>
                  <a:gd name="connsiteY147" fmla="*/ 730812 h 2359062"/>
                  <a:gd name="connsiteX148" fmla="*/ 158166 w 1050672"/>
                  <a:gd name="connsiteY148" fmla="*/ 837732 h 2359062"/>
                  <a:gd name="connsiteX149" fmla="*/ 188879 w 1050672"/>
                  <a:gd name="connsiteY149" fmla="*/ 949039 h 2359062"/>
                  <a:gd name="connsiteX150" fmla="*/ 210749 w 1050672"/>
                  <a:gd name="connsiteY150" fmla="*/ 1003039 h 2359062"/>
                  <a:gd name="connsiteX151" fmla="*/ 236871 w 1050672"/>
                  <a:gd name="connsiteY151" fmla="*/ 1055825 h 2359062"/>
                  <a:gd name="connsiteX152" fmla="*/ 301266 w 1050672"/>
                  <a:gd name="connsiteY152" fmla="*/ 1147624 h 2359062"/>
                  <a:gd name="connsiteX153" fmla="*/ 308556 w 1050672"/>
                  <a:gd name="connsiteY153" fmla="*/ 1155117 h 2359062"/>
                  <a:gd name="connsiteX154" fmla="*/ 310108 w 1050672"/>
                  <a:gd name="connsiteY154" fmla="*/ 1156534 h 2359062"/>
                  <a:gd name="connsiteX155" fmla="*/ 308421 w 1050672"/>
                  <a:gd name="connsiteY155" fmla="*/ 1161260 h 2359062"/>
                  <a:gd name="connsiteX156" fmla="*/ 210951 w 1050672"/>
                  <a:gd name="connsiteY156" fmla="*/ 1498220 h 2359062"/>
                  <a:gd name="connsiteX157" fmla="*/ 154319 w 1050672"/>
                  <a:gd name="connsiteY157" fmla="*/ 1422552 h 2359062"/>
                  <a:gd name="connsiteX158" fmla="*/ 94514 w 1050672"/>
                  <a:gd name="connsiteY158" fmla="*/ 1318197 h 2359062"/>
                  <a:gd name="connsiteX159" fmla="*/ 94514 w 1050672"/>
                  <a:gd name="connsiteY159" fmla="*/ 1318669 h 2359062"/>
                  <a:gd name="connsiteX160" fmla="*/ 43281 w 1050672"/>
                  <a:gd name="connsiteY160" fmla="*/ 1188124 h 2359062"/>
                  <a:gd name="connsiteX161" fmla="*/ 41999 w 1050672"/>
                  <a:gd name="connsiteY161" fmla="*/ 1186099 h 2359062"/>
                  <a:gd name="connsiteX162" fmla="*/ 37273 w 1050672"/>
                  <a:gd name="connsiteY162" fmla="*/ 1185087 h 2359062"/>
                  <a:gd name="connsiteX163" fmla="*/ 34236 w 1050672"/>
                  <a:gd name="connsiteY163" fmla="*/ 1191162 h 2359062"/>
                  <a:gd name="connsiteX164" fmla="*/ 65488 w 1050672"/>
                  <a:gd name="connsiteY164" fmla="*/ 1281612 h 2359062"/>
                  <a:gd name="connsiteX165" fmla="*/ 103761 w 1050672"/>
                  <a:gd name="connsiteY165" fmla="*/ 1369362 h 2359062"/>
                  <a:gd name="connsiteX166" fmla="*/ 150606 w 1050672"/>
                  <a:gd name="connsiteY166" fmla="*/ 1453602 h 2359062"/>
                  <a:gd name="connsiteX167" fmla="*/ 205011 w 1050672"/>
                  <a:gd name="connsiteY167" fmla="*/ 1524207 h 2359062"/>
                  <a:gd name="connsiteX168" fmla="*/ 157761 w 1050672"/>
                  <a:gd name="connsiteY168" fmla="*/ 1806155 h 2359062"/>
                  <a:gd name="connsiteX169" fmla="*/ 149728 w 1050672"/>
                  <a:gd name="connsiteY169" fmla="*/ 1797447 h 2359062"/>
                  <a:gd name="connsiteX170" fmla="*/ 69673 w 1050672"/>
                  <a:gd name="connsiteY170" fmla="*/ 1669197 h 2359062"/>
                  <a:gd name="connsiteX171" fmla="*/ 70348 w 1050672"/>
                  <a:gd name="connsiteY171" fmla="*/ 1670682 h 2359062"/>
                  <a:gd name="connsiteX172" fmla="*/ 9598 w 1050672"/>
                  <a:gd name="connsiteY172" fmla="*/ 1534265 h 2359062"/>
                  <a:gd name="connsiteX173" fmla="*/ 8451 w 1050672"/>
                  <a:gd name="connsiteY173" fmla="*/ 1532645 h 2359062"/>
                  <a:gd name="connsiteX174" fmla="*/ 4941 w 1050672"/>
                  <a:gd name="connsiteY174" fmla="*/ 1531902 h 2359062"/>
                  <a:gd name="connsiteX175" fmla="*/ 2579 w 1050672"/>
                  <a:gd name="connsiteY175" fmla="*/ 1536627 h 2359062"/>
                  <a:gd name="connsiteX176" fmla="*/ 33966 w 1050672"/>
                  <a:gd name="connsiteY176" fmla="*/ 1612767 h 2359062"/>
                  <a:gd name="connsiteX177" fmla="*/ 67716 w 1050672"/>
                  <a:gd name="connsiteY177" fmla="*/ 1695792 h 2359062"/>
                  <a:gd name="connsiteX178" fmla="*/ 108216 w 1050672"/>
                  <a:gd name="connsiteY178" fmla="*/ 1774025 h 2359062"/>
                  <a:gd name="connsiteX179" fmla="*/ 154251 w 1050672"/>
                  <a:gd name="connsiteY179" fmla="*/ 1831669 h 2359062"/>
                  <a:gd name="connsiteX180" fmla="*/ 154251 w 1050672"/>
                  <a:gd name="connsiteY180" fmla="*/ 1834302 h 2359062"/>
                  <a:gd name="connsiteX181" fmla="*/ 141764 w 1050672"/>
                  <a:gd name="connsiteY181" fmla="*/ 2091342 h 2359062"/>
                  <a:gd name="connsiteX182" fmla="*/ 147231 w 1050672"/>
                  <a:gd name="connsiteY182" fmla="*/ 2217162 h 2359062"/>
                  <a:gd name="connsiteX183" fmla="*/ 152631 w 1050672"/>
                  <a:gd name="connsiteY183" fmla="*/ 2277440 h 2359062"/>
                  <a:gd name="connsiteX184" fmla="*/ 160259 w 1050672"/>
                  <a:gd name="connsiteY184" fmla="*/ 2340215 h 2359062"/>
                  <a:gd name="connsiteX185" fmla="*/ 167009 w 1050672"/>
                  <a:gd name="connsiteY185" fmla="*/ 2353715 h 2359062"/>
                  <a:gd name="connsiteX186" fmla="*/ 180846 w 1050672"/>
                  <a:gd name="connsiteY186" fmla="*/ 2358440 h 2359062"/>
                  <a:gd name="connsiteX187" fmla="*/ 200151 w 1050672"/>
                  <a:gd name="connsiteY187" fmla="*/ 2339270 h 2359062"/>
                  <a:gd name="connsiteX188" fmla="*/ 199949 w 1050672"/>
                  <a:gd name="connsiteY188" fmla="*/ 2336502 h 235906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</a:cxnLst>
                <a:rect l="l" t="t" r="r" b="b"/>
                <a:pathLst>
                  <a:path w="1050672" h="2359062">
                    <a:moveTo>
                      <a:pt x="199949" y="2336502"/>
                    </a:moveTo>
                    <a:cubicBezTo>
                      <a:pt x="198059" y="2320909"/>
                      <a:pt x="196911" y="2305114"/>
                      <a:pt x="195629" y="2289252"/>
                    </a:cubicBezTo>
                    <a:cubicBezTo>
                      <a:pt x="194346" y="2273390"/>
                      <a:pt x="193266" y="2257595"/>
                      <a:pt x="192321" y="2242002"/>
                    </a:cubicBezTo>
                    <a:cubicBezTo>
                      <a:pt x="190363" y="2208927"/>
                      <a:pt x="189824" y="2175717"/>
                      <a:pt x="189283" y="2142575"/>
                    </a:cubicBezTo>
                    <a:cubicBezTo>
                      <a:pt x="188338" y="2075952"/>
                      <a:pt x="190228" y="2009397"/>
                      <a:pt x="194413" y="1942977"/>
                    </a:cubicBezTo>
                    <a:cubicBezTo>
                      <a:pt x="194413" y="1943854"/>
                      <a:pt x="194413" y="1944664"/>
                      <a:pt x="194413" y="1945474"/>
                    </a:cubicBezTo>
                    <a:lnTo>
                      <a:pt x="194413" y="1941830"/>
                    </a:lnTo>
                    <a:lnTo>
                      <a:pt x="194413" y="1940952"/>
                    </a:lnTo>
                    <a:cubicBezTo>
                      <a:pt x="204471" y="1796840"/>
                      <a:pt x="224721" y="1653604"/>
                      <a:pt x="255163" y="1512327"/>
                    </a:cubicBezTo>
                    <a:cubicBezTo>
                      <a:pt x="286821" y="1493359"/>
                      <a:pt x="316723" y="1471422"/>
                      <a:pt x="344331" y="1446919"/>
                    </a:cubicBezTo>
                    <a:cubicBezTo>
                      <a:pt x="377204" y="1418232"/>
                      <a:pt x="407713" y="1386979"/>
                      <a:pt x="437886" y="1355390"/>
                    </a:cubicBezTo>
                    <a:cubicBezTo>
                      <a:pt x="439708" y="1353229"/>
                      <a:pt x="439439" y="1350057"/>
                      <a:pt x="437346" y="1348234"/>
                    </a:cubicBezTo>
                    <a:cubicBezTo>
                      <a:pt x="435254" y="1346412"/>
                      <a:pt x="432081" y="1346614"/>
                      <a:pt x="430191" y="1348640"/>
                    </a:cubicBezTo>
                    <a:cubicBezTo>
                      <a:pt x="406026" y="1373817"/>
                      <a:pt x="381186" y="1398252"/>
                      <a:pt x="354928" y="1421202"/>
                    </a:cubicBezTo>
                    <a:cubicBezTo>
                      <a:pt x="336028" y="1437402"/>
                      <a:pt x="316116" y="1452522"/>
                      <a:pt x="295393" y="1466359"/>
                    </a:cubicBezTo>
                    <a:cubicBezTo>
                      <a:pt x="284189" y="1473852"/>
                      <a:pt x="272579" y="1480804"/>
                      <a:pt x="260766" y="1487352"/>
                    </a:cubicBezTo>
                    <a:cubicBezTo>
                      <a:pt x="276696" y="1415330"/>
                      <a:pt x="294921" y="1343914"/>
                      <a:pt x="315374" y="1273039"/>
                    </a:cubicBezTo>
                    <a:cubicBezTo>
                      <a:pt x="325701" y="1237265"/>
                      <a:pt x="336771" y="1201760"/>
                      <a:pt x="348178" y="1166322"/>
                    </a:cubicBezTo>
                    <a:cubicBezTo>
                      <a:pt x="384223" y="1156062"/>
                      <a:pt x="419121" y="1142292"/>
                      <a:pt x="452466" y="1125215"/>
                    </a:cubicBezTo>
                    <a:cubicBezTo>
                      <a:pt x="489456" y="1106517"/>
                      <a:pt x="525231" y="1085457"/>
                      <a:pt x="559588" y="1062237"/>
                    </a:cubicBezTo>
                    <a:cubicBezTo>
                      <a:pt x="593338" y="1039287"/>
                      <a:pt x="625941" y="1014650"/>
                      <a:pt x="657194" y="988392"/>
                    </a:cubicBezTo>
                    <a:cubicBezTo>
                      <a:pt x="688716" y="962067"/>
                      <a:pt x="719361" y="934729"/>
                      <a:pt x="749129" y="906379"/>
                    </a:cubicBezTo>
                    <a:cubicBezTo>
                      <a:pt x="750681" y="904557"/>
                      <a:pt x="750546" y="901857"/>
                      <a:pt x="748723" y="900237"/>
                    </a:cubicBezTo>
                    <a:cubicBezTo>
                      <a:pt x="746901" y="898684"/>
                      <a:pt x="744201" y="898820"/>
                      <a:pt x="742581" y="900642"/>
                    </a:cubicBezTo>
                    <a:cubicBezTo>
                      <a:pt x="728271" y="914142"/>
                      <a:pt x="713691" y="927372"/>
                      <a:pt x="698908" y="940400"/>
                    </a:cubicBezTo>
                    <a:cubicBezTo>
                      <a:pt x="665699" y="969155"/>
                      <a:pt x="630733" y="995817"/>
                      <a:pt x="594283" y="1020320"/>
                    </a:cubicBezTo>
                    <a:cubicBezTo>
                      <a:pt x="556956" y="1045564"/>
                      <a:pt x="517874" y="1068109"/>
                      <a:pt x="477374" y="1087820"/>
                    </a:cubicBezTo>
                    <a:lnTo>
                      <a:pt x="477846" y="1087820"/>
                    </a:lnTo>
                    <a:cubicBezTo>
                      <a:pt x="454356" y="1099025"/>
                      <a:pt x="430596" y="1109082"/>
                      <a:pt x="406228" y="1118465"/>
                    </a:cubicBezTo>
                    <a:cubicBezTo>
                      <a:pt x="390366" y="1124607"/>
                      <a:pt x="374301" y="1130142"/>
                      <a:pt x="358168" y="1135609"/>
                    </a:cubicBezTo>
                    <a:cubicBezTo>
                      <a:pt x="395091" y="1026462"/>
                      <a:pt x="437143" y="919272"/>
                      <a:pt x="484461" y="813905"/>
                    </a:cubicBezTo>
                    <a:cubicBezTo>
                      <a:pt x="485069" y="812554"/>
                      <a:pt x="485744" y="811205"/>
                      <a:pt x="486351" y="809787"/>
                    </a:cubicBezTo>
                    <a:cubicBezTo>
                      <a:pt x="522126" y="804657"/>
                      <a:pt x="557293" y="795950"/>
                      <a:pt x="591381" y="783799"/>
                    </a:cubicBezTo>
                    <a:cubicBezTo>
                      <a:pt x="628574" y="770299"/>
                      <a:pt x="664686" y="753965"/>
                      <a:pt x="699381" y="734929"/>
                    </a:cubicBezTo>
                    <a:cubicBezTo>
                      <a:pt x="716863" y="725547"/>
                      <a:pt x="733941" y="715152"/>
                      <a:pt x="750884" y="704757"/>
                    </a:cubicBezTo>
                    <a:cubicBezTo>
                      <a:pt x="767826" y="694362"/>
                      <a:pt x="784634" y="683562"/>
                      <a:pt x="801306" y="672357"/>
                    </a:cubicBezTo>
                    <a:cubicBezTo>
                      <a:pt x="834314" y="650217"/>
                      <a:pt x="866309" y="626659"/>
                      <a:pt x="898168" y="602765"/>
                    </a:cubicBezTo>
                    <a:cubicBezTo>
                      <a:pt x="916798" y="588792"/>
                      <a:pt x="935226" y="574549"/>
                      <a:pt x="953721" y="560442"/>
                    </a:cubicBezTo>
                    <a:cubicBezTo>
                      <a:pt x="955543" y="559159"/>
                      <a:pt x="956083" y="556729"/>
                      <a:pt x="954869" y="554840"/>
                    </a:cubicBezTo>
                    <a:lnTo>
                      <a:pt x="954194" y="554030"/>
                    </a:lnTo>
                    <a:cubicBezTo>
                      <a:pt x="952843" y="552747"/>
                      <a:pt x="950819" y="552612"/>
                      <a:pt x="949333" y="553692"/>
                    </a:cubicBezTo>
                    <a:cubicBezTo>
                      <a:pt x="908158" y="585080"/>
                      <a:pt x="866376" y="615792"/>
                      <a:pt x="823108" y="644277"/>
                    </a:cubicBezTo>
                    <a:cubicBezTo>
                      <a:pt x="801036" y="658857"/>
                      <a:pt x="778491" y="672830"/>
                      <a:pt x="755608" y="686262"/>
                    </a:cubicBezTo>
                    <a:cubicBezTo>
                      <a:pt x="732996" y="699762"/>
                      <a:pt x="709574" y="711507"/>
                      <a:pt x="685814" y="722914"/>
                    </a:cubicBezTo>
                    <a:cubicBezTo>
                      <a:pt x="632556" y="748564"/>
                      <a:pt x="576261" y="767397"/>
                      <a:pt x="518278" y="779007"/>
                    </a:cubicBezTo>
                    <a:cubicBezTo>
                      <a:pt x="511528" y="780222"/>
                      <a:pt x="505184" y="781302"/>
                      <a:pt x="498636" y="782314"/>
                    </a:cubicBezTo>
                    <a:cubicBezTo>
                      <a:pt x="505926" y="766452"/>
                      <a:pt x="513081" y="750522"/>
                      <a:pt x="520574" y="735064"/>
                    </a:cubicBezTo>
                    <a:cubicBezTo>
                      <a:pt x="533061" y="708942"/>
                      <a:pt x="545481" y="682752"/>
                      <a:pt x="558576" y="656967"/>
                    </a:cubicBezTo>
                    <a:cubicBezTo>
                      <a:pt x="582336" y="609717"/>
                      <a:pt x="607311" y="563682"/>
                      <a:pt x="632826" y="517782"/>
                    </a:cubicBezTo>
                    <a:lnTo>
                      <a:pt x="634581" y="517782"/>
                    </a:lnTo>
                    <a:cubicBezTo>
                      <a:pt x="672718" y="508737"/>
                      <a:pt x="709911" y="496047"/>
                      <a:pt x="745619" y="479982"/>
                    </a:cubicBezTo>
                    <a:cubicBezTo>
                      <a:pt x="781866" y="464052"/>
                      <a:pt x="817236" y="446232"/>
                      <a:pt x="851661" y="426657"/>
                    </a:cubicBezTo>
                    <a:cubicBezTo>
                      <a:pt x="921321" y="387372"/>
                      <a:pt x="986661" y="340932"/>
                      <a:pt x="1051259" y="294289"/>
                    </a:cubicBezTo>
                    <a:cubicBezTo>
                      <a:pt x="1053081" y="293142"/>
                      <a:pt x="1053621" y="290780"/>
                      <a:pt x="1052473" y="288957"/>
                    </a:cubicBezTo>
                    <a:cubicBezTo>
                      <a:pt x="1052473" y="288957"/>
                      <a:pt x="1052406" y="288890"/>
                      <a:pt x="1052406" y="288890"/>
                    </a:cubicBezTo>
                    <a:cubicBezTo>
                      <a:pt x="1052271" y="288619"/>
                      <a:pt x="1052069" y="288349"/>
                      <a:pt x="1051798" y="288147"/>
                    </a:cubicBezTo>
                    <a:cubicBezTo>
                      <a:pt x="1050449" y="286932"/>
                      <a:pt x="1048491" y="286797"/>
                      <a:pt x="1047006" y="287742"/>
                    </a:cubicBezTo>
                    <a:cubicBezTo>
                      <a:pt x="1009611" y="314742"/>
                      <a:pt x="971473" y="340054"/>
                      <a:pt x="932256" y="364085"/>
                    </a:cubicBezTo>
                    <a:cubicBezTo>
                      <a:pt x="892026" y="389127"/>
                      <a:pt x="850581" y="412145"/>
                      <a:pt x="808056" y="432934"/>
                    </a:cubicBezTo>
                    <a:cubicBezTo>
                      <a:pt x="779639" y="446569"/>
                      <a:pt x="750478" y="458720"/>
                      <a:pt x="720711" y="469182"/>
                    </a:cubicBezTo>
                    <a:cubicBezTo>
                      <a:pt x="705793" y="474447"/>
                      <a:pt x="690673" y="479172"/>
                      <a:pt x="675486" y="483627"/>
                    </a:cubicBezTo>
                    <a:cubicBezTo>
                      <a:pt x="666374" y="486327"/>
                      <a:pt x="657126" y="488757"/>
                      <a:pt x="647946" y="491052"/>
                    </a:cubicBezTo>
                    <a:cubicBezTo>
                      <a:pt x="663673" y="463512"/>
                      <a:pt x="679874" y="436242"/>
                      <a:pt x="696681" y="409242"/>
                    </a:cubicBezTo>
                    <a:cubicBezTo>
                      <a:pt x="716121" y="377989"/>
                      <a:pt x="736033" y="346872"/>
                      <a:pt x="756486" y="316227"/>
                    </a:cubicBezTo>
                    <a:lnTo>
                      <a:pt x="755406" y="317847"/>
                    </a:lnTo>
                    <a:cubicBezTo>
                      <a:pt x="775858" y="287270"/>
                      <a:pt x="796918" y="257097"/>
                      <a:pt x="818586" y="227330"/>
                    </a:cubicBezTo>
                    <a:cubicBezTo>
                      <a:pt x="819194" y="227127"/>
                      <a:pt x="819869" y="226857"/>
                      <a:pt x="820408" y="226520"/>
                    </a:cubicBezTo>
                    <a:cubicBezTo>
                      <a:pt x="820881" y="226520"/>
                      <a:pt x="821421" y="226520"/>
                      <a:pt x="821893" y="226520"/>
                    </a:cubicBezTo>
                    <a:cubicBezTo>
                      <a:pt x="832018" y="226520"/>
                      <a:pt x="842143" y="226249"/>
                      <a:pt x="852268" y="225710"/>
                    </a:cubicBezTo>
                    <a:cubicBezTo>
                      <a:pt x="862393" y="224900"/>
                      <a:pt x="872518" y="223482"/>
                      <a:pt x="882374" y="221727"/>
                    </a:cubicBezTo>
                    <a:cubicBezTo>
                      <a:pt x="901949" y="218217"/>
                      <a:pt x="921254" y="213155"/>
                      <a:pt x="940018" y="206539"/>
                    </a:cubicBezTo>
                    <a:cubicBezTo>
                      <a:pt x="978629" y="192905"/>
                      <a:pt x="1014944" y="173330"/>
                      <a:pt x="1047546" y="148557"/>
                    </a:cubicBezTo>
                    <a:cubicBezTo>
                      <a:pt x="1049233" y="147409"/>
                      <a:pt x="1049706" y="145114"/>
                      <a:pt x="1048559" y="143427"/>
                    </a:cubicBezTo>
                    <a:cubicBezTo>
                      <a:pt x="1048423" y="143157"/>
                      <a:pt x="1048221" y="142887"/>
                      <a:pt x="1047951" y="142684"/>
                    </a:cubicBezTo>
                    <a:cubicBezTo>
                      <a:pt x="1046668" y="141672"/>
                      <a:pt x="1044778" y="141672"/>
                      <a:pt x="1043496" y="142684"/>
                    </a:cubicBezTo>
                    <a:cubicBezTo>
                      <a:pt x="1034113" y="149434"/>
                      <a:pt x="1024393" y="156184"/>
                      <a:pt x="1014336" y="162530"/>
                    </a:cubicBezTo>
                    <a:cubicBezTo>
                      <a:pt x="1004616" y="168470"/>
                      <a:pt x="994626" y="173869"/>
                      <a:pt x="984366" y="178797"/>
                    </a:cubicBezTo>
                    <a:lnTo>
                      <a:pt x="984366" y="178797"/>
                    </a:lnTo>
                    <a:cubicBezTo>
                      <a:pt x="971744" y="184804"/>
                      <a:pt x="958783" y="190069"/>
                      <a:pt x="945554" y="194457"/>
                    </a:cubicBezTo>
                    <a:cubicBezTo>
                      <a:pt x="932324" y="198845"/>
                      <a:pt x="918756" y="202287"/>
                      <a:pt x="905054" y="204852"/>
                    </a:cubicBezTo>
                    <a:cubicBezTo>
                      <a:pt x="891689" y="207349"/>
                      <a:pt x="878121" y="208970"/>
                      <a:pt x="864554" y="209780"/>
                    </a:cubicBezTo>
                    <a:cubicBezTo>
                      <a:pt x="853281" y="210319"/>
                      <a:pt x="842076" y="210319"/>
                      <a:pt x="830804" y="209780"/>
                    </a:cubicBezTo>
                    <a:cubicBezTo>
                      <a:pt x="882576" y="139309"/>
                      <a:pt x="938129" y="71742"/>
                      <a:pt x="997259" y="7280"/>
                    </a:cubicBezTo>
                    <a:cubicBezTo>
                      <a:pt x="998879" y="5525"/>
                      <a:pt x="998879" y="2825"/>
                      <a:pt x="997124" y="1205"/>
                    </a:cubicBezTo>
                    <a:cubicBezTo>
                      <a:pt x="997056" y="1069"/>
                      <a:pt x="996921" y="1002"/>
                      <a:pt x="996853" y="934"/>
                    </a:cubicBezTo>
                    <a:cubicBezTo>
                      <a:pt x="995166" y="-956"/>
                      <a:pt x="992331" y="-1091"/>
                      <a:pt x="990441" y="597"/>
                    </a:cubicBezTo>
                    <a:cubicBezTo>
                      <a:pt x="990374" y="664"/>
                      <a:pt x="990238" y="799"/>
                      <a:pt x="990103" y="934"/>
                    </a:cubicBezTo>
                    <a:cubicBezTo>
                      <a:pt x="930906" y="65059"/>
                      <a:pt x="874746" y="132155"/>
                      <a:pt x="821353" y="201342"/>
                    </a:cubicBezTo>
                    <a:cubicBezTo>
                      <a:pt x="821353" y="193580"/>
                      <a:pt x="820543" y="185817"/>
                      <a:pt x="820341" y="178054"/>
                    </a:cubicBezTo>
                    <a:cubicBezTo>
                      <a:pt x="820071" y="163340"/>
                      <a:pt x="820408" y="148624"/>
                      <a:pt x="821353" y="133909"/>
                    </a:cubicBezTo>
                    <a:cubicBezTo>
                      <a:pt x="822838" y="112107"/>
                      <a:pt x="825673" y="90439"/>
                      <a:pt x="829723" y="68974"/>
                    </a:cubicBezTo>
                    <a:cubicBezTo>
                      <a:pt x="833908" y="47442"/>
                      <a:pt x="839241" y="26179"/>
                      <a:pt x="845721" y="5254"/>
                    </a:cubicBezTo>
                    <a:cubicBezTo>
                      <a:pt x="846059" y="3972"/>
                      <a:pt x="845586" y="2554"/>
                      <a:pt x="844574" y="1744"/>
                    </a:cubicBezTo>
                    <a:cubicBezTo>
                      <a:pt x="844101" y="1272"/>
                      <a:pt x="843426" y="934"/>
                      <a:pt x="842751" y="867"/>
                    </a:cubicBezTo>
                    <a:cubicBezTo>
                      <a:pt x="840793" y="530"/>
                      <a:pt x="838836" y="1812"/>
                      <a:pt x="838431" y="3770"/>
                    </a:cubicBezTo>
                    <a:cubicBezTo>
                      <a:pt x="832963" y="21455"/>
                      <a:pt x="828103" y="39477"/>
                      <a:pt x="823851" y="57770"/>
                    </a:cubicBezTo>
                    <a:cubicBezTo>
                      <a:pt x="819598" y="75859"/>
                      <a:pt x="816291" y="94017"/>
                      <a:pt x="813591" y="112377"/>
                    </a:cubicBezTo>
                    <a:cubicBezTo>
                      <a:pt x="810958" y="130265"/>
                      <a:pt x="809204" y="148287"/>
                      <a:pt x="808393" y="166377"/>
                    </a:cubicBezTo>
                    <a:cubicBezTo>
                      <a:pt x="807651" y="183184"/>
                      <a:pt x="808124" y="199992"/>
                      <a:pt x="809879" y="216732"/>
                    </a:cubicBezTo>
                    <a:cubicBezTo>
                      <a:pt x="801778" y="227330"/>
                      <a:pt x="793543" y="237859"/>
                      <a:pt x="785646" y="248592"/>
                    </a:cubicBezTo>
                    <a:cubicBezTo>
                      <a:pt x="752841" y="293007"/>
                      <a:pt x="721184" y="338299"/>
                      <a:pt x="690741" y="384402"/>
                    </a:cubicBezTo>
                    <a:cubicBezTo>
                      <a:pt x="666643" y="420987"/>
                      <a:pt x="643491" y="458179"/>
                      <a:pt x="620541" y="495642"/>
                    </a:cubicBezTo>
                    <a:cubicBezTo>
                      <a:pt x="616829" y="485854"/>
                      <a:pt x="613319" y="476067"/>
                      <a:pt x="610281" y="466077"/>
                    </a:cubicBezTo>
                    <a:cubicBezTo>
                      <a:pt x="605893" y="451767"/>
                      <a:pt x="602316" y="437254"/>
                      <a:pt x="599548" y="422607"/>
                    </a:cubicBezTo>
                    <a:cubicBezTo>
                      <a:pt x="599548" y="422607"/>
                      <a:pt x="599548" y="422607"/>
                      <a:pt x="599548" y="423147"/>
                    </a:cubicBezTo>
                    <a:cubicBezTo>
                      <a:pt x="599548" y="423687"/>
                      <a:pt x="599548" y="422202"/>
                      <a:pt x="599548" y="421729"/>
                    </a:cubicBezTo>
                    <a:lnTo>
                      <a:pt x="599548" y="421729"/>
                    </a:lnTo>
                    <a:lnTo>
                      <a:pt x="599548" y="421729"/>
                    </a:lnTo>
                    <a:lnTo>
                      <a:pt x="599548" y="421729"/>
                    </a:lnTo>
                    <a:cubicBezTo>
                      <a:pt x="594958" y="396687"/>
                      <a:pt x="592326" y="371374"/>
                      <a:pt x="591516" y="345994"/>
                    </a:cubicBezTo>
                    <a:cubicBezTo>
                      <a:pt x="590639" y="318994"/>
                      <a:pt x="591516" y="291994"/>
                      <a:pt x="593204" y="265467"/>
                    </a:cubicBezTo>
                    <a:cubicBezTo>
                      <a:pt x="593204" y="265872"/>
                      <a:pt x="593204" y="266210"/>
                      <a:pt x="593204" y="266614"/>
                    </a:cubicBezTo>
                    <a:cubicBezTo>
                      <a:pt x="596848" y="212007"/>
                      <a:pt x="604139" y="157602"/>
                      <a:pt x="609741" y="103197"/>
                    </a:cubicBezTo>
                    <a:cubicBezTo>
                      <a:pt x="609944" y="101847"/>
                      <a:pt x="609403" y="100564"/>
                      <a:pt x="608458" y="99619"/>
                    </a:cubicBezTo>
                    <a:cubicBezTo>
                      <a:pt x="607986" y="99147"/>
                      <a:pt x="607379" y="98877"/>
                      <a:pt x="606771" y="98809"/>
                    </a:cubicBezTo>
                    <a:cubicBezTo>
                      <a:pt x="604746" y="98405"/>
                      <a:pt x="602856" y="99687"/>
                      <a:pt x="602384" y="101712"/>
                    </a:cubicBezTo>
                    <a:cubicBezTo>
                      <a:pt x="595296" y="170292"/>
                      <a:pt x="584833" y="238602"/>
                      <a:pt x="582134" y="307587"/>
                    </a:cubicBezTo>
                    <a:cubicBezTo>
                      <a:pt x="580514" y="341944"/>
                      <a:pt x="581593" y="376369"/>
                      <a:pt x="585171" y="410592"/>
                    </a:cubicBezTo>
                    <a:cubicBezTo>
                      <a:pt x="588681" y="445827"/>
                      <a:pt x="596848" y="480522"/>
                      <a:pt x="609336" y="513664"/>
                    </a:cubicBezTo>
                    <a:cubicBezTo>
                      <a:pt x="609336" y="513664"/>
                      <a:pt x="609336" y="514137"/>
                      <a:pt x="609741" y="514340"/>
                    </a:cubicBezTo>
                    <a:cubicBezTo>
                      <a:pt x="606838" y="519200"/>
                      <a:pt x="603801" y="523992"/>
                      <a:pt x="600898" y="528919"/>
                    </a:cubicBezTo>
                    <a:cubicBezTo>
                      <a:pt x="571266" y="578262"/>
                      <a:pt x="543658" y="628887"/>
                      <a:pt x="516658" y="679715"/>
                    </a:cubicBezTo>
                    <a:cubicBezTo>
                      <a:pt x="500121" y="710765"/>
                      <a:pt x="484326" y="742287"/>
                      <a:pt x="468936" y="774215"/>
                    </a:cubicBezTo>
                    <a:cubicBezTo>
                      <a:pt x="459621" y="756867"/>
                      <a:pt x="450509" y="739452"/>
                      <a:pt x="441936" y="721700"/>
                    </a:cubicBezTo>
                    <a:cubicBezTo>
                      <a:pt x="427153" y="691189"/>
                      <a:pt x="414329" y="659802"/>
                      <a:pt x="403596" y="627672"/>
                    </a:cubicBezTo>
                    <a:cubicBezTo>
                      <a:pt x="393134" y="595879"/>
                      <a:pt x="384696" y="563479"/>
                      <a:pt x="378351" y="530674"/>
                    </a:cubicBezTo>
                    <a:cubicBezTo>
                      <a:pt x="366809" y="468710"/>
                      <a:pt x="361881" y="405732"/>
                      <a:pt x="363569" y="342754"/>
                    </a:cubicBezTo>
                    <a:cubicBezTo>
                      <a:pt x="363569" y="341270"/>
                      <a:pt x="362893" y="339919"/>
                      <a:pt x="361746" y="338974"/>
                    </a:cubicBezTo>
                    <a:cubicBezTo>
                      <a:pt x="360598" y="337962"/>
                      <a:pt x="359046" y="337422"/>
                      <a:pt x="357494" y="337422"/>
                    </a:cubicBezTo>
                    <a:cubicBezTo>
                      <a:pt x="354389" y="337692"/>
                      <a:pt x="352026" y="340392"/>
                      <a:pt x="352161" y="343497"/>
                    </a:cubicBezTo>
                    <a:cubicBezTo>
                      <a:pt x="351148" y="383592"/>
                      <a:pt x="352431" y="423754"/>
                      <a:pt x="356076" y="463715"/>
                    </a:cubicBezTo>
                    <a:cubicBezTo>
                      <a:pt x="359721" y="502932"/>
                      <a:pt x="365661" y="541879"/>
                      <a:pt x="374031" y="580354"/>
                    </a:cubicBezTo>
                    <a:cubicBezTo>
                      <a:pt x="378148" y="599525"/>
                      <a:pt x="383278" y="618627"/>
                      <a:pt x="388611" y="637527"/>
                    </a:cubicBezTo>
                    <a:cubicBezTo>
                      <a:pt x="393944" y="656427"/>
                      <a:pt x="400153" y="675327"/>
                      <a:pt x="406836" y="693890"/>
                    </a:cubicBezTo>
                    <a:cubicBezTo>
                      <a:pt x="419796" y="731015"/>
                      <a:pt x="436333" y="766789"/>
                      <a:pt x="456246" y="800674"/>
                    </a:cubicBezTo>
                    <a:cubicBezTo>
                      <a:pt x="450643" y="812554"/>
                      <a:pt x="444771" y="824299"/>
                      <a:pt x="439303" y="836247"/>
                    </a:cubicBezTo>
                    <a:cubicBezTo>
                      <a:pt x="394956" y="931962"/>
                      <a:pt x="355603" y="1029837"/>
                      <a:pt x="320031" y="1129130"/>
                    </a:cubicBezTo>
                    <a:lnTo>
                      <a:pt x="318613" y="1127172"/>
                    </a:lnTo>
                    <a:cubicBezTo>
                      <a:pt x="313079" y="1119612"/>
                      <a:pt x="307476" y="1112119"/>
                      <a:pt x="302009" y="1104559"/>
                    </a:cubicBezTo>
                    <a:cubicBezTo>
                      <a:pt x="291006" y="1089507"/>
                      <a:pt x="280476" y="1074184"/>
                      <a:pt x="270283" y="1058592"/>
                    </a:cubicBezTo>
                    <a:cubicBezTo>
                      <a:pt x="259754" y="1042527"/>
                      <a:pt x="250033" y="1026124"/>
                      <a:pt x="240178" y="1009520"/>
                    </a:cubicBezTo>
                    <a:cubicBezTo>
                      <a:pt x="230324" y="992914"/>
                      <a:pt x="222426" y="976782"/>
                      <a:pt x="214259" y="960042"/>
                    </a:cubicBezTo>
                    <a:cubicBezTo>
                      <a:pt x="191511" y="913467"/>
                      <a:pt x="174704" y="864260"/>
                      <a:pt x="164173" y="813567"/>
                    </a:cubicBezTo>
                    <a:cubicBezTo>
                      <a:pt x="158706" y="786162"/>
                      <a:pt x="156006" y="758284"/>
                      <a:pt x="156006" y="730340"/>
                    </a:cubicBezTo>
                    <a:cubicBezTo>
                      <a:pt x="155939" y="729260"/>
                      <a:pt x="155466" y="728247"/>
                      <a:pt x="154656" y="727572"/>
                    </a:cubicBezTo>
                    <a:cubicBezTo>
                      <a:pt x="153846" y="726762"/>
                      <a:pt x="152699" y="726357"/>
                      <a:pt x="151551" y="726424"/>
                    </a:cubicBezTo>
                    <a:cubicBezTo>
                      <a:pt x="149256" y="726559"/>
                      <a:pt x="147569" y="728517"/>
                      <a:pt x="147704" y="730812"/>
                    </a:cubicBezTo>
                    <a:cubicBezTo>
                      <a:pt x="147704" y="730812"/>
                      <a:pt x="147704" y="730812"/>
                      <a:pt x="147704" y="730812"/>
                    </a:cubicBezTo>
                    <a:cubicBezTo>
                      <a:pt x="147636" y="766722"/>
                      <a:pt x="151146" y="802497"/>
                      <a:pt x="158166" y="837732"/>
                    </a:cubicBezTo>
                    <a:cubicBezTo>
                      <a:pt x="165658" y="875532"/>
                      <a:pt x="175918" y="912724"/>
                      <a:pt x="188879" y="949039"/>
                    </a:cubicBezTo>
                    <a:cubicBezTo>
                      <a:pt x="195629" y="967400"/>
                      <a:pt x="202783" y="985354"/>
                      <a:pt x="210749" y="1003039"/>
                    </a:cubicBezTo>
                    <a:cubicBezTo>
                      <a:pt x="218713" y="1020724"/>
                      <a:pt x="227421" y="1038544"/>
                      <a:pt x="236871" y="1055825"/>
                    </a:cubicBezTo>
                    <a:cubicBezTo>
                      <a:pt x="254556" y="1088900"/>
                      <a:pt x="276223" y="1119747"/>
                      <a:pt x="301266" y="1147624"/>
                    </a:cubicBezTo>
                    <a:cubicBezTo>
                      <a:pt x="303629" y="1150189"/>
                      <a:pt x="306059" y="1152687"/>
                      <a:pt x="308556" y="1155117"/>
                    </a:cubicBezTo>
                    <a:lnTo>
                      <a:pt x="310108" y="1156534"/>
                    </a:lnTo>
                    <a:cubicBezTo>
                      <a:pt x="309569" y="1158087"/>
                      <a:pt x="308961" y="1159640"/>
                      <a:pt x="308421" y="1161260"/>
                    </a:cubicBezTo>
                    <a:cubicBezTo>
                      <a:pt x="269811" y="1271689"/>
                      <a:pt x="237276" y="1384212"/>
                      <a:pt x="210951" y="1498220"/>
                    </a:cubicBezTo>
                    <a:cubicBezTo>
                      <a:pt x="191241" y="1473650"/>
                      <a:pt x="172004" y="1448607"/>
                      <a:pt x="154319" y="1422552"/>
                    </a:cubicBezTo>
                    <a:cubicBezTo>
                      <a:pt x="131908" y="1389275"/>
                      <a:pt x="111928" y="1354377"/>
                      <a:pt x="94514" y="1318197"/>
                    </a:cubicBezTo>
                    <a:cubicBezTo>
                      <a:pt x="94514" y="1318332"/>
                      <a:pt x="94514" y="1318534"/>
                      <a:pt x="94514" y="1318669"/>
                    </a:cubicBezTo>
                    <a:cubicBezTo>
                      <a:pt x="74398" y="1276414"/>
                      <a:pt x="57254" y="1232809"/>
                      <a:pt x="43281" y="1188124"/>
                    </a:cubicBezTo>
                    <a:cubicBezTo>
                      <a:pt x="43011" y="1187382"/>
                      <a:pt x="42606" y="1186640"/>
                      <a:pt x="41999" y="1186099"/>
                    </a:cubicBezTo>
                    <a:cubicBezTo>
                      <a:pt x="40716" y="1184952"/>
                      <a:pt x="38893" y="1184614"/>
                      <a:pt x="37273" y="1185087"/>
                    </a:cubicBezTo>
                    <a:cubicBezTo>
                      <a:pt x="34776" y="1185965"/>
                      <a:pt x="33426" y="1188664"/>
                      <a:pt x="34236" y="1191162"/>
                    </a:cubicBezTo>
                    <a:cubicBezTo>
                      <a:pt x="43754" y="1221604"/>
                      <a:pt x="53946" y="1251912"/>
                      <a:pt x="65488" y="1281612"/>
                    </a:cubicBezTo>
                    <a:cubicBezTo>
                      <a:pt x="77031" y="1311312"/>
                      <a:pt x="89856" y="1340539"/>
                      <a:pt x="103761" y="1369362"/>
                    </a:cubicBezTo>
                    <a:cubicBezTo>
                      <a:pt x="117733" y="1398320"/>
                      <a:pt x="133393" y="1426467"/>
                      <a:pt x="150606" y="1453602"/>
                    </a:cubicBezTo>
                    <a:cubicBezTo>
                      <a:pt x="166468" y="1478780"/>
                      <a:pt x="184694" y="1502405"/>
                      <a:pt x="205011" y="1524207"/>
                    </a:cubicBezTo>
                    <a:cubicBezTo>
                      <a:pt x="184423" y="1617289"/>
                      <a:pt x="168696" y="1711452"/>
                      <a:pt x="157761" y="1806155"/>
                    </a:cubicBezTo>
                    <a:cubicBezTo>
                      <a:pt x="155061" y="1803252"/>
                      <a:pt x="152361" y="1800417"/>
                      <a:pt x="149728" y="1797447"/>
                    </a:cubicBezTo>
                    <a:cubicBezTo>
                      <a:pt x="117598" y="1758364"/>
                      <a:pt x="90666" y="1715232"/>
                      <a:pt x="69673" y="1669197"/>
                    </a:cubicBezTo>
                    <a:cubicBezTo>
                      <a:pt x="69673" y="1669737"/>
                      <a:pt x="70146" y="1670210"/>
                      <a:pt x="70348" y="1670682"/>
                    </a:cubicBezTo>
                    <a:cubicBezTo>
                      <a:pt x="48816" y="1625794"/>
                      <a:pt x="30254" y="1579557"/>
                      <a:pt x="9598" y="1534265"/>
                    </a:cubicBezTo>
                    <a:cubicBezTo>
                      <a:pt x="9329" y="1533657"/>
                      <a:pt x="8923" y="1533117"/>
                      <a:pt x="8451" y="1532645"/>
                    </a:cubicBezTo>
                    <a:cubicBezTo>
                      <a:pt x="7506" y="1531767"/>
                      <a:pt x="6156" y="1531497"/>
                      <a:pt x="4941" y="1531902"/>
                    </a:cubicBezTo>
                    <a:cubicBezTo>
                      <a:pt x="2983" y="1532577"/>
                      <a:pt x="1971" y="1534669"/>
                      <a:pt x="2579" y="1536627"/>
                    </a:cubicBezTo>
                    <a:cubicBezTo>
                      <a:pt x="13851" y="1561602"/>
                      <a:pt x="23773" y="1587252"/>
                      <a:pt x="33966" y="1612767"/>
                    </a:cubicBezTo>
                    <a:cubicBezTo>
                      <a:pt x="44901" y="1640577"/>
                      <a:pt x="55836" y="1668387"/>
                      <a:pt x="67716" y="1695792"/>
                    </a:cubicBezTo>
                    <a:cubicBezTo>
                      <a:pt x="79393" y="1722792"/>
                      <a:pt x="92961" y="1748914"/>
                      <a:pt x="108216" y="1774025"/>
                    </a:cubicBezTo>
                    <a:cubicBezTo>
                      <a:pt x="121176" y="1795017"/>
                      <a:pt x="136634" y="1814390"/>
                      <a:pt x="154251" y="1831669"/>
                    </a:cubicBezTo>
                    <a:cubicBezTo>
                      <a:pt x="154251" y="1832547"/>
                      <a:pt x="154251" y="1833424"/>
                      <a:pt x="154251" y="1834302"/>
                    </a:cubicBezTo>
                    <a:cubicBezTo>
                      <a:pt x="145341" y="1919689"/>
                      <a:pt x="141156" y="2005482"/>
                      <a:pt x="141764" y="2091342"/>
                    </a:cubicBezTo>
                    <a:cubicBezTo>
                      <a:pt x="142101" y="2133327"/>
                      <a:pt x="143923" y="2175244"/>
                      <a:pt x="147231" y="2217162"/>
                    </a:cubicBezTo>
                    <a:cubicBezTo>
                      <a:pt x="148851" y="2237412"/>
                      <a:pt x="150606" y="2257325"/>
                      <a:pt x="152631" y="2277440"/>
                    </a:cubicBezTo>
                    <a:cubicBezTo>
                      <a:pt x="154656" y="2297554"/>
                      <a:pt x="157761" y="2319357"/>
                      <a:pt x="160259" y="2340215"/>
                    </a:cubicBezTo>
                    <a:cubicBezTo>
                      <a:pt x="160663" y="2345412"/>
                      <a:pt x="163093" y="2350272"/>
                      <a:pt x="167009" y="2353715"/>
                    </a:cubicBezTo>
                    <a:cubicBezTo>
                      <a:pt x="170788" y="2357022"/>
                      <a:pt x="175783" y="2358777"/>
                      <a:pt x="180846" y="2358440"/>
                    </a:cubicBezTo>
                    <a:cubicBezTo>
                      <a:pt x="191444" y="2358440"/>
                      <a:pt x="200083" y="2349867"/>
                      <a:pt x="200151" y="2339270"/>
                    </a:cubicBezTo>
                    <a:cubicBezTo>
                      <a:pt x="200151" y="2338325"/>
                      <a:pt x="200083" y="2337447"/>
                      <a:pt x="199949" y="2336502"/>
                    </a:cubicBezTo>
                    <a:close/>
                  </a:path>
                </a:pathLst>
              </a:custGeom>
              <a:solidFill>
                <a:srgbClr val="92964B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8" name="" descr="28050594-5934-4c7e-a91f-ffc17341ca49"/>
            <p:cNvGrpSpPr/>
            <p:nvPr/>
          </p:nvGrpSpPr>
          <p:grpSpPr>
            <a:xfrm>
              <a:off x="3103067" y="2860540"/>
              <a:ext cx="975463" cy="1056303"/>
              <a:chOff x="3103067" y="2860540"/>
              <a:chExt cx="975463" cy="1056303"/>
            </a:xfrm>
          </p:grpSpPr>
          <p:sp>
            <p:nvSpPr>
              <p:cNvPr id="65" name="" descr="5b1f5547-1e7b-4763-95e2-54375169c38a"/>
              <p:cNvSpPr/>
              <p:nvPr/>
            </p:nvSpPr>
            <p:spPr>
              <a:xfrm>
                <a:off x="3397501" y="2860540"/>
                <a:ext cx="296081" cy="477514"/>
              </a:xfrm>
              <a:custGeom>
                <a:gdLst>
                  <a:gd name="connsiteX0" fmla="*/ 211765 w 296081"/>
                  <a:gd name="connsiteY0" fmla="*/ 465524 h 477514"/>
                  <a:gd name="connsiteX1" fmla="*/ 298300 w 296081"/>
                  <a:gd name="connsiteY1" fmla="*/ 197482 h 477514"/>
                  <a:gd name="connsiteX2" fmla="*/ 224050 w 296081"/>
                  <a:gd name="connsiteY2" fmla="*/ 15772 h 477514"/>
                  <a:gd name="connsiteX3" fmla="*/ 29987 w 296081"/>
                  <a:gd name="connsiteY3" fmla="*/ 75442 h 477514"/>
                  <a:gd name="connsiteX4" fmla="*/ 25802 w 296081"/>
                  <a:gd name="connsiteY4" fmla="*/ 292589 h 477514"/>
                  <a:gd name="connsiteX5" fmla="*/ 154052 w 296081"/>
                  <a:gd name="connsiteY5" fmla="*/ 476932 h 477514"/>
                  <a:gd name="connsiteX6" fmla="*/ 211765 w 296081"/>
                  <a:gd name="connsiteY6" fmla="*/ 465524 h 47751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6081" h="477514">
                    <a:moveTo>
                      <a:pt x="211765" y="465524"/>
                    </a:moveTo>
                    <a:cubicBezTo>
                      <a:pt x="265157" y="386010"/>
                      <a:pt x="295127" y="293197"/>
                      <a:pt x="298300" y="197482"/>
                    </a:cubicBezTo>
                    <a:cubicBezTo>
                      <a:pt x="300527" y="128767"/>
                      <a:pt x="283045" y="51075"/>
                      <a:pt x="224050" y="15772"/>
                    </a:cubicBezTo>
                    <a:cubicBezTo>
                      <a:pt x="159587" y="-22906"/>
                      <a:pt x="68800" y="11047"/>
                      <a:pt x="29987" y="75442"/>
                    </a:cubicBezTo>
                    <a:cubicBezTo>
                      <a:pt x="-8825" y="139837"/>
                      <a:pt x="-3357" y="223267"/>
                      <a:pt x="25802" y="292589"/>
                    </a:cubicBezTo>
                    <a:cubicBezTo>
                      <a:pt x="54962" y="361912"/>
                      <a:pt x="104777" y="420029"/>
                      <a:pt x="154052" y="476932"/>
                    </a:cubicBezTo>
                    <a:cubicBezTo>
                      <a:pt x="173222" y="475109"/>
                      <a:pt x="192459" y="467279"/>
                      <a:pt x="211765" y="465524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" name="" descr="fa38fb53-4f1c-4c69-87df-8e0a54a8fec3"/>
              <p:cNvSpPr/>
              <p:nvPr/>
            </p:nvSpPr>
            <p:spPr>
              <a:xfrm>
                <a:off x="3617528" y="3025599"/>
                <a:ext cx="440386" cy="346398"/>
              </a:xfrm>
              <a:custGeom>
                <a:gdLst>
                  <a:gd name="connsiteX0" fmla="*/ 39663 w 440386"/>
                  <a:gd name="connsiteY0" fmla="*/ 343125 h 346398"/>
                  <a:gd name="connsiteX1" fmla="*/ 317020 w 440386"/>
                  <a:gd name="connsiteY1" fmla="*/ 293850 h 346398"/>
                  <a:gd name="connsiteX2" fmla="*/ 442638 w 440386"/>
                  <a:gd name="connsiteY2" fmla="*/ 143055 h 346398"/>
                  <a:gd name="connsiteX3" fmla="*/ 298931 w 440386"/>
                  <a:gd name="connsiteY3" fmla="*/ -315 h 346398"/>
                  <a:gd name="connsiteX4" fmla="*/ 105205 w 440386"/>
                  <a:gd name="connsiteY4" fmla="*/ 97830 h 346398"/>
                  <a:gd name="connsiteX5" fmla="*/ 2403 w 440386"/>
                  <a:gd name="connsiteY5" fmla="*/ 297360 h 346398"/>
                  <a:gd name="connsiteX6" fmla="*/ 39663 w 440386"/>
                  <a:gd name="connsiteY6" fmla="*/ 343125 h 34639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0386" h="346398">
                    <a:moveTo>
                      <a:pt x="39663" y="343125"/>
                    </a:moveTo>
                    <a:cubicBezTo>
                      <a:pt x="134905" y="352912"/>
                      <a:pt x="230958" y="335902"/>
                      <a:pt x="317020" y="293850"/>
                    </a:cubicBezTo>
                    <a:cubicBezTo>
                      <a:pt x="378648" y="263542"/>
                      <a:pt x="439128" y="211635"/>
                      <a:pt x="442638" y="143055"/>
                    </a:cubicBezTo>
                    <a:cubicBezTo>
                      <a:pt x="446553" y="67995"/>
                      <a:pt x="373991" y="3802"/>
                      <a:pt x="298931" y="-315"/>
                    </a:cubicBezTo>
                    <a:cubicBezTo>
                      <a:pt x="223870" y="-4433"/>
                      <a:pt x="152726" y="39578"/>
                      <a:pt x="105205" y="97830"/>
                    </a:cubicBezTo>
                    <a:cubicBezTo>
                      <a:pt x="57685" y="156082"/>
                      <a:pt x="29673" y="227362"/>
                      <a:pt x="2403" y="297360"/>
                    </a:cubicBezTo>
                    <a:cubicBezTo>
                      <a:pt x="13068" y="313627"/>
                      <a:pt x="28998" y="326925"/>
                      <a:pt x="39663" y="343125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" name="" descr="275e89e0-ec5f-4a63-bbac-f02e235054ab"/>
              <p:cNvSpPr/>
              <p:nvPr/>
            </p:nvSpPr>
            <p:spPr>
              <a:xfrm>
                <a:off x="3639533" y="3366844"/>
                <a:ext cx="438997" cy="338770"/>
              </a:xfrm>
              <a:custGeom>
                <a:gdLst>
                  <a:gd name="connsiteX0" fmla="*/ 2403 w 438997"/>
                  <a:gd name="connsiteY0" fmla="*/ 64250 h 338770"/>
                  <a:gd name="connsiteX1" fmla="*/ 176080 w 438997"/>
                  <a:gd name="connsiteY1" fmla="*/ 286055 h 338770"/>
                  <a:gd name="connsiteX2" fmla="*/ 368185 w 438997"/>
                  <a:gd name="connsiteY2" fmla="*/ 326555 h 338770"/>
                  <a:gd name="connsiteX3" fmla="*/ 427383 w 438997"/>
                  <a:gd name="connsiteY3" fmla="*/ 132358 h 338770"/>
                  <a:gd name="connsiteX4" fmla="*/ 249858 w 438997"/>
                  <a:gd name="connsiteY4" fmla="*/ 7280 h 338770"/>
                  <a:gd name="connsiteX5" fmla="*/ 25353 w 438997"/>
                  <a:gd name="connsiteY5" fmla="*/ 10115 h 338770"/>
                  <a:gd name="connsiteX6" fmla="*/ 2403 w 438997"/>
                  <a:gd name="connsiteY6" fmla="*/ 64250 h 33877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8997" h="338770">
                    <a:moveTo>
                      <a:pt x="2403" y="64250"/>
                    </a:moveTo>
                    <a:cubicBezTo>
                      <a:pt x="38448" y="152945"/>
                      <a:pt x="98590" y="229828"/>
                      <a:pt x="176080" y="286055"/>
                    </a:cubicBezTo>
                    <a:cubicBezTo>
                      <a:pt x="231700" y="326555"/>
                      <a:pt x="305883" y="355310"/>
                      <a:pt x="368185" y="326555"/>
                    </a:cubicBezTo>
                    <a:cubicBezTo>
                      <a:pt x="436293" y="294830"/>
                      <a:pt x="458973" y="200600"/>
                      <a:pt x="427383" y="132358"/>
                    </a:cubicBezTo>
                    <a:cubicBezTo>
                      <a:pt x="395793" y="64115"/>
                      <a:pt x="323568" y="21928"/>
                      <a:pt x="249858" y="7280"/>
                    </a:cubicBezTo>
                    <a:cubicBezTo>
                      <a:pt x="176148" y="-7367"/>
                      <a:pt x="100008" y="1340"/>
                      <a:pt x="25353" y="10115"/>
                    </a:cubicBezTo>
                    <a:cubicBezTo>
                      <a:pt x="16038" y="26855"/>
                      <a:pt x="11786" y="47240"/>
                      <a:pt x="2403" y="64250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" name="" descr="b8e6ea1b-7c32-4347-b430-7c7432403dc5"/>
              <p:cNvSpPr/>
              <p:nvPr/>
            </p:nvSpPr>
            <p:spPr>
              <a:xfrm>
                <a:off x="3459401" y="3442197"/>
                <a:ext cx="297037" cy="474646"/>
              </a:xfrm>
              <a:custGeom>
                <a:gdLst>
                  <a:gd name="connsiteX0" fmla="*/ 120367 w 297037"/>
                  <a:gd name="connsiteY0" fmla="*/ 4692 h 474646"/>
                  <a:gd name="connsiteX1" fmla="*/ 5617 w 297037"/>
                  <a:gd name="connsiteY1" fmla="*/ 262070 h 474646"/>
                  <a:gd name="connsiteX2" fmla="*/ 60157 w 297037"/>
                  <a:gd name="connsiteY2" fmla="*/ 450598 h 474646"/>
                  <a:gd name="connsiteX3" fmla="*/ 259417 w 297037"/>
                  <a:gd name="connsiteY3" fmla="*/ 411785 h 474646"/>
                  <a:gd name="connsiteX4" fmla="*/ 286417 w 297037"/>
                  <a:gd name="connsiteY4" fmla="*/ 196325 h 474646"/>
                  <a:gd name="connsiteX5" fmla="*/ 178417 w 297037"/>
                  <a:gd name="connsiteY5" fmla="*/ -573 h 474646"/>
                  <a:gd name="connsiteX6" fmla="*/ 120367 w 297037"/>
                  <a:gd name="connsiteY6" fmla="*/ 4692 h 4746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7037" h="474646">
                    <a:moveTo>
                      <a:pt x="120367" y="4692"/>
                    </a:moveTo>
                    <a:cubicBezTo>
                      <a:pt x="58740" y="78065"/>
                      <a:pt x="18982" y="167233"/>
                      <a:pt x="5617" y="262070"/>
                    </a:cubicBezTo>
                    <a:cubicBezTo>
                      <a:pt x="-3833" y="330109"/>
                      <a:pt x="5617" y="409220"/>
                      <a:pt x="60157" y="450598"/>
                    </a:cubicBezTo>
                    <a:cubicBezTo>
                      <a:pt x="120165" y="495890"/>
                      <a:pt x="213990" y="471658"/>
                      <a:pt x="259417" y="411785"/>
                    </a:cubicBezTo>
                    <a:cubicBezTo>
                      <a:pt x="304845" y="351913"/>
                      <a:pt x="308220" y="268280"/>
                      <a:pt x="286417" y="196325"/>
                    </a:cubicBezTo>
                    <a:cubicBezTo>
                      <a:pt x="264615" y="124370"/>
                      <a:pt x="221347" y="61325"/>
                      <a:pt x="178417" y="-573"/>
                    </a:cubicBezTo>
                    <a:cubicBezTo>
                      <a:pt x="159720" y="-842"/>
                      <a:pt x="139740" y="4962"/>
                      <a:pt x="120367" y="4692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" name="" descr="611d5962-06d7-4df2-9eb3-d95f384a545c"/>
              <p:cNvSpPr/>
              <p:nvPr/>
            </p:nvSpPr>
            <p:spPr>
              <a:xfrm>
                <a:off x="3110903" y="3388813"/>
                <a:ext cx="455527" cy="327523"/>
              </a:xfrm>
              <a:custGeom>
                <a:gdLst>
                  <a:gd name="connsiteX0" fmla="*/ 425733 w 455527"/>
                  <a:gd name="connsiteY0" fmla="*/ 10556 h 327523"/>
                  <a:gd name="connsiteX1" fmla="*/ 144731 w 455527"/>
                  <a:gd name="connsiteY1" fmla="*/ 30198 h 327523"/>
                  <a:gd name="connsiteX2" fmla="*/ 3790 w 455527"/>
                  <a:gd name="connsiteY2" fmla="*/ 166818 h 327523"/>
                  <a:gd name="connsiteX3" fmla="*/ 131568 w 455527"/>
                  <a:gd name="connsiteY3" fmla="*/ 324633 h 327523"/>
                  <a:gd name="connsiteX4" fmla="*/ 334608 w 455527"/>
                  <a:gd name="connsiteY4" fmla="*/ 247549 h 327523"/>
                  <a:gd name="connsiteX5" fmla="*/ 457931 w 455527"/>
                  <a:gd name="connsiteY5" fmla="*/ 59966 h 327523"/>
                  <a:gd name="connsiteX6" fmla="*/ 425733 w 455527"/>
                  <a:gd name="connsiteY6" fmla="*/ 10556 h 32752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5527" h="327523">
                    <a:moveTo>
                      <a:pt x="425733" y="10556"/>
                    </a:moveTo>
                    <a:cubicBezTo>
                      <a:pt x="332043" y="-9289"/>
                      <a:pt x="234708" y="-2539"/>
                      <a:pt x="144731" y="30198"/>
                    </a:cubicBezTo>
                    <a:cubicBezTo>
                      <a:pt x="80200" y="53756"/>
                      <a:pt x="14590" y="98981"/>
                      <a:pt x="3790" y="166818"/>
                    </a:cubicBezTo>
                    <a:cubicBezTo>
                      <a:pt x="-8022" y="241068"/>
                      <a:pt x="57385" y="312618"/>
                      <a:pt x="131568" y="324633"/>
                    </a:cubicBezTo>
                    <a:cubicBezTo>
                      <a:pt x="205750" y="336648"/>
                      <a:pt x="281215" y="300401"/>
                      <a:pt x="334608" y="247549"/>
                    </a:cubicBezTo>
                    <a:cubicBezTo>
                      <a:pt x="388000" y="194696"/>
                      <a:pt x="423437" y="126724"/>
                      <a:pt x="457931" y="59966"/>
                    </a:cubicBezTo>
                    <a:cubicBezTo>
                      <a:pt x="449088" y="42753"/>
                      <a:pt x="434575" y="27836"/>
                      <a:pt x="425733" y="10556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" name="" descr="cd7e9de6-544e-4591-9b98-db0e0ef35191"/>
              <p:cNvSpPr/>
              <p:nvPr/>
            </p:nvSpPr>
            <p:spPr>
              <a:xfrm>
                <a:off x="3103067" y="3089437"/>
                <a:ext cx="445745" cy="331397"/>
              </a:xfrm>
              <a:custGeom>
                <a:gdLst>
                  <a:gd name="connsiteX0" fmla="*/ 448148 w 445745"/>
                  <a:gd name="connsiteY0" fmla="*/ 256405 h 331397"/>
                  <a:gd name="connsiteX1" fmla="*/ 262861 w 445745"/>
                  <a:gd name="connsiteY1" fmla="*/ 44252 h 331397"/>
                  <a:gd name="connsiteX2" fmla="*/ 68866 w 445745"/>
                  <a:gd name="connsiteY2" fmla="*/ 14282 h 331397"/>
                  <a:gd name="connsiteX3" fmla="*/ 20131 w 445745"/>
                  <a:gd name="connsiteY3" fmla="*/ 211382 h 331397"/>
                  <a:gd name="connsiteX4" fmla="*/ 204136 w 445745"/>
                  <a:gd name="connsiteY4" fmla="*/ 326807 h 331397"/>
                  <a:gd name="connsiteX5" fmla="*/ 428168 w 445745"/>
                  <a:gd name="connsiteY5" fmla="*/ 311890 h 331397"/>
                  <a:gd name="connsiteX6" fmla="*/ 448148 w 445745"/>
                  <a:gd name="connsiteY6" fmla="*/ 256405 h 33139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5745" h="331397">
                    <a:moveTo>
                      <a:pt x="448148" y="256405"/>
                    </a:moveTo>
                    <a:cubicBezTo>
                      <a:pt x="407446" y="169735"/>
                      <a:pt x="343254" y="96227"/>
                      <a:pt x="262861" y="44252"/>
                    </a:cubicBezTo>
                    <a:cubicBezTo>
                      <a:pt x="205148" y="6993"/>
                      <a:pt x="129481" y="-17983"/>
                      <a:pt x="68866" y="14282"/>
                    </a:cubicBezTo>
                    <a:cubicBezTo>
                      <a:pt x="2580" y="49652"/>
                      <a:pt x="-15037" y="144962"/>
                      <a:pt x="20131" y="211382"/>
                    </a:cubicBezTo>
                    <a:cubicBezTo>
                      <a:pt x="55298" y="277803"/>
                      <a:pt x="129751" y="316075"/>
                      <a:pt x="204136" y="326807"/>
                    </a:cubicBezTo>
                    <a:cubicBezTo>
                      <a:pt x="278521" y="337540"/>
                      <a:pt x="354053" y="324715"/>
                      <a:pt x="428168" y="311890"/>
                    </a:cubicBezTo>
                    <a:cubicBezTo>
                      <a:pt x="436538" y="294407"/>
                      <a:pt x="439711" y="273887"/>
                      <a:pt x="448148" y="256405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" name="" descr="dd913df9-97d6-48ab-9a99-be0f467c565e"/>
              <p:cNvSpPr/>
              <p:nvPr/>
            </p:nvSpPr>
            <p:spPr>
              <a:xfrm>
                <a:off x="3496724" y="3289269"/>
                <a:ext cx="197192" cy="197129"/>
              </a:xfrm>
              <a:custGeom>
                <a:gdLst>
                  <a:gd name="connsiteX0" fmla="*/ 197389 w 197192"/>
                  <a:gd name="connsiteY0" fmla="*/ 77363 h 197129"/>
                  <a:gd name="connsiteX1" fmla="*/ 121587 w 197192"/>
                  <a:gd name="connsiteY1" fmla="*/ 194341 h 197129"/>
                  <a:gd name="connsiteX2" fmla="*/ 121587 w 197192"/>
                  <a:gd name="connsiteY2" fmla="*/ 194341 h 197129"/>
                  <a:gd name="connsiteX3" fmla="*/ 4610 w 197192"/>
                  <a:gd name="connsiteY3" fmla="*/ 118605 h 197129"/>
                  <a:gd name="connsiteX4" fmla="*/ 80412 w 197192"/>
                  <a:gd name="connsiteY4" fmla="*/ 1628 h 197129"/>
                  <a:gd name="connsiteX5" fmla="*/ 80412 w 197192"/>
                  <a:gd name="connsiteY5" fmla="*/ 1628 h 197129"/>
                  <a:gd name="connsiteX6" fmla="*/ 197389 w 197192"/>
                  <a:gd name="connsiteY6" fmla="*/ 77227 h 197129"/>
                  <a:gd name="connsiteX7" fmla="*/ 197389 w 197192"/>
                  <a:gd name="connsiteY7" fmla="*/ 77363 h 19712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7192" h="197129">
                    <a:moveTo>
                      <a:pt x="197389" y="77363"/>
                    </a:moveTo>
                    <a:cubicBezTo>
                      <a:pt x="208797" y="130620"/>
                      <a:pt x="174844" y="182933"/>
                      <a:pt x="121587" y="194341"/>
                    </a:cubicBezTo>
                    <a:cubicBezTo>
                      <a:pt x="121587" y="194341"/>
                      <a:pt x="121587" y="194341"/>
                      <a:pt x="121587" y="194341"/>
                    </a:cubicBezTo>
                    <a:cubicBezTo>
                      <a:pt x="68397" y="205748"/>
                      <a:pt x="16017" y="171795"/>
                      <a:pt x="4610" y="118605"/>
                    </a:cubicBezTo>
                    <a:cubicBezTo>
                      <a:pt x="-6798" y="65348"/>
                      <a:pt x="27154" y="13036"/>
                      <a:pt x="80412" y="1628"/>
                    </a:cubicBezTo>
                    <a:cubicBezTo>
                      <a:pt x="80412" y="1628"/>
                      <a:pt x="80412" y="1628"/>
                      <a:pt x="80412" y="1628"/>
                    </a:cubicBezTo>
                    <a:cubicBezTo>
                      <a:pt x="133602" y="-9779"/>
                      <a:pt x="185982" y="24105"/>
                      <a:pt x="197389" y="77227"/>
                    </a:cubicBezTo>
                    <a:cubicBezTo>
                      <a:pt x="197389" y="77295"/>
                      <a:pt x="197389" y="77295"/>
                      <a:pt x="197389" y="77363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" name="" descr="49f8401d-de7f-4e52-b199-36ded18ef809"/>
              <p:cNvSpPr/>
              <p:nvPr/>
            </p:nvSpPr>
            <p:spPr>
              <a:xfrm>
                <a:off x="3187080" y="3188609"/>
                <a:ext cx="300375" cy="134797"/>
              </a:xfrm>
              <a:custGeom>
                <a:gdLst>
                  <a:gd name="connsiteX0" fmla="*/ 2403 w 300375"/>
                  <a:gd name="connsiteY0" fmla="*/ -582 h 134797"/>
                  <a:gd name="connsiteX1" fmla="*/ 157653 w 300375"/>
                  <a:gd name="connsiteY1" fmla="*/ 55713 h 134797"/>
                  <a:gd name="connsiteX2" fmla="*/ 302778 w 300375"/>
                  <a:gd name="connsiteY2" fmla="*/ 134215 h 134797"/>
                  <a:gd name="connsiteX3" fmla="*/ 147528 w 300375"/>
                  <a:gd name="connsiteY3" fmla="*/ 77920 h 134797"/>
                  <a:gd name="connsiteX4" fmla="*/ 2403 w 300375"/>
                  <a:gd name="connsiteY4" fmla="*/ -582 h 13479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375" h="134797">
                    <a:moveTo>
                      <a:pt x="2403" y="-582"/>
                    </a:moveTo>
                    <a:cubicBezTo>
                      <a:pt x="55661" y="13795"/>
                      <a:pt x="107568" y="32628"/>
                      <a:pt x="157653" y="55713"/>
                    </a:cubicBezTo>
                    <a:cubicBezTo>
                      <a:pt x="208143" y="77785"/>
                      <a:pt x="256676" y="104043"/>
                      <a:pt x="302778" y="134215"/>
                    </a:cubicBezTo>
                    <a:cubicBezTo>
                      <a:pt x="249520" y="119838"/>
                      <a:pt x="197613" y="101006"/>
                      <a:pt x="147528" y="77920"/>
                    </a:cubicBezTo>
                    <a:cubicBezTo>
                      <a:pt x="97038" y="55848"/>
                      <a:pt x="48505" y="29590"/>
                      <a:pt x="2403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" name="" descr="3c7b9944-d4bd-4b44-817e-a7a0ef8bf35e"/>
              <p:cNvSpPr/>
              <p:nvPr/>
            </p:nvSpPr>
            <p:spPr>
              <a:xfrm>
                <a:off x="3212257" y="3445986"/>
                <a:ext cx="278302" cy="171179"/>
              </a:xfrm>
              <a:custGeom>
                <a:gdLst>
                  <a:gd name="connsiteX0" fmla="*/ 2403 w 278302"/>
                  <a:gd name="connsiteY0" fmla="*/ 170598 h 171179"/>
                  <a:gd name="connsiteX1" fmla="*/ 139765 w 278302"/>
                  <a:gd name="connsiteY1" fmla="*/ 82105 h 171179"/>
                  <a:gd name="connsiteX2" fmla="*/ 280705 w 278302"/>
                  <a:gd name="connsiteY2" fmla="*/ -582 h 171179"/>
                  <a:gd name="connsiteX3" fmla="*/ 152455 w 278302"/>
                  <a:gd name="connsiteY3" fmla="*/ 102895 h 171179"/>
                  <a:gd name="connsiteX4" fmla="*/ 2403 w 278302"/>
                  <a:gd name="connsiteY4" fmla="*/ 170598 h 17117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02" h="171179">
                    <a:moveTo>
                      <a:pt x="2403" y="170598"/>
                    </a:moveTo>
                    <a:cubicBezTo>
                      <a:pt x="47493" y="138468"/>
                      <a:pt x="93866" y="110860"/>
                      <a:pt x="139765" y="82105"/>
                    </a:cubicBezTo>
                    <a:cubicBezTo>
                      <a:pt x="185666" y="53350"/>
                      <a:pt x="231701" y="25135"/>
                      <a:pt x="280705" y="-582"/>
                    </a:cubicBezTo>
                    <a:cubicBezTo>
                      <a:pt x="242973" y="39715"/>
                      <a:pt x="199773" y="74478"/>
                      <a:pt x="152455" y="102895"/>
                    </a:cubicBezTo>
                    <a:cubicBezTo>
                      <a:pt x="105813" y="132257"/>
                      <a:pt x="55324" y="155006"/>
                      <a:pt x="2403" y="170598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" name="" descr="c6fef2ba-c0e3-4fcb-b0dc-859308243e9e"/>
              <p:cNvSpPr/>
              <p:nvPr/>
            </p:nvSpPr>
            <p:spPr>
              <a:xfrm>
                <a:off x="3271050" y="3369529"/>
                <a:ext cx="191227" cy="34855"/>
              </a:xfrm>
              <a:custGeom>
                <a:gdLst>
                  <a:gd name="connsiteX0" fmla="*/ 2403 w 191227"/>
                  <a:gd name="connsiteY0" fmla="*/ 32337 h 34855"/>
                  <a:gd name="connsiteX1" fmla="*/ 96025 w 191227"/>
                  <a:gd name="connsiteY1" fmla="*/ 4797 h 34855"/>
                  <a:gd name="connsiteX2" fmla="*/ 193630 w 191227"/>
                  <a:gd name="connsiteY2" fmla="*/ 1354 h 34855"/>
                  <a:gd name="connsiteX3" fmla="*/ 99940 w 191227"/>
                  <a:gd name="connsiteY3" fmla="*/ 28895 h 34855"/>
                  <a:gd name="connsiteX4" fmla="*/ 2403 w 191227"/>
                  <a:gd name="connsiteY4" fmla="*/ 32337 h 3485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227" h="34855">
                    <a:moveTo>
                      <a:pt x="2403" y="32337"/>
                    </a:moveTo>
                    <a:cubicBezTo>
                      <a:pt x="32170" y="18837"/>
                      <a:pt x="63693" y="9589"/>
                      <a:pt x="96025" y="4797"/>
                    </a:cubicBezTo>
                    <a:cubicBezTo>
                      <a:pt x="128222" y="-940"/>
                      <a:pt x="161096" y="-2088"/>
                      <a:pt x="193630" y="1354"/>
                    </a:cubicBezTo>
                    <a:cubicBezTo>
                      <a:pt x="163862" y="14922"/>
                      <a:pt x="132340" y="24169"/>
                      <a:pt x="99940" y="28895"/>
                    </a:cubicBezTo>
                    <a:cubicBezTo>
                      <a:pt x="67742" y="34632"/>
                      <a:pt x="34938" y="35779"/>
                      <a:pt x="2403" y="32337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" name="" descr="dd3731e0-cac7-4826-8709-c0021e9a621c"/>
              <p:cNvSpPr/>
              <p:nvPr/>
            </p:nvSpPr>
            <p:spPr>
              <a:xfrm>
                <a:off x="3500449" y="3490266"/>
                <a:ext cx="40049" cy="68715"/>
              </a:xfrm>
              <a:custGeom>
                <a:gdLst>
                  <a:gd name="connsiteX0" fmla="*/ 2706 w 40049"/>
                  <a:gd name="connsiteY0" fmla="*/ 68133 h 68715"/>
                  <a:gd name="connsiteX1" fmla="*/ 11820 w 40049"/>
                  <a:gd name="connsiteY1" fmla="*/ 27633 h 68715"/>
                  <a:gd name="connsiteX2" fmla="*/ 42127 w 40049"/>
                  <a:gd name="connsiteY2" fmla="*/ -582 h 68715"/>
                  <a:gd name="connsiteX3" fmla="*/ 32947 w 40049"/>
                  <a:gd name="connsiteY3" fmla="*/ 39918 h 68715"/>
                  <a:gd name="connsiteX4" fmla="*/ 2706 w 40049"/>
                  <a:gd name="connsiteY4" fmla="*/ 68133 h 6871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049" h="68715">
                    <a:moveTo>
                      <a:pt x="2706" y="68133"/>
                    </a:moveTo>
                    <a:cubicBezTo>
                      <a:pt x="1357" y="54026"/>
                      <a:pt x="4529" y="39851"/>
                      <a:pt x="11820" y="27633"/>
                    </a:cubicBezTo>
                    <a:cubicBezTo>
                      <a:pt x="18636" y="15214"/>
                      <a:pt x="29234" y="5290"/>
                      <a:pt x="42127" y="-582"/>
                    </a:cubicBezTo>
                    <a:cubicBezTo>
                      <a:pt x="43544" y="13526"/>
                      <a:pt x="40304" y="27768"/>
                      <a:pt x="32947" y="39918"/>
                    </a:cubicBezTo>
                    <a:cubicBezTo>
                      <a:pt x="26130" y="52339"/>
                      <a:pt x="15532" y="62193"/>
                      <a:pt x="2706" y="68133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" name="" descr="f5fdb94e-f5dc-43d0-aff7-bf800a0f7ff6"/>
              <p:cNvSpPr/>
              <p:nvPr/>
            </p:nvSpPr>
            <p:spPr>
              <a:xfrm>
                <a:off x="3656812" y="3471231"/>
                <a:ext cx="55890" cy="85522"/>
              </a:xfrm>
              <a:custGeom>
                <a:gdLst>
                  <a:gd name="connsiteX0" fmla="*/ 2403 w 55890"/>
                  <a:gd name="connsiteY0" fmla="*/ -582 h 85522"/>
                  <a:gd name="connsiteX1" fmla="*/ 40541 w 55890"/>
                  <a:gd name="connsiteY1" fmla="*/ 35463 h 85522"/>
                  <a:gd name="connsiteX2" fmla="*/ 58293 w 55890"/>
                  <a:gd name="connsiteY2" fmla="*/ 84941 h 85522"/>
                  <a:gd name="connsiteX3" fmla="*/ 20155 w 55890"/>
                  <a:gd name="connsiteY3" fmla="*/ 48828 h 85522"/>
                  <a:gd name="connsiteX4" fmla="*/ 2403 w 55890"/>
                  <a:gd name="connsiteY4" fmla="*/ -582 h 8552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890" h="85522">
                    <a:moveTo>
                      <a:pt x="2403" y="-582"/>
                    </a:moveTo>
                    <a:cubicBezTo>
                      <a:pt x="17996" y="7991"/>
                      <a:pt x="31090" y="20410"/>
                      <a:pt x="40541" y="35463"/>
                    </a:cubicBezTo>
                    <a:cubicBezTo>
                      <a:pt x="50666" y="50110"/>
                      <a:pt x="56741" y="67188"/>
                      <a:pt x="58293" y="84941"/>
                    </a:cubicBezTo>
                    <a:cubicBezTo>
                      <a:pt x="42701" y="76368"/>
                      <a:pt x="29538" y="63948"/>
                      <a:pt x="20155" y="48828"/>
                    </a:cubicBezTo>
                    <a:cubicBezTo>
                      <a:pt x="10098" y="34181"/>
                      <a:pt x="3956" y="17170"/>
                      <a:pt x="2403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" name="" descr="7e0da2df-3503-48fd-a836-5aefebbd974c"/>
              <p:cNvSpPr/>
              <p:nvPr/>
            </p:nvSpPr>
            <p:spPr>
              <a:xfrm>
                <a:off x="3689212" y="3354628"/>
                <a:ext cx="105232" cy="25602"/>
              </a:xfrm>
              <a:custGeom>
                <a:gdLst>
                  <a:gd name="connsiteX0" fmla="*/ 2403 w 105232"/>
                  <a:gd name="connsiteY0" fmla="*/ 16863 h 25602"/>
                  <a:gd name="connsiteX1" fmla="*/ 53973 w 105232"/>
                  <a:gd name="connsiteY1" fmla="*/ 55 h 25602"/>
                  <a:gd name="connsiteX2" fmla="*/ 107635 w 105232"/>
                  <a:gd name="connsiteY2" fmla="*/ 7548 h 25602"/>
                  <a:gd name="connsiteX3" fmla="*/ 56133 w 105232"/>
                  <a:gd name="connsiteY3" fmla="*/ 24356 h 25602"/>
                  <a:gd name="connsiteX4" fmla="*/ 2403 w 105232"/>
                  <a:gd name="connsiteY4" fmla="*/ 16863 h 2560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232" h="25602">
                    <a:moveTo>
                      <a:pt x="2403" y="16863"/>
                    </a:moveTo>
                    <a:cubicBezTo>
                      <a:pt x="17928" y="7075"/>
                      <a:pt x="35681" y="1271"/>
                      <a:pt x="53973" y="55"/>
                    </a:cubicBezTo>
                    <a:cubicBezTo>
                      <a:pt x="72198" y="-1902"/>
                      <a:pt x="90625" y="663"/>
                      <a:pt x="107635" y="7548"/>
                    </a:cubicBezTo>
                    <a:cubicBezTo>
                      <a:pt x="92178" y="17403"/>
                      <a:pt x="74426" y="23140"/>
                      <a:pt x="56133" y="24356"/>
                    </a:cubicBezTo>
                    <a:cubicBezTo>
                      <a:pt x="37908" y="26380"/>
                      <a:pt x="19413" y="23748"/>
                      <a:pt x="2403" y="16863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" name="" descr="d8d1bbdb-cf73-4a1e-ab70-493fa436e0e8"/>
              <p:cNvSpPr/>
              <p:nvPr/>
            </p:nvSpPr>
            <p:spPr>
              <a:xfrm>
                <a:off x="3628395" y="3189351"/>
                <a:ext cx="50017" cy="97739"/>
              </a:xfrm>
              <a:custGeom>
                <a:gdLst>
                  <a:gd name="connsiteX0" fmla="*/ 2403 w 50017"/>
                  <a:gd name="connsiteY0" fmla="*/ 97158 h 97739"/>
                  <a:gd name="connsiteX1" fmla="*/ 16578 w 50017"/>
                  <a:gd name="connsiteY1" fmla="*/ 42753 h 97739"/>
                  <a:gd name="connsiteX2" fmla="*/ 52421 w 50017"/>
                  <a:gd name="connsiteY2" fmla="*/ -582 h 97739"/>
                  <a:gd name="connsiteX3" fmla="*/ 38246 w 50017"/>
                  <a:gd name="connsiteY3" fmla="*/ 53891 h 97739"/>
                  <a:gd name="connsiteX4" fmla="*/ 2403 w 50017"/>
                  <a:gd name="connsiteY4" fmla="*/ 97158 h 9773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17" h="97739">
                    <a:moveTo>
                      <a:pt x="2403" y="97158"/>
                    </a:moveTo>
                    <a:cubicBezTo>
                      <a:pt x="2741" y="78123"/>
                      <a:pt x="7601" y="59493"/>
                      <a:pt x="16578" y="42753"/>
                    </a:cubicBezTo>
                    <a:cubicBezTo>
                      <a:pt x="24813" y="25608"/>
                      <a:pt x="37166" y="10758"/>
                      <a:pt x="52421" y="-582"/>
                    </a:cubicBezTo>
                    <a:cubicBezTo>
                      <a:pt x="52150" y="18453"/>
                      <a:pt x="47291" y="37150"/>
                      <a:pt x="38246" y="53891"/>
                    </a:cubicBezTo>
                    <a:cubicBezTo>
                      <a:pt x="29943" y="70968"/>
                      <a:pt x="17658" y="85818"/>
                      <a:pt x="2403" y="97158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" name="" descr="083063a3-9e47-4b61-b754-96be8b740afb"/>
              <p:cNvSpPr/>
              <p:nvPr/>
            </p:nvSpPr>
            <p:spPr>
              <a:xfrm>
                <a:off x="3512228" y="2915908"/>
                <a:ext cx="52852" cy="356737"/>
              </a:xfrm>
              <a:custGeom>
                <a:gdLst>
                  <a:gd name="connsiteX0" fmla="*/ 55255 w 52852"/>
                  <a:gd name="connsiteY0" fmla="*/ 356155 h 356737"/>
                  <a:gd name="connsiteX1" fmla="*/ 16780 w 52852"/>
                  <a:gd name="connsiteY1" fmla="*/ 179576 h 356737"/>
                  <a:gd name="connsiteX2" fmla="*/ 2403 w 52852"/>
                  <a:gd name="connsiteY2" fmla="*/ -582 h 356737"/>
                  <a:gd name="connsiteX3" fmla="*/ 40878 w 52852"/>
                  <a:gd name="connsiteY3" fmla="*/ 175998 h 356737"/>
                  <a:gd name="connsiteX4" fmla="*/ 55255 w 52852"/>
                  <a:gd name="connsiteY4" fmla="*/ 356155 h 35673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852" h="356737">
                    <a:moveTo>
                      <a:pt x="55255" y="356155"/>
                    </a:moveTo>
                    <a:cubicBezTo>
                      <a:pt x="37976" y="298376"/>
                      <a:pt x="25083" y="239313"/>
                      <a:pt x="16780" y="179576"/>
                    </a:cubicBezTo>
                    <a:cubicBezTo>
                      <a:pt x="7398" y="119973"/>
                      <a:pt x="2538" y="59763"/>
                      <a:pt x="2403" y="-582"/>
                    </a:cubicBezTo>
                    <a:cubicBezTo>
                      <a:pt x="19750" y="57198"/>
                      <a:pt x="32643" y="116261"/>
                      <a:pt x="40878" y="175998"/>
                    </a:cubicBezTo>
                    <a:cubicBezTo>
                      <a:pt x="50260" y="235600"/>
                      <a:pt x="55052" y="295811"/>
                      <a:pt x="55255" y="356155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" name="" descr="0329596a-453b-48d3-b1e0-0c91d3405104"/>
              <p:cNvSpPr/>
              <p:nvPr/>
            </p:nvSpPr>
            <p:spPr>
              <a:xfrm>
                <a:off x="3441015" y="3190701"/>
                <a:ext cx="67972" cy="99225"/>
              </a:xfrm>
              <a:custGeom>
                <a:gdLst>
                  <a:gd name="connsiteX0" fmla="*/ 2403 w 67972"/>
                  <a:gd name="connsiteY0" fmla="*/ -582 h 99225"/>
                  <a:gd name="connsiteX1" fmla="*/ 46481 w 67972"/>
                  <a:gd name="connsiteY1" fmla="*/ 42146 h 99225"/>
                  <a:gd name="connsiteX2" fmla="*/ 70376 w 67972"/>
                  <a:gd name="connsiteY2" fmla="*/ 98643 h 99225"/>
                  <a:gd name="connsiteX3" fmla="*/ 26298 w 67972"/>
                  <a:gd name="connsiteY3" fmla="*/ 55916 h 99225"/>
                  <a:gd name="connsiteX4" fmla="*/ 2403 w 67972"/>
                  <a:gd name="connsiteY4" fmla="*/ -582 h 9922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72" h="99225">
                    <a:moveTo>
                      <a:pt x="2403" y="-582"/>
                    </a:moveTo>
                    <a:cubicBezTo>
                      <a:pt x="20088" y="10219"/>
                      <a:pt x="35140" y="24798"/>
                      <a:pt x="46481" y="42146"/>
                    </a:cubicBezTo>
                    <a:cubicBezTo>
                      <a:pt x="58563" y="58953"/>
                      <a:pt x="66731" y="78258"/>
                      <a:pt x="70376" y="98643"/>
                    </a:cubicBezTo>
                    <a:cubicBezTo>
                      <a:pt x="52691" y="87844"/>
                      <a:pt x="37638" y="73263"/>
                      <a:pt x="26298" y="55916"/>
                    </a:cubicBezTo>
                    <a:cubicBezTo>
                      <a:pt x="14283" y="39041"/>
                      <a:pt x="6116" y="19803"/>
                      <a:pt x="2403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" name="" descr="ec6f868f-919d-48bd-b42c-58364ee7660d"/>
              <p:cNvSpPr/>
              <p:nvPr/>
            </p:nvSpPr>
            <p:spPr>
              <a:xfrm>
                <a:off x="3595502" y="3516321"/>
                <a:ext cx="24528" cy="298619"/>
              </a:xfrm>
              <a:custGeom>
                <a:gdLst>
                  <a:gd name="connsiteX0" fmla="*/ 15045 w 24528"/>
                  <a:gd name="connsiteY0" fmla="*/ -582 h 298619"/>
                  <a:gd name="connsiteX1" fmla="*/ 26858 w 24528"/>
                  <a:gd name="connsiteY1" fmla="*/ 148728 h 298619"/>
                  <a:gd name="connsiteX2" fmla="*/ 14303 w 24528"/>
                  <a:gd name="connsiteY2" fmla="*/ 298038 h 298619"/>
                  <a:gd name="connsiteX3" fmla="*/ 2491 w 24528"/>
                  <a:gd name="connsiteY3" fmla="*/ 148660 h 298619"/>
                  <a:gd name="connsiteX4" fmla="*/ 15045 w 24528"/>
                  <a:gd name="connsiteY4" fmla="*/ -582 h 29861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28" h="298619">
                    <a:moveTo>
                      <a:pt x="15045" y="-582"/>
                    </a:moveTo>
                    <a:cubicBezTo>
                      <a:pt x="23550" y="48692"/>
                      <a:pt x="27533" y="98710"/>
                      <a:pt x="26858" y="148728"/>
                    </a:cubicBezTo>
                    <a:cubicBezTo>
                      <a:pt x="27331" y="198812"/>
                      <a:pt x="23078" y="248763"/>
                      <a:pt x="14303" y="298038"/>
                    </a:cubicBezTo>
                    <a:cubicBezTo>
                      <a:pt x="5730" y="248695"/>
                      <a:pt x="1748" y="198745"/>
                      <a:pt x="2491" y="148660"/>
                    </a:cubicBezTo>
                    <a:cubicBezTo>
                      <a:pt x="2085" y="98643"/>
                      <a:pt x="6338" y="48692"/>
                      <a:pt x="15045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" name="" descr="b7ab975d-061f-4d7d-ba62-269fcd04155b"/>
              <p:cNvSpPr/>
              <p:nvPr/>
            </p:nvSpPr>
            <p:spPr>
              <a:xfrm>
                <a:off x="3725122" y="3431271"/>
                <a:ext cx="274252" cy="160785"/>
              </a:xfrm>
              <a:custGeom>
                <a:gdLst>
                  <a:gd name="connsiteX0" fmla="*/ 2403 w 274252"/>
                  <a:gd name="connsiteY0" fmla="*/ -582 h 160785"/>
                  <a:gd name="connsiteX1" fmla="*/ 142128 w 274252"/>
                  <a:gd name="connsiteY1" fmla="*/ 75355 h 160785"/>
                  <a:gd name="connsiteX2" fmla="*/ 276655 w 274252"/>
                  <a:gd name="connsiteY2" fmla="*/ 160203 h 160785"/>
                  <a:gd name="connsiteX3" fmla="*/ 129775 w 274252"/>
                  <a:gd name="connsiteY3" fmla="*/ 96415 h 160785"/>
                  <a:gd name="connsiteX4" fmla="*/ 2403 w 274252"/>
                  <a:gd name="connsiteY4" fmla="*/ -582 h 16078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252" h="160785">
                    <a:moveTo>
                      <a:pt x="2403" y="-582"/>
                    </a:moveTo>
                    <a:cubicBezTo>
                      <a:pt x="51206" y="22368"/>
                      <a:pt x="96431" y="49031"/>
                      <a:pt x="142128" y="75355"/>
                    </a:cubicBezTo>
                    <a:cubicBezTo>
                      <a:pt x="187826" y="101681"/>
                      <a:pt x="232848" y="128816"/>
                      <a:pt x="276655" y="160203"/>
                    </a:cubicBezTo>
                    <a:cubicBezTo>
                      <a:pt x="225086" y="145488"/>
                      <a:pt x="175743" y="124023"/>
                      <a:pt x="129775" y="96415"/>
                    </a:cubicBezTo>
                    <a:cubicBezTo>
                      <a:pt x="83269" y="69753"/>
                      <a:pt x="40473" y="37151"/>
                      <a:pt x="2403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" name="" descr="59b5f458-6146-45a0-ad5d-29f8f9c4c3d8"/>
              <p:cNvSpPr/>
              <p:nvPr/>
            </p:nvSpPr>
            <p:spPr>
              <a:xfrm>
                <a:off x="3713310" y="3098968"/>
                <a:ext cx="248940" cy="190755"/>
              </a:xfrm>
              <a:custGeom>
                <a:gdLst>
                  <a:gd name="connsiteX0" fmla="*/ 2403 w 248940"/>
                  <a:gd name="connsiteY0" fmla="*/ 190173 h 190755"/>
                  <a:gd name="connsiteX1" fmla="*/ 123093 w 248940"/>
                  <a:gd name="connsiteY1" fmla="*/ 89801 h 190755"/>
                  <a:gd name="connsiteX2" fmla="*/ 251343 w 248940"/>
                  <a:gd name="connsiteY2" fmla="*/ -582 h 190755"/>
                  <a:gd name="connsiteX3" fmla="*/ 137876 w 248940"/>
                  <a:gd name="connsiteY3" fmla="*/ 109173 h 190755"/>
                  <a:gd name="connsiteX4" fmla="*/ 2403 w 248940"/>
                  <a:gd name="connsiteY4" fmla="*/ 190173 h 19075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940" h="190755">
                    <a:moveTo>
                      <a:pt x="2403" y="190173"/>
                    </a:moveTo>
                    <a:cubicBezTo>
                      <a:pt x="40946" y="153521"/>
                      <a:pt x="81986" y="121795"/>
                      <a:pt x="123093" y="89801"/>
                    </a:cubicBezTo>
                    <a:cubicBezTo>
                      <a:pt x="164269" y="57468"/>
                      <a:pt x="207063" y="27295"/>
                      <a:pt x="251343" y="-582"/>
                    </a:cubicBezTo>
                    <a:cubicBezTo>
                      <a:pt x="218269" y="40593"/>
                      <a:pt x="180131" y="77516"/>
                      <a:pt x="137876" y="109173"/>
                    </a:cubicBezTo>
                    <a:cubicBezTo>
                      <a:pt x="96296" y="141708"/>
                      <a:pt x="50733" y="168910"/>
                      <a:pt x="2403" y="190173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6" name="" descr="0338217b-8543-4cec-9d67-4451cb98948f"/>
            <p:cNvGrpSpPr/>
            <p:nvPr/>
          </p:nvGrpSpPr>
          <p:grpSpPr>
            <a:xfrm>
              <a:off x="2957154" y="3564090"/>
              <a:ext cx="1449260" cy="2201781"/>
              <a:chOff x="2957154" y="3564090"/>
              <a:chExt cx="1449260" cy="2201781"/>
            </a:xfrm>
          </p:grpSpPr>
          <p:sp>
            <p:nvSpPr>
              <p:cNvPr id="103" name="" descr="8e772c15-a724-470e-b0a8-ad700975e91f"/>
              <p:cNvSpPr/>
              <p:nvPr/>
            </p:nvSpPr>
            <p:spPr>
              <a:xfrm>
                <a:off x="2965432" y="4017017"/>
                <a:ext cx="1440982" cy="1748854"/>
              </a:xfrm>
              <a:custGeom>
                <a:gdLst>
                  <a:gd name="connsiteX0" fmla="*/ 1435001 w 1440982"/>
                  <a:gd name="connsiteY0" fmla="*/ 1252035 h 1748854"/>
                  <a:gd name="connsiteX1" fmla="*/ 1246473 w 1440982"/>
                  <a:gd name="connsiteY1" fmla="*/ 1573335 h 1748854"/>
                  <a:gd name="connsiteX2" fmla="*/ 607114 w 1440982"/>
                  <a:gd name="connsiteY2" fmla="*/ 1739857 h 1748854"/>
                  <a:gd name="connsiteX3" fmla="*/ 285814 w 1440982"/>
                  <a:gd name="connsiteY3" fmla="*/ 1551397 h 1748854"/>
                  <a:gd name="connsiteX4" fmla="*/ 10819 w 1440982"/>
                  <a:gd name="connsiteY4" fmla="*/ 495630 h 1748854"/>
                  <a:gd name="connsiteX5" fmla="*/ 199278 w 1440982"/>
                  <a:gd name="connsiteY5" fmla="*/ 174330 h 1748854"/>
                  <a:gd name="connsiteX6" fmla="*/ 838706 w 1440982"/>
                  <a:gd name="connsiteY6" fmla="*/ 7807 h 1748854"/>
                  <a:gd name="connsiteX7" fmla="*/ 1160006 w 1440982"/>
                  <a:gd name="connsiteY7" fmla="*/ 196267 h 174885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40982" h="1748854">
                    <a:moveTo>
                      <a:pt x="1435001" y="1252035"/>
                    </a:moveTo>
                    <a:cubicBezTo>
                      <a:pt x="1471181" y="1392772"/>
                      <a:pt x="1386941" y="1536277"/>
                      <a:pt x="1246473" y="1573335"/>
                    </a:cubicBezTo>
                    <a:lnTo>
                      <a:pt x="607114" y="1739857"/>
                    </a:lnTo>
                    <a:cubicBezTo>
                      <a:pt x="466376" y="1776104"/>
                      <a:pt x="322871" y="1691932"/>
                      <a:pt x="285814" y="1551397"/>
                    </a:cubicBezTo>
                    <a:lnTo>
                      <a:pt x="10819" y="495630"/>
                    </a:lnTo>
                    <a:cubicBezTo>
                      <a:pt x="-25429" y="354892"/>
                      <a:pt x="58744" y="211387"/>
                      <a:pt x="199278" y="174330"/>
                    </a:cubicBezTo>
                    <a:lnTo>
                      <a:pt x="838706" y="7807"/>
                    </a:lnTo>
                    <a:cubicBezTo>
                      <a:pt x="979376" y="-28373"/>
                      <a:pt x="1122949" y="55799"/>
                      <a:pt x="1160006" y="196267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" descr="831b5a93-8a99-402b-9efc-d5e5ee2c4f2d"/>
              <p:cNvSpPr/>
              <p:nvPr/>
            </p:nvSpPr>
            <p:spPr>
              <a:xfrm rot="20724000">
                <a:off x="3158175" y="4387178"/>
                <a:ext cx="1047599" cy="977534"/>
              </a:xfrm>
              <a:custGeom>
                <a:gdLst>
                  <a:gd name="connsiteX0" fmla="*/ 2403 w 1047599"/>
                  <a:gd name="connsiteY0" fmla="*/ -582 h 977534"/>
                  <a:gd name="connsiteX1" fmla="*/ 1050003 w 1047599"/>
                  <a:gd name="connsiteY1" fmla="*/ -582 h 977534"/>
                  <a:gd name="connsiteX2" fmla="*/ 1050003 w 1047599"/>
                  <a:gd name="connsiteY2" fmla="*/ 976953 h 977534"/>
                  <a:gd name="connsiteX3" fmla="*/ 2403 w 1047599"/>
                  <a:gd name="connsiteY3" fmla="*/ 976953 h 97753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7599" h="977534">
                    <a:moveTo>
                      <a:pt x="2403" y="-582"/>
                    </a:moveTo>
                    <a:lnTo>
                      <a:pt x="1050003" y="-582"/>
                    </a:lnTo>
                    <a:lnTo>
                      <a:pt x="1050003" y="976953"/>
                    </a:lnTo>
                    <a:lnTo>
                      <a:pt x="2403" y="976953"/>
                    </a:lnTo>
                    <a:close/>
                  </a:path>
                </a:pathLst>
              </a:custGeom>
              <a:solidFill>
                <a:srgbClr val="FFFFFF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" descr="f3ebd173-0f8d-4fbe-b55d-6b1154cab540"/>
              <p:cNvSpPr/>
              <p:nvPr/>
            </p:nvSpPr>
            <p:spPr>
              <a:xfrm>
                <a:off x="3369803" y="4563786"/>
                <a:ext cx="663457" cy="663457"/>
              </a:xfrm>
              <a:custGeom>
                <a:gdLst>
                  <a:gd name="connsiteX0" fmla="*/ 609728 w 663457"/>
                  <a:gd name="connsiteY0" fmla="*/ 149175 h 663457"/>
                  <a:gd name="connsiteX1" fmla="*/ 408038 w 663457"/>
                  <a:gd name="connsiteY1" fmla="*/ 201690 h 663457"/>
                  <a:gd name="connsiteX2" fmla="*/ 355455 w 663457"/>
                  <a:gd name="connsiteY2" fmla="*/ 0 h 663457"/>
                  <a:gd name="connsiteX3" fmla="*/ 149242 w 663457"/>
                  <a:gd name="connsiteY3" fmla="*/ 53730 h 663457"/>
                  <a:gd name="connsiteX4" fmla="*/ 201757 w 663457"/>
                  <a:gd name="connsiteY4" fmla="*/ 255420 h 663457"/>
                  <a:gd name="connsiteX5" fmla="*/ 0 w 663457"/>
                  <a:gd name="connsiteY5" fmla="*/ 308003 h 663457"/>
                  <a:gd name="connsiteX6" fmla="*/ 53730 w 663457"/>
                  <a:gd name="connsiteY6" fmla="*/ 514215 h 663457"/>
                  <a:gd name="connsiteX7" fmla="*/ 255488 w 663457"/>
                  <a:gd name="connsiteY7" fmla="*/ 461700 h 663457"/>
                  <a:gd name="connsiteX8" fmla="*/ 308003 w 663457"/>
                  <a:gd name="connsiteY8" fmla="*/ 663458 h 663457"/>
                  <a:gd name="connsiteX9" fmla="*/ 514283 w 663457"/>
                  <a:gd name="connsiteY9" fmla="*/ 609728 h 663457"/>
                  <a:gd name="connsiteX10" fmla="*/ 461700 w 663457"/>
                  <a:gd name="connsiteY10" fmla="*/ 407970 h 663457"/>
                  <a:gd name="connsiteX11" fmla="*/ 663457 w 663457"/>
                  <a:gd name="connsiteY11" fmla="*/ 355388 h 663457"/>
                  <a:gd name="connsiteX12" fmla="*/ 609728 w 663457"/>
                  <a:gd name="connsiteY12" fmla="*/ 149175 h 66345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63457" h="663457">
                    <a:moveTo>
                      <a:pt x="609728" y="149175"/>
                    </a:moveTo>
                    <a:lnTo>
                      <a:pt x="408038" y="201690"/>
                    </a:lnTo>
                    <a:lnTo>
                      <a:pt x="355455" y="0"/>
                    </a:lnTo>
                    <a:lnTo>
                      <a:pt x="149242" y="53730"/>
                    </a:lnTo>
                    <a:lnTo>
                      <a:pt x="201757" y="255420"/>
                    </a:lnTo>
                    <a:lnTo>
                      <a:pt x="0" y="308003"/>
                    </a:lnTo>
                    <a:lnTo>
                      <a:pt x="53730" y="514215"/>
                    </a:lnTo>
                    <a:lnTo>
                      <a:pt x="255488" y="461700"/>
                    </a:lnTo>
                    <a:lnTo>
                      <a:pt x="308003" y="663458"/>
                    </a:lnTo>
                    <a:lnTo>
                      <a:pt x="514283" y="609728"/>
                    </a:lnTo>
                    <a:lnTo>
                      <a:pt x="461700" y="407970"/>
                    </a:lnTo>
                    <a:lnTo>
                      <a:pt x="663457" y="355388"/>
                    </a:lnTo>
                    <a:lnTo>
                      <a:pt x="609728" y="149175"/>
                    </a:lnTo>
                    <a:close/>
                  </a:path>
                </a:pathLst>
              </a:custGeom>
              <a:solidFill>
                <a:srgbClr val="FF681E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" name="" descr="fd1e2595-1a73-4b8a-a8c5-3e4a6d343bee"/>
              <p:cNvSpPr/>
              <p:nvPr/>
            </p:nvSpPr>
            <p:spPr>
              <a:xfrm>
                <a:off x="3281647" y="4016990"/>
                <a:ext cx="1124767" cy="1748806"/>
              </a:xfrm>
              <a:custGeom>
                <a:gdLst>
                  <a:gd name="connsiteX0" fmla="*/ 522491 w 1124767"/>
                  <a:gd name="connsiteY0" fmla="*/ 7834 h 1748806"/>
                  <a:gd name="connsiteX1" fmla="*/ 399843 w 1124767"/>
                  <a:gd name="connsiteY1" fmla="*/ 39762 h 1748806"/>
                  <a:gd name="connsiteX2" fmla="*/ 2403 w 1124767"/>
                  <a:gd name="connsiteY2" fmla="*/ 1626349 h 1748806"/>
                  <a:gd name="connsiteX3" fmla="*/ 290898 w 1124767"/>
                  <a:gd name="connsiteY3" fmla="*/ 1739884 h 1748806"/>
                  <a:gd name="connsiteX4" fmla="*/ 930258 w 1124767"/>
                  <a:gd name="connsiteY4" fmla="*/ 1573362 h 1748806"/>
                  <a:gd name="connsiteX5" fmla="*/ 1118786 w 1124767"/>
                  <a:gd name="connsiteY5" fmla="*/ 1252062 h 1748806"/>
                  <a:gd name="connsiteX6" fmla="*/ 843791 w 1124767"/>
                  <a:gd name="connsiteY6" fmla="*/ 196159 h 1748806"/>
                  <a:gd name="connsiteX7" fmla="*/ 522491 w 1124767"/>
                  <a:gd name="connsiteY7" fmla="*/ 7834 h 174880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4767" h="1748805">
                    <a:moveTo>
                      <a:pt x="522491" y="7834"/>
                    </a:moveTo>
                    <a:lnTo>
                      <a:pt x="399843" y="39762"/>
                    </a:lnTo>
                    <a:cubicBezTo>
                      <a:pt x="650538" y="771664"/>
                      <a:pt x="242298" y="1360670"/>
                      <a:pt x="2403" y="1626349"/>
                    </a:cubicBezTo>
                    <a:cubicBezTo>
                      <a:pt x="63963" y="1722537"/>
                      <a:pt x="180333" y="1768302"/>
                      <a:pt x="290898" y="1739884"/>
                    </a:cubicBezTo>
                    <a:lnTo>
                      <a:pt x="930258" y="1573362"/>
                    </a:lnTo>
                    <a:cubicBezTo>
                      <a:pt x="1070726" y="1536305"/>
                      <a:pt x="1154966" y="1392800"/>
                      <a:pt x="1118786" y="1252062"/>
                    </a:cubicBezTo>
                    <a:lnTo>
                      <a:pt x="843791" y="196159"/>
                    </a:lnTo>
                    <a:cubicBezTo>
                      <a:pt x="806666" y="55759"/>
                      <a:pt x="663161" y="-28413"/>
                      <a:pt x="522491" y="7834"/>
                    </a:cubicBezTo>
                    <a:close/>
                  </a:path>
                </a:pathLst>
              </a:custGeom>
              <a:solidFill>
                <a:srgbClr val="FFA400">
                  <a:alpha val="30000"/>
                </a:srgbClr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" name="" descr="8a89b6bb-00bc-45b3-b25c-e42fdbb9356c"/>
              <p:cNvSpPr/>
              <p:nvPr/>
            </p:nvSpPr>
            <p:spPr>
              <a:xfrm>
                <a:off x="2957154" y="3564090"/>
                <a:ext cx="932621" cy="639063"/>
              </a:xfrm>
              <a:custGeom>
                <a:gdLst>
                  <a:gd name="connsiteX0" fmla="*/ 928524 w 932621"/>
                  <a:gd name="connsiteY0" fmla="*/ 252699 h 639063"/>
                  <a:gd name="connsiteX1" fmla="*/ 781914 w 932621"/>
                  <a:gd name="connsiteY1" fmla="*/ 502449 h 639063"/>
                  <a:gd name="connsiteX2" fmla="*/ 284776 w 932621"/>
                  <a:gd name="connsiteY2" fmla="*/ 631981 h 639063"/>
                  <a:gd name="connsiteX3" fmla="*/ 35026 w 932621"/>
                  <a:gd name="connsiteY3" fmla="*/ 485371 h 639063"/>
                  <a:gd name="connsiteX4" fmla="*/ 8904 w 932621"/>
                  <a:gd name="connsiteY4" fmla="*/ 385134 h 639063"/>
                  <a:gd name="connsiteX5" fmla="*/ 155446 w 932621"/>
                  <a:gd name="connsiteY5" fmla="*/ 135384 h 639063"/>
                  <a:gd name="connsiteX6" fmla="*/ 652584 w 932621"/>
                  <a:gd name="connsiteY6" fmla="*/ 5918 h 639063"/>
                  <a:gd name="connsiteX7" fmla="*/ 902334 w 932621"/>
                  <a:gd name="connsiteY7" fmla="*/ 152461 h 63906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32621" h="639063">
                    <a:moveTo>
                      <a:pt x="928524" y="252699"/>
                    </a:moveTo>
                    <a:cubicBezTo>
                      <a:pt x="956604" y="362116"/>
                      <a:pt x="891128" y="473626"/>
                      <a:pt x="781914" y="502449"/>
                    </a:cubicBezTo>
                    <a:lnTo>
                      <a:pt x="284776" y="631981"/>
                    </a:lnTo>
                    <a:cubicBezTo>
                      <a:pt x="175359" y="660061"/>
                      <a:pt x="63849" y="594586"/>
                      <a:pt x="35026" y="485371"/>
                    </a:cubicBezTo>
                    <a:lnTo>
                      <a:pt x="8904" y="385134"/>
                    </a:lnTo>
                    <a:cubicBezTo>
                      <a:pt x="-19177" y="275783"/>
                      <a:pt x="46299" y="164206"/>
                      <a:pt x="155446" y="135384"/>
                    </a:cubicBezTo>
                    <a:lnTo>
                      <a:pt x="652584" y="5918"/>
                    </a:lnTo>
                    <a:cubicBezTo>
                      <a:pt x="761933" y="-22161"/>
                      <a:pt x="873511" y="43314"/>
                      <a:pt x="902334" y="152461"/>
                    </a:cubicBezTo>
                    <a:close/>
                  </a:path>
                </a:pathLst>
              </a:custGeom>
              <a:solidFill>
                <a:srgbClr val="FF681E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" name="" descr="852161e0-4cca-414a-b995-d4bd897e8bfc"/>
              <p:cNvSpPr/>
              <p:nvPr/>
            </p:nvSpPr>
            <p:spPr>
              <a:xfrm>
                <a:off x="3017951" y="3777775"/>
                <a:ext cx="158369" cy="366404"/>
              </a:xfrm>
              <a:custGeom>
                <a:gdLst>
                  <a:gd name="connsiteX0" fmla="*/ 159382 w 158369"/>
                  <a:gd name="connsiteY0" fmla="*/ 312524 h 366404"/>
                  <a:gd name="connsiteX1" fmla="*/ 129007 w 158369"/>
                  <a:gd name="connsiteY1" fmla="*/ 364432 h 366404"/>
                  <a:gd name="connsiteX2" fmla="*/ 128939 w 158369"/>
                  <a:gd name="connsiteY2" fmla="*/ 364432 h 366404"/>
                  <a:gd name="connsiteX3" fmla="*/ 128939 w 158369"/>
                  <a:gd name="connsiteY3" fmla="*/ 364432 h 366404"/>
                  <a:gd name="connsiteX4" fmla="*/ 77031 w 158369"/>
                  <a:gd name="connsiteY4" fmla="*/ 334057 h 366404"/>
                  <a:gd name="connsiteX5" fmla="*/ 77031 w 158369"/>
                  <a:gd name="connsiteY5" fmla="*/ 333989 h 366404"/>
                  <a:gd name="connsiteX6" fmla="*/ 3794 w 158369"/>
                  <a:gd name="connsiteY6" fmla="*/ 52717 h 366404"/>
                  <a:gd name="connsiteX7" fmla="*/ 34169 w 158369"/>
                  <a:gd name="connsiteY7" fmla="*/ 809 h 366404"/>
                  <a:gd name="connsiteX8" fmla="*/ 34237 w 158369"/>
                  <a:gd name="connsiteY8" fmla="*/ 809 h 366404"/>
                  <a:gd name="connsiteX9" fmla="*/ 34237 w 158369"/>
                  <a:gd name="connsiteY9" fmla="*/ 809 h 366404"/>
                  <a:gd name="connsiteX10" fmla="*/ 86144 w 158369"/>
                  <a:gd name="connsiteY10" fmla="*/ 31184 h 366404"/>
                  <a:gd name="connsiteX11" fmla="*/ 86144 w 158369"/>
                  <a:gd name="connsiteY11" fmla="*/ 31252 h 36640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9" h="366404">
                    <a:moveTo>
                      <a:pt x="159382" y="312524"/>
                    </a:moveTo>
                    <a:cubicBezTo>
                      <a:pt x="165321" y="335272"/>
                      <a:pt x="151687" y="358491"/>
                      <a:pt x="129007" y="364432"/>
                    </a:cubicBezTo>
                    <a:cubicBezTo>
                      <a:pt x="129007" y="364432"/>
                      <a:pt x="128939" y="364432"/>
                      <a:pt x="128939" y="364432"/>
                    </a:cubicBezTo>
                    <a:lnTo>
                      <a:pt x="128939" y="364432"/>
                    </a:lnTo>
                    <a:cubicBezTo>
                      <a:pt x="106192" y="370372"/>
                      <a:pt x="82971" y="356736"/>
                      <a:pt x="77031" y="334057"/>
                    </a:cubicBezTo>
                    <a:cubicBezTo>
                      <a:pt x="77031" y="333989"/>
                      <a:pt x="77031" y="333989"/>
                      <a:pt x="77031" y="333989"/>
                    </a:cubicBezTo>
                    <a:lnTo>
                      <a:pt x="3794" y="52717"/>
                    </a:lnTo>
                    <a:cubicBezTo>
                      <a:pt x="-2146" y="29969"/>
                      <a:pt x="11489" y="6749"/>
                      <a:pt x="34169" y="809"/>
                    </a:cubicBezTo>
                    <a:cubicBezTo>
                      <a:pt x="34237" y="809"/>
                      <a:pt x="34237" y="809"/>
                      <a:pt x="34237" y="809"/>
                    </a:cubicBezTo>
                    <a:lnTo>
                      <a:pt x="34237" y="809"/>
                    </a:lnTo>
                    <a:cubicBezTo>
                      <a:pt x="56984" y="-5131"/>
                      <a:pt x="80204" y="8504"/>
                      <a:pt x="86144" y="31184"/>
                    </a:cubicBezTo>
                    <a:cubicBezTo>
                      <a:pt x="86144" y="31184"/>
                      <a:pt x="86144" y="31252"/>
                      <a:pt x="86144" y="31252"/>
                    </a:cubicBezTo>
                    <a:close/>
                  </a:path>
                </a:pathLst>
              </a:custGeom>
              <a:solidFill>
                <a:srgbClr val="E64B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" name="" descr="7b9a7e37-a310-464d-8bfa-da5943eb785d"/>
              <p:cNvSpPr/>
              <p:nvPr/>
            </p:nvSpPr>
            <p:spPr>
              <a:xfrm>
                <a:off x="3180154" y="3735520"/>
                <a:ext cx="158373" cy="366404"/>
              </a:xfrm>
              <a:custGeom>
                <a:gdLst>
                  <a:gd name="connsiteX0" fmla="*/ 159381 w 158373"/>
                  <a:gd name="connsiteY0" fmla="*/ 312592 h 366404"/>
                  <a:gd name="connsiteX1" fmla="*/ 129006 w 158373"/>
                  <a:gd name="connsiteY1" fmla="*/ 364432 h 366404"/>
                  <a:gd name="connsiteX2" fmla="*/ 128938 w 158373"/>
                  <a:gd name="connsiteY2" fmla="*/ 364432 h 366404"/>
                  <a:gd name="connsiteX3" fmla="*/ 128938 w 158373"/>
                  <a:gd name="connsiteY3" fmla="*/ 364432 h 366404"/>
                  <a:gd name="connsiteX4" fmla="*/ 77031 w 158373"/>
                  <a:gd name="connsiteY4" fmla="*/ 334057 h 366404"/>
                  <a:gd name="connsiteX5" fmla="*/ 77031 w 158373"/>
                  <a:gd name="connsiteY5" fmla="*/ 333989 h 366404"/>
                  <a:gd name="connsiteX6" fmla="*/ 3794 w 158373"/>
                  <a:gd name="connsiteY6" fmla="*/ 52717 h 366404"/>
                  <a:gd name="connsiteX7" fmla="*/ 34169 w 158373"/>
                  <a:gd name="connsiteY7" fmla="*/ 809 h 366404"/>
                  <a:gd name="connsiteX8" fmla="*/ 34237 w 158373"/>
                  <a:gd name="connsiteY8" fmla="*/ 809 h 366404"/>
                  <a:gd name="connsiteX9" fmla="*/ 34237 w 158373"/>
                  <a:gd name="connsiteY9" fmla="*/ 809 h 366404"/>
                  <a:gd name="connsiteX10" fmla="*/ 86144 w 158373"/>
                  <a:gd name="connsiteY10" fmla="*/ 31184 h 366404"/>
                  <a:gd name="connsiteX11" fmla="*/ 86144 w 158373"/>
                  <a:gd name="connsiteY11" fmla="*/ 31252 h 36640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73" h="366404">
                    <a:moveTo>
                      <a:pt x="159381" y="312592"/>
                    </a:moveTo>
                    <a:cubicBezTo>
                      <a:pt x="165321" y="335272"/>
                      <a:pt x="151754" y="358491"/>
                      <a:pt x="129006" y="364432"/>
                    </a:cubicBezTo>
                    <a:cubicBezTo>
                      <a:pt x="129006" y="364432"/>
                      <a:pt x="128938" y="364432"/>
                      <a:pt x="128938" y="364432"/>
                    </a:cubicBezTo>
                    <a:lnTo>
                      <a:pt x="128938" y="364432"/>
                    </a:lnTo>
                    <a:cubicBezTo>
                      <a:pt x="106191" y="370372"/>
                      <a:pt x="82971" y="356736"/>
                      <a:pt x="77031" y="334057"/>
                    </a:cubicBezTo>
                    <a:cubicBezTo>
                      <a:pt x="77031" y="333989"/>
                      <a:pt x="77031" y="333989"/>
                      <a:pt x="77031" y="333989"/>
                    </a:cubicBezTo>
                    <a:lnTo>
                      <a:pt x="3794" y="52717"/>
                    </a:lnTo>
                    <a:cubicBezTo>
                      <a:pt x="-2146" y="29969"/>
                      <a:pt x="11489" y="6749"/>
                      <a:pt x="34169" y="809"/>
                    </a:cubicBezTo>
                    <a:cubicBezTo>
                      <a:pt x="34237" y="809"/>
                      <a:pt x="34237" y="809"/>
                      <a:pt x="34237" y="809"/>
                    </a:cubicBezTo>
                    <a:lnTo>
                      <a:pt x="34237" y="809"/>
                    </a:lnTo>
                    <a:cubicBezTo>
                      <a:pt x="56984" y="-5131"/>
                      <a:pt x="80204" y="8504"/>
                      <a:pt x="86144" y="31184"/>
                    </a:cubicBezTo>
                    <a:cubicBezTo>
                      <a:pt x="86144" y="31184"/>
                      <a:pt x="86144" y="31252"/>
                      <a:pt x="86144" y="31252"/>
                    </a:cubicBezTo>
                    <a:close/>
                  </a:path>
                </a:pathLst>
              </a:custGeom>
              <a:solidFill>
                <a:srgbClr val="E64B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" name="" descr="d3654894-118b-41da-b046-46c4607816b9"/>
              <p:cNvSpPr/>
              <p:nvPr/>
            </p:nvSpPr>
            <p:spPr>
              <a:xfrm>
                <a:off x="3342356" y="3693265"/>
                <a:ext cx="158410" cy="366404"/>
              </a:xfrm>
              <a:custGeom>
                <a:gdLst>
                  <a:gd name="connsiteX0" fmla="*/ 159449 w 158410"/>
                  <a:gd name="connsiteY0" fmla="*/ 312592 h 366404"/>
                  <a:gd name="connsiteX1" fmla="*/ 128939 w 158410"/>
                  <a:gd name="connsiteY1" fmla="*/ 364432 h 366404"/>
                  <a:gd name="connsiteX2" fmla="*/ 128939 w 158410"/>
                  <a:gd name="connsiteY2" fmla="*/ 364432 h 366404"/>
                  <a:gd name="connsiteX3" fmla="*/ 77032 w 158410"/>
                  <a:gd name="connsiteY3" fmla="*/ 334057 h 366404"/>
                  <a:gd name="connsiteX4" fmla="*/ 77032 w 158410"/>
                  <a:gd name="connsiteY4" fmla="*/ 333989 h 366404"/>
                  <a:gd name="connsiteX5" fmla="*/ 3794 w 158410"/>
                  <a:gd name="connsiteY5" fmla="*/ 52717 h 366404"/>
                  <a:gd name="connsiteX6" fmla="*/ 34169 w 158410"/>
                  <a:gd name="connsiteY6" fmla="*/ 809 h 366404"/>
                  <a:gd name="connsiteX7" fmla="*/ 34237 w 158410"/>
                  <a:gd name="connsiteY7" fmla="*/ 809 h 366404"/>
                  <a:gd name="connsiteX8" fmla="*/ 34237 w 158410"/>
                  <a:gd name="connsiteY8" fmla="*/ 809 h 366404"/>
                  <a:gd name="connsiteX9" fmla="*/ 86145 w 158410"/>
                  <a:gd name="connsiteY9" fmla="*/ 31184 h 366404"/>
                  <a:gd name="connsiteX10" fmla="*/ 86145 w 158410"/>
                  <a:gd name="connsiteY10" fmla="*/ 31252 h 36640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8410" h="366404">
                    <a:moveTo>
                      <a:pt x="159449" y="312592"/>
                    </a:moveTo>
                    <a:cubicBezTo>
                      <a:pt x="165322" y="335339"/>
                      <a:pt x="151687" y="358491"/>
                      <a:pt x="128939" y="364432"/>
                    </a:cubicBezTo>
                    <a:lnTo>
                      <a:pt x="128939" y="364432"/>
                    </a:lnTo>
                    <a:cubicBezTo>
                      <a:pt x="106192" y="370372"/>
                      <a:pt x="82972" y="356736"/>
                      <a:pt x="77032" y="334057"/>
                    </a:cubicBezTo>
                    <a:cubicBezTo>
                      <a:pt x="77032" y="333989"/>
                      <a:pt x="77032" y="333989"/>
                      <a:pt x="77032" y="333989"/>
                    </a:cubicBezTo>
                    <a:lnTo>
                      <a:pt x="3794" y="52717"/>
                    </a:lnTo>
                    <a:cubicBezTo>
                      <a:pt x="-2146" y="29969"/>
                      <a:pt x="11489" y="6749"/>
                      <a:pt x="34169" y="809"/>
                    </a:cubicBezTo>
                    <a:cubicBezTo>
                      <a:pt x="34169" y="809"/>
                      <a:pt x="34237" y="809"/>
                      <a:pt x="34237" y="809"/>
                    </a:cubicBezTo>
                    <a:lnTo>
                      <a:pt x="34237" y="809"/>
                    </a:lnTo>
                    <a:cubicBezTo>
                      <a:pt x="56984" y="-5131"/>
                      <a:pt x="80205" y="8504"/>
                      <a:pt x="86145" y="31184"/>
                    </a:cubicBezTo>
                    <a:cubicBezTo>
                      <a:pt x="86145" y="31184"/>
                      <a:pt x="86145" y="31252"/>
                      <a:pt x="86145" y="31252"/>
                    </a:cubicBezTo>
                    <a:close/>
                  </a:path>
                </a:pathLst>
              </a:custGeom>
              <a:solidFill>
                <a:srgbClr val="E64B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" name="" descr="6cdcf806-607c-4b3b-8b9b-d39b2acb9d0b"/>
              <p:cNvSpPr/>
              <p:nvPr/>
            </p:nvSpPr>
            <p:spPr>
              <a:xfrm>
                <a:off x="3504559" y="3650808"/>
                <a:ext cx="158410" cy="366444"/>
              </a:xfrm>
              <a:custGeom>
                <a:gdLst>
                  <a:gd name="connsiteX0" fmla="*/ 159449 w 158410"/>
                  <a:gd name="connsiteY0" fmla="*/ 312591 h 366444"/>
                  <a:gd name="connsiteX1" fmla="*/ 128939 w 158410"/>
                  <a:gd name="connsiteY1" fmla="*/ 364498 h 366444"/>
                  <a:gd name="connsiteX2" fmla="*/ 128939 w 158410"/>
                  <a:gd name="connsiteY2" fmla="*/ 364498 h 366444"/>
                  <a:gd name="connsiteX3" fmla="*/ 77031 w 158410"/>
                  <a:gd name="connsiteY3" fmla="*/ 334057 h 366444"/>
                  <a:gd name="connsiteX4" fmla="*/ 3794 w 158410"/>
                  <a:gd name="connsiteY4" fmla="*/ 52716 h 366444"/>
                  <a:gd name="connsiteX5" fmla="*/ 34169 w 158410"/>
                  <a:gd name="connsiteY5" fmla="*/ 809 h 366444"/>
                  <a:gd name="connsiteX6" fmla="*/ 34237 w 158410"/>
                  <a:gd name="connsiteY6" fmla="*/ 809 h 366444"/>
                  <a:gd name="connsiteX7" fmla="*/ 34237 w 158410"/>
                  <a:gd name="connsiteY7" fmla="*/ 809 h 366444"/>
                  <a:gd name="connsiteX8" fmla="*/ 86145 w 158410"/>
                  <a:gd name="connsiteY8" fmla="*/ 31184 h 366444"/>
                  <a:gd name="connsiteX9" fmla="*/ 86145 w 158410"/>
                  <a:gd name="connsiteY9" fmla="*/ 31251 h 36644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8410" h="366444">
                    <a:moveTo>
                      <a:pt x="159449" y="312591"/>
                    </a:moveTo>
                    <a:cubicBezTo>
                      <a:pt x="165322" y="335339"/>
                      <a:pt x="151687" y="358559"/>
                      <a:pt x="128939" y="364498"/>
                    </a:cubicBezTo>
                    <a:lnTo>
                      <a:pt x="128939" y="364498"/>
                    </a:lnTo>
                    <a:cubicBezTo>
                      <a:pt x="106192" y="370372"/>
                      <a:pt x="83039" y="356736"/>
                      <a:pt x="77031" y="334057"/>
                    </a:cubicBezTo>
                    <a:lnTo>
                      <a:pt x="3794" y="52716"/>
                    </a:lnTo>
                    <a:cubicBezTo>
                      <a:pt x="-2146" y="29969"/>
                      <a:pt x="11489" y="6748"/>
                      <a:pt x="34169" y="809"/>
                    </a:cubicBezTo>
                    <a:cubicBezTo>
                      <a:pt x="34169" y="809"/>
                      <a:pt x="34237" y="809"/>
                      <a:pt x="34237" y="809"/>
                    </a:cubicBezTo>
                    <a:lnTo>
                      <a:pt x="34237" y="809"/>
                    </a:lnTo>
                    <a:cubicBezTo>
                      <a:pt x="56984" y="-5131"/>
                      <a:pt x="80205" y="8503"/>
                      <a:pt x="86145" y="31184"/>
                    </a:cubicBezTo>
                    <a:cubicBezTo>
                      <a:pt x="86145" y="31251"/>
                      <a:pt x="86145" y="31251"/>
                      <a:pt x="86145" y="31251"/>
                    </a:cubicBezTo>
                    <a:close/>
                  </a:path>
                </a:pathLst>
              </a:custGeom>
              <a:solidFill>
                <a:srgbClr val="E64B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" name="" descr="28ad0169-6554-48fc-859a-4ad71f8ce900"/>
              <p:cNvSpPr/>
              <p:nvPr/>
            </p:nvSpPr>
            <p:spPr>
              <a:xfrm>
                <a:off x="3666897" y="3609115"/>
                <a:ext cx="158274" cy="366071"/>
              </a:xfrm>
              <a:custGeom>
                <a:gdLst>
                  <a:gd name="connsiteX0" fmla="*/ 159313 w 158274"/>
                  <a:gd name="connsiteY0" fmla="*/ 312231 h 366071"/>
                  <a:gd name="connsiteX1" fmla="*/ 128804 w 158274"/>
                  <a:gd name="connsiteY1" fmla="*/ 364138 h 366071"/>
                  <a:gd name="connsiteX2" fmla="*/ 128804 w 158274"/>
                  <a:gd name="connsiteY2" fmla="*/ 364138 h 366071"/>
                  <a:gd name="connsiteX3" fmla="*/ 77031 w 158274"/>
                  <a:gd name="connsiteY3" fmla="*/ 334034 h 366071"/>
                  <a:gd name="connsiteX4" fmla="*/ 3794 w 158274"/>
                  <a:gd name="connsiteY4" fmla="*/ 52693 h 366071"/>
                  <a:gd name="connsiteX5" fmla="*/ 34169 w 158274"/>
                  <a:gd name="connsiteY5" fmla="*/ 786 h 366071"/>
                  <a:gd name="connsiteX6" fmla="*/ 34237 w 158274"/>
                  <a:gd name="connsiteY6" fmla="*/ 786 h 366071"/>
                  <a:gd name="connsiteX7" fmla="*/ 34237 w 158274"/>
                  <a:gd name="connsiteY7" fmla="*/ 786 h 366071"/>
                  <a:gd name="connsiteX8" fmla="*/ 86144 w 158274"/>
                  <a:gd name="connsiteY8" fmla="*/ 31229 h 36607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8274" h="366071">
                    <a:moveTo>
                      <a:pt x="159313" y="312231"/>
                    </a:moveTo>
                    <a:cubicBezTo>
                      <a:pt x="165187" y="334979"/>
                      <a:pt x="151552" y="358198"/>
                      <a:pt x="128804" y="364138"/>
                    </a:cubicBezTo>
                    <a:lnTo>
                      <a:pt x="128804" y="364138"/>
                    </a:lnTo>
                    <a:cubicBezTo>
                      <a:pt x="106191" y="369943"/>
                      <a:pt x="83174" y="356511"/>
                      <a:pt x="77031" y="334034"/>
                    </a:cubicBezTo>
                    <a:lnTo>
                      <a:pt x="3794" y="52693"/>
                    </a:lnTo>
                    <a:cubicBezTo>
                      <a:pt x="-2146" y="29946"/>
                      <a:pt x="11489" y="6726"/>
                      <a:pt x="34169" y="786"/>
                    </a:cubicBezTo>
                    <a:cubicBezTo>
                      <a:pt x="34237" y="786"/>
                      <a:pt x="34237" y="786"/>
                      <a:pt x="34237" y="786"/>
                    </a:cubicBezTo>
                    <a:lnTo>
                      <a:pt x="34237" y="786"/>
                    </a:lnTo>
                    <a:cubicBezTo>
                      <a:pt x="56984" y="-5086"/>
                      <a:pt x="80204" y="8481"/>
                      <a:pt x="86144" y="31229"/>
                    </a:cubicBezTo>
                    <a:close/>
                  </a:path>
                </a:pathLst>
              </a:custGeom>
              <a:solidFill>
                <a:srgbClr val="E64B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" name="" descr="c0bf96ef-c192-4857-9c42-5aabd92e41a8"/>
              <p:cNvSpPr/>
              <p:nvPr/>
            </p:nvSpPr>
            <p:spPr>
              <a:xfrm>
                <a:off x="3043035" y="3564593"/>
                <a:ext cx="846740" cy="638855"/>
              </a:xfrm>
              <a:custGeom>
                <a:gdLst>
                  <a:gd name="connsiteX0" fmla="*/ 596335 w 846740"/>
                  <a:gd name="connsiteY0" fmla="*/ 556 h 638855"/>
                  <a:gd name="connsiteX1" fmla="*/ 649728 w 846740"/>
                  <a:gd name="connsiteY1" fmla="*/ 93166 h 638855"/>
                  <a:gd name="connsiteX2" fmla="*/ 675783 w 846740"/>
                  <a:gd name="connsiteY2" fmla="*/ 193403 h 638855"/>
                  <a:gd name="connsiteX3" fmla="*/ 529173 w 846740"/>
                  <a:gd name="connsiteY3" fmla="*/ 443153 h 638855"/>
                  <a:gd name="connsiteX4" fmla="*/ 32036 w 846740"/>
                  <a:gd name="connsiteY4" fmla="*/ 572686 h 638855"/>
                  <a:gd name="connsiteX5" fmla="*/ 2403 w 846740"/>
                  <a:gd name="connsiteY5" fmla="*/ 577816 h 638855"/>
                  <a:gd name="connsiteX6" fmla="*/ 198895 w 846740"/>
                  <a:gd name="connsiteY6" fmla="*/ 631816 h 638855"/>
                  <a:gd name="connsiteX7" fmla="*/ 696033 w 846740"/>
                  <a:gd name="connsiteY7" fmla="*/ 502283 h 638855"/>
                  <a:gd name="connsiteX8" fmla="*/ 842643 w 846740"/>
                  <a:gd name="connsiteY8" fmla="*/ 252533 h 638855"/>
                  <a:gd name="connsiteX9" fmla="*/ 816520 w 846740"/>
                  <a:gd name="connsiteY9" fmla="*/ 152296 h 638855"/>
                  <a:gd name="connsiteX10" fmla="*/ 596335 w 846740"/>
                  <a:gd name="connsiteY10" fmla="*/ 556 h 63885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6739" h="638855">
                    <a:moveTo>
                      <a:pt x="596335" y="556"/>
                    </a:moveTo>
                    <a:cubicBezTo>
                      <a:pt x="622052" y="26139"/>
                      <a:pt x="640481" y="58066"/>
                      <a:pt x="649728" y="93166"/>
                    </a:cubicBezTo>
                    <a:lnTo>
                      <a:pt x="675783" y="193403"/>
                    </a:lnTo>
                    <a:cubicBezTo>
                      <a:pt x="703930" y="302821"/>
                      <a:pt x="638388" y="414399"/>
                      <a:pt x="529173" y="443153"/>
                    </a:cubicBezTo>
                    <a:lnTo>
                      <a:pt x="32036" y="572686"/>
                    </a:lnTo>
                    <a:cubicBezTo>
                      <a:pt x="22315" y="575116"/>
                      <a:pt x="12393" y="576804"/>
                      <a:pt x="2403" y="577816"/>
                    </a:cubicBezTo>
                    <a:cubicBezTo>
                      <a:pt x="53703" y="629386"/>
                      <a:pt x="128425" y="649906"/>
                      <a:pt x="198895" y="631816"/>
                    </a:cubicBezTo>
                    <a:lnTo>
                      <a:pt x="696033" y="502283"/>
                    </a:lnTo>
                    <a:cubicBezTo>
                      <a:pt x="805248" y="473462"/>
                      <a:pt x="870723" y="361951"/>
                      <a:pt x="842643" y="252533"/>
                    </a:cubicBezTo>
                    <a:lnTo>
                      <a:pt x="816520" y="152296"/>
                    </a:lnTo>
                    <a:cubicBezTo>
                      <a:pt x="790533" y="54353"/>
                      <a:pt x="697112" y="-10041"/>
                      <a:pt x="596335" y="556"/>
                    </a:cubicBezTo>
                    <a:close/>
                  </a:path>
                </a:pathLst>
              </a:custGeom>
              <a:solidFill>
                <a:srgbClr val="FF681E">
                  <a:alpha val="30000"/>
                </a:srgbClr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2" name="" descr="0c1741f7-f6a6-4191-9600-5403f4645ec0"/>
            <p:cNvGrpSpPr/>
            <p:nvPr/>
          </p:nvGrpSpPr>
          <p:grpSpPr>
            <a:xfrm>
              <a:off x="759048" y="3981831"/>
              <a:ext cx="2736653" cy="2485245"/>
              <a:chOff x="846656" y="4285079"/>
              <a:chExt cx="2736653" cy="2485245"/>
            </a:xfrm>
          </p:grpSpPr>
          <p:sp>
            <p:nvSpPr>
              <p:cNvPr id="54" name="" descr="22126b2d-469d-4c1b-b54a-a77928f2d02b"/>
              <p:cNvSpPr/>
              <p:nvPr/>
            </p:nvSpPr>
            <p:spPr>
              <a:xfrm>
                <a:off x="1308488" y="5474530"/>
                <a:ext cx="1561153" cy="1295794"/>
              </a:xfrm>
              <a:custGeom>
                <a:gdLst>
                  <a:gd name="connsiteX0" fmla="*/ 1130597 w 1561153"/>
                  <a:gd name="connsiteY0" fmla="*/ 24899 h 1295794"/>
                  <a:gd name="connsiteX1" fmla="*/ 990332 w 1561153"/>
                  <a:gd name="connsiteY1" fmla="*/ -144 h 1295794"/>
                  <a:gd name="connsiteX2" fmla="*/ 797215 w 1561153"/>
                  <a:gd name="connsiteY2" fmla="*/ 25642 h 1295794"/>
                  <a:gd name="connsiteX3" fmla="*/ 695965 w 1561153"/>
                  <a:gd name="connsiteY3" fmla="*/ 66142 h 1295794"/>
                  <a:gd name="connsiteX4" fmla="*/ 591408 w 1561153"/>
                  <a:gd name="connsiteY4" fmla="*/ 127971 h 1295794"/>
                  <a:gd name="connsiteX5" fmla="*/ 497717 w 1561153"/>
                  <a:gd name="connsiteY5" fmla="*/ 204449 h 1295794"/>
                  <a:gd name="connsiteX6" fmla="*/ 417596 w 1561153"/>
                  <a:gd name="connsiteY6" fmla="*/ 293954 h 1295794"/>
                  <a:gd name="connsiteX7" fmla="*/ 308246 w 1561153"/>
                  <a:gd name="connsiteY7" fmla="*/ 495104 h 1295794"/>
                  <a:gd name="connsiteX8" fmla="*/ 291371 w 1561153"/>
                  <a:gd name="connsiteY8" fmla="*/ 545999 h 1295794"/>
                  <a:gd name="connsiteX9" fmla="*/ 289143 w 1561153"/>
                  <a:gd name="connsiteY9" fmla="*/ 552749 h 1295794"/>
                  <a:gd name="connsiteX10" fmla="*/ 285227 w 1561153"/>
                  <a:gd name="connsiteY10" fmla="*/ 565304 h 1295794"/>
                  <a:gd name="connsiteX11" fmla="*/ 269298 w 1561153"/>
                  <a:gd name="connsiteY11" fmla="*/ 615457 h 1295794"/>
                  <a:gd name="connsiteX12" fmla="*/ 226300 w 1561153"/>
                  <a:gd name="connsiteY12" fmla="*/ 731624 h 1295794"/>
                  <a:gd name="connsiteX13" fmla="*/ 225491 w 1561153"/>
                  <a:gd name="connsiteY13" fmla="*/ 733514 h 1295794"/>
                  <a:gd name="connsiteX14" fmla="*/ 180332 w 1561153"/>
                  <a:gd name="connsiteY14" fmla="*/ 819036 h 1295794"/>
                  <a:gd name="connsiteX15" fmla="*/ 125726 w 1561153"/>
                  <a:gd name="connsiteY15" fmla="*/ 896459 h 1295794"/>
                  <a:gd name="connsiteX16" fmla="*/ 33925 w 1561153"/>
                  <a:gd name="connsiteY16" fmla="*/ 988327 h 1295794"/>
                  <a:gd name="connsiteX17" fmla="*/ 33048 w 1561153"/>
                  <a:gd name="connsiteY17" fmla="*/ 989541 h 1295794"/>
                  <a:gd name="connsiteX18" fmla="*/ 33048 w 1561153"/>
                  <a:gd name="connsiteY18" fmla="*/ 989541 h 1295794"/>
                  <a:gd name="connsiteX19" fmla="*/ 2403 w 1561153"/>
                  <a:gd name="connsiteY19" fmla="*/ 1009387 h 1295794"/>
                  <a:gd name="connsiteX20" fmla="*/ 45332 w 1561153"/>
                  <a:gd name="connsiteY20" fmla="*/ 1012221 h 1295794"/>
                  <a:gd name="connsiteX21" fmla="*/ 115060 w 1561153"/>
                  <a:gd name="connsiteY21" fmla="*/ 1028219 h 1295794"/>
                  <a:gd name="connsiteX22" fmla="*/ 131665 w 1561153"/>
                  <a:gd name="connsiteY22" fmla="*/ 1033957 h 1295794"/>
                  <a:gd name="connsiteX23" fmla="*/ 177498 w 1561153"/>
                  <a:gd name="connsiteY23" fmla="*/ 1052924 h 1295794"/>
                  <a:gd name="connsiteX24" fmla="*/ 202675 w 1561153"/>
                  <a:gd name="connsiteY24" fmla="*/ 1065276 h 1295794"/>
                  <a:gd name="connsiteX25" fmla="*/ 229001 w 1561153"/>
                  <a:gd name="connsiteY25" fmla="*/ 1078776 h 1295794"/>
                  <a:gd name="connsiteX26" fmla="*/ 311822 w 1561153"/>
                  <a:gd name="connsiteY26" fmla="*/ 1123056 h 1295794"/>
                  <a:gd name="connsiteX27" fmla="*/ 317830 w 1561153"/>
                  <a:gd name="connsiteY27" fmla="*/ 1126296 h 1295794"/>
                  <a:gd name="connsiteX28" fmla="*/ 336596 w 1561153"/>
                  <a:gd name="connsiteY28" fmla="*/ 1136556 h 1295794"/>
                  <a:gd name="connsiteX29" fmla="*/ 404096 w 1561153"/>
                  <a:gd name="connsiteY29" fmla="*/ 1172534 h 1295794"/>
                  <a:gd name="connsiteX30" fmla="*/ 473822 w 1561153"/>
                  <a:gd name="connsiteY30" fmla="*/ 1202639 h 1295794"/>
                  <a:gd name="connsiteX31" fmla="*/ 592150 w 1561153"/>
                  <a:gd name="connsiteY31" fmla="*/ 1245906 h 1295794"/>
                  <a:gd name="connsiteX32" fmla="*/ 645340 w 1561153"/>
                  <a:gd name="connsiteY32" fmla="*/ 1261904 h 1295794"/>
                  <a:gd name="connsiteX33" fmla="*/ 902785 w 1561153"/>
                  <a:gd name="connsiteY33" fmla="*/ 1294979 h 1295794"/>
                  <a:gd name="connsiteX34" fmla="*/ 1114128 w 1561153"/>
                  <a:gd name="connsiteY34" fmla="*/ 1260284 h 1295794"/>
                  <a:gd name="connsiteX35" fmla="*/ 1305693 w 1561153"/>
                  <a:gd name="connsiteY35" fmla="*/ 1170644 h 1295794"/>
                  <a:gd name="connsiteX36" fmla="*/ 1388448 w 1561153"/>
                  <a:gd name="connsiteY36" fmla="*/ 1104832 h 1295794"/>
                  <a:gd name="connsiteX37" fmla="*/ 1458040 w 1561153"/>
                  <a:gd name="connsiteY37" fmla="*/ 1025316 h 1295794"/>
                  <a:gd name="connsiteX38" fmla="*/ 1510690 w 1561153"/>
                  <a:gd name="connsiteY38" fmla="*/ 934866 h 1295794"/>
                  <a:gd name="connsiteX39" fmla="*/ 1546330 w 1561153"/>
                  <a:gd name="connsiteY39" fmla="*/ 829026 h 1295794"/>
                  <a:gd name="connsiteX40" fmla="*/ 1561518 w 1561153"/>
                  <a:gd name="connsiteY40" fmla="*/ 724739 h 1295794"/>
                  <a:gd name="connsiteX41" fmla="*/ 1562125 w 1561153"/>
                  <a:gd name="connsiteY41" fmla="*/ 626392 h 1295794"/>
                  <a:gd name="connsiteX42" fmla="*/ 1442852 w 1561153"/>
                  <a:gd name="connsiteY42" fmla="*/ 267697 h 1295794"/>
                  <a:gd name="connsiteX43" fmla="*/ 1321960 w 1561153"/>
                  <a:gd name="connsiteY43" fmla="*/ 131954 h 1295794"/>
                  <a:gd name="connsiteX44" fmla="*/ 1248048 w 1561153"/>
                  <a:gd name="connsiteY44" fmla="*/ 78697 h 1295794"/>
                  <a:gd name="connsiteX45" fmla="*/ 1167048 w 1561153"/>
                  <a:gd name="connsiteY45" fmla="*/ 38197 h 1295794"/>
                  <a:gd name="connsiteX46" fmla="*/ 1130732 w 1561153"/>
                  <a:gd name="connsiteY46" fmla="*/ 24697 h 129579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561153" h="1295794">
                    <a:moveTo>
                      <a:pt x="1130597" y="24899"/>
                    </a:moveTo>
                    <a:cubicBezTo>
                      <a:pt x="1085170" y="10319"/>
                      <a:pt x="1037987" y="1881"/>
                      <a:pt x="990332" y="-144"/>
                    </a:cubicBezTo>
                    <a:cubicBezTo>
                      <a:pt x="924925" y="-2709"/>
                      <a:pt x="859653" y="5999"/>
                      <a:pt x="797215" y="25642"/>
                    </a:cubicBezTo>
                    <a:cubicBezTo>
                      <a:pt x="762452" y="36509"/>
                      <a:pt x="728634" y="50077"/>
                      <a:pt x="695965" y="66142"/>
                    </a:cubicBezTo>
                    <a:cubicBezTo>
                      <a:pt x="659582" y="84096"/>
                      <a:pt x="624618" y="104751"/>
                      <a:pt x="591408" y="127971"/>
                    </a:cubicBezTo>
                    <a:cubicBezTo>
                      <a:pt x="558264" y="151056"/>
                      <a:pt x="526945" y="176572"/>
                      <a:pt x="497717" y="204449"/>
                    </a:cubicBezTo>
                    <a:cubicBezTo>
                      <a:pt x="468759" y="232191"/>
                      <a:pt x="441962" y="262094"/>
                      <a:pt x="417596" y="293954"/>
                    </a:cubicBezTo>
                    <a:cubicBezTo>
                      <a:pt x="371222" y="355109"/>
                      <a:pt x="334368" y="422947"/>
                      <a:pt x="308246" y="495104"/>
                    </a:cubicBezTo>
                    <a:cubicBezTo>
                      <a:pt x="302035" y="512046"/>
                      <a:pt x="296567" y="529327"/>
                      <a:pt x="291371" y="545999"/>
                    </a:cubicBezTo>
                    <a:lnTo>
                      <a:pt x="289143" y="552749"/>
                    </a:lnTo>
                    <a:lnTo>
                      <a:pt x="285227" y="565304"/>
                    </a:lnTo>
                    <a:cubicBezTo>
                      <a:pt x="279962" y="582044"/>
                      <a:pt x="274697" y="598716"/>
                      <a:pt x="269298" y="615457"/>
                    </a:cubicBezTo>
                    <a:cubicBezTo>
                      <a:pt x="256945" y="654876"/>
                      <a:pt x="242567" y="693689"/>
                      <a:pt x="226300" y="731624"/>
                    </a:cubicBezTo>
                    <a:lnTo>
                      <a:pt x="225491" y="733514"/>
                    </a:lnTo>
                    <a:cubicBezTo>
                      <a:pt x="212395" y="763012"/>
                      <a:pt x="197275" y="791564"/>
                      <a:pt x="180332" y="819036"/>
                    </a:cubicBezTo>
                    <a:cubicBezTo>
                      <a:pt x="163660" y="845901"/>
                      <a:pt x="145435" y="871754"/>
                      <a:pt x="125726" y="896459"/>
                    </a:cubicBezTo>
                    <a:cubicBezTo>
                      <a:pt x="99063" y="930816"/>
                      <a:pt x="68215" y="961664"/>
                      <a:pt x="33925" y="988327"/>
                    </a:cubicBezTo>
                    <a:lnTo>
                      <a:pt x="33048" y="989541"/>
                    </a:lnTo>
                    <a:lnTo>
                      <a:pt x="33048" y="989541"/>
                    </a:lnTo>
                    <a:cubicBezTo>
                      <a:pt x="23058" y="996291"/>
                      <a:pt x="12798" y="1003041"/>
                      <a:pt x="2403" y="1009387"/>
                    </a:cubicBezTo>
                    <a:cubicBezTo>
                      <a:pt x="16780" y="1009454"/>
                      <a:pt x="31090" y="1010399"/>
                      <a:pt x="45332" y="1012221"/>
                    </a:cubicBezTo>
                    <a:cubicBezTo>
                      <a:pt x="69025" y="1015462"/>
                      <a:pt x="92379" y="1020794"/>
                      <a:pt x="115060" y="1028219"/>
                    </a:cubicBezTo>
                    <a:cubicBezTo>
                      <a:pt x="120663" y="1030041"/>
                      <a:pt x="126129" y="1031999"/>
                      <a:pt x="131665" y="1033957"/>
                    </a:cubicBezTo>
                    <a:cubicBezTo>
                      <a:pt x="147663" y="1039762"/>
                      <a:pt x="163053" y="1046174"/>
                      <a:pt x="177498" y="1052924"/>
                    </a:cubicBezTo>
                    <a:cubicBezTo>
                      <a:pt x="186003" y="1056906"/>
                      <a:pt x="194373" y="1061024"/>
                      <a:pt x="202675" y="1065276"/>
                    </a:cubicBezTo>
                    <a:cubicBezTo>
                      <a:pt x="210977" y="1069529"/>
                      <a:pt x="220293" y="1074186"/>
                      <a:pt x="229001" y="1078776"/>
                    </a:cubicBezTo>
                    <a:cubicBezTo>
                      <a:pt x="256810" y="1093154"/>
                      <a:pt x="284754" y="1108341"/>
                      <a:pt x="311822" y="1123056"/>
                    </a:cubicBezTo>
                    <a:lnTo>
                      <a:pt x="317830" y="1126296"/>
                    </a:lnTo>
                    <a:lnTo>
                      <a:pt x="336596" y="1136556"/>
                    </a:lnTo>
                    <a:cubicBezTo>
                      <a:pt x="359004" y="1148639"/>
                      <a:pt x="381347" y="1160721"/>
                      <a:pt x="404096" y="1172534"/>
                    </a:cubicBezTo>
                    <a:cubicBezTo>
                      <a:pt x="427383" y="1182457"/>
                      <a:pt x="450737" y="1192379"/>
                      <a:pt x="473822" y="1202639"/>
                    </a:cubicBezTo>
                    <a:cubicBezTo>
                      <a:pt x="516888" y="1219986"/>
                      <a:pt x="555565" y="1234094"/>
                      <a:pt x="592150" y="1245906"/>
                    </a:cubicBezTo>
                    <a:cubicBezTo>
                      <a:pt x="609498" y="1251577"/>
                      <a:pt x="627452" y="1256909"/>
                      <a:pt x="645340" y="1261904"/>
                    </a:cubicBezTo>
                    <a:cubicBezTo>
                      <a:pt x="728972" y="1285866"/>
                      <a:pt x="815778" y="1297004"/>
                      <a:pt x="902785" y="1294979"/>
                    </a:cubicBezTo>
                    <a:cubicBezTo>
                      <a:pt x="974471" y="1292751"/>
                      <a:pt x="1045548" y="1281142"/>
                      <a:pt x="1114128" y="1260284"/>
                    </a:cubicBezTo>
                    <a:cubicBezTo>
                      <a:pt x="1182033" y="1240034"/>
                      <a:pt x="1246629" y="1209794"/>
                      <a:pt x="1305693" y="1170644"/>
                    </a:cubicBezTo>
                    <a:cubicBezTo>
                      <a:pt x="1335055" y="1151001"/>
                      <a:pt x="1362730" y="1128996"/>
                      <a:pt x="1388448" y="1104832"/>
                    </a:cubicBezTo>
                    <a:cubicBezTo>
                      <a:pt x="1414031" y="1080531"/>
                      <a:pt x="1437318" y="1053869"/>
                      <a:pt x="1458040" y="1025316"/>
                    </a:cubicBezTo>
                    <a:cubicBezTo>
                      <a:pt x="1478628" y="997034"/>
                      <a:pt x="1496313" y="966726"/>
                      <a:pt x="1510690" y="934866"/>
                    </a:cubicBezTo>
                    <a:cubicBezTo>
                      <a:pt x="1526148" y="900914"/>
                      <a:pt x="1538096" y="865409"/>
                      <a:pt x="1546330" y="829026"/>
                    </a:cubicBezTo>
                    <a:cubicBezTo>
                      <a:pt x="1553958" y="794669"/>
                      <a:pt x="1559020" y="759838"/>
                      <a:pt x="1561518" y="724739"/>
                    </a:cubicBezTo>
                    <a:cubicBezTo>
                      <a:pt x="1564015" y="692001"/>
                      <a:pt x="1564218" y="659129"/>
                      <a:pt x="1562125" y="626392"/>
                    </a:cubicBezTo>
                    <a:cubicBezTo>
                      <a:pt x="1554835" y="498344"/>
                      <a:pt x="1513727" y="374549"/>
                      <a:pt x="1442852" y="267697"/>
                    </a:cubicBezTo>
                    <a:cubicBezTo>
                      <a:pt x="1409170" y="217004"/>
                      <a:pt x="1368468" y="171239"/>
                      <a:pt x="1321960" y="131954"/>
                    </a:cubicBezTo>
                    <a:cubicBezTo>
                      <a:pt x="1298740" y="112311"/>
                      <a:pt x="1274035" y="94559"/>
                      <a:pt x="1248048" y="78697"/>
                    </a:cubicBezTo>
                    <a:cubicBezTo>
                      <a:pt x="1222128" y="63104"/>
                      <a:pt x="1195060" y="49536"/>
                      <a:pt x="1167048" y="38197"/>
                    </a:cubicBezTo>
                    <a:cubicBezTo>
                      <a:pt x="1154695" y="33202"/>
                      <a:pt x="1142477" y="28746"/>
                      <a:pt x="1130732" y="24697"/>
                    </a:cubicBezTo>
                  </a:path>
                </a:pathLst>
              </a:custGeom>
              <a:solidFill>
                <a:srgbClr val="B2B674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5" name="" descr="37796786-a2f3-4cc1-bdac-58934effa148"/>
              <p:cNvSpPr/>
              <p:nvPr/>
            </p:nvSpPr>
            <p:spPr>
              <a:xfrm>
                <a:off x="1406744" y="5926485"/>
                <a:ext cx="1305639" cy="748466"/>
              </a:xfrm>
              <a:custGeom>
                <a:gdLst>
                  <a:gd name="connsiteX0" fmla="*/ 1294647 w 1305639"/>
                  <a:gd name="connsiteY0" fmla="*/ 105654 h 748466"/>
                  <a:gd name="connsiteX1" fmla="*/ 1293432 w 1305639"/>
                  <a:gd name="connsiteY1" fmla="*/ 105654 h 748466"/>
                  <a:gd name="connsiteX2" fmla="*/ 943174 w 1305639"/>
                  <a:gd name="connsiteY2" fmla="*/ 111391 h 748466"/>
                  <a:gd name="connsiteX3" fmla="*/ 942566 w 1305639"/>
                  <a:gd name="connsiteY3" fmla="*/ 109435 h 748466"/>
                  <a:gd name="connsiteX4" fmla="*/ 935345 w 1305639"/>
                  <a:gd name="connsiteY4" fmla="*/ 91682 h 748466"/>
                  <a:gd name="connsiteX5" fmla="*/ 930620 w 1305639"/>
                  <a:gd name="connsiteY5" fmla="*/ 86889 h 748466"/>
                  <a:gd name="connsiteX6" fmla="*/ 928189 w 1305639"/>
                  <a:gd name="connsiteY6" fmla="*/ 85810 h 748466"/>
                  <a:gd name="connsiteX7" fmla="*/ 920763 w 1305639"/>
                  <a:gd name="connsiteY7" fmla="*/ 85810 h 748466"/>
                  <a:gd name="connsiteX8" fmla="*/ 911517 w 1305639"/>
                  <a:gd name="connsiteY8" fmla="*/ 101672 h 748466"/>
                  <a:gd name="connsiteX9" fmla="*/ 915162 w 1305639"/>
                  <a:gd name="connsiteY9" fmla="*/ 119019 h 748466"/>
                  <a:gd name="connsiteX10" fmla="*/ 888162 w 1305639"/>
                  <a:gd name="connsiteY10" fmla="*/ 127187 h 748466"/>
                  <a:gd name="connsiteX11" fmla="*/ 790084 w 1305639"/>
                  <a:gd name="connsiteY11" fmla="*/ 164380 h 748466"/>
                  <a:gd name="connsiteX12" fmla="*/ 739392 w 1305639"/>
                  <a:gd name="connsiteY12" fmla="*/ 188274 h 748466"/>
                  <a:gd name="connsiteX13" fmla="*/ 721841 w 1305639"/>
                  <a:gd name="connsiteY13" fmla="*/ 172344 h 748466"/>
                  <a:gd name="connsiteX14" fmla="*/ 699971 w 1305639"/>
                  <a:gd name="connsiteY14" fmla="*/ 154052 h 748466"/>
                  <a:gd name="connsiteX15" fmla="*/ 657311 w 1305639"/>
                  <a:gd name="connsiteY15" fmla="*/ 123339 h 748466"/>
                  <a:gd name="connsiteX16" fmla="*/ 563284 w 1305639"/>
                  <a:gd name="connsiteY16" fmla="*/ 71634 h 748466"/>
                  <a:gd name="connsiteX17" fmla="*/ 513537 w 1305639"/>
                  <a:gd name="connsiteY17" fmla="*/ 50641 h 748466"/>
                  <a:gd name="connsiteX18" fmla="*/ 462709 w 1305639"/>
                  <a:gd name="connsiteY18" fmla="*/ 32821 h 748466"/>
                  <a:gd name="connsiteX19" fmla="*/ 461089 w 1305639"/>
                  <a:gd name="connsiteY19" fmla="*/ 32349 h 748466"/>
                  <a:gd name="connsiteX20" fmla="*/ 411274 w 1305639"/>
                  <a:gd name="connsiteY20" fmla="*/ 17904 h 748466"/>
                  <a:gd name="connsiteX21" fmla="*/ 360378 w 1305639"/>
                  <a:gd name="connsiteY21" fmla="*/ 5349 h 748466"/>
                  <a:gd name="connsiteX22" fmla="*/ 334324 w 1305639"/>
                  <a:gd name="connsiteY22" fmla="*/ -388 h 748466"/>
                  <a:gd name="connsiteX23" fmla="*/ 329397 w 1305639"/>
                  <a:gd name="connsiteY23" fmla="*/ 2109 h 748466"/>
                  <a:gd name="connsiteX24" fmla="*/ 331894 w 1305639"/>
                  <a:gd name="connsiteY24" fmla="*/ 7037 h 748466"/>
                  <a:gd name="connsiteX25" fmla="*/ 536351 w 1305639"/>
                  <a:gd name="connsiteY25" fmla="*/ 76562 h 748466"/>
                  <a:gd name="connsiteX26" fmla="*/ 675064 w 1305639"/>
                  <a:gd name="connsiteY26" fmla="*/ 164717 h 748466"/>
                  <a:gd name="connsiteX27" fmla="*/ 697610 w 1305639"/>
                  <a:gd name="connsiteY27" fmla="*/ 185440 h 748466"/>
                  <a:gd name="connsiteX28" fmla="*/ 713336 w 1305639"/>
                  <a:gd name="connsiteY28" fmla="*/ 201977 h 748466"/>
                  <a:gd name="connsiteX29" fmla="*/ 698757 w 1305639"/>
                  <a:gd name="connsiteY29" fmla="*/ 209604 h 748466"/>
                  <a:gd name="connsiteX30" fmla="*/ 613571 w 1305639"/>
                  <a:gd name="connsiteY30" fmla="*/ 263132 h 748466"/>
                  <a:gd name="connsiteX31" fmla="*/ 529669 w 1305639"/>
                  <a:gd name="connsiteY31" fmla="*/ 323477 h 748466"/>
                  <a:gd name="connsiteX32" fmla="*/ 475669 w 1305639"/>
                  <a:gd name="connsiteY32" fmla="*/ 357699 h 748466"/>
                  <a:gd name="connsiteX33" fmla="*/ 419576 w 1305639"/>
                  <a:gd name="connsiteY33" fmla="*/ 323949 h 748466"/>
                  <a:gd name="connsiteX34" fmla="*/ 351740 w 1305639"/>
                  <a:gd name="connsiteY34" fmla="*/ 294317 h 748466"/>
                  <a:gd name="connsiteX35" fmla="*/ 330071 w 1305639"/>
                  <a:gd name="connsiteY35" fmla="*/ 286824 h 748466"/>
                  <a:gd name="connsiteX36" fmla="*/ 207964 w 1305639"/>
                  <a:gd name="connsiteY36" fmla="*/ 261579 h 748466"/>
                  <a:gd name="connsiteX37" fmla="*/ 204589 w 1305639"/>
                  <a:gd name="connsiteY37" fmla="*/ 264685 h 748466"/>
                  <a:gd name="connsiteX38" fmla="*/ 207694 w 1305639"/>
                  <a:gd name="connsiteY38" fmla="*/ 268060 h 748466"/>
                  <a:gd name="connsiteX39" fmla="*/ 243537 w 1305639"/>
                  <a:gd name="connsiteY39" fmla="*/ 272987 h 748466"/>
                  <a:gd name="connsiteX40" fmla="*/ 243537 w 1305639"/>
                  <a:gd name="connsiteY40" fmla="*/ 272987 h 748466"/>
                  <a:gd name="connsiteX41" fmla="*/ 367061 w 1305639"/>
                  <a:gd name="connsiteY41" fmla="*/ 313487 h 748466"/>
                  <a:gd name="connsiteX42" fmla="*/ 366387 w 1305639"/>
                  <a:gd name="connsiteY42" fmla="*/ 313149 h 748466"/>
                  <a:gd name="connsiteX43" fmla="*/ 420387 w 1305639"/>
                  <a:gd name="connsiteY43" fmla="*/ 342917 h 748466"/>
                  <a:gd name="connsiteX44" fmla="*/ 457174 w 1305639"/>
                  <a:gd name="connsiteY44" fmla="*/ 368364 h 748466"/>
                  <a:gd name="connsiteX45" fmla="*/ 434966 w 1305639"/>
                  <a:gd name="connsiteY45" fmla="*/ 381122 h 748466"/>
                  <a:gd name="connsiteX46" fmla="*/ 337159 w 1305639"/>
                  <a:gd name="connsiteY46" fmla="*/ 427494 h 748466"/>
                  <a:gd name="connsiteX47" fmla="*/ 252784 w 1305639"/>
                  <a:gd name="connsiteY47" fmla="*/ 458815 h 748466"/>
                  <a:gd name="connsiteX48" fmla="*/ 240230 w 1305639"/>
                  <a:gd name="connsiteY48" fmla="*/ 453414 h 748466"/>
                  <a:gd name="connsiteX49" fmla="*/ 233480 w 1305639"/>
                  <a:gd name="connsiteY49" fmla="*/ 450984 h 748466"/>
                  <a:gd name="connsiteX50" fmla="*/ 222611 w 1305639"/>
                  <a:gd name="connsiteY50" fmla="*/ 447744 h 748466"/>
                  <a:gd name="connsiteX51" fmla="*/ 186566 w 1305639"/>
                  <a:gd name="connsiteY51" fmla="*/ 440994 h 748466"/>
                  <a:gd name="connsiteX52" fmla="*/ 148834 w 1305639"/>
                  <a:gd name="connsiteY52" fmla="*/ 438565 h 748466"/>
                  <a:gd name="connsiteX53" fmla="*/ 108873 w 1305639"/>
                  <a:gd name="connsiteY53" fmla="*/ 439037 h 748466"/>
                  <a:gd name="connsiteX54" fmla="*/ 105498 w 1305639"/>
                  <a:gd name="connsiteY54" fmla="*/ 442074 h 748466"/>
                  <a:gd name="connsiteX55" fmla="*/ 108537 w 1305639"/>
                  <a:gd name="connsiteY55" fmla="*/ 445516 h 748466"/>
                  <a:gd name="connsiteX56" fmla="*/ 108537 w 1305639"/>
                  <a:gd name="connsiteY56" fmla="*/ 445516 h 748466"/>
                  <a:gd name="connsiteX57" fmla="*/ 146133 w 1305639"/>
                  <a:gd name="connsiteY57" fmla="*/ 445516 h 748466"/>
                  <a:gd name="connsiteX58" fmla="*/ 183258 w 1305639"/>
                  <a:gd name="connsiteY58" fmla="*/ 449837 h 748466"/>
                  <a:gd name="connsiteX59" fmla="*/ 214579 w 1305639"/>
                  <a:gd name="connsiteY59" fmla="*/ 457397 h 748466"/>
                  <a:gd name="connsiteX60" fmla="*/ 234829 w 1305639"/>
                  <a:gd name="connsiteY60" fmla="*/ 464821 h 748466"/>
                  <a:gd name="connsiteX61" fmla="*/ 5936 w 1305639"/>
                  <a:gd name="connsiteY61" fmla="*/ 522872 h 748466"/>
                  <a:gd name="connsiteX62" fmla="*/ 2561 w 1305639"/>
                  <a:gd name="connsiteY62" fmla="*/ 528609 h 748466"/>
                  <a:gd name="connsiteX63" fmla="*/ 2561 w 1305639"/>
                  <a:gd name="connsiteY63" fmla="*/ 528677 h 748466"/>
                  <a:gd name="connsiteX64" fmla="*/ 8366 w 1305639"/>
                  <a:gd name="connsiteY64" fmla="*/ 532052 h 748466"/>
                  <a:gd name="connsiteX65" fmla="*/ 209314 w 1305639"/>
                  <a:gd name="connsiteY65" fmla="*/ 485274 h 748466"/>
                  <a:gd name="connsiteX66" fmla="*/ 227877 w 1305639"/>
                  <a:gd name="connsiteY66" fmla="*/ 479807 h 748466"/>
                  <a:gd name="connsiteX67" fmla="*/ 216740 w 1305639"/>
                  <a:gd name="connsiteY67" fmla="*/ 495467 h 748466"/>
                  <a:gd name="connsiteX68" fmla="*/ 167532 w 1305639"/>
                  <a:gd name="connsiteY68" fmla="*/ 545687 h 748466"/>
                  <a:gd name="connsiteX69" fmla="*/ 153221 w 1305639"/>
                  <a:gd name="connsiteY69" fmla="*/ 555946 h 748466"/>
                  <a:gd name="connsiteX70" fmla="*/ 152007 w 1305639"/>
                  <a:gd name="connsiteY70" fmla="*/ 560402 h 748466"/>
                  <a:gd name="connsiteX71" fmla="*/ 156394 w 1305639"/>
                  <a:gd name="connsiteY71" fmla="*/ 561549 h 748466"/>
                  <a:gd name="connsiteX72" fmla="*/ 207424 w 1305639"/>
                  <a:gd name="connsiteY72" fmla="*/ 520576 h 748466"/>
                  <a:gd name="connsiteX73" fmla="*/ 244819 w 1305639"/>
                  <a:gd name="connsiteY73" fmla="*/ 474744 h 748466"/>
                  <a:gd name="connsiteX74" fmla="*/ 252311 w 1305639"/>
                  <a:gd name="connsiteY74" fmla="*/ 472516 h 748466"/>
                  <a:gd name="connsiteX75" fmla="*/ 254944 w 1305639"/>
                  <a:gd name="connsiteY75" fmla="*/ 472516 h 748466"/>
                  <a:gd name="connsiteX76" fmla="*/ 258116 w 1305639"/>
                  <a:gd name="connsiteY76" fmla="*/ 470627 h 748466"/>
                  <a:gd name="connsiteX77" fmla="*/ 303476 w 1305639"/>
                  <a:gd name="connsiteY77" fmla="*/ 455440 h 748466"/>
                  <a:gd name="connsiteX78" fmla="*/ 394872 w 1305639"/>
                  <a:gd name="connsiteY78" fmla="*/ 418719 h 748466"/>
                  <a:gd name="connsiteX79" fmla="*/ 466894 w 1305639"/>
                  <a:gd name="connsiteY79" fmla="*/ 383619 h 748466"/>
                  <a:gd name="connsiteX80" fmla="*/ 458997 w 1305639"/>
                  <a:gd name="connsiteY80" fmla="*/ 402924 h 748466"/>
                  <a:gd name="connsiteX81" fmla="*/ 458997 w 1305639"/>
                  <a:gd name="connsiteY81" fmla="*/ 402451 h 748466"/>
                  <a:gd name="connsiteX82" fmla="*/ 458186 w 1305639"/>
                  <a:gd name="connsiteY82" fmla="*/ 404274 h 748466"/>
                  <a:gd name="connsiteX83" fmla="*/ 458186 w 1305639"/>
                  <a:gd name="connsiteY83" fmla="*/ 404274 h 748466"/>
                  <a:gd name="connsiteX84" fmla="*/ 458186 w 1305639"/>
                  <a:gd name="connsiteY84" fmla="*/ 404274 h 748466"/>
                  <a:gd name="connsiteX85" fmla="*/ 445564 w 1305639"/>
                  <a:gd name="connsiteY85" fmla="*/ 431747 h 748466"/>
                  <a:gd name="connsiteX86" fmla="*/ 428824 w 1305639"/>
                  <a:gd name="connsiteY86" fmla="*/ 462729 h 748466"/>
                  <a:gd name="connsiteX87" fmla="*/ 389539 w 1305639"/>
                  <a:gd name="connsiteY87" fmla="*/ 520779 h 748466"/>
                  <a:gd name="connsiteX88" fmla="*/ 308539 w 1305639"/>
                  <a:gd name="connsiteY88" fmla="*/ 603669 h 748466"/>
                  <a:gd name="connsiteX89" fmla="*/ 298008 w 1305639"/>
                  <a:gd name="connsiteY89" fmla="*/ 611364 h 748466"/>
                  <a:gd name="connsiteX90" fmla="*/ 296861 w 1305639"/>
                  <a:gd name="connsiteY90" fmla="*/ 615820 h 748466"/>
                  <a:gd name="connsiteX91" fmla="*/ 301248 w 1305639"/>
                  <a:gd name="connsiteY91" fmla="*/ 616967 h 748466"/>
                  <a:gd name="connsiteX92" fmla="*/ 358758 w 1305639"/>
                  <a:gd name="connsiteY92" fmla="*/ 568839 h 748466"/>
                  <a:gd name="connsiteX93" fmla="*/ 414311 w 1305639"/>
                  <a:gd name="connsiteY93" fmla="*/ 506875 h 748466"/>
                  <a:gd name="connsiteX94" fmla="*/ 459334 w 1305639"/>
                  <a:gd name="connsiteY94" fmla="*/ 439375 h 748466"/>
                  <a:gd name="connsiteX95" fmla="*/ 477627 w 1305639"/>
                  <a:gd name="connsiteY95" fmla="*/ 403667 h 748466"/>
                  <a:gd name="connsiteX96" fmla="*/ 484985 w 1305639"/>
                  <a:gd name="connsiteY96" fmla="*/ 385307 h 748466"/>
                  <a:gd name="connsiteX97" fmla="*/ 489236 w 1305639"/>
                  <a:gd name="connsiteY97" fmla="*/ 371334 h 748466"/>
                  <a:gd name="connsiteX98" fmla="*/ 574826 w 1305639"/>
                  <a:gd name="connsiteY98" fmla="*/ 319427 h 748466"/>
                  <a:gd name="connsiteX99" fmla="*/ 617013 w 1305639"/>
                  <a:gd name="connsiteY99" fmla="*/ 291414 h 748466"/>
                  <a:gd name="connsiteX100" fmla="*/ 659606 w 1305639"/>
                  <a:gd name="connsiteY100" fmla="*/ 265494 h 748466"/>
                  <a:gd name="connsiteX101" fmla="*/ 725419 w 1305639"/>
                  <a:gd name="connsiteY101" fmla="*/ 230394 h 748466"/>
                  <a:gd name="connsiteX102" fmla="*/ 725419 w 1305639"/>
                  <a:gd name="connsiteY102" fmla="*/ 265630 h 748466"/>
                  <a:gd name="connsiteX103" fmla="*/ 720964 w 1305639"/>
                  <a:gd name="connsiteY103" fmla="*/ 322397 h 748466"/>
                  <a:gd name="connsiteX104" fmla="*/ 715159 w 1305639"/>
                  <a:gd name="connsiteY104" fmla="*/ 354932 h 748466"/>
                  <a:gd name="connsiteX105" fmla="*/ 706383 w 1305639"/>
                  <a:gd name="connsiteY105" fmla="*/ 390032 h 748466"/>
                  <a:gd name="connsiteX106" fmla="*/ 682691 w 1305639"/>
                  <a:gd name="connsiteY106" fmla="*/ 456451 h 748466"/>
                  <a:gd name="connsiteX107" fmla="*/ 636387 w 1305639"/>
                  <a:gd name="connsiteY107" fmla="*/ 547982 h 748466"/>
                  <a:gd name="connsiteX108" fmla="*/ 577595 w 1305639"/>
                  <a:gd name="connsiteY108" fmla="*/ 634449 h 748466"/>
                  <a:gd name="connsiteX109" fmla="*/ 578201 w 1305639"/>
                  <a:gd name="connsiteY109" fmla="*/ 633707 h 748466"/>
                  <a:gd name="connsiteX110" fmla="*/ 525350 w 1305639"/>
                  <a:gd name="connsiteY110" fmla="*/ 696414 h 748466"/>
                  <a:gd name="connsiteX111" fmla="*/ 525350 w 1305639"/>
                  <a:gd name="connsiteY111" fmla="*/ 701071 h 748466"/>
                  <a:gd name="connsiteX112" fmla="*/ 529939 w 1305639"/>
                  <a:gd name="connsiteY112" fmla="*/ 701139 h 748466"/>
                  <a:gd name="connsiteX113" fmla="*/ 530007 w 1305639"/>
                  <a:gd name="connsiteY113" fmla="*/ 701071 h 748466"/>
                  <a:gd name="connsiteX114" fmla="*/ 595684 w 1305639"/>
                  <a:gd name="connsiteY114" fmla="*/ 623312 h 748466"/>
                  <a:gd name="connsiteX115" fmla="*/ 656029 w 1305639"/>
                  <a:gd name="connsiteY115" fmla="*/ 534482 h 748466"/>
                  <a:gd name="connsiteX116" fmla="*/ 704831 w 1305639"/>
                  <a:gd name="connsiteY116" fmla="*/ 438497 h 748466"/>
                  <a:gd name="connsiteX117" fmla="*/ 738110 w 1305639"/>
                  <a:gd name="connsiteY117" fmla="*/ 337247 h 748466"/>
                  <a:gd name="connsiteX118" fmla="*/ 748571 w 1305639"/>
                  <a:gd name="connsiteY118" fmla="*/ 274404 h 748466"/>
                  <a:gd name="connsiteX119" fmla="*/ 749787 w 1305639"/>
                  <a:gd name="connsiteY119" fmla="*/ 242949 h 748466"/>
                  <a:gd name="connsiteX120" fmla="*/ 748436 w 1305639"/>
                  <a:gd name="connsiteY120" fmla="*/ 219122 h 748466"/>
                  <a:gd name="connsiteX121" fmla="*/ 749382 w 1305639"/>
                  <a:gd name="connsiteY121" fmla="*/ 218649 h 748466"/>
                  <a:gd name="connsiteX122" fmla="*/ 796970 w 1305639"/>
                  <a:gd name="connsiteY122" fmla="*/ 197185 h 748466"/>
                  <a:gd name="connsiteX123" fmla="*/ 923936 w 1305639"/>
                  <a:gd name="connsiteY123" fmla="*/ 153984 h 748466"/>
                  <a:gd name="connsiteX124" fmla="*/ 931699 w 1305639"/>
                  <a:gd name="connsiteY124" fmla="*/ 189016 h 748466"/>
                  <a:gd name="connsiteX125" fmla="*/ 946954 w 1305639"/>
                  <a:gd name="connsiteY125" fmla="*/ 279602 h 748466"/>
                  <a:gd name="connsiteX126" fmla="*/ 952287 w 1305639"/>
                  <a:gd name="connsiteY126" fmla="*/ 332386 h 748466"/>
                  <a:gd name="connsiteX127" fmla="*/ 955054 w 1305639"/>
                  <a:gd name="connsiteY127" fmla="*/ 388884 h 748466"/>
                  <a:gd name="connsiteX128" fmla="*/ 948304 w 1305639"/>
                  <a:gd name="connsiteY128" fmla="*/ 500125 h 748466"/>
                  <a:gd name="connsiteX129" fmla="*/ 948304 w 1305639"/>
                  <a:gd name="connsiteY129" fmla="*/ 499449 h 748466"/>
                  <a:gd name="connsiteX130" fmla="*/ 903552 w 1305639"/>
                  <a:gd name="connsiteY130" fmla="*/ 667592 h 748466"/>
                  <a:gd name="connsiteX131" fmla="*/ 903552 w 1305639"/>
                  <a:gd name="connsiteY131" fmla="*/ 667592 h 748466"/>
                  <a:gd name="connsiteX132" fmla="*/ 903552 w 1305639"/>
                  <a:gd name="connsiteY132" fmla="*/ 667592 h 748466"/>
                  <a:gd name="connsiteX133" fmla="*/ 903147 w 1305639"/>
                  <a:gd name="connsiteY133" fmla="*/ 668402 h 748466"/>
                  <a:gd name="connsiteX134" fmla="*/ 903485 w 1305639"/>
                  <a:gd name="connsiteY134" fmla="*/ 667592 h 748466"/>
                  <a:gd name="connsiteX135" fmla="*/ 903147 w 1305639"/>
                  <a:gd name="connsiteY135" fmla="*/ 668537 h 748466"/>
                  <a:gd name="connsiteX136" fmla="*/ 903147 w 1305639"/>
                  <a:gd name="connsiteY136" fmla="*/ 668537 h 748466"/>
                  <a:gd name="connsiteX137" fmla="*/ 865481 w 1305639"/>
                  <a:gd name="connsiteY137" fmla="*/ 741639 h 748466"/>
                  <a:gd name="connsiteX138" fmla="*/ 867034 w 1305639"/>
                  <a:gd name="connsiteY138" fmla="*/ 747310 h 748466"/>
                  <a:gd name="connsiteX139" fmla="*/ 872772 w 1305639"/>
                  <a:gd name="connsiteY139" fmla="*/ 745824 h 748466"/>
                  <a:gd name="connsiteX140" fmla="*/ 872772 w 1305639"/>
                  <a:gd name="connsiteY140" fmla="*/ 745824 h 748466"/>
                  <a:gd name="connsiteX141" fmla="*/ 917794 w 1305639"/>
                  <a:gd name="connsiteY141" fmla="*/ 658074 h 748466"/>
                  <a:gd name="connsiteX142" fmla="*/ 949654 w 1305639"/>
                  <a:gd name="connsiteY142" fmla="*/ 561549 h 748466"/>
                  <a:gd name="connsiteX143" fmla="*/ 968284 w 1305639"/>
                  <a:gd name="connsiteY143" fmla="*/ 459826 h 748466"/>
                  <a:gd name="connsiteX144" fmla="*/ 973549 w 1305639"/>
                  <a:gd name="connsiteY144" fmla="*/ 407717 h 748466"/>
                  <a:gd name="connsiteX145" fmla="*/ 975439 w 1305639"/>
                  <a:gd name="connsiteY145" fmla="*/ 382607 h 748466"/>
                  <a:gd name="connsiteX146" fmla="*/ 976451 w 1305639"/>
                  <a:gd name="connsiteY146" fmla="*/ 355607 h 748466"/>
                  <a:gd name="connsiteX147" fmla="*/ 975574 w 1305639"/>
                  <a:gd name="connsiteY147" fmla="*/ 288917 h 748466"/>
                  <a:gd name="connsiteX148" fmla="*/ 968824 w 1305639"/>
                  <a:gd name="connsiteY148" fmla="*/ 219190 h 748466"/>
                  <a:gd name="connsiteX149" fmla="*/ 956809 w 1305639"/>
                  <a:gd name="connsiteY149" fmla="*/ 155334 h 748466"/>
                  <a:gd name="connsiteX150" fmla="*/ 954311 w 1305639"/>
                  <a:gd name="connsiteY150" fmla="*/ 146289 h 748466"/>
                  <a:gd name="connsiteX151" fmla="*/ 1038956 w 1305639"/>
                  <a:gd name="connsiteY151" fmla="*/ 130562 h 748466"/>
                  <a:gd name="connsiteX152" fmla="*/ 1221207 w 1305639"/>
                  <a:gd name="connsiteY152" fmla="*/ 130562 h 748466"/>
                  <a:gd name="connsiteX153" fmla="*/ 1283644 w 1305639"/>
                  <a:gd name="connsiteY153" fmla="*/ 142847 h 748466"/>
                  <a:gd name="connsiteX154" fmla="*/ 1307337 w 1305639"/>
                  <a:gd name="connsiteY154" fmla="*/ 129347 h 748466"/>
                  <a:gd name="connsiteX155" fmla="*/ 1294647 w 1305639"/>
                  <a:gd name="connsiteY155" fmla="*/ 105654 h 74846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</a:cxnLst>
                <a:rect l="l" t="t" r="r" b="b"/>
                <a:pathLst>
                  <a:path w="1305639" h="748466">
                    <a:moveTo>
                      <a:pt x="1294647" y="105654"/>
                    </a:moveTo>
                    <a:lnTo>
                      <a:pt x="1293432" y="105654"/>
                    </a:lnTo>
                    <a:cubicBezTo>
                      <a:pt x="1178682" y="77440"/>
                      <a:pt x="1057654" y="82907"/>
                      <a:pt x="943174" y="111391"/>
                    </a:cubicBezTo>
                    <a:lnTo>
                      <a:pt x="942566" y="109435"/>
                    </a:lnTo>
                    <a:cubicBezTo>
                      <a:pt x="940407" y="103359"/>
                      <a:pt x="937841" y="97554"/>
                      <a:pt x="935345" y="91682"/>
                    </a:cubicBezTo>
                    <a:cubicBezTo>
                      <a:pt x="934196" y="89724"/>
                      <a:pt x="932576" y="88037"/>
                      <a:pt x="930620" y="86889"/>
                    </a:cubicBezTo>
                    <a:cubicBezTo>
                      <a:pt x="929809" y="86484"/>
                      <a:pt x="928998" y="86079"/>
                      <a:pt x="928189" y="85810"/>
                    </a:cubicBezTo>
                    <a:cubicBezTo>
                      <a:pt x="925758" y="85134"/>
                      <a:pt x="923194" y="85134"/>
                      <a:pt x="920763" y="85810"/>
                    </a:cubicBezTo>
                    <a:cubicBezTo>
                      <a:pt x="914013" y="87834"/>
                      <a:pt x="909964" y="94787"/>
                      <a:pt x="911517" y="101672"/>
                    </a:cubicBezTo>
                    <a:cubicBezTo>
                      <a:pt x="912731" y="107477"/>
                      <a:pt x="913878" y="113282"/>
                      <a:pt x="915162" y="119019"/>
                    </a:cubicBezTo>
                    <a:cubicBezTo>
                      <a:pt x="906049" y="121584"/>
                      <a:pt x="897003" y="124284"/>
                      <a:pt x="888162" y="127187"/>
                    </a:cubicBezTo>
                    <a:cubicBezTo>
                      <a:pt x="854816" y="137852"/>
                      <a:pt x="822079" y="150272"/>
                      <a:pt x="790084" y="164380"/>
                    </a:cubicBezTo>
                    <a:cubicBezTo>
                      <a:pt x="773007" y="171940"/>
                      <a:pt x="756334" y="179904"/>
                      <a:pt x="739392" y="188274"/>
                    </a:cubicBezTo>
                    <a:cubicBezTo>
                      <a:pt x="733654" y="182807"/>
                      <a:pt x="727782" y="177474"/>
                      <a:pt x="721841" y="172344"/>
                    </a:cubicBezTo>
                    <a:cubicBezTo>
                      <a:pt x="714686" y="166067"/>
                      <a:pt x="707464" y="159857"/>
                      <a:pt x="699971" y="154052"/>
                    </a:cubicBezTo>
                    <a:cubicBezTo>
                      <a:pt x="686471" y="143117"/>
                      <a:pt x="671959" y="132924"/>
                      <a:pt x="657311" y="123339"/>
                    </a:cubicBezTo>
                    <a:cubicBezTo>
                      <a:pt x="627341" y="103764"/>
                      <a:pt x="595887" y="86417"/>
                      <a:pt x="563284" y="71634"/>
                    </a:cubicBezTo>
                    <a:cubicBezTo>
                      <a:pt x="546949" y="64209"/>
                      <a:pt x="530412" y="56987"/>
                      <a:pt x="513537" y="50641"/>
                    </a:cubicBezTo>
                    <a:cubicBezTo>
                      <a:pt x="496662" y="44297"/>
                      <a:pt x="479787" y="38424"/>
                      <a:pt x="462709" y="32821"/>
                    </a:cubicBezTo>
                    <a:lnTo>
                      <a:pt x="461089" y="32349"/>
                    </a:lnTo>
                    <a:cubicBezTo>
                      <a:pt x="444620" y="27016"/>
                      <a:pt x="427946" y="22427"/>
                      <a:pt x="411274" y="17904"/>
                    </a:cubicBezTo>
                    <a:cubicBezTo>
                      <a:pt x="394601" y="13382"/>
                      <a:pt x="377524" y="9264"/>
                      <a:pt x="360378" y="5349"/>
                    </a:cubicBezTo>
                    <a:cubicBezTo>
                      <a:pt x="351672" y="3324"/>
                      <a:pt x="343032" y="1435"/>
                      <a:pt x="334324" y="-388"/>
                    </a:cubicBezTo>
                    <a:cubicBezTo>
                      <a:pt x="332299" y="-1063"/>
                      <a:pt x="330071" y="84"/>
                      <a:pt x="329397" y="2109"/>
                    </a:cubicBezTo>
                    <a:cubicBezTo>
                      <a:pt x="328789" y="4134"/>
                      <a:pt x="329870" y="6362"/>
                      <a:pt x="331894" y="7037"/>
                    </a:cubicBezTo>
                    <a:cubicBezTo>
                      <a:pt x="402498" y="22157"/>
                      <a:pt x="471147" y="45511"/>
                      <a:pt x="536351" y="76562"/>
                    </a:cubicBezTo>
                    <a:cubicBezTo>
                      <a:pt x="586167" y="99917"/>
                      <a:pt x="632742" y="129549"/>
                      <a:pt x="675064" y="164717"/>
                    </a:cubicBezTo>
                    <a:cubicBezTo>
                      <a:pt x="682758" y="171399"/>
                      <a:pt x="690252" y="178352"/>
                      <a:pt x="697610" y="185440"/>
                    </a:cubicBezTo>
                    <a:cubicBezTo>
                      <a:pt x="703076" y="190704"/>
                      <a:pt x="708206" y="196307"/>
                      <a:pt x="713336" y="201977"/>
                    </a:cubicBezTo>
                    <a:cubicBezTo>
                      <a:pt x="708476" y="204542"/>
                      <a:pt x="703549" y="206972"/>
                      <a:pt x="698757" y="209604"/>
                    </a:cubicBezTo>
                    <a:cubicBezTo>
                      <a:pt x="669596" y="226074"/>
                      <a:pt x="641247" y="244097"/>
                      <a:pt x="613571" y="263132"/>
                    </a:cubicBezTo>
                    <a:cubicBezTo>
                      <a:pt x="585897" y="282167"/>
                      <a:pt x="558154" y="304172"/>
                      <a:pt x="529669" y="323477"/>
                    </a:cubicBezTo>
                    <a:cubicBezTo>
                      <a:pt x="511917" y="335492"/>
                      <a:pt x="493758" y="346764"/>
                      <a:pt x="475669" y="357699"/>
                    </a:cubicBezTo>
                    <a:cubicBezTo>
                      <a:pt x="457714" y="345212"/>
                      <a:pt x="439017" y="333940"/>
                      <a:pt x="419576" y="323949"/>
                    </a:cubicBezTo>
                    <a:cubicBezTo>
                      <a:pt x="397638" y="312677"/>
                      <a:pt x="374959" y="302755"/>
                      <a:pt x="351740" y="294317"/>
                    </a:cubicBezTo>
                    <a:cubicBezTo>
                      <a:pt x="344584" y="291685"/>
                      <a:pt x="337361" y="289187"/>
                      <a:pt x="330071" y="286824"/>
                    </a:cubicBezTo>
                    <a:cubicBezTo>
                      <a:pt x="290449" y="273932"/>
                      <a:pt x="249476" y="265494"/>
                      <a:pt x="207964" y="261579"/>
                    </a:cubicBezTo>
                    <a:cubicBezTo>
                      <a:pt x="206209" y="261511"/>
                      <a:pt x="204725" y="262929"/>
                      <a:pt x="204589" y="264685"/>
                    </a:cubicBezTo>
                    <a:cubicBezTo>
                      <a:pt x="204589" y="266440"/>
                      <a:pt x="205939" y="267857"/>
                      <a:pt x="207694" y="268060"/>
                    </a:cubicBezTo>
                    <a:cubicBezTo>
                      <a:pt x="219709" y="269139"/>
                      <a:pt x="231657" y="270826"/>
                      <a:pt x="243537" y="272987"/>
                    </a:cubicBezTo>
                    <a:lnTo>
                      <a:pt x="243537" y="272987"/>
                    </a:lnTo>
                    <a:cubicBezTo>
                      <a:pt x="286263" y="281087"/>
                      <a:pt x="327777" y="294722"/>
                      <a:pt x="367061" y="313487"/>
                    </a:cubicBezTo>
                    <a:lnTo>
                      <a:pt x="366387" y="313149"/>
                    </a:lnTo>
                    <a:cubicBezTo>
                      <a:pt x="384882" y="322060"/>
                      <a:pt x="402904" y="332049"/>
                      <a:pt x="420387" y="342917"/>
                    </a:cubicBezTo>
                    <a:cubicBezTo>
                      <a:pt x="433076" y="350747"/>
                      <a:pt x="445294" y="359454"/>
                      <a:pt x="457174" y="368364"/>
                    </a:cubicBezTo>
                    <a:cubicBezTo>
                      <a:pt x="449748" y="372617"/>
                      <a:pt x="442459" y="377071"/>
                      <a:pt x="434966" y="381122"/>
                    </a:cubicBezTo>
                    <a:cubicBezTo>
                      <a:pt x="403174" y="398266"/>
                      <a:pt x="370571" y="413724"/>
                      <a:pt x="337159" y="427494"/>
                    </a:cubicBezTo>
                    <a:cubicBezTo>
                      <a:pt x="309417" y="438969"/>
                      <a:pt x="281269" y="449297"/>
                      <a:pt x="252784" y="458815"/>
                    </a:cubicBezTo>
                    <a:cubicBezTo>
                      <a:pt x="248667" y="456924"/>
                      <a:pt x="244549" y="455034"/>
                      <a:pt x="240230" y="453414"/>
                    </a:cubicBezTo>
                    <a:cubicBezTo>
                      <a:pt x="237934" y="452537"/>
                      <a:pt x="235638" y="451727"/>
                      <a:pt x="233480" y="450984"/>
                    </a:cubicBezTo>
                    <a:cubicBezTo>
                      <a:pt x="229902" y="449769"/>
                      <a:pt x="226189" y="448757"/>
                      <a:pt x="222611" y="447744"/>
                    </a:cubicBezTo>
                    <a:cubicBezTo>
                      <a:pt x="210799" y="444639"/>
                      <a:pt x="198716" y="442344"/>
                      <a:pt x="186566" y="440994"/>
                    </a:cubicBezTo>
                    <a:cubicBezTo>
                      <a:pt x="174012" y="439576"/>
                      <a:pt x="161456" y="438699"/>
                      <a:pt x="148834" y="438565"/>
                    </a:cubicBezTo>
                    <a:cubicBezTo>
                      <a:pt x="135334" y="438565"/>
                      <a:pt x="121834" y="438565"/>
                      <a:pt x="108873" y="439037"/>
                    </a:cubicBezTo>
                    <a:cubicBezTo>
                      <a:pt x="107120" y="438969"/>
                      <a:pt x="105633" y="440320"/>
                      <a:pt x="105498" y="442074"/>
                    </a:cubicBezTo>
                    <a:cubicBezTo>
                      <a:pt x="105365" y="443829"/>
                      <a:pt x="106714" y="445382"/>
                      <a:pt x="108537" y="445516"/>
                    </a:cubicBezTo>
                    <a:cubicBezTo>
                      <a:pt x="108537" y="445516"/>
                      <a:pt x="108537" y="445516"/>
                      <a:pt x="108537" y="445516"/>
                    </a:cubicBezTo>
                    <a:cubicBezTo>
                      <a:pt x="121091" y="444842"/>
                      <a:pt x="133579" y="444842"/>
                      <a:pt x="146133" y="445516"/>
                    </a:cubicBezTo>
                    <a:cubicBezTo>
                      <a:pt x="158554" y="446192"/>
                      <a:pt x="170975" y="447677"/>
                      <a:pt x="183258" y="449837"/>
                    </a:cubicBezTo>
                    <a:cubicBezTo>
                      <a:pt x="193856" y="451794"/>
                      <a:pt x="204319" y="454292"/>
                      <a:pt x="214579" y="457397"/>
                    </a:cubicBezTo>
                    <a:cubicBezTo>
                      <a:pt x="221329" y="459489"/>
                      <a:pt x="228079" y="462054"/>
                      <a:pt x="234829" y="464821"/>
                    </a:cubicBezTo>
                    <a:cubicBezTo>
                      <a:pt x="159701" y="488446"/>
                      <a:pt x="83292" y="507886"/>
                      <a:pt x="5936" y="522872"/>
                    </a:cubicBezTo>
                    <a:cubicBezTo>
                      <a:pt x="3439" y="523547"/>
                      <a:pt x="1887" y="526112"/>
                      <a:pt x="2561" y="528609"/>
                    </a:cubicBezTo>
                    <a:cubicBezTo>
                      <a:pt x="2561" y="528677"/>
                      <a:pt x="2561" y="528677"/>
                      <a:pt x="2561" y="528677"/>
                    </a:cubicBezTo>
                    <a:cubicBezTo>
                      <a:pt x="3236" y="531174"/>
                      <a:pt x="5802" y="532727"/>
                      <a:pt x="8366" y="532052"/>
                    </a:cubicBezTo>
                    <a:cubicBezTo>
                      <a:pt x="75866" y="518552"/>
                      <a:pt x="143366" y="504039"/>
                      <a:pt x="209314" y="485274"/>
                    </a:cubicBezTo>
                    <a:cubicBezTo>
                      <a:pt x="215524" y="483587"/>
                      <a:pt x="221667" y="481562"/>
                      <a:pt x="227877" y="479807"/>
                    </a:cubicBezTo>
                    <a:cubicBezTo>
                      <a:pt x="224299" y="485071"/>
                      <a:pt x="220586" y="490337"/>
                      <a:pt x="216740" y="495467"/>
                    </a:cubicBezTo>
                    <a:cubicBezTo>
                      <a:pt x="202497" y="514164"/>
                      <a:pt x="185959" y="531039"/>
                      <a:pt x="167532" y="545687"/>
                    </a:cubicBezTo>
                    <a:cubicBezTo>
                      <a:pt x="162807" y="549264"/>
                      <a:pt x="158081" y="552437"/>
                      <a:pt x="153221" y="555946"/>
                    </a:cubicBezTo>
                    <a:cubicBezTo>
                      <a:pt x="151736" y="556891"/>
                      <a:pt x="151196" y="558849"/>
                      <a:pt x="152007" y="560402"/>
                    </a:cubicBezTo>
                    <a:cubicBezTo>
                      <a:pt x="152951" y="561886"/>
                      <a:pt x="154841" y="562359"/>
                      <a:pt x="156394" y="561549"/>
                    </a:cubicBezTo>
                    <a:cubicBezTo>
                      <a:pt x="174620" y="549467"/>
                      <a:pt x="191696" y="535764"/>
                      <a:pt x="207424" y="520576"/>
                    </a:cubicBezTo>
                    <a:cubicBezTo>
                      <a:pt x="221667" y="506875"/>
                      <a:pt x="234221" y="491484"/>
                      <a:pt x="244819" y="474744"/>
                    </a:cubicBezTo>
                    <a:lnTo>
                      <a:pt x="252311" y="472516"/>
                    </a:lnTo>
                    <a:cubicBezTo>
                      <a:pt x="253189" y="472719"/>
                      <a:pt x="254066" y="472719"/>
                      <a:pt x="254944" y="472516"/>
                    </a:cubicBezTo>
                    <a:cubicBezTo>
                      <a:pt x="256159" y="472179"/>
                      <a:pt x="257240" y="471571"/>
                      <a:pt x="258116" y="470627"/>
                    </a:cubicBezTo>
                    <a:cubicBezTo>
                      <a:pt x="273304" y="465834"/>
                      <a:pt x="288424" y="460772"/>
                      <a:pt x="303476" y="455440"/>
                    </a:cubicBezTo>
                    <a:cubicBezTo>
                      <a:pt x="334392" y="444369"/>
                      <a:pt x="364902" y="432016"/>
                      <a:pt x="394872" y="418719"/>
                    </a:cubicBezTo>
                    <a:cubicBezTo>
                      <a:pt x="419307" y="407852"/>
                      <a:pt x="443269" y="395972"/>
                      <a:pt x="466894" y="383619"/>
                    </a:cubicBezTo>
                    <a:cubicBezTo>
                      <a:pt x="464329" y="390369"/>
                      <a:pt x="461628" y="396511"/>
                      <a:pt x="458997" y="402924"/>
                    </a:cubicBezTo>
                    <a:lnTo>
                      <a:pt x="458997" y="402451"/>
                    </a:lnTo>
                    <a:lnTo>
                      <a:pt x="458186" y="404274"/>
                    </a:lnTo>
                    <a:cubicBezTo>
                      <a:pt x="458186" y="404274"/>
                      <a:pt x="458186" y="404274"/>
                      <a:pt x="458186" y="404274"/>
                    </a:cubicBezTo>
                    <a:lnTo>
                      <a:pt x="458186" y="404274"/>
                    </a:lnTo>
                    <a:cubicBezTo>
                      <a:pt x="454272" y="413522"/>
                      <a:pt x="450086" y="422769"/>
                      <a:pt x="445564" y="431747"/>
                    </a:cubicBezTo>
                    <a:cubicBezTo>
                      <a:pt x="440366" y="442277"/>
                      <a:pt x="434696" y="452604"/>
                      <a:pt x="428824" y="462729"/>
                    </a:cubicBezTo>
                    <a:cubicBezTo>
                      <a:pt x="416877" y="482844"/>
                      <a:pt x="403714" y="502217"/>
                      <a:pt x="389539" y="520779"/>
                    </a:cubicBezTo>
                    <a:cubicBezTo>
                      <a:pt x="366116" y="551695"/>
                      <a:pt x="338914" y="579571"/>
                      <a:pt x="308539" y="603669"/>
                    </a:cubicBezTo>
                    <a:cubicBezTo>
                      <a:pt x="305096" y="606302"/>
                      <a:pt x="301586" y="608867"/>
                      <a:pt x="298008" y="611364"/>
                    </a:cubicBezTo>
                    <a:cubicBezTo>
                      <a:pt x="296524" y="612310"/>
                      <a:pt x="295985" y="614266"/>
                      <a:pt x="296861" y="615820"/>
                    </a:cubicBezTo>
                    <a:cubicBezTo>
                      <a:pt x="297740" y="617304"/>
                      <a:pt x="299696" y="617844"/>
                      <a:pt x="301248" y="616967"/>
                    </a:cubicBezTo>
                    <a:cubicBezTo>
                      <a:pt x="321633" y="602454"/>
                      <a:pt x="340872" y="586321"/>
                      <a:pt x="358758" y="568839"/>
                    </a:cubicBezTo>
                    <a:cubicBezTo>
                      <a:pt x="378740" y="549534"/>
                      <a:pt x="397302" y="528812"/>
                      <a:pt x="414311" y="506875"/>
                    </a:cubicBezTo>
                    <a:cubicBezTo>
                      <a:pt x="430850" y="485409"/>
                      <a:pt x="445902" y="462864"/>
                      <a:pt x="459334" y="439375"/>
                    </a:cubicBezTo>
                    <a:cubicBezTo>
                      <a:pt x="466017" y="427764"/>
                      <a:pt x="472159" y="415884"/>
                      <a:pt x="477627" y="403667"/>
                    </a:cubicBezTo>
                    <a:cubicBezTo>
                      <a:pt x="480326" y="397592"/>
                      <a:pt x="482757" y="391516"/>
                      <a:pt x="484985" y="385307"/>
                    </a:cubicBezTo>
                    <a:cubicBezTo>
                      <a:pt x="486672" y="380649"/>
                      <a:pt x="487954" y="375992"/>
                      <a:pt x="489236" y="371334"/>
                    </a:cubicBezTo>
                    <a:cubicBezTo>
                      <a:pt x="518464" y="355201"/>
                      <a:pt x="546882" y="337584"/>
                      <a:pt x="574826" y="319427"/>
                    </a:cubicBezTo>
                    <a:cubicBezTo>
                      <a:pt x="589002" y="310247"/>
                      <a:pt x="602839" y="300594"/>
                      <a:pt x="617013" y="291414"/>
                    </a:cubicBezTo>
                    <a:cubicBezTo>
                      <a:pt x="631189" y="282234"/>
                      <a:pt x="645297" y="273932"/>
                      <a:pt x="659606" y="265494"/>
                    </a:cubicBezTo>
                    <a:cubicBezTo>
                      <a:pt x="681071" y="252940"/>
                      <a:pt x="703144" y="241464"/>
                      <a:pt x="725419" y="230394"/>
                    </a:cubicBezTo>
                    <a:cubicBezTo>
                      <a:pt x="725419" y="242139"/>
                      <a:pt x="725419" y="253951"/>
                      <a:pt x="725419" y="265630"/>
                    </a:cubicBezTo>
                    <a:cubicBezTo>
                      <a:pt x="724946" y="284597"/>
                      <a:pt x="723394" y="303565"/>
                      <a:pt x="720964" y="322397"/>
                    </a:cubicBezTo>
                    <a:cubicBezTo>
                      <a:pt x="719345" y="333264"/>
                      <a:pt x="717454" y="344132"/>
                      <a:pt x="715159" y="354932"/>
                    </a:cubicBezTo>
                    <a:cubicBezTo>
                      <a:pt x="712797" y="366744"/>
                      <a:pt x="709691" y="378422"/>
                      <a:pt x="706383" y="390032"/>
                    </a:cubicBezTo>
                    <a:cubicBezTo>
                      <a:pt x="699836" y="412644"/>
                      <a:pt x="691872" y="434784"/>
                      <a:pt x="682691" y="456451"/>
                    </a:cubicBezTo>
                    <a:cubicBezTo>
                      <a:pt x="669258" y="487907"/>
                      <a:pt x="653802" y="518484"/>
                      <a:pt x="636387" y="547982"/>
                    </a:cubicBezTo>
                    <a:cubicBezTo>
                      <a:pt x="618566" y="577951"/>
                      <a:pt x="598924" y="606842"/>
                      <a:pt x="577595" y="634449"/>
                    </a:cubicBezTo>
                    <a:lnTo>
                      <a:pt x="578201" y="633707"/>
                    </a:lnTo>
                    <a:cubicBezTo>
                      <a:pt x="561529" y="655375"/>
                      <a:pt x="543980" y="676299"/>
                      <a:pt x="525350" y="696414"/>
                    </a:cubicBezTo>
                    <a:cubicBezTo>
                      <a:pt x="524066" y="697696"/>
                      <a:pt x="524066" y="699789"/>
                      <a:pt x="525350" y="701071"/>
                    </a:cubicBezTo>
                    <a:cubicBezTo>
                      <a:pt x="526564" y="702354"/>
                      <a:pt x="528657" y="702422"/>
                      <a:pt x="529939" y="701139"/>
                    </a:cubicBezTo>
                    <a:cubicBezTo>
                      <a:pt x="529939" y="701139"/>
                      <a:pt x="530007" y="701071"/>
                      <a:pt x="530007" y="701071"/>
                    </a:cubicBezTo>
                    <a:cubicBezTo>
                      <a:pt x="553091" y="676164"/>
                      <a:pt x="575096" y="650245"/>
                      <a:pt x="595684" y="623312"/>
                    </a:cubicBezTo>
                    <a:cubicBezTo>
                      <a:pt x="617419" y="594826"/>
                      <a:pt x="637534" y="565195"/>
                      <a:pt x="656029" y="534482"/>
                    </a:cubicBezTo>
                    <a:cubicBezTo>
                      <a:pt x="674659" y="503701"/>
                      <a:pt x="690927" y="471639"/>
                      <a:pt x="704831" y="438497"/>
                    </a:cubicBezTo>
                    <a:cubicBezTo>
                      <a:pt x="718669" y="405692"/>
                      <a:pt x="729807" y="371875"/>
                      <a:pt x="738110" y="337247"/>
                    </a:cubicBezTo>
                    <a:cubicBezTo>
                      <a:pt x="743037" y="316592"/>
                      <a:pt x="746547" y="295599"/>
                      <a:pt x="748571" y="274404"/>
                    </a:cubicBezTo>
                    <a:cubicBezTo>
                      <a:pt x="749517" y="263942"/>
                      <a:pt x="749855" y="253479"/>
                      <a:pt x="749787" y="242949"/>
                    </a:cubicBezTo>
                    <a:cubicBezTo>
                      <a:pt x="749787" y="234984"/>
                      <a:pt x="749179" y="227019"/>
                      <a:pt x="748436" y="219122"/>
                    </a:cubicBezTo>
                    <a:lnTo>
                      <a:pt x="749382" y="218649"/>
                    </a:lnTo>
                    <a:cubicBezTo>
                      <a:pt x="765110" y="211089"/>
                      <a:pt x="780904" y="203935"/>
                      <a:pt x="796970" y="197185"/>
                    </a:cubicBezTo>
                    <a:cubicBezTo>
                      <a:pt x="838346" y="180174"/>
                      <a:pt x="880736" y="165729"/>
                      <a:pt x="923936" y="153984"/>
                    </a:cubicBezTo>
                    <a:cubicBezTo>
                      <a:pt x="926569" y="165594"/>
                      <a:pt x="929269" y="177339"/>
                      <a:pt x="931699" y="189016"/>
                    </a:cubicBezTo>
                    <a:cubicBezTo>
                      <a:pt x="937909" y="219054"/>
                      <a:pt x="942971" y="249294"/>
                      <a:pt x="946954" y="279602"/>
                    </a:cubicBezTo>
                    <a:cubicBezTo>
                      <a:pt x="949115" y="297152"/>
                      <a:pt x="950802" y="314701"/>
                      <a:pt x="952287" y="332386"/>
                    </a:cubicBezTo>
                    <a:cubicBezTo>
                      <a:pt x="953839" y="351219"/>
                      <a:pt x="954513" y="370052"/>
                      <a:pt x="955054" y="388884"/>
                    </a:cubicBezTo>
                    <a:cubicBezTo>
                      <a:pt x="955865" y="426076"/>
                      <a:pt x="953569" y="463269"/>
                      <a:pt x="948304" y="500125"/>
                    </a:cubicBezTo>
                    <a:cubicBezTo>
                      <a:pt x="948304" y="500125"/>
                      <a:pt x="948304" y="499652"/>
                      <a:pt x="948304" y="499449"/>
                    </a:cubicBezTo>
                    <a:cubicBezTo>
                      <a:pt x="940542" y="557162"/>
                      <a:pt x="925557" y="613659"/>
                      <a:pt x="903552" y="667592"/>
                    </a:cubicBezTo>
                    <a:lnTo>
                      <a:pt x="903552" y="667592"/>
                    </a:lnTo>
                    <a:lnTo>
                      <a:pt x="903552" y="667592"/>
                    </a:lnTo>
                    <a:lnTo>
                      <a:pt x="903147" y="668402"/>
                    </a:lnTo>
                    <a:lnTo>
                      <a:pt x="903485" y="667592"/>
                    </a:lnTo>
                    <a:lnTo>
                      <a:pt x="903147" y="668537"/>
                    </a:lnTo>
                    <a:lnTo>
                      <a:pt x="903147" y="668537"/>
                    </a:lnTo>
                    <a:cubicBezTo>
                      <a:pt x="892549" y="693849"/>
                      <a:pt x="879927" y="718284"/>
                      <a:pt x="865481" y="741639"/>
                    </a:cubicBezTo>
                    <a:cubicBezTo>
                      <a:pt x="864402" y="743664"/>
                      <a:pt x="865076" y="746162"/>
                      <a:pt x="867034" y="747310"/>
                    </a:cubicBezTo>
                    <a:cubicBezTo>
                      <a:pt x="868992" y="748457"/>
                      <a:pt x="871623" y="747849"/>
                      <a:pt x="872772" y="745824"/>
                    </a:cubicBezTo>
                    <a:cubicBezTo>
                      <a:pt x="872772" y="745824"/>
                      <a:pt x="872772" y="745824"/>
                      <a:pt x="872772" y="745824"/>
                    </a:cubicBezTo>
                    <a:cubicBezTo>
                      <a:pt x="890120" y="717812"/>
                      <a:pt x="905172" y="688516"/>
                      <a:pt x="917794" y="658074"/>
                    </a:cubicBezTo>
                    <a:cubicBezTo>
                      <a:pt x="930821" y="626755"/>
                      <a:pt x="941419" y="594489"/>
                      <a:pt x="949654" y="561549"/>
                    </a:cubicBezTo>
                    <a:cubicBezTo>
                      <a:pt x="958024" y="528070"/>
                      <a:pt x="964235" y="494117"/>
                      <a:pt x="968284" y="459826"/>
                    </a:cubicBezTo>
                    <a:cubicBezTo>
                      <a:pt x="970444" y="442479"/>
                      <a:pt x="972132" y="425065"/>
                      <a:pt x="973549" y="407717"/>
                    </a:cubicBezTo>
                    <a:cubicBezTo>
                      <a:pt x="974292" y="399347"/>
                      <a:pt x="974899" y="390977"/>
                      <a:pt x="975439" y="382607"/>
                    </a:cubicBezTo>
                    <a:cubicBezTo>
                      <a:pt x="975980" y="374237"/>
                      <a:pt x="976182" y="364382"/>
                      <a:pt x="976451" y="355607"/>
                    </a:cubicBezTo>
                    <a:cubicBezTo>
                      <a:pt x="977059" y="333399"/>
                      <a:pt x="976451" y="311125"/>
                      <a:pt x="975574" y="288917"/>
                    </a:cubicBezTo>
                    <a:cubicBezTo>
                      <a:pt x="974360" y="265562"/>
                      <a:pt x="971861" y="242342"/>
                      <a:pt x="968824" y="219190"/>
                    </a:cubicBezTo>
                    <a:cubicBezTo>
                      <a:pt x="965855" y="197724"/>
                      <a:pt x="962074" y="176394"/>
                      <a:pt x="956809" y="155334"/>
                    </a:cubicBezTo>
                    <a:cubicBezTo>
                      <a:pt x="956066" y="152297"/>
                      <a:pt x="955122" y="149326"/>
                      <a:pt x="954311" y="146289"/>
                    </a:cubicBezTo>
                    <a:cubicBezTo>
                      <a:pt x="982257" y="139607"/>
                      <a:pt x="1010471" y="134409"/>
                      <a:pt x="1038956" y="130562"/>
                    </a:cubicBezTo>
                    <a:cubicBezTo>
                      <a:pt x="1099436" y="122732"/>
                      <a:pt x="1160726" y="122732"/>
                      <a:pt x="1221207" y="130562"/>
                    </a:cubicBezTo>
                    <a:cubicBezTo>
                      <a:pt x="1242199" y="133599"/>
                      <a:pt x="1263057" y="137717"/>
                      <a:pt x="1283644" y="142847"/>
                    </a:cubicBezTo>
                    <a:cubicBezTo>
                      <a:pt x="1293904" y="145547"/>
                      <a:pt x="1304434" y="139539"/>
                      <a:pt x="1307337" y="129347"/>
                    </a:cubicBezTo>
                    <a:cubicBezTo>
                      <a:pt x="1310104" y="119357"/>
                      <a:pt x="1304502" y="108894"/>
                      <a:pt x="1294647" y="105654"/>
                    </a:cubicBezTo>
                    <a:close/>
                  </a:path>
                </a:pathLst>
              </a:custGeom>
              <a:solidFill>
                <a:srgbClr val="92964B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" name="" descr="e610af09-0ba8-4e96-ba5b-d0cfd83d8314"/>
              <p:cNvSpPr/>
              <p:nvPr/>
            </p:nvSpPr>
            <p:spPr>
              <a:xfrm>
                <a:off x="1862055" y="6329316"/>
                <a:ext cx="674" cy="1484"/>
              </a:xfrm>
              <a:custGeom>
                <a:gdLst>
                  <a:gd name="connsiteX0" fmla="*/ 3077 w 674"/>
                  <a:gd name="connsiteY0" fmla="*/ -582 h 1484"/>
                  <a:gd name="connsiteX1" fmla="*/ 2403 w 674"/>
                  <a:gd name="connsiteY1" fmla="*/ 903 h 1484"/>
                  <a:gd name="connsiteX2" fmla="*/ 2403 w 674"/>
                  <a:gd name="connsiteY2" fmla="*/ 903 h 148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4" h="1484">
                    <a:moveTo>
                      <a:pt x="3077" y="-582"/>
                    </a:moveTo>
                    <a:lnTo>
                      <a:pt x="2403" y="903"/>
                    </a:lnTo>
                    <a:cubicBezTo>
                      <a:pt x="2403" y="903"/>
                      <a:pt x="2403" y="903"/>
                      <a:pt x="2403" y="903"/>
                    </a:cubicBezTo>
                    <a:close/>
                  </a:path>
                </a:pathLst>
              </a:custGeom>
              <a:solidFill>
                <a:srgbClr val="92964B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" name="" descr="27b17838-2dca-44b9-8cf9-9f442e22c978"/>
              <p:cNvSpPr/>
              <p:nvPr/>
            </p:nvSpPr>
            <p:spPr>
              <a:xfrm>
                <a:off x="846656" y="4285079"/>
                <a:ext cx="2736653" cy="2291222"/>
              </a:xfrm>
              <a:custGeom>
                <a:gdLst>
                  <a:gd name="connsiteX0" fmla="*/ 210231 w 2736653"/>
                  <a:gd name="connsiteY0" fmla="*/ 135700 h 2291222"/>
                  <a:gd name="connsiteX1" fmla="*/ 232777 w 2736653"/>
                  <a:gd name="connsiteY1" fmla="*/ 130434 h 2291222"/>
                  <a:gd name="connsiteX2" fmla="*/ 313777 w 2736653"/>
                  <a:gd name="connsiteY2" fmla="*/ 122402 h 2291222"/>
                  <a:gd name="connsiteX3" fmla="*/ 480704 w 2736653"/>
                  <a:gd name="connsiteY3" fmla="*/ 132122 h 2291222"/>
                  <a:gd name="connsiteX4" fmla="*/ 490965 w 2736653"/>
                  <a:gd name="connsiteY4" fmla="*/ 133202 h 2291222"/>
                  <a:gd name="connsiteX5" fmla="*/ 496971 w 2736653"/>
                  <a:gd name="connsiteY5" fmla="*/ 133809 h 2291222"/>
                  <a:gd name="connsiteX6" fmla="*/ 663630 w 2736653"/>
                  <a:gd name="connsiteY6" fmla="*/ 142989 h 2291222"/>
                  <a:gd name="connsiteX7" fmla="*/ 743752 w 2736653"/>
                  <a:gd name="connsiteY7" fmla="*/ 131177 h 2291222"/>
                  <a:gd name="connsiteX8" fmla="*/ 747870 w 2736653"/>
                  <a:gd name="connsiteY8" fmla="*/ 130097 h 2291222"/>
                  <a:gd name="connsiteX9" fmla="*/ 752054 w 2736653"/>
                  <a:gd name="connsiteY9" fmla="*/ 128950 h 2291222"/>
                  <a:gd name="connsiteX10" fmla="*/ 823605 w 2736653"/>
                  <a:gd name="connsiteY10" fmla="*/ 94457 h 2291222"/>
                  <a:gd name="connsiteX11" fmla="*/ 868020 w 2736653"/>
                  <a:gd name="connsiteY11" fmla="*/ 64082 h 2291222"/>
                  <a:gd name="connsiteX12" fmla="*/ 879966 w 2736653"/>
                  <a:gd name="connsiteY12" fmla="*/ 55645 h 2291222"/>
                  <a:gd name="connsiteX13" fmla="*/ 890699 w 2736653"/>
                  <a:gd name="connsiteY13" fmla="*/ 48085 h 2291222"/>
                  <a:gd name="connsiteX14" fmla="*/ 958199 w 2736653"/>
                  <a:gd name="connsiteY14" fmla="*/ 11297 h 2291222"/>
                  <a:gd name="connsiteX15" fmla="*/ 974804 w 2736653"/>
                  <a:gd name="connsiteY15" fmla="*/ 6167 h 2291222"/>
                  <a:gd name="connsiteX16" fmla="*/ 997147 w 2736653"/>
                  <a:gd name="connsiteY16" fmla="*/ 1509 h 2291222"/>
                  <a:gd name="connsiteX17" fmla="*/ 1045814 w 2736653"/>
                  <a:gd name="connsiteY17" fmla="*/ 25 h 2291222"/>
                  <a:gd name="connsiteX18" fmla="*/ 1098667 w 2736653"/>
                  <a:gd name="connsiteY18" fmla="*/ 8395 h 2291222"/>
                  <a:gd name="connsiteX19" fmla="*/ 1151789 w 2736653"/>
                  <a:gd name="connsiteY19" fmla="*/ 23987 h 2291222"/>
                  <a:gd name="connsiteX20" fmla="*/ 1309740 w 2736653"/>
                  <a:gd name="connsiteY20" fmla="*/ 125710 h 2291222"/>
                  <a:gd name="connsiteX21" fmla="*/ 1334107 w 2736653"/>
                  <a:gd name="connsiteY21" fmla="*/ 146364 h 2291222"/>
                  <a:gd name="connsiteX22" fmla="*/ 1456350 w 2736653"/>
                  <a:gd name="connsiteY22" fmla="*/ 238502 h 2291222"/>
                  <a:gd name="connsiteX23" fmla="*/ 1468230 w 2736653"/>
                  <a:gd name="connsiteY23" fmla="*/ 245252 h 2291222"/>
                  <a:gd name="connsiteX24" fmla="*/ 1586085 w 2736653"/>
                  <a:gd name="connsiteY24" fmla="*/ 285752 h 2291222"/>
                  <a:gd name="connsiteX25" fmla="*/ 1746194 w 2736653"/>
                  <a:gd name="connsiteY25" fmla="*/ 301210 h 2291222"/>
                  <a:gd name="connsiteX26" fmla="*/ 1791420 w 2736653"/>
                  <a:gd name="connsiteY26" fmla="*/ 301210 h 2291222"/>
                  <a:gd name="connsiteX27" fmla="*/ 1811670 w 2736653"/>
                  <a:gd name="connsiteY27" fmla="*/ 301210 h 2291222"/>
                  <a:gd name="connsiteX28" fmla="*/ 1898137 w 2736653"/>
                  <a:gd name="connsiteY28" fmla="*/ 302222 h 2291222"/>
                  <a:gd name="connsiteX29" fmla="*/ 2046637 w 2736653"/>
                  <a:gd name="connsiteY29" fmla="*/ 325374 h 2291222"/>
                  <a:gd name="connsiteX30" fmla="*/ 2195272 w 2736653"/>
                  <a:gd name="connsiteY30" fmla="*/ 406645 h 2291222"/>
                  <a:gd name="connsiteX31" fmla="*/ 2340735 w 2736653"/>
                  <a:gd name="connsiteY31" fmla="*/ 565405 h 2291222"/>
                  <a:gd name="connsiteX32" fmla="*/ 2451907 w 2736653"/>
                  <a:gd name="connsiteY32" fmla="*/ 750354 h 2291222"/>
                  <a:gd name="connsiteX33" fmla="*/ 2511307 w 2736653"/>
                  <a:gd name="connsiteY33" fmla="*/ 889674 h 2291222"/>
                  <a:gd name="connsiteX34" fmla="*/ 2525212 w 2736653"/>
                  <a:gd name="connsiteY34" fmla="*/ 897572 h 2291222"/>
                  <a:gd name="connsiteX35" fmla="*/ 2552617 w 2736653"/>
                  <a:gd name="connsiteY35" fmla="*/ 936047 h 2291222"/>
                  <a:gd name="connsiteX36" fmla="*/ 2554710 w 2736653"/>
                  <a:gd name="connsiteY36" fmla="*/ 938950 h 2291222"/>
                  <a:gd name="connsiteX37" fmla="*/ 2655960 w 2736653"/>
                  <a:gd name="connsiteY37" fmla="*/ 1089407 h 2291222"/>
                  <a:gd name="connsiteX38" fmla="*/ 2733314 w 2736653"/>
                  <a:gd name="connsiteY38" fmla="*/ 1289477 h 2291222"/>
                  <a:gd name="connsiteX39" fmla="*/ 2737027 w 2736653"/>
                  <a:gd name="connsiteY39" fmla="*/ 1405780 h 2291222"/>
                  <a:gd name="connsiteX40" fmla="*/ 2714955 w 2736653"/>
                  <a:gd name="connsiteY40" fmla="*/ 1519720 h 2291222"/>
                  <a:gd name="connsiteX41" fmla="*/ 2642392 w 2736653"/>
                  <a:gd name="connsiteY41" fmla="*/ 1708720 h 2291222"/>
                  <a:gd name="connsiteX42" fmla="*/ 2390280 w 2736653"/>
                  <a:gd name="connsiteY42" fmla="*/ 2043182 h 2291222"/>
                  <a:gd name="connsiteX43" fmla="*/ 2225242 w 2736653"/>
                  <a:gd name="connsiteY43" fmla="*/ 2167720 h 2291222"/>
                  <a:gd name="connsiteX44" fmla="*/ 2048054 w 2736653"/>
                  <a:gd name="connsiteY44" fmla="*/ 2251960 h 2291222"/>
                  <a:gd name="connsiteX45" fmla="*/ 1998442 w 2736653"/>
                  <a:gd name="connsiteY45" fmla="*/ 2267012 h 2291222"/>
                  <a:gd name="connsiteX46" fmla="*/ 1707044 w 2736653"/>
                  <a:gd name="connsiteY46" fmla="*/ 2278622 h 2291222"/>
                  <a:gd name="connsiteX47" fmla="*/ 1628610 w 2736653"/>
                  <a:gd name="connsiteY47" fmla="*/ 2256280 h 2291222"/>
                  <a:gd name="connsiteX48" fmla="*/ 1555912 w 2736653"/>
                  <a:gd name="connsiteY48" fmla="*/ 2221989 h 2291222"/>
                  <a:gd name="connsiteX49" fmla="*/ 1436774 w 2736653"/>
                  <a:gd name="connsiteY49" fmla="*/ 2122494 h 2291222"/>
                  <a:gd name="connsiteX50" fmla="*/ 1380683 w 2736653"/>
                  <a:gd name="connsiteY50" fmla="*/ 2038660 h 2291222"/>
                  <a:gd name="connsiteX51" fmla="*/ 1341735 w 2736653"/>
                  <a:gd name="connsiteY51" fmla="*/ 1939097 h 2291222"/>
                  <a:gd name="connsiteX52" fmla="*/ 1329787 w 2736653"/>
                  <a:gd name="connsiteY52" fmla="*/ 1887054 h 2291222"/>
                  <a:gd name="connsiteX53" fmla="*/ 1323037 w 2736653"/>
                  <a:gd name="connsiteY53" fmla="*/ 1836429 h 2291222"/>
                  <a:gd name="connsiteX54" fmla="*/ 1321755 w 2736653"/>
                  <a:gd name="connsiteY54" fmla="*/ 1824955 h 2291222"/>
                  <a:gd name="connsiteX55" fmla="*/ 1298872 w 2736653"/>
                  <a:gd name="connsiteY55" fmla="*/ 1709732 h 2291222"/>
                  <a:gd name="connsiteX56" fmla="*/ 1266336 w 2736653"/>
                  <a:gd name="connsiteY56" fmla="*/ 1636765 h 2291222"/>
                  <a:gd name="connsiteX57" fmla="*/ 1229752 w 2736653"/>
                  <a:gd name="connsiteY57" fmla="*/ 1592350 h 2291222"/>
                  <a:gd name="connsiteX58" fmla="*/ 1174808 w 2736653"/>
                  <a:gd name="connsiteY58" fmla="*/ 1554482 h 2291222"/>
                  <a:gd name="connsiteX59" fmla="*/ 1065726 w 2736653"/>
                  <a:gd name="connsiteY59" fmla="*/ 1511080 h 2291222"/>
                  <a:gd name="connsiteX60" fmla="*/ 1060395 w 2736653"/>
                  <a:gd name="connsiteY60" fmla="*/ 1509189 h 2291222"/>
                  <a:gd name="connsiteX61" fmla="*/ 921412 w 2736653"/>
                  <a:gd name="connsiteY61" fmla="*/ 1455189 h 2291222"/>
                  <a:gd name="connsiteX62" fmla="*/ 841897 w 2736653"/>
                  <a:gd name="connsiteY62" fmla="*/ 1413475 h 2291222"/>
                  <a:gd name="connsiteX63" fmla="*/ 758804 w 2736653"/>
                  <a:gd name="connsiteY63" fmla="*/ 1353400 h 2291222"/>
                  <a:gd name="connsiteX64" fmla="*/ 727958 w 2736653"/>
                  <a:gd name="connsiteY64" fmla="*/ 1320392 h 2291222"/>
                  <a:gd name="connsiteX65" fmla="*/ 701429 w 2736653"/>
                  <a:gd name="connsiteY65" fmla="*/ 1280432 h 2291222"/>
                  <a:gd name="connsiteX66" fmla="*/ 671932 w 2736653"/>
                  <a:gd name="connsiteY66" fmla="*/ 1201929 h 2291222"/>
                  <a:gd name="connsiteX67" fmla="*/ 660862 w 2736653"/>
                  <a:gd name="connsiteY67" fmla="*/ 1119984 h 2291222"/>
                  <a:gd name="connsiteX68" fmla="*/ 658568 w 2736653"/>
                  <a:gd name="connsiteY68" fmla="*/ 1071789 h 2291222"/>
                  <a:gd name="connsiteX69" fmla="*/ 658568 w 2736653"/>
                  <a:gd name="connsiteY69" fmla="*/ 1066457 h 2291222"/>
                  <a:gd name="connsiteX70" fmla="*/ 658568 w 2736653"/>
                  <a:gd name="connsiteY70" fmla="*/ 1061260 h 2291222"/>
                  <a:gd name="connsiteX71" fmla="*/ 657689 w 2736653"/>
                  <a:gd name="connsiteY71" fmla="*/ 1037297 h 2291222"/>
                  <a:gd name="connsiteX72" fmla="*/ 657689 w 2736653"/>
                  <a:gd name="connsiteY72" fmla="*/ 1030547 h 2291222"/>
                  <a:gd name="connsiteX73" fmla="*/ 658971 w 2736653"/>
                  <a:gd name="connsiteY73" fmla="*/ 1032842 h 2291222"/>
                  <a:gd name="connsiteX74" fmla="*/ 641220 w 2736653"/>
                  <a:gd name="connsiteY74" fmla="*/ 919510 h 2291222"/>
                  <a:gd name="connsiteX75" fmla="*/ 615569 w 2736653"/>
                  <a:gd name="connsiteY75" fmla="*/ 863417 h 2291222"/>
                  <a:gd name="connsiteX76" fmla="*/ 576149 w 2736653"/>
                  <a:gd name="connsiteY76" fmla="*/ 816572 h 2291222"/>
                  <a:gd name="connsiteX77" fmla="*/ 542399 w 2736653"/>
                  <a:gd name="connsiteY77" fmla="*/ 790922 h 2291222"/>
                  <a:gd name="connsiteX78" fmla="*/ 505476 w 2736653"/>
                  <a:gd name="connsiteY78" fmla="*/ 769592 h 2291222"/>
                  <a:gd name="connsiteX79" fmla="*/ 393292 w 2736653"/>
                  <a:gd name="connsiteY79" fmla="*/ 720317 h 2291222"/>
                  <a:gd name="connsiteX80" fmla="*/ 366292 w 2736653"/>
                  <a:gd name="connsiteY80" fmla="*/ 709382 h 2291222"/>
                  <a:gd name="connsiteX81" fmla="*/ 261938 w 2736653"/>
                  <a:gd name="connsiteY81" fmla="*/ 665710 h 2291222"/>
                  <a:gd name="connsiteX82" fmla="*/ 136522 w 2736653"/>
                  <a:gd name="connsiteY82" fmla="*/ 600234 h 2291222"/>
                  <a:gd name="connsiteX83" fmla="*/ 85897 w 2736653"/>
                  <a:gd name="connsiteY83" fmla="*/ 562434 h 2291222"/>
                  <a:gd name="connsiteX84" fmla="*/ 43101 w 2736653"/>
                  <a:gd name="connsiteY84" fmla="*/ 517547 h 2291222"/>
                  <a:gd name="connsiteX85" fmla="*/ 14481 w 2736653"/>
                  <a:gd name="connsiteY85" fmla="*/ 466247 h 2291222"/>
                  <a:gd name="connsiteX86" fmla="*/ 6112 w 2736653"/>
                  <a:gd name="connsiteY86" fmla="*/ 437559 h 2291222"/>
                  <a:gd name="connsiteX87" fmla="*/ 2466 w 2736653"/>
                  <a:gd name="connsiteY87" fmla="*/ 404687 h 2291222"/>
                  <a:gd name="connsiteX88" fmla="*/ 11106 w 2736653"/>
                  <a:gd name="connsiteY88" fmla="*/ 339955 h 2291222"/>
                  <a:gd name="connsiteX89" fmla="*/ 41684 w 2736653"/>
                  <a:gd name="connsiteY89" fmla="*/ 267797 h 2291222"/>
                  <a:gd name="connsiteX90" fmla="*/ 94537 w 2736653"/>
                  <a:gd name="connsiteY90" fmla="*/ 199082 h 2291222"/>
                  <a:gd name="connsiteX91" fmla="*/ 159203 w 2736653"/>
                  <a:gd name="connsiteY91" fmla="*/ 154600 h 2291222"/>
                  <a:gd name="connsiteX92" fmla="*/ 210704 w 2736653"/>
                  <a:gd name="connsiteY92" fmla="*/ 135835 h 2291222"/>
                  <a:gd name="connsiteX93" fmla="*/ 2561662 w 2736653"/>
                  <a:gd name="connsiteY93" fmla="*/ 1041482 h 2291222"/>
                  <a:gd name="connsiteX94" fmla="*/ 2559705 w 2736653"/>
                  <a:gd name="connsiteY94" fmla="*/ 1038377 h 2291222"/>
                  <a:gd name="connsiteX95" fmla="*/ 2556600 w 2736653"/>
                  <a:gd name="connsiteY95" fmla="*/ 1033314 h 2291222"/>
                  <a:gd name="connsiteX96" fmla="*/ 2589472 w 2736653"/>
                  <a:gd name="connsiteY96" fmla="*/ 1166357 h 2291222"/>
                  <a:gd name="connsiteX97" fmla="*/ 2638410 w 2736653"/>
                  <a:gd name="connsiteY97" fmla="*/ 1561502 h 2291222"/>
                  <a:gd name="connsiteX98" fmla="*/ 2667030 w 2736653"/>
                  <a:gd name="connsiteY98" fmla="*/ 1454582 h 2291222"/>
                  <a:gd name="connsiteX99" fmla="*/ 2677155 w 2736653"/>
                  <a:gd name="connsiteY99" fmla="*/ 1339427 h 2291222"/>
                  <a:gd name="connsiteX100" fmla="*/ 2658457 w 2736653"/>
                  <a:gd name="connsiteY100" fmla="*/ 1234059 h 2291222"/>
                  <a:gd name="connsiteX101" fmla="*/ 2561662 w 2736653"/>
                  <a:gd name="connsiteY101" fmla="*/ 1041482 h 229122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2736653" h="2291222">
                    <a:moveTo>
                      <a:pt x="210231" y="135700"/>
                    </a:moveTo>
                    <a:cubicBezTo>
                      <a:pt x="217792" y="133742"/>
                      <a:pt x="225284" y="131919"/>
                      <a:pt x="232777" y="130434"/>
                    </a:cubicBezTo>
                    <a:cubicBezTo>
                      <a:pt x="259507" y="125575"/>
                      <a:pt x="286574" y="122874"/>
                      <a:pt x="313777" y="122402"/>
                    </a:cubicBezTo>
                    <a:cubicBezTo>
                      <a:pt x="369870" y="120715"/>
                      <a:pt x="426231" y="126520"/>
                      <a:pt x="480704" y="132122"/>
                    </a:cubicBezTo>
                    <a:lnTo>
                      <a:pt x="490965" y="133202"/>
                    </a:lnTo>
                    <a:lnTo>
                      <a:pt x="496971" y="133809"/>
                    </a:lnTo>
                    <a:cubicBezTo>
                      <a:pt x="552120" y="139345"/>
                      <a:pt x="607943" y="144947"/>
                      <a:pt x="663630" y="142989"/>
                    </a:cubicBezTo>
                    <a:cubicBezTo>
                      <a:pt x="690698" y="141910"/>
                      <a:pt x="717563" y="137927"/>
                      <a:pt x="743752" y="131177"/>
                    </a:cubicBezTo>
                    <a:lnTo>
                      <a:pt x="747870" y="130097"/>
                    </a:lnTo>
                    <a:lnTo>
                      <a:pt x="752054" y="128950"/>
                    </a:lnTo>
                    <a:cubicBezTo>
                      <a:pt x="777096" y="120107"/>
                      <a:pt x="801059" y="108497"/>
                      <a:pt x="823605" y="94457"/>
                    </a:cubicBezTo>
                    <a:cubicBezTo>
                      <a:pt x="838657" y="84872"/>
                      <a:pt x="853777" y="74207"/>
                      <a:pt x="868020" y="64082"/>
                    </a:cubicBezTo>
                    <a:lnTo>
                      <a:pt x="879966" y="55645"/>
                    </a:lnTo>
                    <a:lnTo>
                      <a:pt x="890699" y="48085"/>
                    </a:lnTo>
                    <a:cubicBezTo>
                      <a:pt x="911557" y="33032"/>
                      <a:pt x="934237" y="20612"/>
                      <a:pt x="958199" y="11297"/>
                    </a:cubicBezTo>
                    <a:cubicBezTo>
                      <a:pt x="963735" y="9340"/>
                      <a:pt x="969203" y="7652"/>
                      <a:pt x="974804" y="6167"/>
                    </a:cubicBezTo>
                    <a:cubicBezTo>
                      <a:pt x="982162" y="4210"/>
                      <a:pt x="989654" y="2657"/>
                      <a:pt x="997147" y="1509"/>
                    </a:cubicBezTo>
                    <a:cubicBezTo>
                      <a:pt x="1013279" y="-650"/>
                      <a:pt x="1029615" y="-1123"/>
                      <a:pt x="1045814" y="25"/>
                    </a:cubicBezTo>
                    <a:cubicBezTo>
                      <a:pt x="1063635" y="1374"/>
                      <a:pt x="1081319" y="4142"/>
                      <a:pt x="1098667" y="8395"/>
                    </a:cubicBezTo>
                    <a:cubicBezTo>
                      <a:pt x="1116689" y="12377"/>
                      <a:pt x="1134443" y="17575"/>
                      <a:pt x="1151789" y="23987"/>
                    </a:cubicBezTo>
                    <a:cubicBezTo>
                      <a:pt x="1211257" y="46465"/>
                      <a:pt x="1262828" y="86155"/>
                      <a:pt x="1309740" y="125710"/>
                    </a:cubicBezTo>
                    <a:lnTo>
                      <a:pt x="1334107" y="146364"/>
                    </a:lnTo>
                    <a:cubicBezTo>
                      <a:pt x="1373257" y="179642"/>
                      <a:pt x="1412475" y="213054"/>
                      <a:pt x="1456350" y="238502"/>
                    </a:cubicBezTo>
                    <a:cubicBezTo>
                      <a:pt x="1460265" y="240797"/>
                      <a:pt x="1464179" y="242957"/>
                      <a:pt x="1468230" y="245252"/>
                    </a:cubicBezTo>
                    <a:cubicBezTo>
                      <a:pt x="1505693" y="263612"/>
                      <a:pt x="1545247" y="277179"/>
                      <a:pt x="1586085" y="285752"/>
                    </a:cubicBezTo>
                    <a:cubicBezTo>
                      <a:pt x="1638802" y="296080"/>
                      <a:pt x="1692465" y="301277"/>
                      <a:pt x="1746194" y="301210"/>
                    </a:cubicBezTo>
                    <a:cubicBezTo>
                      <a:pt x="1761247" y="301210"/>
                      <a:pt x="1776367" y="301210"/>
                      <a:pt x="1791420" y="301210"/>
                    </a:cubicBezTo>
                    <a:lnTo>
                      <a:pt x="1811670" y="301210"/>
                    </a:lnTo>
                    <a:cubicBezTo>
                      <a:pt x="1841167" y="301210"/>
                      <a:pt x="1869990" y="301210"/>
                      <a:pt x="1898137" y="302222"/>
                    </a:cubicBezTo>
                    <a:cubicBezTo>
                      <a:pt x="1948425" y="303234"/>
                      <a:pt x="1998374" y="310997"/>
                      <a:pt x="2046637" y="325374"/>
                    </a:cubicBezTo>
                    <a:cubicBezTo>
                      <a:pt x="2100840" y="342992"/>
                      <a:pt x="2151194" y="370532"/>
                      <a:pt x="2195272" y="406645"/>
                    </a:cubicBezTo>
                    <a:cubicBezTo>
                      <a:pt x="2244277" y="445997"/>
                      <a:pt x="2290515" y="496419"/>
                      <a:pt x="2340735" y="565405"/>
                    </a:cubicBezTo>
                    <a:cubicBezTo>
                      <a:pt x="2383057" y="623725"/>
                      <a:pt x="2420249" y="685622"/>
                      <a:pt x="2451907" y="750354"/>
                    </a:cubicBezTo>
                    <a:cubicBezTo>
                      <a:pt x="2474047" y="795782"/>
                      <a:pt x="2493892" y="842289"/>
                      <a:pt x="2511307" y="889674"/>
                    </a:cubicBezTo>
                    <a:cubicBezTo>
                      <a:pt x="2516842" y="890215"/>
                      <a:pt x="2521905" y="893049"/>
                      <a:pt x="2525212" y="897572"/>
                    </a:cubicBezTo>
                    <a:cubicBezTo>
                      <a:pt x="2534189" y="910465"/>
                      <a:pt x="2543369" y="923289"/>
                      <a:pt x="2552617" y="936047"/>
                    </a:cubicBezTo>
                    <a:lnTo>
                      <a:pt x="2554710" y="938950"/>
                    </a:lnTo>
                    <a:cubicBezTo>
                      <a:pt x="2589270" y="987414"/>
                      <a:pt x="2624977" y="1037499"/>
                      <a:pt x="2655960" y="1089407"/>
                    </a:cubicBezTo>
                    <a:cubicBezTo>
                      <a:pt x="2697067" y="1158527"/>
                      <a:pt x="2722379" y="1223934"/>
                      <a:pt x="2733314" y="1289477"/>
                    </a:cubicBezTo>
                    <a:cubicBezTo>
                      <a:pt x="2739390" y="1327952"/>
                      <a:pt x="2740672" y="1367035"/>
                      <a:pt x="2737027" y="1405780"/>
                    </a:cubicBezTo>
                    <a:cubicBezTo>
                      <a:pt x="2732910" y="1444322"/>
                      <a:pt x="2725485" y="1482460"/>
                      <a:pt x="2714955" y="1519720"/>
                    </a:cubicBezTo>
                    <a:cubicBezTo>
                      <a:pt x="2697202" y="1584992"/>
                      <a:pt x="2672902" y="1648307"/>
                      <a:pt x="2642392" y="1708720"/>
                    </a:cubicBezTo>
                    <a:cubicBezTo>
                      <a:pt x="2579280" y="1834539"/>
                      <a:pt x="2493824" y="1947872"/>
                      <a:pt x="2390280" y="2043182"/>
                    </a:cubicBezTo>
                    <a:cubicBezTo>
                      <a:pt x="2339452" y="2089960"/>
                      <a:pt x="2284170" y="2131607"/>
                      <a:pt x="2225242" y="2167720"/>
                    </a:cubicBezTo>
                    <a:cubicBezTo>
                      <a:pt x="2169554" y="2202414"/>
                      <a:pt x="2110087" y="2230630"/>
                      <a:pt x="2048054" y="2251960"/>
                    </a:cubicBezTo>
                    <a:cubicBezTo>
                      <a:pt x="2031112" y="2257697"/>
                      <a:pt x="2014304" y="2262760"/>
                      <a:pt x="1998442" y="2267012"/>
                    </a:cubicBezTo>
                    <a:cubicBezTo>
                      <a:pt x="1897192" y="2294012"/>
                      <a:pt x="1798980" y="2297859"/>
                      <a:pt x="1707044" y="2278622"/>
                    </a:cubicBezTo>
                    <a:cubicBezTo>
                      <a:pt x="1680382" y="2273155"/>
                      <a:pt x="1654125" y="2265729"/>
                      <a:pt x="1628610" y="2256280"/>
                    </a:cubicBezTo>
                    <a:cubicBezTo>
                      <a:pt x="1603500" y="2246762"/>
                      <a:pt x="1579199" y="2235354"/>
                      <a:pt x="1555912" y="2221989"/>
                    </a:cubicBezTo>
                    <a:cubicBezTo>
                      <a:pt x="1510688" y="2196002"/>
                      <a:pt x="1470390" y="2162320"/>
                      <a:pt x="1436774" y="2122494"/>
                    </a:cubicBezTo>
                    <a:cubicBezTo>
                      <a:pt x="1415039" y="2096710"/>
                      <a:pt x="1396274" y="2068562"/>
                      <a:pt x="1380683" y="2038660"/>
                    </a:cubicBezTo>
                    <a:cubicBezTo>
                      <a:pt x="1364211" y="2006934"/>
                      <a:pt x="1351184" y="1973590"/>
                      <a:pt x="1341735" y="1939097"/>
                    </a:cubicBezTo>
                    <a:cubicBezTo>
                      <a:pt x="1337145" y="1922897"/>
                      <a:pt x="1333230" y="1905820"/>
                      <a:pt x="1329787" y="1887054"/>
                    </a:cubicBezTo>
                    <a:cubicBezTo>
                      <a:pt x="1326750" y="1870044"/>
                      <a:pt x="1324725" y="1852157"/>
                      <a:pt x="1323037" y="1836429"/>
                    </a:cubicBezTo>
                    <a:lnTo>
                      <a:pt x="1321755" y="1824955"/>
                    </a:lnTo>
                    <a:cubicBezTo>
                      <a:pt x="1317502" y="1785939"/>
                      <a:pt x="1309875" y="1747397"/>
                      <a:pt x="1298872" y="1709732"/>
                    </a:cubicBezTo>
                    <a:cubicBezTo>
                      <a:pt x="1290840" y="1684285"/>
                      <a:pt x="1279904" y="1659782"/>
                      <a:pt x="1266336" y="1636765"/>
                    </a:cubicBezTo>
                    <a:cubicBezTo>
                      <a:pt x="1255875" y="1620632"/>
                      <a:pt x="1243590" y="1605715"/>
                      <a:pt x="1229752" y="1592350"/>
                    </a:cubicBezTo>
                    <a:cubicBezTo>
                      <a:pt x="1212944" y="1577635"/>
                      <a:pt x="1194517" y="1564945"/>
                      <a:pt x="1174808" y="1554482"/>
                    </a:cubicBezTo>
                    <a:cubicBezTo>
                      <a:pt x="1139505" y="1537472"/>
                      <a:pt x="1103054" y="1522960"/>
                      <a:pt x="1065726" y="1511080"/>
                    </a:cubicBezTo>
                    <a:lnTo>
                      <a:pt x="1060395" y="1509189"/>
                    </a:lnTo>
                    <a:cubicBezTo>
                      <a:pt x="1013211" y="1493597"/>
                      <a:pt x="966772" y="1475575"/>
                      <a:pt x="921412" y="1455189"/>
                    </a:cubicBezTo>
                    <a:cubicBezTo>
                      <a:pt x="894412" y="1442635"/>
                      <a:pt x="867412" y="1428595"/>
                      <a:pt x="841897" y="1413475"/>
                    </a:cubicBezTo>
                    <a:cubicBezTo>
                      <a:pt x="812130" y="1396465"/>
                      <a:pt x="784319" y="1376282"/>
                      <a:pt x="758804" y="1353400"/>
                    </a:cubicBezTo>
                    <a:cubicBezTo>
                      <a:pt x="747667" y="1343207"/>
                      <a:pt x="737407" y="1332137"/>
                      <a:pt x="727958" y="1320392"/>
                    </a:cubicBezTo>
                    <a:cubicBezTo>
                      <a:pt x="717966" y="1307837"/>
                      <a:pt x="709125" y="1294472"/>
                      <a:pt x="701429" y="1280432"/>
                    </a:cubicBezTo>
                    <a:cubicBezTo>
                      <a:pt x="687929" y="1255794"/>
                      <a:pt x="678007" y="1229335"/>
                      <a:pt x="671932" y="1201929"/>
                    </a:cubicBezTo>
                    <a:cubicBezTo>
                      <a:pt x="665857" y="1174997"/>
                      <a:pt x="662145" y="1147592"/>
                      <a:pt x="660862" y="1119984"/>
                    </a:cubicBezTo>
                    <a:cubicBezTo>
                      <a:pt x="659782" y="1103987"/>
                      <a:pt x="659174" y="1087854"/>
                      <a:pt x="658568" y="1071789"/>
                    </a:cubicBezTo>
                    <a:lnTo>
                      <a:pt x="658568" y="1066457"/>
                    </a:lnTo>
                    <a:lnTo>
                      <a:pt x="658568" y="1061260"/>
                    </a:lnTo>
                    <a:cubicBezTo>
                      <a:pt x="658568" y="1053227"/>
                      <a:pt x="658027" y="1045262"/>
                      <a:pt x="657689" y="1037297"/>
                    </a:cubicBezTo>
                    <a:lnTo>
                      <a:pt x="657689" y="1030547"/>
                    </a:lnTo>
                    <a:lnTo>
                      <a:pt x="658971" y="1032842"/>
                    </a:lnTo>
                    <a:cubicBezTo>
                      <a:pt x="656137" y="1000037"/>
                      <a:pt x="653032" y="959132"/>
                      <a:pt x="641220" y="919510"/>
                    </a:cubicBezTo>
                    <a:cubicBezTo>
                      <a:pt x="634740" y="899934"/>
                      <a:pt x="626167" y="881102"/>
                      <a:pt x="615569" y="863417"/>
                    </a:cubicBezTo>
                    <a:cubicBezTo>
                      <a:pt x="604162" y="846407"/>
                      <a:pt x="590932" y="830747"/>
                      <a:pt x="576149" y="816572"/>
                    </a:cubicBezTo>
                    <a:cubicBezTo>
                      <a:pt x="565552" y="807122"/>
                      <a:pt x="554279" y="798549"/>
                      <a:pt x="542399" y="790922"/>
                    </a:cubicBezTo>
                    <a:cubicBezTo>
                      <a:pt x="530453" y="783160"/>
                      <a:pt x="518167" y="776072"/>
                      <a:pt x="505476" y="769592"/>
                    </a:cubicBezTo>
                    <a:cubicBezTo>
                      <a:pt x="471726" y="752312"/>
                      <a:pt x="437505" y="738272"/>
                      <a:pt x="393292" y="720317"/>
                    </a:cubicBezTo>
                    <a:lnTo>
                      <a:pt x="366292" y="709382"/>
                    </a:lnTo>
                    <a:cubicBezTo>
                      <a:pt x="331799" y="695342"/>
                      <a:pt x="296226" y="680965"/>
                      <a:pt x="261938" y="665710"/>
                    </a:cubicBezTo>
                    <a:cubicBezTo>
                      <a:pt x="218534" y="647080"/>
                      <a:pt x="176617" y="625142"/>
                      <a:pt x="136522" y="600234"/>
                    </a:cubicBezTo>
                    <a:cubicBezTo>
                      <a:pt x="118703" y="588895"/>
                      <a:pt x="101828" y="576272"/>
                      <a:pt x="85897" y="562434"/>
                    </a:cubicBezTo>
                    <a:cubicBezTo>
                      <a:pt x="70101" y="549002"/>
                      <a:pt x="55792" y="533950"/>
                      <a:pt x="43101" y="517547"/>
                    </a:cubicBezTo>
                    <a:cubicBezTo>
                      <a:pt x="31221" y="501887"/>
                      <a:pt x="21569" y="484607"/>
                      <a:pt x="14481" y="466247"/>
                    </a:cubicBezTo>
                    <a:cubicBezTo>
                      <a:pt x="10904" y="456932"/>
                      <a:pt x="8137" y="447347"/>
                      <a:pt x="6112" y="437559"/>
                    </a:cubicBezTo>
                    <a:cubicBezTo>
                      <a:pt x="4020" y="426692"/>
                      <a:pt x="2804" y="415757"/>
                      <a:pt x="2466" y="404687"/>
                    </a:cubicBezTo>
                    <a:cubicBezTo>
                      <a:pt x="1927" y="382817"/>
                      <a:pt x="4829" y="360947"/>
                      <a:pt x="11106" y="339955"/>
                    </a:cubicBezTo>
                    <a:cubicBezTo>
                      <a:pt x="18262" y="314710"/>
                      <a:pt x="28522" y="290477"/>
                      <a:pt x="41684" y="267797"/>
                    </a:cubicBezTo>
                    <a:cubicBezTo>
                      <a:pt x="55725" y="242350"/>
                      <a:pt x="73544" y="219197"/>
                      <a:pt x="94537" y="199082"/>
                    </a:cubicBezTo>
                    <a:cubicBezTo>
                      <a:pt x="113708" y="180992"/>
                      <a:pt x="135510" y="166007"/>
                      <a:pt x="159203" y="154600"/>
                    </a:cubicBezTo>
                    <a:cubicBezTo>
                      <a:pt x="175740" y="146702"/>
                      <a:pt x="192953" y="140424"/>
                      <a:pt x="210704" y="135835"/>
                    </a:cubicBezTo>
                    <a:moveTo>
                      <a:pt x="2561662" y="1041482"/>
                    </a:moveTo>
                    <a:lnTo>
                      <a:pt x="2559705" y="1038377"/>
                    </a:lnTo>
                    <a:lnTo>
                      <a:pt x="2556600" y="1033314"/>
                    </a:lnTo>
                    <a:cubicBezTo>
                      <a:pt x="2568615" y="1072937"/>
                      <a:pt x="2579482" y="1117757"/>
                      <a:pt x="2589472" y="1166357"/>
                    </a:cubicBezTo>
                    <a:cubicBezTo>
                      <a:pt x="2615527" y="1296700"/>
                      <a:pt x="2631929" y="1428729"/>
                      <a:pt x="2638410" y="1561502"/>
                    </a:cubicBezTo>
                    <a:cubicBezTo>
                      <a:pt x="2650087" y="1523499"/>
                      <a:pt x="2659874" y="1487252"/>
                      <a:pt x="2667030" y="1454582"/>
                    </a:cubicBezTo>
                    <a:cubicBezTo>
                      <a:pt x="2674657" y="1416715"/>
                      <a:pt x="2678100" y="1378037"/>
                      <a:pt x="2677155" y="1339427"/>
                    </a:cubicBezTo>
                    <a:cubicBezTo>
                      <a:pt x="2674994" y="1303720"/>
                      <a:pt x="2668717" y="1268350"/>
                      <a:pt x="2658457" y="1234059"/>
                    </a:cubicBezTo>
                    <a:cubicBezTo>
                      <a:pt x="2637262" y="1168585"/>
                      <a:pt x="2604457" y="1109725"/>
                      <a:pt x="2561662" y="1041482"/>
                    </a:cubicBezTo>
                  </a:path>
                </a:pathLst>
              </a:custGeom>
              <a:solidFill>
                <a:srgbClr val="94993F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" name="" descr="8efdff88-776c-4a73-9c1e-6ec34db680e1"/>
              <p:cNvSpPr/>
              <p:nvPr/>
            </p:nvSpPr>
            <p:spPr>
              <a:xfrm>
                <a:off x="3491370" y="5894481"/>
                <a:ext cx="945" cy="1349"/>
              </a:xfrm>
              <a:custGeom>
                <a:gdLst>
                  <a:gd name="connsiteX0" fmla="*/ 2403 w 945"/>
                  <a:gd name="connsiteY0" fmla="*/ -582 h 1349"/>
                  <a:gd name="connsiteX1" fmla="*/ 3348 w 945"/>
                  <a:gd name="connsiteY1" fmla="*/ 768 h 1349"/>
                  <a:gd name="connsiteX2" fmla="*/ 2538 w 945"/>
                  <a:gd name="connsiteY2" fmla="*/ -312 h 134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" h="1349">
                    <a:moveTo>
                      <a:pt x="2403" y="-582"/>
                    </a:moveTo>
                    <a:cubicBezTo>
                      <a:pt x="2403" y="-110"/>
                      <a:pt x="3011" y="363"/>
                      <a:pt x="3348" y="768"/>
                    </a:cubicBezTo>
                    <a:lnTo>
                      <a:pt x="2538" y="-312"/>
                    </a:lnTo>
                    <a:close/>
                  </a:path>
                </a:pathLst>
              </a:custGeom>
              <a:solidFill>
                <a:srgbClr val="797D33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" name="" descr="278a678d-06e6-41b1-8667-5ccd8166ecd1"/>
              <p:cNvSpPr/>
              <p:nvPr/>
            </p:nvSpPr>
            <p:spPr>
              <a:xfrm>
                <a:off x="2339145" y="5144083"/>
                <a:ext cx="4253" cy="3645"/>
              </a:xfrm>
              <a:custGeom>
                <a:gdLst>
                  <a:gd name="connsiteX0" fmla="*/ 6656 w 4253"/>
                  <a:gd name="connsiteY0" fmla="*/ 3063 h 3645"/>
                  <a:gd name="connsiteX1" fmla="*/ 2403 w 4253"/>
                  <a:gd name="connsiteY1" fmla="*/ -582 h 3645"/>
                  <a:gd name="connsiteX2" fmla="*/ 5643 w 4253"/>
                  <a:gd name="connsiteY2" fmla="*/ 2253 h 364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53" h="3644">
                    <a:moveTo>
                      <a:pt x="6656" y="3063"/>
                    </a:moveTo>
                    <a:lnTo>
                      <a:pt x="2403" y="-582"/>
                    </a:lnTo>
                    <a:lnTo>
                      <a:pt x="5643" y="2253"/>
                    </a:lnTo>
                    <a:close/>
                  </a:path>
                </a:pathLst>
              </a:custGeom>
              <a:solidFill>
                <a:srgbClr val="797D33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" name="" descr="85ccfae8-0262-4c79-9a26-af59529179b0"/>
              <p:cNvSpPr/>
              <p:nvPr/>
            </p:nvSpPr>
            <p:spPr>
              <a:xfrm>
                <a:off x="995737" y="4390794"/>
                <a:ext cx="2587293" cy="1671805"/>
              </a:xfrm>
              <a:custGeom>
                <a:gdLst>
                  <a:gd name="connsiteX0" fmla="*/ 2586191 w 2587293"/>
                  <a:gd name="connsiteY0" fmla="*/ 1528418 h 1671805"/>
                  <a:gd name="connsiteX1" fmla="*/ 2503909 w 2587293"/>
                  <a:gd name="connsiteY1" fmla="*/ 1409887 h 1671805"/>
                  <a:gd name="connsiteX2" fmla="*/ 2407856 w 2587293"/>
                  <a:gd name="connsiteY2" fmla="*/ 1314915 h 1671805"/>
                  <a:gd name="connsiteX3" fmla="*/ 2197863 w 2587293"/>
                  <a:gd name="connsiteY3" fmla="*/ 1183628 h 1671805"/>
                  <a:gd name="connsiteX4" fmla="*/ 2197324 w 2587293"/>
                  <a:gd name="connsiteY4" fmla="*/ 1183628 h 1671805"/>
                  <a:gd name="connsiteX5" fmla="*/ 2196041 w 2587293"/>
                  <a:gd name="connsiteY5" fmla="*/ 1171613 h 1671805"/>
                  <a:gd name="connsiteX6" fmla="*/ 2192531 w 2587293"/>
                  <a:gd name="connsiteY6" fmla="*/ 1164863 h 1671805"/>
                  <a:gd name="connsiteX7" fmla="*/ 2173834 w 2587293"/>
                  <a:gd name="connsiteY7" fmla="*/ 1152376 h 1671805"/>
                  <a:gd name="connsiteX8" fmla="*/ 2160334 w 2587293"/>
                  <a:gd name="connsiteY8" fmla="*/ 1152915 h 1671805"/>
                  <a:gd name="connsiteX9" fmla="*/ 2146834 w 2587293"/>
                  <a:gd name="connsiteY9" fmla="*/ 1160881 h 1671805"/>
                  <a:gd name="connsiteX10" fmla="*/ 2066711 w 2587293"/>
                  <a:gd name="connsiteY10" fmla="*/ 1127535 h 1671805"/>
                  <a:gd name="connsiteX11" fmla="*/ 1936098 w 2587293"/>
                  <a:gd name="connsiteY11" fmla="*/ 1079003 h 1671805"/>
                  <a:gd name="connsiteX12" fmla="*/ 1855909 w 2587293"/>
                  <a:gd name="connsiteY12" fmla="*/ 1049573 h 1671805"/>
                  <a:gd name="connsiteX13" fmla="*/ 1853681 w 2587293"/>
                  <a:gd name="connsiteY13" fmla="*/ 1044983 h 1671805"/>
                  <a:gd name="connsiteX14" fmla="*/ 1849699 w 2587293"/>
                  <a:gd name="connsiteY14" fmla="*/ 1040595 h 1671805"/>
                  <a:gd name="connsiteX15" fmla="*/ 1848348 w 2587293"/>
                  <a:gd name="connsiteY15" fmla="*/ 1039110 h 1671805"/>
                  <a:gd name="connsiteX16" fmla="*/ 1786991 w 2587293"/>
                  <a:gd name="connsiteY16" fmla="*/ 948660 h 1671805"/>
                  <a:gd name="connsiteX17" fmla="*/ 1735219 w 2587293"/>
                  <a:gd name="connsiteY17" fmla="*/ 792870 h 1671805"/>
                  <a:gd name="connsiteX18" fmla="*/ 1694246 w 2587293"/>
                  <a:gd name="connsiteY18" fmla="*/ 542175 h 1671805"/>
                  <a:gd name="connsiteX19" fmla="*/ 1661711 w 2587293"/>
                  <a:gd name="connsiteY19" fmla="*/ 418718 h 1671805"/>
                  <a:gd name="connsiteX20" fmla="*/ 1606226 w 2587293"/>
                  <a:gd name="connsiteY20" fmla="*/ 309165 h 1671805"/>
                  <a:gd name="connsiteX21" fmla="*/ 1597856 w 2587293"/>
                  <a:gd name="connsiteY21" fmla="*/ 306060 h 1671805"/>
                  <a:gd name="connsiteX22" fmla="*/ 1595493 w 2587293"/>
                  <a:gd name="connsiteY22" fmla="*/ 307140 h 1671805"/>
                  <a:gd name="connsiteX23" fmla="*/ 1593468 w 2587293"/>
                  <a:gd name="connsiteY23" fmla="*/ 317873 h 1671805"/>
                  <a:gd name="connsiteX24" fmla="*/ 1618443 w 2587293"/>
                  <a:gd name="connsiteY24" fmla="*/ 360465 h 1671805"/>
                  <a:gd name="connsiteX25" fmla="*/ 1665693 w 2587293"/>
                  <a:gd name="connsiteY25" fmla="*/ 500595 h 1671805"/>
                  <a:gd name="connsiteX26" fmla="*/ 1687766 w 2587293"/>
                  <a:gd name="connsiteY26" fmla="*/ 654158 h 1671805"/>
                  <a:gd name="connsiteX27" fmla="*/ 1705046 w 2587293"/>
                  <a:gd name="connsiteY27" fmla="*/ 804345 h 1671805"/>
                  <a:gd name="connsiteX28" fmla="*/ 1719761 w 2587293"/>
                  <a:gd name="connsiteY28" fmla="*/ 880890 h 1671805"/>
                  <a:gd name="connsiteX29" fmla="*/ 1740753 w 2587293"/>
                  <a:gd name="connsiteY29" fmla="*/ 949538 h 1671805"/>
                  <a:gd name="connsiteX30" fmla="*/ 1773964 w 2587293"/>
                  <a:gd name="connsiteY30" fmla="*/ 1015418 h 1671805"/>
                  <a:gd name="connsiteX31" fmla="*/ 1776259 w 2587293"/>
                  <a:gd name="connsiteY31" fmla="*/ 1018658 h 1671805"/>
                  <a:gd name="connsiteX32" fmla="*/ 1680003 w 2587293"/>
                  <a:gd name="connsiteY32" fmla="*/ 977550 h 1671805"/>
                  <a:gd name="connsiteX33" fmla="*/ 1514899 w 2587293"/>
                  <a:gd name="connsiteY33" fmla="*/ 884131 h 1671805"/>
                  <a:gd name="connsiteX34" fmla="*/ 1350806 w 2587293"/>
                  <a:gd name="connsiteY34" fmla="*/ 756758 h 1671805"/>
                  <a:gd name="connsiteX35" fmla="*/ 1351211 w 2587293"/>
                  <a:gd name="connsiteY35" fmla="*/ 757163 h 1671805"/>
                  <a:gd name="connsiteX36" fmla="*/ 1349794 w 2587293"/>
                  <a:gd name="connsiteY36" fmla="*/ 755948 h 1671805"/>
                  <a:gd name="connsiteX37" fmla="*/ 1345743 w 2587293"/>
                  <a:gd name="connsiteY37" fmla="*/ 752438 h 1671805"/>
                  <a:gd name="connsiteX38" fmla="*/ 1346554 w 2587293"/>
                  <a:gd name="connsiteY38" fmla="*/ 753113 h 1671805"/>
                  <a:gd name="connsiteX39" fmla="*/ 1146280 w 2587293"/>
                  <a:gd name="connsiteY39" fmla="*/ 588615 h 1671805"/>
                  <a:gd name="connsiteX40" fmla="*/ 1121509 w 2587293"/>
                  <a:gd name="connsiteY40" fmla="*/ 543863 h 1671805"/>
                  <a:gd name="connsiteX41" fmla="*/ 1062851 w 2587293"/>
                  <a:gd name="connsiteY41" fmla="*/ 402113 h 1671805"/>
                  <a:gd name="connsiteX42" fmla="*/ 1037269 w 2587293"/>
                  <a:gd name="connsiteY42" fmla="*/ 328403 h 1671805"/>
                  <a:gd name="connsiteX43" fmla="*/ 1012900 w 2587293"/>
                  <a:gd name="connsiteY43" fmla="*/ 257933 h 1671805"/>
                  <a:gd name="connsiteX44" fmla="*/ 951544 w 2587293"/>
                  <a:gd name="connsiteY44" fmla="*/ 118343 h 1671805"/>
                  <a:gd name="connsiteX45" fmla="*/ 909086 w 2587293"/>
                  <a:gd name="connsiteY45" fmla="*/ 54758 h 1671805"/>
                  <a:gd name="connsiteX46" fmla="*/ 859068 w 2587293"/>
                  <a:gd name="connsiteY46" fmla="*/ 758 h 1671805"/>
                  <a:gd name="connsiteX47" fmla="*/ 853872 w 2587293"/>
                  <a:gd name="connsiteY47" fmla="*/ -390 h 1671805"/>
                  <a:gd name="connsiteX48" fmla="*/ 850900 w 2587293"/>
                  <a:gd name="connsiteY48" fmla="*/ 1365 h 1671805"/>
                  <a:gd name="connsiteX49" fmla="*/ 851576 w 2587293"/>
                  <a:gd name="connsiteY49" fmla="*/ 9533 h 1671805"/>
                  <a:gd name="connsiteX50" fmla="*/ 876956 w 2587293"/>
                  <a:gd name="connsiteY50" fmla="*/ 34980 h 1671805"/>
                  <a:gd name="connsiteX51" fmla="*/ 938314 w 2587293"/>
                  <a:gd name="connsiteY51" fmla="*/ 126038 h 1671805"/>
                  <a:gd name="connsiteX52" fmla="*/ 989546 w 2587293"/>
                  <a:gd name="connsiteY52" fmla="*/ 262793 h 1671805"/>
                  <a:gd name="connsiteX53" fmla="*/ 1008784 w 2587293"/>
                  <a:gd name="connsiteY53" fmla="*/ 335085 h 1671805"/>
                  <a:gd name="connsiteX54" fmla="*/ 1026536 w 2587293"/>
                  <a:gd name="connsiteY54" fmla="*/ 404610 h 1671805"/>
                  <a:gd name="connsiteX55" fmla="*/ 1048541 w 2587293"/>
                  <a:gd name="connsiteY55" fmla="*/ 475823 h 1671805"/>
                  <a:gd name="connsiteX56" fmla="*/ 1074664 w 2587293"/>
                  <a:gd name="connsiteY56" fmla="*/ 537383 h 1671805"/>
                  <a:gd name="connsiteX57" fmla="*/ 1022014 w 2587293"/>
                  <a:gd name="connsiteY57" fmla="*/ 504308 h 1671805"/>
                  <a:gd name="connsiteX58" fmla="*/ 897476 w 2587293"/>
                  <a:gd name="connsiteY58" fmla="*/ 439238 h 1671805"/>
                  <a:gd name="connsiteX59" fmla="*/ 753025 w 2587293"/>
                  <a:gd name="connsiteY59" fmla="*/ 380580 h 1671805"/>
                  <a:gd name="connsiteX60" fmla="*/ 743711 w 2587293"/>
                  <a:gd name="connsiteY60" fmla="*/ 374910 h 1671805"/>
                  <a:gd name="connsiteX61" fmla="*/ 736961 w 2587293"/>
                  <a:gd name="connsiteY61" fmla="*/ 374910 h 1671805"/>
                  <a:gd name="connsiteX62" fmla="*/ 564498 w 2587293"/>
                  <a:gd name="connsiteY62" fmla="*/ 324353 h 1671805"/>
                  <a:gd name="connsiteX63" fmla="*/ 490248 w 2587293"/>
                  <a:gd name="connsiteY63" fmla="*/ 307343 h 1671805"/>
                  <a:gd name="connsiteX64" fmla="*/ 486198 w 2587293"/>
                  <a:gd name="connsiteY64" fmla="*/ 300593 h 1671805"/>
                  <a:gd name="connsiteX65" fmla="*/ 445698 w 2587293"/>
                  <a:gd name="connsiteY65" fmla="*/ 263131 h 1671805"/>
                  <a:gd name="connsiteX66" fmla="*/ 370030 w 2587293"/>
                  <a:gd name="connsiteY66" fmla="*/ 168631 h 1671805"/>
                  <a:gd name="connsiteX67" fmla="*/ 329530 w 2587293"/>
                  <a:gd name="connsiteY67" fmla="*/ 125160 h 1671805"/>
                  <a:gd name="connsiteX68" fmla="*/ 280189 w 2587293"/>
                  <a:gd name="connsiteY68" fmla="*/ 89925 h 1671805"/>
                  <a:gd name="connsiteX69" fmla="*/ 275395 w 2587293"/>
                  <a:gd name="connsiteY69" fmla="*/ 89452 h 1671805"/>
                  <a:gd name="connsiteX70" fmla="*/ 270333 w 2587293"/>
                  <a:gd name="connsiteY70" fmla="*/ 93503 h 1671805"/>
                  <a:gd name="connsiteX71" fmla="*/ 273978 w 2587293"/>
                  <a:gd name="connsiteY71" fmla="*/ 103358 h 1671805"/>
                  <a:gd name="connsiteX72" fmla="*/ 286061 w 2587293"/>
                  <a:gd name="connsiteY72" fmla="*/ 110108 h 1671805"/>
                  <a:gd name="connsiteX73" fmla="*/ 331691 w 2587293"/>
                  <a:gd name="connsiteY73" fmla="*/ 149460 h 1671805"/>
                  <a:gd name="connsiteX74" fmla="*/ 365441 w 2587293"/>
                  <a:gd name="connsiteY74" fmla="*/ 193267 h 1671805"/>
                  <a:gd name="connsiteX75" fmla="*/ 395478 w 2587293"/>
                  <a:gd name="connsiteY75" fmla="*/ 238628 h 1671805"/>
                  <a:gd name="connsiteX76" fmla="*/ 442728 w 2587293"/>
                  <a:gd name="connsiteY76" fmla="*/ 297691 h 1671805"/>
                  <a:gd name="connsiteX77" fmla="*/ 392711 w 2587293"/>
                  <a:gd name="connsiteY77" fmla="*/ 287566 h 1671805"/>
                  <a:gd name="connsiteX78" fmla="*/ 220519 w 2587293"/>
                  <a:gd name="connsiteY78" fmla="*/ 256043 h 1671805"/>
                  <a:gd name="connsiteX79" fmla="*/ 222409 w 2587293"/>
                  <a:gd name="connsiteY79" fmla="*/ 256448 h 1671805"/>
                  <a:gd name="connsiteX80" fmla="*/ 10122 w 2587293"/>
                  <a:gd name="connsiteY80" fmla="*/ 216892 h 1671805"/>
                  <a:gd name="connsiteX81" fmla="*/ 6611 w 2587293"/>
                  <a:gd name="connsiteY81" fmla="*/ 216892 h 1671805"/>
                  <a:gd name="connsiteX82" fmla="*/ 2696 w 2587293"/>
                  <a:gd name="connsiteY82" fmla="*/ 220740 h 1671805"/>
                  <a:gd name="connsiteX83" fmla="*/ 6544 w 2587293"/>
                  <a:gd name="connsiteY83" fmla="*/ 228233 h 1671805"/>
                  <a:gd name="connsiteX84" fmla="*/ 6544 w 2587293"/>
                  <a:gd name="connsiteY84" fmla="*/ 228233 h 1671805"/>
                  <a:gd name="connsiteX85" fmla="*/ 176103 w 2587293"/>
                  <a:gd name="connsiteY85" fmla="*/ 261983 h 1671805"/>
                  <a:gd name="connsiteX86" fmla="*/ 349645 w 2587293"/>
                  <a:gd name="connsiteY86" fmla="*/ 296340 h 1671805"/>
                  <a:gd name="connsiteX87" fmla="*/ 520015 w 2587293"/>
                  <a:gd name="connsiteY87" fmla="*/ 335355 h 1671805"/>
                  <a:gd name="connsiteX88" fmla="*/ 687348 w 2587293"/>
                  <a:gd name="connsiteY88" fmla="*/ 384765 h 1671805"/>
                  <a:gd name="connsiteX89" fmla="*/ 701794 w 2587293"/>
                  <a:gd name="connsiteY89" fmla="*/ 389895 h 1671805"/>
                  <a:gd name="connsiteX90" fmla="*/ 630987 w 2587293"/>
                  <a:gd name="connsiteY90" fmla="*/ 411563 h 1671805"/>
                  <a:gd name="connsiteX91" fmla="*/ 631998 w 2587293"/>
                  <a:gd name="connsiteY91" fmla="*/ 411563 h 1671805"/>
                  <a:gd name="connsiteX92" fmla="*/ 362606 w 2587293"/>
                  <a:gd name="connsiteY92" fmla="*/ 415207 h 1671805"/>
                  <a:gd name="connsiteX93" fmla="*/ 224502 w 2587293"/>
                  <a:gd name="connsiteY93" fmla="*/ 418110 h 1671805"/>
                  <a:gd name="connsiteX94" fmla="*/ 161929 w 2587293"/>
                  <a:gd name="connsiteY94" fmla="*/ 429720 h 1671805"/>
                  <a:gd name="connsiteX95" fmla="*/ 158216 w 2587293"/>
                  <a:gd name="connsiteY95" fmla="*/ 430733 h 1671805"/>
                  <a:gd name="connsiteX96" fmla="*/ 94900 w 2587293"/>
                  <a:gd name="connsiteY96" fmla="*/ 453952 h 1671805"/>
                  <a:gd name="connsiteX97" fmla="*/ 91525 w 2587293"/>
                  <a:gd name="connsiteY97" fmla="*/ 460702 h 1671805"/>
                  <a:gd name="connsiteX98" fmla="*/ 98275 w 2587293"/>
                  <a:gd name="connsiteY98" fmla="*/ 464077 h 1671805"/>
                  <a:gd name="connsiteX99" fmla="*/ 178196 w 2587293"/>
                  <a:gd name="connsiteY99" fmla="*/ 437550 h 1671805"/>
                  <a:gd name="connsiteX100" fmla="*/ 261019 w 2587293"/>
                  <a:gd name="connsiteY100" fmla="*/ 428506 h 1671805"/>
                  <a:gd name="connsiteX101" fmla="*/ 342356 w 2587293"/>
                  <a:gd name="connsiteY101" fmla="*/ 430665 h 1671805"/>
                  <a:gd name="connsiteX102" fmla="*/ 342356 w 2587293"/>
                  <a:gd name="connsiteY102" fmla="*/ 430665 h 1671805"/>
                  <a:gd name="connsiteX103" fmla="*/ 545260 w 2587293"/>
                  <a:gd name="connsiteY103" fmla="*/ 446798 h 1671805"/>
                  <a:gd name="connsiteX104" fmla="*/ 744858 w 2587293"/>
                  <a:gd name="connsiteY104" fmla="*/ 408660 h 1671805"/>
                  <a:gd name="connsiteX105" fmla="*/ 747627 w 2587293"/>
                  <a:gd name="connsiteY105" fmla="*/ 406838 h 1671805"/>
                  <a:gd name="connsiteX106" fmla="*/ 848336 w 2587293"/>
                  <a:gd name="connsiteY106" fmla="*/ 449566 h 1671805"/>
                  <a:gd name="connsiteX107" fmla="*/ 847931 w 2587293"/>
                  <a:gd name="connsiteY107" fmla="*/ 449566 h 1671805"/>
                  <a:gd name="connsiteX108" fmla="*/ 849416 w 2587293"/>
                  <a:gd name="connsiteY108" fmla="*/ 450308 h 1671805"/>
                  <a:gd name="connsiteX109" fmla="*/ 851508 w 2587293"/>
                  <a:gd name="connsiteY109" fmla="*/ 451253 h 1671805"/>
                  <a:gd name="connsiteX110" fmla="*/ 850900 w 2587293"/>
                  <a:gd name="connsiteY110" fmla="*/ 451253 h 1671805"/>
                  <a:gd name="connsiteX111" fmla="*/ 998051 w 2587293"/>
                  <a:gd name="connsiteY111" fmla="*/ 533265 h 1671805"/>
                  <a:gd name="connsiteX112" fmla="*/ 1126841 w 2587293"/>
                  <a:gd name="connsiteY112" fmla="*/ 629452 h 1671805"/>
                  <a:gd name="connsiteX113" fmla="*/ 1157890 w 2587293"/>
                  <a:gd name="connsiteY113" fmla="*/ 656993 h 1671805"/>
                  <a:gd name="connsiteX114" fmla="*/ 1164169 w 2587293"/>
                  <a:gd name="connsiteY114" fmla="*/ 663743 h 1671805"/>
                  <a:gd name="connsiteX115" fmla="*/ 1168218 w 2587293"/>
                  <a:gd name="connsiteY115" fmla="*/ 666173 h 1671805"/>
                  <a:gd name="connsiteX116" fmla="*/ 1253404 w 2587293"/>
                  <a:gd name="connsiteY116" fmla="*/ 744270 h 1671805"/>
                  <a:gd name="connsiteX117" fmla="*/ 1381654 w 2587293"/>
                  <a:gd name="connsiteY117" fmla="*/ 859020 h 1671805"/>
                  <a:gd name="connsiteX118" fmla="*/ 1442404 w 2587293"/>
                  <a:gd name="connsiteY118" fmla="*/ 907553 h 1671805"/>
                  <a:gd name="connsiteX119" fmla="*/ 1389145 w 2587293"/>
                  <a:gd name="connsiteY119" fmla="*/ 913290 h 1671805"/>
                  <a:gd name="connsiteX120" fmla="*/ 1332514 w 2587293"/>
                  <a:gd name="connsiteY120" fmla="*/ 912345 h 1671805"/>
                  <a:gd name="connsiteX121" fmla="*/ 1158904 w 2587293"/>
                  <a:gd name="connsiteY121" fmla="*/ 892095 h 1671805"/>
                  <a:gd name="connsiteX122" fmla="*/ 1114421 w 2587293"/>
                  <a:gd name="connsiteY122" fmla="*/ 888788 h 1671805"/>
                  <a:gd name="connsiteX123" fmla="*/ 1071356 w 2587293"/>
                  <a:gd name="connsiteY123" fmla="*/ 888316 h 1671805"/>
                  <a:gd name="connsiteX124" fmla="*/ 978206 w 2587293"/>
                  <a:gd name="connsiteY124" fmla="*/ 893378 h 1671805"/>
                  <a:gd name="connsiteX125" fmla="*/ 885664 w 2587293"/>
                  <a:gd name="connsiteY125" fmla="*/ 907890 h 1671805"/>
                  <a:gd name="connsiteX126" fmla="*/ 837333 w 2587293"/>
                  <a:gd name="connsiteY126" fmla="*/ 919163 h 1671805"/>
                  <a:gd name="connsiteX127" fmla="*/ 795821 w 2587293"/>
                  <a:gd name="connsiteY127" fmla="*/ 931313 h 1671805"/>
                  <a:gd name="connsiteX128" fmla="*/ 629096 w 2587293"/>
                  <a:gd name="connsiteY128" fmla="*/ 1002323 h 1671805"/>
                  <a:gd name="connsiteX129" fmla="*/ 627139 w 2587293"/>
                  <a:gd name="connsiteY129" fmla="*/ 1012245 h 1671805"/>
                  <a:gd name="connsiteX130" fmla="*/ 637196 w 2587293"/>
                  <a:gd name="connsiteY130" fmla="*/ 1014202 h 1671805"/>
                  <a:gd name="connsiteX131" fmla="*/ 652113 w 2587293"/>
                  <a:gd name="connsiteY131" fmla="*/ 1006373 h 1671805"/>
                  <a:gd name="connsiteX132" fmla="*/ 652113 w 2587293"/>
                  <a:gd name="connsiteY132" fmla="*/ 1006373 h 1671805"/>
                  <a:gd name="connsiteX133" fmla="*/ 652113 w 2587293"/>
                  <a:gd name="connsiteY133" fmla="*/ 1006373 h 1671805"/>
                  <a:gd name="connsiteX134" fmla="*/ 653395 w 2587293"/>
                  <a:gd name="connsiteY134" fmla="*/ 1005698 h 1671805"/>
                  <a:gd name="connsiteX135" fmla="*/ 653059 w 2587293"/>
                  <a:gd name="connsiteY135" fmla="*/ 1005698 h 1671805"/>
                  <a:gd name="connsiteX136" fmla="*/ 755321 w 2587293"/>
                  <a:gd name="connsiteY136" fmla="*/ 963645 h 1671805"/>
                  <a:gd name="connsiteX137" fmla="*/ 861498 w 2587293"/>
                  <a:gd name="connsiteY137" fmla="*/ 935903 h 1671805"/>
                  <a:gd name="connsiteX138" fmla="*/ 1088096 w 2587293"/>
                  <a:gd name="connsiteY138" fmla="*/ 920175 h 1671805"/>
                  <a:gd name="connsiteX139" fmla="*/ 1083843 w 2587293"/>
                  <a:gd name="connsiteY139" fmla="*/ 920175 h 1671805"/>
                  <a:gd name="connsiteX140" fmla="*/ 1134806 w 2587293"/>
                  <a:gd name="connsiteY140" fmla="*/ 925238 h 1671805"/>
                  <a:gd name="connsiteX141" fmla="*/ 1181718 w 2587293"/>
                  <a:gd name="connsiteY141" fmla="*/ 932663 h 1671805"/>
                  <a:gd name="connsiteX142" fmla="*/ 1282159 w 2587293"/>
                  <a:gd name="connsiteY142" fmla="*/ 949808 h 1671805"/>
                  <a:gd name="connsiteX143" fmla="*/ 1478988 w 2587293"/>
                  <a:gd name="connsiteY143" fmla="*/ 940493 h 1671805"/>
                  <a:gd name="connsiteX144" fmla="*/ 1483377 w 2587293"/>
                  <a:gd name="connsiteY144" fmla="*/ 937725 h 1671805"/>
                  <a:gd name="connsiteX145" fmla="*/ 1516451 w 2587293"/>
                  <a:gd name="connsiteY145" fmla="*/ 959663 h 1671805"/>
                  <a:gd name="connsiteX146" fmla="*/ 1641191 w 2587293"/>
                  <a:gd name="connsiteY146" fmla="*/ 1027702 h 1671805"/>
                  <a:gd name="connsiteX147" fmla="*/ 1776191 w 2587293"/>
                  <a:gd name="connsiteY147" fmla="*/ 1086293 h 1671805"/>
                  <a:gd name="connsiteX148" fmla="*/ 1908154 w 2587293"/>
                  <a:gd name="connsiteY148" fmla="*/ 1135838 h 1671805"/>
                  <a:gd name="connsiteX149" fmla="*/ 2118079 w 2587293"/>
                  <a:gd name="connsiteY149" fmla="*/ 1217243 h 1671805"/>
                  <a:gd name="connsiteX150" fmla="*/ 2103228 w 2587293"/>
                  <a:gd name="connsiteY150" fmla="*/ 1243230 h 1671805"/>
                  <a:gd name="connsiteX151" fmla="*/ 2042816 w 2587293"/>
                  <a:gd name="connsiteY151" fmla="*/ 1311675 h 1671805"/>
                  <a:gd name="connsiteX152" fmla="*/ 1921316 w 2587293"/>
                  <a:gd name="connsiteY152" fmla="*/ 1393148 h 1671805"/>
                  <a:gd name="connsiteX153" fmla="*/ 1920101 w 2587293"/>
                  <a:gd name="connsiteY153" fmla="*/ 1393823 h 1671805"/>
                  <a:gd name="connsiteX154" fmla="*/ 1920101 w 2587293"/>
                  <a:gd name="connsiteY154" fmla="*/ 1393823 h 1671805"/>
                  <a:gd name="connsiteX155" fmla="*/ 1919696 w 2587293"/>
                  <a:gd name="connsiteY155" fmla="*/ 1393823 h 1671805"/>
                  <a:gd name="connsiteX156" fmla="*/ 1920236 w 2587293"/>
                  <a:gd name="connsiteY156" fmla="*/ 1393823 h 1671805"/>
                  <a:gd name="connsiteX157" fmla="*/ 1919223 w 2587293"/>
                  <a:gd name="connsiteY157" fmla="*/ 1394295 h 1671805"/>
                  <a:gd name="connsiteX158" fmla="*/ 1919223 w 2587293"/>
                  <a:gd name="connsiteY158" fmla="*/ 1394295 h 1671805"/>
                  <a:gd name="connsiteX159" fmla="*/ 1765526 w 2587293"/>
                  <a:gd name="connsiteY159" fmla="*/ 1453696 h 1671805"/>
                  <a:gd name="connsiteX160" fmla="*/ 1590701 w 2587293"/>
                  <a:gd name="connsiteY160" fmla="*/ 1506615 h 1671805"/>
                  <a:gd name="connsiteX161" fmla="*/ 1505044 w 2587293"/>
                  <a:gd name="connsiteY161" fmla="*/ 1534561 h 1671805"/>
                  <a:gd name="connsiteX162" fmla="*/ 1420331 w 2587293"/>
                  <a:gd name="connsiteY162" fmla="*/ 1567298 h 1671805"/>
                  <a:gd name="connsiteX163" fmla="*/ 1255497 w 2587293"/>
                  <a:gd name="connsiteY163" fmla="*/ 1656262 h 1671805"/>
                  <a:gd name="connsiteX164" fmla="*/ 1253336 w 2587293"/>
                  <a:gd name="connsiteY164" fmla="*/ 1667670 h 1671805"/>
                  <a:gd name="connsiteX165" fmla="*/ 1264743 w 2587293"/>
                  <a:gd name="connsiteY165" fmla="*/ 1669830 h 1671805"/>
                  <a:gd name="connsiteX166" fmla="*/ 1344461 w 2587293"/>
                  <a:gd name="connsiteY166" fmla="*/ 1623525 h 1671805"/>
                  <a:gd name="connsiteX167" fmla="*/ 1430726 w 2587293"/>
                  <a:gd name="connsiteY167" fmla="*/ 1585860 h 1671805"/>
                  <a:gd name="connsiteX168" fmla="*/ 1520434 w 2587293"/>
                  <a:gd name="connsiteY168" fmla="*/ 1556767 h 1671805"/>
                  <a:gd name="connsiteX169" fmla="*/ 1611558 w 2587293"/>
                  <a:gd name="connsiteY169" fmla="*/ 1533480 h 1671805"/>
                  <a:gd name="connsiteX170" fmla="*/ 1703966 w 2587293"/>
                  <a:gd name="connsiteY170" fmla="*/ 1512082 h 1671805"/>
                  <a:gd name="connsiteX171" fmla="*/ 1885541 w 2587293"/>
                  <a:gd name="connsiteY171" fmla="*/ 1464832 h 1671805"/>
                  <a:gd name="connsiteX172" fmla="*/ 2015681 w 2587293"/>
                  <a:gd name="connsiteY172" fmla="*/ 1409145 h 1671805"/>
                  <a:gd name="connsiteX173" fmla="*/ 2075081 w 2587293"/>
                  <a:gd name="connsiteY173" fmla="*/ 1369995 h 1671805"/>
                  <a:gd name="connsiteX174" fmla="*/ 2130904 w 2587293"/>
                  <a:gd name="connsiteY174" fmla="*/ 1318493 h 1671805"/>
                  <a:gd name="connsiteX175" fmla="*/ 2153111 w 2587293"/>
                  <a:gd name="connsiteY175" fmla="*/ 1290413 h 1671805"/>
                  <a:gd name="connsiteX176" fmla="*/ 2173361 w 2587293"/>
                  <a:gd name="connsiteY176" fmla="*/ 1257675 h 1671805"/>
                  <a:gd name="connsiteX177" fmla="*/ 2179436 w 2587293"/>
                  <a:gd name="connsiteY177" fmla="*/ 1244985 h 1671805"/>
                  <a:gd name="connsiteX178" fmla="*/ 2375861 w 2587293"/>
                  <a:gd name="connsiteY178" fmla="*/ 1370670 h 1671805"/>
                  <a:gd name="connsiteX179" fmla="*/ 2496821 w 2587293"/>
                  <a:gd name="connsiteY179" fmla="*/ 1504253 h 1671805"/>
                  <a:gd name="connsiteX180" fmla="*/ 2495606 w 2587293"/>
                  <a:gd name="connsiteY180" fmla="*/ 1502430 h 1671805"/>
                  <a:gd name="connsiteX181" fmla="*/ 2496956 w 2587293"/>
                  <a:gd name="connsiteY181" fmla="*/ 1504523 h 1671805"/>
                  <a:gd name="connsiteX182" fmla="*/ 2500061 w 2587293"/>
                  <a:gd name="connsiteY182" fmla="*/ 1508910 h 1671805"/>
                  <a:gd name="connsiteX183" fmla="*/ 2497766 w 2587293"/>
                  <a:gd name="connsiteY183" fmla="*/ 1505603 h 1671805"/>
                  <a:gd name="connsiteX184" fmla="*/ 2530571 w 2587293"/>
                  <a:gd name="connsiteY184" fmla="*/ 1557577 h 1671805"/>
                  <a:gd name="connsiteX185" fmla="*/ 2548459 w 2587293"/>
                  <a:gd name="connsiteY185" fmla="*/ 1572631 h 1671805"/>
                  <a:gd name="connsiteX186" fmla="*/ 2571678 w 2587293"/>
                  <a:gd name="connsiteY186" fmla="*/ 1570673 h 1671805"/>
                  <a:gd name="connsiteX187" fmla="*/ 2586933 w 2587293"/>
                  <a:gd name="connsiteY187" fmla="*/ 1529903 h 1671805"/>
                  <a:gd name="connsiteX188" fmla="*/ 2586191 w 2587293"/>
                  <a:gd name="connsiteY188" fmla="*/ 1528418 h 167180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</a:cxnLst>
                <a:rect l="l" t="t" r="r" b="b"/>
                <a:pathLst>
                  <a:path w="2587293" h="1671805">
                    <a:moveTo>
                      <a:pt x="2586191" y="1528418"/>
                    </a:moveTo>
                    <a:cubicBezTo>
                      <a:pt x="2562431" y="1486501"/>
                      <a:pt x="2534891" y="1446811"/>
                      <a:pt x="2503909" y="1409887"/>
                    </a:cubicBezTo>
                    <a:cubicBezTo>
                      <a:pt x="2474748" y="1375463"/>
                      <a:pt x="2442551" y="1343738"/>
                      <a:pt x="2407856" y="1314915"/>
                    </a:cubicBezTo>
                    <a:cubicBezTo>
                      <a:pt x="2343731" y="1262400"/>
                      <a:pt x="2273194" y="1218256"/>
                      <a:pt x="2197863" y="1183628"/>
                    </a:cubicBezTo>
                    <a:lnTo>
                      <a:pt x="2197324" y="1183628"/>
                    </a:lnTo>
                    <a:cubicBezTo>
                      <a:pt x="2197728" y="1179577"/>
                      <a:pt x="2197256" y="1175460"/>
                      <a:pt x="2196041" y="1171613"/>
                    </a:cubicBezTo>
                    <a:lnTo>
                      <a:pt x="2192531" y="1164863"/>
                    </a:lnTo>
                    <a:cubicBezTo>
                      <a:pt x="2188144" y="1158450"/>
                      <a:pt x="2181461" y="1153928"/>
                      <a:pt x="2173834" y="1152376"/>
                    </a:cubicBezTo>
                    <a:cubicBezTo>
                      <a:pt x="2169379" y="1151566"/>
                      <a:pt x="2164721" y="1151700"/>
                      <a:pt x="2160334" y="1152915"/>
                    </a:cubicBezTo>
                    <a:cubicBezTo>
                      <a:pt x="2155204" y="1154265"/>
                      <a:pt x="2150546" y="1157033"/>
                      <a:pt x="2146834" y="1160881"/>
                    </a:cubicBezTo>
                    <a:cubicBezTo>
                      <a:pt x="2120306" y="1149270"/>
                      <a:pt x="2093711" y="1138066"/>
                      <a:pt x="2066711" y="1127535"/>
                    </a:cubicBezTo>
                    <a:cubicBezTo>
                      <a:pt x="2023443" y="1110660"/>
                      <a:pt x="1979704" y="1094865"/>
                      <a:pt x="1936098" y="1079003"/>
                    </a:cubicBezTo>
                    <a:cubicBezTo>
                      <a:pt x="1909098" y="1069283"/>
                      <a:pt x="1882368" y="1059495"/>
                      <a:pt x="1855909" y="1049573"/>
                    </a:cubicBezTo>
                    <a:cubicBezTo>
                      <a:pt x="1855301" y="1047952"/>
                      <a:pt x="1854558" y="1046400"/>
                      <a:pt x="1853681" y="1044983"/>
                    </a:cubicBezTo>
                    <a:cubicBezTo>
                      <a:pt x="1852399" y="1043566"/>
                      <a:pt x="1850981" y="1042080"/>
                      <a:pt x="1849699" y="1040595"/>
                    </a:cubicBezTo>
                    <a:cubicBezTo>
                      <a:pt x="1849226" y="1040123"/>
                      <a:pt x="1848753" y="1039650"/>
                      <a:pt x="1848348" y="1039110"/>
                    </a:cubicBezTo>
                    <a:cubicBezTo>
                      <a:pt x="1824251" y="1011571"/>
                      <a:pt x="1803663" y="981196"/>
                      <a:pt x="1786991" y="948660"/>
                    </a:cubicBezTo>
                    <a:cubicBezTo>
                      <a:pt x="1763231" y="899115"/>
                      <a:pt x="1745816" y="846803"/>
                      <a:pt x="1735219" y="792870"/>
                    </a:cubicBezTo>
                    <a:cubicBezTo>
                      <a:pt x="1718074" y="709845"/>
                      <a:pt x="1710378" y="625335"/>
                      <a:pt x="1694246" y="542175"/>
                    </a:cubicBezTo>
                    <a:cubicBezTo>
                      <a:pt x="1686686" y="500258"/>
                      <a:pt x="1675751" y="458948"/>
                      <a:pt x="1661711" y="418718"/>
                    </a:cubicBezTo>
                    <a:cubicBezTo>
                      <a:pt x="1647806" y="380040"/>
                      <a:pt x="1629176" y="343253"/>
                      <a:pt x="1606226" y="309165"/>
                    </a:cubicBezTo>
                    <a:cubicBezTo>
                      <a:pt x="1604404" y="306465"/>
                      <a:pt x="1601029" y="305183"/>
                      <a:pt x="1597856" y="306060"/>
                    </a:cubicBezTo>
                    <a:cubicBezTo>
                      <a:pt x="1596978" y="306262"/>
                      <a:pt x="1596237" y="306600"/>
                      <a:pt x="1595493" y="307140"/>
                    </a:cubicBezTo>
                    <a:cubicBezTo>
                      <a:pt x="1591983" y="309571"/>
                      <a:pt x="1591106" y="314363"/>
                      <a:pt x="1593468" y="317873"/>
                    </a:cubicBezTo>
                    <a:cubicBezTo>
                      <a:pt x="1602649" y="331575"/>
                      <a:pt x="1610951" y="345818"/>
                      <a:pt x="1618443" y="360465"/>
                    </a:cubicBezTo>
                    <a:cubicBezTo>
                      <a:pt x="1640043" y="405015"/>
                      <a:pt x="1655906" y="452063"/>
                      <a:pt x="1665693" y="500595"/>
                    </a:cubicBezTo>
                    <a:cubicBezTo>
                      <a:pt x="1676223" y="551220"/>
                      <a:pt x="1682231" y="602723"/>
                      <a:pt x="1687766" y="654158"/>
                    </a:cubicBezTo>
                    <a:cubicBezTo>
                      <a:pt x="1693098" y="704243"/>
                      <a:pt x="1697284" y="754598"/>
                      <a:pt x="1705046" y="804345"/>
                    </a:cubicBezTo>
                    <a:cubicBezTo>
                      <a:pt x="1708961" y="830063"/>
                      <a:pt x="1713618" y="855713"/>
                      <a:pt x="1719761" y="880890"/>
                    </a:cubicBezTo>
                    <a:cubicBezTo>
                      <a:pt x="1725094" y="904245"/>
                      <a:pt x="1732113" y="927196"/>
                      <a:pt x="1740753" y="949538"/>
                    </a:cubicBezTo>
                    <a:cubicBezTo>
                      <a:pt x="1749596" y="972555"/>
                      <a:pt x="1760733" y="994628"/>
                      <a:pt x="1773964" y="1015418"/>
                    </a:cubicBezTo>
                    <a:cubicBezTo>
                      <a:pt x="1774639" y="1016566"/>
                      <a:pt x="1775584" y="1017511"/>
                      <a:pt x="1776259" y="1018658"/>
                    </a:cubicBezTo>
                    <a:cubicBezTo>
                      <a:pt x="1743926" y="1005631"/>
                      <a:pt x="1711728" y="992198"/>
                      <a:pt x="1680003" y="977550"/>
                    </a:cubicBezTo>
                    <a:cubicBezTo>
                      <a:pt x="1622561" y="950821"/>
                      <a:pt x="1567414" y="919568"/>
                      <a:pt x="1514899" y="884131"/>
                    </a:cubicBezTo>
                    <a:cubicBezTo>
                      <a:pt x="1457997" y="844575"/>
                      <a:pt x="1403253" y="802050"/>
                      <a:pt x="1350806" y="756758"/>
                    </a:cubicBezTo>
                    <a:lnTo>
                      <a:pt x="1351211" y="757163"/>
                    </a:lnTo>
                    <a:cubicBezTo>
                      <a:pt x="1350738" y="756691"/>
                      <a:pt x="1350265" y="756285"/>
                      <a:pt x="1349794" y="755948"/>
                    </a:cubicBezTo>
                    <a:lnTo>
                      <a:pt x="1345743" y="752438"/>
                    </a:lnTo>
                    <a:lnTo>
                      <a:pt x="1346554" y="753113"/>
                    </a:lnTo>
                    <a:cubicBezTo>
                      <a:pt x="1280877" y="697020"/>
                      <a:pt x="1215198" y="640725"/>
                      <a:pt x="1146280" y="588615"/>
                    </a:cubicBezTo>
                    <a:cubicBezTo>
                      <a:pt x="1137372" y="574035"/>
                      <a:pt x="1129203" y="559050"/>
                      <a:pt x="1121509" y="543863"/>
                    </a:cubicBezTo>
                    <a:cubicBezTo>
                      <a:pt x="1099030" y="497895"/>
                      <a:pt x="1079456" y="450511"/>
                      <a:pt x="1062851" y="402113"/>
                    </a:cubicBezTo>
                    <a:cubicBezTo>
                      <a:pt x="1054279" y="377543"/>
                      <a:pt x="1045639" y="353040"/>
                      <a:pt x="1037269" y="328403"/>
                    </a:cubicBezTo>
                    <a:cubicBezTo>
                      <a:pt x="1029237" y="304913"/>
                      <a:pt x="1021473" y="281153"/>
                      <a:pt x="1012900" y="257933"/>
                    </a:cubicBezTo>
                    <a:cubicBezTo>
                      <a:pt x="996498" y="209738"/>
                      <a:pt x="975978" y="163028"/>
                      <a:pt x="951544" y="118343"/>
                    </a:cubicBezTo>
                    <a:cubicBezTo>
                      <a:pt x="938988" y="96136"/>
                      <a:pt x="924747" y="74873"/>
                      <a:pt x="909086" y="54758"/>
                    </a:cubicBezTo>
                    <a:cubicBezTo>
                      <a:pt x="893831" y="35520"/>
                      <a:pt x="877091" y="17430"/>
                      <a:pt x="859068" y="758"/>
                    </a:cubicBezTo>
                    <a:cubicBezTo>
                      <a:pt x="857650" y="-457"/>
                      <a:pt x="855693" y="-863"/>
                      <a:pt x="853872" y="-390"/>
                    </a:cubicBezTo>
                    <a:cubicBezTo>
                      <a:pt x="852723" y="-119"/>
                      <a:pt x="851711" y="488"/>
                      <a:pt x="850900" y="1365"/>
                    </a:cubicBezTo>
                    <a:cubicBezTo>
                      <a:pt x="849010" y="3863"/>
                      <a:pt x="849280" y="7373"/>
                      <a:pt x="851576" y="9533"/>
                    </a:cubicBezTo>
                    <a:cubicBezTo>
                      <a:pt x="860351" y="17633"/>
                      <a:pt x="868856" y="26137"/>
                      <a:pt x="876956" y="34980"/>
                    </a:cubicBezTo>
                    <a:cubicBezTo>
                      <a:pt x="901323" y="62520"/>
                      <a:pt x="921911" y="93165"/>
                      <a:pt x="938314" y="126038"/>
                    </a:cubicBezTo>
                    <a:cubicBezTo>
                      <a:pt x="959644" y="169913"/>
                      <a:pt x="976789" y="215678"/>
                      <a:pt x="989546" y="262793"/>
                    </a:cubicBezTo>
                    <a:cubicBezTo>
                      <a:pt x="996296" y="286823"/>
                      <a:pt x="1003046" y="310920"/>
                      <a:pt x="1008784" y="335085"/>
                    </a:cubicBezTo>
                    <a:cubicBezTo>
                      <a:pt x="1014520" y="359251"/>
                      <a:pt x="1020056" y="381593"/>
                      <a:pt x="1026536" y="404610"/>
                    </a:cubicBezTo>
                    <a:cubicBezTo>
                      <a:pt x="1033015" y="427628"/>
                      <a:pt x="1040036" y="452468"/>
                      <a:pt x="1048541" y="475823"/>
                    </a:cubicBezTo>
                    <a:cubicBezTo>
                      <a:pt x="1056034" y="496816"/>
                      <a:pt x="1064742" y="517403"/>
                      <a:pt x="1074664" y="537383"/>
                    </a:cubicBezTo>
                    <a:cubicBezTo>
                      <a:pt x="1057384" y="525908"/>
                      <a:pt x="1039833" y="514770"/>
                      <a:pt x="1022014" y="504308"/>
                    </a:cubicBezTo>
                    <a:cubicBezTo>
                      <a:pt x="981514" y="480548"/>
                      <a:pt x="940002" y="458881"/>
                      <a:pt x="897476" y="439238"/>
                    </a:cubicBezTo>
                    <a:cubicBezTo>
                      <a:pt x="850226" y="417368"/>
                      <a:pt x="801963" y="397995"/>
                      <a:pt x="753025" y="380580"/>
                    </a:cubicBezTo>
                    <a:cubicBezTo>
                      <a:pt x="750596" y="377813"/>
                      <a:pt x="747289" y="375788"/>
                      <a:pt x="743711" y="374910"/>
                    </a:cubicBezTo>
                    <a:cubicBezTo>
                      <a:pt x="741483" y="374506"/>
                      <a:pt x="739189" y="374506"/>
                      <a:pt x="736961" y="374910"/>
                    </a:cubicBezTo>
                    <a:cubicBezTo>
                      <a:pt x="680328" y="355403"/>
                      <a:pt x="622684" y="338663"/>
                      <a:pt x="564498" y="324353"/>
                    </a:cubicBezTo>
                    <a:cubicBezTo>
                      <a:pt x="539929" y="318278"/>
                      <a:pt x="515155" y="312743"/>
                      <a:pt x="490248" y="307343"/>
                    </a:cubicBezTo>
                    <a:cubicBezTo>
                      <a:pt x="489640" y="304710"/>
                      <a:pt x="488223" y="302348"/>
                      <a:pt x="486198" y="300593"/>
                    </a:cubicBezTo>
                    <a:cubicBezTo>
                      <a:pt x="471686" y="289253"/>
                      <a:pt x="458118" y="276765"/>
                      <a:pt x="445698" y="263131"/>
                    </a:cubicBezTo>
                    <a:cubicBezTo>
                      <a:pt x="418698" y="233025"/>
                      <a:pt x="395748" y="199613"/>
                      <a:pt x="370030" y="168631"/>
                    </a:cubicBezTo>
                    <a:cubicBezTo>
                      <a:pt x="357612" y="153173"/>
                      <a:pt x="344112" y="138593"/>
                      <a:pt x="329530" y="125160"/>
                    </a:cubicBezTo>
                    <a:cubicBezTo>
                      <a:pt x="314546" y="111457"/>
                      <a:pt x="298008" y="99645"/>
                      <a:pt x="280189" y="89925"/>
                    </a:cubicBezTo>
                    <a:cubicBezTo>
                      <a:pt x="278703" y="89183"/>
                      <a:pt x="277015" y="89048"/>
                      <a:pt x="275395" y="89452"/>
                    </a:cubicBezTo>
                    <a:cubicBezTo>
                      <a:pt x="273237" y="90060"/>
                      <a:pt x="271346" y="91478"/>
                      <a:pt x="270333" y="93503"/>
                    </a:cubicBezTo>
                    <a:cubicBezTo>
                      <a:pt x="268713" y="97215"/>
                      <a:pt x="270333" y="101603"/>
                      <a:pt x="273978" y="103358"/>
                    </a:cubicBezTo>
                    <a:cubicBezTo>
                      <a:pt x="278029" y="105585"/>
                      <a:pt x="282078" y="107948"/>
                      <a:pt x="286061" y="110108"/>
                    </a:cubicBezTo>
                    <a:cubicBezTo>
                      <a:pt x="302868" y="121245"/>
                      <a:pt x="318191" y="134475"/>
                      <a:pt x="331691" y="149460"/>
                    </a:cubicBezTo>
                    <a:cubicBezTo>
                      <a:pt x="343909" y="163298"/>
                      <a:pt x="355181" y="177946"/>
                      <a:pt x="365441" y="193267"/>
                    </a:cubicBezTo>
                    <a:cubicBezTo>
                      <a:pt x="375566" y="208321"/>
                      <a:pt x="385353" y="223642"/>
                      <a:pt x="395478" y="238628"/>
                    </a:cubicBezTo>
                    <a:cubicBezTo>
                      <a:pt x="409451" y="259688"/>
                      <a:pt x="425247" y="279465"/>
                      <a:pt x="442728" y="297691"/>
                    </a:cubicBezTo>
                    <a:cubicBezTo>
                      <a:pt x="426056" y="294316"/>
                      <a:pt x="409383" y="290941"/>
                      <a:pt x="392711" y="287566"/>
                    </a:cubicBezTo>
                    <a:cubicBezTo>
                      <a:pt x="335404" y="276495"/>
                      <a:pt x="277961" y="266168"/>
                      <a:pt x="220519" y="256043"/>
                    </a:cubicBezTo>
                    <a:lnTo>
                      <a:pt x="222409" y="256448"/>
                    </a:lnTo>
                    <a:cubicBezTo>
                      <a:pt x="151466" y="243960"/>
                      <a:pt x="80659" y="231473"/>
                      <a:pt x="10122" y="216892"/>
                    </a:cubicBezTo>
                    <a:cubicBezTo>
                      <a:pt x="8973" y="216623"/>
                      <a:pt x="7758" y="216623"/>
                      <a:pt x="6611" y="216892"/>
                    </a:cubicBezTo>
                    <a:cubicBezTo>
                      <a:pt x="4721" y="217433"/>
                      <a:pt x="3236" y="218850"/>
                      <a:pt x="2696" y="220740"/>
                    </a:cubicBezTo>
                    <a:cubicBezTo>
                      <a:pt x="1684" y="223845"/>
                      <a:pt x="3372" y="227220"/>
                      <a:pt x="6544" y="228233"/>
                    </a:cubicBezTo>
                    <a:cubicBezTo>
                      <a:pt x="6544" y="228233"/>
                      <a:pt x="6544" y="228233"/>
                      <a:pt x="6544" y="228233"/>
                    </a:cubicBezTo>
                    <a:cubicBezTo>
                      <a:pt x="62973" y="239910"/>
                      <a:pt x="119606" y="250980"/>
                      <a:pt x="176103" y="261983"/>
                    </a:cubicBezTo>
                    <a:cubicBezTo>
                      <a:pt x="234019" y="273323"/>
                      <a:pt x="291934" y="284325"/>
                      <a:pt x="349645" y="296340"/>
                    </a:cubicBezTo>
                    <a:cubicBezTo>
                      <a:pt x="407358" y="308355"/>
                      <a:pt x="463586" y="320910"/>
                      <a:pt x="520015" y="335355"/>
                    </a:cubicBezTo>
                    <a:cubicBezTo>
                      <a:pt x="576446" y="349800"/>
                      <a:pt x="632336" y="365933"/>
                      <a:pt x="687348" y="384765"/>
                    </a:cubicBezTo>
                    <a:cubicBezTo>
                      <a:pt x="692208" y="386386"/>
                      <a:pt x="697002" y="388207"/>
                      <a:pt x="701794" y="389895"/>
                    </a:cubicBezTo>
                    <a:cubicBezTo>
                      <a:pt x="678911" y="399278"/>
                      <a:pt x="655218" y="406568"/>
                      <a:pt x="630987" y="411563"/>
                    </a:cubicBezTo>
                    <a:lnTo>
                      <a:pt x="631998" y="411563"/>
                    </a:lnTo>
                    <a:cubicBezTo>
                      <a:pt x="543034" y="428573"/>
                      <a:pt x="452314" y="418718"/>
                      <a:pt x="362606" y="415207"/>
                    </a:cubicBezTo>
                    <a:cubicBezTo>
                      <a:pt x="316571" y="412441"/>
                      <a:pt x="270400" y="413452"/>
                      <a:pt x="224502" y="418110"/>
                    </a:cubicBezTo>
                    <a:cubicBezTo>
                      <a:pt x="203373" y="420540"/>
                      <a:pt x="182515" y="424455"/>
                      <a:pt x="161929" y="429720"/>
                    </a:cubicBezTo>
                    <a:lnTo>
                      <a:pt x="158216" y="430733"/>
                    </a:lnTo>
                    <a:cubicBezTo>
                      <a:pt x="136481" y="436673"/>
                      <a:pt x="115286" y="444435"/>
                      <a:pt x="94900" y="453952"/>
                    </a:cubicBezTo>
                    <a:cubicBezTo>
                      <a:pt x="92201" y="455033"/>
                      <a:pt x="90784" y="457935"/>
                      <a:pt x="91525" y="460702"/>
                    </a:cubicBezTo>
                    <a:cubicBezTo>
                      <a:pt x="92471" y="463470"/>
                      <a:pt x="95508" y="464955"/>
                      <a:pt x="98275" y="464077"/>
                    </a:cubicBezTo>
                    <a:cubicBezTo>
                      <a:pt x="123791" y="452198"/>
                      <a:pt x="150655" y="443355"/>
                      <a:pt x="178196" y="437550"/>
                    </a:cubicBezTo>
                    <a:cubicBezTo>
                      <a:pt x="205466" y="432150"/>
                      <a:pt x="233208" y="429113"/>
                      <a:pt x="261019" y="428506"/>
                    </a:cubicBezTo>
                    <a:cubicBezTo>
                      <a:pt x="288019" y="427696"/>
                      <a:pt x="315019" y="428506"/>
                      <a:pt x="342356" y="430665"/>
                    </a:cubicBezTo>
                    <a:lnTo>
                      <a:pt x="342356" y="430665"/>
                    </a:lnTo>
                    <a:cubicBezTo>
                      <a:pt x="409856" y="435525"/>
                      <a:pt x="477356" y="445582"/>
                      <a:pt x="545260" y="446798"/>
                    </a:cubicBezTo>
                    <a:cubicBezTo>
                      <a:pt x="613166" y="448012"/>
                      <a:pt x="683367" y="439642"/>
                      <a:pt x="744858" y="408660"/>
                    </a:cubicBezTo>
                    <a:cubicBezTo>
                      <a:pt x="745872" y="408188"/>
                      <a:pt x="746748" y="407512"/>
                      <a:pt x="747627" y="406838"/>
                    </a:cubicBezTo>
                    <a:cubicBezTo>
                      <a:pt x="781645" y="420001"/>
                      <a:pt x="815193" y="434243"/>
                      <a:pt x="848336" y="449566"/>
                    </a:cubicBezTo>
                    <a:lnTo>
                      <a:pt x="847931" y="449566"/>
                    </a:lnTo>
                    <a:lnTo>
                      <a:pt x="849416" y="450308"/>
                    </a:lnTo>
                    <a:lnTo>
                      <a:pt x="851508" y="451253"/>
                    </a:lnTo>
                    <a:lnTo>
                      <a:pt x="850900" y="451253"/>
                    </a:lnTo>
                    <a:cubicBezTo>
                      <a:pt x="901593" y="475485"/>
                      <a:pt x="950733" y="502890"/>
                      <a:pt x="998051" y="533265"/>
                    </a:cubicBezTo>
                    <a:cubicBezTo>
                      <a:pt x="1043005" y="562493"/>
                      <a:pt x="1086071" y="594623"/>
                      <a:pt x="1126841" y="629452"/>
                    </a:cubicBezTo>
                    <a:cubicBezTo>
                      <a:pt x="1137372" y="638430"/>
                      <a:pt x="1147564" y="647813"/>
                      <a:pt x="1157890" y="656993"/>
                    </a:cubicBezTo>
                    <a:cubicBezTo>
                      <a:pt x="1160051" y="659153"/>
                      <a:pt x="1162009" y="661515"/>
                      <a:pt x="1164169" y="663743"/>
                    </a:cubicBezTo>
                    <a:cubicBezTo>
                      <a:pt x="1165316" y="664890"/>
                      <a:pt x="1166666" y="665700"/>
                      <a:pt x="1168218" y="666173"/>
                    </a:cubicBezTo>
                    <a:cubicBezTo>
                      <a:pt x="1196905" y="691890"/>
                      <a:pt x="1225323" y="717878"/>
                      <a:pt x="1253404" y="744270"/>
                    </a:cubicBezTo>
                    <a:cubicBezTo>
                      <a:pt x="1295321" y="783353"/>
                      <a:pt x="1337779" y="821895"/>
                      <a:pt x="1381654" y="859020"/>
                    </a:cubicBezTo>
                    <a:cubicBezTo>
                      <a:pt x="1401498" y="875626"/>
                      <a:pt x="1421681" y="891892"/>
                      <a:pt x="1442404" y="907553"/>
                    </a:cubicBezTo>
                    <a:cubicBezTo>
                      <a:pt x="1424786" y="910725"/>
                      <a:pt x="1407034" y="912615"/>
                      <a:pt x="1389145" y="913290"/>
                    </a:cubicBezTo>
                    <a:cubicBezTo>
                      <a:pt x="1370247" y="913965"/>
                      <a:pt x="1351414" y="913290"/>
                      <a:pt x="1332514" y="912345"/>
                    </a:cubicBezTo>
                    <a:cubicBezTo>
                      <a:pt x="1274328" y="908295"/>
                      <a:pt x="1216818" y="897968"/>
                      <a:pt x="1158904" y="892095"/>
                    </a:cubicBezTo>
                    <a:cubicBezTo>
                      <a:pt x="1144122" y="890678"/>
                      <a:pt x="1129270" y="889530"/>
                      <a:pt x="1114421" y="888788"/>
                    </a:cubicBezTo>
                    <a:cubicBezTo>
                      <a:pt x="1099571" y="888045"/>
                      <a:pt x="1085733" y="888045"/>
                      <a:pt x="1071356" y="888316"/>
                    </a:cubicBezTo>
                    <a:cubicBezTo>
                      <a:pt x="1040238" y="888316"/>
                      <a:pt x="1009122" y="890003"/>
                      <a:pt x="978206" y="893378"/>
                    </a:cubicBezTo>
                    <a:cubicBezTo>
                      <a:pt x="947291" y="896753"/>
                      <a:pt x="916242" y="901748"/>
                      <a:pt x="885664" y="907890"/>
                    </a:cubicBezTo>
                    <a:cubicBezTo>
                      <a:pt x="869395" y="911198"/>
                      <a:pt x="853264" y="914640"/>
                      <a:pt x="837333" y="919163"/>
                    </a:cubicBezTo>
                    <a:cubicBezTo>
                      <a:pt x="823429" y="922876"/>
                      <a:pt x="809591" y="926925"/>
                      <a:pt x="795821" y="931313"/>
                    </a:cubicBezTo>
                    <a:cubicBezTo>
                      <a:pt x="738243" y="949943"/>
                      <a:pt x="682421" y="973702"/>
                      <a:pt x="629096" y="1002323"/>
                    </a:cubicBezTo>
                    <a:cubicBezTo>
                      <a:pt x="625789" y="1004550"/>
                      <a:pt x="624911" y="1008938"/>
                      <a:pt x="627139" y="1012245"/>
                    </a:cubicBezTo>
                    <a:cubicBezTo>
                      <a:pt x="629434" y="1015485"/>
                      <a:pt x="633889" y="1016363"/>
                      <a:pt x="637196" y="1014202"/>
                    </a:cubicBezTo>
                    <a:lnTo>
                      <a:pt x="652113" y="1006373"/>
                    </a:lnTo>
                    <a:lnTo>
                      <a:pt x="652113" y="1006373"/>
                    </a:lnTo>
                    <a:lnTo>
                      <a:pt x="652113" y="1006373"/>
                    </a:lnTo>
                    <a:lnTo>
                      <a:pt x="653395" y="1005698"/>
                    </a:lnTo>
                    <a:lnTo>
                      <a:pt x="653059" y="1005698"/>
                    </a:lnTo>
                    <a:cubicBezTo>
                      <a:pt x="686133" y="989295"/>
                      <a:pt x="720289" y="975256"/>
                      <a:pt x="755321" y="963645"/>
                    </a:cubicBezTo>
                    <a:cubicBezTo>
                      <a:pt x="790150" y="952373"/>
                      <a:pt x="825588" y="943058"/>
                      <a:pt x="861498" y="935903"/>
                    </a:cubicBezTo>
                    <a:cubicBezTo>
                      <a:pt x="936019" y="920850"/>
                      <a:pt x="1012226" y="915517"/>
                      <a:pt x="1088096" y="920175"/>
                    </a:cubicBezTo>
                    <a:lnTo>
                      <a:pt x="1083843" y="920175"/>
                    </a:lnTo>
                    <a:cubicBezTo>
                      <a:pt x="1100853" y="921457"/>
                      <a:pt x="1117593" y="922876"/>
                      <a:pt x="1134806" y="925238"/>
                    </a:cubicBezTo>
                    <a:cubicBezTo>
                      <a:pt x="1150399" y="927465"/>
                      <a:pt x="1165992" y="929895"/>
                      <a:pt x="1181718" y="932663"/>
                    </a:cubicBezTo>
                    <a:cubicBezTo>
                      <a:pt x="1215468" y="938265"/>
                      <a:pt x="1248544" y="944881"/>
                      <a:pt x="1282159" y="949808"/>
                    </a:cubicBezTo>
                    <a:cubicBezTo>
                      <a:pt x="1347025" y="959123"/>
                      <a:pt x="1416483" y="964321"/>
                      <a:pt x="1478988" y="940493"/>
                    </a:cubicBezTo>
                    <a:cubicBezTo>
                      <a:pt x="1480541" y="939751"/>
                      <a:pt x="1482025" y="938805"/>
                      <a:pt x="1483377" y="937725"/>
                    </a:cubicBezTo>
                    <a:cubicBezTo>
                      <a:pt x="1494243" y="945218"/>
                      <a:pt x="1505247" y="952575"/>
                      <a:pt x="1516451" y="959663"/>
                    </a:cubicBezTo>
                    <a:cubicBezTo>
                      <a:pt x="1556681" y="984772"/>
                      <a:pt x="1598328" y="1007520"/>
                      <a:pt x="1641191" y="1027702"/>
                    </a:cubicBezTo>
                    <a:cubicBezTo>
                      <a:pt x="1685606" y="1048830"/>
                      <a:pt x="1730628" y="1068405"/>
                      <a:pt x="1776191" y="1086293"/>
                    </a:cubicBezTo>
                    <a:cubicBezTo>
                      <a:pt x="1819931" y="1103573"/>
                      <a:pt x="1863941" y="1120043"/>
                      <a:pt x="1908154" y="1135838"/>
                    </a:cubicBezTo>
                    <a:cubicBezTo>
                      <a:pt x="1978691" y="1161623"/>
                      <a:pt x="2049228" y="1187475"/>
                      <a:pt x="2118079" y="1217243"/>
                    </a:cubicBezTo>
                    <a:cubicBezTo>
                      <a:pt x="2113488" y="1226085"/>
                      <a:pt x="2108629" y="1234793"/>
                      <a:pt x="2103228" y="1243230"/>
                    </a:cubicBezTo>
                    <a:cubicBezTo>
                      <a:pt x="2085746" y="1268273"/>
                      <a:pt x="2065496" y="1291223"/>
                      <a:pt x="2042816" y="1311675"/>
                    </a:cubicBezTo>
                    <a:cubicBezTo>
                      <a:pt x="2005691" y="1343535"/>
                      <a:pt x="1964921" y="1370941"/>
                      <a:pt x="1921316" y="1393148"/>
                    </a:cubicBezTo>
                    <a:lnTo>
                      <a:pt x="1920101" y="1393823"/>
                    </a:lnTo>
                    <a:lnTo>
                      <a:pt x="1920101" y="1393823"/>
                    </a:lnTo>
                    <a:lnTo>
                      <a:pt x="1919696" y="1393823"/>
                    </a:lnTo>
                    <a:lnTo>
                      <a:pt x="1920236" y="1393823"/>
                    </a:lnTo>
                    <a:lnTo>
                      <a:pt x="1919223" y="1394295"/>
                    </a:lnTo>
                    <a:lnTo>
                      <a:pt x="1919223" y="1394295"/>
                    </a:lnTo>
                    <a:cubicBezTo>
                      <a:pt x="1869476" y="1417718"/>
                      <a:pt x="1818108" y="1437563"/>
                      <a:pt x="1765526" y="1453696"/>
                    </a:cubicBezTo>
                    <a:cubicBezTo>
                      <a:pt x="1707611" y="1472392"/>
                      <a:pt x="1648751" y="1488256"/>
                      <a:pt x="1590701" y="1506615"/>
                    </a:cubicBezTo>
                    <a:cubicBezTo>
                      <a:pt x="1562081" y="1515728"/>
                      <a:pt x="1533394" y="1524705"/>
                      <a:pt x="1505044" y="1534561"/>
                    </a:cubicBezTo>
                    <a:cubicBezTo>
                      <a:pt x="1476693" y="1544415"/>
                      <a:pt x="1448208" y="1555620"/>
                      <a:pt x="1420331" y="1567298"/>
                    </a:cubicBezTo>
                    <a:cubicBezTo>
                      <a:pt x="1362618" y="1591530"/>
                      <a:pt x="1307404" y="1621298"/>
                      <a:pt x="1255497" y="1656262"/>
                    </a:cubicBezTo>
                    <a:cubicBezTo>
                      <a:pt x="1251784" y="1658827"/>
                      <a:pt x="1250770" y="1663890"/>
                      <a:pt x="1253336" y="1667670"/>
                    </a:cubicBezTo>
                    <a:cubicBezTo>
                      <a:pt x="1255900" y="1671383"/>
                      <a:pt x="1260963" y="1672327"/>
                      <a:pt x="1264743" y="1669830"/>
                    </a:cubicBezTo>
                    <a:cubicBezTo>
                      <a:pt x="1290394" y="1652821"/>
                      <a:pt x="1316988" y="1637363"/>
                      <a:pt x="1344461" y="1623525"/>
                    </a:cubicBezTo>
                    <a:cubicBezTo>
                      <a:pt x="1372541" y="1609485"/>
                      <a:pt x="1401363" y="1596930"/>
                      <a:pt x="1430726" y="1585860"/>
                    </a:cubicBezTo>
                    <a:cubicBezTo>
                      <a:pt x="1460155" y="1574723"/>
                      <a:pt x="1490193" y="1565610"/>
                      <a:pt x="1520434" y="1556767"/>
                    </a:cubicBezTo>
                    <a:cubicBezTo>
                      <a:pt x="1550674" y="1547925"/>
                      <a:pt x="1581184" y="1540433"/>
                      <a:pt x="1611558" y="1533480"/>
                    </a:cubicBezTo>
                    <a:cubicBezTo>
                      <a:pt x="1641933" y="1526528"/>
                      <a:pt x="1673186" y="1519238"/>
                      <a:pt x="1703966" y="1512082"/>
                    </a:cubicBezTo>
                    <a:cubicBezTo>
                      <a:pt x="1764716" y="1497975"/>
                      <a:pt x="1825466" y="1483058"/>
                      <a:pt x="1885541" y="1464832"/>
                    </a:cubicBezTo>
                    <a:cubicBezTo>
                      <a:pt x="1930834" y="1451198"/>
                      <a:pt x="1974506" y="1432501"/>
                      <a:pt x="2015681" y="1409145"/>
                    </a:cubicBezTo>
                    <a:cubicBezTo>
                      <a:pt x="2036404" y="1397603"/>
                      <a:pt x="2056248" y="1384508"/>
                      <a:pt x="2075081" y="1369995"/>
                    </a:cubicBezTo>
                    <a:cubicBezTo>
                      <a:pt x="2095128" y="1354470"/>
                      <a:pt x="2113826" y="1337258"/>
                      <a:pt x="2130904" y="1318493"/>
                    </a:cubicBezTo>
                    <a:cubicBezTo>
                      <a:pt x="2138868" y="1309582"/>
                      <a:pt x="2146293" y="1300200"/>
                      <a:pt x="2153111" y="1290413"/>
                    </a:cubicBezTo>
                    <a:cubicBezTo>
                      <a:pt x="2160469" y="1279883"/>
                      <a:pt x="2167219" y="1268948"/>
                      <a:pt x="2173361" y="1257675"/>
                    </a:cubicBezTo>
                    <a:cubicBezTo>
                      <a:pt x="2175521" y="1253558"/>
                      <a:pt x="2177478" y="1249305"/>
                      <a:pt x="2179436" y="1244985"/>
                    </a:cubicBezTo>
                    <a:cubicBezTo>
                      <a:pt x="2249771" y="1278735"/>
                      <a:pt x="2315719" y="1320923"/>
                      <a:pt x="2375861" y="1370670"/>
                    </a:cubicBezTo>
                    <a:cubicBezTo>
                      <a:pt x="2421356" y="1410225"/>
                      <a:pt x="2461923" y="1455113"/>
                      <a:pt x="2496821" y="1504253"/>
                    </a:cubicBezTo>
                    <a:cubicBezTo>
                      <a:pt x="2496416" y="1503645"/>
                      <a:pt x="2495944" y="1503038"/>
                      <a:pt x="2495606" y="1502430"/>
                    </a:cubicBezTo>
                    <a:lnTo>
                      <a:pt x="2496956" y="1504523"/>
                    </a:lnTo>
                    <a:cubicBezTo>
                      <a:pt x="2498036" y="1505941"/>
                      <a:pt x="2499048" y="1507425"/>
                      <a:pt x="2500061" y="1508910"/>
                    </a:cubicBezTo>
                    <a:cubicBezTo>
                      <a:pt x="2499251" y="1507830"/>
                      <a:pt x="2498509" y="1506683"/>
                      <a:pt x="2497766" y="1505603"/>
                    </a:cubicBezTo>
                    <a:cubicBezTo>
                      <a:pt x="2509308" y="1522545"/>
                      <a:pt x="2520243" y="1539825"/>
                      <a:pt x="2530571" y="1557577"/>
                    </a:cubicBezTo>
                    <a:cubicBezTo>
                      <a:pt x="2534418" y="1564665"/>
                      <a:pt x="2540831" y="1570066"/>
                      <a:pt x="2548459" y="1572631"/>
                    </a:cubicBezTo>
                    <a:cubicBezTo>
                      <a:pt x="2556154" y="1575061"/>
                      <a:pt x="2564524" y="1574386"/>
                      <a:pt x="2571678" y="1570673"/>
                    </a:cubicBezTo>
                    <a:cubicBezTo>
                      <a:pt x="2587136" y="1563585"/>
                      <a:pt x="2593954" y="1545360"/>
                      <a:pt x="2586933" y="1529903"/>
                    </a:cubicBezTo>
                    <a:cubicBezTo>
                      <a:pt x="2586663" y="1529430"/>
                      <a:pt x="2586461" y="1528890"/>
                      <a:pt x="2586191" y="1528418"/>
                    </a:cubicBezTo>
                    <a:close/>
                  </a:path>
                </a:pathLst>
              </a:custGeom>
              <a:solidFill>
                <a:srgbClr val="797D33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" name="" descr="84097abc-b176-4fdf-b7e2-5b0dd4e72a8d"/>
              <p:cNvSpPr/>
              <p:nvPr/>
            </p:nvSpPr>
            <p:spPr>
              <a:xfrm>
                <a:off x="1842008" y="4840603"/>
                <a:ext cx="2564" cy="1215"/>
              </a:xfrm>
              <a:custGeom>
                <a:gdLst>
                  <a:gd name="connsiteX0" fmla="*/ 2403 w 2564"/>
                  <a:gd name="connsiteY0" fmla="*/ -582 h 1215"/>
                  <a:gd name="connsiteX1" fmla="*/ 4967 w 2564"/>
                  <a:gd name="connsiteY1" fmla="*/ 633 h 1215"/>
                  <a:gd name="connsiteX2" fmla="*/ 3482 w 2564"/>
                  <a:gd name="connsiteY2" fmla="*/ -42 h 121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64" h="1215">
                    <a:moveTo>
                      <a:pt x="2403" y="-582"/>
                    </a:moveTo>
                    <a:cubicBezTo>
                      <a:pt x="3212" y="-110"/>
                      <a:pt x="4090" y="295"/>
                      <a:pt x="4967" y="633"/>
                    </a:cubicBezTo>
                    <a:lnTo>
                      <a:pt x="3482" y="-42"/>
                    </a:lnTo>
                    <a:close/>
                  </a:path>
                </a:pathLst>
              </a:custGeom>
              <a:solidFill>
                <a:srgbClr val="797D33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" name="" descr="6856b088-167a-4400-89fa-163e5996c654"/>
              <p:cNvSpPr/>
              <p:nvPr/>
            </p:nvSpPr>
            <p:spPr>
              <a:xfrm>
                <a:off x="1645785" y="5396061"/>
                <a:ext cx="1214" cy="607"/>
              </a:xfrm>
              <a:custGeom>
                <a:gdLst>
                  <a:gd name="connsiteX0" fmla="*/ 2403 w 1214"/>
                  <a:gd name="connsiteY0" fmla="*/ 25 h 607"/>
                  <a:gd name="connsiteX1" fmla="*/ 3617 w 1214"/>
                  <a:gd name="connsiteY1" fmla="*/ -582 h 607"/>
                  <a:gd name="connsiteX2" fmla="*/ 2673 w 1214"/>
                  <a:gd name="connsiteY2" fmla="*/ -110 h 60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4" h="607">
                    <a:moveTo>
                      <a:pt x="2403" y="25"/>
                    </a:moveTo>
                    <a:lnTo>
                      <a:pt x="3617" y="-582"/>
                    </a:lnTo>
                    <a:lnTo>
                      <a:pt x="2673" y="-110"/>
                    </a:lnTo>
                    <a:close/>
                  </a:path>
                </a:pathLst>
              </a:custGeom>
              <a:solidFill>
                <a:srgbClr val="797D33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4" name="" descr="e4f7a4d6-bb9c-44c4-b199-e4cde8220189"/>
            <p:cNvGrpSpPr/>
            <p:nvPr/>
          </p:nvGrpSpPr>
          <p:grpSpPr>
            <a:xfrm>
              <a:off x="4215474" y="4114844"/>
              <a:ext cx="1211442" cy="1577732"/>
              <a:chOff x="4316827" y="3808406"/>
              <a:chExt cx="1211442" cy="1577732"/>
            </a:xfrm>
          </p:grpSpPr>
          <p:sp>
            <p:nvSpPr>
              <p:cNvPr id="58" name="" descr="56a3d5d9-9224-4390-a322-f115ada8d59f"/>
              <p:cNvSpPr/>
              <p:nvPr/>
            </p:nvSpPr>
            <p:spPr>
              <a:xfrm>
                <a:off x="4316827" y="5384451"/>
                <a:ext cx="6750" cy="1687"/>
              </a:xfrm>
              <a:custGeom>
                <a:gdLst>
                  <a:gd name="connsiteX0" fmla="*/ 2403 w 6750"/>
                  <a:gd name="connsiteY0" fmla="*/ 1105 h 1687"/>
                  <a:gd name="connsiteX1" fmla="*/ 2403 w 6750"/>
                  <a:gd name="connsiteY1" fmla="*/ -582 h 1687"/>
                  <a:gd name="connsiteX2" fmla="*/ 2403 w 6750"/>
                  <a:gd name="connsiteY2" fmla="*/ -42 h 1687"/>
                  <a:gd name="connsiteX3" fmla="*/ 2403 w 6750"/>
                  <a:gd name="connsiteY3" fmla="*/ 1105 h 168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50" h="1687">
                    <a:moveTo>
                      <a:pt x="2403" y="1105"/>
                    </a:moveTo>
                    <a:cubicBezTo>
                      <a:pt x="2403" y="566"/>
                      <a:pt x="2403" y="26"/>
                      <a:pt x="2403" y="-582"/>
                    </a:cubicBezTo>
                    <a:cubicBezTo>
                      <a:pt x="2403" y="-379"/>
                      <a:pt x="2403" y="-244"/>
                      <a:pt x="2403" y="-42"/>
                    </a:cubicBezTo>
                    <a:cubicBezTo>
                      <a:pt x="2403" y="363"/>
                      <a:pt x="2403" y="701"/>
                      <a:pt x="2403" y="1105"/>
                    </a:cubicBezTo>
                    <a:close/>
                  </a:path>
                </a:pathLst>
              </a:custGeom>
              <a:solidFill>
                <a:srgbClr val="92964B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" name="" descr="888075a0-c84b-40f6-ac74-b610b825c3ae"/>
              <p:cNvSpPr/>
              <p:nvPr/>
            </p:nvSpPr>
            <p:spPr>
              <a:xfrm>
                <a:off x="4723718" y="3864351"/>
                <a:ext cx="6750" cy="945"/>
              </a:xfrm>
              <a:custGeom>
                <a:gdLst>
                  <a:gd name="connsiteX0" fmla="*/ 2403 w 6750"/>
                  <a:gd name="connsiteY0" fmla="*/ 363 h 945"/>
                  <a:gd name="connsiteX1" fmla="*/ 2403 w 6750"/>
                  <a:gd name="connsiteY1" fmla="*/ -582 h 945"/>
                  <a:gd name="connsiteX2" fmla="*/ 2403 w 6750"/>
                  <a:gd name="connsiteY2" fmla="*/ -582 h 94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0" h="944">
                    <a:moveTo>
                      <a:pt x="2403" y="363"/>
                    </a:moveTo>
                    <a:lnTo>
                      <a:pt x="2403" y="-582"/>
                    </a:lnTo>
                    <a:lnTo>
                      <a:pt x="2403" y="-582"/>
                    </a:lnTo>
                    <a:close/>
                  </a:path>
                </a:pathLst>
              </a:custGeom>
              <a:solidFill>
                <a:srgbClr val="92964B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" name="" descr="c9b6aede-46eb-452d-9261-19d2cad4be61"/>
              <p:cNvSpPr/>
              <p:nvPr/>
            </p:nvSpPr>
            <p:spPr>
              <a:xfrm>
                <a:off x="5140027" y="3808406"/>
                <a:ext cx="186104" cy="289697"/>
              </a:xfrm>
              <a:custGeom>
                <a:gdLst>
                  <a:gd name="connsiteX0" fmla="*/ 95651 w 186104"/>
                  <a:gd name="connsiteY0" fmla="*/ 289116 h 289697"/>
                  <a:gd name="connsiteX1" fmla="*/ 182591 w 186104"/>
                  <a:gd name="connsiteY1" fmla="*/ 138388 h 289697"/>
                  <a:gd name="connsiteX2" fmla="*/ 161261 w 186104"/>
                  <a:gd name="connsiteY2" fmla="*/ 19048 h 289697"/>
                  <a:gd name="connsiteX3" fmla="*/ 36318 w 186104"/>
                  <a:gd name="connsiteY3" fmla="*/ 30051 h 289697"/>
                  <a:gd name="connsiteX4" fmla="*/ 5742 w 186104"/>
                  <a:gd name="connsiteY4" fmla="*/ 160663 h 289697"/>
                  <a:gd name="connsiteX5" fmla="*/ 59269 w 186104"/>
                  <a:gd name="connsiteY5" fmla="*/ 288508 h 289697"/>
                  <a:gd name="connsiteX6" fmla="*/ 95651 w 186104"/>
                  <a:gd name="connsiteY6" fmla="*/ 289116 h 28969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6104" h="289697">
                    <a:moveTo>
                      <a:pt x="95651" y="289116"/>
                    </a:moveTo>
                    <a:cubicBezTo>
                      <a:pt x="138176" y="248008"/>
                      <a:pt x="168281" y="195763"/>
                      <a:pt x="182591" y="138388"/>
                    </a:cubicBezTo>
                    <a:cubicBezTo>
                      <a:pt x="192784" y="97213"/>
                      <a:pt x="192244" y="48006"/>
                      <a:pt x="161261" y="19048"/>
                    </a:cubicBezTo>
                    <a:cubicBezTo>
                      <a:pt x="127511" y="-12609"/>
                      <a:pt x="68111" y="-3835"/>
                      <a:pt x="36318" y="30051"/>
                    </a:cubicBezTo>
                    <a:cubicBezTo>
                      <a:pt x="4526" y="63936"/>
                      <a:pt x="-2899" y="115033"/>
                      <a:pt x="5742" y="160663"/>
                    </a:cubicBezTo>
                    <a:cubicBezTo>
                      <a:pt x="14381" y="206293"/>
                      <a:pt x="36994" y="247806"/>
                      <a:pt x="59269" y="288508"/>
                    </a:cubicBezTo>
                    <a:cubicBezTo>
                      <a:pt x="71081" y="289993"/>
                      <a:pt x="83704" y="287698"/>
                      <a:pt x="95651" y="289116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" name="" descr="aaf1a748-f02d-4adb-9609-20799fb11fd7"/>
              <p:cNvSpPr/>
              <p:nvPr/>
            </p:nvSpPr>
            <p:spPr>
              <a:xfrm>
                <a:off x="5240160" y="3952225"/>
                <a:ext cx="288109" cy="193238"/>
              </a:xfrm>
              <a:custGeom>
                <a:gdLst>
                  <a:gd name="connsiteX0" fmla="*/ 18873 w 288109"/>
                  <a:gd name="connsiteY0" fmla="*/ 177291 h 193238"/>
                  <a:gd name="connsiteX1" fmla="*/ 192753 w 288109"/>
                  <a:gd name="connsiteY1" fmla="*/ 183299 h 193238"/>
                  <a:gd name="connsiteX2" fmla="*/ 288130 w 288109"/>
                  <a:gd name="connsiteY2" fmla="*/ 108509 h 193238"/>
                  <a:gd name="connsiteX3" fmla="*/ 219888 w 288109"/>
                  <a:gd name="connsiteY3" fmla="*/ 3343 h 193238"/>
                  <a:gd name="connsiteX4" fmla="*/ 90153 w 288109"/>
                  <a:gd name="connsiteY4" fmla="*/ 37566 h 193238"/>
                  <a:gd name="connsiteX5" fmla="*/ 2403 w 288109"/>
                  <a:gd name="connsiteY5" fmla="*/ 144824 h 193238"/>
                  <a:gd name="connsiteX6" fmla="*/ 18873 w 288109"/>
                  <a:gd name="connsiteY6" fmla="*/ 177291 h 19323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8109" h="193238">
                    <a:moveTo>
                      <a:pt x="18873" y="177291"/>
                    </a:moveTo>
                    <a:cubicBezTo>
                      <a:pt x="75168" y="195517"/>
                      <a:pt x="135378" y="197541"/>
                      <a:pt x="192753" y="183299"/>
                    </a:cubicBezTo>
                    <a:cubicBezTo>
                      <a:pt x="233927" y="172971"/>
                      <a:pt x="277128" y="149549"/>
                      <a:pt x="288130" y="108509"/>
                    </a:cubicBezTo>
                    <a:cubicBezTo>
                      <a:pt x="300213" y="63689"/>
                      <a:pt x="264640" y="15494"/>
                      <a:pt x="219888" y="3343"/>
                    </a:cubicBezTo>
                    <a:cubicBezTo>
                      <a:pt x="175135" y="-8806"/>
                      <a:pt x="126400" y="8541"/>
                      <a:pt x="90153" y="37566"/>
                    </a:cubicBezTo>
                    <a:cubicBezTo>
                      <a:pt x="53905" y="66591"/>
                      <a:pt x="27851" y="106012"/>
                      <a:pt x="2403" y="144824"/>
                    </a:cubicBezTo>
                    <a:cubicBezTo>
                      <a:pt x="6655" y="155961"/>
                      <a:pt x="14552" y="166424"/>
                      <a:pt x="18873" y="177291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" name="" descr="b5357808-f972-464d-b762-e4f85d5d9497"/>
              <p:cNvSpPr/>
              <p:nvPr/>
            </p:nvSpPr>
            <p:spPr>
              <a:xfrm>
                <a:off x="5239418" y="4136174"/>
                <a:ext cx="250054" cy="237012"/>
              </a:xfrm>
              <a:custGeom>
                <a:gdLst>
                  <a:gd name="connsiteX0" fmla="*/ 2403 w 250054"/>
                  <a:gd name="connsiteY0" fmla="*/ 28983 h 237012"/>
                  <a:gd name="connsiteX1" fmla="*/ 78610 w 250054"/>
                  <a:gd name="connsiteY1" fmla="*/ 185381 h 237012"/>
                  <a:gd name="connsiteX2" fmla="*/ 189445 w 250054"/>
                  <a:gd name="connsiteY2" fmla="*/ 234520 h 237012"/>
                  <a:gd name="connsiteX3" fmla="*/ 250195 w 250054"/>
                  <a:gd name="connsiteY3" fmla="*/ 124900 h 237012"/>
                  <a:gd name="connsiteX4" fmla="*/ 159138 w 250054"/>
                  <a:gd name="connsiteY4" fmla="*/ 26418 h 237012"/>
                  <a:gd name="connsiteX5" fmla="*/ 23193 w 250054"/>
                  <a:gd name="connsiteY5" fmla="*/ -582 h 237012"/>
                  <a:gd name="connsiteX6" fmla="*/ 2403 w 250054"/>
                  <a:gd name="connsiteY6" fmla="*/ 28983 h 23701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0054" h="237012">
                    <a:moveTo>
                      <a:pt x="2403" y="28983"/>
                    </a:moveTo>
                    <a:cubicBezTo>
                      <a:pt x="12663" y="87235"/>
                      <a:pt x="39055" y="141371"/>
                      <a:pt x="78610" y="185381"/>
                    </a:cubicBezTo>
                    <a:cubicBezTo>
                      <a:pt x="107028" y="216903"/>
                      <a:pt x="148068" y="243970"/>
                      <a:pt x="189445" y="234520"/>
                    </a:cubicBezTo>
                    <a:cubicBezTo>
                      <a:pt x="234670" y="224126"/>
                      <a:pt x="260523" y="170126"/>
                      <a:pt x="250195" y="124900"/>
                    </a:cubicBezTo>
                    <a:cubicBezTo>
                      <a:pt x="239867" y="79676"/>
                      <a:pt x="201730" y="44778"/>
                      <a:pt x="159138" y="26418"/>
                    </a:cubicBezTo>
                    <a:cubicBezTo>
                      <a:pt x="116545" y="8058"/>
                      <a:pt x="69430" y="3468"/>
                      <a:pt x="23193" y="-582"/>
                    </a:cubicBezTo>
                    <a:cubicBezTo>
                      <a:pt x="15430" y="8193"/>
                      <a:pt x="10232" y="19938"/>
                      <a:pt x="2403" y="28983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" name="" descr="8f68daaa-04e9-4931-9de3-c39762ce8261"/>
              <p:cNvSpPr/>
              <p:nvPr/>
            </p:nvSpPr>
            <p:spPr>
              <a:xfrm>
                <a:off x="5085577" y="4167223"/>
                <a:ext cx="190435" cy="287280"/>
              </a:xfrm>
              <a:custGeom>
                <a:gdLst>
                  <a:gd name="connsiteX0" fmla="*/ 116351 w 190435"/>
                  <a:gd name="connsiteY0" fmla="*/ -582 h 287280"/>
                  <a:gd name="connsiteX1" fmla="*/ 14021 w 190435"/>
                  <a:gd name="connsiteY1" fmla="*/ 140088 h 287280"/>
                  <a:gd name="connsiteX2" fmla="*/ 22593 w 190435"/>
                  <a:gd name="connsiteY2" fmla="*/ 261048 h 287280"/>
                  <a:gd name="connsiteX3" fmla="*/ 147941 w 190435"/>
                  <a:gd name="connsiteY3" fmla="*/ 263343 h 287280"/>
                  <a:gd name="connsiteX4" fmla="*/ 192221 w 190435"/>
                  <a:gd name="connsiteY4" fmla="*/ 136713 h 287280"/>
                  <a:gd name="connsiteX5" fmla="*/ 152531 w 190435"/>
                  <a:gd name="connsiteY5" fmla="*/ 3873 h 287280"/>
                  <a:gd name="connsiteX6" fmla="*/ 116351 w 190435"/>
                  <a:gd name="connsiteY6" fmla="*/ -582 h 28728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435" h="287280">
                    <a:moveTo>
                      <a:pt x="116351" y="-582"/>
                    </a:moveTo>
                    <a:cubicBezTo>
                      <a:pt x="69776" y="35801"/>
                      <a:pt x="34338" y="84535"/>
                      <a:pt x="14021" y="140088"/>
                    </a:cubicBezTo>
                    <a:cubicBezTo>
                      <a:pt x="-492" y="179980"/>
                      <a:pt x="-5217" y="228986"/>
                      <a:pt x="22593" y="261048"/>
                    </a:cubicBezTo>
                    <a:cubicBezTo>
                      <a:pt x="52968" y="296081"/>
                      <a:pt x="112773" y="293650"/>
                      <a:pt x="147941" y="263343"/>
                    </a:cubicBezTo>
                    <a:cubicBezTo>
                      <a:pt x="183109" y="233035"/>
                      <a:pt x="195934" y="182951"/>
                      <a:pt x="192221" y="136713"/>
                    </a:cubicBezTo>
                    <a:cubicBezTo>
                      <a:pt x="188508" y="90475"/>
                      <a:pt x="170351" y="46735"/>
                      <a:pt x="152531" y="3873"/>
                    </a:cubicBezTo>
                    <a:cubicBezTo>
                      <a:pt x="141124" y="1173"/>
                      <a:pt x="128299" y="2118"/>
                      <a:pt x="116351" y="-582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" name="" descr="dd1ddb62-029f-429a-a2c8-98453d3fb157"/>
              <p:cNvSpPr/>
              <p:nvPr/>
            </p:nvSpPr>
            <p:spPr>
              <a:xfrm>
                <a:off x="4900200" y="4105308"/>
                <a:ext cx="292777" cy="186910"/>
              </a:xfrm>
              <a:custGeom>
                <a:gdLst>
                  <a:gd name="connsiteX0" fmla="*/ 282085 w 292777"/>
                  <a:gd name="connsiteY0" fmla="*/ 26841 h 186910"/>
                  <a:gd name="connsiteX1" fmla="*/ 109825 w 292777"/>
                  <a:gd name="connsiteY1" fmla="*/ 2406 h 186910"/>
                  <a:gd name="connsiteX2" fmla="*/ 7090 w 292777"/>
                  <a:gd name="connsiteY2" fmla="*/ 66734 h 186910"/>
                  <a:gd name="connsiteX3" fmla="*/ 63858 w 292777"/>
                  <a:gd name="connsiteY3" fmla="*/ 178514 h 186910"/>
                  <a:gd name="connsiteX4" fmla="*/ 196428 w 292777"/>
                  <a:gd name="connsiteY4" fmla="*/ 158264 h 186910"/>
                  <a:gd name="connsiteX5" fmla="*/ 295180 w 292777"/>
                  <a:gd name="connsiteY5" fmla="*/ 60929 h 186910"/>
                  <a:gd name="connsiteX6" fmla="*/ 282085 w 292777"/>
                  <a:gd name="connsiteY6" fmla="*/ 26841 h 18691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2777" h="186910">
                    <a:moveTo>
                      <a:pt x="282085" y="26841"/>
                    </a:moveTo>
                    <a:cubicBezTo>
                      <a:pt x="228085" y="2744"/>
                      <a:pt x="168415" y="-5693"/>
                      <a:pt x="109825" y="2406"/>
                    </a:cubicBezTo>
                    <a:cubicBezTo>
                      <a:pt x="67840" y="8279"/>
                      <a:pt x="22075" y="27112"/>
                      <a:pt x="7090" y="66734"/>
                    </a:cubicBezTo>
                    <a:cubicBezTo>
                      <a:pt x="-9650" y="110001"/>
                      <a:pt x="20590" y="161639"/>
                      <a:pt x="63858" y="178514"/>
                    </a:cubicBezTo>
                    <a:cubicBezTo>
                      <a:pt x="107125" y="195389"/>
                      <a:pt x="157345" y="183239"/>
                      <a:pt x="196428" y="158264"/>
                    </a:cubicBezTo>
                    <a:cubicBezTo>
                      <a:pt x="235510" y="133289"/>
                      <a:pt x="265683" y="96771"/>
                      <a:pt x="295180" y="60929"/>
                    </a:cubicBezTo>
                    <a:cubicBezTo>
                      <a:pt x="292008" y="49521"/>
                      <a:pt x="285190" y="38654"/>
                      <a:pt x="282085" y="26841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" name="" descr="aaa61761-d869-419a-b213-780c489d7456"/>
              <p:cNvSpPr/>
              <p:nvPr/>
            </p:nvSpPr>
            <p:spPr>
              <a:xfrm>
                <a:off x="4939510" y="3904404"/>
                <a:ext cx="256100" cy="229069"/>
              </a:xfrm>
              <a:custGeom>
                <a:gdLst>
                  <a:gd name="connsiteX0" fmla="*/ 258503 w 256100"/>
                  <a:gd name="connsiteY0" fmla="*/ 197572 h 229069"/>
                  <a:gd name="connsiteX1" fmla="*/ 173993 w 256100"/>
                  <a:gd name="connsiteY1" fmla="*/ 45495 h 229069"/>
                  <a:gd name="connsiteX2" fmla="*/ 60728 w 256100"/>
                  <a:gd name="connsiteY2" fmla="*/ 2362 h 229069"/>
                  <a:gd name="connsiteX3" fmla="*/ 5850 w 256100"/>
                  <a:gd name="connsiteY3" fmla="*/ 115088 h 229069"/>
                  <a:gd name="connsiteX4" fmla="*/ 102038 w 256100"/>
                  <a:gd name="connsiteY4" fmla="*/ 208575 h 229069"/>
                  <a:gd name="connsiteX5" fmla="*/ 239265 w 256100"/>
                  <a:gd name="connsiteY5" fmla="*/ 228487 h 229069"/>
                  <a:gd name="connsiteX6" fmla="*/ 258503 w 256100"/>
                  <a:gd name="connsiteY6" fmla="*/ 197572 h 22906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6100" h="229069">
                    <a:moveTo>
                      <a:pt x="258503" y="197572"/>
                    </a:moveTo>
                    <a:cubicBezTo>
                      <a:pt x="245071" y="139995"/>
                      <a:pt x="215843" y="87277"/>
                      <a:pt x="173993" y="45495"/>
                    </a:cubicBezTo>
                    <a:cubicBezTo>
                      <a:pt x="143955" y="15525"/>
                      <a:pt x="101498" y="-9315"/>
                      <a:pt x="60728" y="2362"/>
                    </a:cubicBezTo>
                    <a:cubicBezTo>
                      <a:pt x="16110" y="15120"/>
                      <a:pt x="-6772" y="70402"/>
                      <a:pt x="5850" y="115088"/>
                    </a:cubicBezTo>
                    <a:cubicBezTo>
                      <a:pt x="18473" y="159773"/>
                      <a:pt x="58500" y="192442"/>
                      <a:pt x="102038" y="208575"/>
                    </a:cubicBezTo>
                    <a:cubicBezTo>
                      <a:pt x="145575" y="224708"/>
                      <a:pt x="192892" y="226665"/>
                      <a:pt x="239265" y="228487"/>
                    </a:cubicBezTo>
                    <a:cubicBezTo>
                      <a:pt x="246623" y="219037"/>
                      <a:pt x="251145" y="207023"/>
                      <a:pt x="258503" y="197572"/>
                    </a:cubicBezTo>
                    <a:close/>
                  </a:path>
                </a:pathLst>
              </a:custGeom>
              <a:solidFill>
                <a:srgbClr val="FFEAD2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" name="" descr="49524540-6974-4eeb-a2a3-3cfb13e94628"/>
              <p:cNvSpPr/>
              <p:nvPr/>
            </p:nvSpPr>
            <p:spPr>
              <a:xfrm>
                <a:off x="5157743" y="4072791"/>
                <a:ext cx="121500" cy="121500"/>
              </a:xfrm>
              <a:custGeom>
                <a:gdLst>
                  <a:gd name="connsiteX0" fmla="*/ 123903 w 121500"/>
                  <a:gd name="connsiteY0" fmla="*/ 60168 h 121500"/>
                  <a:gd name="connsiteX1" fmla="*/ 63153 w 121500"/>
                  <a:gd name="connsiteY1" fmla="*/ 120918 h 121500"/>
                  <a:gd name="connsiteX2" fmla="*/ 2403 w 121500"/>
                  <a:gd name="connsiteY2" fmla="*/ 60168 h 121500"/>
                  <a:gd name="connsiteX3" fmla="*/ 63153 w 121500"/>
                  <a:gd name="connsiteY3" fmla="*/ -582 h 121500"/>
                  <a:gd name="connsiteX4" fmla="*/ 123903 w 121500"/>
                  <a:gd name="connsiteY4" fmla="*/ 60168 h 12150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00" h="121500">
                    <a:moveTo>
                      <a:pt x="123903" y="60168"/>
                    </a:moveTo>
                    <a:cubicBezTo>
                      <a:pt x="123903" y="93715"/>
                      <a:pt x="96700" y="120918"/>
                      <a:pt x="63153" y="120918"/>
                    </a:cubicBezTo>
                    <a:cubicBezTo>
                      <a:pt x="29605" y="120918"/>
                      <a:pt x="2403" y="93715"/>
                      <a:pt x="2403" y="60168"/>
                    </a:cubicBezTo>
                    <a:cubicBezTo>
                      <a:pt x="2403" y="26621"/>
                      <a:pt x="29605" y="-582"/>
                      <a:pt x="63153" y="-582"/>
                    </a:cubicBezTo>
                    <a:cubicBezTo>
                      <a:pt x="96700" y="-582"/>
                      <a:pt x="123903" y="26621"/>
                      <a:pt x="123903" y="60168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" name="" descr="f5d08763-234e-4929-b793-cfb9b010b69b"/>
              <p:cNvSpPr/>
              <p:nvPr/>
            </p:nvSpPr>
            <p:spPr>
              <a:xfrm>
                <a:off x="4997565" y="3960471"/>
                <a:ext cx="163890" cy="120150"/>
              </a:xfrm>
              <a:custGeom>
                <a:gdLst>
                  <a:gd name="connsiteX0" fmla="*/ 2403 w 163890"/>
                  <a:gd name="connsiteY0" fmla="*/ -582 h 120150"/>
                  <a:gd name="connsiteX1" fmla="*/ 88803 w 163890"/>
                  <a:gd name="connsiteY1" fmla="*/ 53418 h 120150"/>
                  <a:gd name="connsiteX2" fmla="*/ 166293 w 163890"/>
                  <a:gd name="connsiteY2" fmla="*/ 119568 h 120150"/>
                  <a:gd name="connsiteX3" fmla="*/ 79894 w 163890"/>
                  <a:gd name="connsiteY3" fmla="*/ 65568 h 120150"/>
                  <a:gd name="connsiteX4" fmla="*/ 2403 w 163890"/>
                  <a:gd name="connsiteY4" fmla="*/ -582 h 12015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890" h="120150">
                    <a:moveTo>
                      <a:pt x="2403" y="-582"/>
                    </a:moveTo>
                    <a:cubicBezTo>
                      <a:pt x="32644" y="15011"/>
                      <a:pt x="61533" y="33033"/>
                      <a:pt x="88803" y="53418"/>
                    </a:cubicBezTo>
                    <a:cubicBezTo>
                      <a:pt x="116411" y="73263"/>
                      <a:pt x="142331" y="95403"/>
                      <a:pt x="166293" y="119568"/>
                    </a:cubicBezTo>
                    <a:cubicBezTo>
                      <a:pt x="135986" y="104043"/>
                      <a:pt x="107096" y="85953"/>
                      <a:pt x="79894" y="65568"/>
                    </a:cubicBezTo>
                    <a:cubicBezTo>
                      <a:pt x="52218" y="45723"/>
                      <a:pt x="26298" y="23583"/>
                      <a:pt x="2403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" descr="508cc1a8-c802-4091-98e3-6e38a3993b15"/>
              <p:cNvSpPr/>
              <p:nvPr/>
            </p:nvSpPr>
            <p:spPr>
              <a:xfrm>
                <a:off x="4957403" y="4155141"/>
                <a:ext cx="190282" cy="67433"/>
              </a:xfrm>
              <a:custGeom>
                <a:gdLst>
                  <a:gd name="connsiteX0" fmla="*/ 2403 w 190282"/>
                  <a:gd name="connsiteY0" fmla="*/ 66851 h 67433"/>
                  <a:gd name="connsiteX1" fmla="*/ 96903 w 190282"/>
                  <a:gd name="connsiteY1" fmla="*/ 31143 h 67433"/>
                  <a:gd name="connsiteX2" fmla="*/ 192685 w 190282"/>
                  <a:gd name="connsiteY2" fmla="*/ -582 h 67433"/>
                  <a:gd name="connsiteX3" fmla="*/ 101965 w 190282"/>
                  <a:gd name="connsiteY3" fmla="*/ 45386 h 67433"/>
                  <a:gd name="connsiteX4" fmla="*/ 2403 w 190282"/>
                  <a:gd name="connsiteY4" fmla="*/ 66851 h 6743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282" h="67433">
                    <a:moveTo>
                      <a:pt x="2403" y="66851"/>
                    </a:moveTo>
                    <a:cubicBezTo>
                      <a:pt x="33791" y="53351"/>
                      <a:pt x="65313" y="42618"/>
                      <a:pt x="96903" y="31143"/>
                    </a:cubicBezTo>
                    <a:cubicBezTo>
                      <a:pt x="128493" y="19668"/>
                      <a:pt x="159813" y="8665"/>
                      <a:pt x="192685" y="-582"/>
                    </a:cubicBezTo>
                    <a:cubicBezTo>
                      <a:pt x="164741" y="18926"/>
                      <a:pt x="134231" y="34383"/>
                      <a:pt x="101965" y="45386"/>
                    </a:cubicBezTo>
                    <a:cubicBezTo>
                      <a:pt x="69903" y="57063"/>
                      <a:pt x="36423" y="64286"/>
                      <a:pt x="2403" y="6685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" descr="2839504b-6bc4-4141-9f00-566ad177067e"/>
              <p:cNvSpPr/>
              <p:nvPr/>
            </p:nvSpPr>
            <p:spPr>
              <a:xfrm>
                <a:off x="5020582" y="4095472"/>
                <a:ext cx="119542" cy="16005"/>
              </a:xfrm>
              <a:custGeom>
                <a:gdLst>
                  <a:gd name="connsiteX0" fmla="*/ 2403 w 119542"/>
                  <a:gd name="connsiteY0" fmla="*/ 4480 h 16005"/>
                  <a:gd name="connsiteX1" fmla="*/ 62546 w 119542"/>
                  <a:gd name="connsiteY1" fmla="*/ -110 h 16005"/>
                  <a:gd name="connsiteX2" fmla="*/ 121945 w 119542"/>
                  <a:gd name="connsiteY2" fmla="*/ 10420 h 16005"/>
                  <a:gd name="connsiteX3" fmla="*/ 61803 w 119542"/>
                  <a:gd name="connsiteY3" fmla="*/ 14942 h 16005"/>
                  <a:gd name="connsiteX4" fmla="*/ 2403 w 119542"/>
                  <a:gd name="connsiteY4" fmla="*/ 4480 h 1600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541" h="16005">
                    <a:moveTo>
                      <a:pt x="2403" y="4480"/>
                    </a:moveTo>
                    <a:cubicBezTo>
                      <a:pt x="22113" y="92"/>
                      <a:pt x="42363" y="-1460"/>
                      <a:pt x="62546" y="-110"/>
                    </a:cubicBezTo>
                    <a:cubicBezTo>
                      <a:pt x="82728" y="565"/>
                      <a:pt x="102775" y="4143"/>
                      <a:pt x="121945" y="10420"/>
                    </a:cubicBezTo>
                    <a:cubicBezTo>
                      <a:pt x="102236" y="14807"/>
                      <a:pt x="81986" y="16292"/>
                      <a:pt x="61803" y="14942"/>
                    </a:cubicBezTo>
                    <a:cubicBezTo>
                      <a:pt x="41621" y="14268"/>
                      <a:pt x="21640" y="10690"/>
                      <a:pt x="2403" y="448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" name="" descr="220c924d-3a5d-4385-b1d7-913fb3db0c8d"/>
              <p:cNvSpPr/>
              <p:nvPr/>
            </p:nvSpPr>
            <p:spPr>
              <a:xfrm>
                <a:off x="5139113" y="4187946"/>
                <a:ext cx="32669" cy="36719"/>
              </a:xfrm>
              <a:custGeom>
                <a:gdLst>
                  <a:gd name="connsiteX0" fmla="*/ 2403 w 32669"/>
                  <a:gd name="connsiteY0" fmla="*/ 36138 h 36719"/>
                  <a:gd name="connsiteX1" fmla="*/ 13135 w 32669"/>
                  <a:gd name="connsiteY1" fmla="*/ 12918 h 36719"/>
                  <a:gd name="connsiteX2" fmla="*/ 35073 w 32669"/>
                  <a:gd name="connsiteY2" fmla="*/ -582 h 36719"/>
                  <a:gd name="connsiteX3" fmla="*/ 24340 w 32669"/>
                  <a:gd name="connsiteY3" fmla="*/ 22638 h 36719"/>
                  <a:gd name="connsiteX4" fmla="*/ 2403 w 32669"/>
                  <a:gd name="connsiteY4" fmla="*/ 36138 h 3671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669" h="36719">
                    <a:moveTo>
                      <a:pt x="2403" y="36138"/>
                    </a:moveTo>
                    <a:cubicBezTo>
                      <a:pt x="3347" y="27430"/>
                      <a:pt x="7128" y="19263"/>
                      <a:pt x="13135" y="12918"/>
                    </a:cubicBezTo>
                    <a:cubicBezTo>
                      <a:pt x="18805" y="6168"/>
                      <a:pt x="26500" y="1442"/>
                      <a:pt x="35073" y="-582"/>
                    </a:cubicBezTo>
                    <a:cubicBezTo>
                      <a:pt x="34128" y="8125"/>
                      <a:pt x="30347" y="16293"/>
                      <a:pt x="24340" y="22638"/>
                    </a:cubicBezTo>
                    <a:cubicBezTo>
                      <a:pt x="18670" y="29388"/>
                      <a:pt x="10975" y="34112"/>
                      <a:pt x="2403" y="36138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" descr="058f8159-4f15-4cad-892d-f95d5c219f52"/>
              <p:cNvSpPr/>
              <p:nvPr/>
            </p:nvSpPr>
            <p:spPr>
              <a:xfrm>
                <a:off x="5244235" y="4191929"/>
                <a:ext cx="23678" cy="59130"/>
              </a:xfrm>
              <a:custGeom>
                <a:gdLst>
                  <a:gd name="connsiteX0" fmla="*/ 2850 w 23678"/>
                  <a:gd name="connsiteY0" fmla="*/ -582 h 59130"/>
                  <a:gd name="connsiteX1" fmla="*/ 21211 w 23678"/>
                  <a:gd name="connsiteY1" fmla="*/ 26418 h 59130"/>
                  <a:gd name="connsiteX2" fmla="*/ 25598 w 23678"/>
                  <a:gd name="connsiteY2" fmla="*/ 58548 h 59130"/>
                  <a:gd name="connsiteX3" fmla="*/ 7170 w 23678"/>
                  <a:gd name="connsiteY3" fmla="*/ 31548 h 59130"/>
                  <a:gd name="connsiteX4" fmla="*/ 2850 w 23678"/>
                  <a:gd name="connsiteY4" fmla="*/ -582 h 5913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78" h="59130">
                    <a:moveTo>
                      <a:pt x="2850" y="-582"/>
                    </a:moveTo>
                    <a:cubicBezTo>
                      <a:pt x="11221" y="6708"/>
                      <a:pt x="17498" y="15955"/>
                      <a:pt x="21211" y="26418"/>
                    </a:cubicBezTo>
                    <a:cubicBezTo>
                      <a:pt x="25463" y="36543"/>
                      <a:pt x="26948" y="47613"/>
                      <a:pt x="25598" y="58548"/>
                    </a:cubicBezTo>
                    <a:cubicBezTo>
                      <a:pt x="17161" y="51325"/>
                      <a:pt x="10816" y="42010"/>
                      <a:pt x="7170" y="31548"/>
                    </a:cubicBezTo>
                    <a:cubicBezTo>
                      <a:pt x="3053" y="21355"/>
                      <a:pt x="1568" y="10353"/>
                      <a:pt x="2850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" name="" descr="0fb65b53-7996-48c8-b6d5-75933cc13787"/>
              <p:cNvSpPr/>
              <p:nvPr/>
            </p:nvSpPr>
            <p:spPr>
              <a:xfrm>
                <a:off x="5277082" y="4131966"/>
                <a:ext cx="64799" cy="16379"/>
              </a:xfrm>
              <a:custGeom>
                <a:gdLst>
                  <a:gd name="connsiteX0" fmla="*/ 2403 w 64799"/>
                  <a:gd name="connsiteY0" fmla="*/ 3625 h 16379"/>
                  <a:gd name="connsiteX1" fmla="*/ 35748 w 64799"/>
                  <a:gd name="connsiteY1" fmla="*/ 115 h 16379"/>
                  <a:gd name="connsiteX2" fmla="*/ 67203 w 64799"/>
                  <a:gd name="connsiteY2" fmla="*/ 11590 h 16379"/>
                  <a:gd name="connsiteX3" fmla="*/ 33858 w 64799"/>
                  <a:gd name="connsiteY3" fmla="*/ 15100 h 16379"/>
                  <a:gd name="connsiteX4" fmla="*/ 2403 w 64799"/>
                  <a:gd name="connsiteY4" fmla="*/ 3625 h 1637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798" h="16379">
                    <a:moveTo>
                      <a:pt x="2403" y="3625"/>
                    </a:moveTo>
                    <a:cubicBezTo>
                      <a:pt x="13068" y="-289"/>
                      <a:pt x="24543" y="-1505"/>
                      <a:pt x="35748" y="115"/>
                    </a:cubicBezTo>
                    <a:cubicBezTo>
                      <a:pt x="47020" y="1263"/>
                      <a:pt x="57820" y="5245"/>
                      <a:pt x="67203" y="11590"/>
                    </a:cubicBezTo>
                    <a:cubicBezTo>
                      <a:pt x="56538" y="15505"/>
                      <a:pt x="45063" y="16720"/>
                      <a:pt x="33858" y="15100"/>
                    </a:cubicBezTo>
                    <a:cubicBezTo>
                      <a:pt x="22585" y="13886"/>
                      <a:pt x="11786" y="9970"/>
                      <a:pt x="2403" y="3625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" descr="cdeca3f8-a01e-40c7-a500-34ee22e09c65"/>
              <p:cNvSpPr/>
              <p:nvPr/>
            </p:nvSpPr>
            <p:spPr>
              <a:xfrm>
                <a:off x="5251365" y="4024461"/>
                <a:ext cx="42524" cy="52515"/>
              </a:xfrm>
              <a:custGeom>
                <a:gdLst>
                  <a:gd name="connsiteX0" fmla="*/ 2403 w 42524"/>
                  <a:gd name="connsiteY0" fmla="*/ 51933 h 52515"/>
                  <a:gd name="connsiteX1" fmla="*/ 17927 w 42524"/>
                  <a:gd name="connsiteY1" fmla="*/ 20883 h 52515"/>
                  <a:gd name="connsiteX2" fmla="*/ 44927 w 42524"/>
                  <a:gd name="connsiteY2" fmla="*/ -582 h 52515"/>
                  <a:gd name="connsiteX3" fmla="*/ 29335 w 42524"/>
                  <a:gd name="connsiteY3" fmla="*/ 30401 h 52515"/>
                  <a:gd name="connsiteX4" fmla="*/ 2403 w 42524"/>
                  <a:gd name="connsiteY4" fmla="*/ 51933 h 5251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524" h="52515">
                    <a:moveTo>
                      <a:pt x="2403" y="51933"/>
                    </a:moveTo>
                    <a:cubicBezTo>
                      <a:pt x="5035" y="40526"/>
                      <a:pt x="10367" y="29860"/>
                      <a:pt x="17927" y="20883"/>
                    </a:cubicBezTo>
                    <a:cubicBezTo>
                      <a:pt x="25083" y="11703"/>
                      <a:pt x="34330" y="4345"/>
                      <a:pt x="44927" y="-582"/>
                    </a:cubicBezTo>
                    <a:cubicBezTo>
                      <a:pt x="42362" y="10893"/>
                      <a:pt x="36963" y="21491"/>
                      <a:pt x="29335" y="30401"/>
                    </a:cubicBezTo>
                    <a:cubicBezTo>
                      <a:pt x="22248" y="39648"/>
                      <a:pt x="13000" y="47006"/>
                      <a:pt x="2403" y="51933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" name="" descr="91d9ffc6-1c83-460e-9f60-94d085548a86"/>
              <p:cNvSpPr/>
              <p:nvPr/>
            </p:nvSpPr>
            <p:spPr>
              <a:xfrm>
                <a:off x="5212612" y="3837824"/>
                <a:ext cx="18929" cy="222277"/>
              </a:xfrm>
              <a:custGeom>
                <a:gdLst>
                  <a:gd name="connsiteX0" fmla="*/ 4773 w 18929"/>
                  <a:gd name="connsiteY0" fmla="*/ 221695 h 222277"/>
                  <a:gd name="connsiteX1" fmla="*/ 4300 w 18929"/>
                  <a:gd name="connsiteY1" fmla="*/ 110050 h 222277"/>
                  <a:gd name="connsiteX2" fmla="*/ 18948 w 18929"/>
                  <a:gd name="connsiteY2" fmla="*/ -582 h 222277"/>
                  <a:gd name="connsiteX3" fmla="*/ 19353 w 18929"/>
                  <a:gd name="connsiteY3" fmla="*/ 110995 h 222277"/>
                  <a:gd name="connsiteX4" fmla="*/ 4773 w 18929"/>
                  <a:gd name="connsiteY4" fmla="*/ 221695 h 22227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29" h="222277">
                    <a:moveTo>
                      <a:pt x="4773" y="221695"/>
                    </a:moveTo>
                    <a:cubicBezTo>
                      <a:pt x="1803" y="184570"/>
                      <a:pt x="1600" y="147242"/>
                      <a:pt x="4300" y="110050"/>
                    </a:cubicBezTo>
                    <a:cubicBezTo>
                      <a:pt x="6326" y="72857"/>
                      <a:pt x="11253" y="35867"/>
                      <a:pt x="18948" y="-582"/>
                    </a:cubicBezTo>
                    <a:cubicBezTo>
                      <a:pt x="21985" y="36543"/>
                      <a:pt x="22121" y="73870"/>
                      <a:pt x="19353" y="110995"/>
                    </a:cubicBezTo>
                    <a:cubicBezTo>
                      <a:pt x="17328" y="148187"/>
                      <a:pt x="12469" y="185245"/>
                      <a:pt x="4773" y="221695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" descr="e61af233-87ac-4908-a81b-c7c68cad4155"/>
              <p:cNvSpPr/>
              <p:nvPr/>
            </p:nvSpPr>
            <p:spPr>
              <a:xfrm>
                <a:off x="5150557" y="3994559"/>
                <a:ext cx="28356" cy="68714"/>
              </a:xfrm>
              <a:custGeom>
                <a:gdLst>
                  <a:gd name="connsiteX0" fmla="*/ 2434 w 28356"/>
                  <a:gd name="connsiteY0" fmla="*/ -582 h 68714"/>
                  <a:gd name="connsiteX1" fmla="*/ 23561 w 28356"/>
                  <a:gd name="connsiteY1" fmla="*/ 30940 h 68714"/>
                  <a:gd name="connsiteX2" fmla="*/ 30716 w 28356"/>
                  <a:gd name="connsiteY2" fmla="*/ 68132 h 68714"/>
                  <a:gd name="connsiteX3" fmla="*/ 9656 w 28356"/>
                  <a:gd name="connsiteY3" fmla="*/ 36610 h 68714"/>
                  <a:gd name="connsiteX4" fmla="*/ 2434 w 28356"/>
                  <a:gd name="connsiteY4" fmla="*/ -582 h 6871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56" h="68714">
                    <a:moveTo>
                      <a:pt x="2434" y="-582"/>
                    </a:moveTo>
                    <a:cubicBezTo>
                      <a:pt x="11749" y="8192"/>
                      <a:pt x="18971" y="18993"/>
                      <a:pt x="23561" y="30940"/>
                    </a:cubicBezTo>
                    <a:cubicBezTo>
                      <a:pt x="28691" y="42618"/>
                      <a:pt x="31121" y="55375"/>
                      <a:pt x="30716" y="68132"/>
                    </a:cubicBezTo>
                    <a:cubicBezTo>
                      <a:pt x="21402" y="59358"/>
                      <a:pt x="14179" y="48558"/>
                      <a:pt x="9656" y="36610"/>
                    </a:cubicBezTo>
                    <a:cubicBezTo>
                      <a:pt x="4527" y="24866"/>
                      <a:pt x="2096" y="12176"/>
                      <a:pt x="2434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" descr="7cfc69e2-9caf-44e7-9e3c-1ff0e7dc3e9f"/>
              <p:cNvSpPr/>
              <p:nvPr/>
            </p:nvSpPr>
            <p:spPr>
              <a:xfrm>
                <a:off x="5170365" y="4212786"/>
                <a:ext cx="39149" cy="180292"/>
              </a:xfrm>
              <a:custGeom>
                <a:gdLst>
                  <a:gd name="connsiteX0" fmla="*/ 41552 w 39149"/>
                  <a:gd name="connsiteY0" fmla="*/ -582 h 180292"/>
                  <a:gd name="connsiteX1" fmla="*/ 29403 w 39149"/>
                  <a:gd name="connsiteY1" fmla="*/ 91150 h 180292"/>
                  <a:gd name="connsiteX2" fmla="*/ 2403 w 39149"/>
                  <a:gd name="connsiteY2" fmla="*/ 179710 h 180292"/>
                  <a:gd name="connsiteX3" fmla="*/ 14620 w 39149"/>
                  <a:gd name="connsiteY3" fmla="*/ 87978 h 180292"/>
                  <a:gd name="connsiteX4" fmla="*/ 41552 w 39149"/>
                  <a:gd name="connsiteY4" fmla="*/ -582 h 18029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149" h="180292">
                    <a:moveTo>
                      <a:pt x="41552" y="-582"/>
                    </a:moveTo>
                    <a:cubicBezTo>
                      <a:pt x="40270" y="30266"/>
                      <a:pt x="36220" y="60978"/>
                      <a:pt x="29403" y="91150"/>
                    </a:cubicBezTo>
                    <a:cubicBezTo>
                      <a:pt x="23125" y="121458"/>
                      <a:pt x="14148" y="151090"/>
                      <a:pt x="2403" y="179710"/>
                    </a:cubicBezTo>
                    <a:cubicBezTo>
                      <a:pt x="3617" y="148795"/>
                      <a:pt x="7667" y="118083"/>
                      <a:pt x="14620" y="87978"/>
                    </a:cubicBezTo>
                    <a:cubicBezTo>
                      <a:pt x="20830" y="57670"/>
                      <a:pt x="29875" y="28038"/>
                      <a:pt x="41552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" name="" descr="9f44462f-5480-4db5-99a8-4aa0fdc8401c"/>
              <p:cNvSpPr/>
              <p:nvPr/>
            </p:nvSpPr>
            <p:spPr>
              <a:xfrm>
                <a:off x="5291122" y="4176606"/>
                <a:ext cx="144517" cy="132502"/>
              </a:xfrm>
              <a:custGeom>
                <a:gdLst>
                  <a:gd name="connsiteX0" fmla="*/ 2403 w 144517"/>
                  <a:gd name="connsiteY0" fmla="*/ -582 h 132502"/>
                  <a:gd name="connsiteX1" fmla="*/ 76653 w 144517"/>
                  <a:gd name="connsiteY1" fmla="*/ 63273 h 132502"/>
                  <a:gd name="connsiteX2" fmla="*/ 146921 w 144517"/>
                  <a:gd name="connsiteY2" fmla="*/ 131920 h 132502"/>
                  <a:gd name="connsiteX3" fmla="*/ 66461 w 144517"/>
                  <a:gd name="connsiteY3" fmla="*/ 74410 h 132502"/>
                  <a:gd name="connsiteX4" fmla="*/ 2403 w 144517"/>
                  <a:gd name="connsiteY4" fmla="*/ -582 h 13250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517" h="132502">
                    <a:moveTo>
                      <a:pt x="2403" y="-582"/>
                    </a:moveTo>
                    <a:cubicBezTo>
                      <a:pt x="28931" y="19668"/>
                      <a:pt x="52826" y="41470"/>
                      <a:pt x="76653" y="63273"/>
                    </a:cubicBezTo>
                    <a:cubicBezTo>
                      <a:pt x="100481" y="85075"/>
                      <a:pt x="124511" y="107283"/>
                      <a:pt x="146921" y="131920"/>
                    </a:cubicBezTo>
                    <a:cubicBezTo>
                      <a:pt x="117693" y="116328"/>
                      <a:pt x="90626" y="97023"/>
                      <a:pt x="66461" y="74410"/>
                    </a:cubicBezTo>
                    <a:cubicBezTo>
                      <a:pt x="41959" y="52270"/>
                      <a:pt x="20426" y="27093"/>
                      <a:pt x="2403" y="-5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" descr="1141e478-e936-4305-a6b5-8a72ff2efc38"/>
              <p:cNvSpPr/>
              <p:nvPr/>
            </p:nvSpPr>
            <p:spPr>
              <a:xfrm>
                <a:off x="5302260" y="4006506"/>
                <a:ext cx="175027" cy="83092"/>
              </a:xfrm>
              <a:custGeom>
                <a:gdLst>
                  <a:gd name="connsiteX0" fmla="*/ 2403 w 175027"/>
                  <a:gd name="connsiteY0" fmla="*/ 82510 h 83092"/>
                  <a:gd name="connsiteX1" fmla="*/ 88263 w 175027"/>
                  <a:gd name="connsiteY1" fmla="*/ 37420 h 83092"/>
                  <a:gd name="connsiteX2" fmla="*/ 177431 w 175027"/>
                  <a:gd name="connsiteY2" fmla="*/ -582 h 83092"/>
                  <a:gd name="connsiteX3" fmla="*/ 94743 w 175027"/>
                  <a:gd name="connsiteY3" fmla="*/ 51055 h 83092"/>
                  <a:gd name="connsiteX4" fmla="*/ 2403 w 175027"/>
                  <a:gd name="connsiteY4" fmla="*/ 82510 h 8309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027" h="83092">
                    <a:moveTo>
                      <a:pt x="2403" y="82510"/>
                    </a:moveTo>
                    <a:cubicBezTo>
                      <a:pt x="30280" y="66040"/>
                      <a:pt x="58900" y="50987"/>
                      <a:pt x="88263" y="37420"/>
                    </a:cubicBezTo>
                    <a:cubicBezTo>
                      <a:pt x="117356" y="23245"/>
                      <a:pt x="147056" y="10555"/>
                      <a:pt x="177431" y="-582"/>
                    </a:cubicBezTo>
                    <a:cubicBezTo>
                      <a:pt x="152118" y="20005"/>
                      <a:pt x="124376" y="37353"/>
                      <a:pt x="94743" y="51055"/>
                    </a:cubicBezTo>
                    <a:cubicBezTo>
                      <a:pt x="65381" y="65298"/>
                      <a:pt x="34398" y="75895"/>
                      <a:pt x="2403" y="8251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" name="" descr="1acb9f23-28e0-45ac-a250-da3ba6feff35"/>
              <p:cNvSpPr/>
              <p:nvPr/>
            </p:nvSpPr>
            <p:spPr>
              <a:xfrm>
                <a:off x="4489742" y="5065919"/>
                <a:ext cx="67270" cy="94972"/>
              </a:xfrm>
              <a:custGeom>
                <a:gdLst>
                  <a:gd name="connsiteX0" fmla="*/ 41641 w 67270"/>
                  <a:gd name="connsiteY0" fmla="*/ 94390 h 94972"/>
                  <a:gd name="connsiteX1" fmla="*/ 2558 w 67270"/>
                  <a:gd name="connsiteY1" fmla="*/ 49098 h 94972"/>
                  <a:gd name="connsiteX2" fmla="*/ 32394 w 67270"/>
                  <a:gd name="connsiteY2" fmla="*/ -582 h 94972"/>
                  <a:gd name="connsiteX3" fmla="*/ 69654 w 67270"/>
                  <a:gd name="connsiteY3" fmla="*/ 33168 h 94972"/>
                  <a:gd name="connsiteX4" fmla="*/ 41641 w 67270"/>
                  <a:gd name="connsiteY4" fmla="*/ 94390 h 9497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70" h="94972">
                    <a:moveTo>
                      <a:pt x="41641" y="94390"/>
                    </a:moveTo>
                    <a:cubicBezTo>
                      <a:pt x="17341" y="66985"/>
                      <a:pt x="601" y="54835"/>
                      <a:pt x="2558" y="49098"/>
                    </a:cubicBezTo>
                    <a:cubicBezTo>
                      <a:pt x="8701" y="31278"/>
                      <a:pt x="21931" y="15821"/>
                      <a:pt x="32394" y="-582"/>
                    </a:cubicBezTo>
                    <a:cubicBezTo>
                      <a:pt x="45894" y="10691"/>
                      <a:pt x="70464" y="22773"/>
                      <a:pt x="69654" y="33168"/>
                    </a:cubicBezTo>
                    <a:cubicBezTo>
                      <a:pt x="68168" y="53283"/>
                      <a:pt x="52576" y="72520"/>
                      <a:pt x="41641" y="94390"/>
                    </a:cubicBezTo>
                    <a:close/>
                  </a:path>
                </a:pathLst>
              </a:custGeom>
              <a:solidFill>
                <a:srgbClr val="FA7664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" name="" descr="348cc3ff-14f2-4371-9624-4d0aff4f7c3b"/>
              <p:cNvSpPr/>
              <p:nvPr/>
            </p:nvSpPr>
            <p:spPr>
              <a:xfrm>
                <a:off x="4501372" y="5297713"/>
                <a:ext cx="27809" cy="28890"/>
              </a:xfrm>
              <a:custGeom>
                <a:gdLst>
                  <a:gd name="connsiteX0" fmla="*/ 15903 w 27809"/>
                  <a:gd name="connsiteY0" fmla="*/ -582 h 28890"/>
                  <a:gd name="connsiteX1" fmla="*/ 2403 w 27809"/>
                  <a:gd name="connsiteY1" fmla="*/ 13458 h 28890"/>
                  <a:gd name="connsiteX2" fmla="*/ 15363 w 27809"/>
                  <a:gd name="connsiteY2" fmla="*/ 28308 h 28890"/>
                  <a:gd name="connsiteX3" fmla="*/ 30213 w 27809"/>
                  <a:gd name="connsiteY3" fmla="*/ 14268 h 28890"/>
                  <a:gd name="connsiteX4" fmla="*/ 15903 w 27809"/>
                  <a:gd name="connsiteY4" fmla="*/ -582 h 2889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09" h="28890">
                    <a:moveTo>
                      <a:pt x="15903" y="-582"/>
                    </a:moveTo>
                    <a:cubicBezTo>
                      <a:pt x="10976" y="4076"/>
                      <a:pt x="2403" y="8665"/>
                      <a:pt x="2403" y="13458"/>
                    </a:cubicBezTo>
                    <a:cubicBezTo>
                      <a:pt x="2403" y="18251"/>
                      <a:pt x="10706" y="23313"/>
                      <a:pt x="15363" y="28308"/>
                    </a:cubicBezTo>
                    <a:lnTo>
                      <a:pt x="30213" y="14268"/>
                    </a:lnTo>
                    <a:cubicBezTo>
                      <a:pt x="25556" y="9341"/>
                      <a:pt x="20561" y="4345"/>
                      <a:pt x="15903" y="-582"/>
                    </a:cubicBezTo>
                    <a:close/>
                  </a:path>
                </a:pathLst>
              </a:custGeom>
              <a:solidFill>
                <a:srgbClr val="FA7664"/>
              </a:solidFill>
              <a:ln w="67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</p:cSld>
  <p:clrMapOvr>
    <a:overrideClrMapping bg1="dk1" tx1="lt1" bg2="dk2" tx2="lt2" accent1="accent1" accent2="accent2" accent3="accent3" accent4="accent4" accent5="accent5" accent6="accent6" hlink="hlink" folHlink="folHlink"/>
  </p:clrMapOvr>
  <p:transition/>
  <p:timing/>
</p:sldLayout>
</file>

<file path=ppt/slideLayouts/slideLayout5.xml><?xml version="1.0" encoding="utf-8"?>
<p:sldLayout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" name="" descr="028de0ae-9c32-40fb-8f92-cd17c2e4912f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zh-CN" altLang="en-US"/>
              <a:t>Click to add title</a:t>
            </a:r>
            <a:endParaRPr lang="en-US"/>
          </a:p>
        </p:txBody>
      </p:sp>
      <p:sp>
        <p:nvSpPr>
          <p:cNvPr id="3" name="" descr="f4458735-faa3-4013-8076-34c0b537551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" descr="5bd5cb39-e044-4aef-9cc2-2ba92a44e0d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" descr="0e1157b4-cd8a-453d-92fc-f974f82f7ddf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BB1146-E542-4D4E-B8E9-6919A11DDD48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  <p:transition/>
  <p:timing/>
</p:sldLayout>
</file>

<file path=ppt/slideLayouts/slideLayout6.xml><?xml version="1.0" encoding="utf-8"?>
<p:sldLayout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" name="" descr="f96a850d-b0f1-47c0-813b-9788ca38871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" descr="8b0f8092-e57f-4fc4-94b3-13a9f40d48e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" descr="767c9c29-1582-4728-8025-67167e4ed75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BB1146-E542-4D4E-B8E9-6919A11DDD48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  <p:transition/>
  <p:timing/>
</p:sldLayout>
</file>

<file path=ppt/slideLayouts/slideLayout7.xml><?xml version="1.0" encoding="utf-8"?>
<p:sldLayout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 showMasterSp="0" matchingName="Closing" preserve="1">
  <p:cSld name="Closing">
    <p:bg>
      <p:bgPr>
        <a:solidFill>
          <a:schemeClr val="accent1">
            <a:lumMod val="60000"/>
            <a:lumOff val="4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</a:xfrm>
      </p:grpSpPr>
      <p:grpSp>
        <p:nvGrpSpPr>
          <p:cNvPr id="3" name="" descr="78da0c8d-c54a-439f-8a1f-cc6e35daa899"/>
          <p:cNvGrpSpPr/>
          <p:nvPr/>
        </p:nvGrpSpPr>
        <p:grpSpPr>
          <a:xfrm>
            <a:off x="58" y="0"/>
            <a:ext cx="12708939" cy="7333616"/>
            <a:chOff x="58" y="0"/>
            <a:chExt cx="12708939" cy="7333616"/>
          </a:xfrm>
        </p:grpSpPr>
        <p:grpSp>
          <p:nvGrpSpPr>
            <p:cNvPr id="9" name="" descr="98a5ce99-72e1-4386-b322-ae983cb5a5a2"/>
            <p:cNvGrpSpPr/>
            <p:nvPr/>
          </p:nvGrpSpPr>
          <p:grpSpPr>
            <a:xfrm>
              <a:off x="2832012" y="4193199"/>
              <a:ext cx="2461711" cy="2629569"/>
              <a:chOff x="2671928" y="4497224"/>
              <a:chExt cx="2461711" cy="2629569"/>
            </a:xfrm>
          </p:grpSpPr>
          <p:sp>
            <p:nvSpPr>
              <p:cNvPr id="188" name="" descr="fd95deea-bc55-4d3b-b98e-f077708cbe70"/>
              <p:cNvSpPr/>
              <p:nvPr/>
            </p:nvSpPr>
            <p:spPr>
              <a:xfrm>
                <a:off x="4198523" y="4739804"/>
                <a:ext cx="15216" cy="355801"/>
              </a:xfrm>
              <a:custGeom>
                <a:gdLst>
                  <a:gd name="connsiteX0" fmla="*/ 7632 w 15216"/>
                  <a:gd name="connsiteY0" fmla="*/ 355921 h 355801"/>
                  <a:gd name="connsiteX1" fmla="*/ 85 w 15216"/>
                  <a:gd name="connsiteY1" fmla="*/ 348374 h 355801"/>
                  <a:gd name="connsiteX2" fmla="*/ 85 w 15216"/>
                  <a:gd name="connsiteY2" fmla="*/ 8403 h 355801"/>
                  <a:gd name="connsiteX3" fmla="*/ 6986 w 15216"/>
                  <a:gd name="connsiteY3" fmla="*/ 150 h 355801"/>
                  <a:gd name="connsiteX4" fmla="*/ 15239 w 15216"/>
                  <a:gd name="connsiteY4" fmla="*/ 7051 h 355801"/>
                  <a:gd name="connsiteX5" fmla="*/ 15239 w 15216"/>
                  <a:gd name="connsiteY5" fmla="*/ 8403 h 355801"/>
                  <a:gd name="connsiteX6" fmla="*/ 15239 w 15216"/>
                  <a:gd name="connsiteY6" fmla="*/ 348374 h 355801"/>
                  <a:gd name="connsiteX7" fmla="*/ 7692 w 15216"/>
                  <a:gd name="connsiteY7" fmla="*/ 355921 h 355801"/>
                  <a:gd name="connsiteX8" fmla="*/ 7632 w 15216"/>
                  <a:gd name="connsiteY8" fmla="*/ 355921 h 35580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16" h="355801">
                    <a:moveTo>
                      <a:pt x="7632" y="355921"/>
                    </a:moveTo>
                    <a:cubicBezTo>
                      <a:pt x="3466" y="355921"/>
                      <a:pt x="85" y="352540"/>
                      <a:pt x="85" y="348374"/>
                    </a:cubicBezTo>
                    <a:lnTo>
                      <a:pt x="85" y="8403"/>
                    </a:lnTo>
                    <a:cubicBezTo>
                      <a:pt x="-289" y="4219"/>
                      <a:pt x="2802" y="524"/>
                      <a:pt x="6986" y="150"/>
                    </a:cubicBezTo>
                    <a:cubicBezTo>
                      <a:pt x="11170" y="-225"/>
                      <a:pt x="14865" y="2867"/>
                      <a:pt x="15239" y="7051"/>
                    </a:cubicBezTo>
                    <a:cubicBezTo>
                      <a:pt x="15281" y="7497"/>
                      <a:pt x="15281" y="7950"/>
                      <a:pt x="15239" y="8403"/>
                    </a:cubicBezTo>
                    <a:lnTo>
                      <a:pt x="15239" y="348374"/>
                    </a:lnTo>
                    <a:cubicBezTo>
                      <a:pt x="15239" y="352540"/>
                      <a:pt x="11858" y="355921"/>
                      <a:pt x="7692" y="355921"/>
                    </a:cubicBezTo>
                    <a:cubicBezTo>
                      <a:pt x="7674" y="355921"/>
                      <a:pt x="7650" y="355921"/>
                      <a:pt x="7632" y="3559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" name="" descr="da1c4e96-2b80-44c2-9ed7-cfc5c23e21ec"/>
              <p:cNvSpPr/>
              <p:nvPr/>
            </p:nvSpPr>
            <p:spPr>
              <a:xfrm>
                <a:off x="4078418" y="4790430"/>
                <a:ext cx="255475" cy="255427"/>
              </a:xfrm>
              <a:custGeom>
                <a:gdLst>
                  <a:gd name="connsiteX0" fmla="*/ 7530 w 255475"/>
                  <a:gd name="connsiteY0" fmla="*/ 255546 h 255427"/>
                  <a:gd name="connsiteX1" fmla="*/ 56 w 255475"/>
                  <a:gd name="connsiteY1" fmla="*/ 247812 h 255427"/>
                  <a:gd name="connsiteX2" fmla="*/ 2217 w 255475"/>
                  <a:gd name="connsiteY2" fmla="*/ 242625 h 255427"/>
                  <a:gd name="connsiteX3" fmla="*/ 242630 w 255475"/>
                  <a:gd name="connsiteY3" fmla="*/ 2333 h 255427"/>
                  <a:gd name="connsiteX4" fmla="*/ 253316 w 255475"/>
                  <a:gd name="connsiteY4" fmla="*/ 2333 h 255427"/>
                  <a:gd name="connsiteX5" fmla="*/ 253316 w 255475"/>
                  <a:gd name="connsiteY5" fmla="*/ 13020 h 255427"/>
                  <a:gd name="connsiteX6" fmla="*/ 12903 w 255475"/>
                  <a:gd name="connsiteY6" fmla="*/ 253433 h 255427"/>
                  <a:gd name="connsiteX7" fmla="*/ 7530 w 255475"/>
                  <a:gd name="connsiteY7" fmla="*/ 255546 h 25542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5474" h="255427">
                    <a:moveTo>
                      <a:pt x="7530" y="255546"/>
                    </a:moveTo>
                    <a:cubicBezTo>
                      <a:pt x="3328" y="255473"/>
                      <a:pt x="-17" y="252008"/>
                      <a:pt x="56" y="247812"/>
                    </a:cubicBezTo>
                    <a:cubicBezTo>
                      <a:pt x="86" y="245867"/>
                      <a:pt x="859" y="244014"/>
                      <a:pt x="2217" y="242625"/>
                    </a:cubicBezTo>
                    <a:lnTo>
                      <a:pt x="242630" y="2333"/>
                    </a:lnTo>
                    <a:cubicBezTo>
                      <a:pt x="245582" y="-619"/>
                      <a:pt x="250364" y="-619"/>
                      <a:pt x="253316" y="2333"/>
                    </a:cubicBezTo>
                    <a:cubicBezTo>
                      <a:pt x="256268" y="5286"/>
                      <a:pt x="256268" y="10068"/>
                      <a:pt x="253316" y="13020"/>
                    </a:cubicBezTo>
                    <a:lnTo>
                      <a:pt x="12903" y="253433"/>
                    </a:lnTo>
                    <a:cubicBezTo>
                      <a:pt x="11454" y="254809"/>
                      <a:pt x="9528" y="255570"/>
                      <a:pt x="7530" y="2555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0" name="" descr="bb756fba-5d77-4da5-bc1e-e8542239dfb2"/>
              <p:cNvSpPr/>
              <p:nvPr/>
            </p:nvSpPr>
            <p:spPr>
              <a:xfrm>
                <a:off x="4027861" y="4910283"/>
                <a:ext cx="355246" cy="15216"/>
              </a:xfrm>
              <a:custGeom>
                <a:gdLst>
                  <a:gd name="connsiteX0" fmla="*/ 348370 w 355246"/>
                  <a:gd name="connsiteY0" fmla="*/ 15305 h 15216"/>
                  <a:gd name="connsiteX1" fmla="*/ 8338 w 355246"/>
                  <a:gd name="connsiteY1" fmla="*/ 15305 h 15216"/>
                  <a:gd name="connsiteX2" fmla="*/ 85 w 355246"/>
                  <a:gd name="connsiteY2" fmla="*/ 8404 h 15216"/>
                  <a:gd name="connsiteX3" fmla="*/ 6986 w 355246"/>
                  <a:gd name="connsiteY3" fmla="*/ 151 h 15216"/>
                  <a:gd name="connsiteX4" fmla="*/ 8338 w 355246"/>
                  <a:gd name="connsiteY4" fmla="*/ 151 h 15216"/>
                  <a:gd name="connsiteX5" fmla="*/ 348370 w 355246"/>
                  <a:gd name="connsiteY5" fmla="*/ 151 h 15216"/>
                  <a:gd name="connsiteX6" fmla="*/ 355270 w 355246"/>
                  <a:gd name="connsiteY6" fmla="*/ 8404 h 15216"/>
                  <a:gd name="connsiteX7" fmla="*/ 348370 w 355246"/>
                  <a:gd name="connsiteY7" fmla="*/ 15305 h 1521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55246" h="15216">
                    <a:moveTo>
                      <a:pt x="348370" y="15305"/>
                    </a:moveTo>
                    <a:lnTo>
                      <a:pt x="8338" y="15305"/>
                    </a:lnTo>
                    <a:cubicBezTo>
                      <a:pt x="4154" y="15679"/>
                      <a:pt x="460" y="12588"/>
                      <a:pt x="85" y="8404"/>
                    </a:cubicBezTo>
                    <a:cubicBezTo>
                      <a:pt x="-289" y="4220"/>
                      <a:pt x="2802" y="525"/>
                      <a:pt x="6986" y="151"/>
                    </a:cubicBezTo>
                    <a:cubicBezTo>
                      <a:pt x="7433" y="109"/>
                      <a:pt x="7885" y="109"/>
                      <a:pt x="8338" y="151"/>
                    </a:cubicBezTo>
                    <a:lnTo>
                      <a:pt x="348370" y="151"/>
                    </a:lnTo>
                    <a:cubicBezTo>
                      <a:pt x="352554" y="525"/>
                      <a:pt x="355645" y="4220"/>
                      <a:pt x="355270" y="8404"/>
                    </a:cubicBezTo>
                    <a:cubicBezTo>
                      <a:pt x="354944" y="12069"/>
                      <a:pt x="352034" y="14979"/>
                      <a:pt x="348370" y="153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1" name="" descr="f421abaa-2251-4bbc-820e-087e5045df6a"/>
              <p:cNvSpPr/>
              <p:nvPr/>
            </p:nvSpPr>
            <p:spPr>
              <a:xfrm>
                <a:off x="4078125" y="4790310"/>
                <a:ext cx="255531" cy="255547"/>
              </a:xfrm>
              <a:custGeom>
                <a:gdLst>
                  <a:gd name="connsiteX0" fmla="*/ 248236 w 255531"/>
                  <a:gd name="connsiteY0" fmla="*/ 255666 h 255547"/>
                  <a:gd name="connsiteX1" fmla="*/ 242923 w 255531"/>
                  <a:gd name="connsiteY1" fmla="*/ 253432 h 255547"/>
                  <a:gd name="connsiteX2" fmla="*/ 2269 w 255531"/>
                  <a:gd name="connsiteY2" fmla="*/ 13020 h 255547"/>
                  <a:gd name="connsiteX3" fmla="*/ 2269 w 255531"/>
                  <a:gd name="connsiteY3" fmla="*/ 2333 h 255547"/>
                  <a:gd name="connsiteX4" fmla="*/ 12955 w 255531"/>
                  <a:gd name="connsiteY4" fmla="*/ 2333 h 255547"/>
                  <a:gd name="connsiteX5" fmla="*/ 253368 w 255531"/>
                  <a:gd name="connsiteY5" fmla="*/ 242746 h 255547"/>
                  <a:gd name="connsiteX6" fmla="*/ 253380 w 255531"/>
                  <a:gd name="connsiteY6" fmla="*/ 253420 h 255547"/>
                  <a:gd name="connsiteX7" fmla="*/ 253368 w 255531"/>
                  <a:gd name="connsiteY7" fmla="*/ 253432 h 255547"/>
                  <a:gd name="connsiteX8" fmla="*/ 248236 w 255531"/>
                  <a:gd name="connsiteY8" fmla="*/ 255666 h 2555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5530" h="255547">
                    <a:moveTo>
                      <a:pt x="248236" y="255666"/>
                    </a:moveTo>
                    <a:cubicBezTo>
                      <a:pt x="246237" y="255654"/>
                      <a:pt x="244330" y="254851"/>
                      <a:pt x="242923" y="253432"/>
                    </a:cubicBezTo>
                    <a:lnTo>
                      <a:pt x="2269" y="13020"/>
                    </a:lnTo>
                    <a:cubicBezTo>
                      <a:pt x="-684" y="10067"/>
                      <a:pt x="-684" y="5286"/>
                      <a:pt x="2269" y="2333"/>
                    </a:cubicBezTo>
                    <a:cubicBezTo>
                      <a:pt x="5221" y="-619"/>
                      <a:pt x="10003" y="-619"/>
                      <a:pt x="12955" y="2333"/>
                    </a:cubicBezTo>
                    <a:lnTo>
                      <a:pt x="253368" y="242746"/>
                    </a:lnTo>
                    <a:cubicBezTo>
                      <a:pt x="256320" y="245692"/>
                      <a:pt x="256326" y="250468"/>
                      <a:pt x="253380" y="253420"/>
                    </a:cubicBezTo>
                    <a:cubicBezTo>
                      <a:pt x="253380" y="253420"/>
                      <a:pt x="253374" y="253426"/>
                      <a:pt x="253368" y="253432"/>
                    </a:cubicBezTo>
                    <a:cubicBezTo>
                      <a:pt x="251991" y="254785"/>
                      <a:pt x="250162" y="255582"/>
                      <a:pt x="248236" y="2556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2" name="" descr="c258b033-1387-4965-80dc-3505588141ad"/>
              <p:cNvSpPr/>
              <p:nvPr/>
            </p:nvSpPr>
            <p:spPr>
              <a:xfrm>
                <a:off x="5013350" y="4909711"/>
                <a:ext cx="120289" cy="124432"/>
              </a:xfrm>
              <a:custGeom>
                <a:gdLst>
                  <a:gd name="connsiteX0" fmla="*/ 60210 w 120289"/>
                  <a:gd name="connsiteY0" fmla="*/ 124552 h 124432"/>
                  <a:gd name="connsiteX1" fmla="*/ 60210 w 120289"/>
                  <a:gd name="connsiteY1" fmla="*/ 119 h 124432"/>
                  <a:gd name="connsiteX2" fmla="*/ 60210 w 120289"/>
                  <a:gd name="connsiteY2" fmla="*/ 124552 h 12443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9" h="124432">
                    <a:moveTo>
                      <a:pt x="60210" y="124552"/>
                    </a:moveTo>
                    <a:cubicBezTo>
                      <a:pt x="140328" y="124552"/>
                      <a:pt x="140448" y="119"/>
                      <a:pt x="60210" y="119"/>
                    </a:cubicBezTo>
                    <a:cubicBezTo>
                      <a:pt x="-20028" y="119"/>
                      <a:pt x="-19968" y="124552"/>
                      <a:pt x="60210" y="124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3" name="" descr="985196b7-7a16-49b2-a8df-6341beeb9adf"/>
              <p:cNvSpPr/>
              <p:nvPr/>
            </p:nvSpPr>
            <p:spPr>
              <a:xfrm>
                <a:off x="4847802" y="4711259"/>
                <a:ext cx="60133" cy="62246"/>
              </a:xfrm>
              <a:custGeom>
                <a:gdLst>
                  <a:gd name="connsiteX0" fmla="*/ 30144 w 60133"/>
                  <a:gd name="connsiteY0" fmla="*/ 62366 h 62246"/>
                  <a:gd name="connsiteX1" fmla="*/ 30144 w 60133"/>
                  <a:gd name="connsiteY1" fmla="*/ 119 h 62246"/>
                  <a:gd name="connsiteX2" fmla="*/ 30144 w 60133"/>
                  <a:gd name="connsiteY2" fmla="*/ 62366 h 622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33" h="62245">
                    <a:moveTo>
                      <a:pt x="30144" y="62366"/>
                    </a:moveTo>
                    <a:cubicBezTo>
                      <a:pt x="70172" y="62366"/>
                      <a:pt x="70233" y="119"/>
                      <a:pt x="30144" y="119"/>
                    </a:cubicBezTo>
                    <a:cubicBezTo>
                      <a:pt x="-9945" y="119"/>
                      <a:pt x="-10006" y="62366"/>
                      <a:pt x="30144" y="623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4" name="" descr="9d7b1ee4-6228-4244-b2ca-0dcd1cf366fe"/>
              <p:cNvSpPr/>
              <p:nvPr/>
            </p:nvSpPr>
            <p:spPr>
              <a:xfrm>
                <a:off x="3667513" y="4951302"/>
                <a:ext cx="1116069" cy="2049646"/>
              </a:xfrm>
              <a:custGeom>
                <a:gdLst>
                  <a:gd name="connsiteX0" fmla="*/ 1026530 w 1116069"/>
                  <a:gd name="connsiteY0" fmla="*/ 69498 h 2049646"/>
                  <a:gd name="connsiteX1" fmla="*/ 1015904 w 1116069"/>
                  <a:gd name="connsiteY1" fmla="*/ 60683 h 2049646"/>
                  <a:gd name="connsiteX2" fmla="*/ 967604 w 1116069"/>
                  <a:gd name="connsiteY2" fmla="*/ 30496 h 2049646"/>
                  <a:gd name="connsiteX3" fmla="*/ 853496 w 1116069"/>
                  <a:gd name="connsiteY3" fmla="*/ 1033 h 2049646"/>
                  <a:gd name="connsiteX4" fmla="*/ 787084 w 1116069"/>
                  <a:gd name="connsiteY4" fmla="*/ 2059 h 2049646"/>
                  <a:gd name="connsiteX5" fmla="*/ 716626 w 1116069"/>
                  <a:gd name="connsiteY5" fmla="*/ 15160 h 2049646"/>
                  <a:gd name="connsiteX6" fmla="*/ 589115 w 1116069"/>
                  <a:gd name="connsiteY6" fmla="*/ 66177 h 2049646"/>
                  <a:gd name="connsiteX7" fmla="*/ 484123 w 1116069"/>
                  <a:gd name="connsiteY7" fmla="*/ 133012 h 2049646"/>
                  <a:gd name="connsiteX8" fmla="*/ 303662 w 1116069"/>
                  <a:gd name="connsiteY8" fmla="*/ 317276 h 2049646"/>
                  <a:gd name="connsiteX9" fmla="*/ 165826 w 1116069"/>
                  <a:gd name="connsiteY9" fmla="*/ 553040 h 2049646"/>
                  <a:gd name="connsiteX10" fmla="*/ 70253 w 1116069"/>
                  <a:gd name="connsiteY10" fmla="*/ 822916 h 2049646"/>
                  <a:gd name="connsiteX11" fmla="*/ 339 w 1116069"/>
                  <a:gd name="connsiteY11" fmla="*/ 1396779 h 2049646"/>
                  <a:gd name="connsiteX12" fmla="*/ 24489 w 1116069"/>
                  <a:gd name="connsiteY12" fmla="*/ 1668043 h 2049646"/>
                  <a:gd name="connsiteX13" fmla="*/ 86554 w 1116069"/>
                  <a:gd name="connsiteY13" fmla="*/ 1907731 h 2049646"/>
                  <a:gd name="connsiteX14" fmla="*/ 109798 w 1116069"/>
                  <a:gd name="connsiteY14" fmla="*/ 1964785 h 2049646"/>
                  <a:gd name="connsiteX15" fmla="*/ 102131 w 1116069"/>
                  <a:gd name="connsiteY15" fmla="*/ 2018398 h 2049646"/>
                  <a:gd name="connsiteX16" fmla="*/ 102131 w 1116069"/>
                  <a:gd name="connsiteY16" fmla="*/ 2026851 h 2049646"/>
                  <a:gd name="connsiteX17" fmla="*/ 105029 w 1116069"/>
                  <a:gd name="connsiteY17" fmla="*/ 2040858 h 2049646"/>
                  <a:gd name="connsiteX18" fmla="*/ 108531 w 1116069"/>
                  <a:gd name="connsiteY18" fmla="*/ 2044842 h 2049646"/>
                  <a:gd name="connsiteX19" fmla="*/ 117768 w 1116069"/>
                  <a:gd name="connsiteY19" fmla="*/ 2049431 h 2049646"/>
                  <a:gd name="connsiteX20" fmla="*/ 132681 w 1116069"/>
                  <a:gd name="connsiteY20" fmla="*/ 2046291 h 2049646"/>
                  <a:gd name="connsiteX21" fmla="*/ 140952 w 1116069"/>
                  <a:gd name="connsiteY21" fmla="*/ 2034216 h 2049646"/>
                  <a:gd name="connsiteX22" fmla="*/ 143246 w 1116069"/>
                  <a:gd name="connsiteY22" fmla="*/ 2024798 h 2049646"/>
                  <a:gd name="connsiteX23" fmla="*/ 144152 w 1116069"/>
                  <a:gd name="connsiteY23" fmla="*/ 2021417 h 2049646"/>
                  <a:gd name="connsiteX24" fmla="*/ 146446 w 1116069"/>
                  <a:gd name="connsiteY24" fmla="*/ 2011516 h 2049646"/>
                  <a:gd name="connsiteX25" fmla="*/ 147895 w 1116069"/>
                  <a:gd name="connsiteY25" fmla="*/ 2005478 h 2049646"/>
                  <a:gd name="connsiteX26" fmla="*/ 155140 w 1116069"/>
                  <a:gd name="connsiteY26" fmla="*/ 1976438 h 2049646"/>
                  <a:gd name="connsiteX27" fmla="*/ 173675 w 1116069"/>
                  <a:gd name="connsiteY27" fmla="*/ 1915036 h 2049646"/>
                  <a:gd name="connsiteX28" fmla="*/ 172769 w 1116069"/>
                  <a:gd name="connsiteY28" fmla="*/ 1917089 h 2049646"/>
                  <a:gd name="connsiteX29" fmla="*/ 225175 w 1116069"/>
                  <a:gd name="connsiteY29" fmla="*/ 1789638 h 2049646"/>
                  <a:gd name="connsiteX30" fmla="*/ 293278 w 1116069"/>
                  <a:gd name="connsiteY30" fmla="*/ 1660013 h 2049646"/>
                  <a:gd name="connsiteX31" fmla="*/ 350211 w 1116069"/>
                  <a:gd name="connsiteY31" fmla="*/ 1562025 h 2049646"/>
                  <a:gd name="connsiteX32" fmla="*/ 363977 w 1116069"/>
                  <a:gd name="connsiteY32" fmla="*/ 1538720 h 2049646"/>
                  <a:gd name="connsiteX33" fmla="*/ 444215 w 1116069"/>
                  <a:gd name="connsiteY33" fmla="*/ 1411087 h 2049646"/>
                  <a:gd name="connsiteX34" fmla="*/ 659814 w 1116069"/>
                  <a:gd name="connsiteY34" fmla="*/ 1113017 h 2049646"/>
                  <a:gd name="connsiteX35" fmla="*/ 665187 w 1116069"/>
                  <a:gd name="connsiteY35" fmla="*/ 1105893 h 2049646"/>
                  <a:gd name="connsiteX36" fmla="*/ 887849 w 1116069"/>
                  <a:gd name="connsiteY36" fmla="*/ 796713 h 2049646"/>
                  <a:gd name="connsiteX37" fmla="*/ 1068249 w 1116069"/>
                  <a:gd name="connsiteY37" fmla="*/ 473587 h 2049646"/>
                  <a:gd name="connsiteX38" fmla="*/ 1098135 w 1116069"/>
                  <a:gd name="connsiteY38" fmla="*/ 395099 h 2049646"/>
                  <a:gd name="connsiteX39" fmla="*/ 1112987 w 1116069"/>
                  <a:gd name="connsiteY39" fmla="*/ 326453 h 2049646"/>
                  <a:gd name="connsiteX40" fmla="*/ 1106225 w 1116069"/>
                  <a:gd name="connsiteY40" fmla="*/ 199666 h 2049646"/>
                  <a:gd name="connsiteX41" fmla="*/ 1056416 w 1116069"/>
                  <a:gd name="connsiteY41" fmla="*/ 100712 h 2049646"/>
                  <a:gd name="connsiteX42" fmla="*/ 1027074 w 1116069"/>
                  <a:gd name="connsiteY42" fmla="*/ 70162 h 2049646"/>
                  <a:gd name="connsiteX43" fmla="*/ 129481 w 1116069"/>
                  <a:gd name="connsiteY43" fmla="*/ 742255 h 2049646"/>
                  <a:gd name="connsiteX44" fmla="*/ 129481 w 1116069"/>
                  <a:gd name="connsiteY44" fmla="*/ 741651 h 2049646"/>
                  <a:gd name="connsiteX45" fmla="*/ 130084 w 1116069"/>
                  <a:gd name="connsiteY45" fmla="*/ 740685 h 2049646"/>
                  <a:gd name="connsiteX46" fmla="*/ 122477 w 1116069"/>
                  <a:gd name="connsiteY46" fmla="*/ 763507 h 2049646"/>
                  <a:gd name="connsiteX47" fmla="*/ 129300 w 1116069"/>
                  <a:gd name="connsiteY47" fmla="*/ 742496 h 2049646"/>
                  <a:gd name="connsiteX48" fmla="*/ 129300 w 1116069"/>
                  <a:gd name="connsiteY48" fmla="*/ 742496 h 2049646"/>
                  <a:gd name="connsiteX49" fmla="*/ 129300 w 1116069"/>
                  <a:gd name="connsiteY49" fmla="*/ 742496 h 2049646"/>
                  <a:gd name="connsiteX50" fmla="*/ 129300 w 1116069"/>
                  <a:gd name="connsiteY50" fmla="*/ 742496 h 20496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116069" h="2049646">
                    <a:moveTo>
                      <a:pt x="1026530" y="69498"/>
                    </a:moveTo>
                    <a:cubicBezTo>
                      <a:pt x="1023029" y="66419"/>
                      <a:pt x="1019527" y="63460"/>
                      <a:pt x="1015904" y="60683"/>
                    </a:cubicBezTo>
                    <a:cubicBezTo>
                      <a:pt x="1000907" y="48952"/>
                      <a:pt x="984721" y="38833"/>
                      <a:pt x="967604" y="30496"/>
                    </a:cubicBezTo>
                    <a:cubicBezTo>
                      <a:pt x="931820" y="13422"/>
                      <a:pt x="893072" y="3418"/>
                      <a:pt x="853496" y="1033"/>
                    </a:cubicBezTo>
                    <a:cubicBezTo>
                      <a:pt x="831369" y="-465"/>
                      <a:pt x="809157" y="-120"/>
                      <a:pt x="787084" y="2059"/>
                    </a:cubicBezTo>
                    <a:cubicBezTo>
                      <a:pt x="763302" y="4631"/>
                      <a:pt x="739744" y="9008"/>
                      <a:pt x="716626" y="15160"/>
                    </a:cubicBezTo>
                    <a:cubicBezTo>
                      <a:pt x="672347" y="27338"/>
                      <a:pt x="629572" y="44448"/>
                      <a:pt x="589115" y="66177"/>
                    </a:cubicBezTo>
                    <a:cubicBezTo>
                      <a:pt x="552292" y="85455"/>
                      <a:pt x="517172" y="107812"/>
                      <a:pt x="484123" y="133012"/>
                    </a:cubicBezTo>
                    <a:cubicBezTo>
                      <a:pt x="415688" y="185738"/>
                      <a:pt x="354951" y="247761"/>
                      <a:pt x="303662" y="317276"/>
                    </a:cubicBezTo>
                    <a:cubicBezTo>
                      <a:pt x="249409" y="390704"/>
                      <a:pt x="203199" y="469741"/>
                      <a:pt x="165826" y="553040"/>
                    </a:cubicBezTo>
                    <a:cubicBezTo>
                      <a:pt x="126583" y="640209"/>
                      <a:pt x="94614" y="730476"/>
                      <a:pt x="70253" y="822916"/>
                    </a:cubicBezTo>
                    <a:cubicBezTo>
                      <a:pt x="20685" y="1010084"/>
                      <a:pt x="-2843" y="1203187"/>
                      <a:pt x="339" y="1396779"/>
                    </a:cubicBezTo>
                    <a:cubicBezTo>
                      <a:pt x="1679" y="1487673"/>
                      <a:pt x="9751" y="1578344"/>
                      <a:pt x="24489" y="1668043"/>
                    </a:cubicBezTo>
                    <a:cubicBezTo>
                      <a:pt x="37403" y="1749730"/>
                      <a:pt x="58190" y="1830029"/>
                      <a:pt x="86554" y="1907731"/>
                    </a:cubicBezTo>
                    <a:cubicBezTo>
                      <a:pt x="93739" y="1926991"/>
                      <a:pt x="101588" y="1946190"/>
                      <a:pt x="109798" y="1964785"/>
                    </a:cubicBezTo>
                    <a:cubicBezTo>
                      <a:pt x="105838" y="1982415"/>
                      <a:pt x="103272" y="2000346"/>
                      <a:pt x="102131" y="2018398"/>
                    </a:cubicBezTo>
                    <a:cubicBezTo>
                      <a:pt x="102131" y="2021236"/>
                      <a:pt x="102131" y="2024013"/>
                      <a:pt x="102131" y="2026851"/>
                    </a:cubicBezTo>
                    <a:cubicBezTo>
                      <a:pt x="101436" y="2031741"/>
                      <a:pt x="102457" y="2036692"/>
                      <a:pt x="105029" y="2040858"/>
                    </a:cubicBezTo>
                    <a:cubicBezTo>
                      <a:pt x="105995" y="2042367"/>
                      <a:pt x="107178" y="2043695"/>
                      <a:pt x="108531" y="2044842"/>
                    </a:cubicBezTo>
                    <a:cubicBezTo>
                      <a:pt x="111145" y="2047136"/>
                      <a:pt x="114339" y="2048767"/>
                      <a:pt x="117768" y="2049431"/>
                    </a:cubicBezTo>
                    <a:cubicBezTo>
                      <a:pt x="122960" y="2050397"/>
                      <a:pt x="128321" y="2049250"/>
                      <a:pt x="132681" y="2046291"/>
                    </a:cubicBezTo>
                    <a:cubicBezTo>
                      <a:pt x="136913" y="2043514"/>
                      <a:pt x="139877" y="2039167"/>
                      <a:pt x="140952" y="2034216"/>
                    </a:cubicBezTo>
                    <a:cubicBezTo>
                      <a:pt x="141495" y="2031017"/>
                      <a:pt x="142401" y="2028179"/>
                      <a:pt x="143246" y="2024798"/>
                    </a:cubicBezTo>
                    <a:lnTo>
                      <a:pt x="144152" y="2021417"/>
                    </a:lnTo>
                    <a:cubicBezTo>
                      <a:pt x="144997" y="2018157"/>
                      <a:pt x="145722" y="2014836"/>
                      <a:pt x="146446" y="2011516"/>
                    </a:cubicBezTo>
                    <a:lnTo>
                      <a:pt x="147895" y="2005478"/>
                    </a:lnTo>
                    <a:cubicBezTo>
                      <a:pt x="150129" y="1995757"/>
                      <a:pt x="152604" y="1986098"/>
                      <a:pt x="155140" y="1976438"/>
                    </a:cubicBezTo>
                    <a:cubicBezTo>
                      <a:pt x="160272" y="1956937"/>
                      <a:pt x="166370" y="1936892"/>
                      <a:pt x="173675" y="1915036"/>
                    </a:cubicBezTo>
                    <a:lnTo>
                      <a:pt x="172769" y="1917089"/>
                    </a:lnTo>
                    <a:cubicBezTo>
                      <a:pt x="188068" y="1873740"/>
                      <a:pt x="205559" y="1831236"/>
                      <a:pt x="225175" y="1789638"/>
                    </a:cubicBezTo>
                    <a:cubicBezTo>
                      <a:pt x="247393" y="1742244"/>
                      <a:pt x="272026" y="1697506"/>
                      <a:pt x="293278" y="1660013"/>
                    </a:cubicBezTo>
                    <a:cubicBezTo>
                      <a:pt x="311813" y="1627109"/>
                      <a:pt x="331374" y="1594024"/>
                      <a:pt x="350211" y="1562025"/>
                    </a:cubicBezTo>
                    <a:lnTo>
                      <a:pt x="363977" y="1538720"/>
                    </a:lnTo>
                    <a:cubicBezTo>
                      <a:pt x="387523" y="1498571"/>
                      <a:pt x="413786" y="1456791"/>
                      <a:pt x="444215" y="1411087"/>
                    </a:cubicBezTo>
                    <a:cubicBezTo>
                      <a:pt x="512137" y="1309718"/>
                      <a:pt x="587243" y="1209737"/>
                      <a:pt x="659814" y="1113017"/>
                    </a:cubicBezTo>
                    <a:lnTo>
                      <a:pt x="665187" y="1105893"/>
                    </a:lnTo>
                    <a:cubicBezTo>
                      <a:pt x="746814" y="997218"/>
                      <a:pt x="819927" y="898746"/>
                      <a:pt x="887849" y="796713"/>
                    </a:cubicBezTo>
                    <a:cubicBezTo>
                      <a:pt x="965129" y="680612"/>
                      <a:pt x="1024176" y="574896"/>
                      <a:pt x="1068249" y="473587"/>
                    </a:cubicBezTo>
                    <a:cubicBezTo>
                      <a:pt x="1079690" y="448012"/>
                      <a:pt x="1089671" y="421809"/>
                      <a:pt x="1098135" y="395099"/>
                    </a:cubicBezTo>
                    <a:cubicBezTo>
                      <a:pt x="1104993" y="372670"/>
                      <a:pt x="1109962" y="349710"/>
                      <a:pt x="1112987" y="326453"/>
                    </a:cubicBezTo>
                    <a:cubicBezTo>
                      <a:pt x="1118807" y="284143"/>
                      <a:pt x="1116513" y="241113"/>
                      <a:pt x="1106225" y="199666"/>
                    </a:cubicBezTo>
                    <a:cubicBezTo>
                      <a:pt x="1096982" y="163465"/>
                      <a:pt x="1079986" y="129704"/>
                      <a:pt x="1056416" y="100712"/>
                    </a:cubicBezTo>
                    <a:cubicBezTo>
                      <a:pt x="1047444" y="89784"/>
                      <a:pt x="1037633" y="79568"/>
                      <a:pt x="1027074" y="70162"/>
                    </a:cubicBezTo>
                    <a:moveTo>
                      <a:pt x="129481" y="742255"/>
                    </a:moveTo>
                    <a:lnTo>
                      <a:pt x="129481" y="741651"/>
                    </a:lnTo>
                    <a:lnTo>
                      <a:pt x="130084" y="740685"/>
                    </a:lnTo>
                    <a:cubicBezTo>
                      <a:pt x="127488" y="748232"/>
                      <a:pt x="125013" y="755839"/>
                      <a:pt x="122477" y="763507"/>
                    </a:cubicBezTo>
                    <a:cubicBezTo>
                      <a:pt x="124772" y="756443"/>
                      <a:pt x="127005" y="749440"/>
                      <a:pt x="129300" y="742496"/>
                    </a:cubicBezTo>
                    <a:lnTo>
                      <a:pt x="129300" y="742496"/>
                    </a:lnTo>
                    <a:lnTo>
                      <a:pt x="129300" y="742496"/>
                    </a:lnTo>
                    <a:lnTo>
                      <a:pt x="129300" y="742496"/>
                    </a:lnTo>
                  </a:path>
                </a:pathLst>
              </a:custGeom>
              <a:solidFill>
                <a:srgbClr val="B2B67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5" name="" descr="494fd472-3727-468f-a409-cace13002921"/>
              <p:cNvSpPr/>
              <p:nvPr/>
            </p:nvSpPr>
            <p:spPr>
              <a:xfrm>
                <a:off x="3888105" y="6754767"/>
                <a:ext cx="26" cy="1509"/>
              </a:xfrm>
              <a:custGeom>
                <a:gdLst>
                  <a:gd name="connsiteX0" fmla="*/ 54 w 26"/>
                  <a:gd name="connsiteY0" fmla="*/ 1629 h 1509"/>
                  <a:gd name="connsiteX1" fmla="*/ 54 w 26"/>
                  <a:gd name="connsiteY1" fmla="*/ 119 h 1509"/>
                  <a:gd name="connsiteX2" fmla="*/ 54 w 26"/>
                  <a:gd name="connsiteY2" fmla="*/ 542 h 1509"/>
                  <a:gd name="connsiteX3" fmla="*/ 54 w 26"/>
                  <a:gd name="connsiteY3" fmla="*/ 1629 h 150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" h="1509">
                    <a:moveTo>
                      <a:pt x="54" y="1629"/>
                    </a:moveTo>
                    <a:cubicBezTo>
                      <a:pt x="54" y="1085"/>
                      <a:pt x="54" y="602"/>
                      <a:pt x="54" y="119"/>
                    </a:cubicBezTo>
                    <a:lnTo>
                      <a:pt x="54" y="542"/>
                    </a:lnTo>
                    <a:cubicBezTo>
                      <a:pt x="115" y="904"/>
                      <a:pt x="54" y="1266"/>
                      <a:pt x="54" y="1629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6" name="" descr="4701353e-458e-4f0f-96d3-640a6e950e52"/>
              <p:cNvSpPr/>
              <p:nvPr/>
            </p:nvSpPr>
            <p:spPr>
              <a:xfrm>
                <a:off x="3717873" y="5017694"/>
                <a:ext cx="938704" cy="2109099"/>
              </a:xfrm>
              <a:custGeom>
                <a:gdLst>
                  <a:gd name="connsiteX0" fmla="*/ 175358 w 938704"/>
                  <a:gd name="connsiteY0" fmla="*/ 2090808 h 2109099"/>
                  <a:gd name="connsiteX1" fmla="*/ 171434 w 938704"/>
                  <a:gd name="connsiteY1" fmla="*/ 2048546 h 2109099"/>
                  <a:gd name="connsiteX2" fmla="*/ 168475 w 938704"/>
                  <a:gd name="connsiteY2" fmla="*/ 2006284 h 2109099"/>
                  <a:gd name="connsiteX3" fmla="*/ 165819 w 938704"/>
                  <a:gd name="connsiteY3" fmla="*/ 1917290 h 2109099"/>
                  <a:gd name="connsiteX4" fmla="*/ 170407 w 938704"/>
                  <a:gd name="connsiteY4" fmla="*/ 1738823 h 2109099"/>
                  <a:gd name="connsiteX5" fmla="*/ 170407 w 938704"/>
                  <a:gd name="connsiteY5" fmla="*/ 1741057 h 2109099"/>
                  <a:gd name="connsiteX6" fmla="*/ 170407 w 938704"/>
                  <a:gd name="connsiteY6" fmla="*/ 1737736 h 2109099"/>
                  <a:gd name="connsiteX7" fmla="*/ 170407 w 938704"/>
                  <a:gd name="connsiteY7" fmla="*/ 1737012 h 2109099"/>
                  <a:gd name="connsiteX8" fmla="*/ 170407 w 938704"/>
                  <a:gd name="connsiteY8" fmla="*/ 1736649 h 2109099"/>
                  <a:gd name="connsiteX9" fmla="*/ 224745 w 938704"/>
                  <a:gd name="connsiteY9" fmla="*/ 1353329 h 2109099"/>
                  <a:gd name="connsiteX10" fmla="*/ 304440 w 938704"/>
                  <a:gd name="connsiteY10" fmla="*/ 1294826 h 2109099"/>
                  <a:gd name="connsiteX11" fmla="*/ 388119 w 938704"/>
                  <a:gd name="connsiteY11" fmla="*/ 1212958 h 2109099"/>
                  <a:gd name="connsiteX12" fmla="*/ 387727 w 938704"/>
                  <a:gd name="connsiteY12" fmla="*/ 1206528 h 2109099"/>
                  <a:gd name="connsiteX13" fmla="*/ 381297 w 938704"/>
                  <a:gd name="connsiteY13" fmla="*/ 1206920 h 2109099"/>
                  <a:gd name="connsiteX14" fmla="*/ 313918 w 938704"/>
                  <a:gd name="connsiteY14" fmla="*/ 1271763 h 2109099"/>
                  <a:gd name="connsiteX15" fmla="*/ 260728 w 938704"/>
                  <a:gd name="connsiteY15" fmla="*/ 1312154 h 2109099"/>
                  <a:gd name="connsiteX16" fmla="*/ 229756 w 938704"/>
                  <a:gd name="connsiteY16" fmla="*/ 1330991 h 2109099"/>
                  <a:gd name="connsiteX17" fmla="*/ 278539 w 938704"/>
                  <a:gd name="connsiteY17" fmla="*/ 1139240 h 2109099"/>
                  <a:gd name="connsiteX18" fmla="*/ 307941 w 938704"/>
                  <a:gd name="connsiteY18" fmla="*/ 1043848 h 2109099"/>
                  <a:gd name="connsiteX19" fmla="*/ 401220 w 938704"/>
                  <a:gd name="connsiteY19" fmla="*/ 1007079 h 2109099"/>
                  <a:gd name="connsiteX20" fmla="*/ 497036 w 938704"/>
                  <a:gd name="connsiteY20" fmla="*/ 950750 h 2109099"/>
                  <a:gd name="connsiteX21" fmla="*/ 584277 w 938704"/>
                  <a:gd name="connsiteY21" fmla="*/ 884337 h 2109099"/>
                  <a:gd name="connsiteX22" fmla="*/ 666507 w 938704"/>
                  <a:gd name="connsiteY22" fmla="*/ 810982 h 2109099"/>
                  <a:gd name="connsiteX23" fmla="*/ 666188 w 938704"/>
                  <a:gd name="connsiteY23" fmla="*/ 805524 h 2109099"/>
                  <a:gd name="connsiteX24" fmla="*/ 666145 w 938704"/>
                  <a:gd name="connsiteY24" fmla="*/ 805488 h 2109099"/>
                  <a:gd name="connsiteX25" fmla="*/ 660651 w 938704"/>
                  <a:gd name="connsiteY25" fmla="*/ 805850 h 2109099"/>
                  <a:gd name="connsiteX26" fmla="*/ 621589 w 938704"/>
                  <a:gd name="connsiteY26" fmla="*/ 841411 h 2109099"/>
                  <a:gd name="connsiteX27" fmla="*/ 528068 w 938704"/>
                  <a:gd name="connsiteY27" fmla="*/ 912895 h 2109099"/>
                  <a:gd name="connsiteX28" fmla="*/ 423439 w 938704"/>
                  <a:gd name="connsiteY28" fmla="*/ 973270 h 2109099"/>
                  <a:gd name="connsiteX29" fmla="*/ 423861 w 938704"/>
                  <a:gd name="connsiteY29" fmla="*/ 973270 h 2109099"/>
                  <a:gd name="connsiteX30" fmla="*/ 359864 w 938704"/>
                  <a:gd name="connsiteY30" fmla="*/ 1000680 h 2109099"/>
                  <a:gd name="connsiteX31" fmla="*/ 316816 w 938704"/>
                  <a:gd name="connsiteY31" fmla="*/ 1016015 h 2109099"/>
                  <a:gd name="connsiteX32" fmla="*/ 429778 w 938704"/>
                  <a:gd name="connsiteY32" fmla="*/ 728329 h 2109099"/>
                  <a:gd name="connsiteX33" fmla="*/ 431468 w 938704"/>
                  <a:gd name="connsiteY33" fmla="*/ 724646 h 2109099"/>
                  <a:gd name="connsiteX34" fmla="*/ 525532 w 938704"/>
                  <a:gd name="connsiteY34" fmla="*/ 701824 h 2109099"/>
                  <a:gd name="connsiteX35" fmla="*/ 622132 w 938704"/>
                  <a:gd name="connsiteY35" fmla="*/ 658173 h 2109099"/>
                  <a:gd name="connsiteX36" fmla="*/ 668259 w 938704"/>
                  <a:gd name="connsiteY36" fmla="*/ 631185 h 2109099"/>
                  <a:gd name="connsiteX37" fmla="*/ 713358 w 938704"/>
                  <a:gd name="connsiteY37" fmla="*/ 602206 h 2109099"/>
                  <a:gd name="connsiteX38" fmla="*/ 799936 w 938704"/>
                  <a:gd name="connsiteY38" fmla="*/ 539959 h 2109099"/>
                  <a:gd name="connsiteX39" fmla="*/ 849685 w 938704"/>
                  <a:gd name="connsiteY39" fmla="*/ 502043 h 2109099"/>
                  <a:gd name="connsiteX40" fmla="*/ 850651 w 938704"/>
                  <a:gd name="connsiteY40" fmla="*/ 497033 h 2109099"/>
                  <a:gd name="connsiteX41" fmla="*/ 850047 w 938704"/>
                  <a:gd name="connsiteY41" fmla="*/ 496368 h 2109099"/>
                  <a:gd name="connsiteX42" fmla="*/ 845700 w 938704"/>
                  <a:gd name="connsiteY42" fmla="*/ 496006 h 2109099"/>
                  <a:gd name="connsiteX43" fmla="*/ 732799 w 938704"/>
                  <a:gd name="connsiteY43" fmla="*/ 577090 h 2109099"/>
                  <a:gd name="connsiteX44" fmla="*/ 672726 w 938704"/>
                  <a:gd name="connsiteY44" fmla="*/ 614582 h 2109099"/>
                  <a:gd name="connsiteX45" fmla="*/ 610359 w 938704"/>
                  <a:gd name="connsiteY45" fmla="*/ 647366 h 2109099"/>
                  <a:gd name="connsiteX46" fmla="*/ 460508 w 938704"/>
                  <a:gd name="connsiteY46" fmla="*/ 697537 h 2109099"/>
                  <a:gd name="connsiteX47" fmla="*/ 442879 w 938704"/>
                  <a:gd name="connsiteY47" fmla="*/ 700496 h 2109099"/>
                  <a:gd name="connsiteX48" fmla="*/ 462561 w 938704"/>
                  <a:gd name="connsiteY48" fmla="*/ 658234 h 2109099"/>
                  <a:gd name="connsiteX49" fmla="*/ 496492 w 938704"/>
                  <a:gd name="connsiteY49" fmla="*/ 588319 h 2109099"/>
                  <a:gd name="connsiteX50" fmla="*/ 562904 w 938704"/>
                  <a:gd name="connsiteY50" fmla="*/ 463826 h 2109099"/>
                  <a:gd name="connsiteX51" fmla="*/ 564474 w 938704"/>
                  <a:gd name="connsiteY51" fmla="*/ 463826 h 2109099"/>
                  <a:gd name="connsiteX52" fmla="*/ 663791 w 938704"/>
                  <a:gd name="connsiteY52" fmla="*/ 430077 h 2109099"/>
                  <a:gd name="connsiteX53" fmla="*/ 758640 w 938704"/>
                  <a:gd name="connsiteY53" fmla="*/ 382381 h 2109099"/>
                  <a:gd name="connsiteX54" fmla="*/ 937168 w 938704"/>
                  <a:gd name="connsiteY54" fmla="*/ 263985 h 2109099"/>
                  <a:gd name="connsiteX55" fmla="*/ 938194 w 938704"/>
                  <a:gd name="connsiteY55" fmla="*/ 259095 h 2109099"/>
                  <a:gd name="connsiteX56" fmla="*/ 937591 w 938704"/>
                  <a:gd name="connsiteY56" fmla="*/ 258492 h 2109099"/>
                  <a:gd name="connsiteX57" fmla="*/ 933304 w 938704"/>
                  <a:gd name="connsiteY57" fmla="*/ 258069 h 2109099"/>
                  <a:gd name="connsiteX58" fmla="*/ 830667 w 938704"/>
                  <a:gd name="connsiteY58" fmla="*/ 326413 h 2109099"/>
                  <a:gd name="connsiteX59" fmla="*/ 719638 w 938704"/>
                  <a:gd name="connsiteY59" fmla="*/ 387935 h 2109099"/>
                  <a:gd name="connsiteX60" fmla="*/ 641513 w 938704"/>
                  <a:gd name="connsiteY60" fmla="*/ 420357 h 2109099"/>
                  <a:gd name="connsiteX61" fmla="*/ 601001 w 938704"/>
                  <a:gd name="connsiteY61" fmla="*/ 433337 h 2109099"/>
                  <a:gd name="connsiteX62" fmla="*/ 576368 w 938704"/>
                  <a:gd name="connsiteY62" fmla="*/ 439978 h 2109099"/>
                  <a:gd name="connsiteX63" fmla="*/ 620019 w 938704"/>
                  <a:gd name="connsiteY63" fmla="*/ 366804 h 2109099"/>
                  <a:gd name="connsiteX64" fmla="*/ 673451 w 938704"/>
                  <a:gd name="connsiteY64" fmla="*/ 283547 h 2109099"/>
                  <a:gd name="connsiteX65" fmla="*/ 672485 w 938704"/>
                  <a:gd name="connsiteY65" fmla="*/ 285056 h 2109099"/>
                  <a:gd name="connsiteX66" fmla="*/ 728996 w 938704"/>
                  <a:gd name="connsiteY66" fmla="*/ 204033 h 2109099"/>
                  <a:gd name="connsiteX67" fmla="*/ 730686 w 938704"/>
                  <a:gd name="connsiteY67" fmla="*/ 203309 h 2109099"/>
                  <a:gd name="connsiteX68" fmla="*/ 731954 w 938704"/>
                  <a:gd name="connsiteY68" fmla="*/ 203309 h 2109099"/>
                  <a:gd name="connsiteX69" fmla="*/ 759183 w 938704"/>
                  <a:gd name="connsiteY69" fmla="*/ 202524 h 2109099"/>
                  <a:gd name="connsiteX70" fmla="*/ 786110 w 938704"/>
                  <a:gd name="connsiteY70" fmla="*/ 198962 h 2109099"/>
                  <a:gd name="connsiteX71" fmla="*/ 837670 w 938704"/>
                  <a:gd name="connsiteY71" fmla="*/ 185438 h 2109099"/>
                  <a:gd name="connsiteX72" fmla="*/ 933787 w 938704"/>
                  <a:gd name="connsiteY72" fmla="*/ 133515 h 2109099"/>
                  <a:gd name="connsiteX73" fmla="*/ 934753 w 938704"/>
                  <a:gd name="connsiteY73" fmla="*/ 128927 h 2109099"/>
                  <a:gd name="connsiteX74" fmla="*/ 934149 w 938704"/>
                  <a:gd name="connsiteY74" fmla="*/ 128263 h 2109099"/>
                  <a:gd name="connsiteX75" fmla="*/ 930165 w 938704"/>
                  <a:gd name="connsiteY75" fmla="*/ 127961 h 2109099"/>
                  <a:gd name="connsiteX76" fmla="*/ 904083 w 938704"/>
                  <a:gd name="connsiteY76" fmla="*/ 146074 h 2109099"/>
                  <a:gd name="connsiteX77" fmla="*/ 877276 w 938704"/>
                  <a:gd name="connsiteY77" fmla="*/ 160624 h 2109099"/>
                  <a:gd name="connsiteX78" fmla="*/ 877276 w 938704"/>
                  <a:gd name="connsiteY78" fmla="*/ 160624 h 2109099"/>
                  <a:gd name="connsiteX79" fmla="*/ 842561 w 938704"/>
                  <a:gd name="connsiteY79" fmla="*/ 174631 h 2109099"/>
                  <a:gd name="connsiteX80" fmla="*/ 806336 w 938704"/>
                  <a:gd name="connsiteY80" fmla="*/ 183928 h 2109099"/>
                  <a:gd name="connsiteX81" fmla="*/ 770111 w 938704"/>
                  <a:gd name="connsiteY81" fmla="*/ 188276 h 2109099"/>
                  <a:gd name="connsiteX82" fmla="*/ 739923 w 938704"/>
                  <a:gd name="connsiteY82" fmla="*/ 188276 h 2109099"/>
                  <a:gd name="connsiteX83" fmla="*/ 888868 w 938704"/>
                  <a:gd name="connsiteY83" fmla="*/ 7151 h 2109099"/>
                  <a:gd name="connsiteX84" fmla="*/ 888820 w 938704"/>
                  <a:gd name="connsiteY84" fmla="*/ 1856 h 2109099"/>
                  <a:gd name="connsiteX85" fmla="*/ 888445 w 938704"/>
                  <a:gd name="connsiteY85" fmla="*/ 1536 h 2109099"/>
                  <a:gd name="connsiteX86" fmla="*/ 882921 w 938704"/>
                  <a:gd name="connsiteY86" fmla="*/ 1023 h 2109099"/>
                  <a:gd name="connsiteX87" fmla="*/ 882408 w 938704"/>
                  <a:gd name="connsiteY87" fmla="*/ 1536 h 2109099"/>
                  <a:gd name="connsiteX88" fmla="*/ 731471 w 938704"/>
                  <a:gd name="connsiteY88" fmla="*/ 180850 h 2109099"/>
                  <a:gd name="connsiteX89" fmla="*/ 730565 w 938704"/>
                  <a:gd name="connsiteY89" fmla="*/ 160020 h 2109099"/>
                  <a:gd name="connsiteX90" fmla="*/ 731471 w 938704"/>
                  <a:gd name="connsiteY90" fmla="*/ 120475 h 2109099"/>
                  <a:gd name="connsiteX91" fmla="*/ 738957 w 938704"/>
                  <a:gd name="connsiteY91" fmla="*/ 62394 h 2109099"/>
                  <a:gd name="connsiteX92" fmla="*/ 753206 w 938704"/>
                  <a:gd name="connsiteY92" fmla="*/ 5400 h 2109099"/>
                  <a:gd name="connsiteX93" fmla="*/ 752179 w 938704"/>
                  <a:gd name="connsiteY93" fmla="*/ 2261 h 2109099"/>
                  <a:gd name="connsiteX94" fmla="*/ 750610 w 938704"/>
                  <a:gd name="connsiteY94" fmla="*/ 1476 h 2109099"/>
                  <a:gd name="connsiteX95" fmla="*/ 746685 w 938704"/>
                  <a:gd name="connsiteY95" fmla="*/ 4072 h 2109099"/>
                  <a:gd name="connsiteX96" fmla="*/ 733644 w 938704"/>
                  <a:gd name="connsiteY96" fmla="*/ 52372 h 2109099"/>
                  <a:gd name="connsiteX97" fmla="*/ 724468 w 938704"/>
                  <a:gd name="connsiteY97" fmla="*/ 101155 h 2109099"/>
                  <a:gd name="connsiteX98" fmla="*/ 719879 w 938704"/>
                  <a:gd name="connsiteY98" fmla="*/ 149455 h 2109099"/>
                  <a:gd name="connsiteX99" fmla="*/ 721147 w 938704"/>
                  <a:gd name="connsiteY99" fmla="*/ 194494 h 2109099"/>
                  <a:gd name="connsiteX100" fmla="*/ 699472 w 938704"/>
                  <a:gd name="connsiteY100" fmla="*/ 223052 h 2109099"/>
                  <a:gd name="connsiteX101" fmla="*/ 614585 w 938704"/>
                  <a:gd name="connsiteY101" fmla="*/ 344465 h 2109099"/>
                  <a:gd name="connsiteX102" fmla="*/ 551795 w 938704"/>
                  <a:gd name="connsiteY102" fmla="*/ 443963 h 2109099"/>
                  <a:gd name="connsiteX103" fmla="*/ 542618 w 938704"/>
                  <a:gd name="connsiteY103" fmla="*/ 417519 h 2109099"/>
                  <a:gd name="connsiteX104" fmla="*/ 533019 w 938704"/>
                  <a:gd name="connsiteY104" fmla="*/ 378698 h 2109099"/>
                  <a:gd name="connsiteX105" fmla="*/ 533019 w 938704"/>
                  <a:gd name="connsiteY105" fmla="*/ 379120 h 2109099"/>
                  <a:gd name="connsiteX106" fmla="*/ 533019 w 938704"/>
                  <a:gd name="connsiteY106" fmla="*/ 377913 h 2109099"/>
                  <a:gd name="connsiteX107" fmla="*/ 533019 w 938704"/>
                  <a:gd name="connsiteY107" fmla="*/ 377913 h 2109099"/>
                  <a:gd name="connsiteX108" fmla="*/ 525895 w 938704"/>
                  <a:gd name="connsiteY108" fmla="*/ 310233 h 2109099"/>
                  <a:gd name="connsiteX109" fmla="*/ 527343 w 938704"/>
                  <a:gd name="connsiteY109" fmla="*/ 238206 h 2109099"/>
                  <a:gd name="connsiteX110" fmla="*/ 527343 w 938704"/>
                  <a:gd name="connsiteY110" fmla="*/ 239171 h 2109099"/>
                  <a:gd name="connsiteX111" fmla="*/ 542075 w 938704"/>
                  <a:gd name="connsiteY111" fmla="*/ 93004 h 2109099"/>
                  <a:gd name="connsiteX112" fmla="*/ 540988 w 938704"/>
                  <a:gd name="connsiteY112" fmla="*/ 89804 h 2109099"/>
                  <a:gd name="connsiteX113" fmla="*/ 539479 w 938704"/>
                  <a:gd name="connsiteY113" fmla="*/ 89080 h 2109099"/>
                  <a:gd name="connsiteX114" fmla="*/ 535554 w 938704"/>
                  <a:gd name="connsiteY114" fmla="*/ 91736 h 2109099"/>
                  <a:gd name="connsiteX115" fmla="*/ 517140 w 938704"/>
                  <a:gd name="connsiteY115" fmla="*/ 275819 h 2109099"/>
                  <a:gd name="connsiteX116" fmla="*/ 519917 w 938704"/>
                  <a:gd name="connsiteY116" fmla="*/ 368012 h 2109099"/>
                  <a:gd name="connsiteX117" fmla="*/ 541532 w 938704"/>
                  <a:gd name="connsiteY117" fmla="*/ 460204 h 2109099"/>
                  <a:gd name="connsiteX118" fmla="*/ 541894 w 938704"/>
                  <a:gd name="connsiteY118" fmla="*/ 460808 h 2109099"/>
                  <a:gd name="connsiteX119" fmla="*/ 533924 w 938704"/>
                  <a:gd name="connsiteY119" fmla="*/ 473788 h 2109099"/>
                  <a:gd name="connsiteX120" fmla="*/ 458637 w 938704"/>
                  <a:gd name="connsiteY120" fmla="*/ 608666 h 2109099"/>
                  <a:gd name="connsiteX121" fmla="*/ 415892 w 938704"/>
                  <a:gd name="connsiteY121" fmla="*/ 693191 h 2109099"/>
                  <a:gd name="connsiteX122" fmla="*/ 391742 w 938704"/>
                  <a:gd name="connsiteY122" fmla="*/ 646219 h 2109099"/>
                  <a:gd name="connsiteX123" fmla="*/ 334929 w 938704"/>
                  <a:gd name="connsiteY123" fmla="*/ 475358 h 2109099"/>
                  <a:gd name="connsiteX124" fmla="*/ 321646 w 938704"/>
                  <a:gd name="connsiteY124" fmla="*/ 307275 h 2109099"/>
                  <a:gd name="connsiteX125" fmla="*/ 320076 w 938704"/>
                  <a:gd name="connsiteY125" fmla="*/ 303894 h 2109099"/>
                  <a:gd name="connsiteX126" fmla="*/ 312826 w 938704"/>
                  <a:gd name="connsiteY126" fmla="*/ 304135 h 2109099"/>
                  <a:gd name="connsiteX127" fmla="*/ 311443 w 938704"/>
                  <a:gd name="connsiteY127" fmla="*/ 307878 h 2109099"/>
                  <a:gd name="connsiteX128" fmla="*/ 314945 w 938704"/>
                  <a:gd name="connsiteY128" fmla="*/ 415466 h 2109099"/>
                  <a:gd name="connsiteX129" fmla="*/ 331005 w 938704"/>
                  <a:gd name="connsiteY129" fmla="*/ 519734 h 2109099"/>
                  <a:gd name="connsiteX130" fmla="*/ 344106 w 938704"/>
                  <a:gd name="connsiteY130" fmla="*/ 570931 h 2109099"/>
                  <a:gd name="connsiteX131" fmla="*/ 360347 w 938704"/>
                  <a:gd name="connsiteY131" fmla="*/ 621344 h 2109099"/>
                  <a:gd name="connsiteX132" fmla="*/ 404601 w 938704"/>
                  <a:gd name="connsiteY132" fmla="*/ 716797 h 2109099"/>
                  <a:gd name="connsiteX133" fmla="*/ 389387 w 938704"/>
                  <a:gd name="connsiteY133" fmla="*/ 748615 h 2109099"/>
                  <a:gd name="connsiteX134" fmla="*/ 282765 w 938704"/>
                  <a:gd name="connsiteY134" fmla="*/ 1010581 h 2109099"/>
                  <a:gd name="connsiteX135" fmla="*/ 281437 w 938704"/>
                  <a:gd name="connsiteY135" fmla="*/ 1008830 h 2109099"/>
                  <a:gd name="connsiteX136" fmla="*/ 266584 w 938704"/>
                  <a:gd name="connsiteY136" fmla="*/ 988665 h 2109099"/>
                  <a:gd name="connsiteX137" fmla="*/ 238208 w 938704"/>
                  <a:gd name="connsiteY137" fmla="*/ 947550 h 2109099"/>
                  <a:gd name="connsiteX138" fmla="*/ 211342 w 938704"/>
                  <a:gd name="connsiteY138" fmla="*/ 903657 h 2109099"/>
                  <a:gd name="connsiteX139" fmla="*/ 188158 w 938704"/>
                  <a:gd name="connsiteY139" fmla="*/ 859342 h 2109099"/>
                  <a:gd name="connsiteX140" fmla="*/ 143360 w 938704"/>
                  <a:gd name="connsiteY140" fmla="*/ 728329 h 2109099"/>
                  <a:gd name="connsiteX141" fmla="*/ 135994 w 938704"/>
                  <a:gd name="connsiteY141" fmla="*/ 653886 h 2109099"/>
                  <a:gd name="connsiteX142" fmla="*/ 134786 w 938704"/>
                  <a:gd name="connsiteY142" fmla="*/ 651411 h 2109099"/>
                  <a:gd name="connsiteX143" fmla="*/ 129533 w 938704"/>
                  <a:gd name="connsiteY143" fmla="*/ 652075 h 2109099"/>
                  <a:gd name="connsiteX144" fmla="*/ 128749 w 938704"/>
                  <a:gd name="connsiteY144" fmla="*/ 654370 h 2109099"/>
                  <a:gd name="connsiteX145" fmla="*/ 139133 w 938704"/>
                  <a:gd name="connsiteY145" fmla="*/ 749218 h 2109099"/>
                  <a:gd name="connsiteX146" fmla="*/ 166664 w 938704"/>
                  <a:gd name="connsiteY146" fmla="*/ 848777 h 2109099"/>
                  <a:gd name="connsiteX147" fmla="*/ 186226 w 938704"/>
                  <a:gd name="connsiteY147" fmla="*/ 897077 h 2109099"/>
                  <a:gd name="connsiteX148" fmla="*/ 209530 w 938704"/>
                  <a:gd name="connsiteY148" fmla="*/ 944229 h 2109099"/>
                  <a:gd name="connsiteX149" fmla="*/ 267128 w 938704"/>
                  <a:gd name="connsiteY149" fmla="*/ 1026399 h 2109099"/>
                  <a:gd name="connsiteX150" fmla="*/ 273709 w 938704"/>
                  <a:gd name="connsiteY150" fmla="*/ 1033101 h 2109099"/>
                  <a:gd name="connsiteX151" fmla="*/ 275098 w 938704"/>
                  <a:gd name="connsiteY151" fmla="*/ 1034308 h 2109099"/>
                  <a:gd name="connsiteX152" fmla="*/ 273528 w 938704"/>
                  <a:gd name="connsiteY152" fmla="*/ 1038535 h 2109099"/>
                  <a:gd name="connsiteX153" fmla="*/ 186346 w 938704"/>
                  <a:gd name="connsiteY153" fmla="*/ 1339986 h 2109099"/>
                  <a:gd name="connsiteX154" fmla="*/ 135752 w 938704"/>
                  <a:gd name="connsiteY154" fmla="*/ 1272306 h 2109099"/>
                  <a:gd name="connsiteX155" fmla="*/ 82260 w 938704"/>
                  <a:gd name="connsiteY155" fmla="*/ 1178906 h 2109099"/>
                  <a:gd name="connsiteX156" fmla="*/ 82260 w 938704"/>
                  <a:gd name="connsiteY156" fmla="*/ 1179329 h 2109099"/>
                  <a:gd name="connsiteX157" fmla="*/ 36496 w 938704"/>
                  <a:gd name="connsiteY157" fmla="*/ 1062685 h 2109099"/>
                  <a:gd name="connsiteX158" fmla="*/ 35349 w 938704"/>
                  <a:gd name="connsiteY158" fmla="*/ 1060934 h 2109099"/>
                  <a:gd name="connsiteX159" fmla="*/ 31123 w 938704"/>
                  <a:gd name="connsiteY159" fmla="*/ 1060028 h 2109099"/>
                  <a:gd name="connsiteX160" fmla="*/ 28460 w 938704"/>
                  <a:gd name="connsiteY160" fmla="*/ 1065377 h 2109099"/>
                  <a:gd name="connsiteX161" fmla="*/ 28466 w 938704"/>
                  <a:gd name="connsiteY161" fmla="*/ 1065401 h 2109099"/>
                  <a:gd name="connsiteX162" fmla="*/ 56420 w 938704"/>
                  <a:gd name="connsiteY162" fmla="*/ 1146304 h 2109099"/>
                  <a:gd name="connsiteX163" fmla="*/ 90592 w 938704"/>
                  <a:gd name="connsiteY163" fmla="*/ 1224791 h 2109099"/>
                  <a:gd name="connsiteX164" fmla="*/ 132552 w 938704"/>
                  <a:gd name="connsiteY164" fmla="*/ 1300199 h 2109099"/>
                  <a:gd name="connsiteX165" fmla="*/ 181396 w 938704"/>
                  <a:gd name="connsiteY165" fmla="*/ 1363291 h 2109099"/>
                  <a:gd name="connsiteX166" fmla="*/ 139133 w 938704"/>
                  <a:gd name="connsiteY166" fmla="*/ 1615417 h 2109099"/>
                  <a:gd name="connsiteX167" fmla="*/ 131888 w 938704"/>
                  <a:gd name="connsiteY167" fmla="*/ 1607688 h 2109099"/>
                  <a:gd name="connsiteX168" fmla="*/ 60284 w 938704"/>
                  <a:gd name="connsiteY168" fmla="*/ 1492976 h 2109099"/>
                  <a:gd name="connsiteX169" fmla="*/ 60887 w 938704"/>
                  <a:gd name="connsiteY169" fmla="*/ 1494244 h 2109099"/>
                  <a:gd name="connsiteX170" fmla="*/ 6550 w 938704"/>
                  <a:gd name="connsiteY170" fmla="*/ 1372226 h 2109099"/>
                  <a:gd name="connsiteX171" fmla="*/ 5463 w 938704"/>
                  <a:gd name="connsiteY171" fmla="*/ 1370777 h 2109099"/>
                  <a:gd name="connsiteX172" fmla="*/ 2384 w 938704"/>
                  <a:gd name="connsiteY172" fmla="*/ 1370174 h 2109099"/>
                  <a:gd name="connsiteX173" fmla="*/ 211 w 938704"/>
                  <a:gd name="connsiteY173" fmla="*/ 1374400 h 2109099"/>
                  <a:gd name="connsiteX174" fmla="*/ 28285 w 938704"/>
                  <a:gd name="connsiteY174" fmla="*/ 1442442 h 2109099"/>
                  <a:gd name="connsiteX175" fmla="*/ 58472 w 938704"/>
                  <a:gd name="connsiteY175" fmla="*/ 1516703 h 2109099"/>
                  <a:gd name="connsiteX176" fmla="*/ 94697 w 938704"/>
                  <a:gd name="connsiteY176" fmla="*/ 1586678 h 2109099"/>
                  <a:gd name="connsiteX177" fmla="*/ 135873 w 938704"/>
                  <a:gd name="connsiteY177" fmla="*/ 1638298 h 2109099"/>
                  <a:gd name="connsiteX178" fmla="*/ 135873 w 938704"/>
                  <a:gd name="connsiteY178" fmla="*/ 1640593 h 2109099"/>
                  <a:gd name="connsiteX179" fmla="*/ 124704 w 938704"/>
                  <a:gd name="connsiteY179" fmla="*/ 1870500 h 2109099"/>
                  <a:gd name="connsiteX180" fmla="*/ 129533 w 938704"/>
                  <a:gd name="connsiteY180" fmla="*/ 1983039 h 2109099"/>
                  <a:gd name="connsiteX181" fmla="*/ 134364 w 938704"/>
                  <a:gd name="connsiteY181" fmla="*/ 2036954 h 2109099"/>
                  <a:gd name="connsiteX182" fmla="*/ 141186 w 938704"/>
                  <a:gd name="connsiteY182" fmla="*/ 2093162 h 2109099"/>
                  <a:gd name="connsiteX183" fmla="*/ 147224 w 938704"/>
                  <a:gd name="connsiteY183" fmla="*/ 2104876 h 2109099"/>
                  <a:gd name="connsiteX184" fmla="*/ 171349 w 938704"/>
                  <a:gd name="connsiteY184" fmla="*/ 2103548 h 2109099"/>
                  <a:gd name="connsiteX185" fmla="*/ 175660 w 938704"/>
                  <a:gd name="connsiteY185" fmla="*/ 2090989 h 210909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</a:cxnLst>
                <a:rect l="l" t="t" r="r" b="b"/>
                <a:pathLst>
                  <a:path w="938704" h="2109099">
                    <a:moveTo>
                      <a:pt x="175358" y="2090808"/>
                    </a:moveTo>
                    <a:cubicBezTo>
                      <a:pt x="173607" y="2076801"/>
                      <a:pt x="172581" y="2062734"/>
                      <a:pt x="171434" y="2048546"/>
                    </a:cubicBezTo>
                    <a:cubicBezTo>
                      <a:pt x="170286" y="2034357"/>
                      <a:pt x="169321" y="2020230"/>
                      <a:pt x="168475" y="2006284"/>
                    </a:cubicBezTo>
                    <a:cubicBezTo>
                      <a:pt x="166725" y="1976639"/>
                      <a:pt x="166241" y="1946995"/>
                      <a:pt x="165819" y="1917290"/>
                    </a:cubicBezTo>
                    <a:cubicBezTo>
                      <a:pt x="164974" y="1857761"/>
                      <a:pt x="166501" y="1798292"/>
                      <a:pt x="170407" y="1738823"/>
                    </a:cubicBezTo>
                    <a:lnTo>
                      <a:pt x="170407" y="1741057"/>
                    </a:lnTo>
                    <a:cubicBezTo>
                      <a:pt x="170407" y="1739970"/>
                      <a:pt x="170407" y="1738883"/>
                      <a:pt x="170407" y="1737736"/>
                    </a:cubicBezTo>
                    <a:lnTo>
                      <a:pt x="170407" y="1737012"/>
                    </a:lnTo>
                    <a:lnTo>
                      <a:pt x="170407" y="1736649"/>
                    </a:lnTo>
                    <a:cubicBezTo>
                      <a:pt x="179373" y="1607743"/>
                      <a:pt x="197534" y="1479645"/>
                      <a:pt x="224745" y="1353329"/>
                    </a:cubicBezTo>
                    <a:cubicBezTo>
                      <a:pt x="253073" y="1336346"/>
                      <a:pt x="279752" y="1316760"/>
                      <a:pt x="304440" y="1294826"/>
                    </a:cubicBezTo>
                    <a:cubicBezTo>
                      <a:pt x="333903" y="1269166"/>
                      <a:pt x="361132" y="1241213"/>
                      <a:pt x="388119" y="1212958"/>
                    </a:cubicBezTo>
                    <a:cubicBezTo>
                      <a:pt x="389785" y="1211074"/>
                      <a:pt x="389610" y="1208194"/>
                      <a:pt x="387727" y="1206528"/>
                    </a:cubicBezTo>
                    <a:cubicBezTo>
                      <a:pt x="385843" y="1204861"/>
                      <a:pt x="382963" y="1205037"/>
                      <a:pt x="381297" y="1206920"/>
                    </a:cubicBezTo>
                    <a:cubicBezTo>
                      <a:pt x="359622" y="1229440"/>
                      <a:pt x="337404" y="1251235"/>
                      <a:pt x="313918" y="1271763"/>
                    </a:cubicBezTo>
                    <a:cubicBezTo>
                      <a:pt x="297025" y="1286295"/>
                      <a:pt x="279263" y="1299783"/>
                      <a:pt x="260728" y="1312154"/>
                    </a:cubicBezTo>
                    <a:cubicBezTo>
                      <a:pt x="250645" y="1318855"/>
                      <a:pt x="240322" y="1325074"/>
                      <a:pt x="229756" y="1330991"/>
                    </a:cubicBezTo>
                    <a:cubicBezTo>
                      <a:pt x="244004" y="1266589"/>
                      <a:pt x="260263" y="1202676"/>
                      <a:pt x="278539" y="1139240"/>
                    </a:cubicBezTo>
                    <a:cubicBezTo>
                      <a:pt x="287837" y="1107302"/>
                      <a:pt x="297738" y="1075545"/>
                      <a:pt x="307941" y="1043848"/>
                    </a:cubicBezTo>
                    <a:cubicBezTo>
                      <a:pt x="340151" y="1034646"/>
                      <a:pt x="371395" y="1022330"/>
                      <a:pt x="401220" y="1007079"/>
                    </a:cubicBezTo>
                    <a:cubicBezTo>
                      <a:pt x="434312" y="990337"/>
                      <a:pt x="466317" y="971525"/>
                      <a:pt x="497036" y="950750"/>
                    </a:cubicBezTo>
                    <a:cubicBezTo>
                      <a:pt x="527229" y="930114"/>
                      <a:pt x="556348" y="907944"/>
                      <a:pt x="584277" y="884337"/>
                    </a:cubicBezTo>
                    <a:cubicBezTo>
                      <a:pt x="612454" y="860833"/>
                      <a:pt x="639864" y="836381"/>
                      <a:pt x="666507" y="810982"/>
                    </a:cubicBezTo>
                    <a:cubicBezTo>
                      <a:pt x="667927" y="809388"/>
                      <a:pt x="667781" y="806943"/>
                      <a:pt x="666188" y="805524"/>
                    </a:cubicBezTo>
                    <a:cubicBezTo>
                      <a:pt x="666175" y="805512"/>
                      <a:pt x="666157" y="805500"/>
                      <a:pt x="666145" y="805488"/>
                    </a:cubicBezTo>
                    <a:cubicBezTo>
                      <a:pt x="664509" y="804123"/>
                      <a:pt x="662088" y="804280"/>
                      <a:pt x="660651" y="805850"/>
                    </a:cubicBezTo>
                    <a:cubicBezTo>
                      <a:pt x="647894" y="817925"/>
                      <a:pt x="634871" y="829776"/>
                      <a:pt x="621589" y="841411"/>
                    </a:cubicBezTo>
                    <a:cubicBezTo>
                      <a:pt x="591909" y="867136"/>
                      <a:pt x="560676" y="891009"/>
                      <a:pt x="528068" y="912895"/>
                    </a:cubicBezTo>
                    <a:cubicBezTo>
                      <a:pt x="494657" y="935463"/>
                      <a:pt x="459693" y="955640"/>
                      <a:pt x="423439" y="973270"/>
                    </a:cubicBezTo>
                    <a:lnTo>
                      <a:pt x="423861" y="973270"/>
                    </a:lnTo>
                    <a:cubicBezTo>
                      <a:pt x="402911" y="983292"/>
                      <a:pt x="381598" y="992287"/>
                      <a:pt x="359864" y="1000680"/>
                    </a:cubicBezTo>
                    <a:cubicBezTo>
                      <a:pt x="345676" y="1006174"/>
                      <a:pt x="331306" y="1011185"/>
                      <a:pt x="316816" y="1016015"/>
                    </a:cubicBezTo>
                    <a:cubicBezTo>
                      <a:pt x="349860" y="918407"/>
                      <a:pt x="387515" y="822513"/>
                      <a:pt x="429778" y="728329"/>
                    </a:cubicBezTo>
                    <a:cubicBezTo>
                      <a:pt x="430321" y="727061"/>
                      <a:pt x="430925" y="725853"/>
                      <a:pt x="431468" y="724646"/>
                    </a:cubicBezTo>
                    <a:cubicBezTo>
                      <a:pt x="463509" y="720202"/>
                      <a:pt x="495019" y="712559"/>
                      <a:pt x="525532" y="701824"/>
                    </a:cubicBezTo>
                    <a:cubicBezTo>
                      <a:pt x="558799" y="689767"/>
                      <a:pt x="591099" y="675175"/>
                      <a:pt x="622132" y="658173"/>
                    </a:cubicBezTo>
                    <a:cubicBezTo>
                      <a:pt x="637829" y="649721"/>
                      <a:pt x="653044" y="640423"/>
                      <a:pt x="668259" y="631185"/>
                    </a:cubicBezTo>
                    <a:cubicBezTo>
                      <a:pt x="683473" y="621948"/>
                      <a:pt x="698446" y="612228"/>
                      <a:pt x="713358" y="602206"/>
                    </a:cubicBezTo>
                    <a:cubicBezTo>
                      <a:pt x="742821" y="582342"/>
                      <a:pt x="771499" y="561271"/>
                      <a:pt x="799936" y="539959"/>
                    </a:cubicBezTo>
                    <a:cubicBezTo>
                      <a:pt x="816600" y="527461"/>
                      <a:pt x="833142" y="514722"/>
                      <a:pt x="849685" y="502043"/>
                    </a:cubicBezTo>
                    <a:cubicBezTo>
                      <a:pt x="851297" y="500903"/>
                      <a:pt x="851726" y="498693"/>
                      <a:pt x="850651" y="497033"/>
                    </a:cubicBezTo>
                    <a:cubicBezTo>
                      <a:pt x="850500" y="496773"/>
                      <a:pt x="850295" y="496544"/>
                      <a:pt x="850047" y="496368"/>
                    </a:cubicBezTo>
                    <a:cubicBezTo>
                      <a:pt x="848870" y="495227"/>
                      <a:pt x="847053" y="495076"/>
                      <a:pt x="845700" y="496006"/>
                    </a:cubicBezTo>
                    <a:cubicBezTo>
                      <a:pt x="808871" y="524080"/>
                      <a:pt x="771499" y="551611"/>
                      <a:pt x="732799" y="577090"/>
                    </a:cubicBezTo>
                    <a:cubicBezTo>
                      <a:pt x="713057" y="590070"/>
                      <a:pt x="693133" y="602628"/>
                      <a:pt x="672726" y="614582"/>
                    </a:cubicBezTo>
                    <a:cubicBezTo>
                      <a:pt x="652319" y="626537"/>
                      <a:pt x="631551" y="637162"/>
                      <a:pt x="610359" y="647366"/>
                    </a:cubicBezTo>
                    <a:cubicBezTo>
                      <a:pt x="562705" y="670296"/>
                      <a:pt x="512364" y="687153"/>
                      <a:pt x="460508" y="697537"/>
                    </a:cubicBezTo>
                    <a:cubicBezTo>
                      <a:pt x="454471" y="698624"/>
                      <a:pt x="448796" y="699651"/>
                      <a:pt x="442879" y="700496"/>
                    </a:cubicBezTo>
                    <a:cubicBezTo>
                      <a:pt x="449400" y="686308"/>
                      <a:pt x="455799" y="672059"/>
                      <a:pt x="462561" y="658234"/>
                    </a:cubicBezTo>
                    <a:cubicBezTo>
                      <a:pt x="473670" y="634868"/>
                      <a:pt x="484779" y="611443"/>
                      <a:pt x="496492" y="588319"/>
                    </a:cubicBezTo>
                    <a:cubicBezTo>
                      <a:pt x="517804" y="546359"/>
                      <a:pt x="540143" y="504881"/>
                      <a:pt x="562904" y="463826"/>
                    </a:cubicBezTo>
                    <a:lnTo>
                      <a:pt x="564474" y="463826"/>
                    </a:lnTo>
                    <a:cubicBezTo>
                      <a:pt x="598568" y="455730"/>
                      <a:pt x="631822" y="444428"/>
                      <a:pt x="663791" y="430077"/>
                    </a:cubicBezTo>
                    <a:cubicBezTo>
                      <a:pt x="696188" y="415780"/>
                      <a:pt x="727842" y="399859"/>
                      <a:pt x="758640" y="382381"/>
                    </a:cubicBezTo>
                    <a:cubicBezTo>
                      <a:pt x="820946" y="347243"/>
                      <a:pt x="879389" y="305705"/>
                      <a:pt x="937168" y="263985"/>
                    </a:cubicBezTo>
                    <a:cubicBezTo>
                      <a:pt x="938786" y="262911"/>
                      <a:pt x="939245" y="260731"/>
                      <a:pt x="938194" y="259095"/>
                    </a:cubicBezTo>
                    <a:lnTo>
                      <a:pt x="937591" y="258492"/>
                    </a:lnTo>
                    <a:cubicBezTo>
                      <a:pt x="936420" y="257405"/>
                      <a:pt x="934668" y="257230"/>
                      <a:pt x="933304" y="258069"/>
                    </a:cubicBezTo>
                    <a:cubicBezTo>
                      <a:pt x="899917" y="282219"/>
                      <a:pt x="865805" y="304859"/>
                      <a:pt x="830667" y="326413"/>
                    </a:cubicBezTo>
                    <a:cubicBezTo>
                      <a:pt x="794720" y="348788"/>
                      <a:pt x="757667" y="369322"/>
                      <a:pt x="719638" y="387935"/>
                    </a:cubicBezTo>
                    <a:cubicBezTo>
                      <a:pt x="694214" y="400173"/>
                      <a:pt x="668132" y="410998"/>
                      <a:pt x="641513" y="420357"/>
                    </a:cubicBezTo>
                    <a:cubicBezTo>
                      <a:pt x="628109" y="425066"/>
                      <a:pt x="614646" y="429292"/>
                      <a:pt x="601001" y="433337"/>
                    </a:cubicBezTo>
                    <a:cubicBezTo>
                      <a:pt x="592850" y="435752"/>
                      <a:pt x="584639" y="437925"/>
                      <a:pt x="576368" y="439978"/>
                    </a:cubicBezTo>
                    <a:cubicBezTo>
                      <a:pt x="590496" y="415345"/>
                      <a:pt x="605046" y="390954"/>
                      <a:pt x="620019" y="366804"/>
                    </a:cubicBezTo>
                    <a:cubicBezTo>
                      <a:pt x="637407" y="338790"/>
                      <a:pt x="655157" y="310957"/>
                      <a:pt x="673451" y="283547"/>
                    </a:cubicBezTo>
                    <a:cubicBezTo>
                      <a:pt x="673451" y="284030"/>
                      <a:pt x="672787" y="284513"/>
                      <a:pt x="672485" y="285056"/>
                    </a:cubicBezTo>
                    <a:cubicBezTo>
                      <a:pt x="690760" y="257725"/>
                      <a:pt x="709597" y="230719"/>
                      <a:pt x="728996" y="204033"/>
                    </a:cubicBezTo>
                    <a:cubicBezTo>
                      <a:pt x="729599" y="203907"/>
                      <a:pt x="730179" y="203659"/>
                      <a:pt x="730686" y="203309"/>
                    </a:cubicBezTo>
                    <a:cubicBezTo>
                      <a:pt x="731109" y="203345"/>
                      <a:pt x="731531" y="203345"/>
                      <a:pt x="731954" y="203309"/>
                    </a:cubicBezTo>
                    <a:cubicBezTo>
                      <a:pt x="741010" y="203309"/>
                      <a:pt x="750066" y="203309"/>
                      <a:pt x="759183" y="202524"/>
                    </a:cubicBezTo>
                    <a:cubicBezTo>
                      <a:pt x="768300" y="201739"/>
                      <a:pt x="777296" y="200531"/>
                      <a:pt x="786110" y="198962"/>
                    </a:cubicBezTo>
                    <a:cubicBezTo>
                      <a:pt x="803637" y="195871"/>
                      <a:pt x="820880" y="191348"/>
                      <a:pt x="837670" y="185438"/>
                    </a:cubicBezTo>
                    <a:cubicBezTo>
                      <a:pt x="872193" y="173188"/>
                      <a:pt x="904614" y="155673"/>
                      <a:pt x="933787" y="133515"/>
                    </a:cubicBezTo>
                    <a:cubicBezTo>
                      <a:pt x="935321" y="132513"/>
                      <a:pt x="935749" y="130461"/>
                      <a:pt x="934753" y="128927"/>
                    </a:cubicBezTo>
                    <a:lnTo>
                      <a:pt x="934149" y="128263"/>
                    </a:lnTo>
                    <a:cubicBezTo>
                      <a:pt x="933045" y="127267"/>
                      <a:pt x="931408" y="127140"/>
                      <a:pt x="930165" y="127961"/>
                    </a:cubicBezTo>
                    <a:cubicBezTo>
                      <a:pt x="921754" y="134318"/>
                      <a:pt x="913060" y="140356"/>
                      <a:pt x="904083" y="146074"/>
                    </a:cubicBezTo>
                    <a:cubicBezTo>
                      <a:pt x="895449" y="151387"/>
                      <a:pt x="886453" y="156156"/>
                      <a:pt x="877276" y="160624"/>
                    </a:cubicBezTo>
                    <a:lnTo>
                      <a:pt x="877276" y="160624"/>
                    </a:lnTo>
                    <a:cubicBezTo>
                      <a:pt x="866010" y="166015"/>
                      <a:pt x="854412" y="170694"/>
                      <a:pt x="842561" y="174631"/>
                    </a:cubicBezTo>
                    <a:cubicBezTo>
                      <a:pt x="830703" y="178525"/>
                      <a:pt x="818604" y="181634"/>
                      <a:pt x="806336" y="183928"/>
                    </a:cubicBezTo>
                    <a:cubicBezTo>
                      <a:pt x="794363" y="186138"/>
                      <a:pt x="782264" y="187593"/>
                      <a:pt x="770111" y="188276"/>
                    </a:cubicBezTo>
                    <a:cubicBezTo>
                      <a:pt x="759968" y="188879"/>
                      <a:pt x="749825" y="188879"/>
                      <a:pt x="739923" y="188276"/>
                    </a:cubicBezTo>
                    <a:cubicBezTo>
                      <a:pt x="786255" y="125250"/>
                      <a:pt x="835980" y="64785"/>
                      <a:pt x="888868" y="7151"/>
                    </a:cubicBezTo>
                    <a:cubicBezTo>
                      <a:pt x="890317" y="5678"/>
                      <a:pt x="890293" y="3305"/>
                      <a:pt x="888820" y="1856"/>
                    </a:cubicBezTo>
                    <a:cubicBezTo>
                      <a:pt x="888699" y="1741"/>
                      <a:pt x="888578" y="1633"/>
                      <a:pt x="888445" y="1536"/>
                    </a:cubicBezTo>
                    <a:cubicBezTo>
                      <a:pt x="887063" y="-130"/>
                      <a:pt x="884588" y="-360"/>
                      <a:pt x="882921" y="1023"/>
                    </a:cubicBezTo>
                    <a:cubicBezTo>
                      <a:pt x="882734" y="1180"/>
                      <a:pt x="882565" y="1349"/>
                      <a:pt x="882408" y="1536"/>
                    </a:cubicBezTo>
                    <a:cubicBezTo>
                      <a:pt x="829399" y="58935"/>
                      <a:pt x="779089" y="118706"/>
                      <a:pt x="731471" y="180850"/>
                    </a:cubicBezTo>
                    <a:cubicBezTo>
                      <a:pt x="731471" y="173906"/>
                      <a:pt x="730686" y="166963"/>
                      <a:pt x="730565" y="160020"/>
                    </a:cubicBezTo>
                    <a:cubicBezTo>
                      <a:pt x="730565" y="146798"/>
                      <a:pt x="730565" y="133636"/>
                      <a:pt x="731471" y="120475"/>
                    </a:cubicBezTo>
                    <a:cubicBezTo>
                      <a:pt x="732787" y="100980"/>
                      <a:pt x="735287" y="81587"/>
                      <a:pt x="738957" y="62394"/>
                    </a:cubicBezTo>
                    <a:cubicBezTo>
                      <a:pt x="742640" y="43146"/>
                      <a:pt x="747392" y="24116"/>
                      <a:pt x="753206" y="5400"/>
                    </a:cubicBezTo>
                    <a:cubicBezTo>
                      <a:pt x="753483" y="4241"/>
                      <a:pt x="753091" y="3027"/>
                      <a:pt x="752179" y="2261"/>
                    </a:cubicBezTo>
                    <a:cubicBezTo>
                      <a:pt x="751733" y="1868"/>
                      <a:pt x="751189" y="1602"/>
                      <a:pt x="750610" y="1476"/>
                    </a:cubicBezTo>
                    <a:cubicBezTo>
                      <a:pt x="748823" y="1174"/>
                      <a:pt x="747108" y="2309"/>
                      <a:pt x="746685" y="4072"/>
                    </a:cubicBezTo>
                    <a:cubicBezTo>
                      <a:pt x="741777" y="19968"/>
                      <a:pt x="737430" y="36070"/>
                      <a:pt x="733644" y="52372"/>
                    </a:cubicBezTo>
                    <a:cubicBezTo>
                      <a:pt x="729901" y="68492"/>
                      <a:pt x="726882" y="84793"/>
                      <a:pt x="724468" y="101155"/>
                    </a:cubicBezTo>
                    <a:cubicBezTo>
                      <a:pt x="722131" y="117166"/>
                      <a:pt x="720598" y="133286"/>
                      <a:pt x="719879" y="149455"/>
                    </a:cubicBezTo>
                    <a:cubicBezTo>
                      <a:pt x="719185" y="164476"/>
                      <a:pt x="719607" y="179533"/>
                      <a:pt x="721147" y="194494"/>
                    </a:cubicBezTo>
                    <a:cubicBezTo>
                      <a:pt x="713902" y="204033"/>
                      <a:pt x="706596" y="213452"/>
                      <a:pt x="699472" y="223052"/>
                    </a:cubicBezTo>
                    <a:cubicBezTo>
                      <a:pt x="670172" y="262778"/>
                      <a:pt x="641875" y="303247"/>
                      <a:pt x="614585" y="344465"/>
                    </a:cubicBezTo>
                    <a:cubicBezTo>
                      <a:pt x="593031" y="377249"/>
                      <a:pt x="572323" y="410515"/>
                      <a:pt x="551795" y="443963"/>
                    </a:cubicBezTo>
                    <a:cubicBezTo>
                      <a:pt x="548475" y="435269"/>
                      <a:pt x="545335" y="426454"/>
                      <a:pt x="542618" y="417519"/>
                    </a:cubicBezTo>
                    <a:cubicBezTo>
                      <a:pt x="538754" y="404780"/>
                      <a:pt x="535615" y="391799"/>
                      <a:pt x="533019" y="378698"/>
                    </a:cubicBezTo>
                    <a:cubicBezTo>
                      <a:pt x="533049" y="378837"/>
                      <a:pt x="533049" y="378981"/>
                      <a:pt x="533019" y="379120"/>
                    </a:cubicBezTo>
                    <a:lnTo>
                      <a:pt x="533019" y="377913"/>
                    </a:lnTo>
                    <a:lnTo>
                      <a:pt x="533019" y="377913"/>
                    </a:lnTo>
                    <a:cubicBezTo>
                      <a:pt x="528925" y="355568"/>
                      <a:pt x="526547" y="332940"/>
                      <a:pt x="525895" y="310233"/>
                    </a:cubicBezTo>
                    <a:cubicBezTo>
                      <a:pt x="525049" y="286083"/>
                      <a:pt x="525895" y="261933"/>
                      <a:pt x="527343" y="238206"/>
                    </a:cubicBezTo>
                    <a:lnTo>
                      <a:pt x="527343" y="239171"/>
                    </a:lnTo>
                    <a:cubicBezTo>
                      <a:pt x="530544" y="190328"/>
                      <a:pt x="537124" y="141726"/>
                      <a:pt x="542075" y="93004"/>
                    </a:cubicBezTo>
                    <a:cubicBezTo>
                      <a:pt x="542244" y="91827"/>
                      <a:pt x="541839" y="90637"/>
                      <a:pt x="540988" y="89804"/>
                    </a:cubicBezTo>
                    <a:cubicBezTo>
                      <a:pt x="540560" y="89430"/>
                      <a:pt x="540040" y="89182"/>
                      <a:pt x="539479" y="89080"/>
                    </a:cubicBezTo>
                    <a:cubicBezTo>
                      <a:pt x="537668" y="88748"/>
                      <a:pt x="535917" y="89931"/>
                      <a:pt x="535554" y="91736"/>
                    </a:cubicBezTo>
                    <a:cubicBezTo>
                      <a:pt x="529215" y="153016"/>
                      <a:pt x="519797" y="214116"/>
                      <a:pt x="517140" y="275819"/>
                    </a:cubicBezTo>
                    <a:cubicBezTo>
                      <a:pt x="515770" y="306574"/>
                      <a:pt x="516699" y="337395"/>
                      <a:pt x="519917" y="368012"/>
                    </a:cubicBezTo>
                    <a:cubicBezTo>
                      <a:pt x="523051" y="399557"/>
                      <a:pt x="530314" y="430554"/>
                      <a:pt x="541532" y="460204"/>
                    </a:cubicBezTo>
                    <a:cubicBezTo>
                      <a:pt x="541532" y="460204"/>
                      <a:pt x="541532" y="460566"/>
                      <a:pt x="541894" y="460808"/>
                    </a:cubicBezTo>
                    <a:cubicBezTo>
                      <a:pt x="539238" y="465155"/>
                      <a:pt x="536521" y="469441"/>
                      <a:pt x="533924" y="473788"/>
                    </a:cubicBezTo>
                    <a:cubicBezTo>
                      <a:pt x="507420" y="517922"/>
                      <a:pt x="482787" y="563203"/>
                      <a:pt x="458637" y="608666"/>
                    </a:cubicBezTo>
                    <a:cubicBezTo>
                      <a:pt x="443785" y="636498"/>
                      <a:pt x="429717" y="664693"/>
                      <a:pt x="415892" y="693191"/>
                    </a:cubicBezTo>
                    <a:cubicBezTo>
                      <a:pt x="407620" y="677674"/>
                      <a:pt x="399470" y="662037"/>
                      <a:pt x="391742" y="646219"/>
                    </a:cubicBezTo>
                    <a:cubicBezTo>
                      <a:pt x="365316" y="592032"/>
                      <a:pt x="346207" y="534580"/>
                      <a:pt x="334929" y="475358"/>
                    </a:cubicBezTo>
                    <a:cubicBezTo>
                      <a:pt x="324568" y="419958"/>
                      <a:pt x="320119" y="363616"/>
                      <a:pt x="321646" y="307275"/>
                    </a:cubicBezTo>
                    <a:cubicBezTo>
                      <a:pt x="321646" y="305970"/>
                      <a:pt x="321073" y="304733"/>
                      <a:pt x="320076" y="303894"/>
                    </a:cubicBezTo>
                    <a:cubicBezTo>
                      <a:pt x="318006" y="301955"/>
                      <a:pt x="314758" y="302064"/>
                      <a:pt x="312826" y="304135"/>
                    </a:cubicBezTo>
                    <a:cubicBezTo>
                      <a:pt x="311878" y="305143"/>
                      <a:pt x="311377" y="306496"/>
                      <a:pt x="311443" y="307878"/>
                    </a:cubicBezTo>
                    <a:cubicBezTo>
                      <a:pt x="310525" y="343777"/>
                      <a:pt x="311696" y="379700"/>
                      <a:pt x="314945" y="415466"/>
                    </a:cubicBezTo>
                    <a:cubicBezTo>
                      <a:pt x="318241" y="450508"/>
                      <a:pt x="323609" y="485326"/>
                      <a:pt x="331005" y="519734"/>
                    </a:cubicBezTo>
                    <a:cubicBezTo>
                      <a:pt x="334687" y="536940"/>
                      <a:pt x="339276" y="554027"/>
                      <a:pt x="344106" y="570931"/>
                    </a:cubicBezTo>
                    <a:cubicBezTo>
                      <a:pt x="348936" y="587836"/>
                      <a:pt x="354430" y="604741"/>
                      <a:pt x="360347" y="621344"/>
                    </a:cubicBezTo>
                    <a:cubicBezTo>
                      <a:pt x="371975" y="654520"/>
                      <a:pt x="386797" y="686483"/>
                      <a:pt x="404601" y="716797"/>
                    </a:cubicBezTo>
                    <a:cubicBezTo>
                      <a:pt x="399530" y="727423"/>
                      <a:pt x="394338" y="737928"/>
                      <a:pt x="389387" y="748615"/>
                    </a:cubicBezTo>
                    <a:cubicBezTo>
                      <a:pt x="349781" y="834226"/>
                      <a:pt x="314522" y="921770"/>
                      <a:pt x="282765" y="1010581"/>
                    </a:cubicBezTo>
                    <a:cubicBezTo>
                      <a:pt x="282288" y="1010026"/>
                      <a:pt x="281847" y="1009440"/>
                      <a:pt x="281437" y="1008830"/>
                    </a:cubicBezTo>
                    <a:lnTo>
                      <a:pt x="266584" y="988665"/>
                    </a:lnTo>
                    <a:cubicBezTo>
                      <a:pt x="256743" y="975202"/>
                      <a:pt x="247325" y="961436"/>
                      <a:pt x="238208" y="947550"/>
                    </a:cubicBezTo>
                    <a:cubicBezTo>
                      <a:pt x="229092" y="933664"/>
                      <a:pt x="220096" y="918510"/>
                      <a:pt x="211342" y="903657"/>
                    </a:cubicBezTo>
                    <a:cubicBezTo>
                      <a:pt x="202587" y="888805"/>
                      <a:pt x="195463" y="874315"/>
                      <a:pt x="188158" y="859342"/>
                    </a:cubicBezTo>
                    <a:cubicBezTo>
                      <a:pt x="167793" y="817720"/>
                      <a:pt x="152742" y="773706"/>
                      <a:pt x="143360" y="728329"/>
                    </a:cubicBezTo>
                    <a:cubicBezTo>
                      <a:pt x="138499" y="703810"/>
                      <a:pt x="136030" y="678882"/>
                      <a:pt x="135994" y="653886"/>
                    </a:cubicBezTo>
                    <a:cubicBezTo>
                      <a:pt x="135976" y="652926"/>
                      <a:pt x="135535" y="652015"/>
                      <a:pt x="134786" y="651411"/>
                    </a:cubicBezTo>
                    <a:cubicBezTo>
                      <a:pt x="133150" y="650143"/>
                      <a:pt x="130801" y="650439"/>
                      <a:pt x="129533" y="652075"/>
                    </a:cubicBezTo>
                    <a:cubicBezTo>
                      <a:pt x="129026" y="652733"/>
                      <a:pt x="128749" y="653536"/>
                      <a:pt x="128749" y="654370"/>
                    </a:cubicBezTo>
                    <a:cubicBezTo>
                      <a:pt x="129105" y="686247"/>
                      <a:pt x="132582" y="718017"/>
                      <a:pt x="139133" y="749218"/>
                    </a:cubicBezTo>
                    <a:cubicBezTo>
                      <a:pt x="145799" y="783046"/>
                      <a:pt x="155000" y="816331"/>
                      <a:pt x="166664" y="848777"/>
                    </a:cubicBezTo>
                    <a:cubicBezTo>
                      <a:pt x="172702" y="865198"/>
                      <a:pt x="179041" y="881318"/>
                      <a:pt x="186226" y="897077"/>
                    </a:cubicBezTo>
                    <a:cubicBezTo>
                      <a:pt x="193410" y="912834"/>
                      <a:pt x="201078" y="928833"/>
                      <a:pt x="209530" y="944229"/>
                    </a:cubicBezTo>
                    <a:cubicBezTo>
                      <a:pt x="225397" y="973807"/>
                      <a:pt x="244735" y="1001392"/>
                      <a:pt x="267128" y="1026399"/>
                    </a:cubicBezTo>
                    <a:cubicBezTo>
                      <a:pt x="269241" y="1028694"/>
                      <a:pt x="271475" y="1030928"/>
                      <a:pt x="273709" y="1033101"/>
                    </a:cubicBezTo>
                    <a:lnTo>
                      <a:pt x="275098" y="1034308"/>
                    </a:lnTo>
                    <a:cubicBezTo>
                      <a:pt x="274614" y="1035757"/>
                      <a:pt x="274071" y="1037146"/>
                      <a:pt x="273528" y="1038535"/>
                    </a:cubicBezTo>
                    <a:cubicBezTo>
                      <a:pt x="239030" y="1137362"/>
                      <a:pt x="209923" y="1237995"/>
                      <a:pt x="186346" y="1339986"/>
                    </a:cubicBezTo>
                    <a:cubicBezTo>
                      <a:pt x="168717" y="1318010"/>
                      <a:pt x="151570" y="1295611"/>
                      <a:pt x="135752" y="1272306"/>
                    </a:cubicBezTo>
                    <a:cubicBezTo>
                      <a:pt x="115665" y="1242517"/>
                      <a:pt x="97788" y="1211303"/>
                      <a:pt x="82260" y="1178906"/>
                    </a:cubicBezTo>
                    <a:lnTo>
                      <a:pt x="82260" y="1179329"/>
                    </a:lnTo>
                    <a:cubicBezTo>
                      <a:pt x="64280" y="1141570"/>
                      <a:pt x="48987" y="1102592"/>
                      <a:pt x="36496" y="1062685"/>
                    </a:cubicBezTo>
                    <a:cubicBezTo>
                      <a:pt x="36303" y="1061996"/>
                      <a:pt x="35904" y="1061387"/>
                      <a:pt x="35349" y="1060934"/>
                    </a:cubicBezTo>
                    <a:cubicBezTo>
                      <a:pt x="34208" y="1059889"/>
                      <a:pt x="32590" y="1059545"/>
                      <a:pt x="31123" y="1060028"/>
                    </a:cubicBezTo>
                    <a:cubicBezTo>
                      <a:pt x="28907" y="1060771"/>
                      <a:pt x="27718" y="1063168"/>
                      <a:pt x="28460" y="1065377"/>
                    </a:cubicBezTo>
                    <a:cubicBezTo>
                      <a:pt x="28460" y="1065383"/>
                      <a:pt x="28466" y="1065395"/>
                      <a:pt x="28466" y="1065401"/>
                    </a:cubicBezTo>
                    <a:cubicBezTo>
                      <a:pt x="36919" y="1092630"/>
                      <a:pt x="46035" y="1119739"/>
                      <a:pt x="56420" y="1146304"/>
                    </a:cubicBezTo>
                    <a:cubicBezTo>
                      <a:pt x="66804" y="1172869"/>
                      <a:pt x="78155" y="1199071"/>
                      <a:pt x="90592" y="1224791"/>
                    </a:cubicBezTo>
                    <a:cubicBezTo>
                      <a:pt x="103138" y="1250704"/>
                      <a:pt x="117145" y="1275880"/>
                      <a:pt x="132552" y="1300199"/>
                    </a:cubicBezTo>
                    <a:cubicBezTo>
                      <a:pt x="146819" y="1322713"/>
                      <a:pt x="163174" y="1343838"/>
                      <a:pt x="181396" y="1363291"/>
                    </a:cubicBezTo>
                    <a:cubicBezTo>
                      <a:pt x="162999" y="1446554"/>
                      <a:pt x="148890" y="1530705"/>
                      <a:pt x="139133" y="1615417"/>
                    </a:cubicBezTo>
                    <a:cubicBezTo>
                      <a:pt x="136718" y="1612881"/>
                      <a:pt x="134243" y="1610345"/>
                      <a:pt x="131888" y="1607688"/>
                    </a:cubicBezTo>
                    <a:cubicBezTo>
                      <a:pt x="103174" y="1572695"/>
                      <a:pt x="79108" y="1534140"/>
                      <a:pt x="60284" y="1492976"/>
                    </a:cubicBezTo>
                    <a:lnTo>
                      <a:pt x="60887" y="1494244"/>
                    </a:lnTo>
                    <a:cubicBezTo>
                      <a:pt x="41628" y="1454095"/>
                      <a:pt x="25025" y="1412799"/>
                      <a:pt x="6550" y="1372226"/>
                    </a:cubicBezTo>
                    <a:cubicBezTo>
                      <a:pt x="6278" y="1371683"/>
                      <a:pt x="5910" y="1371194"/>
                      <a:pt x="5463" y="1370777"/>
                    </a:cubicBezTo>
                    <a:cubicBezTo>
                      <a:pt x="4636" y="1370005"/>
                      <a:pt x="3441" y="1369769"/>
                      <a:pt x="2384" y="1370174"/>
                    </a:cubicBezTo>
                    <a:cubicBezTo>
                      <a:pt x="627" y="1370747"/>
                      <a:pt x="-345" y="1372631"/>
                      <a:pt x="211" y="1374400"/>
                    </a:cubicBezTo>
                    <a:cubicBezTo>
                      <a:pt x="10293" y="1396739"/>
                      <a:pt x="19229" y="1419621"/>
                      <a:pt x="28285" y="1442442"/>
                    </a:cubicBezTo>
                    <a:cubicBezTo>
                      <a:pt x="38126" y="1467317"/>
                      <a:pt x="47907" y="1492191"/>
                      <a:pt x="58472" y="1516703"/>
                    </a:cubicBezTo>
                    <a:cubicBezTo>
                      <a:pt x="68893" y="1540847"/>
                      <a:pt x="80998" y="1564231"/>
                      <a:pt x="94697" y="1586678"/>
                    </a:cubicBezTo>
                    <a:cubicBezTo>
                      <a:pt x="106307" y="1605467"/>
                      <a:pt x="120133" y="1622801"/>
                      <a:pt x="135873" y="1638298"/>
                    </a:cubicBezTo>
                    <a:cubicBezTo>
                      <a:pt x="135873" y="1639023"/>
                      <a:pt x="135873" y="1639808"/>
                      <a:pt x="135873" y="1640593"/>
                    </a:cubicBezTo>
                    <a:cubicBezTo>
                      <a:pt x="127837" y="1716967"/>
                      <a:pt x="124106" y="1793703"/>
                      <a:pt x="124704" y="1870500"/>
                    </a:cubicBezTo>
                    <a:cubicBezTo>
                      <a:pt x="124987" y="1908054"/>
                      <a:pt x="126593" y="1945546"/>
                      <a:pt x="129533" y="1983039"/>
                    </a:cubicBezTo>
                    <a:cubicBezTo>
                      <a:pt x="131043" y="2001151"/>
                      <a:pt x="132552" y="2019264"/>
                      <a:pt x="134364" y="2036954"/>
                    </a:cubicBezTo>
                    <a:cubicBezTo>
                      <a:pt x="136356" y="2055791"/>
                      <a:pt x="138952" y="2074446"/>
                      <a:pt x="141186" y="2093162"/>
                    </a:cubicBezTo>
                    <a:cubicBezTo>
                      <a:pt x="141657" y="2097691"/>
                      <a:pt x="143812" y="2101857"/>
                      <a:pt x="147224" y="2104876"/>
                    </a:cubicBezTo>
                    <a:cubicBezTo>
                      <a:pt x="154257" y="2111155"/>
                      <a:pt x="165058" y="2110551"/>
                      <a:pt x="171349" y="2103548"/>
                    </a:cubicBezTo>
                    <a:cubicBezTo>
                      <a:pt x="174416" y="2100106"/>
                      <a:pt x="175968" y="2095578"/>
                      <a:pt x="175660" y="2090989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" name="" descr="5a3e43da-e599-42b9-a273-5f8c45195e94"/>
              <p:cNvSpPr/>
              <p:nvPr/>
            </p:nvSpPr>
            <p:spPr>
              <a:xfrm>
                <a:off x="4251958" y="5395125"/>
                <a:ext cx="26" cy="845"/>
              </a:xfrm>
              <a:custGeom>
                <a:gdLst>
                  <a:gd name="connsiteX0" fmla="*/ 81 w 26"/>
                  <a:gd name="connsiteY0" fmla="*/ 965 h 845"/>
                  <a:gd name="connsiteX1" fmla="*/ 81 w 26"/>
                  <a:gd name="connsiteY1" fmla="*/ 119 h 845"/>
                  <a:gd name="connsiteX2" fmla="*/ 81 w 26"/>
                  <a:gd name="connsiteY2" fmla="*/ 119 h 845"/>
                  <a:gd name="connsiteX3" fmla="*/ 81 w 26"/>
                  <a:gd name="connsiteY3" fmla="*/ 965 h 84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" h="845">
                    <a:moveTo>
                      <a:pt x="81" y="965"/>
                    </a:moveTo>
                    <a:lnTo>
                      <a:pt x="81" y="119"/>
                    </a:lnTo>
                    <a:lnTo>
                      <a:pt x="81" y="119"/>
                    </a:lnTo>
                    <a:cubicBezTo>
                      <a:pt x="81" y="119"/>
                      <a:pt x="21" y="663"/>
                      <a:pt x="81" y="965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" name="" descr="7b8c0ffa-74e2-4236-bf2c-dc0543b17bd9"/>
              <p:cNvSpPr/>
              <p:nvPr/>
            </p:nvSpPr>
            <p:spPr>
              <a:xfrm>
                <a:off x="3066017" y="4497224"/>
                <a:ext cx="264743" cy="427158"/>
              </a:xfrm>
              <a:custGeom>
                <a:gdLst>
                  <a:gd name="connsiteX0" fmla="*/ 187241 w 264743"/>
                  <a:gd name="connsiteY0" fmla="*/ 417014 h 427158"/>
                  <a:gd name="connsiteX1" fmla="*/ 264641 w 264743"/>
                  <a:gd name="connsiteY1" fmla="*/ 177265 h 427158"/>
                  <a:gd name="connsiteX2" fmla="*/ 198229 w 264743"/>
                  <a:gd name="connsiteY2" fmla="*/ 14736 h 427158"/>
                  <a:gd name="connsiteX3" fmla="*/ 24711 w 264743"/>
                  <a:gd name="connsiteY3" fmla="*/ 68107 h 427158"/>
                  <a:gd name="connsiteX4" fmla="*/ 20908 w 264743"/>
                  <a:gd name="connsiteY4" fmla="*/ 262333 h 427158"/>
                  <a:gd name="connsiteX5" fmla="*/ 135620 w 264743"/>
                  <a:gd name="connsiteY5" fmla="*/ 427277 h 427158"/>
                  <a:gd name="connsiteX6" fmla="*/ 187241 w 264743"/>
                  <a:gd name="connsiteY6" fmla="*/ 417014 h 42715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4743" h="427158">
                    <a:moveTo>
                      <a:pt x="187241" y="417014"/>
                    </a:moveTo>
                    <a:cubicBezTo>
                      <a:pt x="234937" y="345898"/>
                      <a:pt x="261749" y="262847"/>
                      <a:pt x="264641" y="177265"/>
                    </a:cubicBezTo>
                    <a:cubicBezTo>
                      <a:pt x="266573" y="115864"/>
                      <a:pt x="250936" y="46312"/>
                      <a:pt x="198229" y="14736"/>
                    </a:cubicBezTo>
                    <a:cubicBezTo>
                      <a:pt x="140631" y="-19859"/>
                      <a:pt x="59367" y="10570"/>
                      <a:pt x="24711" y="68107"/>
                    </a:cubicBezTo>
                    <a:cubicBezTo>
                      <a:pt x="-9944" y="125644"/>
                      <a:pt x="-5114" y="200389"/>
                      <a:pt x="20908" y="262333"/>
                    </a:cubicBezTo>
                    <a:cubicBezTo>
                      <a:pt x="46930" y="324278"/>
                      <a:pt x="91547" y="376321"/>
                      <a:pt x="135620" y="427277"/>
                    </a:cubicBezTo>
                    <a:cubicBezTo>
                      <a:pt x="152586" y="425647"/>
                      <a:pt x="169853" y="418644"/>
                      <a:pt x="187241" y="417014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9" name="" descr="7a53d5e7-35bb-4ba2-b4ad-bc76376b397b"/>
              <p:cNvSpPr/>
              <p:nvPr/>
            </p:nvSpPr>
            <p:spPr>
              <a:xfrm>
                <a:off x="3262622" y="4644850"/>
                <a:ext cx="393900" cy="309890"/>
              </a:xfrm>
              <a:custGeom>
                <a:gdLst>
                  <a:gd name="connsiteX0" fmla="*/ 33321 w 393900"/>
                  <a:gd name="connsiteY0" fmla="*/ 307605 h 309890"/>
                  <a:gd name="connsiteX1" fmla="*/ 281401 w 393900"/>
                  <a:gd name="connsiteY1" fmla="*/ 263471 h 309890"/>
                  <a:gd name="connsiteX2" fmla="*/ 393819 w 393900"/>
                  <a:gd name="connsiteY2" fmla="*/ 128654 h 309890"/>
                  <a:gd name="connsiteX3" fmla="*/ 265281 w 393900"/>
                  <a:gd name="connsiteY3" fmla="*/ 358 h 309890"/>
                  <a:gd name="connsiteX4" fmla="*/ 91945 w 393900"/>
                  <a:gd name="connsiteY4" fmla="*/ 88142 h 309890"/>
                  <a:gd name="connsiteX5" fmla="*/ 54 w 393900"/>
                  <a:gd name="connsiteY5" fmla="*/ 266671 h 309890"/>
                  <a:gd name="connsiteX6" fmla="*/ 33321 w 393900"/>
                  <a:gd name="connsiteY6" fmla="*/ 307605 h 30989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3900" h="309890">
                    <a:moveTo>
                      <a:pt x="33321" y="307605"/>
                    </a:moveTo>
                    <a:cubicBezTo>
                      <a:pt x="118516" y="316366"/>
                      <a:pt x="204459" y="301079"/>
                      <a:pt x="281401" y="263471"/>
                    </a:cubicBezTo>
                    <a:cubicBezTo>
                      <a:pt x="336523" y="236423"/>
                      <a:pt x="390619" y="189995"/>
                      <a:pt x="393819" y="128654"/>
                    </a:cubicBezTo>
                    <a:cubicBezTo>
                      <a:pt x="397321" y="61517"/>
                      <a:pt x="332357" y="4040"/>
                      <a:pt x="265281" y="358"/>
                    </a:cubicBezTo>
                    <a:cubicBezTo>
                      <a:pt x="198205" y="-3325"/>
                      <a:pt x="134449" y="36099"/>
                      <a:pt x="91945" y="88142"/>
                    </a:cubicBezTo>
                    <a:cubicBezTo>
                      <a:pt x="49441" y="140186"/>
                      <a:pt x="24385" y="204002"/>
                      <a:pt x="54" y="266671"/>
                    </a:cubicBezTo>
                    <a:cubicBezTo>
                      <a:pt x="9533" y="281161"/>
                      <a:pt x="23842" y="292813"/>
                      <a:pt x="33321" y="307605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" name="" descr="7b820c72-4fb3-4257-86e3-e44575815798"/>
              <p:cNvSpPr/>
              <p:nvPr/>
            </p:nvSpPr>
            <p:spPr>
              <a:xfrm>
                <a:off x="3282304" y="4950073"/>
                <a:ext cx="392597" cy="303036"/>
              </a:xfrm>
              <a:custGeom>
                <a:gdLst>
                  <a:gd name="connsiteX0" fmla="*/ 54 w 392597"/>
                  <a:gd name="connsiteY0" fmla="*/ 58108 h 303036"/>
                  <a:gd name="connsiteX1" fmla="*/ 155339 w 392597"/>
                  <a:gd name="connsiteY1" fmla="*/ 256499 h 303036"/>
                  <a:gd name="connsiteX2" fmla="*/ 327165 w 392597"/>
                  <a:gd name="connsiteY2" fmla="*/ 292724 h 303036"/>
                  <a:gd name="connsiteX3" fmla="*/ 380114 w 392597"/>
                  <a:gd name="connsiteY3" fmla="*/ 119026 h 303036"/>
                  <a:gd name="connsiteX4" fmla="*/ 221328 w 392597"/>
                  <a:gd name="connsiteY4" fmla="*/ 7151 h 303036"/>
                  <a:gd name="connsiteX5" fmla="*/ 20582 w 392597"/>
                  <a:gd name="connsiteY5" fmla="*/ 9687 h 303036"/>
                  <a:gd name="connsiteX6" fmla="*/ 54 w 392597"/>
                  <a:gd name="connsiteY6" fmla="*/ 58108 h 30303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2597" h="303036">
                    <a:moveTo>
                      <a:pt x="54" y="58108"/>
                    </a:moveTo>
                    <a:cubicBezTo>
                      <a:pt x="32240" y="137464"/>
                      <a:pt x="86040" y="206195"/>
                      <a:pt x="155339" y="256499"/>
                    </a:cubicBezTo>
                    <a:cubicBezTo>
                      <a:pt x="205148" y="292724"/>
                      <a:pt x="271500" y="318505"/>
                      <a:pt x="327165" y="292724"/>
                    </a:cubicBezTo>
                    <a:cubicBezTo>
                      <a:pt x="388084" y="264288"/>
                      <a:pt x="408370" y="180005"/>
                      <a:pt x="380114" y="119026"/>
                    </a:cubicBezTo>
                    <a:cubicBezTo>
                      <a:pt x="351859" y="58047"/>
                      <a:pt x="287258" y="20253"/>
                      <a:pt x="221328" y="7151"/>
                    </a:cubicBezTo>
                    <a:cubicBezTo>
                      <a:pt x="155399" y="-5950"/>
                      <a:pt x="87296" y="1838"/>
                      <a:pt x="20582" y="9687"/>
                    </a:cubicBezTo>
                    <a:cubicBezTo>
                      <a:pt x="12190" y="24721"/>
                      <a:pt x="8386" y="42893"/>
                      <a:pt x="54" y="58108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1" name="" descr="53c80c45-508c-4d9e-acce-e8545a38d3d4"/>
              <p:cNvSpPr/>
              <p:nvPr/>
            </p:nvSpPr>
            <p:spPr>
              <a:xfrm>
                <a:off x="3121126" y="5017418"/>
                <a:ext cx="265693" cy="424511"/>
              </a:xfrm>
              <a:custGeom>
                <a:gdLst>
                  <a:gd name="connsiteX0" fmla="*/ 105567 w 265693"/>
                  <a:gd name="connsiteY0" fmla="*/ 4770 h 424511"/>
                  <a:gd name="connsiteX1" fmla="*/ 2929 w 265693"/>
                  <a:gd name="connsiteY1" fmla="*/ 234980 h 424511"/>
                  <a:gd name="connsiteX2" fmla="*/ 51712 w 265693"/>
                  <a:gd name="connsiteY2" fmla="*/ 403667 h 424511"/>
                  <a:gd name="connsiteX3" fmla="*/ 229939 w 265693"/>
                  <a:gd name="connsiteY3" fmla="*/ 368951 h 424511"/>
                  <a:gd name="connsiteX4" fmla="*/ 254089 w 265693"/>
                  <a:gd name="connsiteY4" fmla="*/ 176235 h 424511"/>
                  <a:gd name="connsiteX5" fmla="*/ 157489 w 265693"/>
                  <a:gd name="connsiteY5" fmla="*/ 121 h 424511"/>
                  <a:gd name="connsiteX6" fmla="*/ 105567 w 265693"/>
                  <a:gd name="connsiteY6" fmla="*/ 4770 h 42451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5693" h="424511">
                    <a:moveTo>
                      <a:pt x="105567" y="4770"/>
                    </a:moveTo>
                    <a:cubicBezTo>
                      <a:pt x="50517" y="70410"/>
                      <a:pt x="14962" y="150159"/>
                      <a:pt x="2929" y="234980"/>
                    </a:cubicBezTo>
                    <a:cubicBezTo>
                      <a:pt x="-5523" y="295838"/>
                      <a:pt x="2929" y="366657"/>
                      <a:pt x="51712" y="403667"/>
                    </a:cubicBezTo>
                    <a:cubicBezTo>
                      <a:pt x="105386" y="444118"/>
                      <a:pt x="189367" y="422504"/>
                      <a:pt x="229939" y="368951"/>
                    </a:cubicBezTo>
                    <a:cubicBezTo>
                      <a:pt x="270511" y="315399"/>
                      <a:pt x="273650" y="240594"/>
                      <a:pt x="254089" y="176235"/>
                    </a:cubicBezTo>
                    <a:cubicBezTo>
                      <a:pt x="234527" y="111875"/>
                      <a:pt x="195948" y="55485"/>
                      <a:pt x="157489" y="121"/>
                    </a:cubicBezTo>
                    <a:cubicBezTo>
                      <a:pt x="140826" y="1"/>
                      <a:pt x="122955" y="5132"/>
                      <a:pt x="105567" y="4770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" name="" descr="01fc24ae-3656-451c-b9c0-eb42271d9b49"/>
              <p:cNvSpPr/>
              <p:nvPr/>
            </p:nvSpPr>
            <p:spPr>
              <a:xfrm>
                <a:off x="2809474" y="4969858"/>
                <a:ext cx="407383" cy="292940"/>
              </a:xfrm>
              <a:custGeom>
                <a:gdLst>
                  <a:gd name="connsiteX0" fmla="*/ 378700 w 407383"/>
                  <a:gd name="connsiteY0" fmla="*/ 10068 h 292940"/>
                  <a:gd name="connsiteX1" fmla="*/ 127359 w 407383"/>
                  <a:gd name="connsiteY1" fmla="*/ 27697 h 292940"/>
                  <a:gd name="connsiteX2" fmla="*/ 1297 w 407383"/>
                  <a:gd name="connsiteY2" fmla="*/ 149896 h 292940"/>
                  <a:gd name="connsiteX3" fmla="*/ 115526 w 407383"/>
                  <a:gd name="connsiteY3" fmla="*/ 290992 h 292940"/>
                  <a:gd name="connsiteX4" fmla="*/ 297194 w 407383"/>
                  <a:gd name="connsiteY4" fmla="*/ 222104 h 292940"/>
                  <a:gd name="connsiteX5" fmla="*/ 407438 w 407383"/>
                  <a:gd name="connsiteY5" fmla="*/ 54323 h 292940"/>
                  <a:gd name="connsiteX6" fmla="*/ 378700 w 407383"/>
                  <a:gd name="connsiteY6" fmla="*/ 10068 h 29294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7383" h="292940">
                    <a:moveTo>
                      <a:pt x="378700" y="10068"/>
                    </a:moveTo>
                    <a:cubicBezTo>
                      <a:pt x="294924" y="-7695"/>
                      <a:pt x="207839" y="-1585"/>
                      <a:pt x="127359" y="27697"/>
                    </a:cubicBezTo>
                    <a:cubicBezTo>
                      <a:pt x="69641" y="48768"/>
                      <a:pt x="10957" y="89219"/>
                      <a:pt x="1297" y="149896"/>
                    </a:cubicBezTo>
                    <a:cubicBezTo>
                      <a:pt x="-9269" y="216308"/>
                      <a:pt x="49174" y="280245"/>
                      <a:pt x="115526" y="290992"/>
                    </a:cubicBezTo>
                    <a:cubicBezTo>
                      <a:pt x="181878" y="301739"/>
                      <a:pt x="249377" y="269378"/>
                      <a:pt x="297194" y="222104"/>
                    </a:cubicBezTo>
                    <a:cubicBezTo>
                      <a:pt x="345011" y="174831"/>
                      <a:pt x="376587" y="114033"/>
                      <a:pt x="407438" y="54323"/>
                    </a:cubicBezTo>
                    <a:cubicBezTo>
                      <a:pt x="399529" y="38746"/>
                      <a:pt x="386609" y="25403"/>
                      <a:pt x="378700" y="10068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3" name="" descr="470b96af-586a-48fb-9a77-d22b154af0b5"/>
              <p:cNvSpPr/>
              <p:nvPr/>
            </p:nvSpPr>
            <p:spPr>
              <a:xfrm>
                <a:off x="2802453" y="4701980"/>
                <a:ext cx="398646" cy="296359"/>
              </a:xfrm>
              <a:custGeom>
                <a:gdLst>
                  <a:gd name="connsiteX0" fmla="*/ 398701 w 398646"/>
                  <a:gd name="connsiteY0" fmla="*/ 229947 h 296359"/>
                  <a:gd name="connsiteX1" fmla="*/ 233032 w 398646"/>
                  <a:gd name="connsiteY1" fmla="*/ 40189 h 296359"/>
                  <a:gd name="connsiteX2" fmla="*/ 59515 w 398646"/>
                  <a:gd name="connsiteY2" fmla="*/ 13443 h 296359"/>
                  <a:gd name="connsiteX3" fmla="*/ 15925 w 398646"/>
                  <a:gd name="connsiteY3" fmla="*/ 189738 h 296359"/>
                  <a:gd name="connsiteX4" fmla="*/ 180506 w 398646"/>
                  <a:gd name="connsiteY4" fmla="*/ 292918 h 296359"/>
                  <a:gd name="connsiteX5" fmla="*/ 380830 w 398646"/>
                  <a:gd name="connsiteY5" fmla="*/ 279636 h 296359"/>
                  <a:gd name="connsiteX6" fmla="*/ 398701 w 398646"/>
                  <a:gd name="connsiteY6" fmla="*/ 229947 h 29635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8646" h="296359">
                    <a:moveTo>
                      <a:pt x="398701" y="229947"/>
                    </a:moveTo>
                    <a:cubicBezTo>
                      <a:pt x="362289" y="152457"/>
                      <a:pt x="304903" y="86720"/>
                      <a:pt x="233032" y="40189"/>
                    </a:cubicBezTo>
                    <a:cubicBezTo>
                      <a:pt x="181352" y="6923"/>
                      <a:pt x="113732" y="-15476"/>
                      <a:pt x="59515" y="13443"/>
                    </a:cubicBezTo>
                    <a:cubicBezTo>
                      <a:pt x="167" y="45080"/>
                      <a:pt x="-15531" y="130329"/>
                      <a:pt x="15925" y="189738"/>
                    </a:cubicBezTo>
                    <a:cubicBezTo>
                      <a:pt x="47380" y="249147"/>
                      <a:pt x="113973" y="283379"/>
                      <a:pt x="180506" y="292918"/>
                    </a:cubicBezTo>
                    <a:cubicBezTo>
                      <a:pt x="247039" y="302458"/>
                      <a:pt x="314599" y="291047"/>
                      <a:pt x="380830" y="279636"/>
                    </a:cubicBezTo>
                    <a:cubicBezTo>
                      <a:pt x="388377" y="263999"/>
                      <a:pt x="391215" y="245585"/>
                      <a:pt x="398701" y="229947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" name="" descr="1da02eed-a738-4b9b-8f57-973bd0b8a362"/>
              <p:cNvSpPr/>
              <p:nvPr/>
            </p:nvSpPr>
            <p:spPr>
              <a:xfrm>
                <a:off x="3154554" y="4880696"/>
                <a:ext cx="176331" cy="176329"/>
              </a:xfrm>
              <a:custGeom>
                <a:gdLst>
                  <a:gd name="connsiteX0" fmla="*/ 174414 w 176331"/>
                  <a:gd name="connsiteY0" fmla="*/ 69827 h 176329"/>
                  <a:gd name="connsiteX1" fmla="*/ 106680 w 176331"/>
                  <a:gd name="connsiteY1" fmla="*/ 174475 h 176329"/>
                  <a:gd name="connsiteX2" fmla="*/ 2026 w 176331"/>
                  <a:gd name="connsiteY2" fmla="*/ 106741 h 176329"/>
                  <a:gd name="connsiteX3" fmla="*/ 69766 w 176331"/>
                  <a:gd name="connsiteY3" fmla="*/ 2093 h 176329"/>
                  <a:gd name="connsiteX4" fmla="*/ 69784 w 176331"/>
                  <a:gd name="connsiteY4" fmla="*/ 2086 h 176329"/>
                  <a:gd name="connsiteX5" fmla="*/ 174414 w 176331"/>
                  <a:gd name="connsiteY5" fmla="*/ 69827 h 17632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6331" h="176329">
                    <a:moveTo>
                      <a:pt x="174414" y="69827"/>
                    </a:moveTo>
                    <a:cubicBezTo>
                      <a:pt x="184605" y="117433"/>
                      <a:pt x="154279" y="164284"/>
                      <a:pt x="106680" y="174475"/>
                    </a:cubicBezTo>
                    <a:cubicBezTo>
                      <a:pt x="59074" y="184672"/>
                      <a:pt x="12223" y="154346"/>
                      <a:pt x="2026" y="106741"/>
                    </a:cubicBezTo>
                    <a:cubicBezTo>
                      <a:pt x="-8165" y="59141"/>
                      <a:pt x="22161" y="12284"/>
                      <a:pt x="69766" y="2093"/>
                    </a:cubicBezTo>
                    <a:cubicBezTo>
                      <a:pt x="69773" y="2093"/>
                      <a:pt x="69779" y="2086"/>
                      <a:pt x="69784" y="2086"/>
                    </a:cubicBezTo>
                    <a:cubicBezTo>
                      <a:pt x="117384" y="-8093"/>
                      <a:pt x="164223" y="22234"/>
                      <a:pt x="174414" y="69827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" name="" descr="eafecc20-9fbb-4435-8223-9899191dd473"/>
              <p:cNvSpPr/>
              <p:nvPr/>
            </p:nvSpPr>
            <p:spPr>
              <a:xfrm>
                <a:off x="2877612" y="4790652"/>
                <a:ext cx="268668" cy="120629"/>
              </a:xfrm>
              <a:custGeom>
                <a:gdLst>
                  <a:gd name="connsiteX0" fmla="*/ 54 w 268668"/>
                  <a:gd name="connsiteY0" fmla="*/ 119 h 120629"/>
                  <a:gd name="connsiteX1" fmla="*/ 138917 w 268668"/>
                  <a:gd name="connsiteY1" fmla="*/ 50472 h 120629"/>
                  <a:gd name="connsiteX2" fmla="*/ 268723 w 268668"/>
                  <a:gd name="connsiteY2" fmla="*/ 120748 h 120629"/>
                  <a:gd name="connsiteX3" fmla="*/ 129860 w 268668"/>
                  <a:gd name="connsiteY3" fmla="*/ 70396 h 120629"/>
                  <a:gd name="connsiteX4" fmla="*/ 54 w 268668"/>
                  <a:gd name="connsiteY4" fmla="*/ 119 h 12062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668" h="120628">
                    <a:moveTo>
                      <a:pt x="54" y="119"/>
                    </a:moveTo>
                    <a:cubicBezTo>
                      <a:pt x="47660" y="13016"/>
                      <a:pt x="94106" y="29860"/>
                      <a:pt x="138917" y="50472"/>
                    </a:cubicBezTo>
                    <a:cubicBezTo>
                      <a:pt x="184095" y="70178"/>
                      <a:pt x="227523" y="93688"/>
                      <a:pt x="268723" y="120748"/>
                    </a:cubicBezTo>
                    <a:cubicBezTo>
                      <a:pt x="221105" y="107889"/>
                      <a:pt x="174652" y="91044"/>
                      <a:pt x="129860" y="70396"/>
                    </a:cubicBezTo>
                    <a:cubicBezTo>
                      <a:pt x="84718" y="50611"/>
                      <a:pt x="41296" y="27107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6" name="" descr="62a5d28b-8efa-4b56-be5e-f827899266fa"/>
              <p:cNvSpPr/>
              <p:nvPr/>
            </p:nvSpPr>
            <p:spPr>
              <a:xfrm>
                <a:off x="2900071" y="5020861"/>
                <a:ext cx="248985" cy="153110"/>
              </a:xfrm>
              <a:custGeom>
                <a:gdLst>
                  <a:gd name="connsiteX0" fmla="*/ 54 w 248985"/>
                  <a:gd name="connsiteY0" fmla="*/ 153230 h 153110"/>
                  <a:gd name="connsiteX1" fmla="*/ 122978 w 248985"/>
                  <a:gd name="connsiteY1" fmla="*/ 74139 h 153110"/>
                  <a:gd name="connsiteX2" fmla="*/ 249040 w 248985"/>
                  <a:gd name="connsiteY2" fmla="*/ 119 h 153110"/>
                  <a:gd name="connsiteX3" fmla="*/ 54 w 248985"/>
                  <a:gd name="connsiteY3" fmla="*/ 153230 h 15311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8984" h="153110">
                    <a:moveTo>
                      <a:pt x="54" y="153230"/>
                    </a:moveTo>
                    <a:cubicBezTo>
                      <a:pt x="40445" y="124552"/>
                      <a:pt x="81862" y="99798"/>
                      <a:pt x="122978" y="74139"/>
                    </a:cubicBezTo>
                    <a:cubicBezTo>
                      <a:pt x="164093" y="48479"/>
                      <a:pt x="205148" y="23182"/>
                      <a:pt x="249040" y="119"/>
                    </a:cubicBezTo>
                    <a:cubicBezTo>
                      <a:pt x="180533" y="71645"/>
                      <a:pt x="94795" y="124371"/>
                      <a:pt x="54" y="15323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" name="" descr="6d510271-c7a1-4fe1-bbe3-4f822f8cc703"/>
              <p:cNvSpPr/>
              <p:nvPr/>
            </p:nvSpPr>
            <p:spPr>
              <a:xfrm>
                <a:off x="2952658" y="4952461"/>
                <a:ext cx="171041" cy="31218"/>
              </a:xfrm>
              <a:custGeom>
                <a:gdLst>
                  <a:gd name="connsiteX0" fmla="*/ 54 w 171041"/>
                  <a:gd name="connsiteY0" fmla="*/ 29638 h 31218"/>
                  <a:gd name="connsiteX1" fmla="*/ 83855 w 171041"/>
                  <a:gd name="connsiteY1" fmla="*/ 5005 h 31218"/>
                  <a:gd name="connsiteX2" fmla="*/ 171096 w 171041"/>
                  <a:gd name="connsiteY2" fmla="*/ 1865 h 31218"/>
                  <a:gd name="connsiteX3" fmla="*/ 87356 w 171041"/>
                  <a:gd name="connsiteY3" fmla="*/ 26499 h 31218"/>
                  <a:gd name="connsiteX4" fmla="*/ 54 w 171041"/>
                  <a:gd name="connsiteY4" fmla="*/ 29638 h 3121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041" h="31218">
                    <a:moveTo>
                      <a:pt x="54" y="29638"/>
                    </a:moveTo>
                    <a:cubicBezTo>
                      <a:pt x="26692" y="17527"/>
                      <a:pt x="54905" y="9237"/>
                      <a:pt x="83855" y="5005"/>
                    </a:cubicBezTo>
                    <a:cubicBezTo>
                      <a:pt x="112635" y="-193"/>
                      <a:pt x="142014" y="-1250"/>
                      <a:pt x="171096" y="1865"/>
                    </a:cubicBezTo>
                    <a:cubicBezTo>
                      <a:pt x="144501" y="14019"/>
                      <a:pt x="116300" y="22314"/>
                      <a:pt x="87356" y="26499"/>
                    </a:cubicBezTo>
                    <a:cubicBezTo>
                      <a:pt x="58545" y="31630"/>
                      <a:pt x="29161" y="32687"/>
                      <a:pt x="54" y="29638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" name="" descr="cef7259c-44bc-434c-905d-599d8f39cceb"/>
              <p:cNvSpPr/>
              <p:nvPr/>
            </p:nvSpPr>
            <p:spPr>
              <a:xfrm>
                <a:off x="3157849" y="5060347"/>
                <a:ext cx="35819" cy="61521"/>
              </a:xfrm>
              <a:custGeom>
                <a:gdLst>
                  <a:gd name="connsiteX0" fmla="*/ 319 w 35819"/>
                  <a:gd name="connsiteY0" fmla="*/ 61641 h 61521"/>
                  <a:gd name="connsiteX1" fmla="*/ 8530 w 35819"/>
                  <a:gd name="connsiteY1" fmla="*/ 25416 h 61521"/>
                  <a:gd name="connsiteX2" fmla="*/ 35578 w 35819"/>
                  <a:gd name="connsiteY2" fmla="*/ 119 h 61521"/>
                  <a:gd name="connsiteX3" fmla="*/ 27427 w 35819"/>
                  <a:gd name="connsiteY3" fmla="*/ 36344 h 61521"/>
                  <a:gd name="connsiteX4" fmla="*/ 319 w 35819"/>
                  <a:gd name="connsiteY4" fmla="*/ 61641 h 6152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19" h="61521">
                    <a:moveTo>
                      <a:pt x="319" y="61641"/>
                    </a:moveTo>
                    <a:cubicBezTo>
                      <a:pt x="-876" y="48998"/>
                      <a:pt x="1998" y="36308"/>
                      <a:pt x="8530" y="25416"/>
                    </a:cubicBezTo>
                    <a:cubicBezTo>
                      <a:pt x="14555" y="14265"/>
                      <a:pt x="24052" y="5384"/>
                      <a:pt x="35578" y="119"/>
                    </a:cubicBezTo>
                    <a:cubicBezTo>
                      <a:pt x="36852" y="12755"/>
                      <a:pt x="33990" y="25470"/>
                      <a:pt x="27427" y="36344"/>
                    </a:cubicBezTo>
                    <a:cubicBezTo>
                      <a:pt x="21317" y="47447"/>
                      <a:pt x="11820" y="56310"/>
                      <a:pt x="319" y="6164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9" name="" descr="f1a2e02d-4536-49e8-af1f-c73a45199999"/>
              <p:cNvSpPr/>
              <p:nvPr/>
            </p:nvSpPr>
            <p:spPr>
              <a:xfrm>
                <a:off x="3297700" y="5043562"/>
                <a:ext cx="50050" cy="76494"/>
              </a:xfrm>
              <a:custGeom>
                <a:gdLst>
                  <a:gd name="connsiteX0" fmla="*/ 54 w 50050"/>
                  <a:gd name="connsiteY0" fmla="*/ 119 h 76494"/>
                  <a:gd name="connsiteX1" fmla="*/ 50105 w 50050"/>
                  <a:gd name="connsiteY1" fmla="*/ 76614 h 76494"/>
                  <a:gd name="connsiteX2" fmla="*/ 15933 w 50050"/>
                  <a:gd name="connsiteY2" fmla="*/ 44374 h 76494"/>
                  <a:gd name="connsiteX3" fmla="*/ 54 w 50050"/>
                  <a:gd name="connsiteY3" fmla="*/ 119 h 7649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050" h="76494">
                    <a:moveTo>
                      <a:pt x="54" y="119"/>
                    </a:moveTo>
                    <a:cubicBezTo>
                      <a:pt x="27911" y="16251"/>
                      <a:pt x="46483" y="44628"/>
                      <a:pt x="50105" y="76614"/>
                    </a:cubicBezTo>
                    <a:cubicBezTo>
                      <a:pt x="36122" y="68995"/>
                      <a:pt x="24349" y="57892"/>
                      <a:pt x="15933" y="44374"/>
                    </a:cubicBezTo>
                    <a:cubicBezTo>
                      <a:pt x="6967" y="31212"/>
                      <a:pt x="1497" y="15980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" name="" descr="065bb84c-ac75-4b73-b704-c89c22ac82a0"/>
              <p:cNvSpPr/>
              <p:nvPr/>
            </p:nvSpPr>
            <p:spPr>
              <a:xfrm>
                <a:off x="3326740" y="4939140"/>
                <a:ext cx="94365" cy="22963"/>
              </a:xfrm>
              <a:custGeom>
                <a:gdLst>
                  <a:gd name="connsiteX0" fmla="*/ 54 w 94365"/>
                  <a:gd name="connsiteY0" fmla="*/ 15730 h 22963"/>
                  <a:gd name="connsiteX1" fmla="*/ 46120 w 94365"/>
                  <a:gd name="connsiteY1" fmla="*/ 757 h 22963"/>
                  <a:gd name="connsiteX2" fmla="*/ 94420 w 94365"/>
                  <a:gd name="connsiteY2" fmla="*/ 7458 h 22963"/>
                  <a:gd name="connsiteX3" fmla="*/ 48294 w 94365"/>
                  <a:gd name="connsiteY3" fmla="*/ 22492 h 22963"/>
                  <a:gd name="connsiteX4" fmla="*/ 54 w 94365"/>
                  <a:gd name="connsiteY4" fmla="*/ 15730 h 2296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365" h="22963">
                    <a:moveTo>
                      <a:pt x="54" y="15730"/>
                    </a:moveTo>
                    <a:cubicBezTo>
                      <a:pt x="13929" y="6994"/>
                      <a:pt x="29759" y="1850"/>
                      <a:pt x="46120" y="757"/>
                    </a:cubicBezTo>
                    <a:cubicBezTo>
                      <a:pt x="62530" y="-1127"/>
                      <a:pt x="79145" y="1179"/>
                      <a:pt x="94420" y="7458"/>
                    </a:cubicBezTo>
                    <a:cubicBezTo>
                      <a:pt x="80558" y="16273"/>
                      <a:pt x="64692" y="21447"/>
                      <a:pt x="48294" y="22492"/>
                    </a:cubicBezTo>
                    <a:cubicBezTo>
                      <a:pt x="31902" y="24291"/>
                      <a:pt x="15317" y="21967"/>
                      <a:pt x="54" y="1573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1" name="" descr="d5398e9d-54a8-4171-921c-ad295658d4c2"/>
              <p:cNvSpPr/>
              <p:nvPr/>
            </p:nvSpPr>
            <p:spPr>
              <a:xfrm>
                <a:off x="3272282" y="4791377"/>
                <a:ext cx="44737" cy="87423"/>
              </a:xfrm>
              <a:custGeom>
                <a:gdLst>
                  <a:gd name="connsiteX0" fmla="*/ 54 w 44737"/>
                  <a:gd name="connsiteY0" fmla="*/ 87542 h 87423"/>
                  <a:gd name="connsiteX1" fmla="*/ 12733 w 44737"/>
                  <a:gd name="connsiteY1" fmla="*/ 38820 h 87423"/>
                  <a:gd name="connsiteX2" fmla="*/ 44792 w 44737"/>
                  <a:gd name="connsiteY2" fmla="*/ 119 h 87423"/>
                  <a:gd name="connsiteX3" fmla="*/ 54 w 44737"/>
                  <a:gd name="connsiteY3" fmla="*/ 87542 h 8742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737" h="87423">
                    <a:moveTo>
                      <a:pt x="54" y="87542"/>
                    </a:moveTo>
                    <a:cubicBezTo>
                      <a:pt x="332" y="70522"/>
                      <a:pt x="4679" y="53817"/>
                      <a:pt x="12733" y="38820"/>
                    </a:cubicBezTo>
                    <a:cubicBezTo>
                      <a:pt x="20141" y="23521"/>
                      <a:pt x="31141" y="10244"/>
                      <a:pt x="44792" y="119"/>
                    </a:cubicBezTo>
                    <a:cubicBezTo>
                      <a:pt x="43597" y="34454"/>
                      <a:pt x="27205" y="66483"/>
                      <a:pt x="54" y="8754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2" name="" descr="d01e545e-80d3-48a7-9af2-3a50e024273e"/>
              <p:cNvSpPr/>
              <p:nvPr/>
            </p:nvSpPr>
            <p:spPr>
              <a:xfrm>
                <a:off x="3168679" y="4546738"/>
                <a:ext cx="47032" cy="319080"/>
              </a:xfrm>
              <a:custGeom>
                <a:gdLst>
                  <a:gd name="connsiteX0" fmla="*/ 47086 w 47032"/>
                  <a:gd name="connsiteY0" fmla="*/ 319200 h 319080"/>
                  <a:gd name="connsiteX1" fmla="*/ 12612 w 47032"/>
                  <a:gd name="connsiteY1" fmla="*/ 161501 h 319080"/>
                  <a:gd name="connsiteX2" fmla="*/ 54 w 47032"/>
                  <a:gd name="connsiteY2" fmla="*/ 119 h 319080"/>
                  <a:gd name="connsiteX3" fmla="*/ 34528 w 47032"/>
                  <a:gd name="connsiteY3" fmla="*/ 158060 h 319080"/>
                  <a:gd name="connsiteX4" fmla="*/ 47086 w 47032"/>
                  <a:gd name="connsiteY4" fmla="*/ 319200 h 31908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32" h="319080">
                    <a:moveTo>
                      <a:pt x="47086" y="319200"/>
                    </a:moveTo>
                    <a:cubicBezTo>
                      <a:pt x="31624" y="267580"/>
                      <a:pt x="20105" y="214860"/>
                      <a:pt x="12612" y="161501"/>
                    </a:cubicBezTo>
                    <a:cubicBezTo>
                      <a:pt x="4287" y="108111"/>
                      <a:pt x="91" y="54154"/>
                      <a:pt x="54" y="119"/>
                    </a:cubicBezTo>
                    <a:cubicBezTo>
                      <a:pt x="15595" y="51800"/>
                      <a:pt x="27120" y="104604"/>
                      <a:pt x="34528" y="158060"/>
                    </a:cubicBezTo>
                    <a:cubicBezTo>
                      <a:pt x="42800" y="211377"/>
                      <a:pt x="46996" y="265243"/>
                      <a:pt x="47086" y="31920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3" name="" descr="c8af5307-407a-4a3e-9190-7fb78aba6e80"/>
              <p:cNvSpPr/>
              <p:nvPr/>
            </p:nvSpPr>
            <p:spPr>
              <a:xfrm>
                <a:off x="3104681" y="4792645"/>
                <a:ext cx="60857" cy="88751"/>
              </a:xfrm>
              <a:custGeom>
                <a:gdLst>
                  <a:gd name="connsiteX0" fmla="*/ 54 w 60857"/>
                  <a:gd name="connsiteY0" fmla="*/ 119 h 88751"/>
                  <a:gd name="connsiteX1" fmla="*/ 60912 w 60857"/>
                  <a:gd name="connsiteY1" fmla="*/ 88870 h 88751"/>
                  <a:gd name="connsiteX2" fmla="*/ 21488 w 60857"/>
                  <a:gd name="connsiteY2" fmla="*/ 50653 h 88751"/>
                  <a:gd name="connsiteX3" fmla="*/ 54 w 60857"/>
                  <a:gd name="connsiteY3" fmla="*/ 119 h 8875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857" h="88751">
                    <a:moveTo>
                      <a:pt x="54" y="119"/>
                    </a:moveTo>
                    <a:cubicBezTo>
                      <a:pt x="31492" y="20272"/>
                      <a:pt x="53444" y="52283"/>
                      <a:pt x="60912" y="88870"/>
                    </a:cubicBezTo>
                    <a:cubicBezTo>
                      <a:pt x="45088" y="79229"/>
                      <a:pt x="31618" y="66169"/>
                      <a:pt x="21488" y="50653"/>
                    </a:cubicBezTo>
                    <a:cubicBezTo>
                      <a:pt x="10717" y="35589"/>
                      <a:pt x="3399" y="18334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4" name="" descr="4c570c58-081e-4eea-ae81-41d9e7720bf1"/>
              <p:cNvSpPr/>
              <p:nvPr/>
            </p:nvSpPr>
            <p:spPr>
              <a:xfrm>
                <a:off x="3242938" y="5083772"/>
                <a:ext cx="21860" cy="267098"/>
              </a:xfrm>
              <a:custGeom>
                <a:gdLst>
                  <a:gd name="connsiteX0" fmla="*/ 11286 w 21860"/>
                  <a:gd name="connsiteY0" fmla="*/ 119 h 267098"/>
                  <a:gd name="connsiteX1" fmla="*/ 10622 w 21860"/>
                  <a:gd name="connsiteY1" fmla="*/ 267218 h 267098"/>
                  <a:gd name="connsiteX2" fmla="*/ 11286 w 21860"/>
                  <a:gd name="connsiteY2" fmla="*/ 119 h 26709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60" h="267098">
                    <a:moveTo>
                      <a:pt x="11286" y="119"/>
                    </a:moveTo>
                    <a:cubicBezTo>
                      <a:pt x="25679" y="88587"/>
                      <a:pt x="25450" y="178823"/>
                      <a:pt x="10622" y="267218"/>
                    </a:cubicBezTo>
                    <a:cubicBezTo>
                      <a:pt x="-3687" y="178738"/>
                      <a:pt x="-3464" y="88520"/>
                      <a:pt x="11286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5" name="" descr="29645042-8ddd-4058-9cfc-159a5a6c0968"/>
              <p:cNvSpPr/>
              <p:nvPr/>
            </p:nvSpPr>
            <p:spPr>
              <a:xfrm>
                <a:off x="3358799" y="5007760"/>
                <a:ext cx="245303" cy="143812"/>
              </a:xfrm>
              <a:custGeom>
                <a:gdLst>
                  <a:gd name="connsiteX0" fmla="*/ 54 w 245303"/>
                  <a:gd name="connsiteY0" fmla="*/ 119 h 143812"/>
                  <a:gd name="connsiteX1" fmla="*/ 125091 w 245303"/>
                  <a:gd name="connsiteY1" fmla="*/ 68041 h 143812"/>
                  <a:gd name="connsiteX2" fmla="*/ 245357 w 245303"/>
                  <a:gd name="connsiteY2" fmla="*/ 143932 h 143812"/>
                  <a:gd name="connsiteX3" fmla="*/ 54 w 245303"/>
                  <a:gd name="connsiteY3" fmla="*/ 119 h 14381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303" h="143812">
                    <a:moveTo>
                      <a:pt x="54" y="119"/>
                    </a:moveTo>
                    <a:cubicBezTo>
                      <a:pt x="43705" y="20586"/>
                      <a:pt x="84217" y="44495"/>
                      <a:pt x="125091" y="68041"/>
                    </a:cubicBezTo>
                    <a:cubicBezTo>
                      <a:pt x="165965" y="91587"/>
                      <a:pt x="206174" y="115797"/>
                      <a:pt x="245357" y="143932"/>
                    </a:cubicBezTo>
                    <a:cubicBezTo>
                      <a:pt x="153219" y="116407"/>
                      <a:pt x="69075" y="67081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6" name="" descr="b425cba0-9cc6-4554-a2cb-206a5340c321"/>
              <p:cNvSpPr/>
              <p:nvPr/>
            </p:nvSpPr>
            <p:spPr>
              <a:xfrm>
                <a:off x="3348294" y="4710474"/>
                <a:ext cx="222602" cy="170679"/>
              </a:xfrm>
              <a:custGeom>
                <a:gdLst>
                  <a:gd name="connsiteX0" fmla="*/ 54 w 222602"/>
                  <a:gd name="connsiteY0" fmla="*/ 170799 h 170679"/>
                  <a:gd name="connsiteX1" fmla="*/ 107944 w 222602"/>
                  <a:gd name="connsiteY1" fmla="*/ 80961 h 170679"/>
                  <a:gd name="connsiteX2" fmla="*/ 222656 w 222602"/>
                  <a:gd name="connsiteY2" fmla="*/ 119 h 170679"/>
                  <a:gd name="connsiteX3" fmla="*/ 121166 w 222602"/>
                  <a:gd name="connsiteY3" fmla="*/ 98289 h 170679"/>
                  <a:gd name="connsiteX4" fmla="*/ 54 w 222602"/>
                  <a:gd name="connsiteY4" fmla="*/ 170799 h 17067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602" h="170679">
                    <a:moveTo>
                      <a:pt x="54" y="170799"/>
                    </a:moveTo>
                    <a:cubicBezTo>
                      <a:pt x="34468" y="138015"/>
                      <a:pt x="71236" y="109579"/>
                      <a:pt x="107944" y="80961"/>
                    </a:cubicBezTo>
                    <a:cubicBezTo>
                      <a:pt x="144791" y="52096"/>
                      <a:pt x="183075" y="25108"/>
                      <a:pt x="222656" y="119"/>
                    </a:cubicBezTo>
                    <a:cubicBezTo>
                      <a:pt x="193091" y="36978"/>
                      <a:pt x="158991" y="69967"/>
                      <a:pt x="121166" y="98289"/>
                    </a:cubicBezTo>
                    <a:cubicBezTo>
                      <a:pt x="83969" y="127408"/>
                      <a:pt x="43283" y="151763"/>
                      <a:pt x="54" y="17079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7" name="" descr="a7bf3e66-12b3-4208-bd50-1ec832e850f6"/>
              <p:cNvSpPr/>
              <p:nvPr/>
            </p:nvSpPr>
            <p:spPr>
              <a:xfrm>
                <a:off x="4624307" y="5345055"/>
                <a:ext cx="166456" cy="259174"/>
              </a:xfrm>
              <a:custGeom>
                <a:gdLst>
                  <a:gd name="connsiteX0" fmla="*/ 83502 w 166456"/>
                  <a:gd name="connsiteY0" fmla="*/ 259207 h 259174"/>
                  <a:gd name="connsiteX1" fmla="*/ 161204 w 166456"/>
                  <a:gd name="connsiteY1" fmla="*/ 124450 h 259174"/>
                  <a:gd name="connsiteX2" fmla="*/ 142126 w 166456"/>
                  <a:gd name="connsiteY2" fmla="*/ 17707 h 259174"/>
                  <a:gd name="connsiteX3" fmla="*/ 30432 w 166456"/>
                  <a:gd name="connsiteY3" fmla="*/ 27488 h 259174"/>
                  <a:gd name="connsiteX4" fmla="*/ 3022 w 166456"/>
                  <a:gd name="connsiteY4" fmla="*/ 144313 h 259174"/>
                  <a:gd name="connsiteX5" fmla="*/ 50900 w 166456"/>
                  <a:gd name="connsiteY5" fmla="*/ 259026 h 259174"/>
                  <a:gd name="connsiteX6" fmla="*/ 83502 w 166456"/>
                  <a:gd name="connsiteY6" fmla="*/ 259207 h 2591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6456" h="259174">
                    <a:moveTo>
                      <a:pt x="83502" y="259207"/>
                    </a:moveTo>
                    <a:cubicBezTo>
                      <a:pt x="121490" y="222432"/>
                      <a:pt x="148405" y="175750"/>
                      <a:pt x="161204" y="124450"/>
                    </a:cubicBezTo>
                    <a:cubicBezTo>
                      <a:pt x="170321" y="87561"/>
                      <a:pt x="169898" y="43548"/>
                      <a:pt x="142126" y="17707"/>
                    </a:cubicBezTo>
                    <a:cubicBezTo>
                      <a:pt x="111938" y="-10669"/>
                      <a:pt x="58809" y="-2760"/>
                      <a:pt x="30432" y="27488"/>
                    </a:cubicBezTo>
                    <a:cubicBezTo>
                      <a:pt x="2056" y="57736"/>
                      <a:pt x="-4706" y="103500"/>
                      <a:pt x="3022" y="144313"/>
                    </a:cubicBezTo>
                    <a:cubicBezTo>
                      <a:pt x="10750" y="185127"/>
                      <a:pt x="30976" y="222318"/>
                      <a:pt x="50900" y="259026"/>
                    </a:cubicBezTo>
                    <a:cubicBezTo>
                      <a:pt x="61526" y="259992"/>
                      <a:pt x="72876" y="257939"/>
                      <a:pt x="83502" y="259207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8" name="" descr="c633f987-1699-4e31-b84c-3a6a5f808db2"/>
              <p:cNvSpPr/>
              <p:nvPr/>
            </p:nvSpPr>
            <p:spPr>
              <a:xfrm>
                <a:off x="4713973" y="5473663"/>
                <a:ext cx="257679" cy="172877"/>
              </a:xfrm>
              <a:custGeom>
                <a:gdLst>
                  <a:gd name="connsiteX0" fmla="*/ 14786 w 257679"/>
                  <a:gd name="connsiteY0" fmla="*/ 159217 h 172877"/>
                  <a:gd name="connsiteX1" fmla="*/ 170312 w 257679"/>
                  <a:gd name="connsiteY1" fmla="*/ 164650 h 172877"/>
                  <a:gd name="connsiteX2" fmla="*/ 255621 w 257679"/>
                  <a:gd name="connsiteY2" fmla="*/ 97695 h 172877"/>
                  <a:gd name="connsiteX3" fmla="*/ 194522 w 257679"/>
                  <a:gd name="connsiteY3" fmla="*/ 3630 h 172877"/>
                  <a:gd name="connsiteX4" fmla="*/ 78542 w 257679"/>
                  <a:gd name="connsiteY4" fmla="*/ 34241 h 172877"/>
                  <a:gd name="connsiteX5" fmla="*/ 54 w 257679"/>
                  <a:gd name="connsiteY5" fmla="*/ 130176 h 172877"/>
                  <a:gd name="connsiteX6" fmla="*/ 14786 w 257679"/>
                  <a:gd name="connsiteY6" fmla="*/ 159217 h 17287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7678" h="172877">
                    <a:moveTo>
                      <a:pt x="14786" y="159217"/>
                    </a:moveTo>
                    <a:cubicBezTo>
                      <a:pt x="65102" y="175512"/>
                      <a:pt x="118981" y="177395"/>
                      <a:pt x="170312" y="164650"/>
                    </a:cubicBezTo>
                    <a:cubicBezTo>
                      <a:pt x="207080" y="155413"/>
                      <a:pt x="245720" y="134463"/>
                      <a:pt x="255621" y="97695"/>
                    </a:cubicBezTo>
                    <a:cubicBezTo>
                      <a:pt x="266368" y="57606"/>
                      <a:pt x="234611" y="14498"/>
                      <a:pt x="194522" y="3630"/>
                    </a:cubicBezTo>
                    <a:cubicBezTo>
                      <a:pt x="154433" y="-7237"/>
                      <a:pt x="110903" y="8279"/>
                      <a:pt x="78542" y="34241"/>
                    </a:cubicBezTo>
                    <a:cubicBezTo>
                      <a:pt x="46181" y="60202"/>
                      <a:pt x="22755" y="95521"/>
                      <a:pt x="54" y="130176"/>
                    </a:cubicBezTo>
                    <a:cubicBezTo>
                      <a:pt x="3798" y="140198"/>
                      <a:pt x="10922" y="149194"/>
                      <a:pt x="14786" y="159217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" name="" descr="8e9361c3-0275-4bee-be9d-d3b0addb84fb"/>
              <p:cNvSpPr/>
              <p:nvPr/>
            </p:nvSpPr>
            <p:spPr>
              <a:xfrm>
                <a:off x="4713249" y="5638194"/>
                <a:ext cx="223659" cy="212012"/>
              </a:xfrm>
              <a:custGeom>
                <a:gdLst>
                  <a:gd name="connsiteX0" fmla="*/ 54 w 223659"/>
                  <a:gd name="connsiteY0" fmla="*/ 26563 h 212012"/>
                  <a:gd name="connsiteX1" fmla="*/ 68217 w 223659"/>
                  <a:gd name="connsiteY1" fmla="*/ 166452 h 212012"/>
                  <a:gd name="connsiteX2" fmla="*/ 167353 w 223659"/>
                  <a:gd name="connsiteY2" fmla="*/ 210405 h 212012"/>
                  <a:gd name="connsiteX3" fmla="*/ 221690 w 223659"/>
                  <a:gd name="connsiteY3" fmla="*/ 112356 h 212012"/>
                  <a:gd name="connsiteX4" fmla="*/ 140184 w 223659"/>
                  <a:gd name="connsiteY4" fmla="*/ 24269 h 212012"/>
                  <a:gd name="connsiteX5" fmla="*/ 18650 w 223659"/>
                  <a:gd name="connsiteY5" fmla="*/ 119 h 212012"/>
                  <a:gd name="connsiteX6" fmla="*/ 54 w 223659"/>
                  <a:gd name="connsiteY6" fmla="*/ 26563 h 21201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3659" h="212012">
                    <a:moveTo>
                      <a:pt x="54" y="26563"/>
                    </a:moveTo>
                    <a:cubicBezTo>
                      <a:pt x="9243" y="78649"/>
                      <a:pt x="32862" y="127118"/>
                      <a:pt x="68217" y="166452"/>
                    </a:cubicBezTo>
                    <a:cubicBezTo>
                      <a:pt x="93635" y="194647"/>
                      <a:pt x="130403" y="218918"/>
                      <a:pt x="167353" y="210405"/>
                    </a:cubicBezTo>
                    <a:cubicBezTo>
                      <a:pt x="207804" y="201167"/>
                      <a:pt x="230928" y="152867"/>
                      <a:pt x="221690" y="112356"/>
                    </a:cubicBezTo>
                    <a:cubicBezTo>
                      <a:pt x="212453" y="71845"/>
                      <a:pt x="178341" y="40691"/>
                      <a:pt x="140184" y="24269"/>
                    </a:cubicBezTo>
                    <a:cubicBezTo>
                      <a:pt x="102027" y="7847"/>
                      <a:pt x="59946" y="3742"/>
                      <a:pt x="18650" y="119"/>
                    </a:cubicBezTo>
                    <a:cubicBezTo>
                      <a:pt x="11707" y="7968"/>
                      <a:pt x="7118" y="18473"/>
                      <a:pt x="54" y="26563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" name="" descr="69bfd312-2d96-4f5e-9fcc-d1609e1567aa"/>
              <p:cNvSpPr/>
              <p:nvPr/>
            </p:nvSpPr>
            <p:spPr>
              <a:xfrm>
                <a:off x="4575911" y="5666027"/>
                <a:ext cx="170329" cy="256917"/>
              </a:xfrm>
              <a:custGeom>
                <a:gdLst>
                  <a:gd name="connsiteX0" fmla="*/ 102194 w 170329"/>
                  <a:gd name="connsiteY0" fmla="*/ 119 h 256917"/>
                  <a:gd name="connsiteX1" fmla="*/ 10424 w 170329"/>
                  <a:gd name="connsiteY1" fmla="*/ 125941 h 256917"/>
                  <a:gd name="connsiteX2" fmla="*/ 18092 w 170329"/>
                  <a:gd name="connsiteY2" fmla="*/ 234072 h 256917"/>
                  <a:gd name="connsiteX3" fmla="*/ 130268 w 170329"/>
                  <a:gd name="connsiteY3" fmla="*/ 236125 h 256917"/>
                  <a:gd name="connsiteX4" fmla="*/ 169814 w 170329"/>
                  <a:gd name="connsiteY4" fmla="*/ 122861 h 256917"/>
                  <a:gd name="connsiteX5" fmla="*/ 134313 w 170329"/>
                  <a:gd name="connsiteY5" fmla="*/ 4044 h 256917"/>
                  <a:gd name="connsiteX6" fmla="*/ 102194 w 170329"/>
                  <a:gd name="connsiteY6" fmla="*/ 119 h 25691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329" h="256917">
                    <a:moveTo>
                      <a:pt x="102194" y="119"/>
                    </a:moveTo>
                    <a:cubicBezTo>
                      <a:pt x="60426" y="32637"/>
                      <a:pt x="28627" y="76234"/>
                      <a:pt x="10424" y="125941"/>
                    </a:cubicBezTo>
                    <a:cubicBezTo>
                      <a:pt x="-2556" y="161562"/>
                      <a:pt x="-6722" y="205394"/>
                      <a:pt x="18092" y="234072"/>
                    </a:cubicBezTo>
                    <a:cubicBezTo>
                      <a:pt x="45321" y="265467"/>
                      <a:pt x="98813" y="263233"/>
                      <a:pt x="130268" y="236125"/>
                    </a:cubicBezTo>
                    <a:cubicBezTo>
                      <a:pt x="161723" y="209016"/>
                      <a:pt x="173195" y="164278"/>
                      <a:pt x="169814" y="122861"/>
                    </a:cubicBezTo>
                    <a:cubicBezTo>
                      <a:pt x="166433" y="81444"/>
                      <a:pt x="150313" y="42382"/>
                      <a:pt x="134313" y="4044"/>
                    </a:cubicBezTo>
                    <a:cubicBezTo>
                      <a:pt x="123869" y="1689"/>
                      <a:pt x="112397" y="2474"/>
                      <a:pt x="102194" y="119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1" name="" descr="b5c55d92-fbc2-4426-a10e-66c9d648ddcd"/>
              <p:cNvSpPr/>
              <p:nvPr/>
            </p:nvSpPr>
            <p:spPr>
              <a:xfrm>
                <a:off x="4409861" y="5611024"/>
                <a:ext cx="261849" cy="167199"/>
              </a:xfrm>
              <a:custGeom>
                <a:gdLst>
                  <a:gd name="connsiteX0" fmla="*/ 250131 w 261849"/>
                  <a:gd name="connsiteY0" fmla="*/ 24452 h 167199"/>
                  <a:gd name="connsiteX1" fmla="*/ 96175 w 261849"/>
                  <a:gd name="connsiteY1" fmla="*/ 2838 h 167199"/>
                  <a:gd name="connsiteX2" fmla="*/ 4224 w 261849"/>
                  <a:gd name="connsiteY2" fmla="*/ 60375 h 167199"/>
                  <a:gd name="connsiteX3" fmla="*/ 54999 w 261849"/>
                  <a:gd name="connsiteY3" fmla="*/ 160356 h 167199"/>
                  <a:gd name="connsiteX4" fmla="*/ 173636 w 261849"/>
                  <a:gd name="connsiteY4" fmla="*/ 142244 h 167199"/>
                  <a:gd name="connsiteX5" fmla="*/ 261904 w 261849"/>
                  <a:gd name="connsiteY5" fmla="*/ 55183 h 167199"/>
                  <a:gd name="connsiteX6" fmla="*/ 250131 w 261849"/>
                  <a:gd name="connsiteY6" fmla="*/ 24452 h 16719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1849" h="167199">
                    <a:moveTo>
                      <a:pt x="250131" y="24452"/>
                    </a:moveTo>
                    <a:cubicBezTo>
                      <a:pt x="201837" y="3019"/>
                      <a:pt x="148508" y="-4467"/>
                      <a:pt x="96175" y="2838"/>
                    </a:cubicBezTo>
                    <a:cubicBezTo>
                      <a:pt x="58561" y="8151"/>
                      <a:pt x="17688" y="24995"/>
                      <a:pt x="4224" y="60375"/>
                    </a:cubicBezTo>
                    <a:cubicBezTo>
                      <a:pt x="-10689" y="99076"/>
                      <a:pt x="16299" y="145323"/>
                      <a:pt x="54999" y="160356"/>
                    </a:cubicBezTo>
                    <a:cubicBezTo>
                      <a:pt x="93700" y="175389"/>
                      <a:pt x="138679" y="164582"/>
                      <a:pt x="173636" y="142244"/>
                    </a:cubicBezTo>
                    <a:cubicBezTo>
                      <a:pt x="208593" y="119905"/>
                      <a:pt x="235581" y="87242"/>
                      <a:pt x="261904" y="55183"/>
                    </a:cubicBezTo>
                    <a:cubicBezTo>
                      <a:pt x="259127" y="44557"/>
                      <a:pt x="253029" y="34776"/>
                      <a:pt x="250131" y="24452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" name="" descr="2b652b4c-2bbc-43f2-a9dc-a8868704b362"/>
              <p:cNvSpPr/>
              <p:nvPr/>
            </p:nvSpPr>
            <p:spPr>
              <a:xfrm>
                <a:off x="4444999" y="5430895"/>
                <a:ext cx="229066" cy="205186"/>
              </a:xfrm>
              <a:custGeom>
                <a:gdLst>
                  <a:gd name="connsiteX0" fmla="*/ 229121 w 229066"/>
                  <a:gd name="connsiteY0" fmla="*/ 177352 h 205186"/>
                  <a:gd name="connsiteX1" fmla="*/ 153592 w 229066"/>
                  <a:gd name="connsiteY1" fmla="*/ 41328 h 205186"/>
                  <a:gd name="connsiteX2" fmla="*/ 52223 w 229066"/>
                  <a:gd name="connsiteY2" fmla="*/ 2748 h 205186"/>
                  <a:gd name="connsiteX3" fmla="*/ 3138 w 229066"/>
                  <a:gd name="connsiteY3" fmla="*/ 103574 h 205186"/>
                  <a:gd name="connsiteX4" fmla="*/ 89232 w 229066"/>
                  <a:gd name="connsiteY4" fmla="*/ 187193 h 205186"/>
                  <a:gd name="connsiteX5" fmla="*/ 211914 w 229066"/>
                  <a:gd name="connsiteY5" fmla="*/ 205306 h 205186"/>
                  <a:gd name="connsiteX6" fmla="*/ 229121 w 229066"/>
                  <a:gd name="connsiteY6" fmla="*/ 177352 h 20518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9066" h="205186">
                    <a:moveTo>
                      <a:pt x="229121" y="177352"/>
                    </a:moveTo>
                    <a:cubicBezTo>
                      <a:pt x="217179" y="125834"/>
                      <a:pt x="191006" y="78706"/>
                      <a:pt x="153592" y="41328"/>
                    </a:cubicBezTo>
                    <a:cubicBezTo>
                      <a:pt x="126725" y="14582"/>
                      <a:pt x="88750" y="-7697"/>
                      <a:pt x="52223" y="2748"/>
                    </a:cubicBezTo>
                    <a:cubicBezTo>
                      <a:pt x="12315" y="14219"/>
                      <a:pt x="-8152" y="63666"/>
                      <a:pt x="3138" y="103574"/>
                    </a:cubicBezTo>
                    <a:cubicBezTo>
                      <a:pt x="14428" y="143482"/>
                      <a:pt x="50290" y="172824"/>
                      <a:pt x="89232" y="187193"/>
                    </a:cubicBezTo>
                    <a:cubicBezTo>
                      <a:pt x="128174" y="201563"/>
                      <a:pt x="170437" y="203374"/>
                      <a:pt x="211914" y="205306"/>
                    </a:cubicBezTo>
                    <a:cubicBezTo>
                      <a:pt x="218495" y="196552"/>
                      <a:pt x="222601" y="185805"/>
                      <a:pt x="229121" y="177352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3" name="" descr="65848d61-c540-4c1d-9cf6-169ab86dcfcb"/>
              <p:cNvSpPr/>
              <p:nvPr/>
            </p:nvSpPr>
            <p:spPr>
              <a:xfrm>
                <a:off x="4640195" y="5581563"/>
                <a:ext cx="108674" cy="108674"/>
              </a:xfrm>
              <a:custGeom>
                <a:gdLst>
                  <a:gd name="connsiteX0" fmla="*/ 108729 w 108674"/>
                  <a:gd name="connsiteY0" fmla="*/ 54457 h 108674"/>
                  <a:gd name="connsiteX1" fmla="*/ 54392 w 108674"/>
                  <a:gd name="connsiteY1" fmla="*/ 108794 h 108674"/>
                  <a:gd name="connsiteX2" fmla="*/ 54 w 108674"/>
                  <a:gd name="connsiteY2" fmla="*/ 54457 h 108674"/>
                  <a:gd name="connsiteX3" fmla="*/ 54392 w 108674"/>
                  <a:gd name="connsiteY3" fmla="*/ 119 h 108674"/>
                  <a:gd name="connsiteX4" fmla="*/ 108729 w 108674"/>
                  <a:gd name="connsiteY4" fmla="*/ 54457 h 1086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673" h="108673">
                    <a:moveTo>
                      <a:pt x="108729" y="54457"/>
                    </a:moveTo>
                    <a:cubicBezTo>
                      <a:pt x="108729" y="84469"/>
                      <a:pt x="84404" y="108794"/>
                      <a:pt x="54392" y="108794"/>
                    </a:cubicBezTo>
                    <a:cubicBezTo>
                      <a:pt x="24379" y="108794"/>
                      <a:pt x="54" y="84469"/>
                      <a:pt x="54" y="54457"/>
                    </a:cubicBezTo>
                    <a:cubicBezTo>
                      <a:pt x="54" y="24444"/>
                      <a:pt x="24379" y="119"/>
                      <a:pt x="54392" y="119"/>
                    </a:cubicBezTo>
                    <a:cubicBezTo>
                      <a:pt x="84404" y="119"/>
                      <a:pt x="108729" y="24444"/>
                      <a:pt x="108729" y="54457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4" name="" descr="b6a33035-3124-4aec-9c19-31955f58647e"/>
              <p:cNvSpPr/>
              <p:nvPr/>
            </p:nvSpPr>
            <p:spPr>
              <a:xfrm>
                <a:off x="4496926" y="5480918"/>
                <a:ext cx="146590" cy="107527"/>
              </a:xfrm>
              <a:custGeom>
                <a:gdLst>
                  <a:gd name="connsiteX0" fmla="*/ 54 w 146590"/>
                  <a:gd name="connsiteY0" fmla="*/ 119 h 107527"/>
                  <a:gd name="connsiteX1" fmla="*/ 77334 w 146590"/>
                  <a:gd name="connsiteY1" fmla="*/ 48419 h 107527"/>
                  <a:gd name="connsiteX2" fmla="*/ 146645 w 146590"/>
                  <a:gd name="connsiteY2" fmla="*/ 107647 h 107527"/>
                  <a:gd name="connsiteX3" fmla="*/ 54 w 146590"/>
                  <a:gd name="connsiteY3" fmla="*/ 119 h 10752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590" h="107527">
                    <a:moveTo>
                      <a:pt x="54" y="119"/>
                    </a:moveTo>
                    <a:cubicBezTo>
                      <a:pt x="27102" y="14060"/>
                      <a:pt x="52949" y="30216"/>
                      <a:pt x="77334" y="48419"/>
                    </a:cubicBezTo>
                    <a:cubicBezTo>
                      <a:pt x="102076" y="66163"/>
                      <a:pt x="125260" y="85978"/>
                      <a:pt x="146645" y="107647"/>
                    </a:cubicBezTo>
                    <a:cubicBezTo>
                      <a:pt x="92754" y="79216"/>
                      <a:pt x="43355" y="42985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5" name="" descr="899aa926-23c5-480f-b760-469eee0289df"/>
              <p:cNvSpPr/>
              <p:nvPr/>
            </p:nvSpPr>
            <p:spPr>
              <a:xfrm>
                <a:off x="4461003" y="5655160"/>
                <a:ext cx="170196" cy="60374"/>
              </a:xfrm>
              <a:custGeom>
                <a:gdLst>
                  <a:gd name="connsiteX0" fmla="*/ 54 w 170196"/>
                  <a:gd name="connsiteY0" fmla="*/ 60434 h 60374"/>
                  <a:gd name="connsiteX1" fmla="*/ 84579 w 170196"/>
                  <a:gd name="connsiteY1" fmla="*/ 28556 h 60374"/>
                  <a:gd name="connsiteX2" fmla="*/ 170251 w 170196"/>
                  <a:gd name="connsiteY2" fmla="*/ 119 h 60374"/>
                  <a:gd name="connsiteX3" fmla="*/ 115 w 170196"/>
                  <a:gd name="connsiteY3" fmla="*/ 60494 h 603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0196" h="60374">
                    <a:moveTo>
                      <a:pt x="54" y="60434"/>
                    </a:moveTo>
                    <a:cubicBezTo>
                      <a:pt x="28129" y="48359"/>
                      <a:pt x="56384" y="38759"/>
                      <a:pt x="84579" y="28556"/>
                    </a:cubicBezTo>
                    <a:cubicBezTo>
                      <a:pt x="112774" y="18352"/>
                      <a:pt x="140788" y="8390"/>
                      <a:pt x="170251" y="119"/>
                    </a:cubicBezTo>
                    <a:cubicBezTo>
                      <a:pt x="119663" y="34521"/>
                      <a:pt x="61069" y="55314"/>
                      <a:pt x="115" y="6049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6" name="" descr="daa0bad9-f08c-4378-94d1-33cc563b5045"/>
              <p:cNvSpPr/>
              <p:nvPr/>
            </p:nvSpPr>
            <p:spPr>
              <a:xfrm>
                <a:off x="4517574" y="5601864"/>
                <a:ext cx="106863" cy="14280"/>
              </a:xfrm>
              <a:custGeom>
                <a:gdLst>
                  <a:gd name="connsiteX0" fmla="*/ 54 w 106863"/>
                  <a:gd name="connsiteY0" fmla="*/ 4572 h 14280"/>
                  <a:gd name="connsiteX1" fmla="*/ 53849 w 106863"/>
                  <a:gd name="connsiteY1" fmla="*/ 526 h 14280"/>
                  <a:gd name="connsiteX2" fmla="*/ 106918 w 106863"/>
                  <a:gd name="connsiteY2" fmla="*/ 9885 h 14280"/>
                  <a:gd name="connsiteX3" fmla="*/ 53124 w 106863"/>
                  <a:gd name="connsiteY3" fmla="*/ 13990 h 14280"/>
                  <a:gd name="connsiteX4" fmla="*/ 54 w 106863"/>
                  <a:gd name="connsiteY4" fmla="*/ 4572 h 1428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863" h="14280">
                    <a:moveTo>
                      <a:pt x="54" y="4572"/>
                    </a:moveTo>
                    <a:cubicBezTo>
                      <a:pt x="17708" y="713"/>
                      <a:pt x="35815" y="-645"/>
                      <a:pt x="53849" y="526"/>
                    </a:cubicBezTo>
                    <a:cubicBezTo>
                      <a:pt x="71888" y="1118"/>
                      <a:pt x="89760" y="4269"/>
                      <a:pt x="106918" y="9885"/>
                    </a:cubicBezTo>
                    <a:cubicBezTo>
                      <a:pt x="89271" y="13791"/>
                      <a:pt x="71158" y="15173"/>
                      <a:pt x="53124" y="13990"/>
                    </a:cubicBezTo>
                    <a:cubicBezTo>
                      <a:pt x="35078" y="13344"/>
                      <a:pt x="17219" y="10174"/>
                      <a:pt x="54" y="457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7" name="" descr="5c385f56-fd34-4f16-a2d8-737a0f38b004"/>
              <p:cNvSpPr/>
              <p:nvPr/>
            </p:nvSpPr>
            <p:spPr>
              <a:xfrm>
                <a:off x="4623713" y="5684804"/>
                <a:ext cx="29221" cy="32541"/>
              </a:xfrm>
              <a:custGeom>
                <a:gdLst>
                  <a:gd name="connsiteX0" fmla="*/ 54 w 29221"/>
                  <a:gd name="connsiteY0" fmla="*/ 32661 h 32541"/>
                  <a:gd name="connsiteX1" fmla="*/ 29276 w 29221"/>
                  <a:gd name="connsiteY1" fmla="*/ 119 h 32541"/>
                  <a:gd name="connsiteX2" fmla="*/ 54 w 29221"/>
                  <a:gd name="connsiteY2" fmla="*/ 32661 h 3254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220" h="32541">
                    <a:moveTo>
                      <a:pt x="54" y="32661"/>
                    </a:moveTo>
                    <a:cubicBezTo>
                      <a:pt x="2192" y="16843"/>
                      <a:pt x="13778" y="3941"/>
                      <a:pt x="29276" y="119"/>
                    </a:cubicBezTo>
                    <a:cubicBezTo>
                      <a:pt x="27139" y="15937"/>
                      <a:pt x="15553" y="28839"/>
                      <a:pt x="54" y="3266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8" name="" descr="cfe7a0c5-cb9e-451c-882e-74a8e39b3652"/>
              <p:cNvSpPr/>
              <p:nvPr/>
            </p:nvSpPr>
            <p:spPr>
              <a:xfrm>
                <a:off x="4717781" y="5687883"/>
                <a:ext cx="21015" cy="52646"/>
              </a:xfrm>
              <a:custGeom>
                <a:gdLst>
                  <a:gd name="connsiteX0" fmla="*/ 231 w 21015"/>
                  <a:gd name="connsiteY0" fmla="*/ 361 h 52646"/>
                  <a:gd name="connsiteX1" fmla="*/ 16714 w 21015"/>
                  <a:gd name="connsiteY1" fmla="*/ 24510 h 52646"/>
                  <a:gd name="connsiteX2" fmla="*/ 20699 w 21015"/>
                  <a:gd name="connsiteY2" fmla="*/ 52766 h 52646"/>
                  <a:gd name="connsiteX3" fmla="*/ 352 w 21015"/>
                  <a:gd name="connsiteY3" fmla="*/ 119 h 526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15" h="52646">
                    <a:moveTo>
                      <a:pt x="231" y="361"/>
                    </a:moveTo>
                    <a:cubicBezTo>
                      <a:pt x="7724" y="6845"/>
                      <a:pt x="13405" y="15171"/>
                      <a:pt x="16714" y="24510"/>
                    </a:cubicBezTo>
                    <a:cubicBezTo>
                      <a:pt x="20433" y="33434"/>
                      <a:pt x="21803" y="43160"/>
                      <a:pt x="20699" y="52766"/>
                    </a:cubicBezTo>
                    <a:cubicBezTo>
                      <a:pt x="5967" y="39423"/>
                      <a:pt x="-1580" y="19898"/>
                      <a:pt x="352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9" name="" descr="3c4877b4-3258-4216-a81d-8b2131082b8e"/>
              <p:cNvSpPr/>
              <p:nvPr/>
            </p:nvSpPr>
            <p:spPr>
              <a:xfrm>
                <a:off x="4746998" y="5634492"/>
                <a:ext cx="57899" cy="14499"/>
              </a:xfrm>
              <a:custGeom>
                <a:gdLst>
                  <a:gd name="connsiteX0" fmla="*/ 54 w 57899"/>
                  <a:gd name="connsiteY0" fmla="*/ 3821 h 14499"/>
                  <a:gd name="connsiteX1" fmla="*/ 29819 w 57899"/>
                  <a:gd name="connsiteY1" fmla="*/ 742 h 14499"/>
                  <a:gd name="connsiteX2" fmla="*/ 57954 w 57899"/>
                  <a:gd name="connsiteY2" fmla="*/ 11006 h 14499"/>
                  <a:gd name="connsiteX3" fmla="*/ 54 w 57899"/>
                  <a:gd name="connsiteY3" fmla="*/ 3821 h 1449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899" h="14499">
                    <a:moveTo>
                      <a:pt x="54" y="3821"/>
                    </a:moveTo>
                    <a:cubicBezTo>
                      <a:pt x="9569" y="362"/>
                      <a:pt x="19797" y="-694"/>
                      <a:pt x="29819" y="742"/>
                    </a:cubicBezTo>
                    <a:cubicBezTo>
                      <a:pt x="39908" y="1745"/>
                      <a:pt x="49586" y="5277"/>
                      <a:pt x="57954" y="11006"/>
                    </a:cubicBezTo>
                    <a:cubicBezTo>
                      <a:pt x="38580" y="17672"/>
                      <a:pt x="17213" y="15021"/>
                      <a:pt x="54" y="382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0" name="" descr="a6645f14-82d0-4d52-ada9-eacfdbaaa0c5"/>
              <p:cNvSpPr/>
              <p:nvPr/>
            </p:nvSpPr>
            <p:spPr>
              <a:xfrm>
                <a:off x="4723935" y="5538274"/>
                <a:ext cx="38096" cy="47031"/>
              </a:xfrm>
              <a:custGeom>
                <a:gdLst>
                  <a:gd name="connsiteX0" fmla="*/ 54 w 38096"/>
                  <a:gd name="connsiteY0" fmla="*/ 47151 h 47031"/>
                  <a:gd name="connsiteX1" fmla="*/ 14001 w 38096"/>
                  <a:gd name="connsiteY1" fmla="*/ 19379 h 47031"/>
                  <a:gd name="connsiteX2" fmla="*/ 38151 w 38096"/>
                  <a:gd name="connsiteY2" fmla="*/ 119 h 47031"/>
                  <a:gd name="connsiteX3" fmla="*/ 24265 w 38096"/>
                  <a:gd name="connsiteY3" fmla="*/ 27891 h 47031"/>
                  <a:gd name="connsiteX4" fmla="*/ 54 w 38096"/>
                  <a:gd name="connsiteY4" fmla="*/ 47151 h 4703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096" h="47031">
                    <a:moveTo>
                      <a:pt x="54" y="47151"/>
                    </a:moveTo>
                    <a:cubicBezTo>
                      <a:pt x="2415" y="36912"/>
                      <a:pt x="7197" y="27384"/>
                      <a:pt x="14001" y="19379"/>
                    </a:cubicBezTo>
                    <a:cubicBezTo>
                      <a:pt x="20377" y="11101"/>
                      <a:pt x="28666" y="4496"/>
                      <a:pt x="38151" y="119"/>
                    </a:cubicBezTo>
                    <a:cubicBezTo>
                      <a:pt x="35839" y="10365"/>
                      <a:pt x="31075" y="19892"/>
                      <a:pt x="24265" y="27891"/>
                    </a:cubicBezTo>
                    <a:cubicBezTo>
                      <a:pt x="17835" y="36139"/>
                      <a:pt x="9540" y="42738"/>
                      <a:pt x="54" y="4715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1" name="" descr="66494c7b-f173-4b3c-aaa0-c3896d1662e0"/>
              <p:cNvSpPr/>
              <p:nvPr/>
            </p:nvSpPr>
            <p:spPr>
              <a:xfrm>
                <a:off x="4689329" y="5371337"/>
                <a:ext cx="16658" cy="198814"/>
              </a:xfrm>
              <a:custGeom>
                <a:gdLst>
                  <a:gd name="connsiteX0" fmla="*/ 2119 w 16658"/>
                  <a:gd name="connsiteY0" fmla="*/ 198934 h 198814"/>
                  <a:gd name="connsiteX1" fmla="*/ 1757 w 16658"/>
                  <a:gd name="connsiteY1" fmla="*/ 99074 h 198814"/>
                  <a:gd name="connsiteX2" fmla="*/ 14798 w 16658"/>
                  <a:gd name="connsiteY2" fmla="*/ 119 h 198814"/>
                  <a:gd name="connsiteX3" fmla="*/ 2119 w 16658"/>
                  <a:gd name="connsiteY3" fmla="*/ 198934 h 19881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58" h="198814">
                    <a:moveTo>
                      <a:pt x="2119" y="198934"/>
                    </a:moveTo>
                    <a:cubicBezTo>
                      <a:pt x="-507" y="165703"/>
                      <a:pt x="-628" y="132322"/>
                      <a:pt x="1757" y="99074"/>
                    </a:cubicBezTo>
                    <a:cubicBezTo>
                      <a:pt x="3562" y="65801"/>
                      <a:pt x="7921" y="32722"/>
                      <a:pt x="14798" y="119"/>
                    </a:cubicBezTo>
                    <a:cubicBezTo>
                      <a:pt x="19610" y="66658"/>
                      <a:pt x="15341" y="133542"/>
                      <a:pt x="2119" y="19893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2" name="" descr="b9a76264-e1b2-40c5-bad7-32b3452e1351"/>
              <p:cNvSpPr/>
              <p:nvPr/>
            </p:nvSpPr>
            <p:spPr>
              <a:xfrm>
                <a:off x="4633852" y="5511588"/>
                <a:ext cx="25288" cy="61401"/>
              </a:xfrm>
              <a:custGeom>
                <a:gdLst>
                  <a:gd name="connsiteX0" fmla="*/ 59 w 25288"/>
                  <a:gd name="connsiteY0" fmla="*/ 119 h 61401"/>
                  <a:gd name="connsiteX1" fmla="*/ 18896 w 25288"/>
                  <a:gd name="connsiteY1" fmla="*/ 28254 h 61401"/>
                  <a:gd name="connsiteX2" fmla="*/ 25295 w 25288"/>
                  <a:gd name="connsiteY2" fmla="*/ 61520 h 61401"/>
                  <a:gd name="connsiteX3" fmla="*/ 59 w 25288"/>
                  <a:gd name="connsiteY3" fmla="*/ 119 h 6140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88" h="61401">
                    <a:moveTo>
                      <a:pt x="59" y="119"/>
                    </a:moveTo>
                    <a:cubicBezTo>
                      <a:pt x="8336" y="7992"/>
                      <a:pt x="14766" y="17604"/>
                      <a:pt x="18896" y="28254"/>
                    </a:cubicBezTo>
                    <a:cubicBezTo>
                      <a:pt x="23508" y="38717"/>
                      <a:pt x="25700" y="50091"/>
                      <a:pt x="25295" y="61520"/>
                    </a:cubicBezTo>
                    <a:cubicBezTo>
                      <a:pt x="8934" y="45304"/>
                      <a:pt x="-171" y="23158"/>
                      <a:pt x="59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3" name="" descr="560f2585-0005-4f4e-8d2d-94d1d54531b4"/>
              <p:cNvSpPr/>
              <p:nvPr/>
            </p:nvSpPr>
            <p:spPr>
              <a:xfrm>
                <a:off x="4651485" y="5706780"/>
                <a:ext cx="35017" cy="161200"/>
              </a:xfrm>
              <a:custGeom>
                <a:gdLst>
                  <a:gd name="connsiteX0" fmla="*/ 35072 w 35017"/>
                  <a:gd name="connsiteY0" fmla="*/ 119 h 161200"/>
                  <a:gd name="connsiteX1" fmla="*/ 24204 w 35017"/>
                  <a:gd name="connsiteY1" fmla="*/ 82169 h 161200"/>
                  <a:gd name="connsiteX2" fmla="*/ 54 w 35017"/>
                  <a:gd name="connsiteY2" fmla="*/ 161320 h 161200"/>
                  <a:gd name="connsiteX3" fmla="*/ 10922 w 35017"/>
                  <a:gd name="connsiteY3" fmla="*/ 79271 h 161200"/>
                  <a:gd name="connsiteX4" fmla="*/ 35072 w 35017"/>
                  <a:gd name="connsiteY4" fmla="*/ 119 h 16120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017" h="161200">
                    <a:moveTo>
                      <a:pt x="35072" y="119"/>
                    </a:moveTo>
                    <a:cubicBezTo>
                      <a:pt x="33991" y="27747"/>
                      <a:pt x="30351" y="55211"/>
                      <a:pt x="24204" y="82169"/>
                    </a:cubicBezTo>
                    <a:cubicBezTo>
                      <a:pt x="18644" y="109247"/>
                      <a:pt x="10560" y="135751"/>
                      <a:pt x="54" y="161320"/>
                    </a:cubicBezTo>
                    <a:cubicBezTo>
                      <a:pt x="1135" y="133693"/>
                      <a:pt x="4776" y="106228"/>
                      <a:pt x="10922" y="79271"/>
                    </a:cubicBezTo>
                    <a:cubicBezTo>
                      <a:pt x="16537" y="52205"/>
                      <a:pt x="24621" y="25712"/>
                      <a:pt x="35072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4" name="" descr="d54141e5-12ea-49c2-a57d-8212c6deb235"/>
              <p:cNvSpPr/>
              <p:nvPr/>
            </p:nvSpPr>
            <p:spPr>
              <a:xfrm>
                <a:off x="4759556" y="5674117"/>
                <a:ext cx="129262" cy="118515"/>
              </a:xfrm>
              <a:custGeom>
                <a:gdLst>
                  <a:gd name="connsiteX0" fmla="*/ 54 w 129262"/>
                  <a:gd name="connsiteY0" fmla="*/ 119 h 118515"/>
                  <a:gd name="connsiteX1" fmla="*/ 66467 w 129262"/>
                  <a:gd name="connsiteY1" fmla="*/ 57294 h 118515"/>
                  <a:gd name="connsiteX2" fmla="*/ 129317 w 129262"/>
                  <a:gd name="connsiteY2" fmla="*/ 118635 h 118515"/>
                  <a:gd name="connsiteX3" fmla="*/ 54 w 129262"/>
                  <a:gd name="connsiteY3" fmla="*/ 119 h 11851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9262" h="118515">
                    <a:moveTo>
                      <a:pt x="54" y="119"/>
                    </a:moveTo>
                    <a:cubicBezTo>
                      <a:pt x="23721" y="18232"/>
                      <a:pt x="45094" y="37793"/>
                      <a:pt x="66467" y="57294"/>
                    </a:cubicBezTo>
                    <a:cubicBezTo>
                      <a:pt x="87839" y="76795"/>
                      <a:pt x="109333" y="96598"/>
                      <a:pt x="129317" y="118635"/>
                    </a:cubicBezTo>
                    <a:cubicBezTo>
                      <a:pt x="77328" y="90102"/>
                      <a:pt x="32983" y="49445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5" name="" descr="9572e6d0-551c-4ae2-8b52-965a29864766"/>
              <p:cNvSpPr/>
              <p:nvPr/>
            </p:nvSpPr>
            <p:spPr>
              <a:xfrm>
                <a:off x="4769518" y="5522214"/>
                <a:ext cx="156551" cy="74321"/>
              </a:xfrm>
              <a:custGeom>
                <a:gdLst>
                  <a:gd name="connsiteX0" fmla="*/ 54 w 156551"/>
                  <a:gd name="connsiteY0" fmla="*/ 74441 h 74321"/>
                  <a:gd name="connsiteX1" fmla="*/ 76851 w 156551"/>
                  <a:gd name="connsiteY1" fmla="*/ 34170 h 74321"/>
                  <a:gd name="connsiteX2" fmla="*/ 156606 w 156551"/>
                  <a:gd name="connsiteY2" fmla="*/ 119 h 74321"/>
                  <a:gd name="connsiteX3" fmla="*/ 82587 w 156551"/>
                  <a:gd name="connsiteY3" fmla="*/ 46306 h 74321"/>
                  <a:gd name="connsiteX4" fmla="*/ 54 w 156551"/>
                  <a:gd name="connsiteY4" fmla="*/ 74441 h 7432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551" h="74321">
                    <a:moveTo>
                      <a:pt x="54" y="74441"/>
                    </a:moveTo>
                    <a:cubicBezTo>
                      <a:pt x="24965" y="59739"/>
                      <a:pt x="50594" y="46300"/>
                      <a:pt x="76851" y="34170"/>
                    </a:cubicBezTo>
                    <a:cubicBezTo>
                      <a:pt x="102836" y="21462"/>
                      <a:pt x="129456" y="10099"/>
                      <a:pt x="156606" y="119"/>
                    </a:cubicBezTo>
                    <a:cubicBezTo>
                      <a:pt x="133996" y="18594"/>
                      <a:pt x="109122" y="34116"/>
                      <a:pt x="82587" y="46306"/>
                    </a:cubicBezTo>
                    <a:cubicBezTo>
                      <a:pt x="56360" y="59099"/>
                      <a:pt x="28636" y="68554"/>
                      <a:pt x="54" y="7444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" name="" descr="e21b84ce-fb93-41cf-9f47-9e28fd6c2911"/>
              <p:cNvSpPr/>
              <p:nvPr/>
            </p:nvSpPr>
            <p:spPr>
              <a:xfrm>
                <a:off x="2679317" y="5531610"/>
                <a:ext cx="1288868" cy="1564413"/>
              </a:xfrm>
              <a:custGeom>
                <a:gdLst>
                  <a:gd name="connsiteX0" fmla="*/ 1281413 w 1288868"/>
                  <a:gd name="connsiteY0" fmla="*/ 1120700 h 1564413"/>
                  <a:gd name="connsiteX1" fmla="*/ 1112786 w 1288868"/>
                  <a:gd name="connsiteY1" fmla="*/ 1408084 h 1564413"/>
                  <a:gd name="connsiteX2" fmla="*/ 540916 w 1288868"/>
                  <a:gd name="connsiteY2" fmla="*/ 1557029 h 1564413"/>
                  <a:gd name="connsiteX3" fmla="*/ 253531 w 1288868"/>
                  <a:gd name="connsiteY3" fmla="*/ 1388402 h 1564413"/>
                  <a:gd name="connsiteX4" fmla="*/ 7564 w 1288868"/>
                  <a:gd name="connsiteY4" fmla="*/ 443958 h 1564413"/>
                  <a:gd name="connsiteX5" fmla="*/ 176191 w 1288868"/>
                  <a:gd name="connsiteY5" fmla="*/ 156574 h 1564413"/>
                  <a:gd name="connsiteX6" fmla="*/ 748062 w 1288868"/>
                  <a:gd name="connsiteY6" fmla="*/ 7629 h 1564413"/>
                  <a:gd name="connsiteX7" fmla="*/ 1035446 w 1288868"/>
                  <a:gd name="connsiteY7" fmla="*/ 176256 h 156441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8868" h="1564413">
                    <a:moveTo>
                      <a:pt x="1281413" y="1120700"/>
                    </a:moveTo>
                    <a:cubicBezTo>
                      <a:pt x="1313798" y="1246581"/>
                      <a:pt x="1238463" y="1374938"/>
                      <a:pt x="1112786" y="1408084"/>
                    </a:cubicBezTo>
                    <a:lnTo>
                      <a:pt x="540916" y="1557029"/>
                    </a:lnTo>
                    <a:cubicBezTo>
                      <a:pt x="415046" y="1589390"/>
                      <a:pt x="286653" y="1514103"/>
                      <a:pt x="253531" y="1388402"/>
                    </a:cubicBezTo>
                    <a:lnTo>
                      <a:pt x="7564" y="443958"/>
                    </a:lnTo>
                    <a:cubicBezTo>
                      <a:pt x="-24821" y="318089"/>
                      <a:pt x="50515" y="189695"/>
                      <a:pt x="176191" y="156574"/>
                    </a:cubicBezTo>
                    <a:lnTo>
                      <a:pt x="748062" y="7629"/>
                    </a:lnTo>
                    <a:cubicBezTo>
                      <a:pt x="873931" y="-24756"/>
                      <a:pt x="1002324" y="50580"/>
                      <a:pt x="1035446" y="176256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7" name="" descr="ca2a8ed7-de7b-4141-b4b1-17d5348d873a"/>
              <p:cNvSpPr/>
              <p:nvPr/>
            </p:nvSpPr>
            <p:spPr>
              <a:xfrm rot="20724000">
                <a:off x="2851714" y="5862619"/>
                <a:ext cx="937017" cy="874348"/>
              </a:xfrm>
              <a:custGeom>
                <a:gdLst>
                  <a:gd name="connsiteX0" fmla="*/ 54 w 937017"/>
                  <a:gd name="connsiteY0" fmla="*/ 119 h 874348"/>
                  <a:gd name="connsiteX1" fmla="*/ 937072 w 937017"/>
                  <a:gd name="connsiteY1" fmla="*/ 119 h 874348"/>
                  <a:gd name="connsiteX2" fmla="*/ 937072 w 937017"/>
                  <a:gd name="connsiteY2" fmla="*/ 874468 h 874348"/>
                  <a:gd name="connsiteX3" fmla="*/ 54 w 937017"/>
                  <a:gd name="connsiteY3" fmla="*/ 874468 h 87434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7017" h="874348">
                    <a:moveTo>
                      <a:pt x="54" y="119"/>
                    </a:moveTo>
                    <a:lnTo>
                      <a:pt x="937072" y="119"/>
                    </a:lnTo>
                    <a:lnTo>
                      <a:pt x="937072" y="874468"/>
                    </a:lnTo>
                    <a:lnTo>
                      <a:pt x="54" y="874468"/>
                    </a:ln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" name="" descr="ac366e42-ef59-4d0c-a70f-a5b51f1ca0a5"/>
              <p:cNvSpPr/>
              <p:nvPr/>
            </p:nvSpPr>
            <p:spPr>
              <a:xfrm>
                <a:off x="3041046" y="6020669"/>
                <a:ext cx="593424" cy="593424"/>
              </a:xfrm>
              <a:custGeom>
                <a:gdLst>
                  <a:gd name="connsiteX0" fmla="*/ 545366 w 593424"/>
                  <a:gd name="connsiteY0" fmla="*/ 133429 h 593424"/>
                  <a:gd name="connsiteX1" fmla="*/ 364966 w 593424"/>
                  <a:gd name="connsiteY1" fmla="*/ 180460 h 593424"/>
                  <a:gd name="connsiteX2" fmla="*/ 317934 w 593424"/>
                  <a:gd name="connsiteY2" fmla="*/ 0 h 593424"/>
                  <a:gd name="connsiteX3" fmla="*/ 133489 w 593424"/>
                  <a:gd name="connsiteY3" fmla="*/ 48059 h 593424"/>
                  <a:gd name="connsiteX4" fmla="*/ 180461 w 593424"/>
                  <a:gd name="connsiteY4" fmla="*/ 228519 h 593424"/>
                  <a:gd name="connsiteX5" fmla="*/ 0 w 593424"/>
                  <a:gd name="connsiteY5" fmla="*/ 275490 h 593424"/>
                  <a:gd name="connsiteX6" fmla="*/ 48058 w 593424"/>
                  <a:gd name="connsiteY6" fmla="*/ 459996 h 593424"/>
                  <a:gd name="connsiteX7" fmla="*/ 228519 w 593424"/>
                  <a:gd name="connsiteY7" fmla="*/ 412964 h 593424"/>
                  <a:gd name="connsiteX8" fmla="*/ 275491 w 593424"/>
                  <a:gd name="connsiteY8" fmla="*/ 593424 h 593424"/>
                  <a:gd name="connsiteX9" fmla="*/ 459996 w 593424"/>
                  <a:gd name="connsiteY9" fmla="*/ 545366 h 593424"/>
                  <a:gd name="connsiteX10" fmla="*/ 412964 w 593424"/>
                  <a:gd name="connsiteY10" fmla="*/ 364906 h 593424"/>
                  <a:gd name="connsiteX11" fmla="*/ 593424 w 593424"/>
                  <a:gd name="connsiteY11" fmla="*/ 317934 h 593424"/>
                  <a:gd name="connsiteX12" fmla="*/ 545366 w 593424"/>
                  <a:gd name="connsiteY12" fmla="*/ 133429 h 59342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93424" h="593424">
                    <a:moveTo>
                      <a:pt x="545366" y="133429"/>
                    </a:moveTo>
                    <a:lnTo>
                      <a:pt x="364966" y="180460"/>
                    </a:lnTo>
                    <a:lnTo>
                      <a:pt x="317934" y="0"/>
                    </a:lnTo>
                    <a:lnTo>
                      <a:pt x="133489" y="48059"/>
                    </a:lnTo>
                    <a:lnTo>
                      <a:pt x="180461" y="228519"/>
                    </a:lnTo>
                    <a:lnTo>
                      <a:pt x="0" y="275490"/>
                    </a:lnTo>
                    <a:lnTo>
                      <a:pt x="48058" y="459996"/>
                    </a:lnTo>
                    <a:lnTo>
                      <a:pt x="228519" y="412964"/>
                    </a:lnTo>
                    <a:lnTo>
                      <a:pt x="275491" y="593424"/>
                    </a:lnTo>
                    <a:lnTo>
                      <a:pt x="459996" y="545366"/>
                    </a:lnTo>
                    <a:lnTo>
                      <a:pt x="412964" y="364906"/>
                    </a:lnTo>
                    <a:lnTo>
                      <a:pt x="593424" y="317934"/>
                    </a:lnTo>
                    <a:lnTo>
                      <a:pt x="545366" y="133429"/>
                    </a:lnTo>
                    <a:close/>
                  </a:path>
                </a:pathLst>
              </a:custGeom>
              <a:solidFill>
                <a:srgbClr val="FF681E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9" name="" descr="3f8a78ae-cbc1-4171-91f8-95d4edad9ad3"/>
              <p:cNvSpPr/>
              <p:nvPr/>
            </p:nvSpPr>
            <p:spPr>
              <a:xfrm>
                <a:off x="2962137" y="5531610"/>
                <a:ext cx="1006019" cy="1564242"/>
              </a:xfrm>
              <a:custGeom>
                <a:gdLst>
                  <a:gd name="connsiteX0" fmla="*/ 465243 w 1006019"/>
                  <a:gd name="connsiteY0" fmla="*/ 7629 h 1564242"/>
                  <a:gd name="connsiteX1" fmla="*/ 355542 w 1006019"/>
                  <a:gd name="connsiteY1" fmla="*/ 36186 h 1564242"/>
                  <a:gd name="connsiteX2" fmla="*/ 54 w 1006019"/>
                  <a:gd name="connsiteY2" fmla="*/ 1455298 h 1564242"/>
                  <a:gd name="connsiteX3" fmla="*/ 258096 w 1006019"/>
                  <a:gd name="connsiteY3" fmla="*/ 1556908 h 1564242"/>
                  <a:gd name="connsiteX4" fmla="*/ 829967 w 1006019"/>
                  <a:gd name="connsiteY4" fmla="*/ 1407963 h 1564242"/>
                  <a:gd name="connsiteX5" fmla="*/ 998594 w 1006019"/>
                  <a:gd name="connsiteY5" fmla="*/ 1120700 h 1564242"/>
                  <a:gd name="connsiteX6" fmla="*/ 752627 w 1006019"/>
                  <a:gd name="connsiteY6" fmla="*/ 176256 h 1564242"/>
                  <a:gd name="connsiteX7" fmla="*/ 465243 w 1006019"/>
                  <a:gd name="connsiteY7" fmla="*/ 7629 h 156424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19" h="1564242">
                    <a:moveTo>
                      <a:pt x="465243" y="7629"/>
                    </a:moveTo>
                    <a:lnTo>
                      <a:pt x="355542" y="36186"/>
                    </a:lnTo>
                    <a:cubicBezTo>
                      <a:pt x="579774" y="690831"/>
                      <a:pt x="214687" y="1217722"/>
                      <a:pt x="54" y="1455298"/>
                    </a:cubicBezTo>
                    <a:cubicBezTo>
                      <a:pt x="55086" y="1541332"/>
                      <a:pt x="159166" y="1582326"/>
                      <a:pt x="258096" y="1556908"/>
                    </a:cubicBezTo>
                    <a:lnTo>
                      <a:pt x="829967" y="1407963"/>
                    </a:lnTo>
                    <a:cubicBezTo>
                      <a:pt x="955583" y="1374817"/>
                      <a:pt x="1030901" y="1246521"/>
                      <a:pt x="998594" y="1120700"/>
                    </a:cubicBezTo>
                    <a:lnTo>
                      <a:pt x="752627" y="176256"/>
                    </a:lnTo>
                    <a:cubicBezTo>
                      <a:pt x="719505" y="50580"/>
                      <a:pt x="591112" y="-24756"/>
                      <a:pt x="465243" y="7629"/>
                    </a:cubicBezTo>
                    <a:close/>
                  </a:path>
                </a:pathLst>
              </a:custGeom>
              <a:solidFill>
                <a:srgbClr val="FFA400">
                  <a:alpha val="30000"/>
                </a:srgbClr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0" name="" descr="0a2b9edf-23eb-4596-bd54-d10f73e8f3a8"/>
              <p:cNvSpPr/>
              <p:nvPr/>
            </p:nvSpPr>
            <p:spPr>
              <a:xfrm>
                <a:off x="2671928" y="5126502"/>
                <a:ext cx="834140" cy="571552"/>
              </a:xfrm>
              <a:custGeom>
                <a:gdLst>
                  <a:gd name="connsiteX0" fmla="*/ 828384 w 834140"/>
                  <a:gd name="connsiteY0" fmla="*/ 226661 h 571552"/>
                  <a:gd name="connsiteX1" fmla="*/ 697250 w 834140"/>
                  <a:gd name="connsiteY1" fmla="*/ 450048 h 571552"/>
                  <a:gd name="connsiteX2" fmla="*/ 252589 w 834140"/>
                  <a:gd name="connsiteY2" fmla="*/ 565847 h 571552"/>
                  <a:gd name="connsiteX3" fmla="*/ 29202 w 834140"/>
                  <a:gd name="connsiteY3" fmla="*/ 434713 h 571552"/>
                  <a:gd name="connsiteX4" fmla="*/ 5897 w 834140"/>
                  <a:gd name="connsiteY4" fmla="*/ 345117 h 571552"/>
                  <a:gd name="connsiteX5" fmla="*/ 136971 w 834140"/>
                  <a:gd name="connsiteY5" fmla="*/ 121730 h 571552"/>
                  <a:gd name="connsiteX6" fmla="*/ 581330 w 834140"/>
                  <a:gd name="connsiteY6" fmla="*/ 5931 h 571552"/>
                  <a:gd name="connsiteX7" fmla="*/ 804717 w 834140"/>
                  <a:gd name="connsiteY7" fmla="*/ 137065 h 57155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4139" h="571552">
                    <a:moveTo>
                      <a:pt x="828384" y="226661"/>
                    </a:moveTo>
                    <a:cubicBezTo>
                      <a:pt x="853494" y="324510"/>
                      <a:pt x="794924" y="424280"/>
                      <a:pt x="697250" y="450048"/>
                    </a:cubicBezTo>
                    <a:lnTo>
                      <a:pt x="252589" y="565847"/>
                    </a:lnTo>
                    <a:cubicBezTo>
                      <a:pt x="154733" y="590993"/>
                      <a:pt x="54940" y="532411"/>
                      <a:pt x="29202" y="434713"/>
                    </a:cubicBezTo>
                    <a:lnTo>
                      <a:pt x="5897" y="345117"/>
                    </a:lnTo>
                    <a:cubicBezTo>
                      <a:pt x="-19291" y="247279"/>
                      <a:pt x="39278" y="147467"/>
                      <a:pt x="136971" y="121730"/>
                    </a:cubicBezTo>
                    <a:lnTo>
                      <a:pt x="581330" y="5931"/>
                    </a:lnTo>
                    <a:cubicBezTo>
                      <a:pt x="679179" y="-19179"/>
                      <a:pt x="778949" y="39390"/>
                      <a:pt x="804717" y="137065"/>
                    </a:cubicBezTo>
                    <a:close/>
                  </a:path>
                </a:pathLst>
              </a:custGeom>
              <a:solidFill>
                <a:srgbClr val="FF681E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" name="" descr="0bbf65fa-d37e-47ff-886b-2ea03b488235"/>
              <p:cNvSpPr/>
              <p:nvPr/>
            </p:nvSpPr>
            <p:spPr>
              <a:xfrm>
                <a:off x="2726366" y="5317655"/>
                <a:ext cx="141657" cy="327747"/>
              </a:xfrm>
              <a:custGeom>
                <a:gdLst>
                  <a:gd name="connsiteX0" fmla="*/ 140493 w 141657"/>
                  <a:gd name="connsiteY0" fmla="*/ 280207 h 327747"/>
                  <a:gd name="connsiteX1" fmla="*/ 113264 w 141657"/>
                  <a:gd name="connsiteY1" fmla="*/ 326636 h 327747"/>
                  <a:gd name="connsiteX2" fmla="*/ 113264 w 141657"/>
                  <a:gd name="connsiteY2" fmla="*/ 326636 h 327747"/>
                  <a:gd name="connsiteX3" fmla="*/ 66836 w 141657"/>
                  <a:gd name="connsiteY3" fmla="*/ 299407 h 327747"/>
                  <a:gd name="connsiteX4" fmla="*/ 1269 w 141657"/>
                  <a:gd name="connsiteY4" fmla="*/ 47764 h 327747"/>
                  <a:gd name="connsiteX5" fmla="*/ 28558 w 141657"/>
                  <a:gd name="connsiteY5" fmla="*/ 1336 h 327747"/>
                  <a:gd name="connsiteX6" fmla="*/ 28558 w 141657"/>
                  <a:gd name="connsiteY6" fmla="*/ 1336 h 327747"/>
                  <a:gd name="connsiteX7" fmla="*/ 74926 w 141657"/>
                  <a:gd name="connsiteY7" fmla="*/ 28565 h 3277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1657" h="327747">
                    <a:moveTo>
                      <a:pt x="140493" y="280207"/>
                    </a:moveTo>
                    <a:cubicBezTo>
                      <a:pt x="145740" y="300542"/>
                      <a:pt x="133568" y="321286"/>
                      <a:pt x="113264" y="326636"/>
                    </a:cubicBezTo>
                    <a:lnTo>
                      <a:pt x="113264" y="326636"/>
                    </a:lnTo>
                    <a:cubicBezTo>
                      <a:pt x="92930" y="331912"/>
                      <a:pt x="72155" y="319735"/>
                      <a:pt x="66836" y="299407"/>
                    </a:cubicBezTo>
                    <a:lnTo>
                      <a:pt x="1269" y="47764"/>
                    </a:lnTo>
                    <a:cubicBezTo>
                      <a:pt x="-3972" y="27412"/>
                      <a:pt x="8230" y="6655"/>
                      <a:pt x="28558" y="1336"/>
                    </a:cubicBezTo>
                    <a:lnTo>
                      <a:pt x="28558" y="1336"/>
                    </a:lnTo>
                    <a:cubicBezTo>
                      <a:pt x="48875" y="-3905"/>
                      <a:pt x="69607" y="8267"/>
                      <a:pt x="74926" y="28565"/>
                    </a:cubicBezTo>
                    <a:close/>
                  </a:path>
                </a:pathLst>
              </a:custGeom>
              <a:solidFill>
                <a:srgbClr val="E64B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2" name="" descr="a691fabf-a273-460a-9922-2f1f5062e6c1"/>
              <p:cNvSpPr/>
              <p:nvPr/>
            </p:nvSpPr>
            <p:spPr>
              <a:xfrm>
                <a:off x="2871628" y="5279861"/>
                <a:ext cx="141295" cy="327747"/>
              </a:xfrm>
              <a:custGeom>
                <a:gdLst>
                  <a:gd name="connsiteX0" fmla="*/ 140131 w 141295"/>
                  <a:gd name="connsiteY0" fmla="*/ 280207 h 327747"/>
                  <a:gd name="connsiteX1" fmla="*/ 112902 w 141295"/>
                  <a:gd name="connsiteY1" fmla="*/ 326636 h 327747"/>
                  <a:gd name="connsiteX2" fmla="*/ 112902 w 141295"/>
                  <a:gd name="connsiteY2" fmla="*/ 326636 h 327747"/>
                  <a:gd name="connsiteX3" fmla="*/ 66474 w 141295"/>
                  <a:gd name="connsiteY3" fmla="*/ 299407 h 327747"/>
                  <a:gd name="connsiteX4" fmla="*/ 1269 w 141295"/>
                  <a:gd name="connsiteY4" fmla="*/ 47764 h 327747"/>
                  <a:gd name="connsiteX5" fmla="*/ 28558 w 141295"/>
                  <a:gd name="connsiteY5" fmla="*/ 1336 h 327747"/>
                  <a:gd name="connsiteX6" fmla="*/ 28558 w 141295"/>
                  <a:gd name="connsiteY6" fmla="*/ 1336 h 327747"/>
                  <a:gd name="connsiteX7" fmla="*/ 74926 w 141295"/>
                  <a:gd name="connsiteY7" fmla="*/ 28565 h 3277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1295" h="327747">
                    <a:moveTo>
                      <a:pt x="140131" y="280207"/>
                    </a:moveTo>
                    <a:cubicBezTo>
                      <a:pt x="145378" y="300542"/>
                      <a:pt x="133206" y="321286"/>
                      <a:pt x="112902" y="326636"/>
                    </a:cubicBezTo>
                    <a:lnTo>
                      <a:pt x="112902" y="326636"/>
                    </a:lnTo>
                    <a:cubicBezTo>
                      <a:pt x="92568" y="331912"/>
                      <a:pt x="71793" y="319735"/>
                      <a:pt x="66474" y="299407"/>
                    </a:cubicBezTo>
                    <a:lnTo>
                      <a:pt x="1269" y="47764"/>
                    </a:lnTo>
                    <a:cubicBezTo>
                      <a:pt x="-3972" y="27412"/>
                      <a:pt x="8230" y="6655"/>
                      <a:pt x="28558" y="1336"/>
                    </a:cubicBezTo>
                    <a:lnTo>
                      <a:pt x="28558" y="1336"/>
                    </a:lnTo>
                    <a:cubicBezTo>
                      <a:pt x="48875" y="-3905"/>
                      <a:pt x="69607" y="8267"/>
                      <a:pt x="74926" y="28565"/>
                    </a:cubicBezTo>
                    <a:close/>
                  </a:path>
                </a:pathLst>
              </a:custGeom>
              <a:solidFill>
                <a:srgbClr val="E64B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" name="" descr="363aa9ad-0702-46b4-b41f-5af8520c72ac"/>
              <p:cNvSpPr/>
              <p:nvPr/>
            </p:nvSpPr>
            <p:spPr>
              <a:xfrm>
                <a:off x="3016527" y="5242066"/>
                <a:ext cx="141609" cy="327762"/>
              </a:xfrm>
              <a:custGeom>
                <a:gdLst>
                  <a:gd name="connsiteX0" fmla="*/ 140433 w 141609"/>
                  <a:gd name="connsiteY0" fmla="*/ 280207 h 327762"/>
                  <a:gd name="connsiteX1" fmla="*/ 113204 w 141609"/>
                  <a:gd name="connsiteY1" fmla="*/ 326636 h 327762"/>
                  <a:gd name="connsiteX2" fmla="*/ 113204 w 141609"/>
                  <a:gd name="connsiteY2" fmla="*/ 326636 h 327762"/>
                  <a:gd name="connsiteX3" fmla="*/ 66788 w 141609"/>
                  <a:gd name="connsiteY3" fmla="*/ 299449 h 327762"/>
                  <a:gd name="connsiteX4" fmla="*/ 66776 w 141609"/>
                  <a:gd name="connsiteY4" fmla="*/ 299407 h 327762"/>
                  <a:gd name="connsiteX5" fmla="*/ 1269 w 141609"/>
                  <a:gd name="connsiteY5" fmla="*/ 47764 h 327762"/>
                  <a:gd name="connsiteX6" fmla="*/ 28558 w 141609"/>
                  <a:gd name="connsiteY6" fmla="*/ 1336 h 327762"/>
                  <a:gd name="connsiteX7" fmla="*/ 28558 w 141609"/>
                  <a:gd name="connsiteY7" fmla="*/ 1336 h 327762"/>
                  <a:gd name="connsiteX8" fmla="*/ 74926 w 141609"/>
                  <a:gd name="connsiteY8" fmla="*/ 28565 h 32776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1609" h="327762">
                    <a:moveTo>
                      <a:pt x="140433" y="280207"/>
                    </a:moveTo>
                    <a:cubicBezTo>
                      <a:pt x="145710" y="300542"/>
                      <a:pt x="133532" y="321316"/>
                      <a:pt x="113204" y="326636"/>
                    </a:cubicBezTo>
                    <a:lnTo>
                      <a:pt x="113204" y="326636"/>
                    </a:lnTo>
                    <a:cubicBezTo>
                      <a:pt x="92882" y="331949"/>
                      <a:pt x="72101" y="319777"/>
                      <a:pt x="66788" y="299449"/>
                    </a:cubicBezTo>
                    <a:cubicBezTo>
                      <a:pt x="66782" y="299437"/>
                      <a:pt x="66782" y="299419"/>
                      <a:pt x="66776" y="299407"/>
                    </a:cubicBezTo>
                    <a:lnTo>
                      <a:pt x="1269" y="47764"/>
                    </a:lnTo>
                    <a:cubicBezTo>
                      <a:pt x="-3972" y="27412"/>
                      <a:pt x="8230" y="6655"/>
                      <a:pt x="28558" y="1336"/>
                    </a:cubicBezTo>
                    <a:lnTo>
                      <a:pt x="28558" y="1336"/>
                    </a:lnTo>
                    <a:cubicBezTo>
                      <a:pt x="48875" y="-3905"/>
                      <a:pt x="69607" y="8267"/>
                      <a:pt x="74926" y="28565"/>
                    </a:cubicBezTo>
                    <a:close/>
                  </a:path>
                </a:pathLst>
              </a:custGeom>
              <a:solidFill>
                <a:srgbClr val="E64B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4" name="" descr="1f2f236a-f0c7-4546-8ac0-07b1e91326f7"/>
              <p:cNvSpPr/>
              <p:nvPr/>
            </p:nvSpPr>
            <p:spPr>
              <a:xfrm>
                <a:off x="3161411" y="5204300"/>
                <a:ext cx="141805" cy="327733"/>
              </a:xfrm>
              <a:custGeom>
                <a:gdLst>
                  <a:gd name="connsiteX0" fmla="*/ 140629 w 141805"/>
                  <a:gd name="connsiteY0" fmla="*/ 280179 h 327733"/>
                  <a:gd name="connsiteX1" fmla="*/ 113400 w 141805"/>
                  <a:gd name="connsiteY1" fmla="*/ 326607 h 327733"/>
                  <a:gd name="connsiteX2" fmla="*/ 113400 w 141805"/>
                  <a:gd name="connsiteY2" fmla="*/ 326607 h 327733"/>
                  <a:gd name="connsiteX3" fmla="*/ 66984 w 141805"/>
                  <a:gd name="connsiteY3" fmla="*/ 299420 h 327733"/>
                  <a:gd name="connsiteX4" fmla="*/ 66972 w 141805"/>
                  <a:gd name="connsiteY4" fmla="*/ 299378 h 327733"/>
                  <a:gd name="connsiteX5" fmla="*/ 1284 w 141805"/>
                  <a:gd name="connsiteY5" fmla="*/ 47736 h 327733"/>
                  <a:gd name="connsiteX6" fmla="*/ 28513 w 141805"/>
                  <a:gd name="connsiteY6" fmla="*/ 1368 h 327733"/>
                  <a:gd name="connsiteX7" fmla="*/ 28513 w 141805"/>
                  <a:gd name="connsiteY7" fmla="*/ 1368 h 327733"/>
                  <a:gd name="connsiteX8" fmla="*/ 74942 w 141805"/>
                  <a:gd name="connsiteY8" fmla="*/ 28537 h 327733"/>
                  <a:gd name="connsiteX9" fmla="*/ 74942 w 141805"/>
                  <a:gd name="connsiteY9" fmla="*/ 28537 h 32773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05" h="327733">
                    <a:moveTo>
                      <a:pt x="140629" y="280179"/>
                    </a:moveTo>
                    <a:cubicBezTo>
                      <a:pt x="145906" y="300513"/>
                      <a:pt x="133729" y="321288"/>
                      <a:pt x="113400" y="326607"/>
                    </a:cubicBezTo>
                    <a:lnTo>
                      <a:pt x="113400" y="326607"/>
                    </a:lnTo>
                    <a:cubicBezTo>
                      <a:pt x="93078" y="331920"/>
                      <a:pt x="72297" y="319749"/>
                      <a:pt x="66984" y="299420"/>
                    </a:cubicBezTo>
                    <a:cubicBezTo>
                      <a:pt x="66978" y="299408"/>
                      <a:pt x="66978" y="299390"/>
                      <a:pt x="66972" y="299378"/>
                    </a:cubicBezTo>
                    <a:lnTo>
                      <a:pt x="1284" y="47736"/>
                    </a:lnTo>
                    <a:cubicBezTo>
                      <a:pt x="-3992" y="27413"/>
                      <a:pt x="8197" y="6657"/>
                      <a:pt x="28513" y="1368"/>
                    </a:cubicBezTo>
                    <a:lnTo>
                      <a:pt x="28513" y="1368"/>
                    </a:lnTo>
                    <a:cubicBezTo>
                      <a:pt x="48836" y="-3951"/>
                      <a:pt x="69623" y="8214"/>
                      <a:pt x="74942" y="28537"/>
                    </a:cubicBezTo>
                    <a:cubicBezTo>
                      <a:pt x="74942" y="28537"/>
                      <a:pt x="74942" y="28537"/>
                      <a:pt x="74942" y="28537"/>
                    </a:cubicBezTo>
                    <a:close/>
                  </a:path>
                </a:pathLst>
              </a:custGeom>
              <a:solidFill>
                <a:srgbClr val="E64B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" name="" descr="f60b7ebd-405d-47fa-935e-35077add3164"/>
              <p:cNvSpPr/>
              <p:nvPr/>
            </p:nvSpPr>
            <p:spPr>
              <a:xfrm>
                <a:off x="3306626" y="5166508"/>
                <a:ext cx="141671" cy="327730"/>
              </a:xfrm>
              <a:custGeom>
                <a:gdLst>
                  <a:gd name="connsiteX0" fmla="*/ 140495 w 141671"/>
                  <a:gd name="connsiteY0" fmla="*/ 280176 h 327730"/>
                  <a:gd name="connsiteX1" fmla="*/ 113266 w 141671"/>
                  <a:gd name="connsiteY1" fmla="*/ 326604 h 327730"/>
                  <a:gd name="connsiteX2" fmla="*/ 113266 w 141671"/>
                  <a:gd name="connsiteY2" fmla="*/ 326604 h 327730"/>
                  <a:gd name="connsiteX3" fmla="*/ 66850 w 141671"/>
                  <a:gd name="connsiteY3" fmla="*/ 299418 h 327730"/>
                  <a:gd name="connsiteX4" fmla="*/ 66838 w 141671"/>
                  <a:gd name="connsiteY4" fmla="*/ 299375 h 327730"/>
                  <a:gd name="connsiteX5" fmla="*/ 1271 w 141671"/>
                  <a:gd name="connsiteY5" fmla="*/ 47733 h 327730"/>
                  <a:gd name="connsiteX6" fmla="*/ 28500 w 141671"/>
                  <a:gd name="connsiteY6" fmla="*/ 1365 h 327730"/>
                  <a:gd name="connsiteX7" fmla="*/ 28500 w 141671"/>
                  <a:gd name="connsiteY7" fmla="*/ 1365 h 327730"/>
                  <a:gd name="connsiteX8" fmla="*/ 74916 w 141671"/>
                  <a:gd name="connsiteY8" fmla="*/ 28552 h 327730"/>
                  <a:gd name="connsiteX9" fmla="*/ 74928 w 141671"/>
                  <a:gd name="connsiteY9" fmla="*/ 28594 h 32773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671" h="327730">
                    <a:moveTo>
                      <a:pt x="140495" y="280176"/>
                    </a:moveTo>
                    <a:cubicBezTo>
                      <a:pt x="145772" y="300510"/>
                      <a:pt x="133595" y="321285"/>
                      <a:pt x="113266" y="326604"/>
                    </a:cubicBezTo>
                    <a:lnTo>
                      <a:pt x="113266" y="326604"/>
                    </a:lnTo>
                    <a:cubicBezTo>
                      <a:pt x="92944" y="331917"/>
                      <a:pt x="72163" y="319746"/>
                      <a:pt x="66850" y="299418"/>
                    </a:cubicBezTo>
                    <a:cubicBezTo>
                      <a:pt x="66844" y="299405"/>
                      <a:pt x="66844" y="299387"/>
                      <a:pt x="66838" y="299375"/>
                    </a:cubicBezTo>
                    <a:lnTo>
                      <a:pt x="1271" y="47733"/>
                    </a:lnTo>
                    <a:cubicBezTo>
                      <a:pt x="-3969" y="27417"/>
                      <a:pt x="8202" y="6684"/>
                      <a:pt x="28500" y="1365"/>
                    </a:cubicBezTo>
                    <a:lnTo>
                      <a:pt x="28500" y="1365"/>
                    </a:lnTo>
                    <a:cubicBezTo>
                      <a:pt x="48822" y="-3948"/>
                      <a:pt x="69603" y="8223"/>
                      <a:pt x="74916" y="28552"/>
                    </a:cubicBezTo>
                    <a:cubicBezTo>
                      <a:pt x="74922" y="28564"/>
                      <a:pt x="74922" y="28582"/>
                      <a:pt x="74928" y="28594"/>
                    </a:cubicBezTo>
                    <a:close/>
                  </a:path>
                </a:pathLst>
              </a:custGeom>
              <a:solidFill>
                <a:srgbClr val="E64B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" name="" descr="bb28e96f-c7ae-48f1-9746-16b314336705"/>
              <p:cNvSpPr/>
              <p:nvPr/>
            </p:nvSpPr>
            <p:spPr>
              <a:xfrm>
                <a:off x="2748711" y="5126694"/>
                <a:ext cx="757357" cy="571363"/>
              </a:xfrm>
              <a:custGeom>
                <a:gdLst>
                  <a:gd name="connsiteX0" fmla="*/ 531293 w 757357"/>
                  <a:gd name="connsiteY0" fmla="*/ 1150 h 571363"/>
                  <a:gd name="connsiteX1" fmla="*/ 579049 w 757357"/>
                  <a:gd name="connsiteY1" fmla="*/ 83984 h 571363"/>
                  <a:gd name="connsiteX2" fmla="*/ 602414 w 757357"/>
                  <a:gd name="connsiteY2" fmla="*/ 173581 h 571363"/>
                  <a:gd name="connsiteX3" fmla="*/ 471280 w 757357"/>
                  <a:gd name="connsiteY3" fmla="*/ 396968 h 571363"/>
                  <a:gd name="connsiteX4" fmla="*/ 26619 w 757357"/>
                  <a:gd name="connsiteY4" fmla="*/ 512767 h 571363"/>
                  <a:gd name="connsiteX5" fmla="*/ 54 w 757357"/>
                  <a:gd name="connsiteY5" fmla="*/ 517416 h 571363"/>
                  <a:gd name="connsiteX6" fmla="*/ 175806 w 757357"/>
                  <a:gd name="connsiteY6" fmla="*/ 565716 h 571363"/>
                  <a:gd name="connsiteX7" fmla="*/ 620466 w 757357"/>
                  <a:gd name="connsiteY7" fmla="*/ 449917 h 571363"/>
                  <a:gd name="connsiteX8" fmla="*/ 751601 w 757357"/>
                  <a:gd name="connsiteY8" fmla="*/ 226530 h 571363"/>
                  <a:gd name="connsiteX9" fmla="*/ 728235 w 757357"/>
                  <a:gd name="connsiteY9" fmla="*/ 136994 h 571363"/>
                  <a:gd name="connsiteX10" fmla="*/ 531293 w 757357"/>
                  <a:gd name="connsiteY10" fmla="*/ 1150 h 57136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7357" h="571363">
                    <a:moveTo>
                      <a:pt x="531293" y="1150"/>
                    </a:moveTo>
                    <a:cubicBezTo>
                      <a:pt x="554368" y="23966"/>
                      <a:pt x="570862" y="52584"/>
                      <a:pt x="579049" y="83984"/>
                    </a:cubicBezTo>
                    <a:lnTo>
                      <a:pt x="602414" y="173581"/>
                    </a:lnTo>
                    <a:cubicBezTo>
                      <a:pt x="627488" y="271424"/>
                      <a:pt x="568937" y="371170"/>
                      <a:pt x="471280" y="396968"/>
                    </a:cubicBezTo>
                    <a:lnTo>
                      <a:pt x="26619" y="512767"/>
                    </a:lnTo>
                    <a:cubicBezTo>
                      <a:pt x="17889" y="514959"/>
                      <a:pt x="9008" y="516510"/>
                      <a:pt x="54" y="517416"/>
                    </a:cubicBezTo>
                    <a:cubicBezTo>
                      <a:pt x="45945" y="563512"/>
                      <a:pt x="112804" y="581884"/>
                      <a:pt x="175806" y="565716"/>
                    </a:cubicBezTo>
                    <a:lnTo>
                      <a:pt x="620466" y="449917"/>
                    </a:lnTo>
                    <a:cubicBezTo>
                      <a:pt x="718141" y="424149"/>
                      <a:pt x="776711" y="324379"/>
                      <a:pt x="751601" y="226530"/>
                    </a:cubicBezTo>
                    <a:lnTo>
                      <a:pt x="728235" y="136994"/>
                    </a:lnTo>
                    <a:cubicBezTo>
                      <a:pt x="705130" y="49299"/>
                      <a:pt x="621475" y="-8401"/>
                      <a:pt x="531293" y="1150"/>
                    </a:cubicBezTo>
                    <a:close/>
                  </a:path>
                </a:pathLst>
              </a:custGeom>
              <a:solidFill>
                <a:srgbClr val="FF681E">
                  <a:alpha val="30000"/>
                </a:srgbClr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7" name="" descr="c770f401-b947-4c33-a543-4d7dc91370e1"/>
              <p:cNvSpPr/>
              <p:nvPr/>
            </p:nvSpPr>
            <p:spPr>
              <a:xfrm>
                <a:off x="4042707" y="6469858"/>
                <a:ext cx="60226" cy="84947"/>
              </a:xfrm>
              <a:custGeom>
                <a:gdLst>
                  <a:gd name="connsiteX0" fmla="*/ 35211 w 60226"/>
                  <a:gd name="connsiteY0" fmla="*/ 85067 h 84947"/>
                  <a:gd name="connsiteX1" fmla="*/ 193 w 60226"/>
                  <a:gd name="connsiteY1" fmla="*/ 44555 h 84947"/>
                  <a:gd name="connsiteX2" fmla="*/ 26879 w 60226"/>
                  <a:gd name="connsiteY2" fmla="*/ 119 h 84947"/>
                  <a:gd name="connsiteX3" fmla="*/ 60266 w 60226"/>
                  <a:gd name="connsiteY3" fmla="*/ 30307 h 84947"/>
                  <a:gd name="connsiteX4" fmla="*/ 35211 w 60226"/>
                  <a:gd name="connsiteY4" fmla="*/ 85067 h 849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226" h="84947">
                    <a:moveTo>
                      <a:pt x="35211" y="85067"/>
                    </a:moveTo>
                    <a:cubicBezTo>
                      <a:pt x="13415" y="60554"/>
                      <a:pt x="-1557" y="49687"/>
                      <a:pt x="193" y="44555"/>
                    </a:cubicBezTo>
                    <a:cubicBezTo>
                      <a:pt x="5688" y="28556"/>
                      <a:pt x="17521" y="14730"/>
                      <a:pt x="26879" y="119"/>
                    </a:cubicBezTo>
                    <a:cubicBezTo>
                      <a:pt x="38954" y="10142"/>
                      <a:pt x="60930" y="21009"/>
                      <a:pt x="60266" y="30307"/>
                    </a:cubicBezTo>
                    <a:cubicBezTo>
                      <a:pt x="58938" y="48238"/>
                      <a:pt x="44931" y="65445"/>
                      <a:pt x="35211" y="85067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" name="" descr="a8f829a8-f9e9-47b3-9fc1-a164edb901c9"/>
              <p:cNvSpPr/>
              <p:nvPr/>
            </p:nvSpPr>
            <p:spPr>
              <a:xfrm>
                <a:off x="4589480" y="6265545"/>
                <a:ext cx="73536" cy="56023"/>
              </a:xfrm>
              <a:custGeom>
                <a:gdLst>
                  <a:gd name="connsiteX0" fmla="*/ 28249 w 73536"/>
                  <a:gd name="connsiteY0" fmla="*/ 55970 h 56023"/>
                  <a:gd name="connsiteX1" fmla="*/ 73591 w 73536"/>
                  <a:gd name="connsiteY1" fmla="*/ 23730 h 56023"/>
                  <a:gd name="connsiteX2" fmla="*/ 38694 w 73536"/>
                  <a:gd name="connsiteY2" fmla="*/ 365 h 56023"/>
                  <a:gd name="connsiteX3" fmla="*/ 54 w 73536"/>
                  <a:gd name="connsiteY3" fmla="*/ 31458 h 56023"/>
                  <a:gd name="connsiteX4" fmla="*/ 28249 w 73536"/>
                  <a:gd name="connsiteY4" fmla="*/ 55970 h 5602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36" h="56023">
                    <a:moveTo>
                      <a:pt x="28249" y="55970"/>
                    </a:moveTo>
                    <a:cubicBezTo>
                      <a:pt x="44430" y="49933"/>
                      <a:pt x="57652" y="35805"/>
                      <a:pt x="73591" y="23730"/>
                    </a:cubicBezTo>
                    <a:cubicBezTo>
                      <a:pt x="54935" y="10809"/>
                      <a:pt x="42920" y="-1809"/>
                      <a:pt x="38694" y="365"/>
                    </a:cubicBezTo>
                    <a:cubicBezTo>
                      <a:pt x="24325" y="7912"/>
                      <a:pt x="12733" y="20711"/>
                      <a:pt x="54" y="31458"/>
                    </a:cubicBezTo>
                    <a:cubicBezTo>
                      <a:pt x="9654" y="40212"/>
                      <a:pt x="22695" y="58083"/>
                      <a:pt x="28249" y="55970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" name="" descr="77118b74-7ecc-40af-96cb-a8cd321174dc"/>
              <p:cNvSpPr/>
              <p:nvPr/>
            </p:nvSpPr>
            <p:spPr>
              <a:xfrm>
                <a:off x="4144095" y="6678755"/>
                <a:ext cx="62065" cy="60384"/>
              </a:xfrm>
              <a:custGeom>
                <a:gdLst>
                  <a:gd name="connsiteX0" fmla="*/ 38936 w 62065"/>
                  <a:gd name="connsiteY0" fmla="*/ 119 h 60384"/>
                  <a:gd name="connsiteX1" fmla="*/ 54 w 62065"/>
                  <a:gd name="connsiteY1" fmla="*/ 41114 h 60384"/>
                  <a:gd name="connsiteX2" fmla="*/ 22272 w 62065"/>
                  <a:gd name="connsiteY2" fmla="*/ 60373 h 60384"/>
                  <a:gd name="connsiteX3" fmla="*/ 62120 w 62065"/>
                  <a:gd name="connsiteY3" fmla="*/ 34774 h 6038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065" h="60384">
                    <a:moveTo>
                      <a:pt x="38936" y="119"/>
                    </a:moveTo>
                    <a:lnTo>
                      <a:pt x="54" y="41114"/>
                    </a:lnTo>
                    <a:cubicBezTo>
                      <a:pt x="7662" y="47936"/>
                      <a:pt x="18167" y="62003"/>
                      <a:pt x="22272" y="60373"/>
                    </a:cubicBezTo>
                    <a:cubicBezTo>
                      <a:pt x="36762" y="54879"/>
                      <a:pt x="49018" y="43710"/>
                      <a:pt x="62120" y="34774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0" name="" descr="f699d2ea-777c-410b-869f-b6434d913d26"/>
              <p:cNvSpPr/>
              <p:nvPr/>
            </p:nvSpPr>
            <p:spPr>
              <a:xfrm>
                <a:off x="4053170" y="6677125"/>
                <a:ext cx="24813" cy="25840"/>
              </a:xfrm>
              <a:custGeom>
                <a:gdLst>
                  <a:gd name="connsiteX0" fmla="*/ 12129 w 24813"/>
                  <a:gd name="connsiteY0" fmla="*/ 119 h 25840"/>
                  <a:gd name="connsiteX1" fmla="*/ 54 w 24813"/>
                  <a:gd name="connsiteY1" fmla="*/ 12737 h 25840"/>
                  <a:gd name="connsiteX2" fmla="*/ 11646 w 24813"/>
                  <a:gd name="connsiteY2" fmla="*/ 25959 h 25840"/>
                  <a:gd name="connsiteX3" fmla="*/ 24868 w 24813"/>
                  <a:gd name="connsiteY3" fmla="*/ 13462 h 2584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813" h="25840">
                    <a:moveTo>
                      <a:pt x="12129" y="119"/>
                    </a:moveTo>
                    <a:cubicBezTo>
                      <a:pt x="7722" y="4345"/>
                      <a:pt x="54" y="8390"/>
                      <a:pt x="54" y="12737"/>
                    </a:cubicBezTo>
                    <a:cubicBezTo>
                      <a:pt x="54" y="17084"/>
                      <a:pt x="7480" y="21552"/>
                      <a:pt x="11646" y="25959"/>
                    </a:cubicBezTo>
                    <a:lnTo>
                      <a:pt x="24868" y="13462"/>
                    </a:ln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" name="" descr="9ee552b9-1c2d-42bc-818e-199cad9184fe"/>
              <p:cNvSpPr/>
              <p:nvPr/>
            </p:nvSpPr>
            <p:spPr>
              <a:xfrm>
                <a:off x="4159113" y="6665053"/>
                <a:ext cx="635751" cy="192947"/>
              </a:xfrm>
              <a:custGeom>
                <a:gdLst>
                  <a:gd name="connsiteX0" fmla="*/ 611389 w 635751"/>
                  <a:gd name="connsiteY0" fmla="*/ 179188 h 192947"/>
                  <a:gd name="connsiteX1" fmla="*/ 633002 w 635751"/>
                  <a:gd name="connsiteY1" fmla="*/ 189135 h 192947"/>
                  <a:gd name="connsiteX2" fmla="*/ 635751 w 635751"/>
                  <a:gd name="connsiteY2" fmla="*/ 192947 h 192947"/>
                  <a:gd name="connsiteX3" fmla="*/ 582231 w 635751"/>
                  <a:gd name="connsiteY3" fmla="*/ 192947 h 192947"/>
                  <a:gd name="connsiteX4" fmla="*/ 588315 w 635751"/>
                  <a:gd name="connsiteY4" fmla="*/ 186448 h 192947"/>
                  <a:gd name="connsiteX5" fmla="*/ 611389 w 635751"/>
                  <a:gd name="connsiteY5" fmla="*/ 179188 h 192947"/>
                  <a:gd name="connsiteX6" fmla="*/ 245172 w 635751"/>
                  <a:gd name="connsiteY6" fmla="*/ 4 h 192947"/>
                  <a:gd name="connsiteX7" fmla="*/ 285342 w 635751"/>
                  <a:gd name="connsiteY7" fmla="*/ 8146 h 192947"/>
                  <a:gd name="connsiteX8" fmla="*/ 386530 w 635751"/>
                  <a:gd name="connsiteY8" fmla="*/ 172607 h 192947"/>
                  <a:gd name="connsiteX9" fmla="*/ 383099 w 635751"/>
                  <a:gd name="connsiteY9" fmla="*/ 192947 h 192947"/>
                  <a:gd name="connsiteX10" fmla="*/ 0 w 635751"/>
                  <a:gd name="connsiteY10" fmla="*/ 192947 h 192947"/>
                  <a:gd name="connsiteX11" fmla="*/ 4720 w 635751"/>
                  <a:gd name="connsiteY11" fmla="*/ 185747 h 192947"/>
                  <a:gd name="connsiteX12" fmla="*/ 100957 w 635751"/>
                  <a:gd name="connsiteY12" fmla="*/ 24991 h 192947"/>
                  <a:gd name="connsiteX13" fmla="*/ 245172 w 635751"/>
                  <a:gd name="connsiteY13" fmla="*/ 4 h 1929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35751" h="192947">
                    <a:moveTo>
                      <a:pt x="611389" y="179188"/>
                    </a:moveTo>
                    <a:cubicBezTo>
                      <a:pt x="618894" y="179671"/>
                      <a:pt x="626156" y="183022"/>
                      <a:pt x="633002" y="189135"/>
                    </a:cubicBezTo>
                    <a:lnTo>
                      <a:pt x="635751" y="192947"/>
                    </a:lnTo>
                    <a:lnTo>
                      <a:pt x="582231" y="192947"/>
                    </a:lnTo>
                    <a:lnTo>
                      <a:pt x="588315" y="186448"/>
                    </a:lnTo>
                    <a:cubicBezTo>
                      <a:pt x="596135" y="181090"/>
                      <a:pt x="603884" y="178705"/>
                      <a:pt x="611389" y="179188"/>
                    </a:cubicBezTo>
                    <a:close/>
                    <a:moveTo>
                      <a:pt x="245172" y="4"/>
                    </a:moveTo>
                    <a:cubicBezTo>
                      <a:pt x="259815" y="109"/>
                      <a:pt x="273403" y="2410"/>
                      <a:pt x="285342" y="8146"/>
                    </a:cubicBezTo>
                    <a:cubicBezTo>
                      <a:pt x="339015" y="33745"/>
                      <a:pt x="410318" y="95448"/>
                      <a:pt x="386530" y="172607"/>
                    </a:cubicBezTo>
                    <a:lnTo>
                      <a:pt x="383099" y="192947"/>
                    </a:lnTo>
                    <a:lnTo>
                      <a:pt x="0" y="192947"/>
                    </a:lnTo>
                    <a:lnTo>
                      <a:pt x="4720" y="185747"/>
                    </a:lnTo>
                    <a:cubicBezTo>
                      <a:pt x="45065" y="135779"/>
                      <a:pt x="89909" y="88988"/>
                      <a:pt x="100957" y="24991"/>
                    </a:cubicBezTo>
                    <a:cubicBezTo>
                      <a:pt x="147823" y="19150"/>
                      <a:pt x="201244" y="-311"/>
                      <a:pt x="245172" y="4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2" name="" descr="12cc37a7-79eb-492b-a295-b0007ecd14be"/>
              <p:cNvSpPr/>
              <p:nvPr/>
            </p:nvSpPr>
            <p:spPr>
              <a:xfrm>
                <a:off x="4266958" y="5976777"/>
                <a:ext cx="12074" cy="12618"/>
              </a:xfrm>
              <a:custGeom>
                <a:gdLst>
                  <a:gd name="connsiteX0" fmla="*/ 12129 w 12074"/>
                  <a:gd name="connsiteY0" fmla="*/ 119 h 12618"/>
                  <a:gd name="connsiteX1" fmla="*/ 54 w 12074"/>
                  <a:gd name="connsiteY1" fmla="*/ 12737 h 12618"/>
                  <a:gd name="connsiteX2" fmla="*/ 5609 w 12074"/>
                  <a:gd name="connsiteY2" fmla="*/ 11409 h 12618"/>
                  <a:gd name="connsiteX3" fmla="*/ 12129 w 12074"/>
                  <a:gd name="connsiteY3" fmla="*/ 119 h 1261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74" h="12618">
                    <a:moveTo>
                      <a:pt x="12129" y="119"/>
                    </a:moveTo>
                    <a:lnTo>
                      <a:pt x="54" y="12737"/>
                    </a:lnTo>
                    <a:cubicBezTo>
                      <a:pt x="1956" y="12550"/>
                      <a:pt x="3828" y="12103"/>
                      <a:pt x="5609" y="11409"/>
                    </a:cubicBezTo>
                    <a:cubicBezTo>
                      <a:pt x="8930" y="9900"/>
                      <a:pt x="10077" y="4044"/>
                      <a:pt x="12129" y="119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3" name="" descr="b23a99e9-27db-4f34-a713-0be0e0e06b33"/>
              <p:cNvSpPr/>
              <p:nvPr/>
            </p:nvSpPr>
            <p:spPr>
              <a:xfrm>
                <a:off x="4251079" y="5989395"/>
                <a:ext cx="15999" cy="7607"/>
              </a:xfrm>
              <a:custGeom>
                <a:gdLst>
                  <a:gd name="connsiteX0" fmla="*/ 16054 w 15999"/>
                  <a:gd name="connsiteY0" fmla="*/ 119 h 7607"/>
                  <a:gd name="connsiteX1" fmla="*/ 3979 w 15999"/>
                  <a:gd name="connsiteY1" fmla="*/ 1689 h 7607"/>
                  <a:gd name="connsiteX2" fmla="*/ 54 w 15999"/>
                  <a:gd name="connsiteY2" fmla="*/ 7726 h 7607"/>
                  <a:gd name="connsiteX3" fmla="*/ 9352 w 15999"/>
                  <a:gd name="connsiteY3" fmla="*/ 7123 h 760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99" h="7607">
                    <a:moveTo>
                      <a:pt x="16054" y="119"/>
                    </a:moveTo>
                    <a:cubicBezTo>
                      <a:pt x="12129" y="844"/>
                      <a:pt x="8024" y="1146"/>
                      <a:pt x="3979" y="1689"/>
                    </a:cubicBezTo>
                    <a:cubicBezTo>
                      <a:pt x="2650" y="3742"/>
                      <a:pt x="1322" y="5734"/>
                      <a:pt x="54" y="7726"/>
                    </a:cubicBezTo>
                    <a:cubicBezTo>
                      <a:pt x="3194" y="7726"/>
                      <a:pt x="6092" y="7183"/>
                      <a:pt x="9352" y="7123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4" name="" descr="6148b90e-3c56-4100-9cb3-1b0b880b6152"/>
            <p:cNvSpPr/>
            <p:nvPr/>
          </p:nvSpPr>
          <p:spPr>
            <a:xfrm>
              <a:off x="58" y="0"/>
              <a:ext cx="12191943" cy="3309090"/>
            </a:xfrm>
            <a:custGeom>
              <a:gdLst>
                <a:gd name="connsiteX0" fmla="*/ 1805 w 12191943"/>
                <a:gd name="connsiteY0" fmla="*/ 0 h 3309090"/>
                <a:gd name="connsiteX1" fmla="*/ 12191943 w 12191943"/>
                <a:gd name="connsiteY1" fmla="*/ 0 h 3309090"/>
                <a:gd name="connsiteX2" fmla="*/ 12191943 w 12191943"/>
                <a:gd name="connsiteY2" fmla="*/ 1956862 h 3309090"/>
                <a:gd name="connsiteX3" fmla="*/ 12187598 w 12191943"/>
                <a:gd name="connsiteY3" fmla="*/ 1957196 h 3309090"/>
                <a:gd name="connsiteX4" fmla="*/ 11606385 w 12191943"/>
                <a:gd name="connsiteY4" fmla="*/ 2153312 h 3309090"/>
                <a:gd name="connsiteX5" fmla="*/ 10230775 w 12191943"/>
                <a:gd name="connsiteY5" fmla="*/ 3258172 h 3309090"/>
                <a:gd name="connsiteX6" fmla="*/ 8975771 w 12191943"/>
                <a:gd name="connsiteY6" fmla="*/ 2810191 h 3309090"/>
                <a:gd name="connsiteX7" fmla="*/ 8697867 w 12191943"/>
                <a:gd name="connsiteY7" fmla="*/ 2120408 h 3309090"/>
                <a:gd name="connsiteX8" fmla="*/ 7626195 w 12191943"/>
                <a:gd name="connsiteY8" fmla="*/ 1429840 h 3309090"/>
                <a:gd name="connsiteX9" fmla="*/ 6443427 w 12191943"/>
                <a:gd name="connsiteY9" fmla="*/ 1270330 h 3309090"/>
                <a:gd name="connsiteX10" fmla="*/ 6172159 w 12191943"/>
                <a:gd name="connsiteY10" fmla="*/ 695139 h 3309090"/>
                <a:gd name="connsiteX11" fmla="*/ 5436334 w 12191943"/>
                <a:gd name="connsiteY11" fmla="*/ 344964 h 3309090"/>
                <a:gd name="connsiteX12" fmla="*/ 4193199 w 12191943"/>
                <a:gd name="connsiteY12" fmla="*/ 1548175 h 3309090"/>
                <a:gd name="connsiteX13" fmla="*/ 3829466 w 12191943"/>
                <a:gd name="connsiteY13" fmla="*/ 2246108 h 3309090"/>
                <a:gd name="connsiteX14" fmla="*/ 3114317 w 12191943"/>
                <a:gd name="connsiteY14" fmla="*/ 2520995 h 3309090"/>
                <a:gd name="connsiteX15" fmla="*/ 2686006 w 12191943"/>
                <a:gd name="connsiteY15" fmla="*/ 1895995 h 3309090"/>
                <a:gd name="connsiteX16" fmla="*/ 2586649 w 12191943"/>
                <a:gd name="connsiteY16" fmla="*/ 1117944 h 3309090"/>
                <a:gd name="connsiteX17" fmla="*/ 1334261 w 12191943"/>
                <a:gd name="connsiteY17" fmla="*/ 428523 h 3309090"/>
                <a:gd name="connsiteX18" fmla="*/ 0 w 12191943"/>
                <a:gd name="connsiteY18" fmla="*/ 1127483 h 3309090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91943" h="3309090">
                  <a:moveTo>
                    <a:pt x="1805" y="0"/>
                  </a:moveTo>
                  <a:lnTo>
                    <a:pt x="12191943" y="0"/>
                  </a:lnTo>
                  <a:lnTo>
                    <a:pt x="12191943" y="1956862"/>
                  </a:lnTo>
                  <a:lnTo>
                    <a:pt x="12187598" y="1957196"/>
                  </a:lnTo>
                  <a:cubicBezTo>
                    <a:pt x="11982517" y="1981475"/>
                    <a:pt x="11783944" y="2047830"/>
                    <a:pt x="11606385" y="2153312"/>
                  </a:cubicBezTo>
                  <a:cubicBezTo>
                    <a:pt x="11093842" y="2460560"/>
                    <a:pt x="10803239" y="3068414"/>
                    <a:pt x="10230775" y="3258172"/>
                  </a:cubicBezTo>
                  <a:cubicBezTo>
                    <a:pt x="9772536" y="3410136"/>
                    <a:pt x="9213792" y="3210657"/>
                    <a:pt x="8975771" y="2810191"/>
                  </a:cubicBezTo>
                  <a:cubicBezTo>
                    <a:pt x="8848145" y="2595377"/>
                    <a:pt x="8809475" y="2343070"/>
                    <a:pt x="8697867" y="2120408"/>
                  </a:cubicBezTo>
                  <a:cubicBezTo>
                    <a:pt x="8503812" y="1732982"/>
                    <a:pt x="8078309" y="1458820"/>
                    <a:pt x="7626195" y="1429840"/>
                  </a:cubicBezTo>
                  <a:cubicBezTo>
                    <a:pt x="7217284" y="1403638"/>
                    <a:pt x="6735689" y="1542017"/>
                    <a:pt x="6443427" y="1270330"/>
                  </a:cubicBezTo>
                  <a:cubicBezTo>
                    <a:pt x="6283384" y="1121506"/>
                    <a:pt x="6243502" y="896549"/>
                    <a:pt x="6172159" y="695139"/>
                  </a:cubicBezTo>
                  <a:cubicBezTo>
                    <a:pt x="6100817" y="493728"/>
                    <a:pt x="5717685" y="265149"/>
                    <a:pt x="5436334" y="344964"/>
                  </a:cubicBezTo>
                  <a:cubicBezTo>
                    <a:pt x="4857617" y="509063"/>
                    <a:pt x="4450109" y="1030883"/>
                    <a:pt x="4193199" y="1548175"/>
                  </a:cubicBezTo>
                  <a:cubicBezTo>
                    <a:pt x="4076741" y="1783637"/>
                    <a:pt x="3995826" y="2039143"/>
                    <a:pt x="3829466" y="2246108"/>
                  </a:cubicBezTo>
                  <a:cubicBezTo>
                    <a:pt x="3663107" y="2453073"/>
                    <a:pt x="3374865" y="2604131"/>
                    <a:pt x="3114317" y="2520995"/>
                  </a:cubicBezTo>
                  <a:cubicBezTo>
                    <a:pt x="2851920" y="2437316"/>
                    <a:pt x="2721550" y="2155788"/>
                    <a:pt x="2686006" y="1895995"/>
                  </a:cubicBezTo>
                  <a:cubicBezTo>
                    <a:pt x="2650462" y="1636202"/>
                    <a:pt x="2676626" y="1365481"/>
                    <a:pt x="2586649" y="1117944"/>
                  </a:cubicBezTo>
                  <a:cubicBezTo>
                    <a:pt x="2417546" y="652333"/>
                    <a:pt x="1852676" y="386442"/>
                    <a:pt x="1334261" y="428523"/>
                  </a:cubicBezTo>
                  <a:cubicBezTo>
                    <a:pt x="815847" y="470604"/>
                    <a:pt x="352439" y="764992"/>
                    <a:pt x="0" y="1127483"/>
                  </a:cubicBezTo>
                  <a:close/>
                </a:path>
              </a:pathLst>
            </a:custGeom>
            <a:solidFill>
              <a:schemeClr val="bg1">
                <a:alpha val="35000"/>
              </a:schemeClr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" name="" descr="5c877bef-93e5-4a72-8875-20e74b829021"/>
            <p:cNvSpPr/>
            <p:nvPr/>
          </p:nvSpPr>
          <p:spPr>
            <a:xfrm>
              <a:off x="8642929" y="4479847"/>
              <a:ext cx="124551" cy="142721"/>
            </a:xfrm>
            <a:custGeom>
              <a:gdLst>
                <a:gd name="connsiteX0" fmla="*/ 124606 w 124551"/>
                <a:gd name="connsiteY0" fmla="*/ 80534 h 142721"/>
                <a:gd name="connsiteX1" fmla="*/ 124606 w 124551"/>
                <a:gd name="connsiteY1" fmla="*/ 62421 h 142721"/>
                <a:gd name="connsiteX2" fmla="*/ 106493 w 124551"/>
                <a:gd name="connsiteY2" fmla="*/ 18408 h 142721"/>
                <a:gd name="connsiteX3" fmla="*/ 86510 w 124551"/>
                <a:gd name="connsiteY3" fmla="*/ 5548 h 142721"/>
                <a:gd name="connsiteX4" fmla="*/ 62360 w 124551"/>
                <a:gd name="connsiteY4" fmla="*/ 175 h 142721"/>
                <a:gd name="connsiteX5" fmla="*/ 45817 w 124551"/>
                <a:gd name="connsiteY5" fmla="*/ 2409 h 142721"/>
                <a:gd name="connsiteX6" fmla="*/ 18346 w 124551"/>
                <a:gd name="connsiteY6" fmla="*/ 18408 h 142721"/>
                <a:gd name="connsiteX7" fmla="*/ 8626 w 124551"/>
                <a:gd name="connsiteY7" fmla="*/ 31026 h 142721"/>
                <a:gd name="connsiteX8" fmla="*/ 113 w 124551"/>
                <a:gd name="connsiteY8" fmla="*/ 62421 h 142721"/>
                <a:gd name="connsiteX9" fmla="*/ 113 w 124551"/>
                <a:gd name="connsiteY9" fmla="*/ 80534 h 142721"/>
                <a:gd name="connsiteX10" fmla="*/ 5486 w 124551"/>
                <a:gd name="connsiteY10" fmla="*/ 104684 h 142721"/>
                <a:gd name="connsiteX11" fmla="*/ 18346 w 124551"/>
                <a:gd name="connsiteY11" fmla="*/ 124728 h 142721"/>
                <a:gd name="connsiteX12" fmla="*/ 62360 w 124551"/>
                <a:gd name="connsiteY12" fmla="*/ 142841 h 142721"/>
                <a:gd name="connsiteX13" fmla="*/ 78902 w 124551"/>
                <a:gd name="connsiteY13" fmla="*/ 140607 h 142721"/>
                <a:gd name="connsiteX14" fmla="*/ 106313 w 124551"/>
                <a:gd name="connsiteY14" fmla="*/ 124608 h 142721"/>
                <a:gd name="connsiteX15" fmla="*/ 116093 w 124551"/>
                <a:gd name="connsiteY15" fmla="*/ 111989 h 142721"/>
                <a:gd name="connsiteX16" fmla="*/ 124545 w 124551"/>
                <a:gd name="connsiteY16" fmla="*/ 80594 h 142721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551" h="142721">
                  <a:moveTo>
                    <a:pt x="124606" y="80534"/>
                  </a:moveTo>
                  <a:lnTo>
                    <a:pt x="124606" y="62421"/>
                  </a:lnTo>
                  <a:cubicBezTo>
                    <a:pt x="124002" y="46060"/>
                    <a:pt x="117603" y="30447"/>
                    <a:pt x="106493" y="18408"/>
                  </a:cubicBezTo>
                  <a:cubicBezTo>
                    <a:pt x="101059" y="12455"/>
                    <a:pt x="94177" y="8024"/>
                    <a:pt x="86510" y="5548"/>
                  </a:cubicBezTo>
                  <a:cubicBezTo>
                    <a:pt x="79084" y="1624"/>
                    <a:pt x="70752" y="-236"/>
                    <a:pt x="62360" y="175"/>
                  </a:cubicBezTo>
                  <a:lnTo>
                    <a:pt x="45817" y="2409"/>
                  </a:lnTo>
                  <a:cubicBezTo>
                    <a:pt x="35432" y="5253"/>
                    <a:pt x="25954" y="10771"/>
                    <a:pt x="18346" y="18408"/>
                  </a:cubicBezTo>
                  <a:cubicBezTo>
                    <a:pt x="15086" y="22634"/>
                    <a:pt x="11826" y="26800"/>
                    <a:pt x="8626" y="31026"/>
                  </a:cubicBezTo>
                  <a:cubicBezTo>
                    <a:pt x="3011" y="40541"/>
                    <a:pt x="113" y="51385"/>
                    <a:pt x="113" y="62421"/>
                  </a:cubicBezTo>
                  <a:lnTo>
                    <a:pt x="113" y="80534"/>
                  </a:lnTo>
                  <a:cubicBezTo>
                    <a:pt x="-309" y="88920"/>
                    <a:pt x="1562" y="97264"/>
                    <a:pt x="5486" y="104684"/>
                  </a:cubicBezTo>
                  <a:cubicBezTo>
                    <a:pt x="7962" y="112376"/>
                    <a:pt x="12369" y="119282"/>
                    <a:pt x="18346" y="124728"/>
                  </a:cubicBezTo>
                  <a:cubicBezTo>
                    <a:pt x="30421" y="135759"/>
                    <a:pt x="45998" y="142171"/>
                    <a:pt x="62360" y="142841"/>
                  </a:cubicBezTo>
                  <a:lnTo>
                    <a:pt x="78902" y="140607"/>
                  </a:lnTo>
                  <a:cubicBezTo>
                    <a:pt x="89287" y="137745"/>
                    <a:pt x="98706" y="132233"/>
                    <a:pt x="106313" y="124608"/>
                  </a:cubicBezTo>
                  <a:lnTo>
                    <a:pt x="116093" y="111989"/>
                  </a:lnTo>
                  <a:cubicBezTo>
                    <a:pt x="121648" y="102468"/>
                    <a:pt x="124606" y="91625"/>
                    <a:pt x="124545" y="80594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" name="" descr="c826717f-41f6-4020-964c-5934a95cd806"/>
            <p:cNvSpPr/>
            <p:nvPr/>
          </p:nvSpPr>
          <p:spPr>
            <a:xfrm>
              <a:off x="9601536" y="3929586"/>
              <a:ext cx="60133" cy="62186"/>
            </a:xfrm>
            <a:custGeom>
              <a:gdLst>
                <a:gd name="connsiteX0" fmla="*/ 30144 w 60133"/>
                <a:gd name="connsiteY0" fmla="*/ 62305 h 62186"/>
                <a:gd name="connsiteX1" fmla="*/ 30144 w 60133"/>
                <a:gd name="connsiteY1" fmla="*/ 119 h 62186"/>
                <a:gd name="connsiteX2" fmla="*/ 30144 w 60133"/>
                <a:gd name="connsiteY2" fmla="*/ 62305 h 6218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133" h="62186">
                  <a:moveTo>
                    <a:pt x="30144" y="62305"/>
                  </a:moveTo>
                  <a:cubicBezTo>
                    <a:pt x="70172" y="62305"/>
                    <a:pt x="70233" y="119"/>
                    <a:pt x="30144" y="119"/>
                  </a:cubicBezTo>
                  <a:cubicBezTo>
                    <a:pt x="-9945" y="119"/>
                    <a:pt x="-10006" y="62305"/>
                    <a:pt x="30144" y="62305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" name="" descr="d4608ad2-45f6-43e9-b49c-dbaccf0396ea"/>
            <p:cNvSpPr/>
            <p:nvPr/>
          </p:nvSpPr>
          <p:spPr>
            <a:xfrm>
              <a:off x="7193184" y="4844446"/>
              <a:ext cx="60178" cy="62246"/>
            </a:xfrm>
            <a:custGeom>
              <a:gdLst>
                <a:gd name="connsiteX0" fmla="*/ 30143 w 60178"/>
                <a:gd name="connsiteY0" fmla="*/ 62366 h 62246"/>
                <a:gd name="connsiteX1" fmla="*/ 30143 w 60178"/>
                <a:gd name="connsiteY1" fmla="*/ 119 h 62246"/>
                <a:gd name="connsiteX2" fmla="*/ 30143 w 60178"/>
                <a:gd name="connsiteY2" fmla="*/ 62366 h 6224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178" h="62245">
                  <a:moveTo>
                    <a:pt x="30143" y="62366"/>
                  </a:moveTo>
                  <a:cubicBezTo>
                    <a:pt x="70232" y="62366"/>
                    <a:pt x="70293" y="119"/>
                    <a:pt x="30143" y="119"/>
                  </a:cubicBezTo>
                  <a:cubicBezTo>
                    <a:pt x="-10005" y="119"/>
                    <a:pt x="-9945" y="62366"/>
                    <a:pt x="30143" y="62366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9" name="" descr="ae4a5177-d80c-4c73-99f3-888756c65f5b"/>
            <p:cNvSpPr/>
            <p:nvPr/>
          </p:nvSpPr>
          <p:spPr>
            <a:xfrm>
              <a:off x="3568217" y="4117352"/>
              <a:ext cx="60178" cy="62246"/>
            </a:xfrm>
            <a:custGeom>
              <a:gdLst>
                <a:gd name="connsiteX0" fmla="*/ 30144 w 60178"/>
                <a:gd name="connsiteY0" fmla="*/ 62366 h 62246"/>
                <a:gd name="connsiteX1" fmla="*/ 30144 w 60178"/>
                <a:gd name="connsiteY1" fmla="*/ 119 h 62246"/>
                <a:gd name="connsiteX2" fmla="*/ 30144 w 60178"/>
                <a:gd name="connsiteY2" fmla="*/ 62366 h 6224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178" h="62245">
                  <a:moveTo>
                    <a:pt x="30144" y="62366"/>
                  </a:moveTo>
                  <a:cubicBezTo>
                    <a:pt x="70233" y="62366"/>
                    <a:pt x="70293" y="119"/>
                    <a:pt x="30144" y="119"/>
                  </a:cubicBezTo>
                  <a:cubicBezTo>
                    <a:pt x="-10005" y="119"/>
                    <a:pt x="-9945" y="62366"/>
                    <a:pt x="30144" y="62366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0" name="" descr="a91a86f3-78a2-41a4-9a86-539d98344c28"/>
            <p:cNvSpPr/>
            <p:nvPr/>
          </p:nvSpPr>
          <p:spPr>
            <a:xfrm>
              <a:off x="3223801" y="3970822"/>
              <a:ext cx="60110" cy="62186"/>
            </a:xfrm>
            <a:custGeom>
              <a:gdLst>
                <a:gd name="connsiteX0" fmla="*/ 30121 w 60110"/>
                <a:gd name="connsiteY0" fmla="*/ 62305 h 62186"/>
                <a:gd name="connsiteX1" fmla="*/ 30121 w 60110"/>
                <a:gd name="connsiteY1" fmla="*/ 119 h 62186"/>
                <a:gd name="connsiteX2" fmla="*/ 30121 w 60110"/>
                <a:gd name="connsiteY2" fmla="*/ 62305 h 6218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110" h="62186">
                  <a:moveTo>
                    <a:pt x="30121" y="62305"/>
                  </a:moveTo>
                  <a:cubicBezTo>
                    <a:pt x="70150" y="62305"/>
                    <a:pt x="70210" y="119"/>
                    <a:pt x="30121" y="119"/>
                  </a:cubicBezTo>
                  <a:cubicBezTo>
                    <a:pt x="-9968" y="119"/>
                    <a:pt x="-9968" y="62305"/>
                    <a:pt x="30121" y="62305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1" name="" descr="a691b533-96ba-4100-96d9-076b3715f9c6"/>
            <p:cNvSpPr/>
            <p:nvPr/>
          </p:nvSpPr>
          <p:spPr>
            <a:xfrm>
              <a:off x="9189901" y="3898433"/>
              <a:ext cx="60155" cy="62246"/>
            </a:xfrm>
            <a:custGeom>
              <a:gdLst>
                <a:gd name="connsiteX0" fmla="*/ 30144 w 60155"/>
                <a:gd name="connsiteY0" fmla="*/ 62366 h 62246"/>
                <a:gd name="connsiteX1" fmla="*/ 30144 w 60155"/>
                <a:gd name="connsiteY1" fmla="*/ 119 h 62246"/>
                <a:gd name="connsiteX2" fmla="*/ 30144 w 60155"/>
                <a:gd name="connsiteY2" fmla="*/ 62366 h 6224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155" h="62245">
                  <a:moveTo>
                    <a:pt x="30144" y="62366"/>
                  </a:moveTo>
                  <a:cubicBezTo>
                    <a:pt x="70172" y="62366"/>
                    <a:pt x="70292" y="119"/>
                    <a:pt x="30144" y="119"/>
                  </a:cubicBezTo>
                  <a:cubicBezTo>
                    <a:pt x="-10006" y="119"/>
                    <a:pt x="-9945" y="62366"/>
                    <a:pt x="30144" y="62366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2" name="" descr="0fd07e2d-cf2f-42f4-822e-b46d242ff13f"/>
            <p:cNvSpPr/>
            <p:nvPr/>
          </p:nvSpPr>
          <p:spPr>
            <a:xfrm>
              <a:off x="9335827" y="4519086"/>
              <a:ext cx="60133" cy="62246"/>
            </a:xfrm>
            <a:custGeom>
              <a:gdLst>
                <a:gd name="connsiteX0" fmla="*/ 30144 w 60133"/>
                <a:gd name="connsiteY0" fmla="*/ 62366 h 62246"/>
                <a:gd name="connsiteX1" fmla="*/ 30144 w 60133"/>
                <a:gd name="connsiteY1" fmla="*/ 119 h 62246"/>
                <a:gd name="connsiteX2" fmla="*/ 30144 w 60133"/>
                <a:gd name="connsiteY2" fmla="*/ 62366 h 6224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133" h="62245">
                  <a:moveTo>
                    <a:pt x="30144" y="62366"/>
                  </a:moveTo>
                  <a:cubicBezTo>
                    <a:pt x="70172" y="62366"/>
                    <a:pt x="70233" y="119"/>
                    <a:pt x="30144" y="119"/>
                  </a:cubicBezTo>
                  <a:cubicBezTo>
                    <a:pt x="-9945" y="119"/>
                    <a:pt x="-10005" y="62366"/>
                    <a:pt x="30144" y="62366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23" name="" descr="d1ee6bfe-9bd5-4000-81e6-90a12ec1c272"/>
            <p:cNvGrpSpPr/>
            <p:nvPr/>
          </p:nvGrpSpPr>
          <p:grpSpPr>
            <a:xfrm>
              <a:off x="1581044" y="793945"/>
              <a:ext cx="1443223" cy="1421948"/>
              <a:chOff x="3307639" y="1868992"/>
              <a:chExt cx="1443223" cy="1421948"/>
            </a:xfrm>
          </p:grpSpPr>
          <p:sp>
            <p:nvSpPr>
              <p:cNvPr id="179" name="" descr="5bd292cb-839d-4eb5-a631-2807595ccf3c"/>
              <p:cNvSpPr/>
              <p:nvPr/>
            </p:nvSpPr>
            <p:spPr>
              <a:xfrm>
                <a:off x="4630573" y="2171772"/>
                <a:ext cx="120289" cy="124432"/>
              </a:xfrm>
              <a:custGeom>
                <a:gdLst>
                  <a:gd name="connsiteX0" fmla="*/ 60210 w 120289"/>
                  <a:gd name="connsiteY0" fmla="*/ 124552 h 124432"/>
                  <a:gd name="connsiteX1" fmla="*/ 60210 w 120289"/>
                  <a:gd name="connsiteY1" fmla="*/ 119 h 124432"/>
                  <a:gd name="connsiteX2" fmla="*/ 60210 w 120289"/>
                  <a:gd name="connsiteY2" fmla="*/ 124552 h 12443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9" h="124432">
                    <a:moveTo>
                      <a:pt x="60210" y="124552"/>
                    </a:moveTo>
                    <a:cubicBezTo>
                      <a:pt x="140328" y="124552"/>
                      <a:pt x="140449" y="119"/>
                      <a:pt x="60210" y="119"/>
                    </a:cubicBezTo>
                    <a:cubicBezTo>
                      <a:pt x="-20028" y="119"/>
                      <a:pt x="-19967" y="124552"/>
                      <a:pt x="60210" y="124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" name="" descr="5a24bcb2-7637-4874-9a28-0fd8880269c1"/>
              <p:cNvSpPr/>
              <p:nvPr/>
            </p:nvSpPr>
            <p:spPr>
              <a:xfrm>
                <a:off x="4334012" y="1868992"/>
                <a:ext cx="60178" cy="62186"/>
              </a:xfrm>
              <a:custGeom>
                <a:gdLst>
                  <a:gd name="connsiteX0" fmla="*/ 30144 w 60178"/>
                  <a:gd name="connsiteY0" fmla="*/ 62305 h 62186"/>
                  <a:gd name="connsiteX1" fmla="*/ 30144 w 60178"/>
                  <a:gd name="connsiteY1" fmla="*/ 119 h 62186"/>
                  <a:gd name="connsiteX2" fmla="*/ 30144 w 60178"/>
                  <a:gd name="connsiteY2" fmla="*/ 62305 h 6218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78" h="62186">
                    <a:moveTo>
                      <a:pt x="30144" y="62305"/>
                    </a:moveTo>
                    <a:cubicBezTo>
                      <a:pt x="70233" y="62305"/>
                      <a:pt x="70293" y="119"/>
                      <a:pt x="30144" y="119"/>
                    </a:cubicBezTo>
                    <a:cubicBezTo>
                      <a:pt x="-10006" y="119"/>
                      <a:pt x="-9945" y="62305"/>
                      <a:pt x="30144" y="623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" name="" descr="cd56cc52-eee5-4817-a197-bfdf8f4721db"/>
              <p:cNvSpPr/>
              <p:nvPr/>
            </p:nvSpPr>
            <p:spPr>
              <a:xfrm>
                <a:off x="3687397" y="2017816"/>
                <a:ext cx="60133" cy="62246"/>
              </a:xfrm>
              <a:custGeom>
                <a:gdLst>
                  <a:gd name="connsiteX0" fmla="*/ 30144 w 60133"/>
                  <a:gd name="connsiteY0" fmla="*/ 62366 h 62246"/>
                  <a:gd name="connsiteX1" fmla="*/ 30144 w 60133"/>
                  <a:gd name="connsiteY1" fmla="*/ 119 h 62246"/>
                  <a:gd name="connsiteX2" fmla="*/ 30144 w 60133"/>
                  <a:gd name="connsiteY2" fmla="*/ 62366 h 622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33" h="62245">
                    <a:moveTo>
                      <a:pt x="30144" y="62366"/>
                    </a:moveTo>
                    <a:cubicBezTo>
                      <a:pt x="70172" y="62366"/>
                      <a:pt x="70232" y="119"/>
                      <a:pt x="30144" y="119"/>
                    </a:cubicBezTo>
                    <a:cubicBezTo>
                      <a:pt x="-9945" y="119"/>
                      <a:pt x="-10006" y="62366"/>
                      <a:pt x="30144" y="623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" name="" descr="1e7aadda-e4c2-4cbc-a6c7-502da26ce0d9"/>
              <p:cNvSpPr/>
              <p:nvPr/>
            </p:nvSpPr>
            <p:spPr>
              <a:xfrm>
                <a:off x="3307639" y="3228694"/>
                <a:ext cx="60178" cy="62246"/>
              </a:xfrm>
              <a:custGeom>
                <a:gdLst>
                  <a:gd name="connsiteX0" fmla="*/ 30144 w 60178"/>
                  <a:gd name="connsiteY0" fmla="*/ 62366 h 62246"/>
                  <a:gd name="connsiteX1" fmla="*/ 30144 w 60178"/>
                  <a:gd name="connsiteY1" fmla="*/ 119 h 62246"/>
                  <a:gd name="connsiteX2" fmla="*/ 30144 w 60178"/>
                  <a:gd name="connsiteY2" fmla="*/ 62366 h 622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78" h="62245">
                    <a:moveTo>
                      <a:pt x="30144" y="62366"/>
                    </a:moveTo>
                    <a:cubicBezTo>
                      <a:pt x="70233" y="62366"/>
                      <a:pt x="70293" y="119"/>
                      <a:pt x="30144" y="119"/>
                    </a:cubicBezTo>
                    <a:cubicBezTo>
                      <a:pt x="-10006" y="119"/>
                      <a:pt x="-9945" y="62366"/>
                      <a:pt x="30144" y="623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" name="" descr="eff434aa-bb2f-49ad-a768-cae6ffe34679"/>
              <p:cNvSpPr/>
              <p:nvPr/>
            </p:nvSpPr>
            <p:spPr>
              <a:xfrm>
                <a:off x="4303824" y="2772623"/>
                <a:ext cx="60133" cy="62186"/>
              </a:xfrm>
              <a:custGeom>
                <a:gdLst>
                  <a:gd name="connsiteX0" fmla="*/ 30144 w 60133"/>
                  <a:gd name="connsiteY0" fmla="*/ 62305 h 62186"/>
                  <a:gd name="connsiteX1" fmla="*/ 30144 w 60133"/>
                  <a:gd name="connsiteY1" fmla="*/ 119 h 62186"/>
                  <a:gd name="connsiteX2" fmla="*/ 30144 w 60133"/>
                  <a:gd name="connsiteY2" fmla="*/ 62305 h 6218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33" h="62186">
                    <a:moveTo>
                      <a:pt x="30144" y="62305"/>
                    </a:moveTo>
                    <a:cubicBezTo>
                      <a:pt x="70172" y="62305"/>
                      <a:pt x="70233" y="119"/>
                      <a:pt x="30144" y="119"/>
                    </a:cubicBezTo>
                    <a:cubicBezTo>
                      <a:pt x="-9945" y="119"/>
                      <a:pt x="-10006" y="62305"/>
                      <a:pt x="30144" y="623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" name="" descr="226659be-3fb8-4673-9fe8-164fd403085e"/>
              <p:cNvSpPr/>
              <p:nvPr/>
            </p:nvSpPr>
            <p:spPr>
              <a:xfrm>
                <a:off x="3648930" y="2494765"/>
                <a:ext cx="15216" cy="355801"/>
              </a:xfrm>
              <a:custGeom>
                <a:gdLst>
                  <a:gd name="connsiteX0" fmla="*/ 7632 w 15216"/>
                  <a:gd name="connsiteY0" fmla="*/ 355921 h 355801"/>
                  <a:gd name="connsiteX1" fmla="*/ 85 w 15216"/>
                  <a:gd name="connsiteY1" fmla="*/ 348374 h 355801"/>
                  <a:gd name="connsiteX2" fmla="*/ 85 w 15216"/>
                  <a:gd name="connsiteY2" fmla="*/ 8403 h 355801"/>
                  <a:gd name="connsiteX3" fmla="*/ 6986 w 15216"/>
                  <a:gd name="connsiteY3" fmla="*/ 150 h 355801"/>
                  <a:gd name="connsiteX4" fmla="*/ 15239 w 15216"/>
                  <a:gd name="connsiteY4" fmla="*/ 7051 h 355801"/>
                  <a:gd name="connsiteX5" fmla="*/ 15239 w 15216"/>
                  <a:gd name="connsiteY5" fmla="*/ 8403 h 355801"/>
                  <a:gd name="connsiteX6" fmla="*/ 15239 w 15216"/>
                  <a:gd name="connsiteY6" fmla="*/ 348374 h 355801"/>
                  <a:gd name="connsiteX7" fmla="*/ 7632 w 15216"/>
                  <a:gd name="connsiteY7" fmla="*/ 355921 h 35580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6" h="355801">
                    <a:moveTo>
                      <a:pt x="7632" y="355921"/>
                    </a:moveTo>
                    <a:cubicBezTo>
                      <a:pt x="3466" y="355921"/>
                      <a:pt x="85" y="352540"/>
                      <a:pt x="85" y="348374"/>
                    </a:cubicBezTo>
                    <a:lnTo>
                      <a:pt x="85" y="8403"/>
                    </a:lnTo>
                    <a:cubicBezTo>
                      <a:pt x="-289" y="4219"/>
                      <a:pt x="2802" y="524"/>
                      <a:pt x="6986" y="150"/>
                    </a:cubicBezTo>
                    <a:cubicBezTo>
                      <a:pt x="11170" y="-225"/>
                      <a:pt x="14865" y="2867"/>
                      <a:pt x="15239" y="7051"/>
                    </a:cubicBezTo>
                    <a:cubicBezTo>
                      <a:pt x="15282" y="7497"/>
                      <a:pt x="15282" y="7950"/>
                      <a:pt x="15239" y="8403"/>
                    </a:cubicBezTo>
                    <a:lnTo>
                      <a:pt x="15239" y="348374"/>
                    </a:lnTo>
                    <a:cubicBezTo>
                      <a:pt x="15209" y="352552"/>
                      <a:pt x="11810" y="355921"/>
                      <a:pt x="7632" y="3559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" name="" descr="021e7544-5c06-4598-8d63-ae17ab9060e2"/>
              <p:cNvSpPr/>
              <p:nvPr/>
            </p:nvSpPr>
            <p:spPr>
              <a:xfrm>
                <a:off x="3529037" y="2545572"/>
                <a:ext cx="255204" cy="255247"/>
              </a:xfrm>
              <a:custGeom>
                <a:gdLst>
                  <a:gd name="connsiteX0" fmla="*/ 7319 w 255204"/>
                  <a:gd name="connsiteY0" fmla="*/ 255364 h 255247"/>
                  <a:gd name="connsiteX1" fmla="*/ 62 w 255204"/>
                  <a:gd name="connsiteY1" fmla="*/ 247419 h 255247"/>
                  <a:gd name="connsiteX2" fmla="*/ 1946 w 255204"/>
                  <a:gd name="connsiteY2" fmla="*/ 242746 h 255247"/>
                  <a:gd name="connsiteX3" fmla="*/ 242359 w 255204"/>
                  <a:gd name="connsiteY3" fmla="*/ 2333 h 255247"/>
                  <a:gd name="connsiteX4" fmla="*/ 253045 w 255204"/>
                  <a:gd name="connsiteY4" fmla="*/ 2333 h 255247"/>
                  <a:gd name="connsiteX5" fmla="*/ 253045 w 255204"/>
                  <a:gd name="connsiteY5" fmla="*/ 13020 h 255247"/>
                  <a:gd name="connsiteX6" fmla="*/ 12632 w 255204"/>
                  <a:gd name="connsiteY6" fmla="*/ 253432 h 255247"/>
                  <a:gd name="connsiteX7" fmla="*/ 7319 w 255204"/>
                  <a:gd name="connsiteY7" fmla="*/ 255364 h 2552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5204" h="255246">
                    <a:moveTo>
                      <a:pt x="7319" y="255364"/>
                    </a:moveTo>
                    <a:cubicBezTo>
                      <a:pt x="3123" y="255177"/>
                      <a:pt x="-125" y="251621"/>
                      <a:pt x="62" y="247419"/>
                    </a:cubicBezTo>
                    <a:cubicBezTo>
                      <a:pt x="141" y="245692"/>
                      <a:pt x="805" y="244044"/>
                      <a:pt x="1946" y="242746"/>
                    </a:cubicBezTo>
                    <a:lnTo>
                      <a:pt x="242359" y="2333"/>
                    </a:lnTo>
                    <a:cubicBezTo>
                      <a:pt x="245311" y="-619"/>
                      <a:pt x="250093" y="-619"/>
                      <a:pt x="253045" y="2333"/>
                    </a:cubicBezTo>
                    <a:cubicBezTo>
                      <a:pt x="255997" y="5286"/>
                      <a:pt x="255997" y="10067"/>
                      <a:pt x="253045" y="13020"/>
                    </a:cubicBezTo>
                    <a:lnTo>
                      <a:pt x="12632" y="253432"/>
                    </a:lnTo>
                    <a:cubicBezTo>
                      <a:pt x="11165" y="254718"/>
                      <a:pt x="9269" y="255407"/>
                      <a:pt x="7319" y="2553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" name="" descr="53e2933c-2866-4849-a783-4a5cc0a928ff"/>
              <p:cNvSpPr/>
              <p:nvPr/>
            </p:nvSpPr>
            <p:spPr>
              <a:xfrm>
                <a:off x="3478268" y="2665425"/>
                <a:ext cx="355427" cy="15216"/>
              </a:xfrm>
              <a:custGeom>
                <a:gdLst>
                  <a:gd name="connsiteX0" fmla="*/ 348551 w 355427"/>
                  <a:gd name="connsiteY0" fmla="*/ 15305 h 15216"/>
                  <a:gd name="connsiteX1" fmla="*/ 8338 w 355427"/>
                  <a:gd name="connsiteY1" fmla="*/ 15305 h 15216"/>
                  <a:gd name="connsiteX2" fmla="*/ 85 w 355427"/>
                  <a:gd name="connsiteY2" fmla="*/ 8404 h 15216"/>
                  <a:gd name="connsiteX3" fmla="*/ 6986 w 355427"/>
                  <a:gd name="connsiteY3" fmla="*/ 151 h 15216"/>
                  <a:gd name="connsiteX4" fmla="*/ 8338 w 355427"/>
                  <a:gd name="connsiteY4" fmla="*/ 151 h 15216"/>
                  <a:gd name="connsiteX5" fmla="*/ 348551 w 355427"/>
                  <a:gd name="connsiteY5" fmla="*/ 151 h 15216"/>
                  <a:gd name="connsiteX6" fmla="*/ 355452 w 355427"/>
                  <a:gd name="connsiteY6" fmla="*/ 8404 h 15216"/>
                  <a:gd name="connsiteX7" fmla="*/ 348551 w 355427"/>
                  <a:gd name="connsiteY7" fmla="*/ 15305 h 1521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55427" h="15216">
                    <a:moveTo>
                      <a:pt x="348551" y="15305"/>
                    </a:moveTo>
                    <a:lnTo>
                      <a:pt x="8338" y="15305"/>
                    </a:lnTo>
                    <a:cubicBezTo>
                      <a:pt x="4154" y="15679"/>
                      <a:pt x="459" y="12588"/>
                      <a:pt x="85" y="8404"/>
                    </a:cubicBezTo>
                    <a:cubicBezTo>
                      <a:pt x="-289" y="4220"/>
                      <a:pt x="2802" y="525"/>
                      <a:pt x="6986" y="151"/>
                    </a:cubicBezTo>
                    <a:cubicBezTo>
                      <a:pt x="7433" y="109"/>
                      <a:pt x="7886" y="109"/>
                      <a:pt x="8338" y="151"/>
                    </a:cubicBezTo>
                    <a:lnTo>
                      <a:pt x="348551" y="151"/>
                    </a:lnTo>
                    <a:cubicBezTo>
                      <a:pt x="352735" y="525"/>
                      <a:pt x="355826" y="4220"/>
                      <a:pt x="355452" y="8404"/>
                    </a:cubicBezTo>
                    <a:cubicBezTo>
                      <a:pt x="355125" y="12069"/>
                      <a:pt x="352215" y="14979"/>
                      <a:pt x="348551" y="153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7" name="" descr="ca76149c-287c-46c6-8229-3c5b8cb4bb16"/>
              <p:cNvSpPr/>
              <p:nvPr/>
            </p:nvSpPr>
            <p:spPr>
              <a:xfrm>
                <a:off x="3528714" y="2545270"/>
                <a:ext cx="255591" cy="255550"/>
              </a:xfrm>
              <a:custGeom>
                <a:gdLst>
                  <a:gd name="connsiteX0" fmla="*/ 248055 w 255591"/>
                  <a:gd name="connsiteY0" fmla="*/ 255666 h 255550"/>
                  <a:gd name="connsiteX1" fmla="*/ 242742 w 255591"/>
                  <a:gd name="connsiteY1" fmla="*/ 253433 h 255550"/>
                  <a:gd name="connsiteX2" fmla="*/ 2269 w 255591"/>
                  <a:gd name="connsiteY2" fmla="*/ 13020 h 255550"/>
                  <a:gd name="connsiteX3" fmla="*/ 2269 w 255591"/>
                  <a:gd name="connsiteY3" fmla="*/ 2333 h 255550"/>
                  <a:gd name="connsiteX4" fmla="*/ 12955 w 255591"/>
                  <a:gd name="connsiteY4" fmla="*/ 2333 h 255550"/>
                  <a:gd name="connsiteX5" fmla="*/ 253428 w 255591"/>
                  <a:gd name="connsiteY5" fmla="*/ 243048 h 255550"/>
                  <a:gd name="connsiteX6" fmla="*/ 253440 w 255591"/>
                  <a:gd name="connsiteY6" fmla="*/ 253722 h 255550"/>
                  <a:gd name="connsiteX7" fmla="*/ 253428 w 255591"/>
                  <a:gd name="connsiteY7" fmla="*/ 253734 h 255550"/>
                  <a:gd name="connsiteX8" fmla="*/ 248055 w 255591"/>
                  <a:gd name="connsiteY8" fmla="*/ 255666 h 25555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5590" h="255550">
                    <a:moveTo>
                      <a:pt x="248055" y="255666"/>
                    </a:moveTo>
                    <a:cubicBezTo>
                      <a:pt x="246057" y="255654"/>
                      <a:pt x="244148" y="254851"/>
                      <a:pt x="242742" y="253433"/>
                    </a:cubicBezTo>
                    <a:lnTo>
                      <a:pt x="2269" y="13020"/>
                    </a:lnTo>
                    <a:cubicBezTo>
                      <a:pt x="-684" y="10068"/>
                      <a:pt x="-684" y="5286"/>
                      <a:pt x="2269" y="2333"/>
                    </a:cubicBezTo>
                    <a:cubicBezTo>
                      <a:pt x="5221" y="-619"/>
                      <a:pt x="10003" y="-619"/>
                      <a:pt x="12955" y="2333"/>
                    </a:cubicBezTo>
                    <a:lnTo>
                      <a:pt x="253428" y="243048"/>
                    </a:lnTo>
                    <a:cubicBezTo>
                      <a:pt x="256380" y="245994"/>
                      <a:pt x="256387" y="250770"/>
                      <a:pt x="253440" y="253722"/>
                    </a:cubicBezTo>
                    <a:cubicBezTo>
                      <a:pt x="253440" y="253722"/>
                      <a:pt x="253434" y="253728"/>
                      <a:pt x="253428" y="253734"/>
                    </a:cubicBezTo>
                    <a:cubicBezTo>
                      <a:pt x="251943" y="255032"/>
                      <a:pt x="250023" y="255727"/>
                      <a:pt x="248055" y="2556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4" name="" descr="fda40a39-6914-43ec-8dec-2ecf4d90714c"/>
            <p:cNvGrpSpPr/>
            <p:nvPr/>
          </p:nvGrpSpPr>
          <p:grpSpPr>
            <a:xfrm>
              <a:off x="8505579" y="1049172"/>
              <a:ext cx="1947812" cy="1019610"/>
              <a:chOff x="7436857" y="1862109"/>
              <a:chExt cx="1947812" cy="1019610"/>
            </a:xfrm>
          </p:grpSpPr>
          <p:sp>
            <p:nvSpPr>
              <p:cNvPr id="170" name="" descr="a6d74e51-9109-4ce9-97f6-85153c407284"/>
              <p:cNvSpPr/>
              <p:nvPr/>
            </p:nvSpPr>
            <p:spPr>
              <a:xfrm>
                <a:off x="9176981" y="2356217"/>
                <a:ext cx="120289" cy="124432"/>
              </a:xfrm>
              <a:custGeom>
                <a:gdLst>
                  <a:gd name="connsiteX0" fmla="*/ 60211 w 120289"/>
                  <a:gd name="connsiteY0" fmla="*/ 124552 h 124432"/>
                  <a:gd name="connsiteX1" fmla="*/ 60211 w 120289"/>
                  <a:gd name="connsiteY1" fmla="*/ 119 h 124432"/>
                  <a:gd name="connsiteX2" fmla="*/ 60211 w 120289"/>
                  <a:gd name="connsiteY2" fmla="*/ 124552 h 12443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289" h="124432">
                    <a:moveTo>
                      <a:pt x="60211" y="124552"/>
                    </a:moveTo>
                    <a:cubicBezTo>
                      <a:pt x="140328" y="124552"/>
                      <a:pt x="140449" y="119"/>
                      <a:pt x="60211" y="119"/>
                    </a:cubicBezTo>
                    <a:cubicBezTo>
                      <a:pt x="-20028" y="119"/>
                      <a:pt x="-19967" y="124552"/>
                      <a:pt x="60211" y="124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" name="" descr="b3fb482e-16f9-4375-b6bf-9f9828e55ad7"/>
              <p:cNvSpPr/>
              <p:nvPr/>
            </p:nvSpPr>
            <p:spPr>
              <a:xfrm>
                <a:off x="8870238" y="2680611"/>
                <a:ext cx="60110" cy="62186"/>
              </a:xfrm>
              <a:custGeom>
                <a:gdLst>
                  <a:gd name="connsiteX0" fmla="*/ 30121 w 60110"/>
                  <a:gd name="connsiteY0" fmla="*/ 62305 h 62186"/>
                  <a:gd name="connsiteX1" fmla="*/ 30121 w 60110"/>
                  <a:gd name="connsiteY1" fmla="*/ 119 h 62186"/>
                  <a:gd name="connsiteX2" fmla="*/ 30121 w 60110"/>
                  <a:gd name="connsiteY2" fmla="*/ 62305 h 6218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10" h="62186">
                    <a:moveTo>
                      <a:pt x="30121" y="62305"/>
                    </a:moveTo>
                    <a:cubicBezTo>
                      <a:pt x="70150" y="62305"/>
                      <a:pt x="70210" y="119"/>
                      <a:pt x="30121" y="119"/>
                    </a:cubicBezTo>
                    <a:cubicBezTo>
                      <a:pt x="-9968" y="119"/>
                      <a:pt x="-9968" y="62305"/>
                      <a:pt x="30121" y="623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" name="" descr="02910fa3-ea3f-4ff1-841f-265d84b916fc"/>
              <p:cNvSpPr/>
              <p:nvPr/>
            </p:nvSpPr>
            <p:spPr>
              <a:xfrm>
                <a:off x="7436857" y="2130958"/>
                <a:ext cx="60155" cy="62246"/>
              </a:xfrm>
              <a:custGeom>
                <a:gdLst>
                  <a:gd name="connsiteX0" fmla="*/ 30144 w 60155"/>
                  <a:gd name="connsiteY0" fmla="*/ 62366 h 62246"/>
                  <a:gd name="connsiteX1" fmla="*/ 30144 w 60155"/>
                  <a:gd name="connsiteY1" fmla="*/ 119 h 62246"/>
                  <a:gd name="connsiteX2" fmla="*/ 30144 w 60155"/>
                  <a:gd name="connsiteY2" fmla="*/ 62366 h 622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55" h="62245">
                    <a:moveTo>
                      <a:pt x="30144" y="62366"/>
                    </a:moveTo>
                    <a:cubicBezTo>
                      <a:pt x="70172" y="62366"/>
                      <a:pt x="70292" y="119"/>
                      <a:pt x="30144" y="119"/>
                    </a:cubicBezTo>
                    <a:cubicBezTo>
                      <a:pt x="-10006" y="119"/>
                      <a:pt x="-9945" y="62366"/>
                      <a:pt x="30144" y="623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" name="" descr="ad625f1e-c477-4c46-a775-5e927b85c4a3"/>
              <p:cNvSpPr/>
              <p:nvPr/>
            </p:nvSpPr>
            <p:spPr>
              <a:xfrm>
                <a:off x="9324559" y="2819473"/>
                <a:ext cx="60110" cy="62246"/>
              </a:xfrm>
              <a:custGeom>
                <a:gdLst>
                  <a:gd name="connsiteX0" fmla="*/ 30121 w 60110"/>
                  <a:gd name="connsiteY0" fmla="*/ 62366 h 62246"/>
                  <a:gd name="connsiteX1" fmla="*/ 30121 w 60110"/>
                  <a:gd name="connsiteY1" fmla="*/ 119 h 62246"/>
                  <a:gd name="connsiteX2" fmla="*/ 30121 w 60110"/>
                  <a:gd name="connsiteY2" fmla="*/ 62366 h 622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10" h="62245">
                    <a:moveTo>
                      <a:pt x="30121" y="62366"/>
                    </a:moveTo>
                    <a:cubicBezTo>
                      <a:pt x="70150" y="62366"/>
                      <a:pt x="70210" y="119"/>
                      <a:pt x="30121" y="119"/>
                    </a:cubicBezTo>
                    <a:cubicBezTo>
                      <a:pt x="-9968" y="119"/>
                      <a:pt x="-9968" y="62366"/>
                      <a:pt x="30121" y="623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" name="" descr="6976e172-81bb-43e2-a553-942511ee145f"/>
              <p:cNvSpPr/>
              <p:nvPr/>
            </p:nvSpPr>
            <p:spPr>
              <a:xfrm>
                <a:off x="7623596" y="1862109"/>
                <a:ext cx="60133" cy="62246"/>
              </a:xfrm>
              <a:custGeom>
                <a:gdLst>
                  <a:gd name="connsiteX0" fmla="*/ 30144 w 60133"/>
                  <a:gd name="connsiteY0" fmla="*/ 62366 h 62246"/>
                  <a:gd name="connsiteX1" fmla="*/ 30144 w 60133"/>
                  <a:gd name="connsiteY1" fmla="*/ 119 h 62246"/>
                  <a:gd name="connsiteX2" fmla="*/ 30144 w 60133"/>
                  <a:gd name="connsiteY2" fmla="*/ 62366 h 622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33" h="62245">
                    <a:moveTo>
                      <a:pt x="30144" y="62366"/>
                    </a:moveTo>
                    <a:cubicBezTo>
                      <a:pt x="70172" y="62366"/>
                      <a:pt x="70233" y="119"/>
                      <a:pt x="30144" y="119"/>
                    </a:cubicBezTo>
                    <a:cubicBezTo>
                      <a:pt x="-9945" y="119"/>
                      <a:pt x="-10006" y="62366"/>
                      <a:pt x="30144" y="623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" name="" descr="318c62d7-6f42-4b0f-9109-b1793b1c469c"/>
              <p:cNvSpPr/>
              <p:nvPr/>
            </p:nvSpPr>
            <p:spPr>
              <a:xfrm>
                <a:off x="8279712" y="2162727"/>
                <a:ext cx="15154" cy="354509"/>
              </a:xfrm>
              <a:custGeom>
                <a:gdLst>
                  <a:gd name="connsiteX0" fmla="*/ 7662 w 15154"/>
                  <a:gd name="connsiteY0" fmla="*/ 354629 h 354509"/>
                  <a:gd name="connsiteX1" fmla="*/ 54 w 15154"/>
                  <a:gd name="connsiteY1" fmla="*/ 347142 h 354509"/>
                  <a:gd name="connsiteX2" fmla="*/ 54 w 15154"/>
                  <a:gd name="connsiteY2" fmla="*/ 347021 h 354509"/>
                  <a:gd name="connsiteX3" fmla="*/ 54 w 15154"/>
                  <a:gd name="connsiteY3" fmla="*/ 7051 h 354509"/>
                  <a:gd name="connsiteX4" fmla="*/ 8326 w 15154"/>
                  <a:gd name="connsiteY4" fmla="*/ 150 h 354509"/>
                  <a:gd name="connsiteX5" fmla="*/ 15209 w 15154"/>
                  <a:gd name="connsiteY5" fmla="*/ 7051 h 354509"/>
                  <a:gd name="connsiteX6" fmla="*/ 15209 w 15154"/>
                  <a:gd name="connsiteY6" fmla="*/ 347021 h 354509"/>
                  <a:gd name="connsiteX7" fmla="*/ 7721 w 15154"/>
                  <a:gd name="connsiteY7" fmla="*/ 354629 h 354509"/>
                  <a:gd name="connsiteX8" fmla="*/ 7662 w 15154"/>
                  <a:gd name="connsiteY8" fmla="*/ 354629 h 35450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54" h="354509">
                    <a:moveTo>
                      <a:pt x="7662" y="354629"/>
                    </a:moveTo>
                    <a:cubicBezTo>
                      <a:pt x="3495" y="354665"/>
                      <a:pt x="115" y="351308"/>
                      <a:pt x="54" y="347142"/>
                    </a:cubicBezTo>
                    <a:cubicBezTo>
                      <a:pt x="54" y="347100"/>
                      <a:pt x="54" y="347064"/>
                      <a:pt x="54" y="347021"/>
                    </a:cubicBezTo>
                    <a:lnTo>
                      <a:pt x="54" y="7051"/>
                    </a:lnTo>
                    <a:cubicBezTo>
                      <a:pt x="416" y="2867"/>
                      <a:pt x="4099" y="-224"/>
                      <a:pt x="8326" y="150"/>
                    </a:cubicBezTo>
                    <a:cubicBezTo>
                      <a:pt x="11948" y="476"/>
                      <a:pt x="14906" y="3386"/>
                      <a:pt x="15209" y="7051"/>
                    </a:cubicBezTo>
                    <a:lnTo>
                      <a:pt x="15209" y="347021"/>
                    </a:lnTo>
                    <a:cubicBezTo>
                      <a:pt x="15268" y="351187"/>
                      <a:pt x="11888" y="354593"/>
                      <a:pt x="7721" y="354629"/>
                    </a:cubicBezTo>
                    <a:cubicBezTo>
                      <a:pt x="7721" y="354629"/>
                      <a:pt x="7662" y="354629"/>
                      <a:pt x="7662" y="3546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" name="" descr="fec09763-41ac-4e9f-8c6f-33d969d488c3"/>
              <p:cNvSpPr/>
              <p:nvPr/>
            </p:nvSpPr>
            <p:spPr>
              <a:xfrm>
                <a:off x="8159521" y="2211880"/>
                <a:ext cx="255536" cy="255547"/>
              </a:xfrm>
              <a:custGeom>
                <a:gdLst>
                  <a:gd name="connsiteX0" fmla="*/ 7647 w 255536"/>
                  <a:gd name="connsiteY0" fmla="*/ 255666 h 255547"/>
                  <a:gd name="connsiteX1" fmla="*/ 2273 w 255536"/>
                  <a:gd name="connsiteY1" fmla="*/ 253433 h 255547"/>
                  <a:gd name="connsiteX2" fmla="*/ 2273 w 255536"/>
                  <a:gd name="connsiteY2" fmla="*/ 242758 h 255547"/>
                  <a:gd name="connsiteX3" fmla="*/ 2273 w 255536"/>
                  <a:gd name="connsiteY3" fmla="*/ 242746 h 255547"/>
                  <a:gd name="connsiteX4" fmla="*/ 242685 w 255536"/>
                  <a:gd name="connsiteY4" fmla="*/ 2333 h 255547"/>
                  <a:gd name="connsiteX5" fmla="*/ 253372 w 255536"/>
                  <a:gd name="connsiteY5" fmla="*/ 2333 h 255547"/>
                  <a:gd name="connsiteX6" fmla="*/ 253372 w 255536"/>
                  <a:gd name="connsiteY6" fmla="*/ 13020 h 255547"/>
                  <a:gd name="connsiteX7" fmla="*/ 12960 w 255536"/>
                  <a:gd name="connsiteY7" fmla="*/ 253433 h 255547"/>
                  <a:gd name="connsiteX8" fmla="*/ 7647 w 255536"/>
                  <a:gd name="connsiteY8" fmla="*/ 255666 h 2555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5536" h="255547">
                    <a:moveTo>
                      <a:pt x="7647" y="255666"/>
                    </a:moveTo>
                    <a:cubicBezTo>
                      <a:pt x="5654" y="255684"/>
                      <a:pt x="3662" y="254876"/>
                      <a:pt x="2273" y="253433"/>
                    </a:cubicBezTo>
                    <a:cubicBezTo>
                      <a:pt x="-685" y="250486"/>
                      <a:pt x="-685" y="245711"/>
                      <a:pt x="2273" y="242758"/>
                    </a:cubicBezTo>
                    <a:cubicBezTo>
                      <a:pt x="2273" y="242758"/>
                      <a:pt x="2273" y="242752"/>
                      <a:pt x="2273" y="242746"/>
                    </a:cubicBezTo>
                    <a:lnTo>
                      <a:pt x="242685" y="2333"/>
                    </a:lnTo>
                    <a:cubicBezTo>
                      <a:pt x="245644" y="-619"/>
                      <a:pt x="250414" y="-619"/>
                      <a:pt x="253372" y="2333"/>
                    </a:cubicBezTo>
                    <a:cubicBezTo>
                      <a:pt x="256330" y="5286"/>
                      <a:pt x="256330" y="10068"/>
                      <a:pt x="253372" y="13020"/>
                    </a:cubicBezTo>
                    <a:lnTo>
                      <a:pt x="12960" y="253433"/>
                    </a:lnTo>
                    <a:cubicBezTo>
                      <a:pt x="11571" y="254876"/>
                      <a:pt x="9639" y="255679"/>
                      <a:pt x="7647" y="2556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" name="" descr="15f90da5-de09-457a-b9af-a5bfe7f36af2"/>
              <p:cNvSpPr/>
              <p:nvPr/>
            </p:nvSpPr>
            <p:spPr>
              <a:xfrm>
                <a:off x="8110634" y="2332309"/>
                <a:ext cx="353793" cy="15154"/>
              </a:xfrm>
              <a:custGeom>
                <a:gdLst>
                  <a:gd name="connsiteX0" fmla="*/ 346937 w 353793"/>
                  <a:gd name="connsiteY0" fmla="*/ 15273 h 15154"/>
                  <a:gd name="connsiteX1" fmla="*/ 6965 w 353793"/>
                  <a:gd name="connsiteY1" fmla="*/ 15273 h 15154"/>
                  <a:gd name="connsiteX2" fmla="*/ 83 w 353793"/>
                  <a:gd name="connsiteY2" fmla="*/ 7020 h 15154"/>
                  <a:gd name="connsiteX3" fmla="*/ 6965 w 353793"/>
                  <a:gd name="connsiteY3" fmla="*/ 119 h 15154"/>
                  <a:gd name="connsiteX4" fmla="*/ 346937 w 353793"/>
                  <a:gd name="connsiteY4" fmla="*/ 119 h 15154"/>
                  <a:gd name="connsiteX5" fmla="*/ 353819 w 353793"/>
                  <a:gd name="connsiteY5" fmla="*/ 8372 h 15154"/>
                  <a:gd name="connsiteX6" fmla="*/ 346937 w 353793"/>
                  <a:gd name="connsiteY6" fmla="*/ 15273 h 1515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3793" h="15154">
                    <a:moveTo>
                      <a:pt x="346937" y="15273"/>
                    </a:moveTo>
                    <a:lnTo>
                      <a:pt x="6965" y="15273"/>
                    </a:lnTo>
                    <a:cubicBezTo>
                      <a:pt x="2800" y="14899"/>
                      <a:pt x="-279" y="11204"/>
                      <a:pt x="83" y="7020"/>
                    </a:cubicBezTo>
                    <a:cubicBezTo>
                      <a:pt x="385" y="3355"/>
                      <a:pt x="3283" y="445"/>
                      <a:pt x="6965" y="119"/>
                    </a:cubicBezTo>
                    <a:lnTo>
                      <a:pt x="346937" y="119"/>
                    </a:lnTo>
                    <a:cubicBezTo>
                      <a:pt x="351102" y="494"/>
                      <a:pt x="354181" y="4189"/>
                      <a:pt x="353819" y="8372"/>
                    </a:cubicBezTo>
                    <a:cubicBezTo>
                      <a:pt x="353517" y="12037"/>
                      <a:pt x="350619" y="14947"/>
                      <a:pt x="346937" y="152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" name="" descr="ba8c1077-5869-4fa2-8d6c-5a305d1ec93c"/>
              <p:cNvSpPr/>
              <p:nvPr/>
            </p:nvSpPr>
            <p:spPr>
              <a:xfrm>
                <a:off x="8159461" y="2211880"/>
                <a:ext cx="255536" cy="255547"/>
              </a:xfrm>
              <a:custGeom>
                <a:gdLst>
                  <a:gd name="connsiteX0" fmla="*/ 248059 w 255536"/>
                  <a:gd name="connsiteY0" fmla="*/ 255666 h 255547"/>
                  <a:gd name="connsiteX1" fmla="*/ 242746 w 255536"/>
                  <a:gd name="connsiteY1" fmla="*/ 253433 h 255547"/>
                  <a:gd name="connsiteX2" fmla="*/ 2273 w 255536"/>
                  <a:gd name="connsiteY2" fmla="*/ 13020 h 255547"/>
                  <a:gd name="connsiteX3" fmla="*/ 2273 w 255536"/>
                  <a:gd name="connsiteY3" fmla="*/ 2333 h 255547"/>
                  <a:gd name="connsiteX4" fmla="*/ 12960 w 255536"/>
                  <a:gd name="connsiteY4" fmla="*/ 2333 h 255547"/>
                  <a:gd name="connsiteX5" fmla="*/ 253372 w 255536"/>
                  <a:gd name="connsiteY5" fmla="*/ 242746 h 255547"/>
                  <a:gd name="connsiteX6" fmla="*/ 253372 w 255536"/>
                  <a:gd name="connsiteY6" fmla="*/ 253420 h 255547"/>
                  <a:gd name="connsiteX7" fmla="*/ 253372 w 255536"/>
                  <a:gd name="connsiteY7" fmla="*/ 253433 h 255547"/>
                  <a:gd name="connsiteX8" fmla="*/ 248059 w 255536"/>
                  <a:gd name="connsiteY8" fmla="*/ 255666 h 2555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5536" h="255547">
                    <a:moveTo>
                      <a:pt x="248059" y="255666"/>
                    </a:moveTo>
                    <a:cubicBezTo>
                      <a:pt x="246067" y="255679"/>
                      <a:pt x="244135" y="254876"/>
                      <a:pt x="242746" y="253433"/>
                    </a:cubicBezTo>
                    <a:lnTo>
                      <a:pt x="2273" y="13020"/>
                    </a:lnTo>
                    <a:cubicBezTo>
                      <a:pt x="-685" y="10068"/>
                      <a:pt x="-685" y="5286"/>
                      <a:pt x="2273" y="2333"/>
                    </a:cubicBezTo>
                    <a:cubicBezTo>
                      <a:pt x="5231" y="-619"/>
                      <a:pt x="10001" y="-619"/>
                      <a:pt x="12960" y="2333"/>
                    </a:cubicBezTo>
                    <a:lnTo>
                      <a:pt x="253372" y="242746"/>
                    </a:lnTo>
                    <a:cubicBezTo>
                      <a:pt x="256330" y="245692"/>
                      <a:pt x="256330" y="250468"/>
                      <a:pt x="253372" y="253420"/>
                    </a:cubicBezTo>
                    <a:cubicBezTo>
                      <a:pt x="253372" y="253426"/>
                      <a:pt x="253372" y="253426"/>
                      <a:pt x="253372" y="253433"/>
                    </a:cubicBezTo>
                    <a:cubicBezTo>
                      <a:pt x="251983" y="254869"/>
                      <a:pt x="250052" y="255672"/>
                      <a:pt x="248059" y="2556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25" name="" descr="7bac14e5-8cbe-432e-98b3-bcb1d9af3363"/>
            <p:cNvSpPr/>
            <p:nvPr/>
          </p:nvSpPr>
          <p:spPr>
            <a:xfrm>
              <a:off x="390711" y="5188341"/>
              <a:ext cx="543" cy="1388"/>
            </a:xfrm>
            <a:custGeom>
              <a:gdLst>
                <a:gd name="connsiteX0" fmla="*/ 54 w 543"/>
                <a:gd name="connsiteY0" fmla="*/ 1508 h 1388"/>
                <a:gd name="connsiteX1" fmla="*/ 598 w 543"/>
                <a:gd name="connsiteY1" fmla="*/ 119 h 1388"/>
                <a:gd name="connsiteX2" fmla="*/ 598 w 543"/>
                <a:gd name="connsiteY2" fmla="*/ 542 h 1388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3" h="1388">
                  <a:moveTo>
                    <a:pt x="54" y="1508"/>
                  </a:moveTo>
                  <a:lnTo>
                    <a:pt x="598" y="119"/>
                  </a:lnTo>
                  <a:lnTo>
                    <a:pt x="598" y="542"/>
                  </a:lnTo>
                  <a:close/>
                </a:path>
              </a:pathLst>
            </a:custGeom>
            <a:solidFill>
              <a:srgbClr val="92964B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26" name="" descr="8903b95b-b113-49ac-9622-47f53ed37940"/>
            <p:cNvGrpSpPr/>
            <p:nvPr/>
          </p:nvGrpSpPr>
          <p:grpSpPr>
            <a:xfrm>
              <a:off x="211279" y="3461716"/>
              <a:ext cx="1495411" cy="1919415"/>
              <a:chOff x="210223" y="3621718"/>
              <a:chExt cx="1495411" cy="1919415"/>
            </a:xfrm>
          </p:grpSpPr>
          <p:sp>
            <p:nvSpPr>
              <p:cNvPr id="168" name="" descr="8c01962b-2dbb-42ae-b7ca-640d71e1c8bd"/>
              <p:cNvSpPr/>
              <p:nvPr/>
            </p:nvSpPr>
            <p:spPr>
              <a:xfrm>
                <a:off x="210223" y="3621718"/>
                <a:ext cx="1495411" cy="1774074"/>
              </a:xfrm>
              <a:custGeom>
                <a:gdLst>
                  <a:gd name="connsiteX0" fmla="*/ 1457169 w 1495411"/>
                  <a:gd name="connsiteY0" fmla="*/ 142741 h 1774074"/>
                  <a:gd name="connsiteX1" fmla="*/ 1449622 w 1495411"/>
                  <a:gd name="connsiteY1" fmla="*/ 131209 h 1774074"/>
                  <a:gd name="connsiteX2" fmla="*/ 1412189 w 1495411"/>
                  <a:gd name="connsiteY2" fmla="*/ 88222 h 1774074"/>
                  <a:gd name="connsiteX3" fmla="*/ 1311605 w 1495411"/>
                  <a:gd name="connsiteY3" fmla="*/ 26821 h 1774074"/>
                  <a:gd name="connsiteX4" fmla="*/ 1247668 w 1495411"/>
                  <a:gd name="connsiteY4" fmla="*/ 8407 h 1774074"/>
                  <a:gd name="connsiteX5" fmla="*/ 1176486 w 1495411"/>
                  <a:gd name="connsiteY5" fmla="*/ 377 h 1774074"/>
                  <a:gd name="connsiteX6" fmla="*/ 1039616 w 1495411"/>
                  <a:gd name="connsiteY6" fmla="*/ 11848 h 1774074"/>
                  <a:gd name="connsiteX7" fmla="*/ 919712 w 1495411"/>
                  <a:gd name="connsiteY7" fmla="*/ 45175 h 1774074"/>
                  <a:gd name="connsiteX8" fmla="*/ 693366 w 1495411"/>
                  <a:gd name="connsiteY8" fmla="*/ 168823 h 1774074"/>
                  <a:gd name="connsiteX9" fmla="*/ 492861 w 1495411"/>
                  <a:gd name="connsiteY9" fmla="*/ 354174 h 1774074"/>
                  <a:gd name="connsiteX10" fmla="*/ 322786 w 1495411"/>
                  <a:gd name="connsiteY10" fmla="*/ 584745 h 1774074"/>
                  <a:gd name="connsiteX11" fmla="*/ 88712 w 1495411"/>
                  <a:gd name="connsiteY11" fmla="*/ 1113327 h 1774074"/>
                  <a:gd name="connsiteX12" fmla="*/ 32624 w 1495411"/>
                  <a:gd name="connsiteY12" fmla="*/ 1379882 h 1774074"/>
                  <a:gd name="connsiteX13" fmla="*/ 22179 w 1495411"/>
                  <a:gd name="connsiteY13" fmla="*/ 1627419 h 1774074"/>
                  <a:gd name="connsiteX14" fmla="*/ 27794 w 1495411"/>
                  <a:gd name="connsiteY14" fmla="*/ 1688760 h 1774074"/>
                  <a:gd name="connsiteX15" fmla="*/ 4791 w 1495411"/>
                  <a:gd name="connsiteY15" fmla="*/ 1737784 h 1774074"/>
                  <a:gd name="connsiteX16" fmla="*/ 2074 w 1495411"/>
                  <a:gd name="connsiteY16" fmla="*/ 1745814 h 1774074"/>
                  <a:gd name="connsiteX17" fmla="*/ 746 w 1495411"/>
                  <a:gd name="connsiteY17" fmla="*/ 1760062 h 1774074"/>
                  <a:gd name="connsiteX18" fmla="*/ 2920 w 1495411"/>
                  <a:gd name="connsiteY18" fmla="*/ 1764892 h 1774074"/>
                  <a:gd name="connsiteX19" fmla="*/ 10466 w 1495411"/>
                  <a:gd name="connsiteY19" fmla="*/ 1771957 h 1774074"/>
                  <a:gd name="connsiteX20" fmla="*/ 25620 w 1495411"/>
                  <a:gd name="connsiteY20" fmla="*/ 1773285 h 1774074"/>
                  <a:gd name="connsiteX21" fmla="*/ 37152 w 1495411"/>
                  <a:gd name="connsiteY21" fmla="*/ 1763866 h 1774074"/>
                  <a:gd name="connsiteX22" fmla="*/ 42042 w 1495411"/>
                  <a:gd name="connsiteY22" fmla="*/ 1755534 h 1774074"/>
                  <a:gd name="connsiteX23" fmla="*/ 43914 w 1495411"/>
                  <a:gd name="connsiteY23" fmla="*/ 1752576 h 1774074"/>
                  <a:gd name="connsiteX24" fmla="*/ 49046 w 1495411"/>
                  <a:gd name="connsiteY24" fmla="*/ 1743761 h 1774074"/>
                  <a:gd name="connsiteX25" fmla="*/ 52185 w 1495411"/>
                  <a:gd name="connsiteY25" fmla="*/ 1738267 h 1774074"/>
                  <a:gd name="connsiteX26" fmla="*/ 67581 w 1495411"/>
                  <a:gd name="connsiteY26" fmla="*/ 1712608 h 1774074"/>
                  <a:gd name="connsiteX27" fmla="*/ 103202 w 1495411"/>
                  <a:gd name="connsiteY27" fmla="*/ 1659297 h 1774074"/>
                  <a:gd name="connsiteX28" fmla="*/ 101753 w 1495411"/>
                  <a:gd name="connsiteY28" fmla="*/ 1660988 h 1774074"/>
                  <a:gd name="connsiteX29" fmla="*/ 188995 w 1495411"/>
                  <a:gd name="connsiteY29" fmla="*/ 1554305 h 1774074"/>
                  <a:gd name="connsiteX30" fmla="*/ 291632 w 1495411"/>
                  <a:gd name="connsiteY30" fmla="*/ 1450158 h 1774074"/>
                  <a:gd name="connsiteX31" fmla="*/ 374708 w 1495411"/>
                  <a:gd name="connsiteY31" fmla="*/ 1372999 h 1774074"/>
                  <a:gd name="connsiteX32" fmla="*/ 394632 w 1495411"/>
                  <a:gd name="connsiteY32" fmla="*/ 1354887 h 1774074"/>
                  <a:gd name="connsiteX33" fmla="*/ 508619 w 1495411"/>
                  <a:gd name="connsiteY33" fmla="*/ 1256234 h 1774074"/>
                  <a:gd name="connsiteX34" fmla="*/ 801739 w 1495411"/>
                  <a:gd name="connsiteY34" fmla="*/ 1033874 h 1774074"/>
                  <a:gd name="connsiteX35" fmla="*/ 808924 w 1495411"/>
                  <a:gd name="connsiteY35" fmla="*/ 1028621 h 1774074"/>
                  <a:gd name="connsiteX36" fmla="*/ 1112006 w 1495411"/>
                  <a:gd name="connsiteY36" fmla="*/ 797747 h 1774074"/>
                  <a:gd name="connsiteX37" fmla="*/ 1378742 w 1495411"/>
                  <a:gd name="connsiteY37" fmla="*/ 541275 h 1774074"/>
                  <a:gd name="connsiteX38" fmla="*/ 1430181 w 1495411"/>
                  <a:gd name="connsiteY38" fmla="*/ 474863 h 1774074"/>
                  <a:gd name="connsiteX39" fmla="*/ 1464414 w 1495411"/>
                  <a:gd name="connsiteY39" fmla="*/ 413522 h 1774074"/>
                  <a:gd name="connsiteX40" fmla="*/ 1495205 w 1495411"/>
                  <a:gd name="connsiteY40" fmla="*/ 289572 h 1774074"/>
                  <a:gd name="connsiteX41" fmla="*/ 1476368 w 1495411"/>
                  <a:gd name="connsiteY41" fmla="*/ 180415 h 1774074"/>
                  <a:gd name="connsiteX42" fmla="*/ 1457169 w 1495411"/>
                  <a:gd name="connsiteY42" fmla="*/ 142680 h 1774074"/>
                  <a:gd name="connsiteX43" fmla="*/ 403024 w 1495411"/>
                  <a:gd name="connsiteY43" fmla="*/ 525034 h 1774074"/>
                  <a:gd name="connsiteX44" fmla="*/ 403024 w 1495411"/>
                  <a:gd name="connsiteY44" fmla="*/ 525034 h 1774074"/>
                  <a:gd name="connsiteX45" fmla="*/ 403024 w 1495411"/>
                  <a:gd name="connsiteY45" fmla="*/ 524612 h 1774074"/>
                  <a:gd name="connsiteX46" fmla="*/ 403869 w 1495411"/>
                  <a:gd name="connsiteY46" fmla="*/ 523827 h 1774074"/>
                  <a:gd name="connsiteX47" fmla="*/ 389922 w 1495411"/>
                  <a:gd name="connsiteY47" fmla="*/ 543449 h 1774074"/>
                  <a:gd name="connsiteX48" fmla="*/ 402601 w 1495411"/>
                  <a:gd name="connsiteY48" fmla="*/ 525336 h 1774074"/>
                  <a:gd name="connsiteX49" fmla="*/ 402601 w 1495411"/>
                  <a:gd name="connsiteY49" fmla="*/ 525336 h 1774074"/>
                  <a:gd name="connsiteX50" fmla="*/ 402601 w 1495411"/>
                  <a:gd name="connsiteY50" fmla="*/ 525336 h 1774074"/>
                  <a:gd name="connsiteX51" fmla="*/ 402601 w 1495411"/>
                  <a:gd name="connsiteY51" fmla="*/ 525336 h 1774074"/>
                  <a:gd name="connsiteX52" fmla="*/ 402601 w 1495411"/>
                  <a:gd name="connsiteY52" fmla="*/ 525336 h 17740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1495411" h="1774073">
                    <a:moveTo>
                      <a:pt x="1457169" y="142741"/>
                    </a:moveTo>
                    <a:cubicBezTo>
                      <a:pt x="1454754" y="138756"/>
                      <a:pt x="1452218" y="134952"/>
                      <a:pt x="1449622" y="131209"/>
                    </a:cubicBezTo>
                    <a:cubicBezTo>
                      <a:pt x="1438682" y="115608"/>
                      <a:pt x="1426136" y="101203"/>
                      <a:pt x="1412189" y="88222"/>
                    </a:cubicBezTo>
                    <a:cubicBezTo>
                      <a:pt x="1382926" y="61470"/>
                      <a:pt x="1348772" y="40623"/>
                      <a:pt x="1311605" y="26821"/>
                    </a:cubicBezTo>
                    <a:cubicBezTo>
                      <a:pt x="1290848" y="18900"/>
                      <a:pt x="1269457" y="12736"/>
                      <a:pt x="1247668" y="8407"/>
                    </a:cubicBezTo>
                    <a:cubicBezTo>
                      <a:pt x="1224182" y="3903"/>
                      <a:pt x="1200382" y="1216"/>
                      <a:pt x="1176486" y="377"/>
                    </a:cubicBezTo>
                    <a:cubicBezTo>
                      <a:pt x="1130577" y="-958"/>
                      <a:pt x="1084662" y="2894"/>
                      <a:pt x="1039616" y="11848"/>
                    </a:cubicBezTo>
                    <a:cubicBezTo>
                      <a:pt x="998773" y="19534"/>
                      <a:pt x="958660" y="30685"/>
                      <a:pt x="919712" y="45175"/>
                    </a:cubicBezTo>
                    <a:cubicBezTo>
                      <a:pt x="838877" y="75658"/>
                      <a:pt x="762694" y="117274"/>
                      <a:pt x="693366" y="168823"/>
                    </a:cubicBezTo>
                    <a:cubicBezTo>
                      <a:pt x="620108" y="223275"/>
                      <a:pt x="552890" y="285412"/>
                      <a:pt x="492861" y="354174"/>
                    </a:cubicBezTo>
                    <a:cubicBezTo>
                      <a:pt x="429877" y="426183"/>
                      <a:pt x="372990" y="503305"/>
                      <a:pt x="322786" y="584745"/>
                    </a:cubicBezTo>
                    <a:cubicBezTo>
                      <a:pt x="220824" y="749333"/>
                      <a:pt x="142057" y="927209"/>
                      <a:pt x="88712" y="1113327"/>
                    </a:cubicBezTo>
                    <a:cubicBezTo>
                      <a:pt x="63433" y="1200665"/>
                      <a:pt x="44685" y="1289761"/>
                      <a:pt x="32624" y="1379882"/>
                    </a:cubicBezTo>
                    <a:cubicBezTo>
                      <a:pt x="21146" y="1461865"/>
                      <a:pt x="17648" y="1544766"/>
                      <a:pt x="22179" y="1627419"/>
                    </a:cubicBezTo>
                    <a:cubicBezTo>
                      <a:pt x="23447" y="1647946"/>
                      <a:pt x="25319" y="1668594"/>
                      <a:pt x="27794" y="1688760"/>
                    </a:cubicBezTo>
                    <a:cubicBezTo>
                      <a:pt x="18830" y="1704463"/>
                      <a:pt x="11138" y="1720855"/>
                      <a:pt x="4791" y="1737784"/>
                    </a:cubicBezTo>
                    <a:cubicBezTo>
                      <a:pt x="3825" y="1740441"/>
                      <a:pt x="2920" y="1743097"/>
                      <a:pt x="2074" y="1745814"/>
                    </a:cubicBezTo>
                    <a:cubicBezTo>
                      <a:pt x="-42" y="1750257"/>
                      <a:pt x="-513" y="1755305"/>
                      <a:pt x="746" y="1760062"/>
                    </a:cubicBezTo>
                    <a:cubicBezTo>
                      <a:pt x="1230" y="1761771"/>
                      <a:pt x="1962" y="1763395"/>
                      <a:pt x="2920" y="1764892"/>
                    </a:cubicBezTo>
                    <a:cubicBezTo>
                      <a:pt x="4763" y="1767875"/>
                      <a:pt x="7368" y="1770314"/>
                      <a:pt x="10466" y="1771957"/>
                    </a:cubicBezTo>
                    <a:cubicBezTo>
                      <a:pt x="15145" y="1774378"/>
                      <a:pt x="20591" y="1774854"/>
                      <a:pt x="25620" y="1773285"/>
                    </a:cubicBezTo>
                    <a:cubicBezTo>
                      <a:pt x="30565" y="1771805"/>
                      <a:pt x="34715" y="1768418"/>
                      <a:pt x="37152" y="1763866"/>
                    </a:cubicBezTo>
                    <a:cubicBezTo>
                      <a:pt x="38601" y="1760968"/>
                      <a:pt x="40352" y="1758251"/>
                      <a:pt x="42042" y="1755534"/>
                    </a:cubicBezTo>
                    <a:lnTo>
                      <a:pt x="43914" y="1752576"/>
                    </a:lnTo>
                    <a:cubicBezTo>
                      <a:pt x="45665" y="1749678"/>
                      <a:pt x="47355" y="1746539"/>
                      <a:pt x="49046" y="1743761"/>
                    </a:cubicBezTo>
                    <a:lnTo>
                      <a:pt x="52185" y="1738267"/>
                    </a:lnTo>
                    <a:cubicBezTo>
                      <a:pt x="57136" y="1729634"/>
                      <a:pt x="62328" y="1721060"/>
                      <a:pt x="67581" y="1712608"/>
                    </a:cubicBezTo>
                    <a:cubicBezTo>
                      <a:pt x="78207" y="1695461"/>
                      <a:pt x="89799" y="1678013"/>
                      <a:pt x="103202" y="1659297"/>
                    </a:cubicBezTo>
                    <a:lnTo>
                      <a:pt x="101753" y="1660988"/>
                    </a:lnTo>
                    <a:cubicBezTo>
                      <a:pt x="128973" y="1623947"/>
                      <a:pt x="158093" y="1588338"/>
                      <a:pt x="188995" y="1554305"/>
                    </a:cubicBezTo>
                    <a:cubicBezTo>
                      <a:pt x="224073" y="1515484"/>
                      <a:pt x="260660" y="1479863"/>
                      <a:pt x="291632" y="1450158"/>
                    </a:cubicBezTo>
                    <a:cubicBezTo>
                      <a:pt x="319042" y="1424076"/>
                      <a:pt x="347358" y="1398115"/>
                      <a:pt x="374708" y="1372999"/>
                    </a:cubicBezTo>
                    <a:lnTo>
                      <a:pt x="394632" y="1354887"/>
                    </a:lnTo>
                    <a:cubicBezTo>
                      <a:pt x="428864" y="1323371"/>
                      <a:pt x="466176" y="1291071"/>
                      <a:pt x="508619" y="1256234"/>
                    </a:cubicBezTo>
                    <a:cubicBezTo>
                      <a:pt x="603106" y="1179015"/>
                      <a:pt x="704113" y="1105297"/>
                      <a:pt x="801739" y="1033874"/>
                    </a:cubicBezTo>
                    <a:lnTo>
                      <a:pt x="808924" y="1028621"/>
                    </a:lnTo>
                    <a:cubicBezTo>
                      <a:pt x="918685" y="948322"/>
                      <a:pt x="1017277" y="875571"/>
                      <a:pt x="1112006" y="797747"/>
                    </a:cubicBezTo>
                    <a:cubicBezTo>
                      <a:pt x="1219775" y="709238"/>
                      <a:pt x="1307016" y="625317"/>
                      <a:pt x="1378742" y="541275"/>
                    </a:cubicBezTo>
                    <a:cubicBezTo>
                      <a:pt x="1397102" y="520108"/>
                      <a:pt x="1414278" y="497932"/>
                      <a:pt x="1430181" y="474863"/>
                    </a:cubicBezTo>
                    <a:cubicBezTo>
                      <a:pt x="1443301" y="455416"/>
                      <a:pt x="1454748" y="434895"/>
                      <a:pt x="1464414" y="413522"/>
                    </a:cubicBezTo>
                    <a:cubicBezTo>
                      <a:pt x="1482460" y="374538"/>
                      <a:pt x="1492911" y="332469"/>
                      <a:pt x="1495205" y="289572"/>
                    </a:cubicBezTo>
                    <a:cubicBezTo>
                      <a:pt x="1496883" y="252254"/>
                      <a:pt x="1490459" y="215015"/>
                      <a:pt x="1476368" y="180415"/>
                    </a:cubicBezTo>
                    <a:cubicBezTo>
                      <a:pt x="1470995" y="167338"/>
                      <a:pt x="1464571" y="154719"/>
                      <a:pt x="1457169" y="142680"/>
                    </a:cubicBezTo>
                    <a:moveTo>
                      <a:pt x="403024" y="525034"/>
                    </a:moveTo>
                    <a:lnTo>
                      <a:pt x="403024" y="525034"/>
                    </a:lnTo>
                    <a:lnTo>
                      <a:pt x="403024" y="524612"/>
                    </a:lnTo>
                    <a:lnTo>
                      <a:pt x="403869" y="523827"/>
                    </a:lnTo>
                    <a:cubicBezTo>
                      <a:pt x="399160" y="530287"/>
                      <a:pt x="394571" y="536868"/>
                      <a:pt x="389922" y="543449"/>
                    </a:cubicBezTo>
                    <a:lnTo>
                      <a:pt x="402601" y="525336"/>
                    </a:lnTo>
                    <a:lnTo>
                      <a:pt x="402601" y="525336"/>
                    </a:lnTo>
                    <a:lnTo>
                      <a:pt x="402601" y="525336"/>
                    </a:lnTo>
                    <a:lnTo>
                      <a:pt x="402601" y="525336"/>
                    </a:lnTo>
                    <a:lnTo>
                      <a:pt x="402601" y="525336"/>
                    </a:lnTo>
                  </a:path>
                </a:pathLst>
              </a:custGeom>
              <a:solidFill>
                <a:srgbClr val="B2B67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" name="" descr="56ceb8a7-91be-4608-8eb1-07b52a28683d"/>
              <p:cNvSpPr/>
              <p:nvPr/>
            </p:nvSpPr>
            <p:spPr>
              <a:xfrm>
                <a:off x="258886" y="3696772"/>
                <a:ext cx="1332873" cy="1844361"/>
              </a:xfrm>
              <a:custGeom>
                <a:gdLst>
                  <a:gd name="connsiteX0" fmla="*/ 34012 w 1332873"/>
                  <a:gd name="connsiteY0" fmla="*/ 1831358 h 1844361"/>
                  <a:gd name="connsiteX1" fmla="*/ 42585 w 1332873"/>
                  <a:gd name="connsiteY1" fmla="*/ 1789941 h 1844361"/>
                  <a:gd name="connsiteX2" fmla="*/ 52124 w 1332873"/>
                  <a:gd name="connsiteY2" fmla="*/ 1748403 h 1844361"/>
                  <a:gd name="connsiteX3" fmla="*/ 75489 w 1332873"/>
                  <a:gd name="connsiteY3" fmla="*/ 1662550 h 1844361"/>
                  <a:gd name="connsiteX4" fmla="*/ 131880 w 1332873"/>
                  <a:gd name="connsiteY4" fmla="*/ 1493078 h 1844361"/>
                  <a:gd name="connsiteX5" fmla="*/ 131095 w 1332873"/>
                  <a:gd name="connsiteY5" fmla="*/ 1495191 h 1844361"/>
                  <a:gd name="connsiteX6" fmla="*/ 132242 w 1332873"/>
                  <a:gd name="connsiteY6" fmla="*/ 1492111 h 1844361"/>
                  <a:gd name="connsiteX7" fmla="*/ 132242 w 1332873"/>
                  <a:gd name="connsiteY7" fmla="*/ 1491387 h 1844361"/>
                  <a:gd name="connsiteX8" fmla="*/ 132242 w 1332873"/>
                  <a:gd name="connsiteY8" fmla="*/ 1491387 h 1844361"/>
                  <a:gd name="connsiteX9" fmla="*/ 132242 w 1332873"/>
                  <a:gd name="connsiteY9" fmla="*/ 1491387 h 1844361"/>
                  <a:gd name="connsiteX10" fmla="*/ 295858 w 1332873"/>
                  <a:gd name="connsiteY10" fmla="*/ 1140488 h 1844361"/>
                  <a:gd name="connsiteX11" fmla="*/ 389197 w 1332873"/>
                  <a:gd name="connsiteY11" fmla="*/ 1107705 h 1844361"/>
                  <a:gd name="connsiteX12" fmla="*/ 493042 w 1332873"/>
                  <a:gd name="connsiteY12" fmla="*/ 1053790 h 1844361"/>
                  <a:gd name="connsiteX13" fmla="*/ 494491 w 1332873"/>
                  <a:gd name="connsiteY13" fmla="*/ 1047752 h 1844361"/>
                  <a:gd name="connsiteX14" fmla="*/ 488453 w 1332873"/>
                  <a:gd name="connsiteY14" fmla="*/ 1046304 h 1844361"/>
                  <a:gd name="connsiteX15" fmla="*/ 405136 w 1332873"/>
                  <a:gd name="connsiteY15" fmla="*/ 1088566 h 1844361"/>
                  <a:gd name="connsiteX16" fmla="*/ 342467 w 1332873"/>
                  <a:gd name="connsiteY16" fmla="*/ 1111750 h 1844361"/>
                  <a:gd name="connsiteX17" fmla="*/ 307329 w 1332873"/>
                  <a:gd name="connsiteY17" fmla="*/ 1120685 h 1844361"/>
                  <a:gd name="connsiteX18" fmla="*/ 409966 w 1332873"/>
                  <a:gd name="connsiteY18" fmla="*/ 951636 h 1844361"/>
                  <a:gd name="connsiteX19" fmla="*/ 465873 w 1332873"/>
                  <a:gd name="connsiteY19" fmla="*/ 868922 h 1844361"/>
                  <a:gd name="connsiteX20" fmla="*/ 565914 w 1332873"/>
                  <a:gd name="connsiteY20" fmla="*/ 860530 h 1844361"/>
                  <a:gd name="connsiteX21" fmla="*/ 673985 w 1332873"/>
                  <a:gd name="connsiteY21" fmla="*/ 834569 h 1844361"/>
                  <a:gd name="connsiteX22" fmla="*/ 776623 w 1332873"/>
                  <a:gd name="connsiteY22" fmla="*/ 796774 h 1844361"/>
                  <a:gd name="connsiteX23" fmla="*/ 876664 w 1332873"/>
                  <a:gd name="connsiteY23" fmla="*/ 750587 h 1844361"/>
                  <a:gd name="connsiteX24" fmla="*/ 877932 w 1332873"/>
                  <a:gd name="connsiteY24" fmla="*/ 745214 h 1844361"/>
                  <a:gd name="connsiteX25" fmla="*/ 872558 w 1332873"/>
                  <a:gd name="connsiteY25" fmla="*/ 743946 h 1844361"/>
                  <a:gd name="connsiteX26" fmla="*/ 824802 w 1332873"/>
                  <a:gd name="connsiteY26" fmla="*/ 766587 h 1844361"/>
                  <a:gd name="connsiteX27" fmla="*/ 714497 w 1332873"/>
                  <a:gd name="connsiteY27" fmla="*/ 807702 h 1844361"/>
                  <a:gd name="connsiteX28" fmla="*/ 596766 w 1332873"/>
                  <a:gd name="connsiteY28" fmla="*/ 835172 h 1844361"/>
                  <a:gd name="connsiteX29" fmla="*/ 597490 w 1332873"/>
                  <a:gd name="connsiteY29" fmla="*/ 835172 h 1844361"/>
                  <a:gd name="connsiteX30" fmla="*/ 528240 w 1332873"/>
                  <a:gd name="connsiteY30" fmla="*/ 842780 h 1844361"/>
                  <a:gd name="connsiteX31" fmla="*/ 482657 w 1332873"/>
                  <a:gd name="connsiteY31" fmla="*/ 844893 h 1844361"/>
                  <a:gd name="connsiteX32" fmla="*/ 674529 w 1332873"/>
                  <a:gd name="connsiteY32" fmla="*/ 602548 h 1844361"/>
                  <a:gd name="connsiteX33" fmla="*/ 677246 w 1332873"/>
                  <a:gd name="connsiteY33" fmla="*/ 599530 h 1844361"/>
                  <a:gd name="connsiteX34" fmla="*/ 773845 w 1332873"/>
                  <a:gd name="connsiteY34" fmla="*/ 604661 h 1844361"/>
                  <a:gd name="connsiteX35" fmla="*/ 879018 w 1332873"/>
                  <a:gd name="connsiteY35" fmla="*/ 591017 h 1844361"/>
                  <a:gd name="connsiteX36" fmla="*/ 931001 w 1332873"/>
                  <a:gd name="connsiteY36" fmla="*/ 578942 h 1844361"/>
                  <a:gd name="connsiteX37" fmla="*/ 982561 w 1332873"/>
                  <a:gd name="connsiteY37" fmla="*/ 564391 h 1844361"/>
                  <a:gd name="connsiteX38" fmla="*/ 1083568 w 1332873"/>
                  <a:gd name="connsiteY38" fmla="*/ 530038 h 1844361"/>
                  <a:gd name="connsiteX39" fmla="*/ 1142132 w 1332873"/>
                  <a:gd name="connsiteY39" fmla="*/ 508303 h 1844361"/>
                  <a:gd name="connsiteX40" fmla="*/ 1144547 w 1332873"/>
                  <a:gd name="connsiteY40" fmla="*/ 503835 h 1844361"/>
                  <a:gd name="connsiteX41" fmla="*/ 1144185 w 1332873"/>
                  <a:gd name="connsiteY41" fmla="*/ 502930 h 1844361"/>
                  <a:gd name="connsiteX42" fmla="*/ 1140140 w 1332873"/>
                  <a:gd name="connsiteY42" fmla="*/ 501360 h 1844361"/>
                  <a:gd name="connsiteX43" fmla="*/ 1008522 w 1332873"/>
                  <a:gd name="connsiteY43" fmla="*/ 545977 h 1844361"/>
                  <a:gd name="connsiteX44" fmla="*/ 940118 w 1332873"/>
                  <a:gd name="connsiteY44" fmla="*/ 564090 h 1844361"/>
                  <a:gd name="connsiteX45" fmla="*/ 870868 w 1332873"/>
                  <a:gd name="connsiteY45" fmla="*/ 577312 h 1844361"/>
                  <a:gd name="connsiteX46" fmla="*/ 712867 w 1332873"/>
                  <a:gd name="connsiteY46" fmla="*/ 581598 h 1844361"/>
                  <a:gd name="connsiteX47" fmla="*/ 695177 w 1332873"/>
                  <a:gd name="connsiteY47" fmla="*/ 579304 h 1844361"/>
                  <a:gd name="connsiteX48" fmla="*/ 726391 w 1332873"/>
                  <a:gd name="connsiteY48" fmla="*/ 544347 h 1844361"/>
                  <a:gd name="connsiteX49" fmla="*/ 779219 w 1332873"/>
                  <a:gd name="connsiteY49" fmla="*/ 487413 h 1844361"/>
                  <a:gd name="connsiteX50" fmla="*/ 879260 w 1332873"/>
                  <a:gd name="connsiteY50" fmla="*/ 387734 h 1844361"/>
                  <a:gd name="connsiteX51" fmla="*/ 880830 w 1332873"/>
                  <a:gd name="connsiteY51" fmla="*/ 387734 h 1844361"/>
                  <a:gd name="connsiteX52" fmla="*/ 985640 w 1332873"/>
                  <a:gd name="connsiteY52" fmla="*/ 384414 h 1844361"/>
                  <a:gd name="connsiteX53" fmla="*/ 1090270 w 1332873"/>
                  <a:gd name="connsiteY53" fmla="*/ 366301 h 1844361"/>
                  <a:gd name="connsiteX54" fmla="*/ 1295545 w 1332873"/>
                  <a:gd name="connsiteY54" fmla="*/ 305081 h 1844361"/>
                  <a:gd name="connsiteX55" fmla="*/ 1297899 w 1332873"/>
                  <a:gd name="connsiteY55" fmla="*/ 300734 h 1844361"/>
                  <a:gd name="connsiteX56" fmla="*/ 1297537 w 1332873"/>
                  <a:gd name="connsiteY56" fmla="*/ 299950 h 1844361"/>
                  <a:gd name="connsiteX57" fmla="*/ 1293552 w 1332873"/>
                  <a:gd name="connsiteY57" fmla="*/ 298380 h 1844361"/>
                  <a:gd name="connsiteX58" fmla="*/ 1175580 w 1332873"/>
                  <a:gd name="connsiteY58" fmla="*/ 333820 h 1844361"/>
                  <a:gd name="connsiteX59" fmla="*/ 1051389 w 1332873"/>
                  <a:gd name="connsiteY59" fmla="*/ 360384 h 1844361"/>
                  <a:gd name="connsiteX60" fmla="*/ 967226 w 1332873"/>
                  <a:gd name="connsiteY60" fmla="*/ 368596 h 1844361"/>
                  <a:gd name="connsiteX61" fmla="*/ 924964 w 1332873"/>
                  <a:gd name="connsiteY61" fmla="*/ 369199 h 1844361"/>
                  <a:gd name="connsiteX62" fmla="*/ 899485 w 1332873"/>
                  <a:gd name="connsiteY62" fmla="*/ 368354 h 1844361"/>
                  <a:gd name="connsiteX63" fmla="*/ 962517 w 1332873"/>
                  <a:gd name="connsiteY63" fmla="*/ 311058 h 1844361"/>
                  <a:gd name="connsiteX64" fmla="*/ 1037925 w 1332873"/>
                  <a:gd name="connsiteY64" fmla="*/ 247001 h 1844361"/>
                  <a:gd name="connsiteX65" fmla="*/ 1036536 w 1332873"/>
                  <a:gd name="connsiteY65" fmla="*/ 248208 h 1844361"/>
                  <a:gd name="connsiteX66" fmla="*/ 1114239 w 1332873"/>
                  <a:gd name="connsiteY66" fmla="*/ 187169 h 1844361"/>
                  <a:gd name="connsiteX67" fmla="*/ 1115990 w 1332873"/>
                  <a:gd name="connsiteY67" fmla="*/ 187169 h 1844361"/>
                  <a:gd name="connsiteX68" fmla="*/ 1117137 w 1332873"/>
                  <a:gd name="connsiteY68" fmla="*/ 187773 h 1844361"/>
                  <a:gd name="connsiteX69" fmla="*/ 1143400 w 1332873"/>
                  <a:gd name="connsiteY69" fmla="*/ 195018 h 1844361"/>
                  <a:gd name="connsiteX70" fmla="*/ 1170206 w 1332873"/>
                  <a:gd name="connsiteY70" fmla="*/ 199425 h 1844361"/>
                  <a:gd name="connsiteX71" fmla="*/ 1223457 w 1332873"/>
                  <a:gd name="connsiteY71" fmla="*/ 201478 h 1844361"/>
                  <a:gd name="connsiteX72" fmla="*/ 1330562 w 1332873"/>
                  <a:gd name="connsiteY72" fmla="*/ 179864 h 1844361"/>
                  <a:gd name="connsiteX73" fmla="*/ 1332796 w 1332873"/>
                  <a:gd name="connsiteY73" fmla="*/ 175758 h 1844361"/>
                  <a:gd name="connsiteX74" fmla="*/ 1332434 w 1332873"/>
                  <a:gd name="connsiteY74" fmla="*/ 174974 h 1844361"/>
                  <a:gd name="connsiteX75" fmla="*/ 1328751 w 1332873"/>
                  <a:gd name="connsiteY75" fmla="*/ 173464 h 1844361"/>
                  <a:gd name="connsiteX76" fmla="*/ 1298563 w 1332873"/>
                  <a:gd name="connsiteY76" fmla="*/ 182883 h 1844361"/>
                  <a:gd name="connsiteX77" fmla="*/ 1268376 w 1332873"/>
                  <a:gd name="connsiteY77" fmla="*/ 188920 h 1844361"/>
                  <a:gd name="connsiteX78" fmla="*/ 1268376 w 1332873"/>
                  <a:gd name="connsiteY78" fmla="*/ 188920 h 1844361"/>
                  <a:gd name="connsiteX79" fmla="*/ 1231064 w 1332873"/>
                  <a:gd name="connsiteY79" fmla="*/ 192241 h 1844361"/>
                  <a:gd name="connsiteX80" fmla="*/ 1193994 w 1332873"/>
                  <a:gd name="connsiteY80" fmla="*/ 190610 h 1844361"/>
                  <a:gd name="connsiteX81" fmla="*/ 1158312 w 1332873"/>
                  <a:gd name="connsiteY81" fmla="*/ 184573 h 1844361"/>
                  <a:gd name="connsiteX82" fmla="*/ 1129212 w 1332873"/>
                  <a:gd name="connsiteY82" fmla="*/ 175939 h 1844361"/>
                  <a:gd name="connsiteX83" fmla="*/ 1324464 w 1332873"/>
                  <a:gd name="connsiteY83" fmla="*/ 45892 h 1844361"/>
                  <a:gd name="connsiteX84" fmla="*/ 1325998 w 1332873"/>
                  <a:gd name="connsiteY84" fmla="*/ 40827 h 1844361"/>
                  <a:gd name="connsiteX85" fmla="*/ 1325732 w 1332873"/>
                  <a:gd name="connsiteY85" fmla="*/ 40398 h 1844361"/>
                  <a:gd name="connsiteX86" fmla="*/ 1320328 w 1332873"/>
                  <a:gd name="connsiteY86" fmla="*/ 38804 h 1844361"/>
                  <a:gd name="connsiteX87" fmla="*/ 1320177 w 1332873"/>
                  <a:gd name="connsiteY87" fmla="*/ 38889 h 1844361"/>
                  <a:gd name="connsiteX88" fmla="*/ 1123657 w 1332873"/>
                  <a:gd name="connsiteY88" fmla="*/ 166460 h 1844361"/>
                  <a:gd name="connsiteX89" fmla="*/ 1128850 w 1332873"/>
                  <a:gd name="connsiteY89" fmla="*/ 146295 h 1844361"/>
                  <a:gd name="connsiteX90" fmla="*/ 1141226 w 1332873"/>
                  <a:gd name="connsiteY90" fmla="*/ 108742 h 1844361"/>
                  <a:gd name="connsiteX91" fmla="*/ 1165376 w 1332873"/>
                  <a:gd name="connsiteY91" fmla="*/ 55371 h 1844361"/>
                  <a:gd name="connsiteX92" fmla="*/ 1195564 w 1332873"/>
                  <a:gd name="connsiteY92" fmla="*/ 5018 h 1844361"/>
                  <a:gd name="connsiteX93" fmla="*/ 1195564 w 1332873"/>
                  <a:gd name="connsiteY93" fmla="*/ 1698 h 1844361"/>
                  <a:gd name="connsiteX94" fmla="*/ 1194296 w 1332873"/>
                  <a:gd name="connsiteY94" fmla="*/ 490 h 1844361"/>
                  <a:gd name="connsiteX95" fmla="*/ 1189828 w 1332873"/>
                  <a:gd name="connsiteY95" fmla="*/ 1818 h 1844361"/>
                  <a:gd name="connsiteX96" fmla="*/ 1163324 w 1332873"/>
                  <a:gd name="connsiteY96" fmla="*/ 44081 h 1844361"/>
                  <a:gd name="connsiteX97" fmla="*/ 1140321 w 1332873"/>
                  <a:gd name="connsiteY97" fmla="*/ 88154 h 1844361"/>
                  <a:gd name="connsiteX98" fmla="*/ 1121786 w 1332873"/>
                  <a:gd name="connsiteY98" fmla="*/ 133134 h 1844361"/>
                  <a:gd name="connsiteX99" fmla="*/ 1109711 w 1332873"/>
                  <a:gd name="connsiteY99" fmla="*/ 176603 h 1844361"/>
                  <a:gd name="connsiteX100" fmla="*/ 1080670 w 1332873"/>
                  <a:gd name="connsiteY100" fmla="*/ 197614 h 1844361"/>
                  <a:gd name="connsiteX101" fmla="*/ 964087 w 1332873"/>
                  <a:gd name="connsiteY101" fmla="*/ 289022 h 1844361"/>
                  <a:gd name="connsiteX102" fmla="*/ 875034 w 1332873"/>
                  <a:gd name="connsiteY102" fmla="*/ 365939 h 1844361"/>
                  <a:gd name="connsiteX103" fmla="*/ 873947 w 1332873"/>
                  <a:gd name="connsiteY103" fmla="*/ 337925 h 1844361"/>
                  <a:gd name="connsiteX104" fmla="*/ 876060 w 1332873"/>
                  <a:gd name="connsiteY104" fmla="*/ 297957 h 1844361"/>
                  <a:gd name="connsiteX105" fmla="*/ 876060 w 1332873"/>
                  <a:gd name="connsiteY105" fmla="*/ 298440 h 1844361"/>
                  <a:gd name="connsiteX106" fmla="*/ 876060 w 1332873"/>
                  <a:gd name="connsiteY106" fmla="*/ 297172 h 1844361"/>
                  <a:gd name="connsiteX107" fmla="*/ 876060 w 1332873"/>
                  <a:gd name="connsiteY107" fmla="*/ 297172 h 1844361"/>
                  <a:gd name="connsiteX108" fmla="*/ 876060 w 1332873"/>
                  <a:gd name="connsiteY108" fmla="*/ 297172 h 1844361"/>
                  <a:gd name="connsiteX109" fmla="*/ 876060 w 1332873"/>
                  <a:gd name="connsiteY109" fmla="*/ 297172 h 1844361"/>
                  <a:gd name="connsiteX110" fmla="*/ 888980 w 1332873"/>
                  <a:gd name="connsiteY110" fmla="*/ 230277 h 1844361"/>
                  <a:gd name="connsiteX111" fmla="*/ 911379 w 1332873"/>
                  <a:gd name="connsiteY111" fmla="*/ 161812 h 1844361"/>
                  <a:gd name="connsiteX112" fmla="*/ 911017 w 1332873"/>
                  <a:gd name="connsiteY112" fmla="*/ 162778 h 1844361"/>
                  <a:gd name="connsiteX113" fmla="*/ 967769 w 1332873"/>
                  <a:gd name="connsiteY113" fmla="*/ 27236 h 1844361"/>
                  <a:gd name="connsiteX114" fmla="*/ 967769 w 1332873"/>
                  <a:gd name="connsiteY114" fmla="*/ 23855 h 1844361"/>
                  <a:gd name="connsiteX115" fmla="*/ 966562 w 1332873"/>
                  <a:gd name="connsiteY115" fmla="*/ 22708 h 1844361"/>
                  <a:gd name="connsiteX116" fmla="*/ 962034 w 1332873"/>
                  <a:gd name="connsiteY116" fmla="*/ 24097 h 1844361"/>
                  <a:gd name="connsiteX117" fmla="*/ 890791 w 1332873"/>
                  <a:gd name="connsiteY117" fmla="*/ 194897 h 1844361"/>
                  <a:gd name="connsiteX118" fmla="*/ 866642 w 1332873"/>
                  <a:gd name="connsiteY118" fmla="*/ 283829 h 1844361"/>
                  <a:gd name="connsiteX119" fmla="*/ 860604 w 1332873"/>
                  <a:gd name="connsiteY119" fmla="*/ 378316 h 1844361"/>
                  <a:gd name="connsiteX120" fmla="*/ 860604 w 1332873"/>
                  <a:gd name="connsiteY120" fmla="*/ 378980 h 1844361"/>
                  <a:gd name="connsiteX121" fmla="*/ 849193 w 1332873"/>
                  <a:gd name="connsiteY121" fmla="*/ 389123 h 1844361"/>
                  <a:gd name="connsiteX122" fmla="*/ 737802 w 1332873"/>
                  <a:gd name="connsiteY122" fmla="*/ 496168 h 1844361"/>
                  <a:gd name="connsiteX123" fmla="*/ 672416 w 1332873"/>
                  <a:gd name="connsiteY123" fmla="*/ 564452 h 1844361"/>
                  <a:gd name="connsiteX124" fmla="*/ 662997 w 1332873"/>
                  <a:gd name="connsiteY124" fmla="*/ 512469 h 1844361"/>
                  <a:gd name="connsiteX125" fmla="*/ 658409 w 1332873"/>
                  <a:gd name="connsiteY125" fmla="*/ 332431 h 1844361"/>
                  <a:gd name="connsiteX126" fmla="*/ 694634 w 1332873"/>
                  <a:gd name="connsiteY126" fmla="*/ 167789 h 1844361"/>
                  <a:gd name="connsiteX127" fmla="*/ 694090 w 1332873"/>
                  <a:gd name="connsiteY127" fmla="*/ 164106 h 1844361"/>
                  <a:gd name="connsiteX128" fmla="*/ 690830 w 1332873"/>
                  <a:gd name="connsiteY128" fmla="*/ 161631 h 1844361"/>
                  <a:gd name="connsiteX129" fmla="*/ 684792 w 1332873"/>
                  <a:gd name="connsiteY129" fmla="*/ 165434 h 1844361"/>
                  <a:gd name="connsiteX130" fmla="*/ 657020 w 1332873"/>
                  <a:gd name="connsiteY130" fmla="*/ 268856 h 1844361"/>
                  <a:gd name="connsiteX131" fmla="*/ 641987 w 1332873"/>
                  <a:gd name="connsiteY131" fmla="*/ 373305 h 1844361"/>
                  <a:gd name="connsiteX132" fmla="*/ 639572 w 1332873"/>
                  <a:gd name="connsiteY132" fmla="*/ 426072 h 1844361"/>
                  <a:gd name="connsiteX133" fmla="*/ 640417 w 1332873"/>
                  <a:gd name="connsiteY133" fmla="*/ 479021 h 1844361"/>
                  <a:gd name="connsiteX134" fmla="*/ 654967 w 1332873"/>
                  <a:gd name="connsiteY134" fmla="*/ 583228 h 1844361"/>
                  <a:gd name="connsiteX135" fmla="*/ 630817 w 1332873"/>
                  <a:gd name="connsiteY135" fmla="*/ 609250 h 1844361"/>
                  <a:gd name="connsiteX136" fmla="*/ 452591 w 1332873"/>
                  <a:gd name="connsiteY136" fmla="*/ 828954 h 1844361"/>
                  <a:gd name="connsiteX137" fmla="*/ 451866 w 1332873"/>
                  <a:gd name="connsiteY137" fmla="*/ 826901 h 1844361"/>
                  <a:gd name="connsiteX138" fmla="*/ 443535 w 1332873"/>
                  <a:gd name="connsiteY138" fmla="*/ 803234 h 1844361"/>
                  <a:gd name="connsiteX139" fmla="*/ 428380 w 1332873"/>
                  <a:gd name="connsiteY139" fmla="*/ 755659 h 1844361"/>
                  <a:gd name="connsiteX140" fmla="*/ 415460 w 1332873"/>
                  <a:gd name="connsiteY140" fmla="*/ 705850 h 1844361"/>
                  <a:gd name="connsiteX141" fmla="*/ 406162 w 1332873"/>
                  <a:gd name="connsiteY141" fmla="*/ 656704 h 1844361"/>
                  <a:gd name="connsiteX142" fmla="*/ 401453 w 1332873"/>
                  <a:gd name="connsiteY142" fmla="*/ 518325 h 1844361"/>
                  <a:gd name="connsiteX143" fmla="*/ 416366 w 1332873"/>
                  <a:gd name="connsiteY143" fmla="*/ 444970 h 1844361"/>
                  <a:gd name="connsiteX144" fmla="*/ 416004 w 1332873"/>
                  <a:gd name="connsiteY144" fmla="*/ 442253 h 1844361"/>
                  <a:gd name="connsiteX145" fmla="*/ 413649 w 1332873"/>
                  <a:gd name="connsiteY145" fmla="*/ 440502 h 1844361"/>
                  <a:gd name="connsiteX146" fmla="*/ 409181 w 1332873"/>
                  <a:gd name="connsiteY146" fmla="*/ 443279 h 1844361"/>
                  <a:gd name="connsiteX147" fmla="*/ 390284 w 1332873"/>
                  <a:gd name="connsiteY147" fmla="*/ 537464 h 1844361"/>
                  <a:gd name="connsiteX148" fmla="*/ 387567 w 1332873"/>
                  <a:gd name="connsiteY148" fmla="*/ 640705 h 1844361"/>
                  <a:gd name="connsiteX149" fmla="*/ 392156 w 1332873"/>
                  <a:gd name="connsiteY149" fmla="*/ 692688 h 1844361"/>
                  <a:gd name="connsiteX150" fmla="*/ 400729 w 1332873"/>
                  <a:gd name="connsiteY150" fmla="*/ 744610 h 1844361"/>
                  <a:gd name="connsiteX151" fmla="*/ 431882 w 1332873"/>
                  <a:gd name="connsiteY151" fmla="*/ 839942 h 1844361"/>
                  <a:gd name="connsiteX152" fmla="*/ 436229 w 1332873"/>
                  <a:gd name="connsiteY152" fmla="*/ 848274 h 1844361"/>
                  <a:gd name="connsiteX153" fmla="*/ 437195 w 1332873"/>
                  <a:gd name="connsiteY153" fmla="*/ 849904 h 1844361"/>
                  <a:gd name="connsiteX154" fmla="*/ 434478 w 1332873"/>
                  <a:gd name="connsiteY154" fmla="*/ 853466 h 1844361"/>
                  <a:gd name="connsiteX155" fmla="*/ 263195 w 1332873"/>
                  <a:gd name="connsiteY155" fmla="*/ 1116399 h 1844361"/>
                  <a:gd name="connsiteX156" fmla="*/ 234517 w 1332873"/>
                  <a:gd name="connsiteY156" fmla="*/ 1036945 h 1844361"/>
                  <a:gd name="connsiteX157" fmla="*/ 210367 w 1332873"/>
                  <a:gd name="connsiteY157" fmla="*/ 932014 h 1844361"/>
                  <a:gd name="connsiteX158" fmla="*/ 210367 w 1332873"/>
                  <a:gd name="connsiteY158" fmla="*/ 932497 h 1844361"/>
                  <a:gd name="connsiteX159" fmla="*/ 200828 w 1332873"/>
                  <a:gd name="connsiteY159" fmla="*/ 807461 h 1844361"/>
                  <a:gd name="connsiteX160" fmla="*/ 200224 w 1332873"/>
                  <a:gd name="connsiteY160" fmla="*/ 805408 h 1844361"/>
                  <a:gd name="connsiteX161" fmla="*/ 196420 w 1332873"/>
                  <a:gd name="connsiteY161" fmla="*/ 803295 h 1844361"/>
                  <a:gd name="connsiteX162" fmla="*/ 192312 w 1332873"/>
                  <a:gd name="connsiteY162" fmla="*/ 807636 h 1844361"/>
                  <a:gd name="connsiteX163" fmla="*/ 192315 w 1332873"/>
                  <a:gd name="connsiteY163" fmla="*/ 807702 h 1844361"/>
                  <a:gd name="connsiteX164" fmla="*/ 195454 w 1332873"/>
                  <a:gd name="connsiteY164" fmla="*/ 893193 h 1844361"/>
                  <a:gd name="connsiteX165" fmla="*/ 205356 w 1332873"/>
                  <a:gd name="connsiteY165" fmla="*/ 978201 h 1844361"/>
                  <a:gd name="connsiteX166" fmla="*/ 223468 w 1332873"/>
                  <a:gd name="connsiteY166" fmla="*/ 1062725 h 1844361"/>
                  <a:gd name="connsiteX167" fmla="*/ 251603 w 1332873"/>
                  <a:gd name="connsiteY167" fmla="*/ 1137289 h 1844361"/>
                  <a:gd name="connsiteX168" fmla="*/ 137615 w 1332873"/>
                  <a:gd name="connsiteY168" fmla="*/ 1366169 h 1844361"/>
                  <a:gd name="connsiteX169" fmla="*/ 132966 w 1332873"/>
                  <a:gd name="connsiteY169" fmla="*/ 1356630 h 1844361"/>
                  <a:gd name="connsiteX170" fmla="*/ 97949 w 1332873"/>
                  <a:gd name="connsiteY170" fmla="*/ 1225858 h 1844361"/>
                  <a:gd name="connsiteX171" fmla="*/ 97949 w 1332873"/>
                  <a:gd name="connsiteY171" fmla="*/ 1227307 h 1844361"/>
                  <a:gd name="connsiteX172" fmla="*/ 81587 w 1332873"/>
                  <a:gd name="connsiteY172" fmla="*/ 1094483 h 1844361"/>
                  <a:gd name="connsiteX173" fmla="*/ 80984 w 1332873"/>
                  <a:gd name="connsiteY173" fmla="*/ 1092792 h 1844361"/>
                  <a:gd name="connsiteX174" fmla="*/ 78146 w 1332873"/>
                  <a:gd name="connsiteY174" fmla="*/ 1091283 h 1844361"/>
                  <a:gd name="connsiteX175" fmla="*/ 74886 w 1332873"/>
                  <a:gd name="connsiteY175" fmla="*/ 1094724 h 1844361"/>
                  <a:gd name="connsiteX176" fmla="*/ 81889 w 1332873"/>
                  <a:gd name="connsiteY176" fmla="*/ 1168019 h 1844361"/>
                  <a:gd name="connsiteX177" fmla="*/ 89376 w 1332873"/>
                  <a:gd name="connsiteY177" fmla="*/ 1247895 h 1844361"/>
                  <a:gd name="connsiteX178" fmla="*/ 103986 w 1332873"/>
                  <a:gd name="connsiteY178" fmla="*/ 1325416 h 1844361"/>
                  <a:gd name="connsiteX179" fmla="*/ 128136 w 1332873"/>
                  <a:gd name="connsiteY179" fmla="*/ 1386757 h 1844361"/>
                  <a:gd name="connsiteX180" fmla="*/ 127170 w 1332873"/>
                  <a:gd name="connsiteY180" fmla="*/ 1388870 h 1844361"/>
                  <a:gd name="connsiteX181" fmla="*/ 49528 w 1332873"/>
                  <a:gd name="connsiteY181" fmla="*/ 1605616 h 1844361"/>
                  <a:gd name="connsiteX182" fmla="*/ 21394 w 1332873"/>
                  <a:gd name="connsiteY182" fmla="*/ 1714653 h 1844361"/>
                  <a:gd name="connsiteX183" fmla="*/ 10285 w 1332873"/>
                  <a:gd name="connsiteY183" fmla="*/ 1767662 h 1844361"/>
                  <a:gd name="connsiteX184" fmla="*/ 443 w 1332873"/>
                  <a:gd name="connsiteY184" fmla="*/ 1823328 h 1844361"/>
                  <a:gd name="connsiteX185" fmla="*/ 2557 w 1332873"/>
                  <a:gd name="connsiteY185" fmla="*/ 1836248 h 1844361"/>
                  <a:gd name="connsiteX186" fmla="*/ 13122 w 1332873"/>
                  <a:gd name="connsiteY186" fmla="*/ 1843976 h 1844361"/>
                  <a:gd name="connsiteX187" fmla="*/ 34012 w 1332873"/>
                  <a:gd name="connsiteY187" fmla="*/ 1831358 h 184436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</a:cxnLst>
                <a:rect l="l" t="t" r="r" b="b"/>
                <a:pathLst>
                  <a:path w="1332873" h="1844361">
                    <a:moveTo>
                      <a:pt x="34012" y="1831358"/>
                    </a:moveTo>
                    <a:cubicBezTo>
                      <a:pt x="36427" y="1817472"/>
                      <a:pt x="39566" y="1803706"/>
                      <a:pt x="42585" y="1789941"/>
                    </a:cubicBezTo>
                    <a:cubicBezTo>
                      <a:pt x="45604" y="1776175"/>
                      <a:pt x="48623" y="1762228"/>
                      <a:pt x="52124" y="1748403"/>
                    </a:cubicBezTo>
                    <a:cubicBezTo>
                      <a:pt x="59128" y="1719544"/>
                      <a:pt x="67278" y="1691047"/>
                      <a:pt x="75489" y="1662550"/>
                    </a:cubicBezTo>
                    <a:cubicBezTo>
                      <a:pt x="92032" y="1605254"/>
                      <a:pt x="110990" y="1548803"/>
                      <a:pt x="131880" y="1493078"/>
                    </a:cubicBezTo>
                    <a:cubicBezTo>
                      <a:pt x="131880" y="1493802"/>
                      <a:pt x="131336" y="1494526"/>
                      <a:pt x="131095" y="1495191"/>
                    </a:cubicBezTo>
                    <a:lnTo>
                      <a:pt x="132242" y="1492111"/>
                    </a:lnTo>
                    <a:lnTo>
                      <a:pt x="132242" y="1491387"/>
                    </a:lnTo>
                    <a:cubicBezTo>
                      <a:pt x="132242" y="1491387"/>
                      <a:pt x="132242" y="1491387"/>
                      <a:pt x="132242" y="1491387"/>
                    </a:cubicBezTo>
                    <a:lnTo>
                      <a:pt x="132242" y="1491387"/>
                    </a:lnTo>
                    <a:cubicBezTo>
                      <a:pt x="178364" y="1370680"/>
                      <a:pt x="233042" y="1253413"/>
                      <a:pt x="295858" y="1140488"/>
                    </a:cubicBezTo>
                    <a:cubicBezTo>
                      <a:pt x="327925" y="1132495"/>
                      <a:pt x="359173" y="1121519"/>
                      <a:pt x="389197" y="1107705"/>
                    </a:cubicBezTo>
                    <a:cubicBezTo>
                      <a:pt x="424818" y="1091766"/>
                      <a:pt x="459051" y="1072989"/>
                      <a:pt x="493042" y="1053790"/>
                    </a:cubicBezTo>
                    <a:cubicBezTo>
                      <a:pt x="495073" y="1052498"/>
                      <a:pt x="495714" y="1049829"/>
                      <a:pt x="494491" y="1047752"/>
                    </a:cubicBezTo>
                    <a:cubicBezTo>
                      <a:pt x="493178" y="1045748"/>
                      <a:pt x="490532" y="1045114"/>
                      <a:pt x="488453" y="1046304"/>
                    </a:cubicBezTo>
                    <a:cubicBezTo>
                      <a:pt x="461224" y="1061518"/>
                      <a:pt x="433573" y="1075887"/>
                      <a:pt x="405136" y="1088566"/>
                    </a:cubicBezTo>
                    <a:cubicBezTo>
                      <a:pt x="384729" y="1097537"/>
                      <a:pt x="363801" y="1105284"/>
                      <a:pt x="342467" y="1111750"/>
                    </a:cubicBezTo>
                    <a:cubicBezTo>
                      <a:pt x="330875" y="1115173"/>
                      <a:pt x="319162" y="1118149"/>
                      <a:pt x="307329" y="1120685"/>
                    </a:cubicBezTo>
                    <a:cubicBezTo>
                      <a:pt x="339730" y="1063208"/>
                      <a:pt x="373942" y="1006861"/>
                      <a:pt x="409966" y="951636"/>
                    </a:cubicBezTo>
                    <a:cubicBezTo>
                      <a:pt x="428079" y="923742"/>
                      <a:pt x="446855" y="896211"/>
                      <a:pt x="465873" y="868922"/>
                    </a:cubicBezTo>
                    <a:cubicBezTo>
                      <a:pt x="499413" y="869369"/>
                      <a:pt x="532917" y="866555"/>
                      <a:pt x="565914" y="860530"/>
                    </a:cubicBezTo>
                    <a:cubicBezTo>
                      <a:pt x="602455" y="854191"/>
                      <a:pt x="638553" y="845521"/>
                      <a:pt x="673985" y="834569"/>
                    </a:cubicBezTo>
                    <a:cubicBezTo>
                      <a:pt x="708818" y="823725"/>
                      <a:pt x="743075" y="811107"/>
                      <a:pt x="776623" y="796774"/>
                    </a:cubicBezTo>
                    <a:cubicBezTo>
                      <a:pt x="810473" y="782526"/>
                      <a:pt x="843820" y="767130"/>
                      <a:pt x="876664" y="750587"/>
                    </a:cubicBezTo>
                    <a:cubicBezTo>
                      <a:pt x="878457" y="749428"/>
                      <a:pt x="879018" y="747056"/>
                      <a:pt x="877932" y="745214"/>
                    </a:cubicBezTo>
                    <a:cubicBezTo>
                      <a:pt x="876754" y="743445"/>
                      <a:pt x="874406" y="742890"/>
                      <a:pt x="872558" y="743946"/>
                    </a:cubicBezTo>
                    <a:cubicBezTo>
                      <a:pt x="856800" y="751855"/>
                      <a:pt x="840922" y="759402"/>
                      <a:pt x="824802" y="766587"/>
                    </a:cubicBezTo>
                    <a:cubicBezTo>
                      <a:pt x="788913" y="782544"/>
                      <a:pt x="752074" y="796273"/>
                      <a:pt x="714497" y="807702"/>
                    </a:cubicBezTo>
                    <a:cubicBezTo>
                      <a:pt x="675959" y="819656"/>
                      <a:pt x="636615" y="828839"/>
                      <a:pt x="596766" y="835172"/>
                    </a:cubicBezTo>
                    <a:lnTo>
                      <a:pt x="597490" y="835172"/>
                    </a:lnTo>
                    <a:cubicBezTo>
                      <a:pt x="574488" y="838674"/>
                      <a:pt x="551485" y="841210"/>
                      <a:pt x="528240" y="842780"/>
                    </a:cubicBezTo>
                    <a:cubicBezTo>
                      <a:pt x="513086" y="843866"/>
                      <a:pt x="498053" y="844470"/>
                      <a:pt x="482657" y="844893"/>
                    </a:cubicBezTo>
                    <a:cubicBezTo>
                      <a:pt x="542670" y="761171"/>
                      <a:pt x="606627" y="680390"/>
                      <a:pt x="674529" y="602548"/>
                    </a:cubicBezTo>
                    <a:lnTo>
                      <a:pt x="677246" y="599530"/>
                    </a:lnTo>
                    <a:cubicBezTo>
                      <a:pt x="709193" y="604462"/>
                      <a:pt x="741555" y="606183"/>
                      <a:pt x="773845" y="604661"/>
                    </a:cubicBezTo>
                    <a:cubicBezTo>
                      <a:pt x="809200" y="602802"/>
                      <a:pt x="844363" y="598244"/>
                      <a:pt x="879018" y="591017"/>
                    </a:cubicBezTo>
                    <a:cubicBezTo>
                      <a:pt x="896467" y="587515"/>
                      <a:pt x="913734" y="583107"/>
                      <a:pt x="931001" y="578942"/>
                    </a:cubicBezTo>
                    <a:cubicBezTo>
                      <a:pt x="948268" y="574776"/>
                      <a:pt x="965475" y="569644"/>
                      <a:pt x="982561" y="564391"/>
                    </a:cubicBezTo>
                    <a:cubicBezTo>
                      <a:pt x="1016552" y="554007"/>
                      <a:pt x="1050121" y="542173"/>
                      <a:pt x="1083568" y="530038"/>
                    </a:cubicBezTo>
                    <a:cubicBezTo>
                      <a:pt x="1103130" y="522974"/>
                      <a:pt x="1122631" y="515548"/>
                      <a:pt x="1142132" y="508303"/>
                    </a:cubicBezTo>
                    <a:cubicBezTo>
                      <a:pt x="1144022" y="507724"/>
                      <a:pt x="1145096" y="505731"/>
                      <a:pt x="1144547" y="503835"/>
                    </a:cubicBezTo>
                    <a:cubicBezTo>
                      <a:pt x="1144481" y="503515"/>
                      <a:pt x="1144360" y="503207"/>
                      <a:pt x="1144185" y="502930"/>
                    </a:cubicBezTo>
                    <a:cubicBezTo>
                      <a:pt x="1143376" y="501517"/>
                      <a:pt x="1141691" y="500859"/>
                      <a:pt x="1140140" y="501360"/>
                    </a:cubicBezTo>
                    <a:cubicBezTo>
                      <a:pt x="1096670" y="517480"/>
                      <a:pt x="1052958" y="532936"/>
                      <a:pt x="1008522" y="545977"/>
                    </a:cubicBezTo>
                    <a:cubicBezTo>
                      <a:pt x="985821" y="552739"/>
                      <a:pt x="963018" y="558777"/>
                      <a:pt x="940118" y="564090"/>
                    </a:cubicBezTo>
                    <a:cubicBezTo>
                      <a:pt x="917296" y="569584"/>
                      <a:pt x="894112" y="573689"/>
                      <a:pt x="870868" y="577312"/>
                    </a:cubicBezTo>
                    <a:cubicBezTo>
                      <a:pt x="818585" y="585317"/>
                      <a:pt x="765507" y="586754"/>
                      <a:pt x="712867" y="581598"/>
                    </a:cubicBezTo>
                    <a:cubicBezTo>
                      <a:pt x="706829" y="580934"/>
                      <a:pt x="700792" y="580210"/>
                      <a:pt x="695177" y="579304"/>
                    </a:cubicBezTo>
                    <a:cubicBezTo>
                      <a:pt x="705561" y="567651"/>
                      <a:pt x="715825" y="555878"/>
                      <a:pt x="726391" y="544347"/>
                    </a:cubicBezTo>
                    <a:cubicBezTo>
                      <a:pt x="743839" y="525268"/>
                      <a:pt x="761287" y="506069"/>
                      <a:pt x="779219" y="487413"/>
                    </a:cubicBezTo>
                    <a:cubicBezTo>
                      <a:pt x="811821" y="453440"/>
                      <a:pt x="845166" y="420216"/>
                      <a:pt x="879260" y="387734"/>
                    </a:cubicBezTo>
                    <a:cubicBezTo>
                      <a:pt x="879785" y="387771"/>
                      <a:pt x="880304" y="387771"/>
                      <a:pt x="880830" y="387734"/>
                    </a:cubicBezTo>
                    <a:cubicBezTo>
                      <a:pt x="915793" y="389920"/>
                      <a:pt x="950883" y="388809"/>
                      <a:pt x="985640" y="384414"/>
                    </a:cubicBezTo>
                    <a:cubicBezTo>
                      <a:pt x="1020803" y="380163"/>
                      <a:pt x="1055724" y="374114"/>
                      <a:pt x="1090270" y="366301"/>
                    </a:cubicBezTo>
                    <a:cubicBezTo>
                      <a:pt x="1160124" y="350906"/>
                      <a:pt x="1227925" y="328084"/>
                      <a:pt x="1295545" y="305081"/>
                    </a:cubicBezTo>
                    <a:cubicBezTo>
                      <a:pt x="1297392" y="304526"/>
                      <a:pt x="1298449" y="302582"/>
                      <a:pt x="1297899" y="300734"/>
                    </a:cubicBezTo>
                    <a:cubicBezTo>
                      <a:pt x="1297815" y="300457"/>
                      <a:pt x="1297694" y="300191"/>
                      <a:pt x="1297537" y="299950"/>
                    </a:cubicBezTo>
                    <a:cubicBezTo>
                      <a:pt x="1296722" y="298579"/>
                      <a:pt x="1295086" y="297933"/>
                      <a:pt x="1293552" y="298380"/>
                    </a:cubicBezTo>
                    <a:cubicBezTo>
                      <a:pt x="1254610" y="311481"/>
                      <a:pt x="1215065" y="323435"/>
                      <a:pt x="1175580" y="333820"/>
                    </a:cubicBezTo>
                    <a:cubicBezTo>
                      <a:pt x="1134664" y="344784"/>
                      <a:pt x="1093210" y="353647"/>
                      <a:pt x="1051389" y="360384"/>
                    </a:cubicBezTo>
                    <a:cubicBezTo>
                      <a:pt x="1023507" y="364659"/>
                      <a:pt x="995409" y="367400"/>
                      <a:pt x="967226" y="368596"/>
                    </a:cubicBezTo>
                    <a:cubicBezTo>
                      <a:pt x="953038" y="369199"/>
                      <a:pt x="938910" y="369320"/>
                      <a:pt x="924964" y="369199"/>
                    </a:cubicBezTo>
                    <a:cubicBezTo>
                      <a:pt x="916451" y="369199"/>
                      <a:pt x="907938" y="368777"/>
                      <a:pt x="899485" y="368354"/>
                    </a:cubicBezTo>
                    <a:cubicBezTo>
                      <a:pt x="920134" y="348913"/>
                      <a:pt x="941144" y="329817"/>
                      <a:pt x="962517" y="311058"/>
                    </a:cubicBezTo>
                    <a:cubicBezTo>
                      <a:pt x="987331" y="289384"/>
                      <a:pt x="1012447" y="267951"/>
                      <a:pt x="1037925" y="247001"/>
                    </a:cubicBezTo>
                    <a:lnTo>
                      <a:pt x="1036536" y="248208"/>
                    </a:lnTo>
                    <a:cubicBezTo>
                      <a:pt x="1062015" y="227318"/>
                      <a:pt x="1087915" y="206972"/>
                      <a:pt x="1114239" y="187169"/>
                    </a:cubicBezTo>
                    <a:cubicBezTo>
                      <a:pt x="1114818" y="187229"/>
                      <a:pt x="1115410" y="187229"/>
                      <a:pt x="1115990" y="187169"/>
                    </a:cubicBezTo>
                    <a:cubicBezTo>
                      <a:pt x="1116358" y="187393"/>
                      <a:pt x="1116744" y="187598"/>
                      <a:pt x="1117137" y="187773"/>
                    </a:cubicBezTo>
                    <a:cubicBezTo>
                      <a:pt x="1125770" y="190550"/>
                      <a:pt x="1134525" y="193026"/>
                      <a:pt x="1143400" y="195018"/>
                    </a:cubicBezTo>
                    <a:cubicBezTo>
                      <a:pt x="1152275" y="197010"/>
                      <a:pt x="1161210" y="198339"/>
                      <a:pt x="1170206" y="199425"/>
                    </a:cubicBezTo>
                    <a:cubicBezTo>
                      <a:pt x="1187872" y="201557"/>
                      <a:pt x="1205683" y="202245"/>
                      <a:pt x="1223457" y="201478"/>
                    </a:cubicBezTo>
                    <a:cubicBezTo>
                      <a:pt x="1260062" y="199842"/>
                      <a:pt x="1296191" y="192549"/>
                      <a:pt x="1330562" y="179864"/>
                    </a:cubicBezTo>
                    <a:cubicBezTo>
                      <a:pt x="1332307" y="179338"/>
                      <a:pt x="1333303" y="177509"/>
                      <a:pt x="1332796" y="175758"/>
                    </a:cubicBezTo>
                    <a:cubicBezTo>
                      <a:pt x="1332735" y="175475"/>
                      <a:pt x="1332615" y="175203"/>
                      <a:pt x="1332434" y="174974"/>
                    </a:cubicBezTo>
                    <a:cubicBezTo>
                      <a:pt x="1331709" y="173675"/>
                      <a:pt x="1330182" y="173047"/>
                      <a:pt x="1328751" y="173464"/>
                    </a:cubicBezTo>
                    <a:cubicBezTo>
                      <a:pt x="1318849" y="177086"/>
                      <a:pt x="1308785" y="180226"/>
                      <a:pt x="1298563" y="182883"/>
                    </a:cubicBezTo>
                    <a:cubicBezTo>
                      <a:pt x="1288722" y="185418"/>
                      <a:pt x="1278700" y="187411"/>
                      <a:pt x="1268376" y="188920"/>
                    </a:cubicBezTo>
                    <a:lnTo>
                      <a:pt x="1268376" y="188920"/>
                    </a:lnTo>
                    <a:cubicBezTo>
                      <a:pt x="1256017" y="190780"/>
                      <a:pt x="1243556" y="191891"/>
                      <a:pt x="1231064" y="192241"/>
                    </a:cubicBezTo>
                    <a:cubicBezTo>
                      <a:pt x="1218687" y="192482"/>
                      <a:pt x="1206304" y="191939"/>
                      <a:pt x="1193994" y="190610"/>
                    </a:cubicBezTo>
                    <a:cubicBezTo>
                      <a:pt x="1181985" y="189355"/>
                      <a:pt x="1170068" y="187338"/>
                      <a:pt x="1158312" y="184573"/>
                    </a:cubicBezTo>
                    <a:cubicBezTo>
                      <a:pt x="1148471" y="182219"/>
                      <a:pt x="1138751" y="179260"/>
                      <a:pt x="1129212" y="175939"/>
                    </a:cubicBezTo>
                    <a:cubicBezTo>
                      <a:pt x="1191893" y="129088"/>
                      <a:pt x="1257074" y="85679"/>
                      <a:pt x="1324464" y="45892"/>
                    </a:cubicBezTo>
                    <a:cubicBezTo>
                      <a:pt x="1326287" y="44920"/>
                      <a:pt x="1326976" y="42650"/>
                      <a:pt x="1325998" y="40827"/>
                    </a:cubicBezTo>
                    <a:cubicBezTo>
                      <a:pt x="1325919" y="40676"/>
                      <a:pt x="1325829" y="40537"/>
                      <a:pt x="1325732" y="40398"/>
                    </a:cubicBezTo>
                    <a:cubicBezTo>
                      <a:pt x="1324681" y="38466"/>
                      <a:pt x="1322260" y="37753"/>
                      <a:pt x="1320328" y="38804"/>
                    </a:cubicBezTo>
                    <a:cubicBezTo>
                      <a:pt x="1320274" y="38828"/>
                      <a:pt x="1320226" y="38858"/>
                      <a:pt x="1320177" y="38889"/>
                    </a:cubicBezTo>
                    <a:cubicBezTo>
                      <a:pt x="1252739" y="78374"/>
                      <a:pt x="1187353" y="121119"/>
                      <a:pt x="1123657" y="166460"/>
                    </a:cubicBezTo>
                    <a:cubicBezTo>
                      <a:pt x="1125348" y="159759"/>
                      <a:pt x="1126978" y="152997"/>
                      <a:pt x="1128850" y="146295"/>
                    </a:cubicBezTo>
                    <a:cubicBezTo>
                      <a:pt x="1132472" y="133575"/>
                      <a:pt x="1136596" y="121059"/>
                      <a:pt x="1141226" y="108742"/>
                    </a:cubicBezTo>
                    <a:cubicBezTo>
                      <a:pt x="1148200" y="90485"/>
                      <a:pt x="1156266" y="72662"/>
                      <a:pt x="1165376" y="55371"/>
                    </a:cubicBezTo>
                    <a:cubicBezTo>
                      <a:pt x="1174463" y="38019"/>
                      <a:pt x="1184545" y="21211"/>
                      <a:pt x="1195564" y="5018"/>
                    </a:cubicBezTo>
                    <a:cubicBezTo>
                      <a:pt x="1196198" y="4004"/>
                      <a:pt x="1196198" y="2712"/>
                      <a:pt x="1195564" y="1698"/>
                    </a:cubicBezTo>
                    <a:cubicBezTo>
                      <a:pt x="1195268" y="1178"/>
                      <a:pt x="1194827" y="756"/>
                      <a:pt x="1194296" y="490"/>
                    </a:cubicBezTo>
                    <a:cubicBezTo>
                      <a:pt x="1192690" y="-331"/>
                      <a:pt x="1190728" y="255"/>
                      <a:pt x="1189828" y="1818"/>
                    </a:cubicBezTo>
                    <a:cubicBezTo>
                      <a:pt x="1180470" y="15584"/>
                      <a:pt x="1171716" y="29591"/>
                      <a:pt x="1163324" y="44081"/>
                    </a:cubicBezTo>
                    <a:cubicBezTo>
                      <a:pt x="1154932" y="58571"/>
                      <a:pt x="1147385" y="73121"/>
                      <a:pt x="1140321" y="88154"/>
                    </a:cubicBezTo>
                    <a:cubicBezTo>
                      <a:pt x="1133372" y="102820"/>
                      <a:pt x="1127189" y="117835"/>
                      <a:pt x="1121786" y="133134"/>
                    </a:cubicBezTo>
                    <a:cubicBezTo>
                      <a:pt x="1116678" y="147304"/>
                      <a:pt x="1112639" y="161830"/>
                      <a:pt x="1109711" y="176603"/>
                    </a:cubicBezTo>
                    <a:cubicBezTo>
                      <a:pt x="1100051" y="183607"/>
                      <a:pt x="1090270" y="190490"/>
                      <a:pt x="1080670" y="197614"/>
                    </a:cubicBezTo>
                    <a:cubicBezTo>
                      <a:pt x="1041064" y="227077"/>
                      <a:pt x="1002201" y="257548"/>
                      <a:pt x="964087" y="289022"/>
                    </a:cubicBezTo>
                    <a:cubicBezTo>
                      <a:pt x="933899" y="314077"/>
                      <a:pt x="904315" y="339857"/>
                      <a:pt x="875034" y="365939"/>
                    </a:cubicBezTo>
                    <a:cubicBezTo>
                      <a:pt x="874370" y="356581"/>
                      <a:pt x="873947" y="347283"/>
                      <a:pt x="873947" y="337925"/>
                    </a:cubicBezTo>
                    <a:cubicBezTo>
                      <a:pt x="873947" y="324643"/>
                      <a:pt x="874732" y="311240"/>
                      <a:pt x="876060" y="297957"/>
                    </a:cubicBezTo>
                    <a:cubicBezTo>
                      <a:pt x="876090" y="298114"/>
                      <a:pt x="876090" y="298283"/>
                      <a:pt x="876060" y="298440"/>
                    </a:cubicBezTo>
                    <a:lnTo>
                      <a:pt x="876060" y="297172"/>
                    </a:lnTo>
                    <a:lnTo>
                      <a:pt x="876060" y="297172"/>
                    </a:lnTo>
                    <a:lnTo>
                      <a:pt x="876060" y="297172"/>
                    </a:lnTo>
                    <a:lnTo>
                      <a:pt x="876060" y="297172"/>
                    </a:lnTo>
                    <a:cubicBezTo>
                      <a:pt x="878668" y="274580"/>
                      <a:pt x="882991" y="252217"/>
                      <a:pt x="888980" y="230277"/>
                    </a:cubicBezTo>
                    <a:cubicBezTo>
                      <a:pt x="895018" y="207093"/>
                      <a:pt x="902927" y="184332"/>
                      <a:pt x="911379" y="161812"/>
                    </a:cubicBezTo>
                    <a:lnTo>
                      <a:pt x="911017" y="162778"/>
                    </a:lnTo>
                    <a:cubicBezTo>
                      <a:pt x="928345" y="117013"/>
                      <a:pt x="948812" y="72215"/>
                      <a:pt x="967769" y="27236"/>
                    </a:cubicBezTo>
                    <a:cubicBezTo>
                      <a:pt x="968319" y="26173"/>
                      <a:pt x="968319" y="24918"/>
                      <a:pt x="967769" y="23855"/>
                    </a:cubicBezTo>
                    <a:cubicBezTo>
                      <a:pt x="967492" y="23360"/>
                      <a:pt x="967075" y="22956"/>
                      <a:pt x="966562" y="22708"/>
                    </a:cubicBezTo>
                    <a:cubicBezTo>
                      <a:pt x="964926" y="21863"/>
                      <a:pt x="962915" y="22479"/>
                      <a:pt x="962034" y="24097"/>
                    </a:cubicBezTo>
                    <a:cubicBezTo>
                      <a:pt x="937884" y="80909"/>
                      <a:pt x="911319" y="136635"/>
                      <a:pt x="890791" y="194897"/>
                    </a:cubicBezTo>
                    <a:cubicBezTo>
                      <a:pt x="880540" y="223901"/>
                      <a:pt x="872468" y="253624"/>
                      <a:pt x="866642" y="283829"/>
                    </a:cubicBezTo>
                    <a:cubicBezTo>
                      <a:pt x="860501" y="314922"/>
                      <a:pt x="858473" y="346692"/>
                      <a:pt x="860604" y="378316"/>
                    </a:cubicBezTo>
                    <a:cubicBezTo>
                      <a:pt x="860580" y="378539"/>
                      <a:pt x="860580" y="378757"/>
                      <a:pt x="860604" y="378980"/>
                    </a:cubicBezTo>
                    <a:cubicBezTo>
                      <a:pt x="856800" y="382361"/>
                      <a:pt x="852936" y="385682"/>
                      <a:pt x="849193" y="389123"/>
                    </a:cubicBezTo>
                    <a:cubicBezTo>
                      <a:pt x="810976" y="423658"/>
                      <a:pt x="774208" y="459762"/>
                      <a:pt x="737802" y="496168"/>
                    </a:cubicBezTo>
                    <a:cubicBezTo>
                      <a:pt x="715584" y="518506"/>
                      <a:pt x="693788" y="541268"/>
                      <a:pt x="672416" y="564452"/>
                    </a:cubicBezTo>
                    <a:cubicBezTo>
                      <a:pt x="668974" y="547124"/>
                      <a:pt x="665774" y="529857"/>
                      <a:pt x="662997" y="512469"/>
                    </a:cubicBezTo>
                    <a:cubicBezTo>
                      <a:pt x="653526" y="452921"/>
                      <a:pt x="651984" y="392383"/>
                      <a:pt x="658409" y="332431"/>
                    </a:cubicBezTo>
                    <a:cubicBezTo>
                      <a:pt x="664634" y="276428"/>
                      <a:pt x="676777" y="221233"/>
                      <a:pt x="694634" y="167789"/>
                    </a:cubicBezTo>
                    <a:cubicBezTo>
                      <a:pt x="695006" y="166539"/>
                      <a:pt x="694806" y="165193"/>
                      <a:pt x="694090" y="164106"/>
                    </a:cubicBezTo>
                    <a:cubicBezTo>
                      <a:pt x="693372" y="162880"/>
                      <a:pt x="692200" y="161993"/>
                      <a:pt x="690830" y="161631"/>
                    </a:cubicBezTo>
                    <a:cubicBezTo>
                      <a:pt x="688133" y="161129"/>
                      <a:pt x="685502" y="162784"/>
                      <a:pt x="684792" y="165434"/>
                    </a:cubicBezTo>
                    <a:cubicBezTo>
                      <a:pt x="673567" y="199347"/>
                      <a:pt x="664295" y="233881"/>
                      <a:pt x="657020" y="268856"/>
                    </a:cubicBezTo>
                    <a:cubicBezTo>
                      <a:pt x="649926" y="303342"/>
                      <a:pt x="644906" y="338221"/>
                      <a:pt x="641987" y="373305"/>
                    </a:cubicBezTo>
                    <a:cubicBezTo>
                      <a:pt x="640477" y="390814"/>
                      <a:pt x="639874" y="408503"/>
                      <a:pt x="639572" y="426072"/>
                    </a:cubicBezTo>
                    <a:cubicBezTo>
                      <a:pt x="639270" y="443642"/>
                      <a:pt x="639572" y="461392"/>
                      <a:pt x="640417" y="479021"/>
                    </a:cubicBezTo>
                    <a:cubicBezTo>
                      <a:pt x="641869" y="514147"/>
                      <a:pt x="646742" y="549050"/>
                      <a:pt x="654967" y="583228"/>
                    </a:cubicBezTo>
                    <a:cubicBezTo>
                      <a:pt x="646998" y="591922"/>
                      <a:pt x="638968" y="600495"/>
                      <a:pt x="630817" y="609250"/>
                    </a:cubicBezTo>
                    <a:cubicBezTo>
                      <a:pt x="568269" y="679768"/>
                      <a:pt x="509041" y="753244"/>
                      <a:pt x="452591" y="828954"/>
                    </a:cubicBezTo>
                    <a:lnTo>
                      <a:pt x="451866" y="826901"/>
                    </a:lnTo>
                    <a:cubicBezTo>
                      <a:pt x="449089" y="818992"/>
                      <a:pt x="446251" y="811143"/>
                      <a:pt x="443535" y="803234"/>
                    </a:cubicBezTo>
                    <a:cubicBezTo>
                      <a:pt x="438040" y="787537"/>
                      <a:pt x="433029" y="771658"/>
                      <a:pt x="428380" y="755659"/>
                    </a:cubicBezTo>
                    <a:cubicBezTo>
                      <a:pt x="423732" y="739659"/>
                      <a:pt x="419324" y="722574"/>
                      <a:pt x="415460" y="705850"/>
                    </a:cubicBezTo>
                    <a:cubicBezTo>
                      <a:pt x="411596" y="689126"/>
                      <a:pt x="408759" y="673187"/>
                      <a:pt x="406162" y="656704"/>
                    </a:cubicBezTo>
                    <a:cubicBezTo>
                      <a:pt x="398834" y="610952"/>
                      <a:pt x="397252" y="564470"/>
                      <a:pt x="401453" y="518325"/>
                    </a:cubicBezTo>
                    <a:cubicBezTo>
                      <a:pt x="404054" y="493451"/>
                      <a:pt x="409048" y="468884"/>
                      <a:pt x="416366" y="444970"/>
                    </a:cubicBezTo>
                    <a:cubicBezTo>
                      <a:pt x="416642" y="444052"/>
                      <a:pt x="416510" y="443062"/>
                      <a:pt x="416004" y="442253"/>
                    </a:cubicBezTo>
                    <a:cubicBezTo>
                      <a:pt x="415453" y="441408"/>
                      <a:pt x="414618" y="440786"/>
                      <a:pt x="413649" y="440502"/>
                    </a:cubicBezTo>
                    <a:cubicBezTo>
                      <a:pt x="411651" y="440049"/>
                      <a:pt x="409659" y="441287"/>
                      <a:pt x="409181" y="443279"/>
                    </a:cubicBezTo>
                    <a:cubicBezTo>
                      <a:pt x="399757" y="473968"/>
                      <a:pt x="393427" y="505520"/>
                      <a:pt x="390284" y="537464"/>
                    </a:cubicBezTo>
                    <a:cubicBezTo>
                      <a:pt x="386753" y="571757"/>
                      <a:pt x="385845" y="606273"/>
                      <a:pt x="387567" y="640705"/>
                    </a:cubicBezTo>
                    <a:cubicBezTo>
                      <a:pt x="388352" y="658093"/>
                      <a:pt x="389982" y="675421"/>
                      <a:pt x="392156" y="692688"/>
                    </a:cubicBezTo>
                    <a:cubicBezTo>
                      <a:pt x="394329" y="709955"/>
                      <a:pt x="397167" y="727404"/>
                      <a:pt x="400729" y="744610"/>
                    </a:cubicBezTo>
                    <a:cubicBezTo>
                      <a:pt x="407293" y="777509"/>
                      <a:pt x="417751" y="809513"/>
                      <a:pt x="431882" y="839942"/>
                    </a:cubicBezTo>
                    <a:cubicBezTo>
                      <a:pt x="433251" y="842762"/>
                      <a:pt x="434700" y="845539"/>
                      <a:pt x="436229" y="848274"/>
                    </a:cubicBezTo>
                    <a:cubicBezTo>
                      <a:pt x="436229" y="848817"/>
                      <a:pt x="436833" y="849361"/>
                      <a:pt x="437195" y="849904"/>
                    </a:cubicBezTo>
                    <a:lnTo>
                      <a:pt x="434478" y="853466"/>
                    </a:lnTo>
                    <a:cubicBezTo>
                      <a:pt x="372668" y="937949"/>
                      <a:pt x="315490" y="1025722"/>
                      <a:pt x="263195" y="1116399"/>
                    </a:cubicBezTo>
                    <a:cubicBezTo>
                      <a:pt x="252750" y="1090256"/>
                      <a:pt x="242849" y="1063812"/>
                      <a:pt x="234517" y="1036945"/>
                    </a:cubicBezTo>
                    <a:cubicBezTo>
                      <a:pt x="223935" y="1002598"/>
                      <a:pt x="215864" y="967532"/>
                      <a:pt x="210367" y="932014"/>
                    </a:cubicBezTo>
                    <a:cubicBezTo>
                      <a:pt x="210367" y="932014"/>
                      <a:pt x="210367" y="932014"/>
                      <a:pt x="210367" y="932497"/>
                    </a:cubicBezTo>
                    <a:cubicBezTo>
                      <a:pt x="204235" y="891098"/>
                      <a:pt x="201047" y="849313"/>
                      <a:pt x="200828" y="807461"/>
                    </a:cubicBezTo>
                    <a:cubicBezTo>
                      <a:pt x="200820" y="806736"/>
                      <a:pt x="200611" y="806023"/>
                      <a:pt x="200224" y="805408"/>
                    </a:cubicBezTo>
                    <a:cubicBezTo>
                      <a:pt x="199400" y="804098"/>
                      <a:pt x="197966" y="803301"/>
                      <a:pt x="196420" y="803295"/>
                    </a:cubicBezTo>
                    <a:cubicBezTo>
                      <a:pt x="194087" y="803361"/>
                      <a:pt x="192248" y="805305"/>
                      <a:pt x="192312" y="807636"/>
                    </a:cubicBezTo>
                    <a:cubicBezTo>
                      <a:pt x="192313" y="807660"/>
                      <a:pt x="192314" y="807678"/>
                      <a:pt x="192315" y="807702"/>
                    </a:cubicBezTo>
                    <a:cubicBezTo>
                      <a:pt x="192315" y="836199"/>
                      <a:pt x="193341" y="864756"/>
                      <a:pt x="195454" y="893193"/>
                    </a:cubicBezTo>
                    <a:cubicBezTo>
                      <a:pt x="197567" y="921629"/>
                      <a:pt x="200888" y="950006"/>
                      <a:pt x="205356" y="978201"/>
                    </a:cubicBezTo>
                    <a:cubicBezTo>
                      <a:pt x="209755" y="1006704"/>
                      <a:pt x="215803" y="1034923"/>
                      <a:pt x="223468" y="1062725"/>
                    </a:cubicBezTo>
                    <a:cubicBezTo>
                      <a:pt x="230492" y="1088403"/>
                      <a:pt x="239911" y="1113368"/>
                      <a:pt x="251603" y="1137289"/>
                    </a:cubicBezTo>
                    <a:cubicBezTo>
                      <a:pt x="209729" y="1211586"/>
                      <a:pt x="171683" y="1287984"/>
                      <a:pt x="137615" y="1366169"/>
                    </a:cubicBezTo>
                    <a:cubicBezTo>
                      <a:pt x="136045" y="1363030"/>
                      <a:pt x="134415" y="1360132"/>
                      <a:pt x="132966" y="1356630"/>
                    </a:cubicBezTo>
                    <a:cubicBezTo>
                      <a:pt x="115669" y="1314742"/>
                      <a:pt x="103898" y="1270783"/>
                      <a:pt x="97949" y="1225858"/>
                    </a:cubicBezTo>
                    <a:lnTo>
                      <a:pt x="97949" y="1227307"/>
                    </a:lnTo>
                    <a:cubicBezTo>
                      <a:pt x="91247" y="1183234"/>
                      <a:pt x="87383" y="1138918"/>
                      <a:pt x="81587" y="1094483"/>
                    </a:cubicBezTo>
                    <a:cubicBezTo>
                      <a:pt x="81477" y="1093891"/>
                      <a:pt x="81273" y="1093317"/>
                      <a:pt x="80984" y="1092792"/>
                    </a:cubicBezTo>
                    <a:cubicBezTo>
                      <a:pt x="80377" y="1091814"/>
                      <a:pt x="79294" y="1091241"/>
                      <a:pt x="78146" y="1091283"/>
                    </a:cubicBezTo>
                    <a:cubicBezTo>
                      <a:pt x="76302" y="1091349"/>
                      <a:pt x="74852" y="1092877"/>
                      <a:pt x="74886" y="1094724"/>
                    </a:cubicBezTo>
                    <a:cubicBezTo>
                      <a:pt x="78025" y="1118874"/>
                      <a:pt x="79897" y="1143507"/>
                      <a:pt x="81889" y="1168019"/>
                    </a:cubicBezTo>
                    <a:cubicBezTo>
                      <a:pt x="84063" y="1194645"/>
                      <a:pt x="86176" y="1221330"/>
                      <a:pt x="89376" y="1247895"/>
                    </a:cubicBezTo>
                    <a:cubicBezTo>
                      <a:pt x="92432" y="1274044"/>
                      <a:pt x="97314" y="1299950"/>
                      <a:pt x="103986" y="1325416"/>
                    </a:cubicBezTo>
                    <a:cubicBezTo>
                      <a:pt x="109541" y="1346759"/>
                      <a:pt x="117650" y="1367353"/>
                      <a:pt x="128136" y="1386757"/>
                    </a:cubicBezTo>
                    <a:cubicBezTo>
                      <a:pt x="127834" y="1387482"/>
                      <a:pt x="127472" y="1388146"/>
                      <a:pt x="127170" y="1388870"/>
                    </a:cubicBezTo>
                    <a:cubicBezTo>
                      <a:pt x="97265" y="1459612"/>
                      <a:pt x="71343" y="1531977"/>
                      <a:pt x="49528" y="1605616"/>
                    </a:cubicBezTo>
                    <a:cubicBezTo>
                      <a:pt x="38822" y="1641600"/>
                      <a:pt x="29443" y="1677945"/>
                      <a:pt x="21394" y="1714653"/>
                    </a:cubicBezTo>
                    <a:cubicBezTo>
                      <a:pt x="17530" y="1732283"/>
                      <a:pt x="13786" y="1749912"/>
                      <a:pt x="10285" y="1767662"/>
                    </a:cubicBezTo>
                    <a:cubicBezTo>
                      <a:pt x="6783" y="1785413"/>
                      <a:pt x="3764" y="1804793"/>
                      <a:pt x="443" y="1823328"/>
                    </a:cubicBezTo>
                    <a:cubicBezTo>
                      <a:pt x="-488" y="1827748"/>
                      <a:pt x="266" y="1832354"/>
                      <a:pt x="2557" y="1836248"/>
                    </a:cubicBezTo>
                    <a:cubicBezTo>
                      <a:pt x="4918" y="1840118"/>
                      <a:pt x="8717" y="1842901"/>
                      <a:pt x="13122" y="1843976"/>
                    </a:cubicBezTo>
                    <a:cubicBezTo>
                      <a:pt x="22374" y="1846252"/>
                      <a:pt x="31723" y="1840607"/>
                      <a:pt x="34012" y="1831358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27" name="" descr="9d94df21-8448-42d8-ab63-f197d34b9496"/>
            <p:cNvSpPr/>
            <p:nvPr/>
          </p:nvSpPr>
          <p:spPr>
            <a:xfrm>
              <a:off x="1135193" y="3993643"/>
              <a:ext cx="45" cy="845"/>
            </a:xfrm>
            <a:custGeom>
              <a:gdLst>
                <a:gd name="connsiteX0" fmla="*/ 54 w 45"/>
                <a:gd name="connsiteY0" fmla="*/ 965 h 845"/>
                <a:gd name="connsiteX1" fmla="*/ 54 w 45"/>
                <a:gd name="connsiteY1" fmla="*/ 119 h 845"/>
                <a:gd name="connsiteX2" fmla="*/ 54 w 45"/>
                <a:gd name="connsiteY2" fmla="*/ 119 h 845"/>
                <a:gd name="connsiteX3" fmla="*/ 54 w 45"/>
                <a:gd name="connsiteY3" fmla="*/ 965 h 845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" h="845">
                  <a:moveTo>
                    <a:pt x="54" y="965"/>
                  </a:moveTo>
                  <a:cubicBezTo>
                    <a:pt x="54" y="965"/>
                    <a:pt x="54" y="421"/>
                    <a:pt x="54" y="119"/>
                  </a:cubicBezTo>
                  <a:lnTo>
                    <a:pt x="54" y="119"/>
                  </a:lnTo>
                  <a:cubicBezTo>
                    <a:pt x="115" y="481"/>
                    <a:pt x="115" y="723"/>
                    <a:pt x="54" y="965"/>
                  </a:cubicBezTo>
                  <a:close/>
                </a:path>
              </a:pathLst>
            </a:custGeom>
            <a:solidFill>
              <a:srgbClr val="92964B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28" name="" descr="17213c9c-8d04-4931-8246-d0614b0f3332"/>
            <p:cNvGrpSpPr/>
            <p:nvPr/>
          </p:nvGrpSpPr>
          <p:grpSpPr>
            <a:xfrm>
              <a:off x="10314013" y="5067312"/>
              <a:ext cx="2394984" cy="2118707"/>
              <a:chOff x="9398406" y="5953954"/>
              <a:chExt cx="2394984" cy="2118707"/>
            </a:xfrm>
          </p:grpSpPr>
          <p:sp>
            <p:nvSpPr>
              <p:cNvPr id="157" name="" descr="ee328c46-fa9f-4c16-9867-53b1cd3587c0"/>
              <p:cNvSpPr/>
              <p:nvPr/>
            </p:nvSpPr>
            <p:spPr>
              <a:xfrm rot="17142518">
                <a:off x="10050031" y="6466972"/>
                <a:ext cx="272805" cy="161118"/>
              </a:xfrm>
              <a:custGeom>
                <a:gdLst>
                  <a:gd name="connsiteX0" fmla="*/ 57 w 272805"/>
                  <a:gd name="connsiteY0" fmla="*/ 129 h 161118"/>
                  <a:gd name="connsiteX1" fmla="*/ 272863 w 272805"/>
                  <a:gd name="connsiteY1" fmla="*/ 129 h 161118"/>
                  <a:gd name="connsiteX2" fmla="*/ 272863 w 272805"/>
                  <a:gd name="connsiteY2" fmla="*/ 161247 h 161118"/>
                  <a:gd name="connsiteX3" fmla="*/ 57 w 272805"/>
                  <a:gd name="connsiteY3" fmla="*/ 161247 h 16111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2805" h="161118">
                    <a:moveTo>
                      <a:pt x="57" y="129"/>
                    </a:moveTo>
                    <a:lnTo>
                      <a:pt x="272863" y="129"/>
                    </a:lnTo>
                    <a:lnTo>
                      <a:pt x="272863" y="161247"/>
                    </a:lnTo>
                    <a:lnTo>
                      <a:pt x="57" y="161247"/>
                    </a:lnTo>
                    <a:close/>
                  </a:path>
                </a:pathLst>
              </a:custGeom>
              <a:solidFill>
                <a:srgbClr val="FFFFFF"/>
              </a:solidFill>
              <a:ln w="60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" name="" descr="0ed18af9-b8ef-4d3c-8df9-fd1b92f7ed03"/>
              <p:cNvSpPr/>
              <p:nvPr/>
            </p:nvSpPr>
            <p:spPr>
              <a:xfrm>
                <a:off x="10062077" y="6966750"/>
                <a:ext cx="1362983" cy="1105911"/>
              </a:xfrm>
              <a:custGeom>
                <a:gdLst>
                  <a:gd name="connsiteX0" fmla="*/ 321814 w 1362983"/>
                  <a:gd name="connsiteY0" fmla="*/ 36760 h 1105911"/>
                  <a:gd name="connsiteX1" fmla="*/ 439725 w 1362983"/>
                  <a:gd name="connsiteY1" fmla="*/ 4339 h 1105911"/>
                  <a:gd name="connsiteX2" fmla="*/ 606722 w 1362983"/>
                  <a:gd name="connsiteY2" fmla="*/ 11101 h 1105911"/>
                  <a:gd name="connsiteX3" fmla="*/ 696318 w 1362983"/>
                  <a:gd name="connsiteY3" fmla="*/ 37907 h 1105911"/>
                  <a:gd name="connsiteX4" fmla="*/ 790503 w 1362983"/>
                  <a:gd name="connsiteY4" fmla="*/ 82463 h 1105911"/>
                  <a:gd name="connsiteX5" fmla="*/ 876658 w 1362983"/>
                  <a:gd name="connsiteY5" fmla="*/ 140423 h 1105911"/>
                  <a:gd name="connsiteX6" fmla="*/ 952126 w 1362983"/>
                  <a:gd name="connsiteY6" fmla="*/ 210639 h 1105911"/>
                  <a:gd name="connsiteX7" fmla="*/ 1061465 w 1362983"/>
                  <a:gd name="connsiteY7" fmla="*/ 373651 h 1105911"/>
                  <a:gd name="connsiteX8" fmla="*/ 1079578 w 1362983"/>
                  <a:gd name="connsiteY8" fmla="*/ 415914 h 1105911"/>
                  <a:gd name="connsiteX9" fmla="*/ 1082053 w 1362983"/>
                  <a:gd name="connsiteY9" fmla="*/ 421951 h 1105911"/>
                  <a:gd name="connsiteX10" fmla="*/ 1086400 w 1362983"/>
                  <a:gd name="connsiteY10" fmla="*/ 432396 h 1105911"/>
                  <a:gd name="connsiteX11" fmla="*/ 1103969 w 1362983"/>
                  <a:gd name="connsiteY11" fmla="*/ 473994 h 1105911"/>
                  <a:gd name="connsiteX12" fmla="*/ 1149854 w 1362983"/>
                  <a:gd name="connsiteY12" fmla="*/ 569930 h 1105911"/>
                  <a:gd name="connsiteX13" fmla="*/ 1150699 w 1362983"/>
                  <a:gd name="connsiteY13" fmla="*/ 571439 h 1105911"/>
                  <a:gd name="connsiteX14" fmla="*/ 1196041 w 1362983"/>
                  <a:gd name="connsiteY14" fmla="*/ 640991 h 1105911"/>
                  <a:gd name="connsiteX15" fmla="*/ 1248748 w 1362983"/>
                  <a:gd name="connsiteY15" fmla="*/ 702815 h 1105911"/>
                  <a:gd name="connsiteX16" fmla="*/ 1334481 w 1362983"/>
                  <a:gd name="connsiteY16" fmla="*/ 774058 h 1105911"/>
                  <a:gd name="connsiteX17" fmla="*/ 1335266 w 1362983"/>
                  <a:gd name="connsiteY17" fmla="*/ 775023 h 1105911"/>
                  <a:gd name="connsiteX18" fmla="*/ 1335266 w 1362983"/>
                  <a:gd name="connsiteY18" fmla="*/ 775023 h 1105911"/>
                  <a:gd name="connsiteX19" fmla="*/ 1363038 w 1362983"/>
                  <a:gd name="connsiteY19" fmla="*/ 789574 h 1105911"/>
                  <a:gd name="connsiteX20" fmla="*/ 1326813 w 1362983"/>
                  <a:gd name="connsiteY20" fmla="*/ 795611 h 1105911"/>
                  <a:gd name="connsiteX21" fmla="*/ 1268491 w 1362983"/>
                  <a:gd name="connsiteY21" fmla="*/ 814811 h 1105911"/>
                  <a:gd name="connsiteX22" fmla="*/ 1254786 w 1362983"/>
                  <a:gd name="connsiteY22" fmla="*/ 820848 h 1105911"/>
                  <a:gd name="connsiteX23" fmla="*/ 1217112 w 1362983"/>
                  <a:gd name="connsiteY23" fmla="*/ 840651 h 1105911"/>
                  <a:gd name="connsiteX24" fmla="*/ 1196524 w 1362983"/>
                  <a:gd name="connsiteY24" fmla="*/ 853209 h 1105911"/>
                  <a:gd name="connsiteX25" fmla="*/ 1175091 w 1362983"/>
                  <a:gd name="connsiteY25" fmla="*/ 866733 h 1105911"/>
                  <a:gd name="connsiteX26" fmla="*/ 1107833 w 1362983"/>
                  <a:gd name="connsiteY26" fmla="*/ 911108 h 1105911"/>
                  <a:gd name="connsiteX27" fmla="*/ 1103003 w 1362983"/>
                  <a:gd name="connsiteY27" fmla="*/ 914369 h 1105911"/>
                  <a:gd name="connsiteX28" fmla="*/ 1087729 w 1362983"/>
                  <a:gd name="connsiteY28" fmla="*/ 924572 h 1105911"/>
                  <a:gd name="connsiteX29" fmla="*/ 1033029 w 1362983"/>
                  <a:gd name="connsiteY29" fmla="*/ 960797 h 1105911"/>
                  <a:gd name="connsiteX30" fmla="*/ 975794 w 1362983"/>
                  <a:gd name="connsiteY30" fmla="*/ 992011 h 1105911"/>
                  <a:gd name="connsiteX31" fmla="*/ 878107 w 1362983"/>
                  <a:gd name="connsiteY31" fmla="*/ 1038318 h 1105911"/>
                  <a:gd name="connsiteX32" fmla="*/ 833913 w 1362983"/>
                  <a:gd name="connsiteY32" fmla="*/ 1056431 h 1105911"/>
                  <a:gd name="connsiteX33" fmla="*/ 616563 w 1362983"/>
                  <a:gd name="connsiteY33" fmla="*/ 1104731 h 1105911"/>
                  <a:gd name="connsiteX34" fmla="*/ 433205 w 1362983"/>
                  <a:gd name="connsiteY34" fmla="*/ 1091750 h 1105911"/>
                  <a:gd name="connsiteX35" fmla="*/ 262404 w 1362983"/>
                  <a:gd name="connsiteY35" fmla="*/ 1030288 h 1105911"/>
                  <a:gd name="connsiteX36" fmla="*/ 186574 w 1362983"/>
                  <a:gd name="connsiteY36" fmla="*/ 980539 h 1105911"/>
                  <a:gd name="connsiteX37" fmla="*/ 120765 w 1362983"/>
                  <a:gd name="connsiteY37" fmla="*/ 918051 h 1105911"/>
                  <a:gd name="connsiteX38" fmla="*/ 68722 w 1362983"/>
                  <a:gd name="connsiteY38" fmla="*/ 844877 h 1105911"/>
                  <a:gd name="connsiteX39" fmla="*/ 29901 w 1362983"/>
                  <a:gd name="connsiteY39" fmla="*/ 757334 h 1105911"/>
                  <a:gd name="connsiteX40" fmla="*/ 438 w 1362983"/>
                  <a:gd name="connsiteY40" fmla="*/ 585386 h 1105911"/>
                  <a:gd name="connsiteX41" fmla="*/ 74095 w 1362983"/>
                  <a:gd name="connsiteY41" fmla="*/ 269504 h 1105911"/>
                  <a:gd name="connsiteX42" fmla="*/ 166710 w 1362983"/>
                  <a:gd name="connsiteY42" fmla="*/ 143986 h 1105911"/>
                  <a:gd name="connsiteX43" fmla="*/ 225636 w 1362983"/>
                  <a:gd name="connsiteY43" fmla="*/ 92667 h 1105911"/>
                  <a:gd name="connsiteX44" fmla="*/ 292048 w 1362983"/>
                  <a:gd name="connsiteY44" fmla="*/ 51551 h 1105911"/>
                  <a:gd name="connsiteX45" fmla="*/ 322236 w 1362983"/>
                  <a:gd name="connsiteY45" fmla="*/ 37303 h 110591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362983" h="1105911">
                    <a:moveTo>
                      <a:pt x="321814" y="36760"/>
                    </a:moveTo>
                    <a:cubicBezTo>
                      <a:pt x="359487" y="20700"/>
                      <a:pt x="399153" y="9832"/>
                      <a:pt x="439725" y="4339"/>
                    </a:cubicBezTo>
                    <a:cubicBezTo>
                      <a:pt x="495391" y="-3028"/>
                      <a:pt x="551842" y="-733"/>
                      <a:pt x="606722" y="11101"/>
                    </a:cubicBezTo>
                    <a:cubicBezTo>
                      <a:pt x="637212" y="17742"/>
                      <a:pt x="667157" y="26677"/>
                      <a:pt x="696318" y="37907"/>
                    </a:cubicBezTo>
                    <a:cubicBezTo>
                      <a:pt x="728800" y="50344"/>
                      <a:pt x="760315" y="65257"/>
                      <a:pt x="790503" y="82463"/>
                    </a:cubicBezTo>
                    <a:cubicBezTo>
                      <a:pt x="820631" y="99610"/>
                      <a:pt x="849429" y="118990"/>
                      <a:pt x="876658" y="140423"/>
                    </a:cubicBezTo>
                    <a:cubicBezTo>
                      <a:pt x="903586" y="161856"/>
                      <a:pt x="928822" y="185342"/>
                      <a:pt x="952126" y="210639"/>
                    </a:cubicBezTo>
                    <a:cubicBezTo>
                      <a:pt x="996562" y="259181"/>
                      <a:pt x="1033392" y="314122"/>
                      <a:pt x="1061465" y="373651"/>
                    </a:cubicBezTo>
                    <a:cubicBezTo>
                      <a:pt x="1068107" y="387658"/>
                      <a:pt x="1074084" y="401967"/>
                      <a:pt x="1079578" y="415914"/>
                    </a:cubicBezTo>
                    <a:lnTo>
                      <a:pt x="1082053" y="421951"/>
                    </a:lnTo>
                    <a:lnTo>
                      <a:pt x="1086400" y="432396"/>
                    </a:lnTo>
                    <a:cubicBezTo>
                      <a:pt x="1092438" y="446343"/>
                      <a:pt x="1098053" y="460169"/>
                      <a:pt x="1103969" y="473994"/>
                    </a:cubicBezTo>
                    <a:cubicBezTo>
                      <a:pt x="1117614" y="506718"/>
                      <a:pt x="1132950" y="538776"/>
                      <a:pt x="1149854" y="569930"/>
                    </a:cubicBezTo>
                    <a:lnTo>
                      <a:pt x="1150699" y="571439"/>
                    </a:lnTo>
                    <a:cubicBezTo>
                      <a:pt x="1164284" y="595589"/>
                      <a:pt x="1179438" y="618833"/>
                      <a:pt x="1196041" y="640991"/>
                    </a:cubicBezTo>
                    <a:cubicBezTo>
                      <a:pt x="1212402" y="662605"/>
                      <a:pt x="1230032" y="683254"/>
                      <a:pt x="1248748" y="702815"/>
                    </a:cubicBezTo>
                    <a:cubicBezTo>
                      <a:pt x="1274227" y="730105"/>
                      <a:pt x="1303025" y="754013"/>
                      <a:pt x="1334481" y="774058"/>
                    </a:cubicBezTo>
                    <a:lnTo>
                      <a:pt x="1335266" y="775023"/>
                    </a:lnTo>
                    <a:lnTo>
                      <a:pt x="1335266" y="775023"/>
                    </a:lnTo>
                    <a:cubicBezTo>
                      <a:pt x="1344382" y="780276"/>
                      <a:pt x="1353378" y="785166"/>
                      <a:pt x="1363038" y="789574"/>
                    </a:cubicBezTo>
                    <a:cubicBezTo>
                      <a:pt x="1350842" y="790841"/>
                      <a:pt x="1338767" y="792895"/>
                      <a:pt x="1326813" y="795611"/>
                    </a:cubicBezTo>
                    <a:cubicBezTo>
                      <a:pt x="1306829" y="800260"/>
                      <a:pt x="1287328" y="806659"/>
                      <a:pt x="1268491" y="814811"/>
                    </a:cubicBezTo>
                    <a:cubicBezTo>
                      <a:pt x="1263902" y="816803"/>
                      <a:pt x="1259374" y="818916"/>
                      <a:pt x="1254786" y="820848"/>
                    </a:cubicBezTo>
                    <a:cubicBezTo>
                      <a:pt x="1241564" y="826886"/>
                      <a:pt x="1228885" y="833768"/>
                      <a:pt x="1217112" y="840651"/>
                    </a:cubicBezTo>
                    <a:cubicBezTo>
                      <a:pt x="1210169" y="844756"/>
                      <a:pt x="1203346" y="848922"/>
                      <a:pt x="1196524" y="853209"/>
                    </a:cubicBezTo>
                    <a:cubicBezTo>
                      <a:pt x="1189702" y="857495"/>
                      <a:pt x="1182215" y="862144"/>
                      <a:pt x="1175091" y="866733"/>
                    </a:cubicBezTo>
                    <a:cubicBezTo>
                      <a:pt x="1152511" y="881223"/>
                      <a:pt x="1129810" y="896377"/>
                      <a:pt x="1107833" y="911108"/>
                    </a:cubicBezTo>
                    <a:lnTo>
                      <a:pt x="1103003" y="914369"/>
                    </a:lnTo>
                    <a:lnTo>
                      <a:pt x="1087729" y="924572"/>
                    </a:lnTo>
                    <a:cubicBezTo>
                      <a:pt x="1069616" y="936647"/>
                      <a:pt x="1051504" y="948722"/>
                      <a:pt x="1033029" y="960797"/>
                    </a:cubicBezTo>
                    <a:cubicBezTo>
                      <a:pt x="1013890" y="971061"/>
                      <a:pt x="994751" y="981385"/>
                      <a:pt x="975794" y="992011"/>
                    </a:cubicBezTo>
                    <a:cubicBezTo>
                      <a:pt x="940354" y="1010123"/>
                      <a:pt x="908415" y="1025338"/>
                      <a:pt x="878107" y="1038318"/>
                    </a:cubicBezTo>
                    <a:cubicBezTo>
                      <a:pt x="863678" y="1044356"/>
                      <a:pt x="848825" y="1050393"/>
                      <a:pt x="833913" y="1056431"/>
                    </a:cubicBezTo>
                    <a:cubicBezTo>
                      <a:pt x="764300" y="1083418"/>
                      <a:pt x="691066" y="1099719"/>
                      <a:pt x="616563" y="1104731"/>
                    </a:cubicBezTo>
                    <a:cubicBezTo>
                      <a:pt x="555162" y="1108474"/>
                      <a:pt x="493459" y="1104127"/>
                      <a:pt x="433205" y="1091750"/>
                    </a:cubicBezTo>
                    <a:cubicBezTo>
                      <a:pt x="373554" y="1079796"/>
                      <a:pt x="316017" y="1059087"/>
                      <a:pt x="262404" y="1030288"/>
                    </a:cubicBezTo>
                    <a:cubicBezTo>
                      <a:pt x="235779" y="1015858"/>
                      <a:pt x="210421" y="999195"/>
                      <a:pt x="186574" y="980539"/>
                    </a:cubicBezTo>
                    <a:cubicBezTo>
                      <a:pt x="162786" y="961763"/>
                      <a:pt x="140749" y="940813"/>
                      <a:pt x="120765" y="918051"/>
                    </a:cubicBezTo>
                    <a:cubicBezTo>
                      <a:pt x="100962" y="895532"/>
                      <a:pt x="83513" y="871019"/>
                      <a:pt x="68722" y="844877"/>
                    </a:cubicBezTo>
                    <a:cubicBezTo>
                      <a:pt x="52843" y="817105"/>
                      <a:pt x="39802" y="787763"/>
                      <a:pt x="29901" y="757334"/>
                    </a:cubicBezTo>
                    <a:cubicBezTo>
                      <a:pt x="12211" y="701668"/>
                      <a:pt x="2249" y="643768"/>
                      <a:pt x="438" y="585386"/>
                    </a:cubicBezTo>
                    <a:cubicBezTo>
                      <a:pt x="-3427" y="475443"/>
                      <a:pt x="21992" y="366406"/>
                      <a:pt x="74095" y="269504"/>
                    </a:cubicBezTo>
                    <a:cubicBezTo>
                      <a:pt x="98909" y="223499"/>
                      <a:pt x="130063" y="181236"/>
                      <a:pt x="166710" y="143986"/>
                    </a:cubicBezTo>
                    <a:cubicBezTo>
                      <a:pt x="185004" y="125390"/>
                      <a:pt x="204747" y="108243"/>
                      <a:pt x="225636" y="92667"/>
                    </a:cubicBezTo>
                    <a:cubicBezTo>
                      <a:pt x="246646" y="77211"/>
                      <a:pt x="268865" y="63445"/>
                      <a:pt x="292048" y="51551"/>
                    </a:cubicBezTo>
                    <a:cubicBezTo>
                      <a:pt x="302192" y="46299"/>
                      <a:pt x="312274" y="41469"/>
                      <a:pt x="322236" y="37303"/>
                    </a:cubicBezTo>
                  </a:path>
                </a:pathLst>
              </a:custGeom>
              <a:solidFill>
                <a:srgbClr val="B2B67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" name="" descr="bc568d0a-35cf-475e-8873-0c473a0ed27d"/>
              <p:cNvSpPr/>
              <p:nvPr/>
            </p:nvSpPr>
            <p:spPr>
              <a:xfrm>
                <a:off x="10191575" y="7311848"/>
                <a:ext cx="1147104" cy="682234"/>
              </a:xfrm>
              <a:custGeom>
                <a:gdLst>
                  <a:gd name="connsiteX0" fmla="*/ 1144729 w 1147104"/>
                  <a:gd name="connsiteY0" fmla="*/ 421775 h 682234"/>
                  <a:gd name="connsiteX1" fmla="*/ 944526 w 1147104"/>
                  <a:gd name="connsiteY1" fmla="*/ 390199 h 682234"/>
                  <a:gd name="connsiteX2" fmla="*/ 961310 w 1147104"/>
                  <a:gd name="connsiteY2" fmla="*/ 382291 h 682234"/>
                  <a:gd name="connsiteX3" fmla="*/ 987392 w 1147104"/>
                  <a:gd name="connsiteY3" fmla="*/ 373355 h 682234"/>
                  <a:gd name="connsiteX4" fmla="*/ 1019089 w 1147104"/>
                  <a:gd name="connsiteY4" fmla="*/ 366834 h 682234"/>
                  <a:gd name="connsiteX5" fmla="*/ 1051208 w 1147104"/>
                  <a:gd name="connsiteY5" fmla="*/ 363816 h 682234"/>
                  <a:gd name="connsiteX6" fmla="*/ 1053502 w 1147104"/>
                  <a:gd name="connsiteY6" fmla="*/ 360676 h 682234"/>
                  <a:gd name="connsiteX7" fmla="*/ 1050423 w 1147104"/>
                  <a:gd name="connsiteY7" fmla="*/ 358382 h 682234"/>
                  <a:gd name="connsiteX8" fmla="*/ 1016191 w 1147104"/>
                  <a:gd name="connsiteY8" fmla="*/ 361099 h 682234"/>
                  <a:gd name="connsiteX9" fmla="*/ 984192 w 1147104"/>
                  <a:gd name="connsiteY9" fmla="*/ 366170 h 682234"/>
                  <a:gd name="connsiteX10" fmla="*/ 954005 w 1147104"/>
                  <a:gd name="connsiteY10" fmla="*/ 374804 h 682234"/>
                  <a:gd name="connsiteX11" fmla="*/ 944948 w 1147104"/>
                  <a:gd name="connsiteY11" fmla="*/ 378427 h 682234"/>
                  <a:gd name="connsiteX12" fmla="*/ 938911 w 1147104"/>
                  <a:gd name="connsiteY12" fmla="*/ 381022 h 682234"/>
                  <a:gd name="connsiteX13" fmla="*/ 928587 w 1147104"/>
                  <a:gd name="connsiteY13" fmla="*/ 386698 h 682234"/>
                  <a:gd name="connsiteX14" fmla="*/ 853058 w 1147104"/>
                  <a:gd name="connsiteY14" fmla="*/ 366291 h 682234"/>
                  <a:gd name="connsiteX15" fmla="*/ 854085 w 1147104"/>
                  <a:gd name="connsiteY15" fmla="*/ 366291 h 682234"/>
                  <a:gd name="connsiteX16" fmla="*/ 766843 w 1147104"/>
                  <a:gd name="connsiteY16" fmla="*/ 334353 h 682234"/>
                  <a:gd name="connsiteX17" fmla="*/ 746798 w 1147104"/>
                  <a:gd name="connsiteY17" fmla="*/ 325176 h 682234"/>
                  <a:gd name="connsiteX18" fmla="*/ 776261 w 1147104"/>
                  <a:gd name="connsiteY18" fmla="*/ 300543 h 682234"/>
                  <a:gd name="connsiteX19" fmla="*/ 820094 w 1147104"/>
                  <a:gd name="connsiteY19" fmla="*/ 270959 h 682234"/>
                  <a:gd name="connsiteX20" fmla="*/ 922006 w 1147104"/>
                  <a:gd name="connsiteY20" fmla="*/ 226705 h 682234"/>
                  <a:gd name="connsiteX21" fmla="*/ 922006 w 1147104"/>
                  <a:gd name="connsiteY21" fmla="*/ 226705 h 682234"/>
                  <a:gd name="connsiteX22" fmla="*/ 952194 w 1147104"/>
                  <a:gd name="connsiteY22" fmla="*/ 219701 h 682234"/>
                  <a:gd name="connsiteX23" fmla="*/ 954548 w 1147104"/>
                  <a:gd name="connsiteY23" fmla="*/ 216561 h 682234"/>
                  <a:gd name="connsiteX24" fmla="*/ 951409 w 1147104"/>
                  <a:gd name="connsiteY24" fmla="*/ 214207 h 682234"/>
                  <a:gd name="connsiteX25" fmla="*/ 848772 w 1147104"/>
                  <a:gd name="connsiteY25" fmla="*/ 245360 h 682234"/>
                  <a:gd name="connsiteX26" fmla="*/ 830659 w 1147104"/>
                  <a:gd name="connsiteY26" fmla="*/ 253450 h 682234"/>
                  <a:gd name="connsiteX27" fmla="*/ 775053 w 1147104"/>
                  <a:gd name="connsiteY27" fmla="*/ 284182 h 682234"/>
                  <a:gd name="connsiteX28" fmla="*/ 729893 w 1147104"/>
                  <a:gd name="connsiteY28" fmla="*/ 317629 h 682234"/>
                  <a:gd name="connsiteX29" fmla="*/ 680688 w 1147104"/>
                  <a:gd name="connsiteY29" fmla="*/ 292573 h 682234"/>
                  <a:gd name="connsiteX30" fmla="*/ 604193 w 1147104"/>
                  <a:gd name="connsiteY30" fmla="*/ 247654 h 682234"/>
                  <a:gd name="connsiteX31" fmla="*/ 527215 w 1147104"/>
                  <a:gd name="connsiteY31" fmla="*/ 208653 h 682234"/>
                  <a:gd name="connsiteX32" fmla="*/ 514174 w 1147104"/>
                  <a:gd name="connsiteY32" fmla="*/ 203279 h 682234"/>
                  <a:gd name="connsiteX33" fmla="*/ 526249 w 1147104"/>
                  <a:gd name="connsiteY33" fmla="*/ 187883 h 682234"/>
                  <a:gd name="connsiteX34" fmla="*/ 543818 w 1147104"/>
                  <a:gd name="connsiteY34" fmla="*/ 168443 h 682234"/>
                  <a:gd name="connsiteX35" fmla="*/ 655149 w 1147104"/>
                  <a:gd name="connsiteY35" fmla="*/ 82348 h 682234"/>
                  <a:gd name="connsiteX36" fmla="*/ 824622 w 1147104"/>
                  <a:gd name="connsiteY36" fmla="*/ 6638 h 682234"/>
                  <a:gd name="connsiteX37" fmla="*/ 826976 w 1147104"/>
                  <a:gd name="connsiteY37" fmla="*/ 2593 h 682234"/>
                  <a:gd name="connsiteX38" fmla="*/ 822931 w 1147104"/>
                  <a:gd name="connsiteY38" fmla="*/ 238 h 682234"/>
                  <a:gd name="connsiteX39" fmla="*/ 822025 w 1147104"/>
                  <a:gd name="connsiteY39" fmla="*/ 600 h 682234"/>
                  <a:gd name="connsiteX40" fmla="*/ 800230 w 1147104"/>
                  <a:gd name="connsiteY40" fmla="*/ 7544 h 682234"/>
                  <a:gd name="connsiteX41" fmla="*/ 757968 w 1147104"/>
                  <a:gd name="connsiteY41" fmla="*/ 22335 h 682234"/>
                  <a:gd name="connsiteX42" fmla="*/ 716551 w 1147104"/>
                  <a:gd name="connsiteY42" fmla="*/ 38516 h 682234"/>
                  <a:gd name="connsiteX43" fmla="*/ 715222 w 1147104"/>
                  <a:gd name="connsiteY43" fmla="*/ 39119 h 682234"/>
                  <a:gd name="connsiteX44" fmla="*/ 672960 w 1147104"/>
                  <a:gd name="connsiteY44" fmla="*/ 58319 h 682234"/>
                  <a:gd name="connsiteX45" fmla="*/ 632086 w 1147104"/>
                  <a:gd name="connsiteY45" fmla="*/ 80175 h 682234"/>
                  <a:gd name="connsiteX46" fmla="*/ 555833 w 1147104"/>
                  <a:gd name="connsiteY46" fmla="*/ 131795 h 682234"/>
                  <a:gd name="connsiteX47" fmla="*/ 521781 w 1147104"/>
                  <a:gd name="connsiteY47" fmla="*/ 161379 h 682234"/>
                  <a:gd name="connsiteX48" fmla="*/ 504575 w 1147104"/>
                  <a:gd name="connsiteY48" fmla="*/ 178706 h 682234"/>
                  <a:gd name="connsiteX49" fmla="*/ 490809 w 1147104"/>
                  <a:gd name="connsiteY49" fmla="*/ 193739 h 682234"/>
                  <a:gd name="connsiteX50" fmla="*/ 445588 w 1147104"/>
                  <a:gd name="connsiteY50" fmla="*/ 177318 h 682234"/>
                  <a:gd name="connsiteX51" fmla="*/ 358890 w 1147104"/>
                  <a:gd name="connsiteY51" fmla="*/ 153168 h 682234"/>
                  <a:gd name="connsiteX52" fmla="*/ 334740 w 1147104"/>
                  <a:gd name="connsiteY52" fmla="*/ 148338 h 682234"/>
                  <a:gd name="connsiteX53" fmla="*/ 336490 w 1147104"/>
                  <a:gd name="connsiteY53" fmla="*/ 133244 h 682234"/>
                  <a:gd name="connsiteX54" fmla="*/ 327133 w 1147104"/>
                  <a:gd name="connsiteY54" fmla="*/ 120444 h 682234"/>
                  <a:gd name="connsiteX55" fmla="*/ 321035 w 1147104"/>
                  <a:gd name="connsiteY55" fmla="*/ 121169 h 682234"/>
                  <a:gd name="connsiteX56" fmla="*/ 318982 w 1147104"/>
                  <a:gd name="connsiteY56" fmla="*/ 122316 h 682234"/>
                  <a:gd name="connsiteX57" fmla="*/ 315359 w 1147104"/>
                  <a:gd name="connsiteY57" fmla="*/ 126723 h 682234"/>
                  <a:gd name="connsiteX58" fmla="*/ 310590 w 1147104"/>
                  <a:gd name="connsiteY58" fmla="*/ 142542 h 682234"/>
                  <a:gd name="connsiteX59" fmla="*/ 310167 w 1147104"/>
                  <a:gd name="connsiteY59" fmla="*/ 144172 h 682234"/>
                  <a:gd name="connsiteX60" fmla="*/ 10466 w 1147104"/>
                  <a:gd name="connsiteY60" fmla="*/ 166933 h 682234"/>
                  <a:gd name="connsiteX61" fmla="*/ 9440 w 1147104"/>
                  <a:gd name="connsiteY61" fmla="*/ 167295 h 682234"/>
                  <a:gd name="connsiteX62" fmla="*/ 1712 w 1147104"/>
                  <a:gd name="connsiteY62" fmla="*/ 189453 h 682234"/>
                  <a:gd name="connsiteX63" fmla="*/ 22179 w 1147104"/>
                  <a:gd name="connsiteY63" fmla="*/ 197906 h 682234"/>
                  <a:gd name="connsiteX64" fmla="*/ 74525 w 1147104"/>
                  <a:gd name="connsiteY64" fmla="*/ 182510 h 682234"/>
                  <a:gd name="connsiteX65" fmla="*/ 230533 w 1147104"/>
                  <a:gd name="connsiteY65" fmla="*/ 168020 h 682234"/>
                  <a:gd name="connsiteX66" fmla="*/ 304130 w 1147104"/>
                  <a:gd name="connsiteY66" fmla="*/ 174782 h 682234"/>
                  <a:gd name="connsiteX67" fmla="*/ 302741 w 1147104"/>
                  <a:gd name="connsiteY67" fmla="*/ 182691 h 682234"/>
                  <a:gd name="connsiteX68" fmla="*/ 297428 w 1147104"/>
                  <a:gd name="connsiteY68" fmla="*/ 238236 h 682234"/>
                  <a:gd name="connsiteX69" fmla="*/ 297066 w 1147104"/>
                  <a:gd name="connsiteY69" fmla="*/ 298611 h 682234"/>
                  <a:gd name="connsiteX70" fmla="*/ 301534 w 1147104"/>
                  <a:gd name="connsiteY70" fmla="*/ 355726 h 682234"/>
                  <a:gd name="connsiteX71" fmla="*/ 304553 w 1147104"/>
                  <a:gd name="connsiteY71" fmla="*/ 378909 h 682234"/>
                  <a:gd name="connsiteX72" fmla="*/ 308114 w 1147104"/>
                  <a:gd name="connsiteY72" fmla="*/ 400222 h 682234"/>
                  <a:gd name="connsiteX73" fmla="*/ 316748 w 1147104"/>
                  <a:gd name="connsiteY73" fmla="*/ 444356 h 682234"/>
                  <a:gd name="connsiteX74" fmla="*/ 340898 w 1147104"/>
                  <a:gd name="connsiteY74" fmla="*/ 529786 h 682234"/>
                  <a:gd name="connsiteX75" fmla="*/ 375734 w 1147104"/>
                  <a:gd name="connsiteY75" fmla="*/ 609783 h 682234"/>
                  <a:gd name="connsiteX76" fmla="*/ 421378 w 1147104"/>
                  <a:gd name="connsiteY76" fmla="*/ 680784 h 682234"/>
                  <a:gd name="connsiteX77" fmla="*/ 426509 w 1147104"/>
                  <a:gd name="connsiteY77" fmla="*/ 681689 h 682234"/>
                  <a:gd name="connsiteX78" fmla="*/ 427415 w 1147104"/>
                  <a:gd name="connsiteY78" fmla="*/ 676558 h 682234"/>
                  <a:gd name="connsiteX79" fmla="*/ 389439 w 1147104"/>
                  <a:gd name="connsiteY79" fmla="*/ 617088 h 682234"/>
                  <a:gd name="connsiteX80" fmla="*/ 389439 w 1147104"/>
                  <a:gd name="connsiteY80" fmla="*/ 617088 h 682234"/>
                  <a:gd name="connsiteX81" fmla="*/ 389077 w 1147104"/>
                  <a:gd name="connsiteY81" fmla="*/ 616303 h 682234"/>
                  <a:gd name="connsiteX82" fmla="*/ 389077 w 1147104"/>
                  <a:gd name="connsiteY82" fmla="*/ 616303 h 682234"/>
                  <a:gd name="connsiteX83" fmla="*/ 389077 w 1147104"/>
                  <a:gd name="connsiteY83" fmla="*/ 616303 h 682234"/>
                  <a:gd name="connsiteX84" fmla="*/ 337577 w 1147104"/>
                  <a:gd name="connsiteY84" fmla="*/ 476173 h 682234"/>
                  <a:gd name="connsiteX85" fmla="*/ 337577 w 1147104"/>
                  <a:gd name="connsiteY85" fmla="*/ 476716 h 682234"/>
                  <a:gd name="connsiteX86" fmla="*/ 323087 w 1147104"/>
                  <a:gd name="connsiteY86" fmla="*/ 382230 h 682234"/>
                  <a:gd name="connsiteX87" fmla="*/ 321035 w 1147104"/>
                  <a:gd name="connsiteY87" fmla="*/ 333930 h 682234"/>
                  <a:gd name="connsiteX88" fmla="*/ 321397 w 1147104"/>
                  <a:gd name="connsiteY88" fmla="*/ 288408 h 682234"/>
                  <a:gd name="connsiteX89" fmla="*/ 327434 w 1147104"/>
                  <a:gd name="connsiteY89" fmla="*/ 209920 h 682234"/>
                  <a:gd name="connsiteX90" fmla="*/ 331298 w 1147104"/>
                  <a:gd name="connsiteY90" fmla="*/ 179370 h 682234"/>
                  <a:gd name="connsiteX91" fmla="*/ 443173 w 1147104"/>
                  <a:gd name="connsiteY91" fmla="*/ 206298 h 682234"/>
                  <a:gd name="connsiteX92" fmla="*/ 485435 w 1147104"/>
                  <a:gd name="connsiteY92" fmla="*/ 220848 h 682234"/>
                  <a:gd name="connsiteX93" fmla="*/ 486341 w 1147104"/>
                  <a:gd name="connsiteY93" fmla="*/ 221210 h 682234"/>
                  <a:gd name="connsiteX94" fmla="*/ 487066 w 1147104"/>
                  <a:gd name="connsiteY94" fmla="*/ 241738 h 682234"/>
                  <a:gd name="connsiteX95" fmla="*/ 490567 w 1147104"/>
                  <a:gd name="connsiteY95" fmla="*/ 268423 h 682234"/>
                  <a:gd name="connsiteX96" fmla="*/ 504454 w 1147104"/>
                  <a:gd name="connsiteY96" fmla="*/ 321312 h 682234"/>
                  <a:gd name="connsiteX97" fmla="*/ 540679 w 1147104"/>
                  <a:gd name="connsiteY97" fmla="*/ 405354 h 682234"/>
                  <a:gd name="connsiteX98" fmla="*/ 589884 w 1147104"/>
                  <a:gd name="connsiteY98" fmla="*/ 483841 h 682234"/>
                  <a:gd name="connsiteX99" fmla="*/ 648448 w 1147104"/>
                  <a:gd name="connsiteY99" fmla="*/ 554963 h 682234"/>
                  <a:gd name="connsiteX100" fmla="*/ 710694 w 1147104"/>
                  <a:gd name="connsiteY100" fmla="*/ 616303 h 682234"/>
                  <a:gd name="connsiteX101" fmla="*/ 714679 w 1147104"/>
                  <a:gd name="connsiteY101" fmla="*/ 615398 h 682234"/>
                  <a:gd name="connsiteX102" fmla="*/ 714377 w 1147104"/>
                  <a:gd name="connsiteY102" fmla="*/ 611896 h 682234"/>
                  <a:gd name="connsiteX103" fmla="*/ 664266 w 1147104"/>
                  <a:gd name="connsiteY103" fmla="*/ 562510 h 682234"/>
                  <a:gd name="connsiteX104" fmla="*/ 664869 w 1147104"/>
                  <a:gd name="connsiteY104" fmla="*/ 563113 h 682234"/>
                  <a:gd name="connsiteX105" fmla="*/ 607815 w 1147104"/>
                  <a:gd name="connsiteY105" fmla="*/ 493803 h 682234"/>
                  <a:gd name="connsiteX106" fmla="*/ 561025 w 1147104"/>
                  <a:gd name="connsiteY106" fmla="*/ 419240 h 682234"/>
                  <a:gd name="connsiteX107" fmla="*/ 535547 w 1147104"/>
                  <a:gd name="connsiteY107" fmla="*/ 364359 h 682234"/>
                  <a:gd name="connsiteX108" fmla="*/ 525283 w 1147104"/>
                  <a:gd name="connsiteY108" fmla="*/ 335017 h 682234"/>
                  <a:gd name="connsiteX109" fmla="*/ 517796 w 1147104"/>
                  <a:gd name="connsiteY109" fmla="*/ 307727 h 682234"/>
                  <a:gd name="connsiteX110" fmla="*/ 509464 w 1147104"/>
                  <a:gd name="connsiteY110" fmla="*/ 259427 h 682234"/>
                  <a:gd name="connsiteX111" fmla="*/ 506627 w 1147104"/>
                  <a:gd name="connsiteY111" fmla="*/ 229240 h 682234"/>
                  <a:gd name="connsiteX112" fmla="*/ 565553 w 1147104"/>
                  <a:gd name="connsiteY112" fmla="*/ 254054 h 682234"/>
                  <a:gd name="connsiteX113" fmla="*/ 604012 w 1147104"/>
                  <a:gd name="connsiteY113" fmla="*/ 272831 h 682234"/>
                  <a:gd name="connsiteX114" fmla="*/ 642229 w 1147104"/>
                  <a:gd name="connsiteY114" fmla="*/ 293479 h 682234"/>
                  <a:gd name="connsiteX115" fmla="*/ 719509 w 1147104"/>
                  <a:gd name="connsiteY115" fmla="*/ 331092 h 682234"/>
                  <a:gd name="connsiteX116" fmla="*/ 724218 w 1147104"/>
                  <a:gd name="connsiteY116" fmla="*/ 342624 h 682234"/>
                  <a:gd name="connsiteX117" fmla="*/ 731946 w 1147104"/>
                  <a:gd name="connsiteY117" fmla="*/ 357778 h 682234"/>
                  <a:gd name="connsiteX118" fmla="*/ 750481 w 1147104"/>
                  <a:gd name="connsiteY118" fmla="*/ 386819 h 682234"/>
                  <a:gd name="connsiteX119" fmla="*/ 794193 w 1147104"/>
                  <a:gd name="connsiteY119" fmla="*/ 440673 h 682234"/>
                  <a:gd name="connsiteX120" fmla="*/ 846538 w 1147104"/>
                  <a:gd name="connsiteY120" fmla="*/ 488973 h 682234"/>
                  <a:gd name="connsiteX121" fmla="*/ 899486 w 1147104"/>
                  <a:gd name="connsiteY121" fmla="*/ 525621 h 682234"/>
                  <a:gd name="connsiteX122" fmla="*/ 903169 w 1147104"/>
                  <a:gd name="connsiteY122" fmla="*/ 524292 h 682234"/>
                  <a:gd name="connsiteX123" fmla="*/ 901780 w 1147104"/>
                  <a:gd name="connsiteY123" fmla="*/ 520609 h 682234"/>
                  <a:gd name="connsiteX124" fmla="*/ 892241 w 1147104"/>
                  <a:gd name="connsiteY124" fmla="*/ 514572 h 682234"/>
                  <a:gd name="connsiteX125" fmla="*/ 816290 w 1147104"/>
                  <a:gd name="connsiteY125" fmla="*/ 450092 h 682234"/>
                  <a:gd name="connsiteX126" fmla="*/ 778133 w 1147104"/>
                  <a:gd name="connsiteY126" fmla="*/ 403663 h 682234"/>
                  <a:gd name="connsiteX127" fmla="*/ 761409 w 1147104"/>
                  <a:gd name="connsiteY127" fmla="*/ 378487 h 682234"/>
                  <a:gd name="connsiteX128" fmla="*/ 748429 w 1147104"/>
                  <a:gd name="connsiteY128" fmla="*/ 355967 h 682234"/>
                  <a:gd name="connsiteX129" fmla="*/ 748429 w 1147104"/>
                  <a:gd name="connsiteY129" fmla="*/ 355967 h 682234"/>
                  <a:gd name="connsiteX130" fmla="*/ 748429 w 1147104"/>
                  <a:gd name="connsiteY130" fmla="*/ 355967 h 682234"/>
                  <a:gd name="connsiteX131" fmla="*/ 747765 w 1147104"/>
                  <a:gd name="connsiteY131" fmla="*/ 354699 h 682234"/>
                  <a:gd name="connsiteX132" fmla="*/ 747765 w 1147104"/>
                  <a:gd name="connsiteY132" fmla="*/ 355122 h 682234"/>
                  <a:gd name="connsiteX133" fmla="*/ 739433 w 1147104"/>
                  <a:gd name="connsiteY133" fmla="*/ 339183 h 682234"/>
                  <a:gd name="connsiteX134" fmla="*/ 803731 w 1147104"/>
                  <a:gd name="connsiteY134" fmla="*/ 363333 h 682234"/>
                  <a:gd name="connsiteX135" fmla="*/ 884694 w 1147104"/>
                  <a:gd name="connsiteY135" fmla="*/ 387483 h 682234"/>
                  <a:gd name="connsiteX136" fmla="*/ 924662 w 1147104"/>
                  <a:gd name="connsiteY136" fmla="*/ 396901 h 682234"/>
                  <a:gd name="connsiteX137" fmla="*/ 927560 w 1147104"/>
                  <a:gd name="connsiteY137" fmla="*/ 398229 h 682234"/>
                  <a:gd name="connsiteX138" fmla="*/ 929794 w 1147104"/>
                  <a:gd name="connsiteY138" fmla="*/ 398229 h 682234"/>
                  <a:gd name="connsiteX139" fmla="*/ 936376 w 1147104"/>
                  <a:gd name="connsiteY139" fmla="*/ 399558 h 682234"/>
                  <a:gd name="connsiteX140" fmla="*/ 971936 w 1147104"/>
                  <a:gd name="connsiteY140" fmla="*/ 435783 h 682234"/>
                  <a:gd name="connsiteX141" fmla="*/ 1018726 w 1147104"/>
                  <a:gd name="connsiteY141" fmla="*/ 466755 h 682234"/>
                  <a:gd name="connsiteX142" fmla="*/ 1022410 w 1147104"/>
                  <a:gd name="connsiteY142" fmla="*/ 465426 h 682234"/>
                  <a:gd name="connsiteX143" fmla="*/ 1021081 w 1147104"/>
                  <a:gd name="connsiteY143" fmla="*/ 461744 h 682234"/>
                  <a:gd name="connsiteX144" fmla="*/ 1007980 w 1147104"/>
                  <a:gd name="connsiteY144" fmla="*/ 454076 h 682234"/>
                  <a:gd name="connsiteX145" fmla="*/ 1007980 w 1147104"/>
                  <a:gd name="connsiteY145" fmla="*/ 454076 h 682234"/>
                  <a:gd name="connsiteX146" fmla="*/ 961733 w 1147104"/>
                  <a:gd name="connsiteY146" fmla="*/ 414893 h 682234"/>
                  <a:gd name="connsiteX147" fmla="*/ 950986 w 1147104"/>
                  <a:gd name="connsiteY147" fmla="*/ 402335 h 682234"/>
                  <a:gd name="connsiteX148" fmla="*/ 967287 w 1147104"/>
                  <a:gd name="connsiteY148" fmla="*/ 405595 h 682234"/>
                  <a:gd name="connsiteX149" fmla="*/ 1142375 w 1147104"/>
                  <a:gd name="connsiteY149" fmla="*/ 429745 h 682234"/>
                  <a:gd name="connsiteX150" fmla="*/ 1147083 w 1147104"/>
                  <a:gd name="connsiteY150" fmla="*/ 426364 h 682234"/>
                  <a:gd name="connsiteX151" fmla="*/ 1144729 w 1147104"/>
                  <a:gd name="connsiteY151" fmla="*/ 421775 h 68223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147104" h="682234">
                    <a:moveTo>
                      <a:pt x="1144729" y="421775"/>
                    </a:moveTo>
                    <a:cubicBezTo>
                      <a:pt x="1077472" y="415074"/>
                      <a:pt x="1010576" y="404569"/>
                      <a:pt x="944526" y="390199"/>
                    </a:cubicBezTo>
                    <a:cubicBezTo>
                      <a:pt x="950020" y="387362"/>
                      <a:pt x="955574" y="384645"/>
                      <a:pt x="961310" y="382291"/>
                    </a:cubicBezTo>
                    <a:cubicBezTo>
                      <a:pt x="969823" y="378849"/>
                      <a:pt x="978517" y="375891"/>
                      <a:pt x="987392" y="373355"/>
                    </a:cubicBezTo>
                    <a:cubicBezTo>
                      <a:pt x="997837" y="370578"/>
                      <a:pt x="1008402" y="368404"/>
                      <a:pt x="1019089" y="366834"/>
                    </a:cubicBezTo>
                    <a:cubicBezTo>
                      <a:pt x="1029715" y="365265"/>
                      <a:pt x="1040462" y="364359"/>
                      <a:pt x="1051208" y="363816"/>
                    </a:cubicBezTo>
                    <a:cubicBezTo>
                      <a:pt x="1052717" y="363574"/>
                      <a:pt x="1053744" y="362185"/>
                      <a:pt x="1053502" y="360676"/>
                    </a:cubicBezTo>
                    <a:cubicBezTo>
                      <a:pt x="1053322" y="359227"/>
                      <a:pt x="1051932" y="358141"/>
                      <a:pt x="1050423" y="358382"/>
                    </a:cubicBezTo>
                    <a:cubicBezTo>
                      <a:pt x="1039013" y="358925"/>
                      <a:pt x="1027541" y="359770"/>
                      <a:pt x="1016191" y="361099"/>
                    </a:cubicBezTo>
                    <a:cubicBezTo>
                      <a:pt x="1005444" y="362185"/>
                      <a:pt x="994758" y="363876"/>
                      <a:pt x="984192" y="366170"/>
                    </a:cubicBezTo>
                    <a:cubicBezTo>
                      <a:pt x="973929" y="368344"/>
                      <a:pt x="963846" y="371181"/>
                      <a:pt x="954005" y="374804"/>
                    </a:cubicBezTo>
                    <a:lnTo>
                      <a:pt x="944948" y="378427"/>
                    </a:lnTo>
                    <a:lnTo>
                      <a:pt x="938911" y="381022"/>
                    </a:lnTo>
                    <a:cubicBezTo>
                      <a:pt x="935349" y="382773"/>
                      <a:pt x="931968" y="384705"/>
                      <a:pt x="928587" y="386698"/>
                    </a:cubicBezTo>
                    <a:cubicBezTo>
                      <a:pt x="903230" y="380660"/>
                      <a:pt x="877993" y="373959"/>
                      <a:pt x="853058" y="366291"/>
                    </a:cubicBezTo>
                    <a:lnTo>
                      <a:pt x="854085" y="366291"/>
                    </a:lnTo>
                    <a:cubicBezTo>
                      <a:pt x="824501" y="357114"/>
                      <a:pt x="795339" y="346488"/>
                      <a:pt x="766843" y="334353"/>
                    </a:cubicBezTo>
                    <a:cubicBezTo>
                      <a:pt x="760081" y="331455"/>
                      <a:pt x="753500" y="328315"/>
                      <a:pt x="746798" y="325176"/>
                    </a:cubicBezTo>
                    <a:cubicBezTo>
                      <a:pt x="756337" y="316603"/>
                      <a:pt x="766058" y="308271"/>
                      <a:pt x="776261" y="300543"/>
                    </a:cubicBezTo>
                    <a:cubicBezTo>
                      <a:pt x="790328" y="289917"/>
                      <a:pt x="804939" y="280015"/>
                      <a:pt x="820094" y="270959"/>
                    </a:cubicBezTo>
                    <a:cubicBezTo>
                      <a:pt x="852031" y="251880"/>
                      <a:pt x="886264" y="237028"/>
                      <a:pt x="922006" y="226705"/>
                    </a:cubicBezTo>
                    <a:lnTo>
                      <a:pt x="922006" y="226705"/>
                    </a:lnTo>
                    <a:cubicBezTo>
                      <a:pt x="931968" y="223927"/>
                      <a:pt x="941990" y="221572"/>
                      <a:pt x="952194" y="219701"/>
                    </a:cubicBezTo>
                    <a:cubicBezTo>
                      <a:pt x="953703" y="219399"/>
                      <a:pt x="954729" y="218071"/>
                      <a:pt x="954548" y="216561"/>
                    </a:cubicBezTo>
                    <a:cubicBezTo>
                      <a:pt x="954307" y="215052"/>
                      <a:pt x="952918" y="213966"/>
                      <a:pt x="951409" y="214207"/>
                    </a:cubicBezTo>
                    <a:cubicBezTo>
                      <a:pt x="916149" y="220728"/>
                      <a:pt x="881736" y="231233"/>
                      <a:pt x="848772" y="245360"/>
                    </a:cubicBezTo>
                    <a:cubicBezTo>
                      <a:pt x="842734" y="247957"/>
                      <a:pt x="836697" y="250673"/>
                      <a:pt x="830659" y="253450"/>
                    </a:cubicBezTo>
                    <a:cubicBezTo>
                      <a:pt x="811460" y="262506"/>
                      <a:pt x="792925" y="272771"/>
                      <a:pt x="775053" y="284182"/>
                    </a:cubicBezTo>
                    <a:cubicBezTo>
                      <a:pt x="759296" y="294324"/>
                      <a:pt x="744202" y="305493"/>
                      <a:pt x="729893" y="317629"/>
                    </a:cubicBezTo>
                    <a:cubicBezTo>
                      <a:pt x="713290" y="309720"/>
                      <a:pt x="696808" y="301449"/>
                      <a:pt x="680688" y="292573"/>
                    </a:cubicBezTo>
                    <a:cubicBezTo>
                      <a:pt x="654787" y="278325"/>
                      <a:pt x="629973" y="262386"/>
                      <a:pt x="604193" y="247654"/>
                    </a:cubicBezTo>
                    <a:cubicBezTo>
                      <a:pt x="578413" y="232923"/>
                      <a:pt x="553418" y="220425"/>
                      <a:pt x="527215" y="208653"/>
                    </a:cubicBezTo>
                    <a:cubicBezTo>
                      <a:pt x="522868" y="206720"/>
                      <a:pt x="518460" y="205090"/>
                      <a:pt x="514174" y="203279"/>
                    </a:cubicBezTo>
                    <a:cubicBezTo>
                      <a:pt x="518098" y="198027"/>
                      <a:pt x="522023" y="192834"/>
                      <a:pt x="526249" y="187883"/>
                    </a:cubicBezTo>
                    <a:cubicBezTo>
                      <a:pt x="531925" y="181242"/>
                      <a:pt x="537781" y="174722"/>
                      <a:pt x="543818" y="168443"/>
                    </a:cubicBezTo>
                    <a:cubicBezTo>
                      <a:pt x="577085" y="135116"/>
                      <a:pt x="614517" y="106196"/>
                      <a:pt x="655149" y="82348"/>
                    </a:cubicBezTo>
                    <a:cubicBezTo>
                      <a:pt x="708461" y="50591"/>
                      <a:pt x="765394" y="25173"/>
                      <a:pt x="824622" y="6638"/>
                    </a:cubicBezTo>
                    <a:cubicBezTo>
                      <a:pt x="826372" y="6155"/>
                      <a:pt x="827459" y="4343"/>
                      <a:pt x="826976" y="2593"/>
                    </a:cubicBezTo>
                    <a:cubicBezTo>
                      <a:pt x="826493" y="782"/>
                      <a:pt x="824682" y="-245"/>
                      <a:pt x="822931" y="238"/>
                    </a:cubicBezTo>
                    <a:cubicBezTo>
                      <a:pt x="822568" y="299"/>
                      <a:pt x="822327" y="420"/>
                      <a:pt x="822025" y="600"/>
                    </a:cubicBezTo>
                    <a:cubicBezTo>
                      <a:pt x="814720" y="2834"/>
                      <a:pt x="807414" y="5128"/>
                      <a:pt x="800230" y="7544"/>
                    </a:cubicBezTo>
                    <a:cubicBezTo>
                      <a:pt x="785921" y="12253"/>
                      <a:pt x="771794" y="17143"/>
                      <a:pt x="757968" y="22335"/>
                    </a:cubicBezTo>
                    <a:cubicBezTo>
                      <a:pt x="744142" y="27528"/>
                      <a:pt x="730195" y="32720"/>
                      <a:pt x="716551" y="38516"/>
                    </a:cubicBezTo>
                    <a:lnTo>
                      <a:pt x="715222" y="39119"/>
                    </a:lnTo>
                    <a:cubicBezTo>
                      <a:pt x="701094" y="45157"/>
                      <a:pt x="687027" y="51617"/>
                      <a:pt x="672960" y="58319"/>
                    </a:cubicBezTo>
                    <a:cubicBezTo>
                      <a:pt x="658892" y="65021"/>
                      <a:pt x="645489" y="72507"/>
                      <a:pt x="632086" y="80175"/>
                    </a:cubicBezTo>
                    <a:cubicBezTo>
                      <a:pt x="605400" y="95450"/>
                      <a:pt x="579922" y="112656"/>
                      <a:pt x="555833" y="131795"/>
                    </a:cubicBezTo>
                    <a:cubicBezTo>
                      <a:pt x="544059" y="141153"/>
                      <a:pt x="532709" y="151055"/>
                      <a:pt x="521781" y="161379"/>
                    </a:cubicBezTo>
                    <a:cubicBezTo>
                      <a:pt x="515744" y="166933"/>
                      <a:pt x="510189" y="172790"/>
                      <a:pt x="504575" y="178706"/>
                    </a:cubicBezTo>
                    <a:cubicBezTo>
                      <a:pt x="499865" y="183597"/>
                      <a:pt x="495277" y="188608"/>
                      <a:pt x="490809" y="193739"/>
                    </a:cubicBezTo>
                    <a:cubicBezTo>
                      <a:pt x="475896" y="187883"/>
                      <a:pt x="460803" y="182449"/>
                      <a:pt x="445588" y="177318"/>
                    </a:cubicBezTo>
                    <a:cubicBezTo>
                      <a:pt x="417152" y="167718"/>
                      <a:pt x="388172" y="159688"/>
                      <a:pt x="358890" y="153168"/>
                    </a:cubicBezTo>
                    <a:cubicBezTo>
                      <a:pt x="350980" y="151417"/>
                      <a:pt x="343011" y="149848"/>
                      <a:pt x="334740" y="148338"/>
                    </a:cubicBezTo>
                    <a:cubicBezTo>
                      <a:pt x="335344" y="143327"/>
                      <a:pt x="335947" y="138316"/>
                      <a:pt x="336490" y="133244"/>
                    </a:cubicBezTo>
                    <a:cubicBezTo>
                      <a:pt x="337457" y="127146"/>
                      <a:pt x="333231" y="121350"/>
                      <a:pt x="327133" y="120444"/>
                    </a:cubicBezTo>
                    <a:cubicBezTo>
                      <a:pt x="325080" y="120082"/>
                      <a:pt x="322966" y="120385"/>
                      <a:pt x="321035" y="121169"/>
                    </a:cubicBezTo>
                    <a:cubicBezTo>
                      <a:pt x="320310" y="121471"/>
                      <a:pt x="319646" y="121833"/>
                      <a:pt x="318982" y="122316"/>
                    </a:cubicBezTo>
                    <a:cubicBezTo>
                      <a:pt x="317412" y="123463"/>
                      <a:pt x="316144" y="124972"/>
                      <a:pt x="315359" y="126723"/>
                    </a:cubicBezTo>
                    <a:cubicBezTo>
                      <a:pt x="313669" y="131976"/>
                      <a:pt x="311918" y="137168"/>
                      <a:pt x="310590" y="142542"/>
                    </a:cubicBezTo>
                    <a:cubicBezTo>
                      <a:pt x="310590" y="143085"/>
                      <a:pt x="310590" y="143629"/>
                      <a:pt x="310167" y="144172"/>
                    </a:cubicBezTo>
                    <a:cubicBezTo>
                      <a:pt x="210126" y="128897"/>
                      <a:pt x="106462" y="133727"/>
                      <a:pt x="10466" y="166933"/>
                    </a:cubicBezTo>
                    <a:lnTo>
                      <a:pt x="9440" y="167295"/>
                    </a:lnTo>
                    <a:cubicBezTo>
                      <a:pt x="1169" y="171280"/>
                      <a:pt x="-2273" y="181182"/>
                      <a:pt x="1712" y="189453"/>
                    </a:cubicBezTo>
                    <a:cubicBezTo>
                      <a:pt x="5395" y="197060"/>
                      <a:pt x="14210" y="200743"/>
                      <a:pt x="22179" y="197906"/>
                    </a:cubicBezTo>
                    <a:cubicBezTo>
                      <a:pt x="39326" y="191868"/>
                      <a:pt x="56834" y="186736"/>
                      <a:pt x="74525" y="182510"/>
                    </a:cubicBezTo>
                    <a:cubicBezTo>
                      <a:pt x="125662" y="170918"/>
                      <a:pt x="178127" y="166088"/>
                      <a:pt x="230533" y="168020"/>
                    </a:cubicBezTo>
                    <a:cubicBezTo>
                      <a:pt x="255166" y="169046"/>
                      <a:pt x="279739" y="171280"/>
                      <a:pt x="304130" y="174782"/>
                    </a:cubicBezTo>
                    <a:cubicBezTo>
                      <a:pt x="303707" y="177438"/>
                      <a:pt x="303104" y="180035"/>
                      <a:pt x="302741" y="182691"/>
                    </a:cubicBezTo>
                    <a:cubicBezTo>
                      <a:pt x="300024" y="200804"/>
                      <a:pt x="298334" y="219640"/>
                      <a:pt x="297428" y="238236"/>
                    </a:cubicBezTo>
                    <a:cubicBezTo>
                      <a:pt x="296522" y="258281"/>
                      <a:pt x="296221" y="278325"/>
                      <a:pt x="297066" y="298611"/>
                    </a:cubicBezTo>
                    <a:cubicBezTo>
                      <a:pt x="297911" y="318897"/>
                      <a:pt x="299240" y="336768"/>
                      <a:pt x="301534" y="355726"/>
                    </a:cubicBezTo>
                    <a:cubicBezTo>
                      <a:pt x="302440" y="363453"/>
                      <a:pt x="303345" y="371242"/>
                      <a:pt x="304553" y="378909"/>
                    </a:cubicBezTo>
                    <a:cubicBezTo>
                      <a:pt x="305760" y="386577"/>
                      <a:pt x="306847" y="393097"/>
                      <a:pt x="308114" y="400222"/>
                    </a:cubicBezTo>
                    <a:cubicBezTo>
                      <a:pt x="310711" y="415013"/>
                      <a:pt x="313548" y="429745"/>
                      <a:pt x="316748" y="444356"/>
                    </a:cubicBezTo>
                    <a:cubicBezTo>
                      <a:pt x="322966" y="473336"/>
                      <a:pt x="331057" y="501833"/>
                      <a:pt x="340898" y="529786"/>
                    </a:cubicBezTo>
                    <a:cubicBezTo>
                      <a:pt x="350498" y="557257"/>
                      <a:pt x="362150" y="584003"/>
                      <a:pt x="375734" y="609783"/>
                    </a:cubicBezTo>
                    <a:cubicBezTo>
                      <a:pt x="389077" y="634597"/>
                      <a:pt x="404292" y="658385"/>
                      <a:pt x="421378" y="680784"/>
                    </a:cubicBezTo>
                    <a:cubicBezTo>
                      <a:pt x="422525" y="682474"/>
                      <a:pt x="424819" y="682836"/>
                      <a:pt x="426509" y="681689"/>
                    </a:cubicBezTo>
                    <a:cubicBezTo>
                      <a:pt x="428200" y="680542"/>
                      <a:pt x="428562" y="678248"/>
                      <a:pt x="427415" y="676558"/>
                    </a:cubicBezTo>
                    <a:cubicBezTo>
                      <a:pt x="413288" y="657721"/>
                      <a:pt x="400549" y="637857"/>
                      <a:pt x="389439" y="617088"/>
                    </a:cubicBezTo>
                    <a:lnTo>
                      <a:pt x="389439" y="617088"/>
                    </a:lnTo>
                    <a:lnTo>
                      <a:pt x="389077" y="616303"/>
                    </a:lnTo>
                    <a:lnTo>
                      <a:pt x="389077" y="616303"/>
                    </a:lnTo>
                    <a:lnTo>
                      <a:pt x="389077" y="616303"/>
                    </a:lnTo>
                    <a:cubicBezTo>
                      <a:pt x="366074" y="571928"/>
                      <a:pt x="348747" y="524896"/>
                      <a:pt x="337577" y="476173"/>
                    </a:cubicBezTo>
                    <a:cubicBezTo>
                      <a:pt x="337577" y="476354"/>
                      <a:pt x="337577" y="476536"/>
                      <a:pt x="337577" y="476716"/>
                    </a:cubicBezTo>
                    <a:cubicBezTo>
                      <a:pt x="330212" y="445684"/>
                      <a:pt x="325321" y="414047"/>
                      <a:pt x="323087" y="382230"/>
                    </a:cubicBezTo>
                    <a:cubicBezTo>
                      <a:pt x="322061" y="366050"/>
                      <a:pt x="321156" y="349929"/>
                      <a:pt x="321035" y="333930"/>
                    </a:cubicBezTo>
                    <a:cubicBezTo>
                      <a:pt x="321035" y="318716"/>
                      <a:pt x="321035" y="303743"/>
                      <a:pt x="321397" y="288408"/>
                    </a:cubicBezTo>
                    <a:cubicBezTo>
                      <a:pt x="322423" y="262145"/>
                      <a:pt x="324476" y="236002"/>
                      <a:pt x="327434" y="209920"/>
                    </a:cubicBezTo>
                    <a:cubicBezTo>
                      <a:pt x="328582" y="199777"/>
                      <a:pt x="329910" y="189574"/>
                      <a:pt x="331298" y="179370"/>
                    </a:cubicBezTo>
                    <a:cubicBezTo>
                      <a:pt x="369093" y="186012"/>
                      <a:pt x="406465" y="195008"/>
                      <a:pt x="443173" y="206298"/>
                    </a:cubicBezTo>
                    <a:cubicBezTo>
                      <a:pt x="457421" y="210766"/>
                      <a:pt x="471550" y="215716"/>
                      <a:pt x="485435" y="220848"/>
                    </a:cubicBezTo>
                    <a:lnTo>
                      <a:pt x="486341" y="221210"/>
                    </a:lnTo>
                    <a:cubicBezTo>
                      <a:pt x="486341" y="228033"/>
                      <a:pt x="486341" y="234855"/>
                      <a:pt x="487066" y="241738"/>
                    </a:cubicBezTo>
                    <a:cubicBezTo>
                      <a:pt x="487790" y="250673"/>
                      <a:pt x="488937" y="259609"/>
                      <a:pt x="490567" y="268423"/>
                    </a:cubicBezTo>
                    <a:cubicBezTo>
                      <a:pt x="493948" y="286355"/>
                      <a:pt x="498597" y="304044"/>
                      <a:pt x="504454" y="321312"/>
                    </a:cubicBezTo>
                    <a:cubicBezTo>
                      <a:pt x="514234" y="350292"/>
                      <a:pt x="526309" y="378366"/>
                      <a:pt x="540679" y="405354"/>
                    </a:cubicBezTo>
                    <a:cubicBezTo>
                      <a:pt x="555108" y="432704"/>
                      <a:pt x="571590" y="458906"/>
                      <a:pt x="589884" y="483841"/>
                    </a:cubicBezTo>
                    <a:cubicBezTo>
                      <a:pt x="608118" y="508594"/>
                      <a:pt x="627679" y="532322"/>
                      <a:pt x="648448" y="554963"/>
                    </a:cubicBezTo>
                    <a:cubicBezTo>
                      <a:pt x="668190" y="576395"/>
                      <a:pt x="689019" y="596802"/>
                      <a:pt x="710694" y="616303"/>
                    </a:cubicBezTo>
                    <a:cubicBezTo>
                      <a:pt x="712022" y="617148"/>
                      <a:pt x="713833" y="616726"/>
                      <a:pt x="714679" y="615398"/>
                    </a:cubicBezTo>
                    <a:cubicBezTo>
                      <a:pt x="715403" y="614311"/>
                      <a:pt x="715283" y="612862"/>
                      <a:pt x="714377" y="611896"/>
                    </a:cubicBezTo>
                    <a:cubicBezTo>
                      <a:pt x="696929" y="596198"/>
                      <a:pt x="680205" y="579656"/>
                      <a:pt x="664266" y="562510"/>
                    </a:cubicBezTo>
                    <a:lnTo>
                      <a:pt x="664869" y="563113"/>
                    </a:lnTo>
                    <a:cubicBezTo>
                      <a:pt x="644463" y="541197"/>
                      <a:pt x="625385" y="518074"/>
                      <a:pt x="607815" y="493803"/>
                    </a:cubicBezTo>
                    <a:cubicBezTo>
                      <a:pt x="590609" y="470015"/>
                      <a:pt x="574971" y="445080"/>
                      <a:pt x="561025" y="419240"/>
                    </a:cubicBezTo>
                    <a:cubicBezTo>
                      <a:pt x="551486" y="401429"/>
                      <a:pt x="542973" y="383135"/>
                      <a:pt x="535547" y="364359"/>
                    </a:cubicBezTo>
                    <a:cubicBezTo>
                      <a:pt x="531804" y="354699"/>
                      <a:pt x="528241" y="344979"/>
                      <a:pt x="525283" y="335017"/>
                    </a:cubicBezTo>
                    <a:cubicBezTo>
                      <a:pt x="522506" y="326021"/>
                      <a:pt x="519970" y="316904"/>
                      <a:pt x="517796" y="307727"/>
                    </a:cubicBezTo>
                    <a:cubicBezTo>
                      <a:pt x="514174" y="291788"/>
                      <a:pt x="511397" y="275669"/>
                      <a:pt x="509464" y="259427"/>
                    </a:cubicBezTo>
                    <a:cubicBezTo>
                      <a:pt x="508257" y="249466"/>
                      <a:pt x="507291" y="239444"/>
                      <a:pt x="506627" y="229240"/>
                    </a:cubicBezTo>
                    <a:cubicBezTo>
                      <a:pt x="526491" y="236968"/>
                      <a:pt x="546293" y="244998"/>
                      <a:pt x="565553" y="254054"/>
                    </a:cubicBezTo>
                    <a:cubicBezTo>
                      <a:pt x="578473" y="260091"/>
                      <a:pt x="591394" y="266129"/>
                      <a:pt x="604012" y="272831"/>
                    </a:cubicBezTo>
                    <a:cubicBezTo>
                      <a:pt x="616630" y="279533"/>
                      <a:pt x="629429" y="286717"/>
                      <a:pt x="642229" y="293479"/>
                    </a:cubicBezTo>
                    <a:cubicBezTo>
                      <a:pt x="667647" y="306822"/>
                      <a:pt x="693246" y="319561"/>
                      <a:pt x="719509" y="331092"/>
                    </a:cubicBezTo>
                    <a:cubicBezTo>
                      <a:pt x="720958" y="334956"/>
                      <a:pt x="722467" y="338820"/>
                      <a:pt x="724218" y="342624"/>
                    </a:cubicBezTo>
                    <a:cubicBezTo>
                      <a:pt x="726633" y="347756"/>
                      <a:pt x="729169" y="352828"/>
                      <a:pt x="731946" y="357778"/>
                    </a:cubicBezTo>
                    <a:cubicBezTo>
                      <a:pt x="737621" y="367801"/>
                      <a:pt x="743780" y="377460"/>
                      <a:pt x="750481" y="386819"/>
                    </a:cubicBezTo>
                    <a:cubicBezTo>
                      <a:pt x="763824" y="405776"/>
                      <a:pt x="778435" y="423768"/>
                      <a:pt x="794193" y="440673"/>
                    </a:cubicBezTo>
                    <a:cubicBezTo>
                      <a:pt x="810493" y="458000"/>
                      <a:pt x="827942" y="474121"/>
                      <a:pt x="846538" y="488973"/>
                    </a:cubicBezTo>
                    <a:cubicBezTo>
                      <a:pt x="863201" y="502557"/>
                      <a:pt x="880891" y="514813"/>
                      <a:pt x="899486" y="525621"/>
                    </a:cubicBezTo>
                    <a:cubicBezTo>
                      <a:pt x="900875" y="526224"/>
                      <a:pt x="902505" y="525621"/>
                      <a:pt x="903169" y="524292"/>
                    </a:cubicBezTo>
                    <a:cubicBezTo>
                      <a:pt x="903773" y="522903"/>
                      <a:pt x="903169" y="521273"/>
                      <a:pt x="901780" y="520609"/>
                    </a:cubicBezTo>
                    <a:cubicBezTo>
                      <a:pt x="898581" y="518738"/>
                      <a:pt x="895381" y="516805"/>
                      <a:pt x="892241" y="514572"/>
                    </a:cubicBezTo>
                    <a:cubicBezTo>
                      <a:pt x="864288" y="496338"/>
                      <a:pt x="838810" y="474724"/>
                      <a:pt x="816290" y="450092"/>
                    </a:cubicBezTo>
                    <a:cubicBezTo>
                      <a:pt x="802706" y="435360"/>
                      <a:pt x="789967" y="419844"/>
                      <a:pt x="778133" y="403663"/>
                    </a:cubicBezTo>
                    <a:cubicBezTo>
                      <a:pt x="772095" y="395452"/>
                      <a:pt x="766661" y="387060"/>
                      <a:pt x="761409" y="378487"/>
                    </a:cubicBezTo>
                    <a:cubicBezTo>
                      <a:pt x="756821" y="371121"/>
                      <a:pt x="752534" y="363634"/>
                      <a:pt x="748429" y="355967"/>
                    </a:cubicBezTo>
                    <a:lnTo>
                      <a:pt x="748429" y="355967"/>
                    </a:lnTo>
                    <a:lnTo>
                      <a:pt x="748429" y="355967"/>
                    </a:lnTo>
                    <a:lnTo>
                      <a:pt x="747765" y="354699"/>
                    </a:lnTo>
                    <a:lnTo>
                      <a:pt x="747765" y="355122"/>
                    </a:lnTo>
                    <a:cubicBezTo>
                      <a:pt x="744926" y="349809"/>
                      <a:pt x="742149" y="344496"/>
                      <a:pt x="739433" y="339183"/>
                    </a:cubicBezTo>
                    <a:cubicBezTo>
                      <a:pt x="760624" y="347937"/>
                      <a:pt x="781695" y="356208"/>
                      <a:pt x="803731" y="363333"/>
                    </a:cubicBezTo>
                    <a:cubicBezTo>
                      <a:pt x="830417" y="372329"/>
                      <a:pt x="857405" y="380479"/>
                      <a:pt x="884694" y="387483"/>
                    </a:cubicBezTo>
                    <a:cubicBezTo>
                      <a:pt x="897977" y="390863"/>
                      <a:pt x="911320" y="394003"/>
                      <a:pt x="924662" y="396901"/>
                    </a:cubicBezTo>
                    <a:cubicBezTo>
                      <a:pt x="925447" y="397625"/>
                      <a:pt x="926474" y="398109"/>
                      <a:pt x="927560" y="398229"/>
                    </a:cubicBezTo>
                    <a:cubicBezTo>
                      <a:pt x="928285" y="398410"/>
                      <a:pt x="929070" y="398410"/>
                      <a:pt x="929794" y="398229"/>
                    </a:cubicBezTo>
                    <a:lnTo>
                      <a:pt x="936376" y="399558"/>
                    </a:lnTo>
                    <a:cubicBezTo>
                      <a:pt x="946699" y="413021"/>
                      <a:pt x="958654" y="425217"/>
                      <a:pt x="971936" y="435783"/>
                    </a:cubicBezTo>
                    <a:cubicBezTo>
                      <a:pt x="986607" y="447495"/>
                      <a:pt x="1002244" y="457819"/>
                      <a:pt x="1018726" y="466755"/>
                    </a:cubicBezTo>
                    <a:cubicBezTo>
                      <a:pt x="1020115" y="467419"/>
                      <a:pt x="1021745" y="466816"/>
                      <a:pt x="1022410" y="465426"/>
                    </a:cubicBezTo>
                    <a:cubicBezTo>
                      <a:pt x="1023013" y="464038"/>
                      <a:pt x="1022410" y="462408"/>
                      <a:pt x="1021081" y="461744"/>
                    </a:cubicBezTo>
                    <a:cubicBezTo>
                      <a:pt x="1016674" y="459328"/>
                      <a:pt x="1012266" y="456793"/>
                      <a:pt x="1007980" y="454076"/>
                    </a:cubicBezTo>
                    <a:lnTo>
                      <a:pt x="1007980" y="454076"/>
                    </a:lnTo>
                    <a:cubicBezTo>
                      <a:pt x="991014" y="442967"/>
                      <a:pt x="975438" y="429806"/>
                      <a:pt x="961733" y="414893"/>
                    </a:cubicBezTo>
                    <a:cubicBezTo>
                      <a:pt x="958050" y="410787"/>
                      <a:pt x="954488" y="406621"/>
                      <a:pt x="950986" y="402335"/>
                    </a:cubicBezTo>
                    <a:cubicBezTo>
                      <a:pt x="956420" y="403422"/>
                      <a:pt x="961854" y="404629"/>
                      <a:pt x="967287" y="405595"/>
                    </a:cubicBezTo>
                    <a:cubicBezTo>
                      <a:pt x="1025368" y="416402"/>
                      <a:pt x="1083992" y="423708"/>
                      <a:pt x="1142375" y="429745"/>
                    </a:cubicBezTo>
                    <a:cubicBezTo>
                      <a:pt x="1144608" y="430047"/>
                      <a:pt x="1146661" y="428598"/>
                      <a:pt x="1147083" y="426364"/>
                    </a:cubicBezTo>
                    <a:cubicBezTo>
                      <a:pt x="1147446" y="424493"/>
                      <a:pt x="1146480" y="422560"/>
                      <a:pt x="1144729" y="421775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" name="" descr="1424e822-78cb-46db-b241-f8b7284482e0"/>
              <p:cNvSpPr/>
              <p:nvPr/>
            </p:nvSpPr>
            <p:spPr>
              <a:xfrm>
                <a:off x="10939708" y="7666850"/>
                <a:ext cx="543" cy="1086"/>
              </a:xfrm>
              <a:custGeom>
                <a:gdLst>
                  <a:gd name="connsiteX0" fmla="*/ 598 w 543"/>
                  <a:gd name="connsiteY0" fmla="*/ 1206 h 1086"/>
                  <a:gd name="connsiteX1" fmla="*/ 54 w 543"/>
                  <a:gd name="connsiteY1" fmla="*/ 119 h 1086"/>
                  <a:gd name="connsiteX2" fmla="*/ 477 w 543"/>
                  <a:gd name="connsiteY2" fmla="*/ 964 h 108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3" h="1086">
                    <a:moveTo>
                      <a:pt x="598" y="1206"/>
                    </a:moveTo>
                    <a:lnTo>
                      <a:pt x="54" y="119"/>
                    </a:lnTo>
                    <a:lnTo>
                      <a:pt x="477" y="964"/>
                    </a:ln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" name="" descr="1ca311f2-eec4-451e-9c49-3835b43813a4"/>
              <p:cNvSpPr/>
              <p:nvPr/>
            </p:nvSpPr>
            <p:spPr>
              <a:xfrm>
                <a:off x="10580658" y="7928213"/>
                <a:ext cx="361" cy="784"/>
              </a:xfrm>
              <a:custGeom>
                <a:gdLst>
                  <a:gd name="connsiteX0" fmla="*/ 416 w 361"/>
                  <a:gd name="connsiteY0" fmla="*/ 904 h 784"/>
                  <a:gd name="connsiteX1" fmla="*/ 54 w 361"/>
                  <a:gd name="connsiteY1" fmla="*/ 119 h 784"/>
                  <a:gd name="connsiteX2" fmla="*/ 54 w 361"/>
                  <a:gd name="connsiteY2" fmla="*/ 119 h 784"/>
                  <a:gd name="connsiteX3" fmla="*/ 416 w 361"/>
                  <a:gd name="connsiteY3" fmla="*/ 904 h 78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1" h="784">
                    <a:moveTo>
                      <a:pt x="416" y="904"/>
                    </a:moveTo>
                    <a:lnTo>
                      <a:pt x="54" y="119"/>
                    </a:lnTo>
                    <a:cubicBezTo>
                      <a:pt x="54" y="119"/>
                      <a:pt x="54" y="119"/>
                      <a:pt x="54" y="119"/>
                    </a:cubicBezTo>
                    <a:cubicBezTo>
                      <a:pt x="115" y="421"/>
                      <a:pt x="235" y="662"/>
                      <a:pt x="416" y="904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" name="" descr="0c0bda6c-e3dd-4645-8bc5-d47b38664dbb"/>
              <p:cNvSpPr/>
              <p:nvPr/>
            </p:nvSpPr>
            <p:spPr>
              <a:xfrm>
                <a:off x="9416106" y="5953954"/>
                <a:ext cx="2377284" cy="1886109"/>
              </a:xfrm>
              <a:custGeom>
                <a:gdLst>
                  <a:gd name="connsiteX0" fmla="*/ 2218571 w 2377284"/>
                  <a:gd name="connsiteY0" fmla="*/ 170136 h 1886109"/>
                  <a:gd name="connsiteX1" fmla="*/ 2199855 w 2377284"/>
                  <a:gd name="connsiteY1" fmla="*/ 164098 h 1886109"/>
                  <a:gd name="connsiteX2" fmla="*/ 2131933 w 2377284"/>
                  <a:gd name="connsiteY2" fmla="*/ 152023 h 1886109"/>
                  <a:gd name="connsiteX3" fmla="*/ 1990234 w 2377284"/>
                  <a:gd name="connsiteY3" fmla="*/ 149246 h 1886109"/>
                  <a:gd name="connsiteX4" fmla="*/ 1981479 w 2377284"/>
                  <a:gd name="connsiteY4" fmla="*/ 149246 h 1886109"/>
                  <a:gd name="connsiteX5" fmla="*/ 1976407 w 2377284"/>
                  <a:gd name="connsiteY5" fmla="*/ 149246 h 1886109"/>
                  <a:gd name="connsiteX6" fmla="*/ 1834949 w 2377284"/>
                  <a:gd name="connsiteY6" fmla="*/ 145986 h 1886109"/>
                  <a:gd name="connsiteX7" fmla="*/ 1767993 w 2377284"/>
                  <a:gd name="connsiteY7" fmla="*/ 130771 h 1886109"/>
                  <a:gd name="connsiteX8" fmla="*/ 1764613 w 2377284"/>
                  <a:gd name="connsiteY8" fmla="*/ 129564 h 1886109"/>
                  <a:gd name="connsiteX9" fmla="*/ 1761171 w 2377284"/>
                  <a:gd name="connsiteY9" fmla="*/ 128296 h 1886109"/>
                  <a:gd name="connsiteX10" fmla="*/ 1702969 w 2377284"/>
                  <a:gd name="connsiteY10" fmla="*/ 94425 h 1886109"/>
                  <a:gd name="connsiteX11" fmla="*/ 1667409 w 2377284"/>
                  <a:gd name="connsiteY11" fmla="*/ 65868 h 1886109"/>
                  <a:gd name="connsiteX12" fmla="*/ 1657930 w 2377284"/>
                  <a:gd name="connsiteY12" fmla="*/ 57959 h 1886109"/>
                  <a:gd name="connsiteX13" fmla="*/ 1649296 w 2377284"/>
                  <a:gd name="connsiteY13" fmla="*/ 50895 h 1886109"/>
                  <a:gd name="connsiteX14" fmla="*/ 1594959 w 2377284"/>
                  <a:gd name="connsiteY14" fmla="*/ 15335 h 1886109"/>
                  <a:gd name="connsiteX15" fmla="*/ 1581315 w 2377284"/>
                  <a:gd name="connsiteY15" fmla="*/ 9961 h 1886109"/>
                  <a:gd name="connsiteX16" fmla="*/ 1562719 w 2377284"/>
                  <a:gd name="connsiteY16" fmla="*/ 4528 h 1886109"/>
                  <a:gd name="connsiteX17" fmla="*/ 1521725 w 2377284"/>
                  <a:gd name="connsiteY17" fmla="*/ 120 h 1886109"/>
                  <a:gd name="connsiteX18" fmla="*/ 1476503 w 2377284"/>
                  <a:gd name="connsiteY18" fmla="*/ 3682 h 1886109"/>
                  <a:gd name="connsiteX19" fmla="*/ 1430558 w 2377284"/>
                  <a:gd name="connsiteY19" fmla="*/ 13342 h 1886109"/>
                  <a:gd name="connsiteX20" fmla="*/ 1290368 w 2377284"/>
                  <a:gd name="connsiteY20" fmla="*/ 88932 h 1886109"/>
                  <a:gd name="connsiteX21" fmla="*/ 1268452 w 2377284"/>
                  <a:gd name="connsiteY21" fmla="*/ 104750 h 1886109"/>
                  <a:gd name="connsiteX22" fmla="*/ 1159113 w 2377284"/>
                  <a:gd name="connsiteY22" fmla="*/ 174603 h 1886109"/>
                  <a:gd name="connsiteX23" fmla="*/ 1148668 w 2377284"/>
                  <a:gd name="connsiteY23" fmla="*/ 179373 h 1886109"/>
                  <a:gd name="connsiteX24" fmla="*/ 1046393 w 2377284"/>
                  <a:gd name="connsiteY24" fmla="*/ 205576 h 1886109"/>
                  <a:gd name="connsiteX25" fmla="*/ 910127 w 2377284"/>
                  <a:gd name="connsiteY25" fmla="*/ 208111 h 1886109"/>
                  <a:gd name="connsiteX26" fmla="*/ 871910 w 2377284"/>
                  <a:gd name="connsiteY26" fmla="*/ 205274 h 1886109"/>
                  <a:gd name="connsiteX27" fmla="*/ 869012 w 2377284"/>
                  <a:gd name="connsiteY27" fmla="*/ 205274 h 1886109"/>
                  <a:gd name="connsiteX28" fmla="*/ 861163 w 2377284"/>
                  <a:gd name="connsiteY28" fmla="*/ 204670 h 1886109"/>
                  <a:gd name="connsiteX29" fmla="*/ 855126 w 2377284"/>
                  <a:gd name="connsiteY29" fmla="*/ 204187 h 1886109"/>
                  <a:gd name="connsiteX30" fmla="*/ 782012 w 2377284"/>
                  <a:gd name="connsiteY30" fmla="*/ 199357 h 1886109"/>
                  <a:gd name="connsiteX31" fmla="*/ 655225 w 2377284"/>
                  <a:gd name="connsiteY31" fmla="*/ 209078 h 1886109"/>
                  <a:gd name="connsiteX32" fmla="*/ 523486 w 2377284"/>
                  <a:gd name="connsiteY32" fmla="*/ 268245 h 1886109"/>
                  <a:gd name="connsiteX33" fmla="*/ 390119 w 2377284"/>
                  <a:gd name="connsiteY33" fmla="*/ 392798 h 1886109"/>
                  <a:gd name="connsiteX34" fmla="*/ 284040 w 2377284"/>
                  <a:gd name="connsiteY34" fmla="*/ 541743 h 1886109"/>
                  <a:gd name="connsiteX35" fmla="*/ 224631 w 2377284"/>
                  <a:gd name="connsiteY35" fmla="*/ 655549 h 1886109"/>
                  <a:gd name="connsiteX36" fmla="*/ 212556 w 2377284"/>
                  <a:gd name="connsiteY36" fmla="*/ 661587 h 1886109"/>
                  <a:gd name="connsiteX37" fmla="*/ 186836 w 2377284"/>
                  <a:gd name="connsiteY37" fmla="*/ 692318 h 1886109"/>
                  <a:gd name="connsiteX38" fmla="*/ 184904 w 2377284"/>
                  <a:gd name="connsiteY38" fmla="*/ 694612 h 1886109"/>
                  <a:gd name="connsiteX39" fmla="*/ 89451 w 2377284"/>
                  <a:gd name="connsiteY39" fmla="*/ 815362 h 1886109"/>
                  <a:gd name="connsiteX40" fmla="*/ 10964 w 2377284"/>
                  <a:gd name="connsiteY40" fmla="*/ 979280 h 1886109"/>
                  <a:gd name="connsiteX41" fmla="*/ 97 w 2377284"/>
                  <a:gd name="connsiteY41" fmla="*/ 1077329 h 1886109"/>
                  <a:gd name="connsiteX42" fmla="*/ 11327 w 2377284"/>
                  <a:gd name="connsiteY42" fmla="*/ 1175075 h 1886109"/>
                  <a:gd name="connsiteX43" fmla="*/ 60170 w 2377284"/>
                  <a:gd name="connsiteY43" fmla="*/ 1339235 h 1886109"/>
                  <a:gd name="connsiteX44" fmla="*/ 251196 w 2377284"/>
                  <a:gd name="connsiteY44" fmla="*/ 1638452 h 1886109"/>
                  <a:gd name="connsiteX45" fmla="*/ 382451 w 2377284"/>
                  <a:gd name="connsiteY45" fmla="*/ 1754493 h 1886109"/>
                  <a:gd name="connsiteX46" fmla="*/ 526566 w 2377284"/>
                  <a:gd name="connsiteY46" fmla="*/ 1837388 h 1886109"/>
                  <a:gd name="connsiteX47" fmla="*/ 567500 w 2377284"/>
                  <a:gd name="connsiteY47" fmla="*/ 1853327 h 1886109"/>
                  <a:gd name="connsiteX48" fmla="*/ 813045 w 2377284"/>
                  <a:gd name="connsiteY48" fmla="*/ 1882306 h 1886109"/>
                  <a:gd name="connsiteX49" fmla="*/ 880785 w 2377284"/>
                  <a:gd name="connsiteY49" fmla="*/ 1868601 h 1886109"/>
                  <a:gd name="connsiteX50" fmla="*/ 944420 w 2377284"/>
                  <a:gd name="connsiteY50" fmla="*/ 1844451 h 1886109"/>
                  <a:gd name="connsiteX51" fmla="*/ 1051646 w 2377284"/>
                  <a:gd name="connsiteY51" fmla="*/ 1768258 h 1886109"/>
                  <a:gd name="connsiteX52" fmla="*/ 1104594 w 2377284"/>
                  <a:gd name="connsiteY52" fmla="*/ 1701061 h 1886109"/>
                  <a:gd name="connsiteX53" fmla="*/ 1144019 w 2377284"/>
                  <a:gd name="connsiteY53" fmla="*/ 1619555 h 1886109"/>
                  <a:gd name="connsiteX54" fmla="*/ 1157543 w 2377284"/>
                  <a:gd name="connsiteY54" fmla="*/ 1576327 h 1886109"/>
                  <a:gd name="connsiteX55" fmla="*/ 1166660 w 2377284"/>
                  <a:gd name="connsiteY55" fmla="*/ 1534064 h 1886109"/>
                  <a:gd name="connsiteX56" fmla="*/ 1168471 w 2377284"/>
                  <a:gd name="connsiteY56" fmla="*/ 1524464 h 1886109"/>
                  <a:gd name="connsiteX57" fmla="*/ 1195398 w 2377284"/>
                  <a:gd name="connsiteY57" fmla="*/ 1428649 h 1886109"/>
                  <a:gd name="connsiteX58" fmla="*/ 1227035 w 2377284"/>
                  <a:gd name="connsiteY58" fmla="*/ 1368516 h 1886109"/>
                  <a:gd name="connsiteX59" fmla="*/ 1260845 w 2377284"/>
                  <a:gd name="connsiteY59" fmla="*/ 1333379 h 1886109"/>
                  <a:gd name="connsiteX60" fmla="*/ 1309808 w 2377284"/>
                  <a:gd name="connsiteY60" fmla="*/ 1305002 h 1886109"/>
                  <a:gd name="connsiteX61" fmla="*/ 1404778 w 2377284"/>
                  <a:gd name="connsiteY61" fmla="*/ 1275478 h 1886109"/>
                  <a:gd name="connsiteX62" fmla="*/ 1409427 w 2377284"/>
                  <a:gd name="connsiteY62" fmla="*/ 1274271 h 1886109"/>
                  <a:gd name="connsiteX63" fmla="*/ 1530177 w 2377284"/>
                  <a:gd name="connsiteY63" fmla="*/ 1238046 h 1886109"/>
                  <a:gd name="connsiteX64" fmla="*/ 1600152 w 2377284"/>
                  <a:gd name="connsiteY64" fmla="*/ 1207859 h 1886109"/>
                  <a:gd name="connsiteX65" fmla="*/ 1674231 w 2377284"/>
                  <a:gd name="connsiteY65" fmla="*/ 1162517 h 1886109"/>
                  <a:gd name="connsiteX66" fmla="*/ 1727603 w 2377284"/>
                  <a:gd name="connsiteY66" fmla="*/ 1104739 h 1886109"/>
                  <a:gd name="connsiteX67" fmla="*/ 1757790 w 2377284"/>
                  <a:gd name="connsiteY67" fmla="*/ 1040319 h 1886109"/>
                  <a:gd name="connsiteX68" fmla="*/ 1772521 w 2377284"/>
                  <a:gd name="connsiteY68" fmla="*/ 971793 h 1886109"/>
                  <a:gd name="connsiteX69" fmla="*/ 1777653 w 2377284"/>
                  <a:gd name="connsiteY69" fmla="*/ 931221 h 1886109"/>
                  <a:gd name="connsiteX70" fmla="*/ 1778197 w 2377284"/>
                  <a:gd name="connsiteY70" fmla="*/ 926753 h 1886109"/>
                  <a:gd name="connsiteX71" fmla="*/ 1778740 w 2377284"/>
                  <a:gd name="connsiteY71" fmla="*/ 922346 h 1886109"/>
                  <a:gd name="connsiteX72" fmla="*/ 1781034 w 2377284"/>
                  <a:gd name="connsiteY72" fmla="*/ 902181 h 1886109"/>
                  <a:gd name="connsiteX73" fmla="*/ 1781699 w 2377284"/>
                  <a:gd name="connsiteY73" fmla="*/ 896505 h 1886109"/>
                  <a:gd name="connsiteX74" fmla="*/ 1780491 w 2377284"/>
                  <a:gd name="connsiteY74" fmla="*/ 898377 h 1886109"/>
                  <a:gd name="connsiteX75" fmla="*/ 1802951 w 2377284"/>
                  <a:gd name="connsiteY75" fmla="*/ 803770 h 1886109"/>
                  <a:gd name="connsiteX76" fmla="*/ 1828308 w 2377284"/>
                  <a:gd name="connsiteY76" fmla="*/ 758066 h 1886109"/>
                  <a:gd name="connsiteX77" fmla="*/ 1864533 w 2377284"/>
                  <a:gd name="connsiteY77" fmla="*/ 721117 h 1886109"/>
                  <a:gd name="connsiteX78" fmla="*/ 1894720 w 2377284"/>
                  <a:gd name="connsiteY78" fmla="*/ 701615 h 1886109"/>
                  <a:gd name="connsiteX79" fmla="*/ 1927383 w 2377284"/>
                  <a:gd name="connsiteY79" fmla="*/ 686039 h 1886109"/>
                  <a:gd name="connsiteX80" fmla="*/ 2025371 w 2377284"/>
                  <a:gd name="connsiteY80" fmla="*/ 651806 h 1886109"/>
                  <a:gd name="connsiteX81" fmla="*/ 2048978 w 2377284"/>
                  <a:gd name="connsiteY81" fmla="*/ 644320 h 1886109"/>
                  <a:gd name="connsiteX82" fmla="*/ 2140023 w 2377284"/>
                  <a:gd name="connsiteY82" fmla="*/ 614132 h 1886109"/>
                  <a:gd name="connsiteX83" fmla="*/ 2250268 w 2377284"/>
                  <a:gd name="connsiteY83" fmla="*/ 567040 h 1886109"/>
                  <a:gd name="connsiteX84" fmla="*/ 2295549 w 2377284"/>
                  <a:gd name="connsiteY84" fmla="*/ 538422 h 1886109"/>
                  <a:gd name="connsiteX85" fmla="*/ 2334611 w 2377284"/>
                  <a:gd name="connsiteY85" fmla="*/ 503345 h 1886109"/>
                  <a:gd name="connsiteX86" fmla="*/ 2362203 w 2377284"/>
                  <a:gd name="connsiteY86" fmla="*/ 461867 h 1886109"/>
                  <a:gd name="connsiteX87" fmla="*/ 2371199 w 2377284"/>
                  <a:gd name="connsiteY87" fmla="*/ 438140 h 1886109"/>
                  <a:gd name="connsiteX88" fmla="*/ 2376391 w 2377284"/>
                  <a:gd name="connsiteY88" fmla="*/ 410669 h 1886109"/>
                  <a:gd name="connsiteX89" fmla="*/ 2373372 w 2377284"/>
                  <a:gd name="connsiteY89" fmla="*/ 355366 h 1886109"/>
                  <a:gd name="connsiteX90" fmla="*/ 2352241 w 2377284"/>
                  <a:gd name="connsiteY90" fmla="*/ 292395 h 1886109"/>
                  <a:gd name="connsiteX91" fmla="*/ 2312152 w 2377284"/>
                  <a:gd name="connsiteY91" fmla="*/ 230873 h 1886109"/>
                  <a:gd name="connsiteX92" fmla="*/ 2260471 w 2377284"/>
                  <a:gd name="connsiteY92" fmla="*/ 189033 h 1886109"/>
                  <a:gd name="connsiteX93" fmla="*/ 2218209 w 2377284"/>
                  <a:gd name="connsiteY93" fmla="*/ 169774 h 1886109"/>
                  <a:gd name="connsiteX94" fmla="*/ 172105 w 2377284"/>
                  <a:gd name="connsiteY94" fmla="*/ 780284 h 1886109"/>
                  <a:gd name="connsiteX95" fmla="*/ 174037 w 2377284"/>
                  <a:gd name="connsiteY95" fmla="*/ 777809 h 1886109"/>
                  <a:gd name="connsiteX96" fmla="*/ 176935 w 2377284"/>
                  <a:gd name="connsiteY96" fmla="*/ 773764 h 1886109"/>
                  <a:gd name="connsiteX97" fmla="*/ 140408 w 2377284"/>
                  <a:gd name="connsiteY97" fmla="*/ 883948 h 1886109"/>
                  <a:gd name="connsiteX98" fmla="*/ 73090 w 2377284"/>
                  <a:gd name="connsiteY98" fmla="*/ 1214681 h 1886109"/>
                  <a:gd name="connsiteX99" fmla="*/ 55883 w 2377284"/>
                  <a:gd name="connsiteY99" fmla="*/ 1122428 h 1886109"/>
                  <a:gd name="connsiteX100" fmla="*/ 54978 w 2377284"/>
                  <a:gd name="connsiteY100" fmla="*/ 1024440 h 1886109"/>
                  <a:gd name="connsiteX101" fmla="*/ 77679 w 2377284"/>
                  <a:gd name="connsiteY101" fmla="*/ 936655 h 1886109"/>
                  <a:gd name="connsiteX102" fmla="*/ 172165 w 2377284"/>
                  <a:gd name="connsiteY102" fmla="*/ 780284 h 188610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2377284" h="1886109">
                    <a:moveTo>
                      <a:pt x="2218571" y="170136"/>
                    </a:moveTo>
                    <a:cubicBezTo>
                      <a:pt x="2212533" y="167962"/>
                      <a:pt x="2206134" y="165970"/>
                      <a:pt x="2199855" y="164098"/>
                    </a:cubicBezTo>
                    <a:cubicBezTo>
                      <a:pt x="2177576" y="158188"/>
                      <a:pt x="2154876" y="154148"/>
                      <a:pt x="2131933" y="152023"/>
                    </a:cubicBezTo>
                    <a:cubicBezTo>
                      <a:pt x="2084660" y="146891"/>
                      <a:pt x="2036601" y="148099"/>
                      <a:pt x="1990234" y="149246"/>
                    </a:cubicBezTo>
                    <a:lnTo>
                      <a:pt x="1981479" y="149246"/>
                    </a:lnTo>
                    <a:lnTo>
                      <a:pt x="1976407" y="149246"/>
                    </a:lnTo>
                    <a:cubicBezTo>
                      <a:pt x="1929436" y="150272"/>
                      <a:pt x="1881860" y="151359"/>
                      <a:pt x="1834949" y="145986"/>
                    </a:cubicBezTo>
                    <a:cubicBezTo>
                      <a:pt x="1812128" y="143305"/>
                      <a:pt x="1789728" y="138204"/>
                      <a:pt x="1767993" y="130771"/>
                    </a:cubicBezTo>
                    <a:lnTo>
                      <a:pt x="1764613" y="129564"/>
                    </a:lnTo>
                    <a:lnTo>
                      <a:pt x="1761171" y="128296"/>
                    </a:lnTo>
                    <a:cubicBezTo>
                      <a:pt x="1740584" y="119222"/>
                      <a:pt x="1721021" y="107859"/>
                      <a:pt x="1702969" y="94425"/>
                    </a:cubicBezTo>
                    <a:cubicBezTo>
                      <a:pt x="1690895" y="85369"/>
                      <a:pt x="1678820" y="75347"/>
                      <a:pt x="1667409" y="65868"/>
                    </a:cubicBezTo>
                    <a:lnTo>
                      <a:pt x="1657930" y="57959"/>
                    </a:lnTo>
                    <a:lnTo>
                      <a:pt x="1649296" y="50895"/>
                    </a:lnTo>
                    <a:cubicBezTo>
                      <a:pt x="1632753" y="36780"/>
                      <a:pt x="1614521" y="24832"/>
                      <a:pt x="1594959" y="15335"/>
                    </a:cubicBezTo>
                    <a:cubicBezTo>
                      <a:pt x="1590491" y="13342"/>
                      <a:pt x="1585963" y="11531"/>
                      <a:pt x="1581315" y="9961"/>
                    </a:cubicBezTo>
                    <a:cubicBezTo>
                      <a:pt x="1575217" y="7818"/>
                      <a:pt x="1568998" y="6007"/>
                      <a:pt x="1562719" y="4528"/>
                    </a:cubicBezTo>
                    <a:cubicBezTo>
                      <a:pt x="1549255" y="1678"/>
                      <a:pt x="1535490" y="198"/>
                      <a:pt x="1521725" y="120"/>
                    </a:cubicBezTo>
                    <a:cubicBezTo>
                      <a:pt x="1506571" y="84"/>
                      <a:pt x="1491477" y="1279"/>
                      <a:pt x="1476503" y="3682"/>
                    </a:cubicBezTo>
                    <a:cubicBezTo>
                      <a:pt x="1460987" y="5814"/>
                      <a:pt x="1445652" y="9044"/>
                      <a:pt x="1430558" y="13342"/>
                    </a:cubicBezTo>
                    <a:cubicBezTo>
                      <a:pt x="1378878" y="28436"/>
                      <a:pt x="1332630" y="58563"/>
                      <a:pt x="1290368" y="88932"/>
                    </a:cubicBezTo>
                    <a:lnTo>
                      <a:pt x="1268452" y="104750"/>
                    </a:lnTo>
                    <a:cubicBezTo>
                      <a:pt x="1233193" y="130349"/>
                      <a:pt x="1197874" y="155947"/>
                      <a:pt x="1159113" y="174603"/>
                    </a:cubicBezTo>
                    <a:cubicBezTo>
                      <a:pt x="1155672" y="176234"/>
                      <a:pt x="1152170" y="177864"/>
                      <a:pt x="1148668" y="179373"/>
                    </a:cubicBezTo>
                    <a:cubicBezTo>
                      <a:pt x="1115824" y="192329"/>
                      <a:pt x="1081471" y="201132"/>
                      <a:pt x="1046393" y="205576"/>
                    </a:cubicBezTo>
                    <a:cubicBezTo>
                      <a:pt x="1001172" y="210846"/>
                      <a:pt x="955529" y="211698"/>
                      <a:pt x="910127" y="208111"/>
                    </a:cubicBezTo>
                    <a:cubicBezTo>
                      <a:pt x="897388" y="207266"/>
                      <a:pt x="884589" y="206300"/>
                      <a:pt x="871910" y="205274"/>
                    </a:cubicBezTo>
                    <a:lnTo>
                      <a:pt x="869012" y="205274"/>
                    </a:lnTo>
                    <a:lnTo>
                      <a:pt x="861163" y="204670"/>
                    </a:lnTo>
                    <a:lnTo>
                      <a:pt x="855126" y="204187"/>
                    </a:lnTo>
                    <a:cubicBezTo>
                      <a:pt x="830191" y="202195"/>
                      <a:pt x="805799" y="200323"/>
                      <a:pt x="782012" y="199357"/>
                    </a:cubicBezTo>
                    <a:cubicBezTo>
                      <a:pt x="739508" y="196924"/>
                      <a:pt x="696883" y="200190"/>
                      <a:pt x="655225" y="209078"/>
                    </a:cubicBezTo>
                    <a:cubicBezTo>
                      <a:pt x="608011" y="220380"/>
                      <a:pt x="563334" y="240454"/>
                      <a:pt x="523486" y="268245"/>
                    </a:cubicBezTo>
                    <a:cubicBezTo>
                      <a:pt x="479474" y="298432"/>
                      <a:pt x="437090" y="337857"/>
                      <a:pt x="390119" y="392798"/>
                    </a:cubicBezTo>
                    <a:cubicBezTo>
                      <a:pt x="350512" y="439293"/>
                      <a:pt x="315012" y="489126"/>
                      <a:pt x="284040" y="541743"/>
                    </a:cubicBezTo>
                    <a:cubicBezTo>
                      <a:pt x="262607" y="577968"/>
                      <a:pt x="242622" y="616487"/>
                      <a:pt x="224631" y="655549"/>
                    </a:cubicBezTo>
                    <a:cubicBezTo>
                      <a:pt x="219921" y="655773"/>
                      <a:pt x="215575" y="657965"/>
                      <a:pt x="212556" y="661587"/>
                    </a:cubicBezTo>
                    <a:lnTo>
                      <a:pt x="186836" y="692318"/>
                    </a:lnTo>
                    <a:lnTo>
                      <a:pt x="184904" y="694612"/>
                    </a:lnTo>
                    <a:cubicBezTo>
                      <a:pt x="152544" y="733252"/>
                      <a:pt x="119035" y="773099"/>
                      <a:pt x="89451" y="815362"/>
                    </a:cubicBezTo>
                    <a:cubicBezTo>
                      <a:pt x="50147" y="871027"/>
                      <a:pt x="24488" y="924640"/>
                      <a:pt x="10964" y="979280"/>
                    </a:cubicBezTo>
                    <a:cubicBezTo>
                      <a:pt x="3237" y="1011399"/>
                      <a:pt x="-386" y="1044304"/>
                      <a:pt x="97" y="1077329"/>
                    </a:cubicBezTo>
                    <a:cubicBezTo>
                      <a:pt x="1063" y="1110172"/>
                      <a:pt x="4806" y="1142896"/>
                      <a:pt x="11327" y="1175075"/>
                    </a:cubicBezTo>
                    <a:cubicBezTo>
                      <a:pt x="22013" y="1231284"/>
                      <a:pt x="38375" y="1286286"/>
                      <a:pt x="60170" y="1339235"/>
                    </a:cubicBezTo>
                    <a:cubicBezTo>
                      <a:pt x="105270" y="1449720"/>
                      <a:pt x="169992" y="1551090"/>
                      <a:pt x="251196" y="1638452"/>
                    </a:cubicBezTo>
                    <a:cubicBezTo>
                      <a:pt x="291104" y="1681258"/>
                      <a:pt x="335057" y="1720139"/>
                      <a:pt x="382451" y="1754493"/>
                    </a:cubicBezTo>
                    <a:cubicBezTo>
                      <a:pt x="427189" y="1787458"/>
                      <a:pt x="475549" y="1815290"/>
                      <a:pt x="526566" y="1837388"/>
                    </a:cubicBezTo>
                    <a:cubicBezTo>
                      <a:pt x="540573" y="1843425"/>
                      <a:pt x="554338" y="1848738"/>
                      <a:pt x="567500" y="1853327"/>
                    </a:cubicBezTo>
                    <a:cubicBezTo>
                      <a:pt x="651482" y="1882790"/>
                      <a:pt x="734013" y="1892510"/>
                      <a:pt x="813045" y="1882306"/>
                    </a:cubicBezTo>
                    <a:cubicBezTo>
                      <a:pt x="835926" y="1879469"/>
                      <a:pt x="858567" y="1874880"/>
                      <a:pt x="880785" y="1868601"/>
                    </a:cubicBezTo>
                    <a:cubicBezTo>
                      <a:pt x="902641" y="1862262"/>
                      <a:pt x="923893" y="1854232"/>
                      <a:pt x="944420" y="1844451"/>
                    </a:cubicBezTo>
                    <a:cubicBezTo>
                      <a:pt x="984328" y="1825493"/>
                      <a:pt x="1020613" y="1799714"/>
                      <a:pt x="1051646" y="1768258"/>
                    </a:cubicBezTo>
                    <a:cubicBezTo>
                      <a:pt x="1071690" y="1747851"/>
                      <a:pt x="1089440" y="1725332"/>
                      <a:pt x="1104594" y="1701061"/>
                    </a:cubicBezTo>
                    <a:cubicBezTo>
                      <a:pt x="1120594" y="1675341"/>
                      <a:pt x="1133816" y="1648052"/>
                      <a:pt x="1144019" y="1619555"/>
                    </a:cubicBezTo>
                    <a:cubicBezTo>
                      <a:pt x="1149272" y="1605367"/>
                      <a:pt x="1153800" y="1590937"/>
                      <a:pt x="1157543" y="1576327"/>
                    </a:cubicBezTo>
                    <a:cubicBezTo>
                      <a:pt x="1161226" y="1562199"/>
                      <a:pt x="1164124" y="1547226"/>
                      <a:pt x="1166660" y="1534064"/>
                    </a:cubicBezTo>
                    <a:lnTo>
                      <a:pt x="1168471" y="1524464"/>
                    </a:lnTo>
                    <a:cubicBezTo>
                      <a:pt x="1174629" y="1491802"/>
                      <a:pt x="1183626" y="1459743"/>
                      <a:pt x="1195398" y="1428649"/>
                    </a:cubicBezTo>
                    <a:cubicBezTo>
                      <a:pt x="1203609" y="1407458"/>
                      <a:pt x="1214235" y="1387293"/>
                      <a:pt x="1227035" y="1368516"/>
                    </a:cubicBezTo>
                    <a:cubicBezTo>
                      <a:pt x="1236936" y="1355596"/>
                      <a:pt x="1248287" y="1343763"/>
                      <a:pt x="1260845" y="1333379"/>
                    </a:cubicBezTo>
                    <a:cubicBezTo>
                      <a:pt x="1275999" y="1322088"/>
                      <a:pt x="1292420" y="1312549"/>
                      <a:pt x="1309808" y="1305002"/>
                    </a:cubicBezTo>
                    <a:cubicBezTo>
                      <a:pt x="1340720" y="1292927"/>
                      <a:pt x="1372478" y="1283086"/>
                      <a:pt x="1404778" y="1275478"/>
                    </a:cubicBezTo>
                    <a:lnTo>
                      <a:pt x="1409427" y="1274271"/>
                    </a:lnTo>
                    <a:cubicBezTo>
                      <a:pt x="1448369" y="1264128"/>
                      <a:pt x="1489786" y="1252959"/>
                      <a:pt x="1530177" y="1238046"/>
                    </a:cubicBezTo>
                    <a:cubicBezTo>
                      <a:pt x="1553844" y="1229171"/>
                      <a:pt x="1577390" y="1219089"/>
                      <a:pt x="1600152" y="1207859"/>
                    </a:cubicBezTo>
                    <a:cubicBezTo>
                      <a:pt x="1626415" y="1195421"/>
                      <a:pt x="1651229" y="1180208"/>
                      <a:pt x="1674231" y="1162517"/>
                    </a:cubicBezTo>
                    <a:cubicBezTo>
                      <a:pt x="1695061" y="1146276"/>
                      <a:pt x="1713113" y="1126775"/>
                      <a:pt x="1727603" y="1104739"/>
                    </a:cubicBezTo>
                    <a:cubicBezTo>
                      <a:pt x="1740584" y="1084755"/>
                      <a:pt x="1750726" y="1063080"/>
                      <a:pt x="1757790" y="1040319"/>
                    </a:cubicBezTo>
                    <a:cubicBezTo>
                      <a:pt x="1764673" y="1017920"/>
                      <a:pt x="1769624" y="995038"/>
                      <a:pt x="1772521" y="971793"/>
                    </a:cubicBezTo>
                    <a:cubicBezTo>
                      <a:pt x="1774454" y="958330"/>
                      <a:pt x="1776083" y="944746"/>
                      <a:pt x="1777653" y="931221"/>
                    </a:cubicBezTo>
                    <a:lnTo>
                      <a:pt x="1778197" y="926753"/>
                    </a:lnTo>
                    <a:lnTo>
                      <a:pt x="1778740" y="922346"/>
                    </a:lnTo>
                    <a:cubicBezTo>
                      <a:pt x="1779404" y="915584"/>
                      <a:pt x="1780250" y="908882"/>
                      <a:pt x="1781034" y="902181"/>
                    </a:cubicBezTo>
                    <a:lnTo>
                      <a:pt x="1781699" y="896505"/>
                    </a:lnTo>
                    <a:lnTo>
                      <a:pt x="1780491" y="898377"/>
                    </a:lnTo>
                    <a:cubicBezTo>
                      <a:pt x="1785080" y="870846"/>
                      <a:pt x="1790332" y="836493"/>
                      <a:pt x="1802951" y="803770"/>
                    </a:cubicBezTo>
                    <a:cubicBezTo>
                      <a:pt x="1809652" y="787650"/>
                      <a:pt x="1818165" y="772315"/>
                      <a:pt x="1828308" y="758066"/>
                    </a:cubicBezTo>
                    <a:cubicBezTo>
                      <a:pt x="1839055" y="744482"/>
                      <a:pt x="1851190" y="732105"/>
                      <a:pt x="1864533" y="721117"/>
                    </a:cubicBezTo>
                    <a:cubicBezTo>
                      <a:pt x="1874072" y="713854"/>
                      <a:pt x="1884154" y="707333"/>
                      <a:pt x="1894720" y="701615"/>
                    </a:cubicBezTo>
                    <a:cubicBezTo>
                      <a:pt x="1905346" y="695874"/>
                      <a:pt x="1916214" y="690676"/>
                      <a:pt x="1927383" y="686039"/>
                    </a:cubicBezTo>
                    <a:cubicBezTo>
                      <a:pt x="1957208" y="673964"/>
                      <a:pt x="1986852" y="664123"/>
                      <a:pt x="2025371" y="651806"/>
                    </a:cubicBezTo>
                    <a:lnTo>
                      <a:pt x="2048978" y="644320"/>
                    </a:lnTo>
                    <a:cubicBezTo>
                      <a:pt x="2079166" y="634780"/>
                      <a:pt x="2110017" y="624940"/>
                      <a:pt x="2140023" y="614132"/>
                    </a:cubicBezTo>
                    <a:cubicBezTo>
                      <a:pt x="2177878" y="601218"/>
                      <a:pt x="2214767" y="585479"/>
                      <a:pt x="2250268" y="567040"/>
                    </a:cubicBezTo>
                    <a:cubicBezTo>
                      <a:pt x="2266086" y="558648"/>
                      <a:pt x="2281180" y="549085"/>
                      <a:pt x="2295549" y="538422"/>
                    </a:cubicBezTo>
                    <a:cubicBezTo>
                      <a:pt x="2309797" y="528153"/>
                      <a:pt x="2322899" y="516392"/>
                      <a:pt x="2334611" y="503345"/>
                    </a:cubicBezTo>
                    <a:cubicBezTo>
                      <a:pt x="2345721" y="490913"/>
                      <a:pt x="2355018" y="476943"/>
                      <a:pt x="2362203" y="461867"/>
                    </a:cubicBezTo>
                    <a:cubicBezTo>
                      <a:pt x="2365825" y="454217"/>
                      <a:pt x="2368844" y="446278"/>
                      <a:pt x="2371199" y="438140"/>
                    </a:cubicBezTo>
                    <a:cubicBezTo>
                      <a:pt x="2373735" y="429150"/>
                      <a:pt x="2375425" y="419961"/>
                      <a:pt x="2376391" y="410669"/>
                    </a:cubicBezTo>
                    <a:cubicBezTo>
                      <a:pt x="2378323" y="392188"/>
                      <a:pt x="2377297" y="373527"/>
                      <a:pt x="2373372" y="355366"/>
                    </a:cubicBezTo>
                    <a:cubicBezTo>
                      <a:pt x="2369025" y="333571"/>
                      <a:pt x="2361901" y="312415"/>
                      <a:pt x="2352241" y="292395"/>
                    </a:cubicBezTo>
                    <a:cubicBezTo>
                      <a:pt x="2342098" y="269960"/>
                      <a:pt x="2328574" y="249215"/>
                      <a:pt x="2312152" y="230873"/>
                    </a:cubicBezTo>
                    <a:cubicBezTo>
                      <a:pt x="2297179" y="214354"/>
                      <a:pt x="2279731" y="200238"/>
                      <a:pt x="2260471" y="189033"/>
                    </a:cubicBezTo>
                    <a:cubicBezTo>
                      <a:pt x="2247007" y="181275"/>
                      <a:pt x="2232880" y="174821"/>
                      <a:pt x="2218209" y="169774"/>
                    </a:cubicBezTo>
                    <a:moveTo>
                      <a:pt x="172105" y="780284"/>
                    </a:moveTo>
                    <a:lnTo>
                      <a:pt x="174037" y="777809"/>
                    </a:lnTo>
                    <a:lnTo>
                      <a:pt x="176935" y="773764"/>
                    </a:lnTo>
                    <a:cubicBezTo>
                      <a:pt x="164196" y="806427"/>
                      <a:pt x="152000" y="843557"/>
                      <a:pt x="140408" y="883948"/>
                    </a:cubicBezTo>
                    <a:cubicBezTo>
                      <a:pt x="109798" y="992381"/>
                      <a:pt x="87338" y="1102927"/>
                      <a:pt x="73090" y="1214681"/>
                    </a:cubicBezTo>
                    <a:cubicBezTo>
                      <a:pt x="65725" y="1181777"/>
                      <a:pt x="59808" y="1150745"/>
                      <a:pt x="55883" y="1122428"/>
                    </a:cubicBezTo>
                    <a:cubicBezTo>
                      <a:pt x="51959" y="1089886"/>
                      <a:pt x="51657" y="1057043"/>
                      <a:pt x="54978" y="1024440"/>
                    </a:cubicBezTo>
                    <a:cubicBezTo>
                      <a:pt x="59083" y="994374"/>
                      <a:pt x="66691" y="964911"/>
                      <a:pt x="77679" y="936655"/>
                    </a:cubicBezTo>
                    <a:cubicBezTo>
                      <a:pt x="99897" y="882740"/>
                      <a:pt x="131533" y="835105"/>
                      <a:pt x="172165" y="780284"/>
                    </a:cubicBezTo>
                    <a:close/>
                  </a:path>
                </a:pathLst>
              </a:custGeom>
              <a:solidFill>
                <a:srgbClr val="94993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" name="" descr="44f8f673-b3df-4cdd-a3aa-849ef9a63289"/>
              <p:cNvSpPr/>
              <p:nvPr/>
            </p:nvSpPr>
            <p:spPr>
              <a:xfrm>
                <a:off x="10498669" y="6650137"/>
                <a:ext cx="2898" cy="2113"/>
              </a:xfrm>
              <a:custGeom>
                <a:gdLst>
                  <a:gd name="connsiteX0" fmla="*/ 2953 w 2898"/>
                  <a:gd name="connsiteY0" fmla="*/ 119 h 2113"/>
                  <a:gd name="connsiteX1" fmla="*/ 54 w 2898"/>
                  <a:gd name="connsiteY1" fmla="*/ 2233 h 2113"/>
                  <a:gd name="connsiteX2" fmla="*/ 417 w 2898"/>
                  <a:gd name="connsiteY2" fmla="*/ 2233 h 211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98" h="2113">
                    <a:moveTo>
                      <a:pt x="2953" y="119"/>
                    </a:moveTo>
                    <a:lnTo>
                      <a:pt x="54" y="2233"/>
                    </a:lnTo>
                    <a:lnTo>
                      <a:pt x="417" y="2233"/>
                    </a:ln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" name="" descr="e4b8032a-1d2a-48ec-9c6c-7f5654a30fb0"/>
              <p:cNvSpPr/>
              <p:nvPr/>
            </p:nvSpPr>
            <p:spPr>
              <a:xfrm>
                <a:off x="9398406" y="6046093"/>
                <a:ext cx="2272965" cy="1383938"/>
              </a:xfrm>
              <a:custGeom>
                <a:gdLst>
                  <a:gd name="connsiteX0" fmla="*/ 1828197 w 2272965"/>
                  <a:gd name="connsiteY0" fmla="*/ 305549 h 1383938"/>
                  <a:gd name="connsiteX1" fmla="*/ 1974727 w 2272965"/>
                  <a:gd name="connsiteY1" fmla="*/ 283754 h 1383938"/>
                  <a:gd name="connsiteX2" fmla="*/ 2123611 w 2272965"/>
                  <a:gd name="connsiteY2" fmla="*/ 266185 h 1383938"/>
                  <a:gd name="connsiteX3" fmla="*/ 2269115 w 2272965"/>
                  <a:gd name="connsiteY3" fmla="*/ 248676 h 1383938"/>
                  <a:gd name="connsiteX4" fmla="*/ 2272919 w 2272965"/>
                  <a:gd name="connsiteY4" fmla="*/ 242898 h 1383938"/>
                  <a:gd name="connsiteX5" fmla="*/ 2272858 w 2272965"/>
                  <a:gd name="connsiteY5" fmla="*/ 242639 h 1383938"/>
                  <a:gd name="connsiteX6" fmla="*/ 2269779 w 2272965"/>
                  <a:gd name="connsiteY6" fmla="*/ 239077 h 1383938"/>
                  <a:gd name="connsiteX7" fmla="*/ 2266881 w 2272965"/>
                  <a:gd name="connsiteY7" fmla="*/ 239077 h 1383938"/>
                  <a:gd name="connsiteX8" fmla="*/ 2084851 w 2272965"/>
                  <a:gd name="connsiteY8" fmla="*/ 258517 h 1383938"/>
                  <a:gd name="connsiteX9" fmla="*/ 2086481 w 2272965"/>
                  <a:gd name="connsiteY9" fmla="*/ 258517 h 1383938"/>
                  <a:gd name="connsiteX10" fmla="*/ 1938864 w 2272965"/>
                  <a:gd name="connsiteY10" fmla="*/ 273792 h 1383938"/>
                  <a:gd name="connsiteX11" fmla="*/ 1895998 w 2272965"/>
                  <a:gd name="connsiteY11" fmla="*/ 279105 h 1383938"/>
                  <a:gd name="connsiteX12" fmla="*/ 1940012 w 2272965"/>
                  <a:gd name="connsiteY12" fmla="*/ 232254 h 1383938"/>
                  <a:gd name="connsiteX13" fmla="*/ 1968387 w 2272965"/>
                  <a:gd name="connsiteY13" fmla="*/ 196029 h 1383938"/>
                  <a:gd name="connsiteX14" fmla="*/ 1999662 w 2272965"/>
                  <a:gd name="connsiteY14" fmla="*/ 161314 h 1383938"/>
                  <a:gd name="connsiteX15" fmla="*/ 2040837 w 2272965"/>
                  <a:gd name="connsiteY15" fmla="*/ 131126 h 1383938"/>
                  <a:gd name="connsiteX16" fmla="*/ 2051524 w 2272965"/>
                  <a:gd name="connsiteY16" fmla="*/ 125934 h 1383938"/>
                  <a:gd name="connsiteX17" fmla="*/ 2055327 w 2272965"/>
                  <a:gd name="connsiteY17" fmla="*/ 118303 h 1383938"/>
                  <a:gd name="connsiteX18" fmla="*/ 2055207 w 2272965"/>
                  <a:gd name="connsiteY18" fmla="*/ 117904 h 1383938"/>
                  <a:gd name="connsiteX19" fmla="*/ 2051222 w 2272965"/>
                  <a:gd name="connsiteY19" fmla="*/ 114101 h 1383938"/>
                  <a:gd name="connsiteX20" fmla="*/ 2047117 w 2272965"/>
                  <a:gd name="connsiteY20" fmla="*/ 114101 h 1383938"/>
                  <a:gd name="connsiteX21" fmla="*/ 2003103 w 2272965"/>
                  <a:gd name="connsiteY21" fmla="*/ 140605 h 1383938"/>
                  <a:gd name="connsiteX22" fmla="*/ 1966214 w 2272965"/>
                  <a:gd name="connsiteY22" fmla="*/ 174657 h 1383938"/>
                  <a:gd name="connsiteX23" fmla="*/ 1895998 w 2272965"/>
                  <a:gd name="connsiteY23" fmla="*/ 249763 h 1383938"/>
                  <a:gd name="connsiteX24" fmla="*/ 1859773 w 2272965"/>
                  <a:gd name="connsiteY24" fmla="*/ 278743 h 1383938"/>
                  <a:gd name="connsiteX25" fmla="*/ 1855909 w 2272965"/>
                  <a:gd name="connsiteY25" fmla="*/ 284418 h 1383938"/>
                  <a:gd name="connsiteX26" fmla="*/ 1792214 w 2272965"/>
                  <a:gd name="connsiteY26" fmla="*/ 293837 h 1383938"/>
                  <a:gd name="connsiteX27" fmla="*/ 1643209 w 2272965"/>
                  <a:gd name="connsiteY27" fmla="*/ 325292 h 1383938"/>
                  <a:gd name="connsiteX28" fmla="*/ 1637654 w 2272965"/>
                  <a:gd name="connsiteY28" fmla="*/ 324809 h 1383938"/>
                  <a:gd name="connsiteX29" fmla="*/ 1629021 w 2272965"/>
                  <a:gd name="connsiteY29" fmla="*/ 329337 h 1383938"/>
                  <a:gd name="connsiteX30" fmla="*/ 1503501 w 2272965"/>
                  <a:gd name="connsiteY30" fmla="*/ 369004 h 1383938"/>
                  <a:gd name="connsiteX31" fmla="*/ 1394041 w 2272965"/>
                  <a:gd name="connsiteY31" fmla="*/ 415734 h 1383938"/>
                  <a:gd name="connsiteX32" fmla="*/ 1347251 w 2272965"/>
                  <a:gd name="connsiteY32" fmla="*/ 440427 h 1383938"/>
                  <a:gd name="connsiteX33" fmla="*/ 1373453 w 2272965"/>
                  <a:gd name="connsiteY33" fmla="*/ 390014 h 1383938"/>
                  <a:gd name="connsiteX34" fmla="*/ 1396698 w 2272965"/>
                  <a:gd name="connsiteY34" fmla="*/ 331269 h 1383938"/>
                  <a:gd name="connsiteX35" fmla="*/ 1416320 w 2272965"/>
                  <a:gd name="connsiteY35" fmla="*/ 273732 h 1383938"/>
                  <a:gd name="connsiteX36" fmla="*/ 1437331 w 2272965"/>
                  <a:gd name="connsiteY36" fmla="*/ 213900 h 1383938"/>
                  <a:gd name="connsiteX37" fmla="*/ 1489615 w 2272965"/>
                  <a:gd name="connsiteY37" fmla="*/ 101663 h 1383938"/>
                  <a:gd name="connsiteX38" fmla="*/ 1547394 w 2272965"/>
                  <a:gd name="connsiteY38" fmla="*/ 28791 h 1383938"/>
                  <a:gd name="connsiteX39" fmla="*/ 1570517 w 2272965"/>
                  <a:gd name="connsiteY39" fmla="*/ 8928 h 1383938"/>
                  <a:gd name="connsiteX40" fmla="*/ 1571846 w 2272965"/>
                  <a:gd name="connsiteY40" fmla="*/ 2311 h 1383938"/>
                  <a:gd name="connsiteX41" fmla="*/ 1569310 w 2272965"/>
                  <a:gd name="connsiteY41" fmla="*/ 415 h 1383938"/>
                  <a:gd name="connsiteX42" fmla="*/ 1564782 w 2272965"/>
                  <a:gd name="connsiteY42" fmla="*/ 1079 h 1383938"/>
                  <a:gd name="connsiteX43" fmla="*/ 1518957 w 2272965"/>
                  <a:gd name="connsiteY43" fmla="*/ 43341 h 1383938"/>
                  <a:gd name="connsiteX44" fmla="*/ 1478929 w 2272965"/>
                  <a:gd name="connsiteY44" fmla="*/ 94298 h 1383938"/>
                  <a:gd name="connsiteX45" fmla="*/ 1417709 w 2272965"/>
                  <a:gd name="connsiteY45" fmla="*/ 207742 h 1383938"/>
                  <a:gd name="connsiteX46" fmla="*/ 1392472 w 2272965"/>
                  <a:gd name="connsiteY46" fmla="*/ 265642 h 1383938"/>
                  <a:gd name="connsiteX47" fmla="*/ 1366027 w 2272965"/>
                  <a:gd name="connsiteY47" fmla="*/ 326017 h 1383938"/>
                  <a:gd name="connsiteX48" fmla="*/ 1307162 w 2272965"/>
                  <a:gd name="connsiteY48" fmla="*/ 441755 h 1383938"/>
                  <a:gd name="connsiteX49" fmla="*/ 1283012 w 2272965"/>
                  <a:gd name="connsiteY49" fmla="*/ 477980 h 1383938"/>
                  <a:gd name="connsiteX50" fmla="*/ 1102975 w 2272965"/>
                  <a:gd name="connsiteY50" fmla="*/ 603801 h 1383938"/>
                  <a:gd name="connsiteX51" fmla="*/ 1103699 w 2272965"/>
                  <a:gd name="connsiteY51" fmla="*/ 603258 h 1383938"/>
                  <a:gd name="connsiteX52" fmla="*/ 1100439 w 2272965"/>
                  <a:gd name="connsiteY52" fmla="*/ 605613 h 1383938"/>
                  <a:gd name="connsiteX53" fmla="*/ 1099171 w 2272965"/>
                  <a:gd name="connsiteY53" fmla="*/ 606578 h 1383938"/>
                  <a:gd name="connsiteX54" fmla="*/ 1100077 w 2272965"/>
                  <a:gd name="connsiteY54" fmla="*/ 605914 h 1383938"/>
                  <a:gd name="connsiteX55" fmla="*/ 1098990 w 2272965"/>
                  <a:gd name="connsiteY55" fmla="*/ 606699 h 1383938"/>
                  <a:gd name="connsiteX56" fmla="*/ 952158 w 2272965"/>
                  <a:gd name="connsiteY56" fmla="*/ 703299 h 1383938"/>
                  <a:gd name="connsiteX57" fmla="*/ 806474 w 2272965"/>
                  <a:gd name="connsiteY57" fmla="*/ 771281 h 1383938"/>
                  <a:gd name="connsiteX58" fmla="*/ 722432 w 2272965"/>
                  <a:gd name="connsiteY58" fmla="*/ 799718 h 1383938"/>
                  <a:gd name="connsiteX59" fmla="*/ 724605 w 2272965"/>
                  <a:gd name="connsiteY59" fmla="*/ 797182 h 1383938"/>
                  <a:gd name="connsiteX60" fmla="*/ 756966 w 2272965"/>
                  <a:gd name="connsiteY60" fmla="*/ 743690 h 1383938"/>
                  <a:gd name="connsiteX61" fmla="*/ 779245 w 2272965"/>
                  <a:gd name="connsiteY61" fmla="*/ 687058 h 1383938"/>
                  <a:gd name="connsiteX62" fmla="*/ 796693 w 2272965"/>
                  <a:gd name="connsiteY62" fmla="*/ 623363 h 1383938"/>
                  <a:gd name="connsiteX63" fmla="*/ 821205 w 2272965"/>
                  <a:gd name="connsiteY63" fmla="*/ 497541 h 1383938"/>
                  <a:gd name="connsiteX64" fmla="*/ 849883 w 2272965"/>
                  <a:gd name="connsiteY64" fmla="*/ 369426 h 1383938"/>
                  <a:gd name="connsiteX65" fmla="*/ 898907 w 2272965"/>
                  <a:gd name="connsiteY65" fmla="*/ 254050 h 1383938"/>
                  <a:gd name="connsiteX66" fmla="*/ 923057 w 2272965"/>
                  <a:gd name="connsiteY66" fmla="*/ 219636 h 1383938"/>
                  <a:gd name="connsiteX67" fmla="*/ 921971 w 2272965"/>
                  <a:gd name="connsiteY67" fmla="*/ 210399 h 1383938"/>
                  <a:gd name="connsiteX68" fmla="*/ 920038 w 2272965"/>
                  <a:gd name="connsiteY68" fmla="*/ 209312 h 1383938"/>
                  <a:gd name="connsiteX69" fmla="*/ 912794 w 2272965"/>
                  <a:gd name="connsiteY69" fmla="*/ 211425 h 1383938"/>
                  <a:gd name="connsiteX70" fmla="*/ 858456 w 2272965"/>
                  <a:gd name="connsiteY70" fmla="*/ 300357 h 1383938"/>
                  <a:gd name="connsiteX71" fmla="*/ 822895 w 2272965"/>
                  <a:gd name="connsiteY71" fmla="*/ 402511 h 1383938"/>
                  <a:gd name="connsiteX72" fmla="*/ 771698 w 2272965"/>
                  <a:gd name="connsiteY72" fmla="*/ 611891 h 1383938"/>
                  <a:gd name="connsiteX73" fmla="*/ 717722 w 2272965"/>
                  <a:gd name="connsiteY73" fmla="*/ 739886 h 1383938"/>
                  <a:gd name="connsiteX74" fmla="*/ 659944 w 2272965"/>
                  <a:gd name="connsiteY74" fmla="*/ 812336 h 1383938"/>
                  <a:gd name="connsiteX75" fmla="*/ 658676 w 2272965"/>
                  <a:gd name="connsiteY75" fmla="*/ 813543 h 1383938"/>
                  <a:gd name="connsiteX76" fmla="*/ 655053 w 2272965"/>
                  <a:gd name="connsiteY76" fmla="*/ 816985 h 1383938"/>
                  <a:gd name="connsiteX77" fmla="*/ 652880 w 2272965"/>
                  <a:gd name="connsiteY77" fmla="*/ 820607 h 1383938"/>
                  <a:gd name="connsiteX78" fmla="*/ 583147 w 2272965"/>
                  <a:gd name="connsiteY78" fmla="*/ 840229 h 1383938"/>
                  <a:gd name="connsiteX79" fmla="*/ 469582 w 2272965"/>
                  <a:gd name="connsiteY79" fmla="*/ 872650 h 1383938"/>
                  <a:gd name="connsiteX80" fmla="*/ 399728 w 2272965"/>
                  <a:gd name="connsiteY80" fmla="*/ 895593 h 1383938"/>
                  <a:gd name="connsiteX81" fmla="*/ 388740 w 2272965"/>
                  <a:gd name="connsiteY81" fmla="*/ 887926 h 1383938"/>
                  <a:gd name="connsiteX82" fmla="*/ 377148 w 2272965"/>
                  <a:gd name="connsiteY82" fmla="*/ 886597 h 1383938"/>
                  <a:gd name="connsiteX83" fmla="*/ 360545 w 2272965"/>
                  <a:gd name="connsiteY83" fmla="*/ 895895 h 1383938"/>
                  <a:gd name="connsiteX84" fmla="*/ 357164 w 2272965"/>
                  <a:gd name="connsiteY84" fmla="*/ 901510 h 1383938"/>
                  <a:gd name="connsiteX85" fmla="*/ 355232 w 2272965"/>
                  <a:gd name="connsiteY85" fmla="*/ 911592 h 1383938"/>
                  <a:gd name="connsiteX86" fmla="*/ 354809 w 2272965"/>
                  <a:gd name="connsiteY86" fmla="*/ 911592 h 1383938"/>
                  <a:gd name="connsiteX87" fmla="*/ 168674 w 2272965"/>
                  <a:gd name="connsiteY87" fmla="*/ 1008675 h 1383938"/>
                  <a:gd name="connsiteX88" fmla="*/ 81251 w 2272965"/>
                  <a:gd name="connsiteY88" fmla="*/ 1082634 h 1383938"/>
                  <a:gd name="connsiteX89" fmla="*/ 3971 w 2272965"/>
                  <a:gd name="connsiteY89" fmla="*/ 1177362 h 1383938"/>
                  <a:gd name="connsiteX90" fmla="*/ 12242 w 2272965"/>
                  <a:gd name="connsiteY90" fmla="*/ 1212984 h 1383938"/>
                  <a:gd name="connsiteX91" fmla="*/ 31804 w 2272965"/>
                  <a:gd name="connsiteY91" fmla="*/ 1216184 h 1383938"/>
                  <a:gd name="connsiteX92" fmla="*/ 47924 w 2272965"/>
                  <a:gd name="connsiteY92" fmla="*/ 1204652 h 1383938"/>
                  <a:gd name="connsiteX93" fmla="*/ 79078 w 2272965"/>
                  <a:gd name="connsiteY93" fmla="*/ 1162933 h 1383938"/>
                  <a:gd name="connsiteX94" fmla="*/ 79802 w 2272965"/>
                  <a:gd name="connsiteY94" fmla="*/ 1162028 h 1383938"/>
                  <a:gd name="connsiteX95" fmla="*/ 79078 w 2272965"/>
                  <a:gd name="connsiteY95" fmla="*/ 1162872 h 1383938"/>
                  <a:gd name="connsiteX96" fmla="*/ 79922 w 2272965"/>
                  <a:gd name="connsiteY96" fmla="*/ 1161846 h 1383938"/>
                  <a:gd name="connsiteX97" fmla="*/ 79922 w 2272965"/>
                  <a:gd name="connsiteY97" fmla="*/ 1161846 h 1383938"/>
                  <a:gd name="connsiteX98" fmla="*/ 80224 w 2272965"/>
                  <a:gd name="connsiteY98" fmla="*/ 1161484 h 1383938"/>
                  <a:gd name="connsiteX99" fmla="*/ 191072 w 2272965"/>
                  <a:gd name="connsiteY99" fmla="*/ 1056733 h 1383938"/>
                  <a:gd name="connsiteX100" fmla="*/ 365435 w 2272965"/>
                  <a:gd name="connsiteY100" fmla="*/ 963696 h 1383938"/>
                  <a:gd name="connsiteX101" fmla="*/ 369601 w 2272965"/>
                  <a:gd name="connsiteY101" fmla="*/ 974563 h 1383938"/>
                  <a:gd name="connsiteX102" fmla="*/ 384815 w 2272965"/>
                  <a:gd name="connsiteY102" fmla="*/ 1003603 h 1383938"/>
                  <a:gd name="connsiteX103" fmla="*/ 401781 w 2272965"/>
                  <a:gd name="connsiteY103" fmla="*/ 1028780 h 1383938"/>
                  <a:gd name="connsiteX104" fmla="*/ 445553 w 2272965"/>
                  <a:gd name="connsiteY104" fmla="*/ 1075933 h 1383938"/>
                  <a:gd name="connsiteX105" fmla="*/ 493128 w 2272965"/>
                  <a:gd name="connsiteY105" fmla="*/ 1112943 h 1383938"/>
                  <a:gd name="connsiteX106" fmla="*/ 599508 w 2272965"/>
                  <a:gd name="connsiteY106" fmla="*/ 1168548 h 1383938"/>
                  <a:gd name="connsiteX107" fmla="*/ 749721 w 2272965"/>
                  <a:gd name="connsiteY107" fmla="*/ 1220349 h 1383938"/>
                  <a:gd name="connsiteX108" fmla="*/ 826457 w 2272965"/>
                  <a:gd name="connsiteY108" fmla="*/ 1244499 h 1383938"/>
                  <a:gd name="connsiteX109" fmla="*/ 901926 w 2272965"/>
                  <a:gd name="connsiteY109" fmla="*/ 1270158 h 1383938"/>
                  <a:gd name="connsiteX110" fmla="*/ 975825 w 2272965"/>
                  <a:gd name="connsiteY110" fmla="*/ 1300648 h 1383938"/>
                  <a:gd name="connsiteX111" fmla="*/ 1046222 w 2272965"/>
                  <a:gd name="connsiteY111" fmla="*/ 1338141 h 1383938"/>
                  <a:gd name="connsiteX112" fmla="*/ 1110521 w 2272965"/>
                  <a:gd name="connsiteY112" fmla="*/ 1382516 h 1383938"/>
                  <a:gd name="connsiteX113" fmla="*/ 1120302 w 2272965"/>
                  <a:gd name="connsiteY113" fmla="*/ 1381490 h 1383938"/>
                  <a:gd name="connsiteX114" fmla="*/ 1119275 w 2272965"/>
                  <a:gd name="connsiteY114" fmla="*/ 1371709 h 1383938"/>
                  <a:gd name="connsiteX115" fmla="*/ 985787 w 2272965"/>
                  <a:gd name="connsiteY115" fmla="*/ 1285675 h 1383938"/>
                  <a:gd name="connsiteX116" fmla="*/ 916416 w 2272965"/>
                  <a:gd name="connsiteY116" fmla="*/ 1252409 h 1383938"/>
                  <a:gd name="connsiteX117" fmla="*/ 845838 w 2272965"/>
                  <a:gd name="connsiteY117" fmla="*/ 1223187 h 1383938"/>
                  <a:gd name="connsiteX118" fmla="*/ 701603 w 2272965"/>
                  <a:gd name="connsiteY118" fmla="*/ 1166918 h 1383938"/>
                  <a:gd name="connsiteX119" fmla="*/ 575781 w 2272965"/>
                  <a:gd name="connsiteY119" fmla="*/ 1106543 h 1383938"/>
                  <a:gd name="connsiteX120" fmla="*/ 575117 w 2272965"/>
                  <a:gd name="connsiteY120" fmla="*/ 1106120 h 1383938"/>
                  <a:gd name="connsiteX121" fmla="*/ 575600 w 2272965"/>
                  <a:gd name="connsiteY121" fmla="*/ 1106120 h 1383938"/>
                  <a:gd name="connsiteX122" fmla="*/ 574634 w 2272965"/>
                  <a:gd name="connsiteY122" fmla="*/ 1105516 h 1383938"/>
                  <a:gd name="connsiteX123" fmla="*/ 573668 w 2272965"/>
                  <a:gd name="connsiteY123" fmla="*/ 1104912 h 1383938"/>
                  <a:gd name="connsiteX124" fmla="*/ 476646 w 2272965"/>
                  <a:gd name="connsiteY124" fmla="*/ 1028055 h 1383938"/>
                  <a:gd name="connsiteX125" fmla="*/ 430096 w 2272965"/>
                  <a:gd name="connsiteY125" fmla="*/ 966352 h 1383938"/>
                  <a:gd name="connsiteX126" fmla="*/ 419229 w 2272965"/>
                  <a:gd name="connsiteY126" fmla="*/ 943349 h 1383938"/>
                  <a:gd name="connsiteX127" fmla="*/ 601984 w 2272965"/>
                  <a:gd name="connsiteY127" fmla="*/ 888408 h 1383938"/>
                  <a:gd name="connsiteX128" fmla="*/ 716696 w 2272965"/>
                  <a:gd name="connsiteY128" fmla="*/ 855263 h 1383938"/>
                  <a:gd name="connsiteX129" fmla="*/ 834850 w 2272965"/>
                  <a:gd name="connsiteY129" fmla="*/ 814630 h 1383938"/>
                  <a:gd name="connsiteX130" fmla="*/ 944732 w 2272965"/>
                  <a:gd name="connsiteY130" fmla="*/ 765304 h 1383938"/>
                  <a:gd name="connsiteX131" fmla="*/ 974194 w 2272965"/>
                  <a:gd name="connsiteY131" fmla="*/ 748942 h 1383938"/>
                  <a:gd name="connsiteX132" fmla="*/ 977697 w 2272965"/>
                  <a:gd name="connsiteY132" fmla="*/ 751539 h 1383938"/>
                  <a:gd name="connsiteX133" fmla="*/ 1143365 w 2272965"/>
                  <a:gd name="connsiteY133" fmla="*/ 772368 h 1383938"/>
                  <a:gd name="connsiteX134" fmla="*/ 1229399 w 2272965"/>
                  <a:gd name="connsiteY134" fmla="*/ 764519 h 1383938"/>
                  <a:gd name="connsiteX135" fmla="*/ 1269549 w 2272965"/>
                  <a:gd name="connsiteY135" fmla="*/ 761319 h 1383938"/>
                  <a:gd name="connsiteX136" fmla="*/ 1309517 w 2272965"/>
                  <a:gd name="connsiteY136" fmla="*/ 760474 h 1383938"/>
                  <a:gd name="connsiteX137" fmla="*/ 1499456 w 2272965"/>
                  <a:gd name="connsiteY137" fmla="*/ 788548 h 1383938"/>
                  <a:gd name="connsiteX138" fmla="*/ 1587604 w 2272965"/>
                  <a:gd name="connsiteY138" fmla="*/ 818735 h 1383938"/>
                  <a:gd name="connsiteX139" fmla="*/ 1671223 w 2272965"/>
                  <a:gd name="connsiteY139" fmla="*/ 860998 h 1383938"/>
                  <a:gd name="connsiteX140" fmla="*/ 1671223 w 2272965"/>
                  <a:gd name="connsiteY140" fmla="*/ 860998 h 1383938"/>
                  <a:gd name="connsiteX141" fmla="*/ 1672309 w 2272965"/>
                  <a:gd name="connsiteY141" fmla="*/ 861663 h 1383938"/>
                  <a:gd name="connsiteX142" fmla="*/ 1672309 w 2272965"/>
                  <a:gd name="connsiteY142" fmla="*/ 861663 h 1383938"/>
                  <a:gd name="connsiteX143" fmla="*/ 1672309 w 2272965"/>
                  <a:gd name="connsiteY143" fmla="*/ 861663 h 1383938"/>
                  <a:gd name="connsiteX144" fmla="*/ 1684384 w 2272965"/>
                  <a:gd name="connsiteY144" fmla="*/ 869269 h 1383938"/>
                  <a:gd name="connsiteX145" fmla="*/ 1692897 w 2272965"/>
                  <a:gd name="connsiteY145" fmla="*/ 868484 h 1383938"/>
                  <a:gd name="connsiteX146" fmla="*/ 1693018 w 2272965"/>
                  <a:gd name="connsiteY146" fmla="*/ 868304 h 1383938"/>
                  <a:gd name="connsiteX147" fmla="*/ 1692052 w 2272965"/>
                  <a:gd name="connsiteY147" fmla="*/ 859851 h 1383938"/>
                  <a:gd name="connsiteX148" fmla="*/ 1691991 w 2272965"/>
                  <a:gd name="connsiteY148" fmla="*/ 859791 h 1383938"/>
                  <a:gd name="connsiteX149" fmla="*/ 1555846 w 2272965"/>
                  <a:gd name="connsiteY149" fmla="*/ 788850 h 1383938"/>
                  <a:gd name="connsiteX150" fmla="*/ 1521553 w 2272965"/>
                  <a:gd name="connsiteY150" fmla="*/ 775809 h 1383938"/>
                  <a:gd name="connsiteX151" fmla="*/ 1481404 w 2272965"/>
                  <a:gd name="connsiteY151" fmla="*/ 763130 h 1383938"/>
                  <a:gd name="connsiteX152" fmla="*/ 1404185 w 2272965"/>
                  <a:gd name="connsiteY152" fmla="*/ 745018 h 1383938"/>
                  <a:gd name="connsiteX153" fmla="*/ 1325697 w 2272965"/>
                  <a:gd name="connsiteY153" fmla="*/ 734634 h 1383938"/>
                  <a:gd name="connsiteX154" fmla="*/ 1289473 w 2272965"/>
                  <a:gd name="connsiteY154" fmla="*/ 732158 h 1383938"/>
                  <a:gd name="connsiteX155" fmla="*/ 1251738 w 2272965"/>
                  <a:gd name="connsiteY155" fmla="*/ 732158 h 1383938"/>
                  <a:gd name="connsiteX156" fmla="*/ 1103639 w 2272965"/>
                  <a:gd name="connsiteY156" fmla="*/ 737833 h 1383938"/>
                  <a:gd name="connsiteX157" fmla="*/ 1055761 w 2272965"/>
                  <a:gd name="connsiteY157" fmla="*/ 734935 h 1383938"/>
                  <a:gd name="connsiteX158" fmla="*/ 1011145 w 2272965"/>
                  <a:gd name="connsiteY158" fmla="*/ 726543 h 1383938"/>
                  <a:gd name="connsiteX159" fmla="*/ 1065482 w 2272965"/>
                  <a:gd name="connsiteY159" fmla="*/ 689533 h 1383938"/>
                  <a:gd name="connsiteX160" fmla="*/ 1181341 w 2272965"/>
                  <a:gd name="connsiteY160" fmla="*/ 601205 h 1383938"/>
                  <a:gd name="connsiteX161" fmla="*/ 1258500 w 2272965"/>
                  <a:gd name="connsiteY161" fmla="*/ 540830 h 1383938"/>
                  <a:gd name="connsiteX162" fmla="*/ 1262123 w 2272965"/>
                  <a:gd name="connsiteY162" fmla="*/ 539079 h 1383938"/>
                  <a:gd name="connsiteX163" fmla="*/ 1267738 w 2272965"/>
                  <a:gd name="connsiteY163" fmla="*/ 533887 h 1383938"/>
                  <a:gd name="connsiteX164" fmla="*/ 1295932 w 2272965"/>
                  <a:gd name="connsiteY164" fmla="*/ 512575 h 1383938"/>
                  <a:gd name="connsiteX165" fmla="*/ 1411007 w 2272965"/>
                  <a:gd name="connsiteY165" fmla="*/ 439763 h 1383938"/>
                  <a:gd name="connsiteX166" fmla="*/ 1540753 w 2272965"/>
                  <a:gd name="connsiteY166" fmla="*/ 380173 h 1383938"/>
                  <a:gd name="connsiteX167" fmla="*/ 1540269 w 2272965"/>
                  <a:gd name="connsiteY167" fmla="*/ 380173 h 1383938"/>
                  <a:gd name="connsiteX168" fmla="*/ 1542081 w 2272965"/>
                  <a:gd name="connsiteY168" fmla="*/ 379509 h 1383938"/>
                  <a:gd name="connsiteX169" fmla="*/ 1543409 w 2272965"/>
                  <a:gd name="connsiteY169" fmla="*/ 379026 h 1383938"/>
                  <a:gd name="connsiteX170" fmla="*/ 1542987 w 2272965"/>
                  <a:gd name="connsiteY170" fmla="*/ 379026 h 1383938"/>
                  <a:gd name="connsiteX171" fmla="*/ 1630771 w 2272965"/>
                  <a:gd name="connsiteY171" fmla="*/ 349864 h 1383938"/>
                  <a:gd name="connsiteX172" fmla="*/ 1633126 w 2272965"/>
                  <a:gd name="connsiteY172" fmla="*/ 351314 h 1383938"/>
                  <a:gd name="connsiteX173" fmla="*/ 1799277 w 2272965"/>
                  <a:gd name="connsiteY173" fmla="*/ 396655 h 1383938"/>
                  <a:gd name="connsiteX174" fmla="*/ 1971829 w 2272965"/>
                  <a:gd name="connsiteY174" fmla="*/ 396655 h 1383938"/>
                  <a:gd name="connsiteX175" fmla="*/ 1971829 w 2272965"/>
                  <a:gd name="connsiteY175" fmla="*/ 396655 h 1383938"/>
                  <a:gd name="connsiteX176" fmla="*/ 2040716 w 2272965"/>
                  <a:gd name="connsiteY176" fmla="*/ 400217 h 1383938"/>
                  <a:gd name="connsiteX177" fmla="*/ 2110148 w 2272965"/>
                  <a:gd name="connsiteY177" fmla="*/ 413258 h 1383938"/>
                  <a:gd name="connsiteX178" fmla="*/ 2175896 w 2272965"/>
                  <a:gd name="connsiteY178" fmla="*/ 440910 h 1383938"/>
                  <a:gd name="connsiteX179" fmla="*/ 2181873 w 2272965"/>
                  <a:gd name="connsiteY179" fmla="*/ 438658 h 1383938"/>
                  <a:gd name="connsiteX180" fmla="*/ 2181933 w 2272965"/>
                  <a:gd name="connsiteY180" fmla="*/ 438555 h 1383938"/>
                  <a:gd name="connsiteX181" fmla="*/ 2179579 w 2272965"/>
                  <a:gd name="connsiteY181" fmla="*/ 432518 h 1383938"/>
                  <a:gd name="connsiteX182" fmla="*/ 2127536 w 2272965"/>
                  <a:gd name="connsiteY182" fmla="*/ 408730 h 1383938"/>
                  <a:gd name="connsiteX183" fmla="*/ 2124517 w 2272965"/>
                  <a:gd name="connsiteY183" fmla="*/ 407643 h 1383938"/>
                  <a:gd name="connsiteX184" fmla="*/ 2072413 w 2272965"/>
                  <a:gd name="connsiteY184" fmla="*/ 393636 h 1383938"/>
                  <a:gd name="connsiteX185" fmla="*/ 1955890 w 2272965"/>
                  <a:gd name="connsiteY185" fmla="*/ 382105 h 1383938"/>
                  <a:gd name="connsiteX186" fmla="*/ 1729243 w 2272965"/>
                  <a:gd name="connsiteY186" fmla="*/ 361517 h 1383938"/>
                  <a:gd name="connsiteX187" fmla="*/ 1671223 w 2272965"/>
                  <a:gd name="connsiteY187" fmla="*/ 338756 h 1383938"/>
                  <a:gd name="connsiteX188" fmla="*/ 1683298 w 2272965"/>
                  <a:gd name="connsiteY188" fmla="*/ 335193 h 1383938"/>
                  <a:gd name="connsiteX189" fmla="*/ 1828197 w 2272965"/>
                  <a:gd name="connsiteY189" fmla="*/ 305549 h 138393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</a:cxnLst>
                <a:rect l="l" t="t" r="r" b="b"/>
                <a:pathLst>
                  <a:path w="2272965" h="1383938">
                    <a:moveTo>
                      <a:pt x="1828197" y="305549"/>
                    </a:moveTo>
                    <a:cubicBezTo>
                      <a:pt x="1876859" y="296976"/>
                      <a:pt x="1925703" y="289852"/>
                      <a:pt x="1974727" y="283754"/>
                    </a:cubicBezTo>
                    <a:cubicBezTo>
                      <a:pt x="2023751" y="277656"/>
                      <a:pt x="2073923" y="271679"/>
                      <a:pt x="2123611" y="266185"/>
                    </a:cubicBezTo>
                    <a:cubicBezTo>
                      <a:pt x="2171911" y="260510"/>
                      <a:pt x="2220634" y="254895"/>
                      <a:pt x="2269115" y="248676"/>
                    </a:cubicBezTo>
                    <a:cubicBezTo>
                      <a:pt x="2271771" y="248133"/>
                      <a:pt x="2273462" y="245549"/>
                      <a:pt x="2272919" y="242898"/>
                    </a:cubicBezTo>
                    <a:cubicBezTo>
                      <a:pt x="2272919" y="242814"/>
                      <a:pt x="2272858" y="242723"/>
                      <a:pt x="2272858" y="242639"/>
                    </a:cubicBezTo>
                    <a:cubicBezTo>
                      <a:pt x="2272556" y="240984"/>
                      <a:pt x="2271349" y="239626"/>
                      <a:pt x="2269779" y="239077"/>
                    </a:cubicBezTo>
                    <a:cubicBezTo>
                      <a:pt x="2268813" y="238866"/>
                      <a:pt x="2267847" y="238866"/>
                      <a:pt x="2266881" y="239077"/>
                    </a:cubicBezTo>
                    <a:cubicBezTo>
                      <a:pt x="2206506" y="246744"/>
                      <a:pt x="2145588" y="252661"/>
                      <a:pt x="2084851" y="258517"/>
                    </a:cubicBezTo>
                    <a:lnTo>
                      <a:pt x="2086481" y="258517"/>
                    </a:lnTo>
                    <a:cubicBezTo>
                      <a:pt x="2037215" y="263287"/>
                      <a:pt x="1988070" y="268238"/>
                      <a:pt x="1938864" y="273792"/>
                    </a:cubicBezTo>
                    <a:cubicBezTo>
                      <a:pt x="1924555" y="275483"/>
                      <a:pt x="1910307" y="277294"/>
                      <a:pt x="1895998" y="279105"/>
                    </a:cubicBezTo>
                    <a:cubicBezTo>
                      <a:pt x="1912058" y="264851"/>
                      <a:pt x="1926789" y="249171"/>
                      <a:pt x="1940012" y="232254"/>
                    </a:cubicBezTo>
                    <a:cubicBezTo>
                      <a:pt x="1949611" y="220179"/>
                      <a:pt x="1958849" y="208104"/>
                      <a:pt x="1968387" y="196029"/>
                    </a:cubicBezTo>
                    <a:cubicBezTo>
                      <a:pt x="1978047" y="183767"/>
                      <a:pt x="1988492" y="172169"/>
                      <a:pt x="1999662" y="161314"/>
                    </a:cubicBezTo>
                    <a:cubicBezTo>
                      <a:pt x="2012099" y="149583"/>
                      <a:pt x="2025925" y="139446"/>
                      <a:pt x="2040837" y="131126"/>
                    </a:cubicBezTo>
                    <a:cubicBezTo>
                      <a:pt x="2044339" y="129315"/>
                      <a:pt x="2047901" y="127564"/>
                      <a:pt x="2051524" y="125934"/>
                    </a:cubicBezTo>
                    <a:cubicBezTo>
                      <a:pt x="2054663" y="124884"/>
                      <a:pt x="2056414" y="121467"/>
                      <a:pt x="2055327" y="118303"/>
                    </a:cubicBezTo>
                    <a:cubicBezTo>
                      <a:pt x="2055327" y="118170"/>
                      <a:pt x="2055267" y="118037"/>
                      <a:pt x="2055207" y="117904"/>
                    </a:cubicBezTo>
                    <a:cubicBezTo>
                      <a:pt x="2054482" y="116111"/>
                      <a:pt x="2053033" y="114716"/>
                      <a:pt x="2051222" y="114101"/>
                    </a:cubicBezTo>
                    <a:cubicBezTo>
                      <a:pt x="2049894" y="113588"/>
                      <a:pt x="2048445" y="113588"/>
                      <a:pt x="2047117" y="114101"/>
                    </a:cubicBezTo>
                    <a:cubicBezTo>
                      <a:pt x="2031419" y="121140"/>
                      <a:pt x="2016687" y="130040"/>
                      <a:pt x="2003103" y="140605"/>
                    </a:cubicBezTo>
                    <a:cubicBezTo>
                      <a:pt x="1989942" y="151014"/>
                      <a:pt x="1977625" y="162395"/>
                      <a:pt x="1966214" y="174657"/>
                    </a:cubicBezTo>
                    <a:cubicBezTo>
                      <a:pt x="1942427" y="199350"/>
                      <a:pt x="1920812" y="226036"/>
                      <a:pt x="1895998" y="249763"/>
                    </a:cubicBezTo>
                    <a:cubicBezTo>
                      <a:pt x="1884768" y="260401"/>
                      <a:pt x="1872633" y="270097"/>
                      <a:pt x="1859773" y="278743"/>
                    </a:cubicBezTo>
                    <a:cubicBezTo>
                      <a:pt x="1857842" y="280108"/>
                      <a:pt x="1856452" y="282124"/>
                      <a:pt x="1855909" y="284418"/>
                    </a:cubicBezTo>
                    <a:cubicBezTo>
                      <a:pt x="1834657" y="287316"/>
                      <a:pt x="1813647" y="290456"/>
                      <a:pt x="1792214" y="293837"/>
                    </a:cubicBezTo>
                    <a:cubicBezTo>
                      <a:pt x="1742103" y="302168"/>
                      <a:pt x="1692354" y="312553"/>
                      <a:pt x="1643209" y="325292"/>
                    </a:cubicBezTo>
                    <a:cubicBezTo>
                      <a:pt x="1641397" y="324767"/>
                      <a:pt x="1639526" y="324604"/>
                      <a:pt x="1637654" y="324809"/>
                    </a:cubicBezTo>
                    <a:cubicBezTo>
                      <a:pt x="1634334" y="325292"/>
                      <a:pt x="1631315" y="326892"/>
                      <a:pt x="1629021" y="329337"/>
                    </a:cubicBezTo>
                    <a:cubicBezTo>
                      <a:pt x="1586758" y="340748"/>
                      <a:pt x="1544496" y="353487"/>
                      <a:pt x="1503501" y="369004"/>
                    </a:cubicBezTo>
                    <a:cubicBezTo>
                      <a:pt x="1466250" y="382811"/>
                      <a:pt x="1429784" y="398388"/>
                      <a:pt x="1394041" y="415734"/>
                    </a:cubicBezTo>
                    <a:cubicBezTo>
                      <a:pt x="1378163" y="423522"/>
                      <a:pt x="1362647" y="431854"/>
                      <a:pt x="1347251" y="440427"/>
                    </a:cubicBezTo>
                    <a:cubicBezTo>
                      <a:pt x="1356971" y="424138"/>
                      <a:pt x="1365726" y="407305"/>
                      <a:pt x="1373453" y="390014"/>
                    </a:cubicBezTo>
                    <a:cubicBezTo>
                      <a:pt x="1382087" y="370754"/>
                      <a:pt x="1389513" y="351072"/>
                      <a:pt x="1396698" y="331269"/>
                    </a:cubicBezTo>
                    <a:cubicBezTo>
                      <a:pt x="1403883" y="311466"/>
                      <a:pt x="1409860" y="292931"/>
                      <a:pt x="1416320" y="273732"/>
                    </a:cubicBezTo>
                    <a:cubicBezTo>
                      <a:pt x="1422780" y="254533"/>
                      <a:pt x="1430085" y="233703"/>
                      <a:pt x="1437331" y="213900"/>
                    </a:cubicBezTo>
                    <a:cubicBezTo>
                      <a:pt x="1451216" y="174934"/>
                      <a:pt x="1468725" y="137357"/>
                      <a:pt x="1489615" y="101663"/>
                    </a:cubicBezTo>
                    <a:cubicBezTo>
                      <a:pt x="1505614" y="74966"/>
                      <a:pt x="1525055" y="50466"/>
                      <a:pt x="1547394" y="28791"/>
                    </a:cubicBezTo>
                    <a:cubicBezTo>
                      <a:pt x="1554820" y="21866"/>
                      <a:pt x="1562548" y="15249"/>
                      <a:pt x="1570517" y="8928"/>
                    </a:cubicBezTo>
                    <a:cubicBezTo>
                      <a:pt x="1572690" y="7467"/>
                      <a:pt x="1573295" y="4502"/>
                      <a:pt x="1571846" y="2311"/>
                    </a:cubicBezTo>
                    <a:cubicBezTo>
                      <a:pt x="1571242" y="1411"/>
                      <a:pt x="1570336" y="741"/>
                      <a:pt x="1569310" y="415"/>
                    </a:cubicBezTo>
                    <a:cubicBezTo>
                      <a:pt x="1567800" y="-147"/>
                      <a:pt x="1566049" y="101"/>
                      <a:pt x="1564782" y="1079"/>
                    </a:cubicBezTo>
                    <a:cubicBezTo>
                      <a:pt x="1548481" y="13987"/>
                      <a:pt x="1533145" y="28115"/>
                      <a:pt x="1518957" y="43341"/>
                    </a:cubicBezTo>
                    <a:cubicBezTo>
                      <a:pt x="1504407" y="59335"/>
                      <a:pt x="1491004" y="76366"/>
                      <a:pt x="1478929" y="94298"/>
                    </a:cubicBezTo>
                    <a:cubicBezTo>
                      <a:pt x="1455322" y="130293"/>
                      <a:pt x="1434855" y="168245"/>
                      <a:pt x="1417709" y="207742"/>
                    </a:cubicBezTo>
                    <a:cubicBezTo>
                      <a:pt x="1408893" y="226941"/>
                      <a:pt x="1400803" y="246322"/>
                      <a:pt x="1392472" y="265642"/>
                    </a:cubicBezTo>
                    <a:cubicBezTo>
                      <a:pt x="1383778" y="285928"/>
                      <a:pt x="1374903" y="306093"/>
                      <a:pt x="1366027" y="326017"/>
                    </a:cubicBezTo>
                    <a:cubicBezTo>
                      <a:pt x="1348821" y="365780"/>
                      <a:pt x="1329139" y="404431"/>
                      <a:pt x="1307162" y="441755"/>
                    </a:cubicBezTo>
                    <a:cubicBezTo>
                      <a:pt x="1299615" y="453830"/>
                      <a:pt x="1291706" y="466267"/>
                      <a:pt x="1283012" y="477980"/>
                    </a:cubicBezTo>
                    <a:cubicBezTo>
                      <a:pt x="1221309" y="517465"/>
                      <a:pt x="1162262" y="560694"/>
                      <a:pt x="1102975" y="603801"/>
                    </a:cubicBezTo>
                    <a:lnTo>
                      <a:pt x="1103699" y="603258"/>
                    </a:lnTo>
                    <a:lnTo>
                      <a:pt x="1100439" y="605613"/>
                    </a:lnTo>
                    <a:lnTo>
                      <a:pt x="1099171" y="606578"/>
                    </a:lnTo>
                    <a:lnTo>
                      <a:pt x="1100077" y="605914"/>
                    </a:lnTo>
                    <a:lnTo>
                      <a:pt x="1098990" y="606699"/>
                    </a:lnTo>
                    <a:cubicBezTo>
                      <a:pt x="1051716" y="641415"/>
                      <a:pt x="1002752" y="673655"/>
                      <a:pt x="952158" y="703299"/>
                    </a:cubicBezTo>
                    <a:cubicBezTo>
                      <a:pt x="905489" y="729803"/>
                      <a:pt x="856766" y="752504"/>
                      <a:pt x="806474" y="771281"/>
                    </a:cubicBezTo>
                    <a:cubicBezTo>
                      <a:pt x="778701" y="781605"/>
                      <a:pt x="750627" y="790842"/>
                      <a:pt x="722432" y="799718"/>
                    </a:cubicBezTo>
                    <a:cubicBezTo>
                      <a:pt x="723096" y="798812"/>
                      <a:pt x="723941" y="798088"/>
                      <a:pt x="724605" y="797182"/>
                    </a:cubicBezTo>
                    <a:cubicBezTo>
                      <a:pt x="737103" y="780458"/>
                      <a:pt x="747970" y="762527"/>
                      <a:pt x="756966" y="743690"/>
                    </a:cubicBezTo>
                    <a:cubicBezTo>
                      <a:pt x="765721" y="725396"/>
                      <a:pt x="773207" y="706438"/>
                      <a:pt x="779245" y="687058"/>
                    </a:cubicBezTo>
                    <a:cubicBezTo>
                      <a:pt x="786067" y="666168"/>
                      <a:pt x="791681" y="644796"/>
                      <a:pt x="796693" y="623363"/>
                    </a:cubicBezTo>
                    <a:cubicBezTo>
                      <a:pt x="806534" y="581825"/>
                      <a:pt x="813417" y="539562"/>
                      <a:pt x="821205" y="497541"/>
                    </a:cubicBezTo>
                    <a:cubicBezTo>
                      <a:pt x="829235" y="454555"/>
                      <a:pt x="837687" y="411507"/>
                      <a:pt x="849883" y="369426"/>
                    </a:cubicBezTo>
                    <a:cubicBezTo>
                      <a:pt x="861294" y="329053"/>
                      <a:pt x="877776" y="290287"/>
                      <a:pt x="898907" y="254050"/>
                    </a:cubicBezTo>
                    <a:cubicBezTo>
                      <a:pt x="906213" y="242077"/>
                      <a:pt x="914303" y="230582"/>
                      <a:pt x="923057" y="219636"/>
                    </a:cubicBezTo>
                    <a:cubicBezTo>
                      <a:pt x="925231" y="216768"/>
                      <a:pt x="924748" y="212687"/>
                      <a:pt x="921971" y="210399"/>
                    </a:cubicBezTo>
                    <a:cubicBezTo>
                      <a:pt x="921427" y="209922"/>
                      <a:pt x="920763" y="209553"/>
                      <a:pt x="920038" y="209312"/>
                    </a:cubicBezTo>
                    <a:cubicBezTo>
                      <a:pt x="917443" y="208424"/>
                      <a:pt x="914545" y="209270"/>
                      <a:pt x="912794" y="211425"/>
                    </a:cubicBezTo>
                    <a:cubicBezTo>
                      <a:pt x="891059" y="238702"/>
                      <a:pt x="872826" y="268576"/>
                      <a:pt x="858456" y="300357"/>
                    </a:cubicBezTo>
                    <a:cubicBezTo>
                      <a:pt x="843906" y="333418"/>
                      <a:pt x="832073" y="367579"/>
                      <a:pt x="822895" y="402511"/>
                    </a:cubicBezTo>
                    <a:cubicBezTo>
                      <a:pt x="803756" y="471761"/>
                      <a:pt x="791681" y="542762"/>
                      <a:pt x="771698" y="611891"/>
                    </a:cubicBezTo>
                    <a:cubicBezTo>
                      <a:pt x="759139" y="656629"/>
                      <a:pt x="741027" y="699676"/>
                      <a:pt x="717722" y="739886"/>
                    </a:cubicBezTo>
                    <a:cubicBezTo>
                      <a:pt x="701482" y="766270"/>
                      <a:pt x="682102" y="790601"/>
                      <a:pt x="659944" y="812336"/>
                    </a:cubicBezTo>
                    <a:lnTo>
                      <a:pt x="658676" y="813543"/>
                    </a:lnTo>
                    <a:cubicBezTo>
                      <a:pt x="657468" y="814691"/>
                      <a:pt x="656261" y="815777"/>
                      <a:pt x="655053" y="816985"/>
                    </a:cubicBezTo>
                    <a:cubicBezTo>
                      <a:pt x="654208" y="818132"/>
                      <a:pt x="653483" y="819340"/>
                      <a:pt x="652880" y="820607"/>
                    </a:cubicBezTo>
                    <a:cubicBezTo>
                      <a:pt x="629635" y="827248"/>
                      <a:pt x="606391" y="833769"/>
                      <a:pt x="583147" y="840229"/>
                    </a:cubicBezTo>
                    <a:cubicBezTo>
                      <a:pt x="545232" y="850795"/>
                      <a:pt x="507256" y="861240"/>
                      <a:pt x="469582" y="872650"/>
                    </a:cubicBezTo>
                    <a:cubicBezTo>
                      <a:pt x="446096" y="879775"/>
                      <a:pt x="422852" y="887502"/>
                      <a:pt x="399728" y="895593"/>
                    </a:cubicBezTo>
                    <a:cubicBezTo>
                      <a:pt x="396830" y="892091"/>
                      <a:pt x="393027" y="889435"/>
                      <a:pt x="388740" y="887926"/>
                    </a:cubicBezTo>
                    <a:cubicBezTo>
                      <a:pt x="384996" y="886597"/>
                      <a:pt x="381072" y="886174"/>
                      <a:pt x="377148" y="886597"/>
                    </a:cubicBezTo>
                    <a:cubicBezTo>
                      <a:pt x="370627" y="887382"/>
                      <a:pt x="364650" y="890763"/>
                      <a:pt x="360545" y="895895"/>
                    </a:cubicBezTo>
                    <a:cubicBezTo>
                      <a:pt x="359398" y="897706"/>
                      <a:pt x="358311" y="899577"/>
                      <a:pt x="357164" y="901510"/>
                    </a:cubicBezTo>
                    <a:cubicBezTo>
                      <a:pt x="355836" y="904709"/>
                      <a:pt x="355172" y="908151"/>
                      <a:pt x="355232" y="911592"/>
                    </a:cubicBezTo>
                    <a:lnTo>
                      <a:pt x="354809" y="911592"/>
                    </a:lnTo>
                    <a:cubicBezTo>
                      <a:pt x="288880" y="935863"/>
                      <a:pt x="226331" y="968465"/>
                      <a:pt x="168674" y="1008675"/>
                    </a:cubicBezTo>
                    <a:cubicBezTo>
                      <a:pt x="137460" y="1030712"/>
                      <a:pt x="108178" y="1055466"/>
                      <a:pt x="81251" y="1082634"/>
                    </a:cubicBezTo>
                    <a:cubicBezTo>
                      <a:pt x="52633" y="1111795"/>
                      <a:pt x="26793" y="1143492"/>
                      <a:pt x="3971" y="1177362"/>
                    </a:cubicBezTo>
                    <a:cubicBezTo>
                      <a:pt x="-3576" y="1189498"/>
                      <a:pt x="107" y="1205437"/>
                      <a:pt x="12242" y="1212984"/>
                    </a:cubicBezTo>
                    <a:cubicBezTo>
                      <a:pt x="18098" y="1216606"/>
                      <a:pt x="25102" y="1217753"/>
                      <a:pt x="31804" y="1216184"/>
                    </a:cubicBezTo>
                    <a:cubicBezTo>
                      <a:pt x="38445" y="1214493"/>
                      <a:pt x="44181" y="1210387"/>
                      <a:pt x="47924" y="1204652"/>
                    </a:cubicBezTo>
                    <a:cubicBezTo>
                      <a:pt x="57765" y="1190403"/>
                      <a:pt x="68149" y="1176517"/>
                      <a:pt x="79078" y="1162933"/>
                    </a:cubicBezTo>
                    <a:lnTo>
                      <a:pt x="79802" y="1162028"/>
                    </a:lnTo>
                    <a:lnTo>
                      <a:pt x="79078" y="1162872"/>
                    </a:lnTo>
                    <a:cubicBezTo>
                      <a:pt x="79078" y="1162872"/>
                      <a:pt x="79621" y="1162208"/>
                      <a:pt x="79922" y="1161846"/>
                    </a:cubicBezTo>
                    <a:lnTo>
                      <a:pt x="79922" y="1161846"/>
                    </a:lnTo>
                    <a:lnTo>
                      <a:pt x="80224" y="1161484"/>
                    </a:lnTo>
                    <a:cubicBezTo>
                      <a:pt x="112887" y="1122300"/>
                      <a:pt x="150078" y="1087102"/>
                      <a:pt x="191072" y="1056733"/>
                    </a:cubicBezTo>
                    <a:cubicBezTo>
                      <a:pt x="245168" y="1018757"/>
                      <a:pt x="303732" y="987484"/>
                      <a:pt x="365435" y="963696"/>
                    </a:cubicBezTo>
                    <a:cubicBezTo>
                      <a:pt x="366763" y="967378"/>
                      <a:pt x="368092" y="971001"/>
                      <a:pt x="369601" y="974563"/>
                    </a:cubicBezTo>
                    <a:cubicBezTo>
                      <a:pt x="374129" y="984525"/>
                      <a:pt x="379201" y="994185"/>
                      <a:pt x="384815" y="1003603"/>
                    </a:cubicBezTo>
                    <a:cubicBezTo>
                      <a:pt x="389948" y="1012358"/>
                      <a:pt x="395622" y="1020750"/>
                      <a:pt x="401781" y="1028780"/>
                    </a:cubicBezTo>
                    <a:cubicBezTo>
                      <a:pt x="415003" y="1045745"/>
                      <a:pt x="429614" y="1061503"/>
                      <a:pt x="445553" y="1075933"/>
                    </a:cubicBezTo>
                    <a:cubicBezTo>
                      <a:pt x="460465" y="1089457"/>
                      <a:pt x="476404" y="1101773"/>
                      <a:pt x="493128" y="1112943"/>
                    </a:cubicBezTo>
                    <a:cubicBezTo>
                      <a:pt x="526395" y="1135402"/>
                      <a:pt x="562076" y="1154058"/>
                      <a:pt x="599508" y="1168548"/>
                    </a:cubicBezTo>
                    <a:cubicBezTo>
                      <a:pt x="648895" y="1187807"/>
                      <a:pt x="699187" y="1204410"/>
                      <a:pt x="749721" y="1220349"/>
                    </a:cubicBezTo>
                    <a:cubicBezTo>
                      <a:pt x="775320" y="1228379"/>
                      <a:pt x="800919" y="1236469"/>
                      <a:pt x="826457" y="1244499"/>
                    </a:cubicBezTo>
                    <a:cubicBezTo>
                      <a:pt x="851876" y="1252409"/>
                      <a:pt x="877052" y="1260801"/>
                      <a:pt x="901926" y="1270158"/>
                    </a:cubicBezTo>
                    <a:cubicBezTo>
                      <a:pt x="926800" y="1279517"/>
                      <a:pt x="951675" y="1289297"/>
                      <a:pt x="975825" y="1300648"/>
                    </a:cubicBezTo>
                    <a:cubicBezTo>
                      <a:pt x="999914" y="1311938"/>
                      <a:pt x="1023400" y="1324435"/>
                      <a:pt x="1046222" y="1338141"/>
                    </a:cubicBezTo>
                    <a:cubicBezTo>
                      <a:pt x="1068501" y="1351664"/>
                      <a:pt x="1089994" y="1366457"/>
                      <a:pt x="1110521" y="1382516"/>
                    </a:cubicBezTo>
                    <a:cubicBezTo>
                      <a:pt x="1113480" y="1384931"/>
                      <a:pt x="1117887" y="1384448"/>
                      <a:pt x="1120302" y="1381490"/>
                    </a:cubicBezTo>
                    <a:cubicBezTo>
                      <a:pt x="1122717" y="1378532"/>
                      <a:pt x="1122234" y="1374124"/>
                      <a:pt x="1119275" y="1371709"/>
                    </a:cubicBezTo>
                    <a:cubicBezTo>
                      <a:pt x="1077677" y="1338744"/>
                      <a:pt x="1033000" y="1309946"/>
                      <a:pt x="985787" y="1285675"/>
                    </a:cubicBezTo>
                    <a:cubicBezTo>
                      <a:pt x="962965" y="1273962"/>
                      <a:pt x="939902" y="1262732"/>
                      <a:pt x="916416" y="1252409"/>
                    </a:cubicBezTo>
                    <a:cubicBezTo>
                      <a:pt x="892930" y="1242084"/>
                      <a:pt x="869444" y="1232726"/>
                      <a:pt x="845838" y="1223187"/>
                    </a:cubicBezTo>
                    <a:cubicBezTo>
                      <a:pt x="797961" y="1203867"/>
                      <a:pt x="749238" y="1186539"/>
                      <a:pt x="701603" y="1166918"/>
                    </a:cubicBezTo>
                    <a:cubicBezTo>
                      <a:pt x="658253" y="1149832"/>
                      <a:pt x="616232" y="1129666"/>
                      <a:pt x="575781" y="1106543"/>
                    </a:cubicBezTo>
                    <a:lnTo>
                      <a:pt x="575117" y="1106120"/>
                    </a:lnTo>
                    <a:lnTo>
                      <a:pt x="575600" y="1106120"/>
                    </a:lnTo>
                    <a:lnTo>
                      <a:pt x="574634" y="1105516"/>
                    </a:lnTo>
                    <a:lnTo>
                      <a:pt x="573668" y="1104912"/>
                    </a:lnTo>
                    <a:cubicBezTo>
                      <a:pt x="538409" y="1083238"/>
                      <a:pt x="505807" y="1057458"/>
                      <a:pt x="476646" y="1028055"/>
                    </a:cubicBezTo>
                    <a:cubicBezTo>
                      <a:pt x="458835" y="1009279"/>
                      <a:pt x="443258" y="988630"/>
                      <a:pt x="430096" y="966352"/>
                    </a:cubicBezTo>
                    <a:cubicBezTo>
                      <a:pt x="426052" y="958806"/>
                      <a:pt x="422549" y="951138"/>
                      <a:pt x="419229" y="943349"/>
                    </a:cubicBezTo>
                    <a:cubicBezTo>
                      <a:pt x="479604" y="922701"/>
                      <a:pt x="540703" y="905494"/>
                      <a:pt x="601984" y="888408"/>
                    </a:cubicBezTo>
                    <a:cubicBezTo>
                      <a:pt x="640443" y="877661"/>
                      <a:pt x="678720" y="866915"/>
                      <a:pt x="716696" y="855263"/>
                    </a:cubicBezTo>
                    <a:cubicBezTo>
                      <a:pt x="756604" y="843188"/>
                      <a:pt x="796029" y="829664"/>
                      <a:pt x="834850" y="814630"/>
                    </a:cubicBezTo>
                    <a:cubicBezTo>
                      <a:pt x="872403" y="800322"/>
                      <a:pt x="909111" y="783900"/>
                      <a:pt x="944732" y="765304"/>
                    </a:cubicBezTo>
                    <a:cubicBezTo>
                      <a:pt x="954694" y="760112"/>
                      <a:pt x="964474" y="754618"/>
                      <a:pt x="974194" y="748942"/>
                    </a:cubicBezTo>
                    <a:cubicBezTo>
                      <a:pt x="975221" y="749969"/>
                      <a:pt x="976429" y="750814"/>
                      <a:pt x="977697" y="751539"/>
                    </a:cubicBezTo>
                    <a:cubicBezTo>
                      <a:pt x="1028894" y="775688"/>
                      <a:pt x="1087941" y="775990"/>
                      <a:pt x="1143365" y="772368"/>
                    </a:cubicBezTo>
                    <a:cubicBezTo>
                      <a:pt x="1172103" y="770496"/>
                      <a:pt x="1200721" y="767115"/>
                      <a:pt x="1229399" y="764519"/>
                    </a:cubicBezTo>
                    <a:cubicBezTo>
                      <a:pt x="1242803" y="763312"/>
                      <a:pt x="1256146" y="762225"/>
                      <a:pt x="1269549" y="761319"/>
                    </a:cubicBezTo>
                    <a:cubicBezTo>
                      <a:pt x="1282952" y="760413"/>
                      <a:pt x="1296235" y="760413"/>
                      <a:pt x="1309517" y="760474"/>
                    </a:cubicBezTo>
                    <a:cubicBezTo>
                      <a:pt x="1373756" y="761561"/>
                      <a:pt x="1437632" y="770979"/>
                      <a:pt x="1499456" y="788548"/>
                    </a:cubicBezTo>
                    <a:cubicBezTo>
                      <a:pt x="1529402" y="796880"/>
                      <a:pt x="1558805" y="806963"/>
                      <a:pt x="1587604" y="818735"/>
                    </a:cubicBezTo>
                    <a:cubicBezTo>
                      <a:pt x="1616403" y="830871"/>
                      <a:pt x="1644355" y="844999"/>
                      <a:pt x="1671223" y="860998"/>
                    </a:cubicBezTo>
                    <a:lnTo>
                      <a:pt x="1671223" y="860998"/>
                    </a:lnTo>
                    <a:lnTo>
                      <a:pt x="1672309" y="861663"/>
                    </a:lnTo>
                    <a:lnTo>
                      <a:pt x="1672309" y="861663"/>
                    </a:lnTo>
                    <a:lnTo>
                      <a:pt x="1672309" y="861663"/>
                    </a:lnTo>
                    <a:lnTo>
                      <a:pt x="1684384" y="869269"/>
                    </a:lnTo>
                    <a:cubicBezTo>
                      <a:pt x="1686980" y="871383"/>
                      <a:pt x="1690784" y="871020"/>
                      <a:pt x="1692897" y="868484"/>
                    </a:cubicBezTo>
                    <a:cubicBezTo>
                      <a:pt x="1692957" y="868425"/>
                      <a:pt x="1692957" y="868364"/>
                      <a:pt x="1693018" y="868304"/>
                    </a:cubicBezTo>
                    <a:cubicBezTo>
                      <a:pt x="1695070" y="865707"/>
                      <a:pt x="1694648" y="861904"/>
                      <a:pt x="1692052" y="859851"/>
                    </a:cubicBezTo>
                    <a:cubicBezTo>
                      <a:pt x="1691991" y="859791"/>
                      <a:pt x="1691991" y="859791"/>
                      <a:pt x="1691991" y="859791"/>
                    </a:cubicBezTo>
                    <a:cubicBezTo>
                      <a:pt x="1648824" y="832079"/>
                      <a:pt x="1603240" y="808351"/>
                      <a:pt x="1555846" y="788850"/>
                    </a:cubicBezTo>
                    <a:cubicBezTo>
                      <a:pt x="1544496" y="784201"/>
                      <a:pt x="1533085" y="779854"/>
                      <a:pt x="1521553" y="775809"/>
                    </a:cubicBezTo>
                    <a:cubicBezTo>
                      <a:pt x="1508331" y="771160"/>
                      <a:pt x="1494988" y="766934"/>
                      <a:pt x="1481404" y="763130"/>
                    </a:cubicBezTo>
                    <a:cubicBezTo>
                      <a:pt x="1455986" y="755885"/>
                      <a:pt x="1430266" y="749606"/>
                      <a:pt x="1404185" y="745018"/>
                    </a:cubicBezTo>
                    <a:cubicBezTo>
                      <a:pt x="1378102" y="740429"/>
                      <a:pt x="1352081" y="736867"/>
                      <a:pt x="1325697" y="734634"/>
                    </a:cubicBezTo>
                    <a:cubicBezTo>
                      <a:pt x="1313622" y="733487"/>
                      <a:pt x="1301548" y="732581"/>
                      <a:pt x="1289473" y="732158"/>
                    </a:cubicBezTo>
                    <a:cubicBezTo>
                      <a:pt x="1277398" y="731735"/>
                      <a:pt x="1264296" y="731796"/>
                      <a:pt x="1251738" y="732158"/>
                    </a:cubicBezTo>
                    <a:cubicBezTo>
                      <a:pt x="1202351" y="733305"/>
                      <a:pt x="1153085" y="738196"/>
                      <a:pt x="1103639" y="737833"/>
                    </a:cubicBezTo>
                    <a:cubicBezTo>
                      <a:pt x="1087639" y="737532"/>
                      <a:pt x="1071640" y="736747"/>
                      <a:pt x="1055761" y="734935"/>
                    </a:cubicBezTo>
                    <a:cubicBezTo>
                      <a:pt x="1040728" y="733185"/>
                      <a:pt x="1025815" y="730407"/>
                      <a:pt x="1011145" y="726543"/>
                    </a:cubicBezTo>
                    <a:cubicBezTo>
                      <a:pt x="1029619" y="714710"/>
                      <a:pt x="1047731" y="702393"/>
                      <a:pt x="1065482" y="689533"/>
                    </a:cubicBezTo>
                    <a:cubicBezTo>
                      <a:pt x="1104967" y="661278"/>
                      <a:pt x="1143365" y="631453"/>
                      <a:pt x="1181341" y="601205"/>
                    </a:cubicBezTo>
                    <a:cubicBezTo>
                      <a:pt x="1206879" y="580877"/>
                      <a:pt x="1232599" y="560754"/>
                      <a:pt x="1258500" y="540830"/>
                    </a:cubicBezTo>
                    <a:cubicBezTo>
                      <a:pt x="1259828" y="540510"/>
                      <a:pt x="1261035" y="539913"/>
                      <a:pt x="1262123" y="539079"/>
                    </a:cubicBezTo>
                    <a:cubicBezTo>
                      <a:pt x="1264054" y="537449"/>
                      <a:pt x="1265805" y="535578"/>
                      <a:pt x="1267738" y="533887"/>
                    </a:cubicBezTo>
                    <a:cubicBezTo>
                      <a:pt x="1277095" y="526763"/>
                      <a:pt x="1286393" y="519518"/>
                      <a:pt x="1295932" y="512575"/>
                    </a:cubicBezTo>
                    <a:cubicBezTo>
                      <a:pt x="1332700" y="485841"/>
                      <a:pt x="1371099" y="461516"/>
                      <a:pt x="1411007" y="439763"/>
                    </a:cubicBezTo>
                    <a:cubicBezTo>
                      <a:pt x="1452967" y="417231"/>
                      <a:pt x="1496317" y="397331"/>
                      <a:pt x="1540753" y="380173"/>
                    </a:cubicBezTo>
                    <a:lnTo>
                      <a:pt x="1540269" y="380173"/>
                    </a:lnTo>
                    <a:lnTo>
                      <a:pt x="1542081" y="379509"/>
                    </a:lnTo>
                    <a:lnTo>
                      <a:pt x="1543409" y="379026"/>
                    </a:lnTo>
                    <a:lnTo>
                      <a:pt x="1542987" y="379026"/>
                    </a:lnTo>
                    <a:cubicBezTo>
                      <a:pt x="1571906" y="368219"/>
                      <a:pt x="1601248" y="358740"/>
                      <a:pt x="1630771" y="349864"/>
                    </a:cubicBezTo>
                    <a:cubicBezTo>
                      <a:pt x="1631496" y="350420"/>
                      <a:pt x="1632280" y="350903"/>
                      <a:pt x="1633126" y="351314"/>
                    </a:cubicBezTo>
                    <a:cubicBezTo>
                      <a:pt x="1683056" y="381501"/>
                      <a:pt x="1741800" y="393214"/>
                      <a:pt x="1799277" y="396655"/>
                    </a:cubicBezTo>
                    <a:cubicBezTo>
                      <a:pt x="1856754" y="400096"/>
                      <a:pt x="1914352" y="395991"/>
                      <a:pt x="1971829" y="396655"/>
                    </a:cubicBezTo>
                    <a:lnTo>
                      <a:pt x="1971829" y="396655"/>
                    </a:lnTo>
                    <a:cubicBezTo>
                      <a:pt x="1994892" y="396655"/>
                      <a:pt x="2017835" y="397742"/>
                      <a:pt x="2040716" y="400217"/>
                    </a:cubicBezTo>
                    <a:cubicBezTo>
                      <a:pt x="2064202" y="402530"/>
                      <a:pt x="2087447" y="406895"/>
                      <a:pt x="2110148" y="413258"/>
                    </a:cubicBezTo>
                    <a:cubicBezTo>
                      <a:pt x="2133030" y="419948"/>
                      <a:pt x="2155127" y="429227"/>
                      <a:pt x="2175896" y="440910"/>
                    </a:cubicBezTo>
                    <a:cubicBezTo>
                      <a:pt x="2178190" y="441942"/>
                      <a:pt x="2180847" y="440934"/>
                      <a:pt x="2181873" y="438658"/>
                    </a:cubicBezTo>
                    <a:cubicBezTo>
                      <a:pt x="2181933" y="438622"/>
                      <a:pt x="2181933" y="438592"/>
                      <a:pt x="2181933" y="438555"/>
                    </a:cubicBezTo>
                    <a:cubicBezTo>
                      <a:pt x="2182839" y="436237"/>
                      <a:pt x="2181813" y="433604"/>
                      <a:pt x="2179579" y="432518"/>
                    </a:cubicBezTo>
                    <a:cubicBezTo>
                      <a:pt x="2162976" y="423105"/>
                      <a:pt x="2145527" y="415148"/>
                      <a:pt x="2127536" y="408730"/>
                    </a:cubicBezTo>
                    <a:lnTo>
                      <a:pt x="2124517" y="407643"/>
                    </a:lnTo>
                    <a:cubicBezTo>
                      <a:pt x="2107491" y="401793"/>
                      <a:pt x="2090103" y="397114"/>
                      <a:pt x="2072413" y="393636"/>
                    </a:cubicBezTo>
                    <a:cubicBezTo>
                      <a:pt x="2033954" y="386711"/>
                      <a:pt x="1994953" y="382859"/>
                      <a:pt x="1955890" y="382105"/>
                    </a:cubicBezTo>
                    <a:cubicBezTo>
                      <a:pt x="1880119" y="379207"/>
                      <a:pt x="1803081" y="381501"/>
                      <a:pt x="1729243" y="361517"/>
                    </a:cubicBezTo>
                    <a:cubicBezTo>
                      <a:pt x="1709258" y="355745"/>
                      <a:pt x="1689818" y="348126"/>
                      <a:pt x="1671223" y="338756"/>
                    </a:cubicBezTo>
                    <a:cubicBezTo>
                      <a:pt x="1675328" y="337609"/>
                      <a:pt x="1679373" y="336280"/>
                      <a:pt x="1683298" y="335193"/>
                    </a:cubicBezTo>
                    <a:cubicBezTo>
                      <a:pt x="1731295" y="323964"/>
                      <a:pt x="1779656" y="314062"/>
                      <a:pt x="1828197" y="305549"/>
                    </a:cubicBez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" name="" descr="2495a8e4-62be-4259-be9c-ce7a41b4a86d"/>
              <p:cNvSpPr/>
              <p:nvPr/>
            </p:nvSpPr>
            <p:spPr>
              <a:xfrm>
                <a:off x="10939345" y="6426388"/>
                <a:ext cx="2233" cy="845"/>
              </a:xfrm>
              <a:custGeom>
                <a:gdLst>
                  <a:gd name="connsiteX0" fmla="*/ 54 w 2233"/>
                  <a:gd name="connsiteY0" fmla="*/ 965 h 845"/>
                  <a:gd name="connsiteX1" fmla="*/ 2288 w 2233"/>
                  <a:gd name="connsiteY1" fmla="*/ 119 h 845"/>
                  <a:gd name="connsiteX2" fmla="*/ 1383 w 2233"/>
                  <a:gd name="connsiteY2" fmla="*/ 481 h 84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33" h="845">
                    <a:moveTo>
                      <a:pt x="54" y="965"/>
                    </a:moveTo>
                    <a:lnTo>
                      <a:pt x="2288" y="119"/>
                    </a:lnTo>
                    <a:lnTo>
                      <a:pt x="1383" y="481"/>
                    </a:ln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" name="" descr="cdfcd535-7f5e-4451-88af-10cf4ed36757"/>
              <p:cNvSpPr/>
              <p:nvPr/>
            </p:nvSpPr>
            <p:spPr>
              <a:xfrm>
                <a:off x="11069816" y="6908542"/>
                <a:ext cx="965" cy="604"/>
              </a:xfrm>
              <a:custGeom>
                <a:gdLst>
                  <a:gd name="connsiteX0" fmla="*/ 54 w 965"/>
                  <a:gd name="connsiteY0" fmla="*/ 119 h 604"/>
                  <a:gd name="connsiteX1" fmla="*/ 1020 w 965"/>
                  <a:gd name="connsiteY1" fmla="*/ 724 h 604"/>
                  <a:gd name="connsiteX2" fmla="*/ 1020 w 965"/>
                  <a:gd name="connsiteY2" fmla="*/ 724 h 60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4" h="604">
                    <a:moveTo>
                      <a:pt x="54" y="119"/>
                    </a:moveTo>
                    <a:lnTo>
                      <a:pt x="1020" y="724"/>
                    </a:lnTo>
                    <a:lnTo>
                      <a:pt x="1020" y="724"/>
                    </a:ln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" name="" descr="16e0c64e-b7d1-401c-9081-6d43fed95e31"/>
              <p:cNvSpPr/>
              <p:nvPr/>
            </p:nvSpPr>
            <p:spPr>
              <a:xfrm>
                <a:off x="9973347" y="7152879"/>
                <a:ext cx="483" cy="6037"/>
              </a:xfrm>
              <a:custGeom>
                <a:gdLst>
                  <a:gd name="connsiteX0" fmla="*/ 54 w 483"/>
                  <a:gd name="connsiteY0" fmla="*/ 119 h 6037"/>
                  <a:gd name="connsiteX1" fmla="*/ 54 w 483"/>
                  <a:gd name="connsiteY1" fmla="*/ 119 h 6037"/>
                  <a:gd name="connsiteX2" fmla="*/ 538 w 483"/>
                  <a:gd name="connsiteY2" fmla="*/ 119 h 603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2" h="6037">
                    <a:moveTo>
                      <a:pt x="54" y="119"/>
                    </a:moveTo>
                    <a:lnTo>
                      <a:pt x="54" y="119"/>
                    </a:lnTo>
                    <a:lnTo>
                      <a:pt x="538" y="119"/>
                    </a:ln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9" name="" descr="b48ae277-17aa-4ba0-9136-3a0e1a069830"/>
            <p:cNvGrpSpPr/>
            <p:nvPr/>
          </p:nvGrpSpPr>
          <p:grpSpPr>
            <a:xfrm>
              <a:off x="782916" y="4811732"/>
              <a:ext cx="2448208" cy="2223103"/>
              <a:chOff x="769481" y="5321644"/>
              <a:chExt cx="2448208" cy="2223103"/>
            </a:xfrm>
          </p:grpSpPr>
          <p:sp>
            <p:nvSpPr>
              <p:cNvPr id="148" name="" descr="98f58fef-3f96-4316-a5e7-249bdfc365b6"/>
              <p:cNvSpPr/>
              <p:nvPr/>
            </p:nvSpPr>
            <p:spPr>
              <a:xfrm>
                <a:off x="1183049" y="6385534"/>
                <a:ext cx="1396242" cy="1159213"/>
              </a:xfrm>
              <a:custGeom>
                <a:gdLst>
                  <a:gd name="connsiteX0" fmla="*/ 1009099 w 1396242"/>
                  <a:gd name="connsiteY0" fmla="*/ 22929 h 1159213"/>
                  <a:gd name="connsiteX1" fmla="*/ 883640 w 1396242"/>
                  <a:gd name="connsiteY1" fmla="*/ 530 h 1159213"/>
                  <a:gd name="connsiteX2" fmla="*/ 710908 w 1396242"/>
                  <a:gd name="connsiteY2" fmla="*/ 23532 h 1159213"/>
                  <a:gd name="connsiteX3" fmla="*/ 620346 w 1396242"/>
                  <a:gd name="connsiteY3" fmla="*/ 59757 h 1159213"/>
                  <a:gd name="connsiteX4" fmla="*/ 526885 w 1396242"/>
                  <a:gd name="connsiteY4" fmla="*/ 115000 h 1159213"/>
                  <a:gd name="connsiteX5" fmla="*/ 443025 w 1396242"/>
                  <a:gd name="connsiteY5" fmla="*/ 183405 h 1159213"/>
                  <a:gd name="connsiteX6" fmla="*/ 371420 w 1396242"/>
                  <a:gd name="connsiteY6" fmla="*/ 263764 h 1159213"/>
                  <a:gd name="connsiteX7" fmla="*/ 273552 w 1396242"/>
                  <a:gd name="connsiteY7" fmla="*/ 443681 h 1159213"/>
                  <a:gd name="connsiteX8" fmla="*/ 258459 w 1396242"/>
                  <a:gd name="connsiteY8" fmla="*/ 489143 h 1159213"/>
                  <a:gd name="connsiteX9" fmla="*/ 256527 w 1396242"/>
                  <a:gd name="connsiteY9" fmla="*/ 495181 h 1159213"/>
                  <a:gd name="connsiteX10" fmla="*/ 252965 w 1396242"/>
                  <a:gd name="connsiteY10" fmla="*/ 506471 h 1159213"/>
                  <a:gd name="connsiteX11" fmla="*/ 238716 w 1396242"/>
                  <a:gd name="connsiteY11" fmla="*/ 551269 h 1159213"/>
                  <a:gd name="connsiteX12" fmla="*/ 200257 w 1396242"/>
                  <a:gd name="connsiteY12" fmla="*/ 655234 h 1159213"/>
                  <a:gd name="connsiteX13" fmla="*/ 199533 w 1396242"/>
                  <a:gd name="connsiteY13" fmla="*/ 656865 h 1159213"/>
                  <a:gd name="connsiteX14" fmla="*/ 159142 w 1396242"/>
                  <a:gd name="connsiteY14" fmla="*/ 733360 h 1159213"/>
                  <a:gd name="connsiteX15" fmla="*/ 110359 w 1396242"/>
                  <a:gd name="connsiteY15" fmla="*/ 802610 h 1159213"/>
                  <a:gd name="connsiteX16" fmla="*/ 28189 w 1396242"/>
                  <a:gd name="connsiteY16" fmla="*/ 884840 h 1159213"/>
                  <a:gd name="connsiteX17" fmla="*/ 27465 w 1396242"/>
                  <a:gd name="connsiteY17" fmla="*/ 885867 h 1159213"/>
                  <a:gd name="connsiteX18" fmla="*/ 27465 w 1396242"/>
                  <a:gd name="connsiteY18" fmla="*/ 885867 h 1159213"/>
                  <a:gd name="connsiteX19" fmla="*/ 54 w 1396242"/>
                  <a:gd name="connsiteY19" fmla="*/ 903617 h 1159213"/>
                  <a:gd name="connsiteX20" fmla="*/ 38453 w 1396242"/>
                  <a:gd name="connsiteY20" fmla="*/ 906153 h 1159213"/>
                  <a:gd name="connsiteX21" fmla="*/ 100820 w 1396242"/>
                  <a:gd name="connsiteY21" fmla="*/ 920522 h 1159213"/>
                  <a:gd name="connsiteX22" fmla="*/ 115672 w 1396242"/>
                  <a:gd name="connsiteY22" fmla="*/ 925654 h 1159213"/>
                  <a:gd name="connsiteX23" fmla="*/ 156606 w 1396242"/>
                  <a:gd name="connsiteY23" fmla="*/ 942619 h 1159213"/>
                  <a:gd name="connsiteX24" fmla="*/ 179187 w 1396242"/>
                  <a:gd name="connsiteY24" fmla="*/ 953607 h 1159213"/>
                  <a:gd name="connsiteX25" fmla="*/ 202733 w 1396242"/>
                  <a:gd name="connsiteY25" fmla="*/ 965682 h 1159213"/>
                  <a:gd name="connsiteX26" fmla="*/ 276813 w 1396242"/>
                  <a:gd name="connsiteY26" fmla="*/ 1005288 h 1159213"/>
                  <a:gd name="connsiteX27" fmla="*/ 282126 w 1396242"/>
                  <a:gd name="connsiteY27" fmla="*/ 1008186 h 1159213"/>
                  <a:gd name="connsiteX28" fmla="*/ 298910 w 1396242"/>
                  <a:gd name="connsiteY28" fmla="*/ 1017363 h 1159213"/>
                  <a:gd name="connsiteX29" fmla="*/ 359285 w 1396242"/>
                  <a:gd name="connsiteY29" fmla="*/ 1049603 h 1159213"/>
                  <a:gd name="connsiteX30" fmla="*/ 421712 w 1396242"/>
                  <a:gd name="connsiteY30" fmla="*/ 1076530 h 1159213"/>
                  <a:gd name="connsiteX31" fmla="*/ 527489 w 1396242"/>
                  <a:gd name="connsiteY31" fmla="*/ 1115231 h 1159213"/>
                  <a:gd name="connsiteX32" fmla="*/ 575065 w 1396242"/>
                  <a:gd name="connsiteY32" fmla="*/ 1129479 h 1159213"/>
                  <a:gd name="connsiteX33" fmla="*/ 805334 w 1396242"/>
                  <a:gd name="connsiteY33" fmla="*/ 1159123 h 1159213"/>
                  <a:gd name="connsiteX34" fmla="*/ 994368 w 1396242"/>
                  <a:gd name="connsiteY34" fmla="*/ 1128030 h 1159213"/>
                  <a:gd name="connsiteX35" fmla="*/ 1165772 w 1396242"/>
                  <a:gd name="connsiteY35" fmla="*/ 1047913 h 1159213"/>
                  <a:gd name="connsiteX36" fmla="*/ 1239731 w 1396242"/>
                  <a:gd name="connsiteY36" fmla="*/ 989047 h 1159213"/>
                  <a:gd name="connsiteX37" fmla="*/ 1302038 w 1396242"/>
                  <a:gd name="connsiteY37" fmla="*/ 917865 h 1159213"/>
                  <a:gd name="connsiteX38" fmla="*/ 1349070 w 1396242"/>
                  <a:gd name="connsiteY38" fmla="*/ 836963 h 1159213"/>
                  <a:gd name="connsiteX39" fmla="*/ 1381009 w 1396242"/>
                  <a:gd name="connsiteY39" fmla="*/ 742356 h 1159213"/>
                  <a:gd name="connsiteX40" fmla="*/ 1395136 w 1396242"/>
                  <a:gd name="connsiteY40" fmla="*/ 561231 h 1159213"/>
                  <a:gd name="connsiteX41" fmla="*/ 1288454 w 1396242"/>
                  <a:gd name="connsiteY41" fmla="*/ 240459 h 1159213"/>
                  <a:gd name="connsiteX42" fmla="*/ 1180443 w 1396242"/>
                  <a:gd name="connsiteY42" fmla="*/ 118864 h 1159213"/>
                  <a:gd name="connsiteX43" fmla="*/ 1114031 w 1396242"/>
                  <a:gd name="connsiteY43" fmla="*/ 71289 h 1159213"/>
                  <a:gd name="connsiteX44" fmla="*/ 1041581 w 1396242"/>
                  <a:gd name="connsiteY44" fmla="*/ 35064 h 1159213"/>
                  <a:gd name="connsiteX45" fmla="*/ 1009160 w 1396242"/>
                  <a:gd name="connsiteY45" fmla="*/ 22989 h 115921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396242" h="1159213">
                    <a:moveTo>
                      <a:pt x="1009099" y="22929"/>
                    </a:moveTo>
                    <a:cubicBezTo>
                      <a:pt x="968473" y="9887"/>
                      <a:pt x="926277" y="2341"/>
                      <a:pt x="883640" y="530"/>
                    </a:cubicBezTo>
                    <a:cubicBezTo>
                      <a:pt x="825167" y="-1825"/>
                      <a:pt x="766731" y="5964"/>
                      <a:pt x="710908" y="23532"/>
                    </a:cubicBezTo>
                    <a:cubicBezTo>
                      <a:pt x="679839" y="33313"/>
                      <a:pt x="649567" y="45388"/>
                      <a:pt x="620346" y="59757"/>
                    </a:cubicBezTo>
                    <a:cubicBezTo>
                      <a:pt x="587828" y="75757"/>
                      <a:pt x="556584" y="94232"/>
                      <a:pt x="526885" y="115000"/>
                    </a:cubicBezTo>
                    <a:cubicBezTo>
                      <a:pt x="497265" y="135649"/>
                      <a:pt x="469233" y="158530"/>
                      <a:pt x="443025" y="183405"/>
                    </a:cubicBezTo>
                    <a:cubicBezTo>
                      <a:pt x="417118" y="208280"/>
                      <a:pt x="393179" y="235146"/>
                      <a:pt x="371420" y="263764"/>
                    </a:cubicBezTo>
                    <a:cubicBezTo>
                      <a:pt x="329912" y="318464"/>
                      <a:pt x="296918" y="379140"/>
                      <a:pt x="273552" y="443681"/>
                    </a:cubicBezTo>
                    <a:cubicBezTo>
                      <a:pt x="267998" y="458835"/>
                      <a:pt x="263168" y="474231"/>
                      <a:pt x="258459" y="489143"/>
                    </a:cubicBezTo>
                    <a:lnTo>
                      <a:pt x="256527" y="495181"/>
                    </a:lnTo>
                    <a:lnTo>
                      <a:pt x="252965" y="506471"/>
                    </a:lnTo>
                    <a:cubicBezTo>
                      <a:pt x="248255" y="521444"/>
                      <a:pt x="243546" y="536658"/>
                      <a:pt x="238716" y="551269"/>
                    </a:cubicBezTo>
                    <a:cubicBezTo>
                      <a:pt x="227704" y="586588"/>
                      <a:pt x="214868" y="621243"/>
                      <a:pt x="200257" y="655234"/>
                    </a:cubicBezTo>
                    <a:lnTo>
                      <a:pt x="199533" y="656865"/>
                    </a:lnTo>
                    <a:cubicBezTo>
                      <a:pt x="187808" y="683248"/>
                      <a:pt x="174308" y="708787"/>
                      <a:pt x="159142" y="733360"/>
                    </a:cubicBezTo>
                    <a:cubicBezTo>
                      <a:pt x="144266" y="757389"/>
                      <a:pt x="127977" y="780512"/>
                      <a:pt x="110359" y="802610"/>
                    </a:cubicBezTo>
                    <a:cubicBezTo>
                      <a:pt x="86511" y="833340"/>
                      <a:pt x="58908" y="860992"/>
                      <a:pt x="28189" y="884840"/>
                    </a:cubicBezTo>
                    <a:lnTo>
                      <a:pt x="27465" y="885867"/>
                    </a:lnTo>
                    <a:lnTo>
                      <a:pt x="27465" y="885867"/>
                    </a:lnTo>
                    <a:cubicBezTo>
                      <a:pt x="18529" y="891904"/>
                      <a:pt x="9352" y="897942"/>
                      <a:pt x="54" y="903617"/>
                    </a:cubicBezTo>
                    <a:cubicBezTo>
                      <a:pt x="12896" y="903677"/>
                      <a:pt x="25714" y="904522"/>
                      <a:pt x="38453" y="906153"/>
                    </a:cubicBezTo>
                    <a:cubicBezTo>
                      <a:pt x="59626" y="909111"/>
                      <a:pt x="80498" y="913881"/>
                      <a:pt x="100820" y="920522"/>
                    </a:cubicBezTo>
                    <a:cubicBezTo>
                      <a:pt x="105771" y="922092"/>
                      <a:pt x="110722" y="923842"/>
                      <a:pt x="115672" y="925654"/>
                    </a:cubicBezTo>
                    <a:cubicBezTo>
                      <a:pt x="129921" y="930846"/>
                      <a:pt x="143747" y="936521"/>
                      <a:pt x="156606" y="942619"/>
                    </a:cubicBezTo>
                    <a:cubicBezTo>
                      <a:pt x="164214" y="946121"/>
                      <a:pt x="171700" y="949864"/>
                      <a:pt x="179187" y="953607"/>
                    </a:cubicBezTo>
                    <a:lnTo>
                      <a:pt x="202733" y="965682"/>
                    </a:lnTo>
                    <a:cubicBezTo>
                      <a:pt x="227547" y="978542"/>
                      <a:pt x="252602" y="992126"/>
                      <a:pt x="276813" y="1005288"/>
                    </a:cubicBezTo>
                    <a:lnTo>
                      <a:pt x="282126" y="1008186"/>
                    </a:lnTo>
                    <a:lnTo>
                      <a:pt x="298910" y="1017363"/>
                    </a:lnTo>
                    <a:cubicBezTo>
                      <a:pt x="318954" y="1028170"/>
                      <a:pt x="338999" y="1038977"/>
                      <a:pt x="359285" y="1049603"/>
                    </a:cubicBezTo>
                    <a:cubicBezTo>
                      <a:pt x="380174" y="1058478"/>
                      <a:pt x="401004" y="1067293"/>
                      <a:pt x="421712" y="1076530"/>
                    </a:cubicBezTo>
                    <a:cubicBezTo>
                      <a:pt x="460171" y="1091987"/>
                      <a:pt x="494766" y="1104665"/>
                      <a:pt x="527489" y="1115231"/>
                    </a:cubicBezTo>
                    <a:cubicBezTo>
                      <a:pt x="543066" y="1120242"/>
                      <a:pt x="559065" y="1125072"/>
                      <a:pt x="575065" y="1129479"/>
                    </a:cubicBezTo>
                    <a:cubicBezTo>
                      <a:pt x="649881" y="1150972"/>
                      <a:pt x="727517" y="1160934"/>
                      <a:pt x="805334" y="1159123"/>
                    </a:cubicBezTo>
                    <a:cubicBezTo>
                      <a:pt x="869440" y="1157131"/>
                      <a:pt x="932997" y="1146625"/>
                      <a:pt x="994368" y="1128030"/>
                    </a:cubicBezTo>
                    <a:cubicBezTo>
                      <a:pt x="1055141" y="1109918"/>
                      <a:pt x="1112902" y="1082930"/>
                      <a:pt x="1165772" y="1047913"/>
                    </a:cubicBezTo>
                    <a:cubicBezTo>
                      <a:pt x="1192023" y="1030404"/>
                      <a:pt x="1216759" y="1010722"/>
                      <a:pt x="1239731" y="989047"/>
                    </a:cubicBezTo>
                    <a:cubicBezTo>
                      <a:pt x="1262619" y="967252"/>
                      <a:pt x="1283473" y="943464"/>
                      <a:pt x="1302038" y="917865"/>
                    </a:cubicBezTo>
                    <a:cubicBezTo>
                      <a:pt x="1320471" y="892568"/>
                      <a:pt x="1336229" y="865460"/>
                      <a:pt x="1349070" y="836963"/>
                    </a:cubicBezTo>
                    <a:cubicBezTo>
                      <a:pt x="1362926" y="806595"/>
                      <a:pt x="1373631" y="774898"/>
                      <a:pt x="1381009" y="742356"/>
                    </a:cubicBezTo>
                    <a:cubicBezTo>
                      <a:pt x="1393971" y="682887"/>
                      <a:pt x="1398729" y="621968"/>
                      <a:pt x="1395136" y="561231"/>
                    </a:cubicBezTo>
                    <a:cubicBezTo>
                      <a:pt x="1388640" y="446761"/>
                      <a:pt x="1351823" y="336032"/>
                      <a:pt x="1288454" y="240459"/>
                    </a:cubicBezTo>
                    <a:cubicBezTo>
                      <a:pt x="1258333" y="195057"/>
                      <a:pt x="1221969" y="154123"/>
                      <a:pt x="1180443" y="118864"/>
                    </a:cubicBezTo>
                    <a:cubicBezTo>
                      <a:pt x="1159554" y="101355"/>
                      <a:pt x="1137348" y="85416"/>
                      <a:pt x="1114031" y="71289"/>
                    </a:cubicBezTo>
                    <a:cubicBezTo>
                      <a:pt x="1090865" y="57343"/>
                      <a:pt x="1066643" y="45207"/>
                      <a:pt x="1041581" y="35064"/>
                    </a:cubicBezTo>
                    <a:cubicBezTo>
                      <a:pt x="1030533" y="30596"/>
                      <a:pt x="1019605" y="26611"/>
                      <a:pt x="1009160" y="22989"/>
                    </a:cubicBezTo>
                  </a:path>
                </a:pathLst>
              </a:custGeom>
              <a:solidFill>
                <a:srgbClr val="B2B67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" name="" descr="1e37573a-236d-41a2-9567-3e12439d2376"/>
              <p:cNvSpPr/>
              <p:nvPr/>
            </p:nvSpPr>
            <p:spPr>
              <a:xfrm>
                <a:off x="1270814" y="6789586"/>
                <a:ext cx="1166528" cy="669572"/>
              </a:xfrm>
              <a:custGeom>
                <a:gdLst>
                  <a:gd name="connsiteX0" fmla="*/ 1155892 w 1166528"/>
                  <a:gd name="connsiteY0" fmla="*/ 95174 h 669572"/>
                  <a:gd name="connsiteX1" fmla="*/ 1154805 w 1166528"/>
                  <a:gd name="connsiteY1" fmla="*/ 95174 h 669572"/>
                  <a:gd name="connsiteX2" fmla="*/ 841580 w 1166528"/>
                  <a:gd name="connsiteY2" fmla="*/ 100245 h 669572"/>
                  <a:gd name="connsiteX3" fmla="*/ 840976 w 1166528"/>
                  <a:gd name="connsiteY3" fmla="*/ 98555 h 669572"/>
                  <a:gd name="connsiteX4" fmla="*/ 834516 w 1166528"/>
                  <a:gd name="connsiteY4" fmla="*/ 82616 h 669572"/>
                  <a:gd name="connsiteX5" fmla="*/ 830350 w 1166528"/>
                  <a:gd name="connsiteY5" fmla="*/ 78390 h 669572"/>
                  <a:gd name="connsiteX6" fmla="*/ 828117 w 1166528"/>
                  <a:gd name="connsiteY6" fmla="*/ 77424 h 669572"/>
                  <a:gd name="connsiteX7" fmla="*/ 821475 w 1166528"/>
                  <a:gd name="connsiteY7" fmla="*/ 77424 h 669572"/>
                  <a:gd name="connsiteX8" fmla="*/ 813204 w 1166528"/>
                  <a:gd name="connsiteY8" fmla="*/ 91612 h 669572"/>
                  <a:gd name="connsiteX9" fmla="*/ 816525 w 1166528"/>
                  <a:gd name="connsiteY9" fmla="*/ 107068 h 669572"/>
                  <a:gd name="connsiteX10" fmla="*/ 792375 w 1166528"/>
                  <a:gd name="connsiteY10" fmla="*/ 114373 h 669572"/>
                  <a:gd name="connsiteX11" fmla="*/ 704650 w 1166528"/>
                  <a:gd name="connsiteY11" fmla="*/ 147700 h 669572"/>
                  <a:gd name="connsiteX12" fmla="*/ 659308 w 1166528"/>
                  <a:gd name="connsiteY12" fmla="*/ 169012 h 669572"/>
                  <a:gd name="connsiteX13" fmla="*/ 643611 w 1166528"/>
                  <a:gd name="connsiteY13" fmla="*/ 154764 h 669572"/>
                  <a:gd name="connsiteX14" fmla="*/ 624050 w 1166528"/>
                  <a:gd name="connsiteY14" fmla="*/ 138403 h 669572"/>
                  <a:gd name="connsiteX15" fmla="*/ 585953 w 1166528"/>
                  <a:gd name="connsiteY15" fmla="*/ 110992 h 669572"/>
                  <a:gd name="connsiteX16" fmla="*/ 501790 w 1166528"/>
                  <a:gd name="connsiteY16" fmla="*/ 64684 h 669572"/>
                  <a:gd name="connsiteX17" fmla="*/ 457355 w 1166528"/>
                  <a:gd name="connsiteY17" fmla="*/ 45968 h 669572"/>
                  <a:gd name="connsiteX18" fmla="*/ 411832 w 1166528"/>
                  <a:gd name="connsiteY18" fmla="*/ 30029 h 669572"/>
                  <a:gd name="connsiteX19" fmla="*/ 410383 w 1166528"/>
                  <a:gd name="connsiteY19" fmla="*/ 29546 h 669572"/>
                  <a:gd name="connsiteX20" fmla="*/ 365887 w 1166528"/>
                  <a:gd name="connsiteY20" fmla="*/ 16687 h 669572"/>
                  <a:gd name="connsiteX21" fmla="*/ 320304 w 1166528"/>
                  <a:gd name="connsiteY21" fmla="*/ 5397 h 669572"/>
                  <a:gd name="connsiteX22" fmla="*/ 296999 w 1166528"/>
                  <a:gd name="connsiteY22" fmla="*/ 265 h 669572"/>
                  <a:gd name="connsiteX23" fmla="*/ 292592 w 1166528"/>
                  <a:gd name="connsiteY23" fmla="*/ 2559 h 669572"/>
                  <a:gd name="connsiteX24" fmla="*/ 294886 w 1166528"/>
                  <a:gd name="connsiteY24" fmla="*/ 6906 h 669572"/>
                  <a:gd name="connsiteX25" fmla="*/ 477761 w 1166528"/>
                  <a:gd name="connsiteY25" fmla="*/ 69152 h 669572"/>
                  <a:gd name="connsiteX26" fmla="*/ 601832 w 1166528"/>
                  <a:gd name="connsiteY26" fmla="*/ 147639 h 669572"/>
                  <a:gd name="connsiteX27" fmla="*/ 621936 w 1166528"/>
                  <a:gd name="connsiteY27" fmla="*/ 166175 h 669572"/>
                  <a:gd name="connsiteX28" fmla="*/ 636004 w 1166528"/>
                  <a:gd name="connsiteY28" fmla="*/ 180966 h 669572"/>
                  <a:gd name="connsiteX29" fmla="*/ 623023 w 1166528"/>
                  <a:gd name="connsiteY29" fmla="*/ 187849 h 669572"/>
                  <a:gd name="connsiteX30" fmla="*/ 546830 w 1166528"/>
                  <a:gd name="connsiteY30" fmla="*/ 235666 h 669572"/>
                  <a:gd name="connsiteX31" fmla="*/ 471724 w 1166528"/>
                  <a:gd name="connsiteY31" fmla="*/ 289641 h 669572"/>
                  <a:gd name="connsiteX32" fmla="*/ 423424 w 1166528"/>
                  <a:gd name="connsiteY32" fmla="*/ 320252 h 669572"/>
                  <a:gd name="connsiteX33" fmla="*/ 373252 w 1166528"/>
                  <a:gd name="connsiteY33" fmla="*/ 290064 h 669572"/>
                  <a:gd name="connsiteX34" fmla="*/ 312576 w 1166528"/>
                  <a:gd name="connsiteY34" fmla="*/ 263499 h 669572"/>
                  <a:gd name="connsiteX35" fmla="*/ 293135 w 1166528"/>
                  <a:gd name="connsiteY35" fmla="*/ 256858 h 669572"/>
                  <a:gd name="connsiteX36" fmla="*/ 183977 w 1166528"/>
                  <a:gd name="connsiteY36" fmla="*/ 234278 h 669572"/>
                  <a:gd name="connsiteX37" fmla="*/ 180959 w 1166528"/>
                  <a:gd name="connsiteY37" fmla="*/ 236994 h 669572"/>
                  <a:gd name="connsiteX38" fmla="*/ 183736 w 1166528"/>
                  <a:gd name="connsiteY38" fmla="*/ 240013 h 669572"/>
                  <a:gd name="connsiteX39" fmla="*/ 215795 w 1166528"/>
                  <a:gd name="connsiteY39" fmla="*/ 244420 h 669572"/>
                  <a:gd name="connsiteX40" fmla="*/ 215795 w 1166528"/>
                  <a:gd name="connsiteY40" fmla="*/ 244420 h 669572"/>
                  <a:gd name="connsiteX41" fmla="*/ 326281 w 1166528"/>
                  <a:gd name="connsiteY41" fmla="*/ 280645 h 669572"/>
                  <a:gd name="connsiteX42" fmla="*/ 325677 w 1166528"/>
                  <a:gd name="connsiteY42" fmla="*/ 280645 h 669572"/>
                  <a:gd name="connsiteX43" fmla="*/ 373977 w 1166528"/>
                  <a:gd name="connsiteY43" fmla="*/ 307210 h 669572"/>
                  <a:gd name="connsiteX44" fmla="*/ 406881 w 1166528"/>
                  <a:gd name="connsiteY44" fmla="*/ 330032 h 669572"/>
                  <a:gd name="connsiteX45" fmla="*/ 386957 w 1166528"/>
                  <a:gd name="connsiteY45" fmla="*/ 341383 h 669572"/>
                  <a:gd name="connsiteX46" fmla="*/ 299474 w 1166528"/>
                  <a:gd name="connsiteY46" fmla="*/ 382921 h 669572"/>
                  <a:gd name="connsiteX47" fmla="*/ 224066 w 1166528"/>
                  <a:gd name="connsiteY47" fmla="*/ 410935 h 669572"/>
                  <a:gd name="connsiteX48" fmla="*/ 212836 w 1166528"/>
                  <a:gd name="connsiteY48" fmla="*/ 406044 h 669572"/>
                  <a:gd name="connsiteX49" fmla="*/ 206799 w 1166528"/>
                  <a:gd name="connsiteY49" fmla="*/ 403871 h 669572"/>
                  <a:gd name="connsiteX50" fmla="*/ 197018 w 1166528"/>
                  <a:gd name="connsiteY50" fmla="*/ 400973 h 669572"/>
                  <a:gd name="connsiteX51" fmla="*/ 164778 w 1166528"/>
                  <a:gd name="connsiteY51" fmla="*/ 394935 h 669572"/>
                  <a:gd name="connsiteX52" fmla="*/ 131028 w 1166528"/>
                  <a:gd name="connsiteY52" fmla="*/ 392701 h 669572"/>
                  <a:gd name="connsiteX53" fmla="*/ 95287 w 1166528"/>
                  <a:gd name="connsiteY53" fmla="*/ 393184 h 669572"/>
                  <a:gd name="connsiteX54" fmla="*/ 92268 w 1166528"/>
                  <a:gd name="connsiteY54" fmla="*/ 395841 h 669572"/>
                  <a:gd name="connsiteX55" fmla="*/ 94973 w 1166528"/>
                  <a:gd name="connsiteY55" fmla="*/ 398920 h 669572"/>
                  <a:gd name="connsiteX56" fmla="*/ 94985 w 1166528"/>
                  <a:gd name="connsiteY56" fmla="*/ 398920 h 669572"/>
                  <a:gd name="connsiteX57" fmla="*/ 128614 w 1166528"/>
                  <a:gd name="connsiteY57" fmla="*/ 398920 h 669572"/>
                  <a:gd name="connsiteX58" fmla="*/ 161880 w 1166528"/>
                  <a:gd name="connsiteY58" fmla="*/ 402723 h 669572"/>
                  <a:gd name="connsiteX59" fmla="*/ 189834 w 1166528"/>
                  <a:gd name="connsiteY59" fmla="*/ 409545 h 669572"/>
                  <a:gd name="connsiteX60" fmla="*/ 207946 w 1166528"/>
                  <a:gd name="connsiteY60" fmla="*/ 416127 h 669572"/>
                  <a:gd name="connsiteX61" fmla="*/ 3215 w 1166528"/>
                  <a:gd name="connsiteY61" fmla="*/ 468049 h 669572"/>
                  <a:gd name="connsiteX62" fmla="*/ 196 w 1166528"/>
                  <a:gd name="connsiteY62" fmla="*/ 473241 h 669572"/>
                  <a:gd name="connsiteX63" fmla="*/ 5388 w 1166528"/>
                  <a:gd name="connsiteY63" fmla="*/ 476260 h 669572"/>
                  <a:gd name="connsiteX64" fmla="*/ 185124 w 1166528"/>
                  <a:gd name="connsiteY64" fmla="*/ 434480 h 669572"/>
                  <a:gd name="connsiteX65" fmla="*/ 201727 w 1166528"/>
                  <a:gd name="connsiteY65" fmla="*/ 429530 h 669572"/>
                  <a:gd name="connsiteX66" fmla="*/ 191826 w 1166528"/>
                  <a:gd name="connsiteY66" fmla="*/ 443537 h 669572"/>
                  <a:gd name="connsiteX67" fmla="*/ 147752 w 1166528"/>
                  <a:gd name="connsiteY67" fmla="*/ 488456 h 669572"/>
                  <a:gd name="connsiteX68" fmla="*/ 134953 w 1166528"/>
                  <a:gd name="connsiteY68" fmla="*/ 497693 h 669572"/>
                  <a:gd name="connsiteX69" fmla="*/ 133926 w 1166528"/>
                  <a:gd name="connsiteY69" fmla="*/ 501617 h 669572"/>
                  <a:gd name="connsiteX70" fmla="*/ 137797 w 1166528"/>
                  <a:gd name="connsiteY70" fmla="*/ 502704 h 669572"/>
                  <a:gd name="connsiteX71" fmla="*/ 137851 w 1166528"/>
                  <a:gd name="connsiteY71" fmla="*/ 502644 h 669572"/>
                  <a:gd name="connsiteX72" fmla="*/ 183434 w 1166528"/>
                  <a:gd name="connsiteY72" fmla="*/ 465997 h 669572"/>
                  <a:gd name="connsiteX73" fmla="*/ 216882 w 1166528"/>
                  <a:gd name="connsiteY73" fmla="*/ 425002 h 669572"/>
                  <a:gd name="connsiteX74" fmla="*/ 223583 w 1166528"/>
                  <a:gd name="connsiteY74" fmla="*/ 423010 h 669572"/>
                  <a:gd name="connsiteX75" fmla="*/ 225938 w 1166528"/>
                  <a:gd name="connsiteY75" fmla="*/ 423010 h 669572"/>
                  <a:gd name="connsiteX76" fmla="*/ 228836 w 1166528"/>
                  <a:gd name="connsiteY76" fmla="*/ 421319 h 669572"/>
                  <a:gd name="connsiteX77" fmla="*/ 269408 w 1166528"/>
                  <a:gd name="connsiteY77" fmla="*/ 407735 h 669572"/>
                  <a:gd name="connsiteX78" fmla="*/ 351155 w 1166528"/>
                  <a:gd name="connsiteY78" fmla="*/ 374890 h 669572"/>
                  <a:gd name="connsiteX79" fmla="*/ 415575 w 1166528"/>
                  <a:gd name="connsiteY79" fmla="*/ 343496 h 669572"/>
                  <a:gd name="connsiteX80" fmla="*/ 408451 w 1166528"/>
                  <a:gd name="connsiteY80" fmla="*/ 360823 h 669572"/>
                  <a:gd name="connsiteX81" fmla="*/ 408451 w 1166528"/>
                  <a:gd name="connsiteY81" fmla="*/ 360401 h 669572"/>
                  <a:gd name="connsiteX82" fmla="*/ 407787 w 1166528"/>
                  <a:gd name="connsiteY82" fmla="*/ 362031 h 669572"/>
                  <a:gd name="connsiteX83" fmla="*/ 407787 w 1166528"/>
                  <a:gd name="connsiteY83" fmla="*/ 362031 h 669572"/>
                  <a:gd name="connsiteX84" fmla="*/ 407787 w 1166528"/>
                  <a:gd name="connsiteY84" fmla="*/ 362031 h 669572"/>
                  <a:gd name="connsiteX85" fmla="*/ 396497 w 1166528"/>
                  <a:gd name="connsiteY85" fmla="*/ 386664 h 669572"/>
                  <a:gd name="connsiteX86" fmla="*/ 381463 w 1166528"/>
                  <a:gd name="connsiteY86" fmla="*/ 414376 h 669572"/>
                  <a:gd name="connsiteX87" fmla="*/ 346325 w 1166528"/>
                  <a:gd name="connsiteY87" fmla="*/ 466238 h 669572"/>
                  <a:gd name="connsiteX88" fmla="*/ 273875 w 1166528"/>
                  <a:gd name="connsiteY88" fmla="*/ 540378 h 669572"/>
                  <a:gd name="connsiteX89" fmla="*/ 264517 w 1166528"/>
                  <a:gd name="connsiteY89" fmla="*/ 547321 h 669572"/>
                  <a:gd name="connsiteX90" fmla="*/ 262984 w 1166528"/>
                  <a:gd name="connsiteY90" fmla="*/ 551125 h 669572"/>
                  <a:gd name="connsiteX91" fmla="*/ 266781 w 1166528"/>
                  <a:gd name="connsiteY91" fmla="*/ 552634 h 669572"/>
                  <a:gd name="connsiteX92" fmla="*/ 267355 w 1166528"/>
                  <a:gd name="connsiteY92" fmla="*/ 552332 h 669572"/>
                  <a:gd name="connsiteX93" fmla="*/ 318855 w 1166528"/>
                  <a:gd name="connsiteY93" fmla="*/ 509224 h 669572"/>
                  <a:gd name="connsiteX94" fmla="*/ 368483 w 1166528"/>
                  <a:gd name="connsiteY94" fmla="*/ 453801 h 669572"/>
                  <a:gd name="connsiteX95" fmla="*/ 408753 w 1166528"/>
                  <a:gd name="connsiteY95" fmla="*/ 393426 h 669572"/>
                  <a:gd name="connsiteX96" fmla="*/ 425175 w 1166528"/>
                  <a:gd name="connsiteY96" fmla="*/ 361548 h 669572"/>
                  <a:gd name="connsiteX97" fmla="*/ 431756 w 1166528"/>
                  <a:gd name="connsiteY97" fmla="*/ 345066 h 669572"/>
                  <a:gd name="connsiteX98" fmla="*/ 435559 w 1166528"/>
                  <a:gd name="connsiteY98" fmla="*/ 332628 h 669572"/>
                  <a:gd name="connsiteX99" fmla="*/ 512115 w 1166528"/>
                  <a:gd name="connsiteY99" fmla="*/ 286200 h 669572"/>
                  <a:gd name="connsiteX100" fmla="*/ 549849 w 1166528"/>
                  <a:gd name="connsiteY100" fmla="*/ 261084 h 669572"/>
                  <a:gd name="connsiteX101" fmla="*/ 587945 w 1166528"/>
                  <a:gd name="connsiteY101" fmla="*/ 237961 h 669572"/>
                  <a:gd name="connsiteX102" fmla="*/ 646750 w 1166528"/>
                  <a:gd name="connsiteY102" fmla="*/ 206565 h 669572"/>
                  <a:gd name="connsiteX103" fmla="*/ 646750 w 1166528"/>
                  <a:gd name="connsiteY103" fmla="*/ 238081 h 669572"/>
                  <a:gd name="connsiteX104" fmla="*/ 642705 w 1166528"/>
                  <a:gd name="connsiteY104" fmla="*/ 288796 h 669572"/>
                  <a:gd name="connsiteX105" fmla="*/ 637573 w 1166528"/>
                  <a:gd name="connsiteY105" fmla="*/ 317897 h 669572"/>
                  <a:gd name="connsiteX106" fmla="*/ 629664 w 1166528"/>
                  <a:gd name="connsiteY106" fmla="*/ 349292 h 669572"/>
                  <a:gd name="connsiteX107" fmla="*/ 608473 w 1166528"/>
                  <a:gd name="connsiteY107" fmla="*/ 408701 h 669572"/>
                  <a:gd name="connsiteX108" fmla="*/ 567056 w 1166528"/>
                  <a:gd name="connsiteY108" fmla="*/ 490629 h 669572"/>
                  <a:gd name="connsiteX109" fmla="*/ 514469 w 1166528"/>
                  <a:gd name="connsiteY109" fmla="*/ 567970 h 669572"/>
                  <a:gd name="connsiteX110" fmla="*/ 515073 w 1166528"/>
                  <a:gd name="connsiteY110" fmla="*/ 567305 h 669572"/>
                  <a:gd name="connsiteX111" fmla="*/ 467799 w 1166528"/>
                  <a:gd name="connsiteY111" fmla="*/ 623333 h 669572"/>
                  <a:gd name="connsiteX112" fmla="*/ 467799 w 1166528"/>
                  <a:gd name="connsiteY112" fmla="*/ 627560 h 669572"/>
                  <a:gd name="connsiteX113" fmla="*/ 472026 w 1166528"/>
                  <a:gd name="connsiteY113" fmla="*/ 627560 h 669572"/>
                  <a:gd name="connsiteX114" fmla="*/ 530770 w 1166528"/>
                  <a:gd name="connsiteY114" fmla="*/ 557947 h 669572"/>
                  <a:gd name="connsiteX115" fmla="*/ 584745 w 1166528"/>
                  <a:gd name="connsiteY115" fmla="*/ 478494 h 669572"/>
                  <a:gd name="connsiteX116" fmla="*/ 627793 w 1166528"/>
                  <a:gd name="connsiteY116" fmla="*/ 392822 h 669572"/>
                  <a:gd name="connsiteX117" fmla="*/ 657558 w 1166528"/>
                  <a:gd name="connsiteY117" fmla="*/ 302260 h 669572"/>
                  <a:gd name="connsiteX118" fmla="*/ 666916 w 1166528"/>
                  <a:gd name="connsiteY118" fmla="*/ 246051 h 669572"/>
                  <a:gd name="connsiteX119" fmla="*/ 668002 w 1166528"/>
                  <a:gd name="connsiteY119" fmla="*/ 217976 h 669572"/>
                  <a:gd name="connsiteX120" fmla="*/ 666795 w 1166528"/>
                  <a:gd name="connsiteY120" fmla="*/ 196604 h 669572"/>
                  <a:gd name="connsiteX121" fmla="*/ 667701 w 1166528"/>
                  <a:gd name="connsiteY121" fmla="*/ 196181 h 669572"/>
                  <a:gd name="connsiteX122" fmla="*/ 709963 w 1166528"/>
                  <a:gd name="connsiteY122" fmla="*/ 177043 h 669572"/>
                  <a:gd name="connsiteX123" fmla="*/ 823528 w 1166528"/>
                  <a:gd name="connsiteY123" fmla="*/ 138342 h 669572"/>
                  <a:gd name="connsiteX124" fmla="*/ 830471 w 1166528"/>
                  <a:gd name="connsiteY124" fmla="*/ 169676 h 669572"/>
                  <a:gd name="connsiteX125" fmla="*/ 844116 w 1166528"/>
                  <a:gd name="connsiteY125" fmla="*/ 250760 h 669572"/>
                  <a:gd name="connsiteX126" fmla="*/ 848885 w 1166528"/>
                  <a:gd name="connsiteY126" fmla="*/ 297973 h 669572"/>
                  <a:gd name="connsiteX127" fmla="*/ 851361 w 1166528"/>
                  <a:gd name="connsiteY127" fmla="*/ 348507 h 669572"/>
                  <a:gd name="connsiteX128" fmla="*/ 845323 w 1166528"/>
                  <a:gd name="connsiteY128" fmla="*/ 447945 h 669572"/>
                  <a:gd name="connsiteX129" fmla="*/ 845323 w 1166528"/>
                  <a:gd name="connsiteY129" fmla="*/ 447340 h 669572"/>
                  <a:gd name="connsiteX130" fmla="*/ 805355 w 1166528"/>
                  <a:gd name="connsiteY130" fmla="*/ 597795 h 669572"/>
                  <a:gd name="connsiteX131" fmla="*/ 805355 w 1166528"/>
                  <a:gd name="connsiteY131" fmla="*/ 597795 h 669572"/>
                  <a:gd name="connsiteX132" fmla="*/ 805355 w 1166528"/>
                  <a:gd name="connsiteY132" fmla="*/ 597795 h 669572"/>
                  <a:gd name="connsiteX133" fmla="*/ 805053 w 1166528"/>
                  <a:gd name="connsiteY133" fmla="*/ 598519 h 669572"/>
                  <a:gd name="connsiteX134" fmla="*/ 805355 w 1166528"/>
                  <a:gd name="connsiteY134" fmla="*/ 597855 h 669572"/>
                  <a:gd name="connsiteX135" fmla="*/ 804993 w 1166528"/>
                  <a:gd name="connsiteY135" fmla="*/ 598700 h 669572"/>
                  <a:gd name="connsiteX136" fmla="*/ 804993 w 1166528"/>
                  <a:gd name="connsiteY136" fmla="*/ 598700 h 669572"/>
                  <a:gd name="connsiteX137" fmla="*/ 771304 w 1166528"/>
                  <a:gd name="connsiteY137" fmla="*/ 664086 h 669572"/>
                  <a:gd name="connsiteX138" fmla="*/ 772662 w 1166528"/>
                  <a:gd name="connsiteY138" fmla="*/ 669218 h 669572"/>
                  <a:gd name="connsiteX139" fmla="*/ 772692 w 1166528"/>
                  <a:gd name="connsiteY139" fmla="*/ 669218 h 669572"/>
                  <a:gd name="connsiteX140" fmla="*/ 777764 w 1166528"/>
                  <a:gd name="connsiteY140" fmla="*/ 667890 h 669572"/>
                  <a:gd name="connsiteX141" fmla="*/ 818034 w 1166528"/>
                  <a:gd name="connsiteY141" fmla="*/ 589402 h 669572"/>
                  <a:gd name="connsiteX142" fmla="*/ 846591 w 1166528"/>
                  <a:gd name="connsiteY142" fmla="*/ 503127 h 669572"/>
                  <a:gd name="connsiteX143" fmla="*/ 863255 w 1166528"/>
                  <a:gd name="connsiteY143" fmla="*/ 412082 h 669572"/>
                  <a:gd name="connsiteX144" fmla="*/ 867964 w 1166528"/>
                  <a:gd name="connsiteY144" fmla="*/ 365472 h 669572"/>
                  <a:gd name="connsiteX145" fmla="*/ 869594 w 1166528"/>
                  <a:gd name="connsiteY145" fmla="*/ 343013 h 669572"/>
                  <a:gd name="connsiteX146" fmla="*/ 870500 w 1166528"/>
                  <a:gd name="connsiteY146" fmla="*/ 318863 h 669572"/>
                  <a:gd name="connsiteX147" fmla="*/ 869715 w 1166528"/>
                  <a:gd name="connsiteY147" fmla="*/ 259152 h 669572"/>
                  <a:gd name="connsiteX148" fmla="*/ 863677 w 1166528"/>
                  <a:gd name="connsiteY148" fmla="*/ 196785 h 669572"/>
                  <a:gd name="connsiteX149" fmla="*/ 852870 w 1166528"/>
                  <a:gd name="connsiteY149" fmla="*/ 139670 h 669572"/>
                  <a:gd name="connsiteX150" fmla="*/ 850697 w 1166528"/>
                  <a:gd name="connsiteY150" fmla="*/ 131580 h 669572"/>
                  <a:gd name="connsiteX151" fmla="*/ 926407 w 1166528"/>
                  <a:gd name="connsiteY151" fmla="*/ 117512 h 669572"/>
                  <a:gd name="connsiteX152" fmla="*/ 1089419 w 1166528"/>
                  <a:gd name="connsiteY152" fmla="*/ 117512 h 669572"/>
                  <a:gd name="connsiteX153" fmla="*/ 1145205 w 1166528"/>
                  <a:gd name="connsiteY153" fmla="*/ 128441 h 669572"/>
                  <a:gd name="connsiteX154" fmla="*/ 1166083 w 1166528"/>
                  <a:gd name="connsiteY154" fmla="*/ 115762 h 669572"/>
                  <a:gd name="connsiteX155" fmla="*/ 1155469 w 1166528"/>
                  <a:gd name="connsiteY155" fmla="*/ 95537 h 66957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</a:cxnLst>
                <a:rect l="l" t="t" r="r" b="b"/>
                <a:pathLst>
                  <a:path w="1166528" h="669572">
                    <a:moveTo>
                      <a:pt x="1155892" y="95174"/>
                    </a:moveTo>
                    <a:lnTo>
                      <a:pt x="1154805" y="95174"/>
                    </a:lnTo>
                    <a:cubicBezTo>
                      <a:pt x="1052168" y="69877"/>
                      <a:pt x="943976" y="74767"/>
                      <a:pt x="841580" y="100245"/>
                    </a:cubicBezTo>
                    <a:cubicBezTo>
                      <a:pt x="841580" y="99702"/>
                      <a:pt x="841218" y="99098"/>
                      <a:pt x="840976" y="98555"/>
                    </a:cubicBezTo>
                    <a:cubicBezTo>
                      <a:pt x="839044" y="93121"/>
                      <a:pt x="836750" y="87869"/>
                      <a:pt x="834516" y="82616"/>
                    </a:cubicBezTo>
                    <a:cubicBezTo>
                      <a:pt x="833514" y="80865"/>
                      <a:pt x="832083" y="79416"/>
                      <a:pt x="830350" y="78390"/>
                    </a:cubicBezTo>
                    <a:cubicBezTo>
                      <a:pt x="829644" y="77967"/>
                      <a:pt x="828895" y="77665"/>
                      <a:pt x="828117" y="77424"/>
                    </a:cubicBezTo>
                    <a:cubicBezTo>
                      <a:pt x="825955" y="76759"/>
                      <a:pt x="823637" y="76759"/>
                      <a:pt x="821475" y="77424"/>
                    </a:cubicBezTo>
                    <a:cubicBezTo>
                      <a:pt x="815311" y="79114"/>
                      <a:pt x="811628" y="85393"/>
                      <a:pt x="813204" y="91612"/>
                    </a:cubicBezTo>
                    <a:cubicBezTo>
                      <a:pt x="814291" y="96804"/>
                      <a:pt x="815378" y="101936"/>
                      <a:pt x="816525" y="107068"/>
                    </a:cubicBezTo>
                    <a:cubicBezTo>
                      <a:pt x="808374" y="109422"/>
                      <a:pt x="800284" y="111837"/>
                      <a:pt x="792375" y="114373"/>
                    </a:cubicBezTo>
                    <a:cubicBezTo>
                      <a:pt x="762568" y="123912"/>
                      <a:pt x="733286" y="135082"/>
                      <a:pt x="704650" y="147700"/>
                    </a:cubicBezTo>
                    <a:cubicBezTo>
                      <a:pt x="689375" y="154402"/>
                      <a:pt x="674463" y="161586"/>
                      <a:pt x="659308" y="169012"/>
                    </a:cubicBezTo>
                    <a:cubicBezTo>
                      <a:pt x="654237" y="164122"/>
                      <a:pt x="648924" y="159413"/>
                      <a:pt x="643611" y="154764"/>
                    </a:cubicBezTo>
                    <a:cubicBezTo>
                      <a:pt x="637211" y="149149"/>
                      <a:pt x="630812" y="143655"/>
                      <a:pt x="624050" y="138403"/>
                    </a:cubicBezTo>
                    <a:cubicBezTo>
                      <a:pt x="611975" y="128682"/>
                      <a:pt x="599054" y="119505"/>
                      <a:pt x="585953" y="110992"/>
                    </a:cubicBezTo>
                    <a:cubicBezTo>
                      <a:pt x="559135" y="93423"/>
                      <a:pt x="530994" y="77907"/>
                      <a:pt x="501790" y="64684"/>
                    </a:cubicBezTo>
                    <a:cubicBezTo>
                      <a:pt x="487180" y="58043"/>
                      <a:pt x="472388" y="51583"/>
                      <a:pt x="457355" y="45968"/>
                    </a:cubicBezTo>
                    <a:cubicBezTo>
                      <a:pt x="442321" y="40354"/>
                      <a:pt x="427167" y="34980"/>
                      <a:pt x="411832" y="30029"/>
                    </a:cubicBezTo>
                    <a:lnTo>
                      <a:pt x="410383" y="29546"/>
                    </a:lnTo>
                    <a:cubicBezTo>
                      <a:pt x="395712" y="24777"/>
                      <a:pt x="380799" y="20672"/>
                      <a:pt x="365887" y="16687"/>
                    </a:cubicBezTo>
                    <a:cubicBezTo>
                      <a:pt x="350974" y="12702"/>
                      <a:pt x="335699" y="8898"/>
                      <a:pt x="320304" y="5397"/>
                    </a:cubicBezTo>
                    <a:cubicBezTo>
                      <a:pt x="312576" y="3585"/>
                      <a:pt x="304787" y="1895"/>
                      <a:pt x="296999" y="265"/>
                    </a:cubicBezTo>
                    <a:cubicBezTo>
                      <a:pt x="295152" y="-279"/>
                      <a:pt x="293195" y="748"/>
                      <a:pt x="292592" y="2559"/>
                    </a:cubicBezTo>
                    <a:cubicBezTo>
                      <a:pt x="292042" y="4370"/>
                      <a:pt x="293063" y="6302"/>
                      <a:pt x="294886" y="6906"/>
                    </a:cubicBezTo>
                    <a:cubicBezTo>
                      <a:pt x="358068" y="20430"/>
                      <a:pt x="419445" y="41319"/>
                      <a:pt x="477761" y="69152"/>
                    </a:cubicBezTo>
                    <a:cubicBezTo>
                      <a:pt x="522300" y="89921"/>
                      <a:pt x="564001" y="116305"/>
                      <a:pt x="601832" y="147639"/>
                    </a:cubicBezTo>
                    <a:cubicBezTo>
                      <a:pt x="608654" y="153677"/>
                      <a:pt x="615416" y="159714"/>
                      <a:pt x="621936" y="166175"/>
                    </a:cubicBezTo>
                    <a:cubicBezTo>
                      <a:pt x="626827" y="170945"/>
                      <a:pt x="631476" y="175956"/>
                      <a:pt x="636004" y="180966"/>
                    </a:cubicBezTo>
                    <a:cubicBezTo>
                      <a:pt x="631717" y="183321"/>
                      <a:pt x="627249" y="185434"/>
                      <a:pt x="623023" y="187849"/>
                    </a:cubicBezTo>
                    <a:cubicBezTo>
                      <a:pt x="596881" y="202581"/>
                      <a:pt x="571523" y="218701"/>
                      <a:pt x="546830" y="235666"/>
                    </a:cubicBezTo>
                    <a:cubicBezTo>
                      <a:pt x="522137" y="252631"/>
                      <a:pt x="497262" y="272374"/>
                      <a:pt x="471724" y="289641"/>
                    </a:cubicBezTo>
                    <a:cubicBezTo>
                      <a:pt x="455845" y="300388"/>
                      <a:pt x="439604" y="310471"/>
                      <a:pt x="423424" y="320252"/>
                    </a:cubicBezTo>
                    <a:cubicBezTo>
                      <a:pt x="407388" y="309082"/>
                      <a:pt x="390628" y="299000"/>
                      <a:pt x="373252" y="290064"/>
                    </a:cubicBezTo>
                    <a:cubicBezTo>
                      <a:pt x="353600" y="279981"/>
                      <a:pt x="333333" y="271106"/>
                      <a:pt x="312576" y="263499"/>
                    </a:cubicBezTo>
                    <a:cubicBezTo>
                      <a:pt x="306116" y="261144"/>
                      <a:pt x="299655" y="258971"/>
                      <a:pt x="293135" y="256858"/>
                    </a:cubicBezTo>
                    <a:cubicBezTo>
                      <a:pt x="257701" y="245326"/>
                      <a:pt x="221090" y="237719"/>
                      <a:pt x="183977" y="234278"/>
                    </a:cubicBezTo>
                    <a:cubicBezTo>
                      <a:pt x="182401" y="234217"/>
                      <a:pt x="181055" y="235425"/>
                      <a:pt x="180959" y="236994"/>
                    </a:cubicBezTo>
                    <a:cubicBezTo>
                      <a:pt x="180922" y="238564"/>
                      <a:pt x="182148" y="239892"/>
                      <a:pt x="183736" y="240013"/>
                    </a:cubicBezTo>
                    <a:cubicBezTo>
                      <a:pt x="194482" y="240979"/>
                      <a:pt x="205169" y="242489"/>
                      <a:pt x="215795" y="244420"/>
                    </a:cubicBezTo>
                    <a:lnTo>
                      <a:pt x="215795" y="244420"/>
                    </a:lnTo>
                    <a:cubicBezTo>
                      <a:pt x="254030" y="251666"/>
                      <a:pt x="291167" y="263861"/>
                      <a:pt x="326281" y="280645"/>
                    </a:cubicBezTo>
                    <a:lnTo>
                      <a:pt x="325677" y="280645"/>
                    </a:lnTo>
                    <a:cubicBezTo>
                      <a:pt x="342250" y="288615"/>
                      <a:pt x="358376" y="297490"/>
                      <a:pt x="373977" y="307210"/>
                    </a:cubicBezTo>
                    <a:cubicBezTo>
                      <a:pt x="385327" y="314275"/>
                      <a:pt x="396195" y="322002"/>
                      <a:pt x="406881" y="330032"/>
                    </a:cubicBezTo>
                    <a:cubicBezTo>
                      <a:pt x="400240" y="333775"/>
                      <a:pt x="393719" y="337760"/>
                      <a:pt x="386957" y="341383"/>
                    </a:cubicBezTo>
                    <a:cubicBezTo>
                      <a:pt x="358551" y="356778"/>
                      <a:pt x="329348" y="370604"/>
                      <a:pt x="299474" y="382921"/>
                    </a:cubicBezTo>
                    <a:cubicBezTo>
                      <a:pt x="274642" y="393124"/>
                      <a:pt x="249502" y="402482"/>
                      <a:pt x="224066" y="410935"/>
                    </a:cubicBezTo>
                    <a:cubicBezTo>
                      <a:pt x="220323" y="409244"/>
                      <a:pt x="216640" y="407493"/>
                      <a:pt x="212836" y="406044"/>
                    </a:cubicBezTo>
                    <a:cubicBezTo>
                      <a:pt x="210784" y="405259"/>
                      <a:pt x="208671" y="404535"/>
                      <a:pt x="206799" y="403871"/>
                    </a:cubicBezTo>
                    <a:lnTo>
                      <a:pt x="197018" y="400973"/>
                    </a:lnTo>
                    <a:cubicBezTo>
                      <a:pt x="186434" y="398195"/>
                      <a:pt x="175658" y="396142"/>
                      <a:pt x="164778" y="394935"/>
                    </a:cubicBezTo>
                    <a:cubicBezTo>
                      <a:pt x="153572" y="393607"/>
                      <a:pt x="142306" y="392883"/>
                      <a:pt x="131028" y="392701"/>
                    </a:cubicBezTo>
                    <a:cubicBezTo>
                      <a:pt x="118953" y="392701"/>
                      <a:pt x="107180" y="392701"/>
                      <a:pt x="95287" y="393184"/>
                    </a:cubicBezTo>
                    <a:cubicBezTo>
                      <a:pt x="93729" y="393124"/>
                      <a:pt x="92395" y="394271"/>
                      <a:pt x="92268" y="395841"/>
                    </a:cubicBezTo>
                    <a:cubicBezTo>
                      <a:pt x="92165" y="397411"/>
                      <a:pt x="93379" y="398799"/>
                      <a:pt x="94973" y="398920"/>
                    </a:cubicBezTo>
                    <a:cubicBezTo>
                      <a:pt x="94979" y="398920"/>
                      <a:pt x="94979" y="398920"/>
                      <a:pt x="94985" y="398920"/>
                    </a:cubicBezTo>
                    <a:cubicBezTo>
                      <a:pt x="106214" y="398437"/>
                      <a:pt x="117444" y="398376"/>
                      <a:pt x="128614" y="398920"/>
                    </a:cubicBezTo>
                    <a:cubicBezTo>
                      <a:pt x="139771" y="399524"/>
                      <a:pt x="150874" y="400791"/>
                      <a:pt x="161880" y="402723"/>
                    </a:cubicBezTo>
                    <a:cubicBezTo>
                      <a:pt x="171317" y="404474"/>
                      <a:pt x="180651" y="406768"/>
                      <a:pt x="189834" y="409545"/>
                    </a:cubicBezTo>
                    <a:cubicBezTo>
                      <a:pt x="195986" y="411417"/>
                      <a:pt x="202035" y="413591"/>
                      <a:pt x="207946" y="416127"/>
                    </a:cubicBezTo>
                    <a:cubicBezTo>
                      <a:pt x="140737" y="437319"/>
                      <a:pt x="72386" y="454646"/>
                      <a:pt x="3215" y="468049"/>
                    </a:cubicBezTo>
                    <a:cubicBezTo>
                      <a:pt x="945" y="468653"/>
                      <a:pt x="-402" y="470947"/>
                      <a:pt x="196" y="473241"/>
                    </a:cubicBezTo>
                    <a:cubicBezTo>
                      <a:pt x="794" y="475536"/>
                      <a:pt x="3118" y="476864"/>
                      <a:pt x="5388" y="476260"/>
                    </a:cubicBezTo>
                    <a:cubicBezTo>
                      <a:pt x="65763" y="464185"/>
                      <a:pt x="126138" y="451265"/>
                      <a:pt x="185124" y="434480"/>
                    </a:cubicBezTo>
                    <a:cubicBezTo>
                      <a:pt x="190679" y="432911"/>
                      <a:pt x="196173" y="431160"/>
                      <a:pt x="201727" y="429530"/>
                    </a:cubicBezTo>
                    <a:cubicBezTo>
                      <a:pt x="198528" y="434239"/>
                      <a:pt x="195267" y="438948"/>
                      <a:pt x="191826" y="443537"/>
                    </a:cubicBezTo>
                    <a:cubicBezTo>
                      <a:pt x="179099" y="460321"/>
                      <a:pt x="164289" y="475415"/>
                      <a:pt x="147752" y="488456"/>
                    </a:cubicBezTo>
                    <a:cubicBezTo>
                      <a:pt x="143586" y="491716"/>
                      <a:pt x="139300" y="494493"/>
                      <a:pt x="134953" y="497693"/>
                    </a:cubicBezTo>
                    <a:cubicBezTo>
                      <a:pt x="133600" y="498478"/>
                      <a:pt x="133142" y="500229"/>
                      <a:pt x="133926" y="501617"/>
                    </a:cubicBezTo>
                    <a:cubicBezTo>
                      <a:pt x="134705" y="503006"/>
                      <a:pt x="136438" y="503429"/>
                      <a:pt x="137797" y="502704"/>
                    </a:cubicBezTo>
                    <a:cubicBezTo>
                      <a:pt x="137815" y="502644"/>
                      <a:pt x="137833" y="502644"/>
                      <a:pt x="137851" y="502644"/>
                    </a:cubicBezTo>
                    <a:cubicBezTo>
                      <a:pt x="154116" y="491836"/>
                      <a:pt x="169373" y="479581"/>
                      <a:pt x="183434" y="465997"/>
                    </a:cubicBezTo>
                    <a:cubicBezTo>
                      <a:pt x="196203" y="453740"/>
                      <a:pt x="207433" y="439975"/>
                      <a:pt x="216882" y="425002"/>
                    </a:cubicBezTo>
                    <a:cubicBezTo>
                      <a:pt x="219115" y="424338"/>
                      <a:pt x="221349" y="423734"/>
                      <a:pt x="223583" y="423010"/>
                    </a:cubicBezTo>
                    <a:cubicBezTo>
                      <a:pt x="224356" y="423190"/>
                      <a:pt x="225165" y="423190"/>
                      <a:pt x="225938" y="423010"/>
                    </a:cubicBezTo>
                    <a:cubicBezTo>
                      <a:pt x="227055" y="422768"/>
                      <a:pt x="228063" y="422164"/>
                      <a:pt x="228836" y="421319"/>
                    </a:cubicBezTo>
                    <a:cubicBezTo>
                      <a:pt x="242438" y="417033"/>
                      <a:pt x="255962" y="412505"/>
                      <a:pt x="269408" y="407735"/>
                    </a:cubicBezTo>
                    <a:cubicBezTo>
                      <a:pt x="297059" y="397894"/>
                      <a:pt x="324288" y="386785"/>
                      <a:pt x="351155" y="374890"/>
                    </a:cubicBezTo>
                    <a:cubicBezTo>
                      <a:pt x="372950" y="365231"/>
                      <a:pt x="394384" y="354605"/>
                      <a:pt x="415575" y="343496"/>
                    </a:cubicBezTo>
                    <a:cubicBezTo>
                      <a:pt x="413221" y="349533"/>
                      <a:pt x="410866" y="355028"/>
                      <a:pt x="408451" y="360823"/>
                    </a:cubicBezTo>
                    <a:lnTo>
                      <a:pt x="408451" y="360401"/>
                    </a:lnTo>
                    <a:cubicBezTo>
                      <a:pt x="408451" y="360944"/>
                      <a:pt x="407968" y="361487"/>
                      <a:pt x="407787" y="362031"/>
                    </a:cubicBezTo>
                    <a:lnTo>
                      <a:pt x="407787" y="362031"/>
                    </a:lnTo>
                    <a:lnTo>
                      <a:pt x="407787" y="362031"/>
                    </a:lnTo>
                    <a:cubicBezTo>
                      <a:pt x="404225" y="370362"/>
                      <a:pt x="400481" y="378573"/>
                      <a:pt x="396497" y="386664"/>
                    </a:cubicBezTo>
                    <a:cubicBezTo>
                      <a:pt x="391848" y="396082"/>
                      <a:pt x="386716" y="405259"/>
                      <a:pt x="381463" y="414376"/>
                    </a:cubicBezTo>
                    <a:cubicBezTo>
                      <a:pt x="370795" y="432367"/>
                      <a:pt x="359058" y="449695"/>
                      <a:pt x="346325" y="466238"/>
                    </a:cubicBezTo>
                    <a:cubicBezTo>
                      <a:pt x="325393" y="493890"/>
                      <a:pt x="301050" y="518825"/>
                      <a:pt x="273875" y="540378"/>
                    </a:cubicBezTo>
                    <a:cubicBezTo>
                      <a:pt x="270796" y="542793"/>
                      <a:pt x="267838" y="545088"/>
                      <a:pt x="264517" y="547321"/>
                    </a:cubicBezTo>
                    <a:cubicBezTo>
                      <a:pt x="263044" y="547925"/>
                      <a:pt x="262356" y="549676"/>
                      <a:pt x="262984" y="551125"/>
                    </a:cubicBezTo>
                    <a:cubicBezTo>
                      <a:pt x="263612" y="552574"/>
                      <a:pt x="265314" y="553298"/>
                      <a:pt x="266781" y="552634"/>
                    </a:cubicBezTo>
                    <a:cubicBezTo>
                      <a:pt x="266987" y="552574"/>
                      <a:pt x="267180" y="552453"/>
                      <a:pt x="267355" y="552332"/>
                    </a:cubicBezTo>
                    <a:cubicBezTo>
                      <a:pt x="285624" y="539351"/>
                      <a:pt x="302843" y="524923"/>
                      <a:pt x="318855" y="509224"/>
                    </a:cubicBezTo>
                    <a:cubicBezTo>
                      <a:pt x="336701" y="491957"/>
                      <a:pt x="353286" y="473423"/>
                      <a:pt x="368483" y="453801"/>
                    </a:cubicBezTo>
                    <a:cubicBezTo>
                      <a:pt x="383269" y="434601"/>
                      <a:pt x="396726" y="414436"/>
                      <a:pt x="408753" y="393426"/>
                    </a:cubicBezTo>
                    <a:cubicBezTo>
                      <a:pt x="414778" y="383101"/>
                      <a:pt x="420254" y="372476"/>
                      <a:pt x="425175" y="361548"/>
                    </a:cubicBezTo>
                    <a:cubicBezTo>
                      <a:pt x="427590" y="356114"/>
                      <a:pt x="429763" y="350620"/>
                      <a:pt x="431756" y="345066"/>
                    </a:cubicBezTo>
                    <a:cubicBezTo>
                      <a:pt x="433205" y="340960"/>
                      <a:pt x="434412" y="336794"/>
                      <a:pt x="435559" y="332628"/>
                    </a:cubicBezTo>
                    <a:cubicBezTo>
                      <a:pt x="461702" y="318198"/>
                      <a:pt x="487059" y="302441"/>
                      <a:pt x="512115" y="286200"/>
                    </a:cubicBezTo>
                    <a:cubicBezTo>
                      <a:pt x="524793" y="277989"/>
                      <a:pt x="537110" y="269295"/>
                      <a:pt x="549849" y="261084"/>
                    </a:cubicBezTo>
                    <a:cubicBezTo>
                      <a:pt x="562588" y="252873"/>
                      <a:pt x="575086" y="245447"/>
                      <a:pt x="587945" y="237961"/>
                    </a:cubicBezTo>
                    <a:cubicBezTo>
                      <a:pt x="607084" y="226731"/>
                      <a:pt x="626887" y="216467"/>
                      <a:pt x="646750" y="206565"/>
                    </a:cubicBezTo>
                    <a:cubicBezTo>
                      <a:pt x="646750" y="217070"/>
                      <a:pt x="646750" y="227576"/>
                      <a:pt x="646750" y="238081"/>
                    </a:cubicBezTo>
                    <a:cubicBezTo>
                      <a:pt x="646207" y="254986"/>
                      <a:pt x="644939" y="271952"/>
                      <a:pt x="642705" y="288796"/>
                    </a:cubicBezTo>
                    <a:cubicBezTo>
                      <a:pt x="641317" y="298576"/>
                      <a:pt x="639566" y="308237"/>
                      <a:pt x="637573" y="317897"/>
                    </a:cubicBezTo>
                    <a:cubicBezTo>
                      <a:pt x="635400" y="328523"/>
                      <a:pt x="632683" y="338968"/>
                      <a:pt x="629664" y="349292"/>
                    </a:cubicBezTo>
                    <a:cubicBezTo>
                      <a:pt x="623820" y="369517"/>
                      <a:pt x="616744" y="389320"/>
                      <a:pt x="608473" y="408701"/>
                    </a:cubicBezTo>
                    <a:cubicBezTo>
                      <a:pt x="596464" y="436895"/>
                      <a:pt x="582632" y="464245"/>
                      <a:pt x="567056" y="490629"/>
                    </a:cubicBezTo>
                    <a:cubicBezTo>
                      <a:pt x="551117" y="517435"/>
                      <a:pt x="533554" y="543276"/>
                      <a:pt x="514469" y="567970"/>
                    </a:cubicBezTo>
                    <a:lnTo>
                      <a:pt x="515073" y="567305"/>
                    </a:lnTo>
                    <a:cubicBezTo>
                      <a:pt x="500142" y="586625"/>
                      <a:pt x="484384" y="605281"/>
                      <a:pt x="467799" y="623333"/>
                    </a:cubicBezTo>
                    <a:cubicBezTo>
                      <a:pt x="466682" y="624541"/>
                      <a:pt x="466682" y="626352"/>
                      <a:pt x="467799" y="627560"/>
                    </a:cubicBezTo>
                    <a:cubicBezTo>
                      <a:pt x="468971" y="628707"/>
                      <a:pt x="470854" y="628707"/>
                      <a:pt x="472026" y="627560"/>
                    </a:cubicBezTo>
                    <a:cubicBezTo>
                      <a:pt x="492674" y="605281"/>
                      <a:pt x="512356" y="582097"/>
                      <a:pt x="530770" y="557947"/>
                    </a:cubicBezTo>
                    <a:cubicBezTo>
                      <a:pt x="550169" y="532469"/>
                      <a:pt x="568185" y="505904"/>
                      <a:pt x="584745" y="478494"/>
                    </a:cubicBezTo>
                    <a:cubicBezTo>
                      <a:pt x="601149" y="451023"/>
                      <a:pt x="615537" y="422405"/>
                      <a:pt x="627793" y="392822"/>
                    </a:cubicBezTo>
                    <a:cubicBezTo>
                      <a:pt x="640182" y="363479"/>
                      <a:pt x="650138" y="333232"/>
                      <a:pt x="657558" y="302260"/>
                    </a:cubicBezTo>
                    <a:cubicBezTo>
                      <a:pt x="662031" y="283785"/>
                      <a:pt x="665159" y="265008"/>
                      <a:pt x="666916" y="246051"/>
                    </a:cubicBezTo>
                    <a:cubicBezTo>
                      <a:pt x="667791" y="236692"/>
                      <a:pt x="668153" y="227335"/>
                      <a:pt x="668002" y="217976"/>
                    </a:cubicBezTo>
                    <a:cubicBezTo>
                      <a:pt x="668002" y="210792"/>
                      <a:pt x="667459" y="203728"/>
                      <a:pt x="666795" y="196604"/>
                    </a:cubicBezTo>
                    <a:lnTo>
                      <a:pt x="667701" y="196181"/>
                    </a:lnTo>
                    <a:cubicBezTo>
                      <a:pt x="681707" y="189479"/>
                      <a:pt x="695896" y="183020"/>
                      <a:pt x="709963" y="177043"/>
                    </a:cubicBezTo>
                    <a:cubicBezTo>
                      <a:pt x="746973" y="161768"/>
                      <a:pt x="784900" y="148847"/>
                      <a:pt x="823528" y="138342"/>
                    </a:cubicBezTo>
                    <a:cubicBezTo>
                      <a:pt x="825943" y="148787"/>
                      <a:pt x="828298" y="159232"/>
                      <a:pt x="830471" y="169676"/>
                    </a:cubicBezTo>
                    <a:cubicBezTo>
                      <a:pt x="836104" y="196604"/>
                      <a:pt x="840656" y="223652"/>
                      <a:pt x="844116" y="250760"/>
                    </a:cubicBezTo>
                    <a:cubicBezTo>
                      <a:pt x="846108" y="266457"/>
                      <a:pt x="847618" y="282155"/>
                      <a:pt x="848885" y="297973"/>
                    </a:cubicBezTo>
                    <a:cubicBezTo>
                      <a:pt x="850334" y="314818"/>
                      <a:pt x="850938" y="331602"/>
                      <a:pt x="851361" y="348507"/>
                    </a:cubicBezTo>
                    <a:cubicBezTo>
                      <a:pt x="852067" y="381773"/>
                      <a:pt x="850051" y="415040"/>
                      <a:pt x="845323" y="447945"/>
                    </a:cubicBezTo>
                    <a:cubicBezTo>
                      <a:pt x="845354" y="447763"/>
                      <a:pt x="845354" y="447522"/>
                      <a:pt x="845323" y="447340"/>
                    </a:cubicBezTo>
                    <a:cubicBezTo>
                      <a:pt x="838429" y="498961"/>
                      <a:pt x="825001" y="549555"/>
                      <a:pt x="805355" y="597795"/>
                    </a:cubicBezTo>
                    <a:lnTo>
                      <a:pt x="805355" y="597795"/>
                    </a:lnTo>
                    <a:lnTo>
                      <a:pt x="805355" y="597795"/>
                    </a:lnTo>
                    <a:cubicBezTo>
                      <a:pt x="805229" y="598036"/>
                      <a:pt x="805126" y="598277"/>
                      <a:pt x="805053" y="598519"/>
                    </a:cubicBezTo>
                    <a:lnTo>
                      <a:pt x="805355" y="597855"/>
                    </a:lnTo>
                    <a:lnTo>
                      <a:pt x="804993" y="598700"/>
                    </a:lnTo>
                    <a:lnTo>
                      <a:pt x="804993" y="598700"/>
                    </a:lnTo>
                    <a:cubicBezTo>
                      <a:pt x="795460" y="621341"/>
                      <a:pt x="784200" y="643197"/>
                      <a:pt x="771304" y="664086"/>
                    </a:cubicBezTo>
                    <a:cubicBezTo>
                      <a:pt x="770265" y="665898"/>
                      <a:pt x="770875" y="668192"/>
                      <a:pt x="772662" y="669218"/>
                    </a:cubicBezTo>
                    <a:cubicBezTo>
                      <a:pt x="772674" y="669218"/>
                      <a:pt x="772680" y="669218"/>
                      <a:pt x="772692" y="669218"/>
                    </a:cubicBezTo>
                    <a:cubicBezTo>
                      <a:pt x="774468" y="670184"/>
                      <a:pt x="776695" y="669641"/>
                      <a:pt x="777764" y="667890"/>
                    </a:cubicBezTo>
                    <a:cubicBezTo>
                      <a:pt x="793274" y="642834"/>
                      <a:pt x="806744" y="616632"/>
                      <a:pt x="818034" y="589402"/>
                    </a:cubicBezTo>
                    <a:cubicBezTo>
                      <a:pt x="829680" y="561388"/>
                      <a:pt x="839225" y="532529"/>
                      <a:pt x="846591" y="503127"/>
                    </a:cubicBezTo>
                    <a:cubicBezTo>
                      <a:pt x="854048" y="473181"/>
                      <a:pt x="859608" y="442752"/>
                      <a:pt x="863255" y="412082"/>
                    </a:cubicBezTo>
                    <a:cubicBezTo>
                      <a:pt x="865126" y="396626"/>
                      <a:pt x="866636" y="381049"/>
                      <a:pt x="867964" y="365472"/>
                    </a:cubicBezTo>
                    <a:cubicBezTo>
                      <a:pt x="868568" y="357986"/>
                      <a:pt x="869111" y="350499"/>
                      <a:pt x="869594" y="343013"/>
                    </a:cubicBezTo>
                    <a:cubicBezTo>
                      <a:pt x="870138" y="334922"/>
                      <a:pt x="870319" y="326772"/>
                      <a:pt x="870500" y="318863"/>
                    </a:cubicBezTo>
                    <a:cubicBezTo>
                      <a:pt x="871103" y="298939"/>
                      <a:pt x="870500" y="279076"/>
                      <a:pt x="869715" y="259152"/>
                    </a:cubicBezTo>
                    <a:cubicBezTo>
                      <a:pt x="868930" y="239228"/>
                      <a:pt x="866455" y="217493"/>
                      <a:pt x="863677" y="196785"/>
                    </a:cubicBezTo>
                    <a:cubicBezTo>
                      <a:pt x="861021" y="177586"/>
                      <a:pt x="857416" y="158568"/>
                      <a:pt x="852870" y="139670"/>
                    </a:cubicBezTo>
                    <a:cubicBezTo>
                      <a:pt x="852206" y="136954"/>
                      <a:pt x="851361" y="134297"/>
                      <a:pt x="850697" y="131580"/>
                    </a:cubicBezTo>
                    <a:cubicBezTo>
                      <a:pt x="875631" y="125543"/>
                      <a:pt x="900929" y="120894"/>
                      <a:pt x="926407" y="117512"/>
                    </a:cubicBezTo>
                    <a:cubicBezTo>
                      <a:pt x="980521" y="110509"/>
                      <a:pt x="1035305" y="110509"/>
                      <a:pt x="1089419" y="117512"/>
                    </a:cubicBezTo>
                    <a:cubicBezTo>
                      <a:pt x="1108183" y="120230"/>
                      <a:pt x="1126803" y="123852"/>
                      <a:pt x="1145205" y="128441"/>
                    </a:cubicBezTo>
                    <a:cubicBezTo>
                      <a:pt x="1154467" y="130735"/>
                      <a:pt x="1163819" y="125059"/>
                      <a:pt x="1166083" y="115762"/>
                    </a:cubicBezTo>
                    <a:cubicBezTo>
                      <a:pt x="1168160" y="107309"/>
                      <a:pt x="1163607" y="98615"/>
                      <a:pt x="1155469" y="95537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" name="" descr="56d5a875-596a-4991-813b-d3522a4e26e2"/>
              <p:cNvSpPr/>
              <p:nvPr/>
            </p:nvSpPr>
            <p:spPr>
              <a:xfrm>
                <a:off x="1678123" y="7150290"/>
                <a:ext cx="543" cy="1267"/>
              </a:xfrm>
              <a:custGeom>
                <a:gdLst>
                  <a:gd name="connsiteX0" fmla="*/ 598 w 543"/>
                  <a:gd name="connsiteY0" fmla="*/ 119 h 1267"/>
                  <a:gd name="connsiteX1" fmla="*/ 54 w 543"/>
                  <a:gd name="connsiteY1" fmla="*/ 1387 h 1267"/>
                  <a:gd name="connsiteX2" fmla="*/ 54 w 543"/>
                  <a:gd name="connsiteY2" fmla="*/ 1387 h 126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3" h="1267">
                    <a:moveTo>
                      <a:pt x="598" y="119"/>
                    </a:moveTo>
                    <a:lnTo>
                      <a:pt x="54" y="1387"/>
                    </a:lnTo>
                    <a:lnTo>
                      <a:pt x="54" y="1387"/>
                    </a:ln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" name="" descr="75839b93-f2bd-4097-8d78-5e35e5256290"/>
              <p:cNvSpPr/>
              <p:nvPr/>
            </p:nvSpPr>
            <p:spPr>
              <a:xfrm>
                <a:off x="769481" y="5321644"/>
                <a:ext cx="2448208" cy="2049342"/>
              </a:xfrm>
              <a:custGeom>
                <a:gdLst>
                  <a:gd name="connsiteX0" fmla="*/ 186372 w 2448208"/>
                  <a:gd name="connsiteY0" fmla="*/ 122029 h 2049342"/>
                  <a:gd name="connsiteX1" fmla="*/ 206538 w 2448208"/>
                  <a:gd name="connsiteY1" fmla="*/ 117320 h 2049342"/>
                  <a:gd name="connsiteX2" fmla="*/ 278987 w 2448208"/>
                  <a:gd name="connsiteY2" fmla="*/ 110135 h 2049342"/>
                  <a:gd name="connsiteX3" fmla="*/ 428355 w 2448208"/>
                  <a:gd name="connsiteY3" fmla="*/ 118769 h 2049342"/>
                  <a:gd name="connsiteX4" fmla="*/ 437471 w 2448208"/>
                  <a:gd name="connsiteY4" fmla="*/ 119735 h 2049342"/>
                  <a:gd name="connsiteX5" fmla="*/ 442845 w 2448208"/>
                  <a:gd name="connsiteY5" fmla="*/ 120278 h 2049342"/>
                  <a:gd name="connsiteX6" fmla="*/ 591910 w 2448208"/>
                  <a:gd name="connsiteY6" fmla="*/ 128489 h 2049342"/>
                  <a:gd name="connsiteX7" fmla="*/ 663636 w 2448208"/>
                  <a:gd name="connsiteY7" fmla="*/ 117984 h 2049342"/>
                  <a:gd name="connsiteX8" fmla="*/ 667258 w 2448208"/>
                  <a:gd name="connsiteY8" fmla="*/ 116957 h 2049342"/>
                  <a:gd name="connsiteX9" fmla="*/ 671001 w 2448208"/>
                  <a:gd name="connsiteY9" fmla="*/ 115931 h 2049342"/>
                  <a:gd name="connsiteX10" fmla="*/ 735059 w 2448208"/>
                  <a:gd name="connsiteY10" fmla="*/ 85080 h 2049342"/>
                  <a:gd name="connsiteX11" fmla="*/ 774786 w 2448208"/>
                  <a:gd name="connsiteY11" fmla="*/ 57911 h 2049342"/>
                  <a:gd name="connsiteX12" fmla="*/ 785412 w 2448208"/>
                  <a:gd name="connsiteY12" fmla="*/ 50364 h 2049342"/>
                  <a:gd name="connsiteX13" fmla="*/ 795011 w 2448208"/>
                  <a:gd name="connsiteY13" fmla="*/ 43662 h 2049342"/>
                  <a:gd name="connsiteX14" fmla="*/ 855386 w 2448208"/>
                  <a:gd name="connsiteY14" fmla="*/ 10698 h 2049342"/>
                  <a:gd name="connsiteX15" fmla="*/ 870178 w 2448208"/>
                  <a:gd name="connsiteY15" fmla="*/ 6109 h 2049342"/>
                  <a:gd name="connsiteX16" fmla="*/ 890222 w 2448208"/>
                  <a:gd name="connsiteY16" fmla="*/ 1943 h 2049342"/>
                  <a:gd name="connsiteX17" fmla="*/ 933692 w 2448208"/>
                  <a:gd name="connsiteY17" fmla="*/ 676 h 2049342"/>
                  <a:gd name="connsiteX18" fmla="*/ 980966 w 2448208"/>
                  <a:gd name="connsiteY18" fmla="*/ 8102 h 2049342"/>
                  <a:gd name="connsiteX19" fmla="*/ 1028541 w 2448208"/>
                  <a:gd name="connsiteY19" fmla="*/ 22048 h 2049342"/>
                  <a:gd name="connsiteX20" fmla="*/ 1169818 w 2448208"/>
                  <a:gd name="connsiteY20" fmla="*/ 113033 h 2049342"/>
                  <a:gd name="connsiteX21" fmla="*/ 1191614 w 2448208"/>
                  <a:gd name="connsiteY21" fmla="*/ 131508 h 2049342"/>
                  <a:gd name="connsiteX22" fmla="*/ 1300953 w 2448208"/>
                  <a:gd name="connsiteY22" fmla="*/ 213980 h 2049342"/>
                  <a:gd name="connsiteX23" fmla="*/ 1311518 w 2448208"/>
                  <a:gd name="connsiteY23" fmla="*/ 220017 h 2049342"/>
                  <a:gd name="connsiteX24" fmla="*/ 1416933 w 2448208"/>
                  <a:gd name="connsiteY24" fmla="*/ 256242 h 2049342"/>
                  <a:gd name="connsiteX25" fmla="*/ 1560202 w 2448208"/>
                  <a:gd name="connsiteY25" fmla="*/ 270129 h 2049342"/>
                  <a:gd name="connsiteX26" fmla="*/ 1600593 w 2448208"/>
                  <a:gd name="connsiteY26" fmla="*/ 270129 h 2049342"/>
                  <a:gd name="connsiteX27" fmla="*/ 1618705 w 2448208"/>
                  <a:gd name="connsiteY27" fmla="*/ 270129 h 2049342"/>
                  <a:gd name="connsiteX28" fmla="*/ 1696106 w 2448208"/>
                  <a:gd name="connsiteY28" fmla="*/ 271034 h 2049342"/>
                  <a:gd name="connsiteX29" fmla="*/ 1828931 w 2448208"/>
                  <a:gd name="connsiteY29" fmla="*/ 291682 h 2049342"/>
                  <a:gd name="connsiteX30" fmla="*/ 1962299 w 2448208"/>
                  <a:gd name="connsiteY30" fmla="*/ 364374 h 2049342"/>
                  <a:gd name="connsiteX31" fmla="*/ 2092346 w 2448208"/>
                  <a:gd name="connsiteY31" fmla="*/ 506315 h 2049342"/>
                  <a:gd name="connsiteX32" fmla="*/ 2191723 w 2448208"/>
                  <a:gd name="connsiteY32" fmla="*/ 671742 h 2049342"/>
                  <a:gd name="connsiteX33" fmla="*/ 2244853 w 2448208"/>
                  <a:gd name="connsiteY33" fmla="*/ 796356 h 2049342"/>
                  <a:gd name="connsiteX34" fmla="*/ 2257351 w 2448208"/>
                  <a:gd name="connsiteY34" fmla="*/ 803419 h 2049342"/>
                  <a:gd name="connsiteX35" fmla="*/ 2281501 w 2448208"/>
                  <a:gd name="connsiteY35" fmla="*/ 837894 h 2049342"/>
                  <a:gd name="connsiteX36" fmla="*/ 2283372 w 2448208"/>
                  <a:gd name="connsiteY36" fmla="*/ 840490 h 2049342"/>
                  <a:gd name="connsiteX37" fmla="*/ 2373935 w 2448208"/>
                  <a:gd name="connsiteY37" fmla="*/ 975065 h 2049342"/>
                  <a:gd name="connsiteX38" fmla="*/ 2443124 w 2448208"/>
                  <a:gd name="connsiteY38" fmla="*/ 1153956 h 2049342"/>
                  <a:gd name="connsiteX39" fmla="*/ 2446445 w 2448208"/>
                  <a:gd name="connsiteY39" fmla="*/ 1258042 h 2049342"/>
                  <a:gd name="connsiteX40" fmla="*/ 2426702 w 2448208"/>
                  <a:gd name="connsiteY40" fmla="*/ 1359955 h 2049342"/>
                  <a:gd name="connsiteX41" fmla="*/ 2361799 w 2448208"/>
                  <a:gd name="connsiteY41" fmla="*/ 1529005 h 2049342"/>
                  <a:gd name="connsiteX42" fmla="*/ 2136359 w 2448208"/>
                  <a:gd name="connsiteY42" fmla="*/ 1828102 h 2049342"/>
                  <a:gd name="connsiteX43" fmla="*/ 1988743 w 2448208"/>
                  <a:gd name="connsiteY43" fmla="*/ 1939493 h 2049342"/>
                  <a:gd name="connsiteX44" fmla="*/ 1830259 w 2448208"/>
                  <a:gd name="connsiteY44" fmla="*/ 2014841 h 2049342"/>
                  <a:gd name="connsiteX45" fmla="*/ 1785883 w 2448208"/>
                  <a:gd name="connsiteY45" fmla="*/ 2028366 h 2049342"/>
                  <a:gd name="connsiteX46" fmla="*/ 1525185 w 2448208"/>
                  <a:gd name="connsiteY46" fmla="*/ 2038689 h 2049342"/>
                  <a:gd name="connsiteX47" fmla="*/ 1455029 w 2448208"/>
                  <a:gd name="connsiteY47" fmla="*/ 2018765 h 2049342"/>
                  <a:gd name="connsiteX48" fmla="*/ 1390066 w 2448208"/>
                  <a:gd name="connsiteY48" fmla="*/ 1988035 h 2049342"/>
                  <a:gd name="connsiteX49" fmla="*/ 1283444 w 2448208"/>
                  <a:gd name="connsiteY49" fmla="*/ 1899042 h 2049342"/>
                  <a:gd name="connsiteX50" fmla="*/ 1233272 w 2448208"/>
                  <a:gd name="connsiteY50" fmla="*/ 1824056 h 2049342"/>
                  <a:gd name="connsiteX51" fmla="*/ 1198497 w 2448208"/>
                  <a:gd name="connsiteY51" fmla="*/ 1735064 h 2049342"/>
                  <a:gd name="connsiteX52" fmla="*/ 1187810 w 2448208"/>
                  <a:gd name="connsiteY52" fmla="*/ 1688455 h 2049342"/>
                  <a:gd name="connsiteX53" fmla="*/ 1181773 w 2448208"/>
                  <a:gd name="connsiteY53" fmla="*/ 1643174 h 2049342"/>
                  <a:gd name="connsiteX54" fmla="*/ 1180686 w 2448208"/>
                  <a:gd name="connsiteY54" fmla="*/ 1632910 h 2049342"/>
                  <a:gd name="connsiteX55" fmla="*/ 1160158 w 2448208"/>
                  <a:gd name="connsiteY55" fmla="*/ 1529910 h 2049342"/>
                  <a:gd name="connsiteX56" fmla="*/ 1131058 w 2448208"/>
                  <a:gd name="connsiteY56" fmla="*/ 1464585 h 2049342"/>
                  <a:gd name="connsiteX57" fmla="*/ 1098395 w 2448208"/>
                  <a:gd name="connsiteY57" fmla="*/ 1424918 h 2049342"/>
                  <a:gd name="connsiteX58" fmla="*/ 1049189 w 2448208"/>
                  <a:gd name="connsiteY58" fmla="*/ 1391048 h 2049342"/>
                  <a:gd name="connsiteX59" fmla="*/ 951684 w 2448208"/>
                  <a:gd name="connsiteY59" fmla="*/ 1352167 h 2049342"/>
                  <a:gd name="connsiteX60" fmla="*/ 946914 w 2448208"/>
                  <a:gd name="connsiteY60" fmla="*/ 1350537 h 2049342"/>
                  <a:gd name="connsiteX61" fmla="*/ 822603 w 2448208"/>
                  <a:gd name="connsiteY61" fmla="*/ 1302237 h 2049342"/>
                  <a:gd name="connsiteX62" fmla="*/ 751421 w 2448208"/>
                  <a:gd name="connsiteY62" fmla="*/ 1264865 h 2049342"/>
                  <a:gd name="connsiteX63" fmla="*/ 677160 w 2448208"/>
                  <a:gd name="connsiteY63" fmla="*/ 1211131 h 2049342"/>
                  <a:gd name="connsiteX64" fmla="*/ 625781 w 2448208"/>
                  <a:gd name="connsiteY64" fmla="*/ 1145926 h 2049342"/>
                  <a:gd name="connsiteX65" fmla="*/ 599457 w 2448208"/>
                  <a:gd name="connsiteY65" fmla="*/ 1075710 h 2049342"/>
                  <a:gd name="connsiteX66" fmla="*/ 589495 w 2448208"/>
                  <a:gd name="connsiteY66" fmla="*/ 1002355 h 2049342"/>
                  <a:gd name="connsiteX67" fmla="*/ 587443 w 2448208"/>
                  <a:gd name="connsiteY67" fmla="*/ 959247 h 2049342"/>
                  <a:gd name="connsiteX68" fmla="*/ 587443 w 2448208"/>
                  <a:gd name="connsiteY68" fmla="*/ 954538 h 2049342"/>
                  <a:gd name="connsiteX69" fmla="*/ 587443 w 2448208"/>
                  <a:gd name="connsiteY69" fmla="*/ 949889 h 2049342"/>
                  <a:gd name="connsiteX70" fmla="*/ 586658 w 2448208"/>
                  <a:gd name="connsiteY70" fmla="*/ 928456 h 2049342"/>
                  <a:gd name="connsiteX71" fmla="*/ 586658 w 2448208"/>
                  <a:gd name="connsiteY71" fmla="*/ 922418 h 2049342"/>
                  <a:gd name="connsiteX72" fmla="*/ 587805 w 2448208"/>
                  <a:gd name="connsiteY72" fmla="*/ 924471 h 2049342"/>
                  <a:gd name="connsiteX73" fmla="*/ 571866 w 2448208"/>
                  <a:gd name="connsiteY73" fmla="*/ 823102 h 2049342"/>
                  <a:gd name="connsiteX74" fmla="*/ 548923 w 2448208"/>
                  <a:gd name="connsiteY74" fmla="*/ 772930 h 2049342"/>
                  <a:gd name="connsiteX75" fmla="*/ 513664 w 2448208"/>
                  <a:gd name="connsiteY75" fmla="*/ 731030 h 2049342"/>
                  <a:gd name="connsiteX76" fmla="*/ 483477 w 2448208"/>
                  <a:gd name="connsiteY76" fmla="*/ 708088 h 2049342"/>
                  <a:gd name="connsiteX77" fmla="*/ 450452 w 2448208"/>
                  <a:gd name="connsiteY77" fmla="*/ 689009 h 2049342"/>
                  <a:gd name="connsiteX78" fmla="*/ 350109 w 2448208"/>
                  <a:gd name="connsiteY78" fmla="*/ 644996 h 2049342"/>
                  <a:gd name="connsiteX79" fmla="*/ 325959 w 2448208"/>
                  <a:gd name="connsiteY79" fmla="*/ 635155 h 2049342"/>
                  <a:gd name="connsiteX80" fmla="*/ 232620 w 2448208"/>
                  <a:gd name="connsiteY80" fmla="*/ 596153 h 2049342"/>
                  <a:gd name="connsiteX81" fmla="*/ 120443 w 2448208"/>
                  <a:gd name="connsiteY81" fmla="*/ 537529 h 2049342"/>
                  <a:gd name="connsiteX82" fmla="*/ 75162 w 2448208"/>
                  <a:gd name="connsiteY82" fmla="*/ 503779 h 2049342"/>
                  <a:gd name="connsiteX83" fmla="*/ 36341 w 2448208"/>
                  <a:gd name="connsiteY83" fmla="*/ 463388 h 2049342"/>
                  <a:gd name="connsiteX84" fmla="*/ 10682 w 2448208"/>
                  <a:gd name="connsiteY84" fmla="*/ 417503 h 2049342"/>
                  <a:gd name="connsiteX85" fmla="*/ 3316 w 2448208"/>
                  <a:gd name="connsiteY85" fmla="*/ 391844 h 2049342"/>
                  <a:gd name="connsiteX86" fmla="*/ 116 w 2448208"/>
                  <a:gd name="connsiteY86" fmla="*/ 362502 h 2049342"/>
                  <a:gd name="connsiteX87" fmla="*/ 7844 w 2448208"/>
                  <a:gd name="connsiteY87" fmla="*/ 304602 h 2049342"/>
                  <a:gd name="connsiteX88" fmla="*/ 35194 w 2448208"/>
                  <a:gd name="connsiteY88" fmla="*/ 240062 h 2049342"/>
                  <a:gd name="connsiteX89" fmla="*/ 82407 w 2448208"/>
                  <a:gd name="connsiteY89" fmla="*/ 178600 h 2049342"/>
                  <a:gd name="connsiteX90" fmla="*/ 140246 w 2448208"/>
                  <a:gd name="connsiteY90" fmla="*/ 138813 h 2049342"/>
                  <a:gd name="connsiteX91" fmla="*/ 186372 w 2448208"/>
                  <a:gd name="connsiteY91" fmla="*/ 122029 h 2049342"/>
                  <a:gd name="connsiteX92" fmla="*/ 2289168 w 2448208"/>
                  <a:gd name="connsiteY92" fmla="*/ 932018 h 2049342"/>
                  <a:gd name="connsiteX93" fmla="*/ 2287357 w 2448208"/>
                  <a:gd name="connsiteY93" fmla="*/ 929241 h 2049342"/>
                  <a:gd name="connsiteX94" fmla="*/ 2284640 w 2448208"/>
                  <a:gd name="connsiteY94" fmla="*/ 924773 h 2049342"/>
                  <a:gd name="connsiteX95" fmla="*/ 2313982 w 2448208"/>
                  <a:gd name="connsiteY95" fmla="*/ 1043711 h 2049342"/>
                  <a:gd name="connsiteX96" fmla="*/ 2357815 w 2448208"/>
                  <a:gd name="connsiteY96" fmla="*/ 1397206 h 2049342"/>
                  <a:gd name="connsiteX97" fmla="*/ 2383413 w 2448208"/>
                  <a:gd name="connsiteY97" fmla="*/ 1301573 h 2049342"/>
                  <a:gd name="connsiteX98" fmla="*/ 2392409 w 2448208"/>
                  <a:gd name="connsiteY98" fmla="*/ 1198513 h 2049342"/>
                  <a:gd name="connsiteX99" fmla="*/ 2375746 w 2448208"/>
                  <a:gd name="connsiteY99" fmla="*/ 1104268 h 2049342"/>
                  <a:gd name="connsiteX100" fmla="*/ 2289168 w 2448208"/>
                  <a:gd name="connsiteY100" fmla="*/ 932018 h 204934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448208" h="2049342">
                    <a:moveTo>
                      <a:pt x="186372" y="122029"/>
                    </a:moveTo>
                    <a:cubicBezTo>
                      <a:pt x="193074" y="120218"/>
                      <a:pt x="199836" y="118648"/>
                      <a:pt x="206538" y="117320"/>
                    </a:cubicBezTo>
                    <a:cubicBezTo>
                      <a:pt x="230443" y="112894"/>
                      <a:pt x="254679" y="110491"/>
                      <a:pt x="278987" y="110135"/>
                    </a:cubicBezTo>
                    <a:cubicBezTo>
                      <a:pt x="329159" y="108626"/>
                      <a:pt x="379572" y="113758"/>
                      <a:pt x="428355" y="118769"/>
                    </a:cubicBezTo>
                    <a:lnTo>
                      <a:pt x="437471" y="119735"/>
                    </a:lnTo>
                    <a:lnTo>
                      <a:pt x="442845" y="120278"/>
                    </a:lnTo>
                    <a:cubicBezTo>
                      <a:pt x="492171" y="125229"/>
                      <a:pt x="542101" y="130240"/>
                      <a:pt x="591910" y="128489"/>
                    </a:cubicBezTo>
                    <a:cubicBezTo>
                      <a:pt x="616121" y="127511"/>
                      <a:pt x="640162" y="123991"/>
                      <a:pt x="663636" y="117984"/>
                    </a:cubicBezTo>
                    <a:lnTo>
                      <a:pt x="667258" y="116957"/>
                    </a:lnTo>
                    <a:lnTo>
                      <a:pt x="671001" y="115931"/>
                    </a:lnTo>
                    <a:cubicBezTo>
                      <a:pt x="693425" y="108046"/>
                      <a:pt x="714912" y="97698"/>
                      <a:pt x="735059" y="85080"/>
                    </a:cubicBezTo>
                    <a:cubicBezTo>
                      <a:pt x="748523" y="76506"/>
                      <a:pt x="762047" y="66967"/>
                      <a:pt x="774786" y="57911"/>
                    </a:cubicBezTo>
                    <a:lnTo>
                      <a:pt x="785412" y="50364"/>
                    </a:lnTo>
                    <a:lnTo>
                      <a:pt x="795011" y="43662"/>
                    </a:lnTo>
                    <a:cubicBezTo>
                      <a:pt x="813637" y="30120"/>
                      <a:pt x="833929" y="19042"/>
                      <a:pt x="855386" y="10698"/>
                    </a:cubicBezTo>
                    <a:cubicBezTo>
                      <a:pt x="860277" y="8947"/>
                      <a:pt x="865167" y="7438"/>
                      <a:pt x="870178" y="6109"/>
                    </a:cubicBezTo>
                    <a:cubicBezTo>
                      <a:pt x="876759" y="4358"/>
                      <a:pt x="883521" y="3030"/>
                      <a:pt x="890222" y="1943"/>
                    </a:cubicBezTo>
                    <a:cubicBezTo>
                      <a:pt x="904634" y="59"/>
                      <a:pt x="919196" y="-369"/>
                      <a:pt x="933692" y="676"/>
                    </a:cubicBezTo>
                    <a:cubicBezTo>
                      <a:pt x="949625" y="1877"/>
                      <a:pt x="965431" y="4358"/>
                      <a:pt x="980966" y="8102"/>
                    </a:cubicBezTo>
                    <a:cubicBezTo>
                      <a:pt x="997128" y="11634"/>
                      <a:pt x="1013025" y="16294"/>
                      <a:pt x="1028541" y="22048"/>
                    </a:cubicBezTo>
                    <a:cubicBezTo>
                      <a:pt x="1081731" y="42153"/>
                      <a:pt x="1127858" y="77654"/>
                      <a:pt x="1169818" y="113033"/>
                    </a:cubicBezTo>
                    <a:lnTo>
                      <a:pt x="1191614" y="131508"/>
                    </a:lnTo>
                    <a:cubicBezTo>
                      <a:pt x="1226571" y="161273"/>
                      <a:pt x="1261649" y="191158"/>
                      <a:pt x="1300953" y="213980"/>
                    </a:cubicBezTo>
                    <a:cubicBezTo>
                      <a:pt x="1304394" y="215972"/>
                      <a:pt x="1307956" y="217904"/>
                      <a:pt x="1311518" y="220017"/>
                    </a:cubicBezTo>
                    <a:cubicBezTo>
                      <a:pt x="1345020" y="236409"/>
                      <a:pt x="1380430" y="248575"/>
                      <a:pt x="1416933" y="256242"/>
                    </a:cubicBezTo>
                    <a:cubicBezTo>
                      <a:pt x="1464122" y="265552"/>
                      <a:pt x="1512108" y="270201"/>
                      <a:pt x="1560202" y="270129"/>
                    </a:cubicBezTo>
                    <a:cubicBezTo>
                      <a:pt x="1573605" y="270129"/>
                      <a:pt x="1587129" y="270129"/>
                      <a:pt x="1600593" y="270129"/>
                    </a:cubicBezTo>
                    <a:lnTo>
                      <a:pt x="1618705" y="270129"/>
                    </a:lnTo>
                    <a:cubicBezTo>
                      <a:pt x="1645150" y="270129"/>
                      <a:pt x="1670930" y="270129"/>
                      <a:pt x="1696106" y="271034"/>
                    </a:cubicBezTo>
                    <a:cubicBezTo>
                      <a:pt x="1741103" y="271952"/>
                      <a:pt x="1785775" y="278895"/>
                      <a:pt x="1828931" y="291682"/>
                    </a:cubicBezTo>
                    <a:cubicBezTo>
                      <a:pt x="1877539" y="307362"/>
                      <a:pt x="1922777" y="332019"/>
                      <a:pt x="1962299" y="364374"/>
                    </a:cubicBezTo>
                    <a:cubicBezTo>
                      <a:pt x="2006071" y="399572"/>
                      <a:pt x="2047427" y="444672"/>
                      <a:pt x="2092346" y="506315"/>
                    </a:cubicBezTo>
                    <a:cubicBezTo>
                      <a:pt x="2130201" y="558473"/>
                      <a:pt x="2163456" y="613825"/>
                      <a:pt x="2191723" y="671742"/>
                    </a:cubicBezTo>
                    <a:cubicBezTo>
                      <a:pt x="2211502" y="712368"/>
                      <a:pt x="2229234" y="753954"/>
                      <a:pt x="2244853" y="796356"/>
                    </a:cubicBezTo>
                    <a:cubicBezTo>
                      <a:pt x="2249816" y="796887"/>
                      <a:pt x="2254338" y="799447"/>
                      <a:pt x="2257351" y="803419"/>
                    </a:cubicBezTo>
                    <a:cubicBezTo>
                      <a:pt x="2265441" y="814951"/>
                      <a:pt x="2273652" y="826422"/>
                      <a:pt x="2281501" y="837894"/>
                    </a:cubicBezTo>
                    <a:lnTo>
                      <a:pt x="2283372" y="840490"/>
                    </a:lnTo>
                    <a:cubicBezTo>
                      <a:pt x="2314284" y="883778"/>
                      <a:pt x="2346223" y="928577"/>
                      <a:pt x="2373935" y="975065"/>
                    </a:cubicBezTo>
                    <a:cubicBezTo>
                      <a:pt x="2410763" y="1036829"/>
                      <a:pt x="2433404" y="1095393"/>
                      <a:pt x="2443124" y="1153956"/>
                    </a:cubicBezTo>
                    <a:cubicBezTo>
                      <a:pt x="2448582" y="1188370"/>
                      <a:pt x="2449699" y="1223327"/>
                      <a:pt x="2446445" y="1258042"/>
                    </a:cubicBezTo>
                    <a:cubicBezTo>
                      <a:pt x="2442792" y="1292517"/>
                      <a:pt x="2436187" y="1326628"/>
                      <a:pt x="2426702" y="1359955"/>
                    </a:cubicBezTo>
                    <a:cubicBezTo>
                      <a:pt x="2410818" y="1418338"/>
                      <a:pt x="2389071" y="1474969"/>
                      <a:pt x="2361799" y="1529005"/>
                    </a:cubicBezTo>
                    <a:cubicBezTo>
                      <a:pt x="2305337" y="1641483"/>
                      <a:pt x="2228956" y="1742853"/>
                      <a:pt x="2136359" y="1828102"/>
                    </a:cubicBezTo>
                    <a:cubicBezTo>
                      <a:pt x="2090861" y="1869882"/>
                      <a:pt x="2041426" y="1907193"/>
                      <a:pt x="1988743" y="1939493"/>
                    </a:cubicBezTo>
                    <a:cubicBezTo>
                      <a:pt x="1938940" y="1970526"/>
                      <a:pt x="1885768" y="1995823"/>
                      <a:pt x="1830259" y="2014841"/>
                    </a:cubicBezTo>
                    <a:cubicBezTo>
                      <a:pt x="1815105" y="2020034"/>
                      <a:pt x="1800072" y="2024562"/>
                      <a:pt x="1785883" y="2028366"/>
                    </a:cubicBezTo>
                    <a:cubicBezTo>
                      <a:pt x="1695321" y="2052515"/>
                      <a:pt x="1607476" y="2055896"/>
                      <a:pt x="1525185" y="2038689"/>
                    </a:cubicBezTo>
                    <a:cubicBezTo>
                      <a:pt x="1501331" y="2033799"/>
                      <a:pt x="1477881" y="2027158"/>
                      <a:pt x="1455029" y="2018765"/>
                    </a:cubicBezTo>
                    <a:cubicBezTo>
                      <a:pt x="1432582" y="2010313"/>
                      <a:pt x="1410853" y="1999989"/>
                      <a:pt x="1390066" y="1988035"/>
                    </a:cubicBezTo>
                    <a:cubicBezTo>
                      <a:pt x="1349609" y="1964791"/>
                      <a:pt x="1313523" y="1934724"/>
                      <a:pt x="1283444" y="1899042"/>
                    </a:cubicBezTo>
                    <a:cubicBezTo>
                      <a:pt x="1264051" y="1875919"/>
                      <a:pt x="1247225" y="1850803"/>
                      <a:pt x="1233272" y="1824056"/>
                    </a:cubicBezTo>
                    <a:cubicBezTo>
                      <a:pt x="1218589" y="1795681"/>
                      <a:pt x="1206931" y="1765855"/>
                      <a:pt x="1198497" y="1735064"/>
                    </a:cubicBezTo>
                    <a:cubicBezTo>
                      <a:pt x="1194143" y="1719729"/>
                      <a:pt x="1190575" y="1704152"/>
                      <a:pt x="1187810" y="1688455"/>
                    </a:cubicBezTo>
                    <a:cubicBezTo>
                      <a:pt x="1185093" y="1673301"/>
                      <a:pt x="1183282" y="1657301"/>
                      <a:pt x="1181773" y="1643174"/>
                    </a:cubicBezTo>
                    <a:lnTo>
                      <a:pt x="1180686" y="1632910"/>
                    </a:lnTo>
                    <a:cubicBezTo>
                      <a:pt x="1176882" y="1598013"/>
                      <a:pt x="1170012" y="1563599"/>
                      <a:pt x="1160158" y="1529910"/>
                    </a:cubicBezTo>
                    <a:cubicBezTo>
                      <a:pt x="1152992" y="1507088"/>
                      <a:pt x="1143229" y="1485172"/>
                      <a:pt x="1131058" y="1464585"/>
                    </a:cubicBezTo>
                    <a:cubicBezTo>
                      <a:pt x="1121676" y="1450216"/>
                      <a:pt x="1110724" y="1436872"/>
                      <a:pt x="1098395" y="1424918"/>
                    </a:cubicBezTo>
                    <a:cubicBezTo>
                      <a:pt x="1083368" y="1411757"/>
                      <a:pt x="1066855" y="1400407"/>
                      <a:pt x="1049189" y="1391048"/>
                    </a:cubicBezTo>
                    <a:cubicBezTo>
                      <a:pt x="1017644" y="1375834"/>
                      <a:pt x="985059" y="1362792"/>
                      <a:pt x="951684" y="1352167"/>
                    </a:cubicBezTo>
                    <a:lnTo>
                      <a:pt x="946914" y="1350537"/>
                    </a:lnTo>
                    <a:cubicBezTo>
                      <a:pt x="906705" y="1336650"/>
                      <a:pt x="864080" y="1321496"/>
                      <a:pt x="822603" y="1302237"/>
                    </a:cubicBezTo>
                    <a:cubicBezTo>
                      <a:pt x="798453" y="1291007"/>
                      <a:pt x="774303" y="1278087"/>
                      <a:pt x="751421" y="1264865"/>
                    </a:cubicBezTo>
                    <a:cubicBezTo>
                      <a:pt x="724850" y="1249590"/>
                      <a:pt x="699957" y="1231598"/>
                      <a:pt x="677160" y="1211131"/>
                    </a:cubicBezTo>
                    <a:cubicBezTo>
                      <a:pt x="656584" y="1192354"/>
                      <a:pt x="639226" y="1170317"/>
                      <a:pt x="625781" y="1145926"/>
                    </a:cubicBezTo>
                    <a:cubicBezTo>
                      <a:pt x="613784" y="1123829"/>
                      <a:pt x="604927" y="1100222"/>
                      <a:pt x="599457" y="1075710"/>
                    </a:cubicBezTo>
                    <a:cubicBezTo>
                      <a:pt x="594005" y="1051621"/>
                      <a:pt x="590673" y="1027048"/>
                      <a:pt x="589495" y="1002355"/>
                    </a:cubicBezTo>
                    <a:cubicBezTo>
                      <a:pt x="588590" y="988046"/>
                      <a:pt x="587986" y="973616"/>
                      <a:pt x="587443" y="959247"/>
                    </a:cubicBezTo>
                    <a:lnTo>
                      <a:pt x="587443" y="954538"/>
                    </a:lnTo>
                    <a:lnTo>
                      <a:pt x="587443" y="949889"/>
                    </a:lnTo>
                    <a:cubicBezTo>
                      <a:pt x="587443" y="942704"/>
                      <a:pt x="586960" y="935580"/>
                      <a:pt x="586658" y="928456"/>
                    </a:cubicBezTo>
                    <a:lnTo>
                      <a:pt x="586658" y="922418"/>
                    </a:lnTo>
                    <a:lnTo>
                      <a:pt x="587805" y="924471"/>
                    </a:lnTo>
                    <a:cubicBezTo>
                      <a:pt x="585209" y="895129"/>
                      <a:pt x="582492" y="858542"/>
                      <a:pt x="571866" y="823102"/>
                    </a:cubicBezTo>
                    <a:cubicBezTo>
                      <a:pt x="566136" y="805569"/>
                      <a:pt x="558438" y="788736"/>
                      <a:pt x="548923" y="772930"/>
                    </a:cubicBezTo>
                    <a:cubicBezTo>
                      <a:pt x="538702" y="757740"/>
                      <a:pt x="526881" y="743697"/>
                      <a:pt x="513664" y="731030"/>
                    </a:cubicBezTo>
                    <a:cubicBezTo>
                      <a:pt x="504198" y="722632"/>
                      <a:pt x="494103" y="714958"/>
                      <a:pt x="483477" y="708088"/>
                    </a:cubicBezTo>
                    <a:cubicBezTo>
                      <a:pt x="472797" y="701175"/>
                      <a:pt x="461772" y="694811"/>
                      <a:pt x="450452" y="689009"/>
                    </a:cubicBezTo>
                    <a:cubicBezTo>
                      <a:pt x="420265" y="673614"/>
                      <a:pt x="389655" y="661056"/>
                      <a:pt x="350109" y="644996"/>
                    </a:cubicBezTo>
                    <a:lnTo>
                      <a:pt x="325959" y="635155"/>
                    </a:lnTo>
                    <a:cubicBezTo>
                      <a:pt x="295108" y="622657"/>
                      <a:pt x="263350" y="609797"/>
                      <a:pt x="232620" y="596153"/>
                    </a:cubicBezTo>
                    <a:cubicBezTo>
                      <a:pt x="193826" y="579417"/>
                      <a:pt x="156330" y="559825"/>
                      <a:pt x="120443" y="537529"/>
                    </a:cubicBezTo>
                    <a:cubicBezTo>
                      <a:pt x="104551" y="527392"/>
                      <a:pt x="89418" y="516114"/>
                      <a:pt x="75162" y="503779"/>
                    </a:cubicBezTo>
                    <a:cubicBezTo>
                      <a:pt x="60816" y="491741"/>
                      <a:pt x="47802" y="478198"/>
                      <a:pt x="36341" y="463388"/>
                    </a:cubicBezTo>
                    <a:cubicBezTo>
                      <a:pt x="25656" y="449387"/>
                      <a:pt x="17017" y="433937"/>
                      <a:pt x="10682" y="417503"/>
                    </a:cubicBezTo>
                    <a:cubicBezTo>
                      <a:pt x="7527" y="409166"/>
                      <a:pt x="5063" y="400586"/>
                      <a:pt x="3316" y="391844"/>
                    </a:cubicBezTo>
                    <a:cubicBezTo>
                      <a:pt x="1416" y="382172"/>
                      <a:pt x="346" y="372355"/>
                      <a:pt x="116" y="362502"/>
                    </a:cubicBezTo>
                    <a:cubicBezTo>
                      <a:pt x="-389" y="342916"/>
                      <a:pt x="2219" y="323373"/>
                      <a:pt x="7844" y="304602"/>
                    </a:cubicBezTo>
                    <a:cubicBezTo>
                      <a:pt x="14211" y="282022"/>
                      <a:pt x="23400" y="260342"/>
                      <a:pt x="35194" y="240062"/>
                    </a:cubicBezTo>
                    <a:cubicBezTo>
                      <a:pt x="47702" y="217282"/>
                      <a:pt x="63624" y="196556"/>
                      <a:pt x="82407" y="178600"/>
                    </a:cubicBezTo>
                    <a:cubicBezTo>
                      <a:pt x="99516" y="162432"/>
                      <a:pt x="119027" y="149010"/>
                      <a:pt x="140246" y="138813"/>
                    </a:cubicBezTo>
                    <a:cubicBezTo>
                      <a:pt x="155043" y="131743"/>
                      <a:pt x="170491" y="126122"/>
                      <a:pt x="186372" y="122029"/>
                    </a:cubicBezTo>
                    <a:moveTo>
                      <a:pt x="2289168" y="932018"/>
                    </a:moveTo>
                    <a:lnTo>
                      <a:pt x="2287357" y="929241"/>
                    </a:lnTo>
                    <a:lnTo>
                      <a:pt x="2284640" y="924773"/>
                    </a:lnTo>
                    <a:cubicBezTo>
                      <a:pt x="2295327" y="960213"/>
                      <a:pt x="2305107" y="1000242"/>
                      <a:pt x="2313982" y="1043711"/>
                    </a:cubicBezTo>
                    <a:cubicBezTo>
                      <a:pt x="2337299" y="1160296"/>
                      <a:pt x="2351952" y="1278449"/>
                      <a:pt x="2357815" y="1397206"/>
                    </a:cubicBezTo>
                    <a:cubicBezTo>
                      <a:pt x="2368199" y="1363215"/>
                      <a:pt x="2376953" y="1330794"/>
                      <a:pt x="2383413" y="1301573"/>
                    </a:cubicBezTo>
                    <a:cubicBezTo>
                      <a:pt x="2390236" y="1267642"/>
                      <a:pt x="2393255" y="1233107"/>
                      <a:pt x="2392409" y="1198513"/>
                    </a:cubicBezTo>
                    <a:cubicBezTo>
                      <a:pt x="2390489" y="1166574"/>
                      <a:pt x="2384899" y="1134938"/>
                      <a:pt x="2375746" y="1104268"/>
                    </a:cubicBezTo>
                    <a:cubicBezTo>
                      <a:pt x="2356728" y="1045764"/>
                      <a:pt x="2327446" y="993057"/>
                      <a:pt x="2289168" y="932018"/>
                    </a:cubicBezTo>
                  </a:path>
                </a:pathLst>
              </a:custGeom>
              <a:solidFill>
                <a:srgbClr val="94993F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" name="" descr="480e27be-86bd-4e6b-9c49-bb8f4d01ccfe"/>
              <p:cNvSpPr/>
              <p:nvPr/>
            </p:nvSpPr>
            <p:spPr>
              <a:xfrm>
                <a:off x="3135391" y="6761235"/>
                <a:ext cx="845" cy="1207"/>
              </a:xfrm>
              <a:custGeom>
                <a:gdLst>
                  <a:gd name="connsiteX0" fmla="*/ 54 w 845"/>
                  <a:gd name="connsiteY0" fmla="*/ 119 h 1207"/>
                  <a:gd name="connsiteX1" fmla="*/ 900 w 845"/>
                  <a:gd name="connsiteY1" fmla="*/ 1326 h 1207"/>
                  <a:gd name="connsiteX2" fmla="*/ 236 w 845"/>
                  <a:gd name="connsiteY2" fmla="*/ 300 h 120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5" h="1207">
                    <a:moveTo>
                      <a:pt x="54" y="119"/>
                    </a:moveTo>
                    <a:cubicBezTo>
                      <a:pt x="356" y="481"/>
                      <a:pt x="640" y="903"/>
                      <a:pt x="900" y="1326"/>
                    </a:cubicBezTo>
                    <a:cubicBezTo>
                      <a:pt x="900" y="964"/>
                      <a:pt x="477" y="602"/>
                      <a:pt x="236" y="300"/>
                    </a:cubicBez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" name="" descr="2bf31f07-b6dd-454b-9363-d4ea49daad8b"/>
              <p:cNvSpPr/>
              <p:nvPr/>
            </p:nvSpPr>
            <p:spPr>
              <a:xfrm>
                <a:off x="2104792" y="6089987"/>
                <a:ext cx="3863" cy="3260"/>
              </a:xfrm>
              <a:custGeom>
                <a:gdLst>
                  <a:gd name="connsiteX0" fmla="*/ 3918 w 3863"/>
                  <a:gd name="connsiteY0" fmla="*/ 3379 h 3260"/>
                  <a:gd name="connsiteX1" fmla="*/ 54 w 3863"/>
                  <a:gd name="connsiteY1" fmla="*/ 119 h 3260"/>
                  <a:gd name="connsiteX2" fmla="*/ 3013 w 3863"/>
                  <a:gd name="connsiteY2" fmla="*/ 2594 h 326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63" h="3260">
                    <a:moveTo>
                      <a:pt x="3918" y="3379"/>
                    </a:moveTo>
                    <a:lnTo>
                      <a:pt x="54" y="119"/>
                    </a:lnTo>
                    <a:lnTo>
                      <a:pt x="3013" y="2594"/>
                    </a:ln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" name="" descr="2a88e778-ac13-4384-b6d8-a31811abb345"/>
              <p:cNvSpPr/>
              <p:nvPr/>
            </p:nvSpPr>
            <p:spPr>
              <a:xfrm>
                <a:off x="903699" y="5416050"/>
                <a:ext cx="2313030" cy="1494232"/>
              </a:xfrm>
              <a:custGeom>
                <a:gdLst>
                  <a:gd name="connsiteX0" fmla="*/ 2310415 w 2313030"/>
                  <a:gd name="connsiteY0" fmla="*/ 1367824 h 1494232"/>
                  <a:gd name="connsiteX1" fmla="*/ 2150965 w 2313030"/>
                  <a:gd name="connsiteY1" fmla="*/ 1176859 h 1494232"/>
                  <a:gd name="connsiteX2" fmla="*/ 1963079 w 2313030"/>
                  <a:gd name="connsiteY2" fmla="*/ 1059429 h 1494232"/>
                  <a:gd name="connsiteX3" fmla="*/ 1962596 w 2313030"/>
                  <a:gd name="connsiteY3" fmla="*/ 1059429 h 1494232"/>
                  <a:gd name="connsiteX4" fmla="*/ 1961449 w 2313030"/>
                  <a:gd name="connsiteY4" fmla="*/ 1048623 h 1494232"/>
                  <a:gd name="connsiteX5" fmla="*/ 1958369 w 2313030"/>
                  <a:gd name="connsiteY5" fmla="*/ 1042585 h 1494232"/>
                  <a:gd name="connsiteX6" fmla="*/ 1929329 w 2313030"/>
                  <a:gd name="connsiteY6" fmla="*/ 1031899 h 1494232"/>
                  <a:gd name="connsiteX7" fmla="*/ 1917254 w 2313030"/>
                  <a:gd name="connsiteY7" fmla="*/ 1039022 h 1494232"/>
                  <a:gd name="connsiteX8" fmla="*/ 1845650 w 2313030"/>
                  <a:gd name="connsiteY8" fmla="*/ 1009198 h 1494232"/>
                  <a:gd name="connsiteX9" fmla="*/ 1728764 w 2313030"/>
                  <a:gd name="connsiteY9" fmla="*/ 965788 h 1494232"/>
                  <a:gd name="connsiteX10" fmla="*/ 1657099 w 2313030"/>
                  <a:gd name="connsiteY10" fmla="*/ 939465 h 1494232"/>
                  <a:gd name="connsiteX11" fmla="*/ 1655046 w 2313030"/>
                  <a:gd name="connsiteY11" fmla="*/ 935419 h 1494232"/>
                  <a:gd name="connsiteX12" fmla="*/ 1651484 w 2313030"/>
                  <a:gd name="connsiteY12" fmla="*/ 931495 h 1494232"/>
                  <a:gd name="connsiteX13" fmla="*/ 1650277 w 2313030"/>
                  <a:gd name="connsiteY13" fmla="*/ 930106 h 1494232"/>
                  <a:gd name="connsiteX14" fmla="*/ 1595456 w 2313030"/>
                  <a:gd name="connsiteY14" fmla="*/ 849204 h 1494232"/>
                  <a:gd name="connsiteX15" fmla="*/ 1549088 w 2313030"/>
                  <a:gd name="connsiteY15" fmla="*/ 709919 h 1494232"/>
                  <a:gd name="connsiteX16" fmla="*/ 1512441 w 2313030"/>
                  <a:gd name="connsiteY16" fmla="*/ 485687 h 1494232"/>
                  <a:gd name="connsiteX17" fmla="*/ 1483340 w 2313030"/>
                  <a:gd name="connsiteY17" fmla="*/ 375262 h 1494232"/>
                  <a:gd name="connsiteX18" fmla="*/ 1433772 w 2313030"/>
                  <a:gd name="connsiteY18" fmla="*/ 277213 h 1494232"/>
                  <a:gd name="connsiteX19" fmla="*/ 1426226 w 2313030"/>
                  <a:gd name="connsiteY19" fmla="*/ 274435 h 1494232"/>
                  <a:gd name="connsiteX20" fmla="*/ 1424173 w 2313030"/>
                  <a:gd name="connsiteY20" fmla="*/ 275462 h 1494232"/>
                  <a:gd name="connsiteX21" fmla="*/ 1422301 w 2313030"/>
                  <a:gd name="connsiteY21" fmla="*/ 285061 h 1494232"/>
                  <a:gd name="connsiteX22" fmla="*/ 1444640 w 2313030"/>
                  <a:gd name="connsiteY22" fmla="*/ 323158 h 1494232"/>
                  <a:gd name="connsiteX23" fmla="*/ 1486902 w 2313030"/>
                  <a:gd name="connsiteY23" fmla="*/ 448436 h 1494232"/>
                  <a:gd name="connsiteX24" fmla="*/ 1506585 w 2313030"/>
                  <a:gd name="connsiteY24" fmla="*/ 585789 h 1494232"/>
                  <a:gd name="connsiteX25" fmla="*/ 1522040 w 2313030"/>
                  <a:gd name="connsiteY25" fmla="*/ 720183 h 1494232"/>
                  <a:gd name="connsiteX26" fmla="*/ 1535202 w 2313030"/>
                  <a:gd name="connsiteY26" fmla="*/ 788648 h 1494232"/>
                  <a:gd name="connsiteX27" fmla="*/ 1554039 w 2313030"/>
                  <a:gd name="connsiteY27" fmla="*/ 850050 h 1494232"/>
                  <a:gd name="connsiteX28" fmla="*/ 1583683 w 2313030"/>
                  <a:gd name="connsiteY28" fmla="*/ 908975 h 1494232"/>
                  <a:gd name="connsiteX29" fmla="*/ 1585796 w 2313030"/>
                  <a:gd name="connsiteY29" fmla="*/ 911813 h 1494232"/>
                  <a:gd name="connsiteX30" fmla="*/ 1499702 w 2313030"/>
                  <a:gd name="connsiteY30" fmla="*/ 875044 h 1494232"/>
                  <a:gd name="connsiteX31" fmla="*/ 1351965 w 2313030"/>
                  <a:gd name="connsiteY31" fmla="*/ 791546 h 1494232"/>
                  <a:gd name="connsiteX32" fmla="*/ 1205254 w 2313030"/>
                  <a:gd name="connsiteY32" fmla="*/ 677619 h 1494232"/>
                  <a:gd name="connsiteX33" fmla="*/ 1205616 w 2313030"/>
                  <a:gd name="connsiteY33" fmla="*/ 677921 h 1494232"/>
                  <a:gd name="connsiteX34" fmla="*/ 1204348 w 2313030"/>
                  <a:gd name="connsiteY34" fmla="*/ 676834 h 1494232"/>
                  <a:gd name="connsiteX35" fmla="*/ 1200665 w 2313030"/>
                  <a:gd name="connsiteY35" fmla="*/ 673755 h 1494232"/>
                  <a:gd name="connsiteX36" fmla="*/ 1201390 w 2313030"/>
                  <a:gd name="connsiteY36" fmla="*/ 674358 h 1494232"/>
                  <a:gd name="connsiteX37" fmla="*/ 1022257 w 2313030"/>
                  <a:gd name="connsiteY37" fmla="*/ 527225 h 1494232"/>
                  <a:gd name="connsiteX38" fmla="*/ 1000100 w 2313030"/>
                  <a:gd name="connsiteY38" fmla="*/ 487136 h 1494232"/>
                  <a:gd name="connsiteX39" fmla="*/ 947634 w 2313030"/>
                  <a:gd name="connsiteY39" fmla="*/ 360349 h 1494232"/>
                  <a:gd name="connsiteX40" fmla="*/ 924812 w 2313030"/>
                  <a:gd name="connsiteY40" fmla="*/ 294420 h 1494232"/>
                  <a:gd name="connsiteX41" fmla="*/ 903017 w 2313030"/>
                  <a:gd name="connsiteY41" fmla="*/ 231449 h 1494232"/>
                  <a:gd name="connsiteX42" fmla="*/ 848076 w 2313030"/>
                  <a:gd name="connsiteY42" fmla="*/ 106593 h 1494232"/>
                  <a:gd name="connsiteX43" fmla="*/ 810160 w 2313030"/>
                  <a:gd name="connsiteY43" fmla="*/ 49660 h 1494232"/>
                  <a:gd name="connsiteX44" fmla="*/ 765362 w 2313030"/>
                  <a:gd name="connsiteY44" fmla="*/ 1360 h 1494232"/>
                  <a:gd name="connsiteX45" fmla="*/ 760714 w 2313030"/>
                  <a:gd name="connsiteY45" fmla="*/ 333 h 1494232"/>
                  <a:gd name="connsiteX46" fmla="*/ 758117 w 2313030"/>
                  <a:gd name="connsiteY46" fmla="*/ 1903 h 1494232"/>
                  <a:gd name="connsiteX47" fmla="*/ 758721 w 2313030"/>
                  <a:gd name="connsiteY47" fmla="*/ 9148 h 1494232"/>
                  <a:gd name="connsiteX48" fmla="*/ 781362 w 2313030"/>
                  <a:gd name="connsiteY48" fmla="*/ 31910 h 1494232"/>
                  <a:gd name="connsiteX49" fmla="*/ 836303 w 2313030"/>
                  <a:gd name="connsiteY49" fmla="*/ 113355 h 1494232"/>
                  <a:gd name="connsiteX50" fmla="*/ 882067 w 2313030"/>
                  <a:gd name="connsiteY50" fmla="*/ 235735 h 1494232"/>
                  <a:gd name="connsiteX51" fmla="*/ 899334 w 2313030"/>
                  <a:gd name="connsiteY51" fmla="*/ 300397 h 1494232"/>
                  <a:gd name="connsiteX52" fmla="*/ 915213 w 2313030"/>
                  <a:gd name="connsiteY52" fmla="*/ 362523 h 1494232"/>
                  <a:gd name="connsiteX53" fmla="*/ 934835 w 2313030"/>
                  <a:gd name="connsiteY53" fmla="*/ 426278 h 1494232"/>
                  <a:gd name="connsiteX54" fmla="*/ 958200 w 2313030"/>
                  <a:gd name="connsiteY54" fmla="*/ 481340 h 1494232"/>
                  <a:gd name="connsiteX55" fmla="*/ 911107 w 2313030"/>
                  <a:gd name="connsiteY55" fmla="*/ 451696 h 1494232"/>
                  <a:gd name="connsiteX56" fmla="*/ 799716 w 2313030"/>
                  <a:gd name="connsiteY56" fmla="*/ 393494 h 1494232"/>
                  <a:gd name="connsiteX57" fmla="*/ 670514 w 2313030"/>
                  <a:gd name="connsiteY57" fmla="*/ 341089 h 1494232"/>
                  <a:gd name="connsiteX58" fmla="*/ 662182 w 2313030"/>
                  <a:gd name="connsiteY58" fmla="*/ 336018 h 1494232"/>
                  <a:gd name="connsiteX59" fmla="*/ 656144 w 2313030"/>
                  <a:gd name="connsiteY59" fmla="*/ 336018 h 1494232"/>
                  <a:gd name="connsiteX60" fmla="*/ 501947 w 2313030"/>
                  <a:gd name="connsiteY60" fmla="*/ 290737 h 1494232"/>
                  <a:gd name="connsiteX61" fmla="*/ 435535 w 2313030"/>
                  <a:gd name="connsiteY61" fmla="*/ 275583 h 1494232"/>
                  <a:gd name="connsiteX62" fmla="*/ 431912 w 2313030"/>
                  <a:gd name="connsiteY62" fmla="*/ 269545 h 1494232"/>
                  <a:gd name="connsiteX63" fmla="*/ 395687 w 2313030"/>
                  <a:gd name="connsiteY63" fmla="*/ 236037 h 1494232"/>
                  <a:gd name="connsiteX64" fmla="*/ 328067 w 2313030"/>
                  <a:gd name="connsiteY64" fmla="*/ 151512 h 1494232"/>
                  <a:gd name="connsiteX65" fmla="*/ 291842 w 2313030"/>
                  <a:gd name="connsiteY65" fmla="*/ 112691 h 1494232"/>
                  <a:gd name="connsiteX66" fmla="*/ 247648 w 2313030"/>
                  <a:gd name="connsiteY66" fmla="*/ 81175 h 1494232"/>
                  <a:gd name="connsiteX67" fmla="*/ 243361 w 2313030"/>
                  <a:gd name="connsiteY67" fmla="*/ 80692 h 1494232"/>
                  <a:gd name="connsiteX68" fmla="*/ 238894 w 2313030"/>
                  <a:gd name="connsiteY68" fmla="*/ 84375 h 1494232"/>
                  <a:gd name="connsiteX69" fmla="*/ 242093 w 2313030"/>
                  <a:gd name="connsiteY69" fmla="*/ 93130 h 1494232"/>
                  <a:gd name="connsiteX70" fmla="*/ 252961 w 2313030"/>
                  <a:gd name="connsiteY70" fmla="*/ 99529 h 1494232"/>
                  <a:gd name="connsiteX71" fmla="*/ 294559 w 2313030"/>
                  <a:gd name="connsiteY71" fmla="*/ 134426 h 1494232"/>
                  <a:gd name="connsiteX72" fmla="*/ 324747 w 2313030"/>
                  <a:gd name="connsiteY72" fmla="*/ 173549 h 1494232"/>
                  <a:gd name="connsiteX73" fmla="*/ 351613 w 2313030"/>
                  <a:gd name="connsiteY73" fmla="*/ 214121 h 1494232"/>
                  <a:gd name="connsiteX74" fmla="*/ 393876 w 2313030"/>
                  <a:gd name="connsiteY74" fmla="*/ 267009 h 1494232"/>
                  <a:gd name="connsiteX75" fmla="*/ 349199 w 2313030"/>
                  <a:gd name="connsiteY75" fmla="*/ 257953 h 1494232"/>
                  <a:gd name="connsiteX76" fmla="*/ 195182 w 2313030"/>
                  <a:gd name="connsiteY76" fmla="*/ 229698 h 1494232"/>
                  <a:gd name="connsiteX77" fmla="*/ 196873 w 2313030"/>
                  <a:gd name="connsiteY77" fmla="*/ 230060 h 1494232"/>
                  <a:gd name="connsiteX78" fmla="*/ 6933 w 2313030"/>
                  <a:gd name="connsiteY78" fmla="*/ 194741 h 1494232"/>
                  <a:gd name="connsiteX79" fmla="*/ 3854 w 2313030"/>
                  <a:gd name="connsiteY79" fmla="*/ 194741 h 1494232"/>
                  <a:gd name="connsiteX80" fmla="*/ 292 w 2313030"/>
                  <a:gd name="connsiteY80" fmla="*/ 198182 h 1494232"/>
                  <a:gd name="connsiteX81" fmla="*/ 3794 w 2313030"/>
                  <a:gd name="connsiteY81" fmla="*/ 204823 h 1494232"/>
                  <a:gd name="connsiteX82" fmla="*/ 155395 w 2313030"/>
                  <a:gd name="connsiteY82" fmla="*/ 235010 h 1494232"/>
                  <a:gd name="connsiteX83" fmla="*/ 310679 w 2313030"/>
                  <a:gd name="connsiteY83" fmla="*/ 265681 h 1494232"/>
                  <a:gd name="connsiteX84" fmla="*/ 463005 w 2313030"/>
                  <a:gd name="connsiteY84" fmla="*/ 300638 h 1494232"/>
                  <a:gd name="connsiteX85" fmla="*/ 612735 w 2313030"/>
                  <a:gd name="connsiteY85" fmla="*/ 344772 h 1494232"/>
                  <a:gd name="connsiteX86" fmla="*/ 625655 w 2313030"/>
                  <a:gd name="connsiteY86" fmla="*/ 349421 h 1494232"/>
                  <a:gd name="connsiteX87" fmla="*/ 562261 w 2313030"/>
                  <a:gd name="connsiteY87" fmla="*/ 368741 h 1494232"/>
                  <a:gd name="connsiteX88" fmla="*/ 563227 w 2313030"/>
                  <a:gd name="connsiteY88" fmla="*/ 368741 h 1494232"/>
                  <a:gd name="connsiteX89" fmla="*/ 322211 w 2313030"/>
                  <a:gd name="connsiteY89" fmla="*/ 371941 h 1494232"/>
                  <a:gd name="connsiteX90" fmla="*/ 198684 w 2313030"/>
                  <a:gd name="connsiteY90" fmla="*/ 374537 h 1494232"/>
                  <a:gd name="connsiteX91" fmla="*/ 142716 w 2313030"/>
                  <a:gd name="connsiteY91" fmla="*/ 384982 h 1494232"/>
                  <a:gd name="connsiteX92" fmla="*/ 139456 w 2313030"/>
                  <a:gd name="connsiteY92" fmla="*/ 385888 h 1494232"/>
                  <a:gd name="connsiteX93" fmla="*/ 82583 w 2313030"/>
                  <a:gd name="connsiteY93" fmla="*/ 406113 h 1494232"/>
                  <a:gd name="connsiteX94" fmla="*/ 79625 w 2313030"/>
                  <a:gd name="connsiteY94" fmla="*/ 412150 h 1494232"/>
                  <a:gd name="connsiteX95" fmla="*/ 85662 w 2313030"/>
                  <a:gd name="connsiteY95" fmla="*/ 415109 h 1494232"/>
                  <a:gd name="connsiteX96" fmla="*/ 157086 w 2313030"/>
                  <a:gd name="connsiteY96" fmla="*/ 391442 h 1494232"/>
                  <a:gd name="connsiteX97" fmla="*/ 231166 w 2313030"/>
                  <a:gd name="connsiteY97" fmla="*/ 383352 h 1494232"/>
                  <a:gd name="connsiteX98" fmla="*/ 303978 w 2313030"/>
                  <a:gd name="connsiteY98" fmla="*/ 385284 h 1494232"/>
                  <a:gd name="connsiteX99" fmla="*/ 303978 w 2313030"/>
                  <a:gd name="connsiteY99" fmla="*/ 385284 h 1494232"/>
                  <a:gd name="connsiteX100" fmla="*/ 485465 w 2313030"/>
                  <a:gd name="connsiteY100" fmla="*/ 399713 h 1494232"/>
                  <a:gd name="connsiteX101" fmla="*/ 663993 w 2313030"/>
                  <a:gd name="connsiteY101" fmla="*/ 365662 h 1494232"/>
                  <a:gd name="connsiteX102" fmla="*/ 666468 w 2313030"/>
                  <a:gd name="connsiteY102" fmla="*/ 363971 h 1494232"/>
                  <a:gd name="connsiteX103" fmla="*/ 756608 w 2313030"/>
                  <a:gd name="connsiteY103" fmla="*/ 402249 h 1494232"/>
                  <a:gd name="connsiteX104" fmla="*/ 756185 w 2313030"/>
                  <a:gd name="connsiteY104" fmla="*/ 402249 h 1494232"/>
                  <a:gd name="connsiteX105" fmla="*/ 757574 w 2313030"/>
                  <a:gd name="connsiteY105" fmla="*/ 402853 h 1494232"/>
                  <a:gd name="connsiteX106" fmla="*/ 759385 w 2313030"/>
                  <a:gd name="connsiteY106" fmla="*/ 403758 h 1494232"/>
                  <a:gd name="connsiteX107" fmla="*/ 758842 w 2313030"/>
                  <a:gd name="connsiteY107" fmla="*/ 403758 h 1494232"/>
                  <a:gd name="connsiteX108" fmla="*/ 890519 w 2313030"/>
                  <a:gd name="connsiteY108" fmla="*/ 477053 h 1494232"/>
                  <a:gd name="connsiteX109" fmla="*/ 1005654 w 2313030"/>
                  <a:gd name="connsiteY109" fmla="*/ 563088 h 1494232"/>
                  <a:gd name="connsiteX110" fmla="*/ 1033427 w 2313030"/>
                  <a:gd name="connsiteY110" fmla="*/ 587660 h 1494232"/>
                  <a:gd name="connsiteX111" fmla="*/ 1038981 w 2313030"/>
                  <a:gd name="connsiteY111" fmla="*/ 593698 h 1494232"/>
                  <a:gd name="connsiteX112" fmla="*/ 1042664 w 2313030"/>
                  <a:gd name="connsiteY112" fmla="*/ 595871 h 1494232"/>
                  <a:gd name="connsiteX113" fmla="*/ 1118857 w 2313030"/>
                  <a:gd name="connsiteY113" fmla="*/ 665664 h 1494232"/>
                  <a:gd name="connsiteX114" fmla="*/ 1233569 w 2313030"/>
                  <a:gd name="connsiteY114" fmla="*/ 768302 h 1494232"/>
                  <a:gd name="connsiteX115" fmla="*/ 1287907 w 2313030"/>
                  <a:gd name="connsiteY115" fmla="*/ 811711 h 1494232"/>
                  <a:gd name="connsiteX116" fmla="*/ 1240271 w 2313030"/>
                  <a:gd name="connsiteY116" fmla="*/ 816903 h 1494232"/>
                  <a:gd name="connsiteX117" fmla="*/ 1189617 w 2313030"/>
                  <a:gd name="connsiteY117" fmla="*/ 815998 h 1494232"/>
                  <a:gd name="connsiteX118" fmla="*/ 1034272 w 2313030"/>
                  <a:gd name="connsiteY118" fmla="*/ 797886 h 1494232"/>
                  <a:gd name="connsiteX119" fmla="*/ 994545 w 2313030"/>
                  <a:gd name="connsiteY119" fmla="*/ 794927 h 1494232"/>
                  <a:gd name="connsiteX120" fmla="*/ 955966 w 2313030"/>
                  <a:gd name="connsiteY120" fmla="*/ 794505 h 1494232"/>
                  <a:gd name="connsiteX121" fmla="*/ 872648 w 2313030"/>
                  <a:gd name="connsiteY121" fmla="*/ 799033 h 1494232"/>
                  <a:gd name="connsiteX122" fmla="*/ 789875 w 2313030"/>
                  <a:gd name="connsiteY122" fmla="*/ 812074 h 1494232"/>
                  <a:gd name="connsiteX123" fmla="*/ 746707 w 2313030"/>
                  <a:gd name="connsiteY123" fmla="*/ 822156 h 1494232"/>
                  <a:gd name="connsiteX124" fmla="*/ 709516 w 2313030"/>
                  <a:gd name="connsiteY124" fmla="*/ 833024 h 1494232"/>
                  <a:gd name="connsiteX125" fmla="*/ 560209 w 2313030"/>
                  <a:gd name="connsiteY125" fmla="*/ 896297 h 1494232"/>
                  <a:gd name="connsiteX126" fmla="*/ 558349 w 2313030"/>
                  <a:gd name="connsiteY126" fmla="*/ 905051 h 1494232"/>
                  <a:gd name="connsiteX127" fmla="*/ 558458 w 2313030"/>
                  <a:gd name="connsiteY127" fmla="*/ 905232 h 1494232"/>
                  <a:gd name="connsiteX128" fmla="*/ 567393 w 2313030"/>
                  <a:gd name="connsiteY128" fmla="*/ 906983 h 1494232"/>
                  <a:gd name="connsiteX129" fmla="*/ 580796 w 2313030"/>
                  <a:gd name="connsiteY129" fmla="*/ 899919 h 1494232"/>
                  <a:gd name="connsiteX130" fmla="*/ 580796 w 2313030"/>
                  <a:gd name="connsiteY130" fmla="*/ 899919 h 1494232"/>
                  <a:gd name="connsiteX131" fmla="*/ 581159 w 2313030"/>
                  <a:gd name="connsiteY131" fmla="*/ 899919 h 1494232"/>
                  <a:gd name="connsiteX132" fmla="*/ 582306 w 2313030"/>
                  <a:gd name="connsiteY132" fmla="*/ 899315 h 1494232"/>
                  <a:gd name="connsiteX133" fmla="*/ 582004 w 2313030"/>
                  <a:gd name="connsiteY133" fmla="*/ 899315 h 1494232"/>
                  <a:gd name="connsiteX134" fmla="*/ 673472 w 2313030"/>
                  <a:gd name="connsiteY134" fmla="*/ 861702 h 1494232"/>
                  <a:gd name="connsiteX135" fmla="*/ 768442 w 2313030"/>
                  <a:gd name="connsiteY135" fmla="*/ 836948 h 1494232"/>
                  <a:gd name="connsiteX136" fmla="*/ 971120 w 2313030"/>
                  <a:gd name="connsiteY136" fmla="*/ 822881 h 1494232"/>
                  <a:gd name="connsiteX137" fmla="*/ 967256 w 2313030"/>
                  <a:gd name="connsiteY137" fmla="*/ 822518 h 1494232"/>
                  <a:gd name="connsiteX138" fmla="*/ 1012839 w 2313030"/>
                  <a:gd name="connsiteY138" fmla="*/ 827046 h 1494232"/>
                  <a:gd name="connsiteX139" fmla="*/ 1054799 w 2313030"/>
                  <a:gd name="connsiteY139" fmla="*/ 833688 h 1494232"/>
                  <a:gd name="connsiteX140" fmla="*/ 1144637 w 2313030"/>
                  <a:gd name="connsiteY140" fmla="*/ 849023 h 1494232"/>
                  <a:gd name="connsiteX141" fmla="*/ 1320690 w 2313030"/>
                  <a:gd name="connsiteY141" fmla="*/ 840691 h 1494232"/>
                  <a:gd name="connsiteX142" fmla="*/ 1324615 w 2313030"/>
                  <a:gd name="connsiteY142" fmla="*/ 838216 h 1494232"/>
                  <a:gd name="connsiteX143" fmla="*/ 1354259 w 2313030"/>
                  <a:gd name="connsiteY143" fmla="*/ 857838 h 1494232"/>
                  <a:gd name="connsiteX144" fmla="*/ 1465831 w 2313030"/>
                  <a:gd name="connsiteY144" fmla="*/ 918816 h 1494232"/>
                  <a:gd name="connsiteX145" fmla="*/ 1586581 w 2313030"/>
                  <a:gd name="connsiteY145" fmla="*/ 971222 h 1494232"/>
                  <a:gd name="connsiteX146" fmla="*/ 1704614 w 2313030"/>
                  <a:gd name="connsiteY146" fmla="*/ 1015477 h 1494232"/>
                  <a:gd name="connsiteX147" fmla="*/ 1892380 w 2313030"/>
                  <a:gd name="connsiteY147" fmla="*/ 1088289 h 1494232"/>
                  <a:gd name="connsiteX148" fmla="*/ 1879097 w 2313030"/>
                  <a:gd name="connsiteY148" fmla="*/ 1111593 h 1494232"/>
                  <a:gd name="connsiteX149" fmla="*/ 1824760 w 2313030"/>
                  <a:gd name="connsiteY149" fmla="*/ 1172753 h 1494232"/>
                  <a:gd name="connsiteX150" fmla="*/ 1716448 w 2313030"/>
                  <a:gd name="connsiteY150" fmla="*/ 1245686 h 1494232"/>
                  <a:gd name="connsiteX151" fmla="*/ 1715361 w 2313030"/>
                  <a:gd name="connsiteY151" fmla="*/ 1246229 h 1494232"/>
                  <a:gd name="connsiteX152" fmla="*/ 1715361 w 2313030"/>
                  <a:gd name="connsiteY152" fmla="*/ 1246229 h 1494232"/>
                  <a:gd name="connsiteX153" fmla="*/ 1714998 w 2313030"/>
                  <a:gd name="connsiteY153" fmla="*/ 1246229 h 1494232"/>
                  <a:gd name="connsiteX154" fmla="*/ 1715542 w 2313030"/>
                  <a:gd name="connsiteY154" fmla="*/ 1246229 h 1494232"/>
                  <a:gd name="connsiteX155" fmla="*/ 1714636 w 2313030"/>
                  <a:gd name="connsiteY155" fmla="*/ 1246712 h 1494232"/>
                  <a:gd name="connsiteX156" fmla="*/ 1714636 w 2313030"/>
                  <a:gd name="connsiteY156" fmla="*/ 1246712 h 1494232"/>
                  <a:gd name="connsiteX157" fmla="*/ 1577163 w 2313030"/>
                  <a:gd name="connsiteY157" fmla="*/ 1299782 h 1494232"/>
                  <a:gd name="connsiteX158" fmla="*/ 1420852 w 2313030"/>
                  <a:gd name="connsiteY158" fmla="*/ 1347176 h 1494232"/>
                  <a:gd name="connsiteX159" fmla="*/ 1344176 w 2313030"/>
                  <a:gd name="connsiteY159" fmla="*/ 1372111 h 1494232"/>
                  <a:gd name="connsiteX160" fmla="*/ 1268466 w 2313030"/>
                  <a:gd name="connsiteY160" fmla="*/ 1401392 h 1494232"/>
                  <a:gd name="connsiteX161" fmla="*/ 1120970 w 2313030"/>
                  <a:gd name="connsiteY161" fmla="*/ 1480967 h 1494232"/>
                  <a:gd name="connsiteX162" fmla="*/ 1119038 w 2313030"/>
                  <a:gd name="connsiteY162" fmla="*/ 1491230 h 1494232"/>
                  <a:gd name="connsiteX163" fmla="*/ 1129242 w 2313030"/>
                  <a:gd name="connsiteY163" fmla="*/ 1493102 h 1494232"/>
                  <a:gd name="connsiteX164" fmla="*/ 1200544 w 2313030"/>
                  <a:gd name="connsiteY164" fmla="*/ 1451745 h 1494232"/>
                  <a:gd name="connsiteX165" fmla="*/ 1277703 w 2313030"/>
                  <a:gd name="connsiteY165" fmla="*/ 1417996 h 1494232"/>
                  <a:gd name="connsiteX166" fmla="*/ 1358002 w 2313030"/>
                  <a:gd name="connsiteY166" fmla="*/ 1391974 h 1494232"/>
                  <a:gd name="connsiteX167" fmla="*/ 1439508 w 2313030"/>
                  <a:gd name="connsiteY167" fmla="*/ 1371205 h 1494232"/>
                  <a:gd name="connsiteX168" fmla="*/ 1522161 w 2313030"/>
                  <a:gd name="connsiteY168" fmla="*/ 1352006 h 1494232"/>
                  <a:gd name="connsiteX169" fmla="*/ 1684509 w 2313030"/>
                  <a:gd name="connsiteY169" fmla="*/ 1309744 h 1494232"/>
                  <a:gd name="connsiteX170" fmla="*/ 1800972 w 2313030"/>
                  <a:gd name="connsiteY170" fmla="*/ 1259935 h 1494232"/>
                  <a:gd name="connsiteX171" fmla="*/ 1854042 w 2313030"/>
                  <a:gd name="connsiteY171" fmla="*/ 1224917 h 1494232"/>
                  <a:gd name="connsiteX172" fmla="*/ 1903972 w 2313030"/>
                  <a:gd name="connsiteY172" fmla="*/ 1178851 h 1494232"/>
                  <a:gd name="connsiteX173" fmla="*/ 1923895 w 2313030"/>
                  <a:gd name="connsiteY173" fmla="*/ 1153735 h 1494232"/>
                  <a:gd name="connsiteX174" fmla="*/ 1942008 w 2313030"/>
                  <a:gd name="connsiteY174" fmla="*/ 1124453 h 1494232"/>
                  <a:gd name="connsiteX175" fmla="*/ 1947442 w 2313030"/>
                  <a:gd name="connsiteY175" fmla="*/ 1113163 h 1494232"/>
                  <a:gd name="connsiteX176" fmla="*/ 2123133 w 2313030"/>
                  <a:gd name="connsiteY176" fmla="*/ 1225520 h 1494232"/>
                  <a:gd name="connsiteX177" fmla="*/ 2231324 w 2313030"/>
                  <a:gd name="connsiteY177" fmla="*/ 1345063 h 1494232"/>
                  <a:gd name="connsiteX178" fmla="*/ 2230237 w 2313030"/>
                  <a:gd name="connsiteY178" fmla="*/ 1343433 h 1494232"/>
                  <a:gd name="connsiteX179" fmla="*/ 2231505 w 2313030"/>
                  <a:gd name="connsiteY179" fmla="*/ 1345244 h 1494232"/>
                  <a:gd name="connsiteX180" fmla="*/ 2234283 w 2313030"/>
                  <a:gd name="connsiteY180" fmla="*/ 1349168 h 1494232"/>
                  <a:gd name="connsiteX181" fmla="*/ 2232170 w 2313030"/>
                  <a:gd name="connsiteY181" fmla="*/ 1346270 h 1494232"/>
                  <a:gd name="connsiteX182" fmla="*/ 2261572 w 2313030"/>
                  <a:gd name="connsiteY182" fmla="*/ 1392699 h 1494232"/>
                  <a:gd name="connsiteX183" fmla="*/ 2277572 w 2313030"/>
                  <a:gd name="connsiteY183" fmla="*/ 1406223 h 1494232"/>
                  <a:gd name="connsiteX184" fmla="*/ 2311816 w 2313030"/>
                  <a:gd name="connsiteY184" fmla="*/ 1388412 h 1494232"/>
                  <a:gd name="connsiteX185" fmla="*/ 2309993 w 2313030"/>
                  <a:gd name="connsiteY185" fmla="*/ 1367583 h 149423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</a:cxnLst>
                <a:rect l="l" t="t" r="r" b="b"/>
                <a:pathLst>
                  <a:path w="2313030" h="1494232">
                    <a:moveTo>
                      <a:pt x="2310415" y="1367824"/>
                    </a:moveTo>
                    <a:cubicBezTo>
                      <a:pt x="2269505" y="1294891"/>
                      <a:pt x="2215446" y="1230109"/>
                      <a:pt x="2150965" y="1176859"/>
                    </a:cubicBezTo>
                    <a:cubicBezTo>
                      <a:pt x="2093591" y="1129887"/>
                      <a:pt x="2030451" y="1090401"/>
                      <a:pt x="1963079" y="1059429"/>
                    </a:cubicBezTo>
                    <a:lnTo>
                      <a:pt x="1962596" y="1059429"/>
                    </a:lnTo>
                    <a:cubicBezTo>
                      <a:pt x="1962970" y="1055807"/>
                      <a:pt x="1962584" y="1052124"/>
                      <a:pt x="1961449" y="1048623"/>
                    </a:cubicBezTo>
                    <a:lnTo>
                      <a:pt x="1958369" y="1042585"/>
                    </a:lnTo>
                    <a:cubicBezTo>
                      <a:pt x="1951964" y="1033166"/>
                      <a:pt x="1940299" y="1028880"/>
                      <a:pt x="1929329" y="1031899"/>
                    </a:cubicBezTo>
                    <a:cubicBezTo>
                      <a:pt x="1924747" y="1033166"/>
                      <a:pt x="1920587" y="1035642"/>
                      <a:pt x="1917254" y="1039022"/>
                    </a:cubicBezTo>
                    <a:cubicBezTo>
                      <a:pt x="1893587" y="1028638"/>
                      <a:pt x="1869739" y="1018616"/>
                      <a:pt x="1845650" y="1009198"/>
                    </a:cubicBezTo>
                    <a:cubicBezTo>
                      <a:pt x="1806949" y="994164"/>
                      <a:pt x="1767826" y="979976"/>
                      <a:pt x="1728764" y="965788"/>
                    </a:cubicBezTo>
                    <a:cubicBezTo>
                      <a:pt x="1704856" y="957094"/>
                      <a:pt x="1680965" y="948340"/>
                      <a:pt x="1657099" y="939465"/>
                    </a:cubicBezTo>
                    <a:cubicBezTo>
                      <a:pt x="1656562" y="938076"/>
                      <a:pt x="1655873" y="936687"/>
                      <a:pt x="1655046" y="935419"/>
                    </a:cubicBezTo>
                    <a:cubicBezTo>
                      <a:pt x="1653899" y="934091"/>
                      <a:pt x="1652692" y="932823"/>
                      <a:pt x="1651484" y="931495"/>
                    </a:cubicBezTo>
                    <a:lnTo>
                      <a:pt x="1650277" y="930106"/>
                    </a:lnTo>
                    <a:cubicBezTo>
                      <a:pt x="1628729" y="905534"/>
                      <a:pt x="1610315" y="878365"/>
                      <a:pt x="1595456" y="849204"/>
                    </a:cubicBezTo>
                    <a:cubicBezTo>
                      <a:pt x="1574174" y="804919"/>
                      <a:pt x="1558597" y="758123"/>
                      <a:pt x="1549088" y="709919"/>
                    </a:cubicBezTo>
                    <a:cubicBezTo>
                      <a:pt x="1533814" y="635598"/>
                      <a:pt x="1526870" y="560008"/>
                      <a:pt x="1512441" y="485687"/>
                    </a:cubicBezTo>
                    <a:cubicBezTo>
                      <a:pt x="1505685" y="448164"/>
                      <a:pt x="1495958" y="411239"/>
                      <a:pt x="1483340" y="375262"/>
                    </a:cubicBezTo>
                    <a:cubicBezTo>
                      <a:pt x="1470915" y="340666"/>
                      <a:pt x="1454264" y="307732"/>
                      <a:pt x="1433772" y="277213"/>
                    </a:cubicBezTo>
                    <a:cubicBezTo>
                      <a:pt x="1432094" y="274792"/>
                      <a:pt x="1429075" y="273681"/>
                      <a:pt x="1426226" y="274435"/>
                    </a:cubicBezTo>
                    <a:cubicBezTo>
                      <a:pt x="1425489" y="274653"/>
                      <a:pt x="1424795" y="275003"/>
                      <a:pt x="1424173" y="275462"/>
                    </a:cubicBezTo>
                    <a:cubicBezTo>
                      <a:pt x="1421021" y="277605"/>
                      <a:pt x="1420182" y="281892"/>
                      <a:pt x="1422301" y="285061"/>
                    </a:cubicBezTo>
                    <a:cubicBezTo>
                      <a:pt x="1430536" y="297281"/>
                      <a:pt x="1437999" y="310008"/>
                      <a:pt x="1444640" y="323158"/>
                    </a:cubicBezTo>
                    <a:cubicBezTo>
                      <a:pt x="1463912" y="362987"/>
                      <a:pt x="1478112" y="405075"/>
                      <a:pt x="1486902" y="448436"/>
                    </a:cubicBezTo>
                    <a:cubicBezTo>
                      <a:pt x="1496260" y="493777"/>
                      <a:pt x="1501634" y="539783"/>
                      <a:pt x="1506585" y="585789"/>
                    </a:cubicBezTo>
                    <a:cubicBezTo>
                      <a:pt x="1511354" y="630647"/>
                      <a:pt x="1515158" y="675626"/>
                      <a:pt x="1522040" y="720183"/>
                    </a:cubicBezTo>
                    <a:cubicBezTo>
                      <a:pt x="1525542" y="743126"/>
                      <a:pt x="1529768" y="766068"/>
                      <a:pt x="1535202" y="788648"/>
                    </a:cubicBezTo>
                    <a:cubicBezTo>
                      <a:pt x="1539996" y="809544"/>
                      <a:pt x="1546287" y="830065"/>
                      <a:pt x="1554039" y="850050"/>
                    </a:cubicBezTo>
                    <a:cubicBezTo>
                      <a:pt x="1561942" y="870637"/>
                      <a:pt x="1571874" y="890380"/>
                      <a:pt x="1583683" y="908975"/>
                    </a:cubicBezTo>
                    <a:cubicBezTo>
                      <a:pt x="1584347" y="909941"/>
                      <a:pt x="1585132" y="910847"/>
                      <a:pt x="1585796" y="911813"/>
                    </a:cubicBezTo>
                    <a:cubicBezTo>
                      <a:pt x="1556816" y="900221"/>
                      <a:pt x="1528018" y="888146"/>
                      <a:pt x="1499702" y="875044"/>
                    </a:cubicBezTo>
                    <a:cubicBezTo>
                      <a:pt x="1448335" y="851136"/>
                      <a:pt x="1398930" y="823243"/>
                      <a:pt x="1351965" y="791546"/>
                    </a:cubicBezTo>
                    <a:cubicBezTo>
                      <a:pt x="1301129" y="756130"/>
                      <a:pt x="1252159" y="718100"/>
                      <a:pt x="1205254" y="677619"/>
                    </a:cubicBezTo>
                    <a:lnTo>
                      <a:pt x="1205616" y="677921"/>
                    </a:lnTo>
                    <a:lnTo>
                      <a:pt x="1204348" y="676834"/>
                    </a:lnTo>
                    <a:lnTo>
                      <a:pt x="1200665" y="673755"/>
                    </a:lnTo>
                    <a:lnTo>
                      <a:pt x="1201390" y="674358"/>
                    </a:lnTo>
                    <a:cubicBezTo>
                      <a:pt x="1142645" y="624127"/>
                      <a:pt x="1083900" y="573835"/>
                      <a:pt x="1022257" y="527225"/>
                    </a:cubicBezTo>
                    <a:cubicBezTo>
                      <a:pt x="1014348" y="514124"/>
                      <a:pt x="1007043" y="500781"/>
                      <a:pt x="1000100" y="487136"/>
                    </a:cubicBezTo>
                    <a:cubicBezTo>
                      <a:pt x="980037" y="445985"/>
                      <a:pt x="962516" y="403644"/>
                      <a:pt x="947634" y="360349"/>
                    </a:cubicBezTo>
                    <a:cubicBezTo>
                      <a:pt x="939966" y="338433"/>
                      <a:pt x="932238" y="316517"/>
                      <a:pt x="924812" y="294420"/>
                    </a:cubicBezTo>
                    <a:cubicBezTo>
                      <a:pt x="917567" y="273409"/>
                      <a:pt x="910685" y="252157"/>
                      <a:pt x="903017" y="231449"/>
                    </a:cubicBezTo>
                    <a:cubicBezTo>
                      <a:pt x="888322" y="188329"/>
                      <a:pt x="869944" y="146555"/>
                      <a:pt x="848076" y="106593"/>
                    </a:cubicBezTo>
                    <a:cubicBezTo>
                      <a:pt x="836864" y="86706"/>
                      <a:pt x="824192" y="67675"/>
                      <a:pt x="810160" y="49660"/>
                    </a:cubicBezTo>
                    <a:cubicBezTo>
                      <a:pt x="796486" y="32435"/>
                      <a:pt x="781507" y="16291"/>
                      <a:pt x="765362" y="1360"/>
                    </a:cubicBezTo>
                    <a:cubicBezTo>
                      <a:pt x="764101" y="225"/>
                      <a:pt x="762338" y="-168"/>
                      <a:pt x="760714" y="333"/>
                    </a:cubicBezTo>
                    <a:cubicBezTo>
                      <a:pt x="759705" y="581"/>
                      <a:pt x="758800" y="1130"/>
                      <a:pt x="758117" y="1903"/>
                    </a:cubicBezTo>
                    <a:cubicBezTo>
                      <a:pt x="756312" y="4083"/>
                      <a:pt x="756578" y="7301"/>
                      <a:pt x="758721" y="9148"/>
                    </a:cubicBezTo>
                    <a:cubicBezTo>
                      <a:pt x="766570" y="16393"/>
                      <a:pt x="774117" y="23982"/>
                      <a:pt x="781362" y="31910"/>
                    </a:cubicBezTo>
                    <a:cubicBezTo>
                      <a:pt x="803139" y="56555"/>
                      <a:pt x="821608" y="83935"/>
                      <a:pt x="836303" y="113355"/>
                    </a:cubicBezTo>
                    <a:cubicBezTo>
                      <a:pt x="855303" y="152647"/>
                      <a:pt x="870620" y="193618"/>
                      <a:pt x="882067" y="235735"/>
                    </a:cubicBezTo>
                    <a:cubicBezTo>
                      <a:pt x="888026" y="257229"/>
                      <a:pt x="893780" y="278782"/>
                      <a:pt x="899334" y="300397"/>
                    </a:cubicBezTo>
                    <a:cubicBezTo>
                      <a:pt x="904526" y="321166"/>
                      <a:pt x="909356" y="341995"/>
                      <a:pt x="915213" y="362523"/>
                    </a:cubicBezTo>
                    <a:cubicBezTo>
                      <a:pt x="921069" y="383050"/>
                      <a:pt x="927288" y="405328"/>
                      <a:pt x="934835" y="426278"/>
                    </a:cubicBezTo>
                    <a:cubicBezTo>
                      <a:pt x="941609" y="445049"/>
                      <a:pt x="949409" y="463427"/>
                      <a:pt x="958200" y="481340"/>
                    </a:cubicBezTo>
                    <a:cubicBezTo>
                      <a:pt x="942744" y="471076"/>
                      <a:pt x="927107" y="461114"/>
                      <a:pt x="911107" y="451696"/>
                    </a:cubicBezTo>
                    <a:cubicBezTo>
                      <a:pt x="874882" y="430523"/>
                      <a:pt x="837752" y="411124"/>
                      <a:pt x="799716" y="393494"/>
                    </a:cubicBezTo>
                    <a:cubicBezTo>
                      <a:pt x="757453" y="373933"/>
                      <a:pt x="714346" y="356606"/>
                      <a:pt x="670514" y="341089"/>
                    </a:cubicBezTo>
                    <a:cubicBezTo>
                      <a:pt x="668358" y="338541"/>
                      <a:pt x="665436" y="336760"/>
                      <a:pt x="662182" y="336018"/>
                    </a:cubicBezTo>
                    <a:cubicBezTo>
                      <a:pt x="660189" y="335589"/>
                      <a:pt x="658137" y="335589"/>
                      <a:pt x="656144" y="336018"/>
                    </a:cubicBezTo>
                    <a:cubicBezTo>
                      <a:pt x="605508" y="318588"/>
                      <a:pt x="554111" y="303494"/>
                      <a:pt x="501947" y="290737"/>
                    </a:cubicBezTo>
                    <a:cubicBezTo>
                      <a:pt x="479910" y="285303"/>
                      <a:pt x="457813" y="280352"/>
                      <a:pt x="435535" y="275583"/>
                    </a:cubicBezTo>
                    <a:cubicBezTo>
                      <a:pt x="435088" y="273204"/>
                      <a:pt x="433802" y="271060"/>
                      <a:pt x="431912" y="269545"/>
                    </a:cubicBezTo>
                    <a:cubicBezTo>
                      <a:pt x="418937" y="259390"/>
                      <a:pt x="406820" y="248184"/>
                      <a:pt x="395687" y="236037"/>
                    </a:cubicBezTo>
                    <a:cubicBezTo>
                      <a:pt x="371537" y="209049"/>
                      <a:pt x="351010" y="179224"/>
                      <a:pt x="328067" y="151512"/>
                    </a:cubicBezTo>
                    <a:cubicBezTo>
                      <a:pt x="316964" y="137698"/>
                      <a:pt x="304859" y="124724"/>
                      <a:pt x="291842" y="112691"/>
                    </a:cubicBezTo>
                    <a:cubicBezTo>
                      <a:pt x="278433" y="100447"/>
                      <a:pt x="263593" y="89864"/>
                      <a:pt x="247648" y="81175"/>
                    </a:cubicBezTo>
                    <a:cubicBezTo>
                      <a:pt x="246326" y="80493"/>
                      <a:pt x="244798" y="80318"/>
                      <a:pt x="243361" y="80692"/>
                    </a:cubicBezTo>
                    <a:cubicBezTo>
                      <a:pt x="241411" y="81218"/>
                      <a:pt x="239781" y="82558"/>
                      <a:pt x="238894" y="84375"/>
                    </a:cubicBezTo>
                    <a:cubicBezTo>
                      <a:pt x="237427" y="87678"/>
                      <a:pt x="238839" y="91554"/>
                      <a:pt x="242093" y="93130"/>
                    </a:cubicBezTo>
                    <a:cubicBezTo>
                      <a:pt x="245776" y="95182"/>
                      <a:pt x="249399" y="97295"/>
                      <a:pt x="252961" y="99529"/>
                    </a:cubicBezTo>
                    <a:cubicBezTo>
                      <a:pt x="268242" y="109365"/>
                      <a:pt x="282213" y="121089"/>
                      <a:pt x="294559" y="134426"/>
                    </a:cubicBezTo>
                    <a:cubicBezTo>
                      <a:pt x="305469" y="146791"/>
                      <a:pt x="315552" y="159862"/>
                      <a:pt x="324747" y="173549"/>
                    </a:cubicBezTo>
                    <a:cubicBezTo>
                      <a:pt x="333863" y="187013"/>
                      <a:pt x="342557" y="200718"/>
                      <a:pt x="351613" y="214121"/>
                    </a:cubicBezTo>
                    <a:cubicBezTo>
                      <a:pt x="364087" y="232982"/>
                      <a:pt x="378233" y="250684"/>
                      <a:pt x="393876" y="267009"/>
                    </a:cubicBezTo>
                    <a:cubicBezTo>
                      <a:pt x="378963" y="263930"/>
                      <a:pt x="364111" y="260972"/>
                      <a:pt x="349199" y="257953"/>
                    </a:cubicBezTo>
                    <a:cubicBezTo>
                      <a:pt x="297880" y="247991"/>
                      <a:pt x="246561" y="238814"/>
                      <a:pt x="195182" y="229698"/>
                    </a:cubicBezTo>
                    <a:cubicBezTo>
                      <a:pt x="195738" y="229861"/>
                      <a:pt x="196299" y="229982"/>
                      <a:pt x="196873" y="230060"/>
                    </a:cubicBezTo>
                    <a:cubicBezTo>
                      <a:pt x="133419" y="218890"/>
                      <a:pt x="70086" y="207721"/>
                      <a:pt x="6933" y="194741"/>
                    </a:cubicBezTo>
                    <a:cubicBezTo>
                      <a:pt x="5925" y="194475"/>
                      <a:pt x="4863" y="194475"/>
                      <a:pt x="3854" y="194741"/>
                    </a:cubicBezTo>
                    <a:cubicBezTo>
                      <a:pt x="2118" y="195133"/>
                      <a:pt x="744" y="196461"/>
                      <a:pt x="292" y="198182"/>
                    </a:cubicBezTo>
                    <a:cubicBezTo>
                      <a:pt x="-572" y="200983"/>
                      <a:pt x="994" y="203954"/>
                      <a:pt x="3794" y="204823"/>
                    </a:cubicBezTo>
                    <a:cubicBezTo>
                      <a:pt x="54267" y="215329"/>
                      <a:pt x="104861" y="225170"/>
                      <a:pt x="155395" y="235010"/>
                    </a:cubicBezTo>
                    <a:cubicBezTo>
                      <a:pt x="207197" y="245154"/>
                      <a:pt x="258998" y="254995"/>
                      <a:pt x="310679" y="265681"/>
                    </a:cubicBezTo>
                    <a:cubicBezTo>
                      <a:pt x="362360" y="276367"/>
                      <a:pt x="412532" y="287658"/>
                      <a:pt x="463005" y="300638"/>
                    </a:cubicBezTo>
                    <a:cubicBezTo>
                      <a:pt x="513478" y="313619"/>
                      <a:pt x="563469" y="327927"/>
                      <a:pt x="612735" y="344772"/>
                    </a:cubicBezTo>
                    <a:lnTo>
                      <a:pt x="625655" y="349421"/>
                    </a:lnTo>
                    <a:cubicBezTo>
                      <a:pt x="605170" y="357819"/>
                      <a:pt x="583948" y="364285"/>
                      <a:pt x="562261" y="368741"/>
                    </a:cubicBezTo>
                    <a:lnTo>
                      <a:pt x="563227" y="368741"/>
                    </a:lnTo>
                    <a:cubicBezTo>
                      <a:pt x="483653" y="383895"/>
                      <a:pt x="402510" y="374778"/>
                      <a:pt x="322211" y="371941"/>
                    </a:cubicBezTo>
                    <a:cubicBezTo>
                      <a:pt x="281035" y="369483"/>
                      <a:pt x="239721" y="370353"/>
                      <a:pt x="198684" y="374537"/>
                    </a:cubicBezTo>
                    <a:cubicBezTo>
                      <a:pt x="179805" y="376710"/>
                      <a:pt x="161106" y="380200"/>
                      <a:pt x="142716" y="384982"/>
                    </a:cubicBezTo>
                    <a:cubicBezTo>
                      <a:pt x="141630" y="384982"/>
                      <a:pt x="140543" y="385525"/>
                      <a:pt x="139456" y="385888"/>
                    </a:cubicBezTo>
                    <a:cubicBezTo>
                      <a:pt x="119949" y="390971"/>
                      <a:pt x="100919" y="397739"/>
                      <a:pt x="82583" y="406113"/>
                    </a:cubicBezTo>
                    <a:cubicBezTo>
                      <a:pt x="80193" y="407067"/>
                      <a:pt x="78914" y="409675"/>
                      <a:pt x="79625" y="412150"/>
                    </a:cubicBezTo>
                    <a:cubicBezTo>
                      <a:pt x="80482" y="414626"/>
                      <a:pt x="83178" y="415948"/>
                      <a:pt x="85662" y="415109"/>
                    </a:cubicBezTo>
                    <a:cubicBezTo>
                      <a:pt x="108495" y="404537"/>
                      <a:pt x="132457" y="396598"/>
                      <a:pt x="157086" y="391442"/>
                    </a:cubicBezTo>
                    <a:cubicBezTo>
                      <a:pt x="181501" y="386612"/>
                      <a:pt x="206285" y="383901"/>
                      <a:pt x="231166" y="383352"/>
                    </a:cubicBezTo>
                    <a:cubicBezTo>
                      <a:pt x="255316" y="382627"/>
                      <a:pt x="279466" y="383654"/>
                      <a:pt x="303978" y="385284"/>
                    </a:cubicBezTo>
                    <a:lnTo>
                      <a:pt x="303978" y="385284"/>
                    </a:lnTo>
                    <a:cubicBezTo>
                      <a:pt x="364353" y="389631"/>
                      <a:pt x="424727" y="398687"/>
                      <a:pt x="485465" y="399713"/>
                    </a:cubicBezTo>
                    <a:cubicBezTo>
                      <a:pt x="546202" y="400740"/>
                      <a:pt x="608992" y="393314"/>
                      <a:pt x="663993" y="365662"/>
                    </a:cubicBezTo>
                    <a:cubicBezTo>
                      <a:pt x="664862" y="365167"/>
                      <a:pt x="665689" y="364605"/>
                      <a:pt x="666468" y="363971"/>
                    </a:cubicBezTo>
                    <a:cubicBezTo>
                      <a:pt x="696656" y="375744"/>
                      <a:pt x="726843" y="388121"/>
                      <a:pt x="756608" y="402249"/>
                    </a:cubicBezTo>
                    <a:lnTo>
                      <a:pt x="756185" y="402249"/>
                    </a:lnTo>
                    <a:lnTo>
                      <a:pt x="757574" y="402853"/>
                    </a:lnTo>
                    <a:lnTo>
                      <a:pt x="759385" y="403758"/>
                    </a:lnTo>
                    <a:lnTo>
                      <a:pt x="758842" y="403758"/>
                    </a:lnTo>
                    <a:cubicBezTo>
                      <a:pt x="804226" y="425415"/>
                      <a:pt x="848203" y="449897"/>
                      <a:pt x="890519" y="477053"/>
                    </a:cubicBezTo>
                    <a:cubicBezTo>
                      <a:pt x="930711" y="503220"/>
                      <a:pt x="969170" y="531958"/>
                      <a:pt x="1005654" y="563088"/>
                    </a:cubicBezTo>
                    <a:cubicBezTo>
                      <a:pt x="1015073" y="571118"/>
                      <a:pt x="1024189" y="579449"/>
                      <a:pt x="1033427" y="587660"/>
                    </a:cubicBezTo>
                    <a:cubicBezTo>
                      <a:pt x="1035298" y="589653"/>
                      <a:pt x="1037049" y="591766"/>
                      <a:pt x="1038981" y="593698"/>
                    </a:cubicBezTo>
                    <a:cubicBezTo>
                      <a:pt x="1040050" y="594658"/>
                      <a:pt x="1041306" y="595400"/>
                      <a:pt x="1042664" y="595871"/>
                    </a:cubicBezTo>
                    <a:cubicBezTo>
                      <a:pt x="1068263" y="618892"/>
                      <a:pt x="1093663" y="642161"/>
                      <a:pt x="1118857" y="665664"/>
                    </a:cubicBezTo>
                    <a:cubicBezTo>
                      <a:pt x="1156350" y="700622"/>
                      <a:pt x="1194326" y="735096"/>
                      <a:pt x="1233569" y="768302"/>
                    </a:cubicBezTo>
                    <a:cubicBezTo>
                      <a:pt x="1251320" y="783196"/>
                      <a:pt x="1269432" y="797662"/>
                      <a:pt x="1287907" y="811711"/>
                    </a:cubicBezTo>
                    <a:cubicBezTo>
                      <a:pt x="1272167" y="814555"/>
                      <a:pt x="1256252" y="816294"/>
                      <a:pt x="1240271" y="816903"/>
                    </a:cubicBezTo>
                    <a:cubicBezTo>
                      <a:pt x="1223366" y="817447"/>
                      <a:pt x="1206461" y="816903"/>
                      <a:pt x="1189617" y="815998"/>
                    </a:cubicBezTo>
                    <a:cubicBezTo>
                      <a:pt x="1137573" y="812436"/>
                      <a:pt x="1086074" y="803138"/>
                      <a:pt x="1034272" y="797886"/>
                    </a:cubicBezTo>
                    <a:cubicBezTo>
                      <a:pt x="1021050" y="796618"/>
                      <a:pt x="1007767" y="795591"/>
                      <a:pt x="994545" y="794927"/>
                    </a:cubicBezTo>
                    <a:cubicBezTo>
                      <a:pt x="981323" y="794263"/>
                      <a:pt x="968886" y="794323"/>
                      <a:pt x="955966" y="794505"/>
                    </a:cubicBezTo>
                    <a:cubicBezTo>
                      <a:pt x="928193" y="794505"/>
                      <a:pt x="900300" y="796074"/>
                      <a:pt x="872648" y="799033"/>
                    </a:cubicBezTo>
                    <a:cubicBezTo>
                      <a:pt x="844997" y="801991"/>
                      <a:pt x="817224" y="806580"/>
                      <a:pt x="789875" y="812074"/>
                    </a:cubicBezTo>
                    <a:cubicBezTo>
                      <a:pt x="775342" y="814971"/>
                      <a:pt x="760955" y="818353"/>
                      <a:pt x="746707" y="822156"/>
                    </a:cubicBezTo>
                    <a:cubicBezTo>
                      <a:pt x="734209" y="825416"/>
                      <a:pt x="721832" y="829099"/>
                      <a:pt x="709516" y="833024"/>
                    </a:cubicBezTo>
                    <a:cubicBezTo>
                      <a:pt x="657949" y="849566"/>
                      <a:pt x="607977" y="870758"/>
                      <a:pt x="560209" y="896297"/>
                    </a:cubicBezTo>
                    <a:cubicBezTo>
                      <a:pt x="557274" y="898229"/>
                      <a:pt x="556441" y="902153"/>
                      <a:pt x="558349" y="905051"/>
                    </a:cubicBezTo>
                    <a:cubicBezTo>
                      <a:pt x="558385" y="905111"/>
                      <a:pt x="558421" y="905171"/>
                      <a:pt x="558458" y="905232"/>
                    </a:cubicBezTo>
                    <a:cubicBezTo>
                      <a:pt x="560504" y="908070"/>
                      <a:pt x="564423" y="908855"/>
                      <a:pt x="567393" y="906983"/>
                    </a:cubicBezTo>
                    <a:cubicBezTo>
                      <a:pt x="571861" y="904568"/>
                      <a:pt x="576268" y="902274"/>
                      <a:pt x="580796" y="899919"/>
                    </a:cubicBezTo>
                    <a:lnTo>
                      <a:pt x="580796" y="899919"/>
                    </a:lnTo>
                    <a:lnTo>
                      <a:pt x="581159" y="899919"/>
                    </a:lnTo>
                    <a:lnTo>
                      <a:pt x="582306" y="899315"/>
                    </a:lnTo>
                    <a:lnTo>
                      <a:pt x="582004" y="899315"/>
                    </a:lnTo>
                    <a:cubicBezTo>
                      <a:pt x="611588" y="884705"/>
                      <a:pt x="642149" y="872086"/>
                      <a:pt x="673472" y="861702"/>
                    </a:cubicBezTo>
                    <a:cubicBezTo>
                      <a:pt x="704619" y="851619"/>
                      <a:pt x="736328" y="843348"/>
                      <a:pt x="768442" y="836948"/>
                    </a:cubicBezTo>
                    <a:cubicBezTo>
                      <a:pt x="835095" y="823424"/>
                      <a:pt x="903234" y="818715"/>
                      <a:pt x="971120" y="822881"/>
                    </a:cubicBezTo>
                    <a:lnTo>
                      <a:pt x="967256" y="822518"/>
                    </a:lnTo>
                    <a:cubicBezTo>
                      <a:pt x="982470" y="823665"/>
                      <a:pt x="997443" y="824994"/>
                      <a:pt x="1012839" y="827046"/>
                    </a:cubicBezTo>
                    <a:cubicBezTo>
                      <a:pt x="1026846" y="829099"/>
                      <a:pt x="1040793" y="831333"/>
                      <a:pt x="1054799" y="833688"/>
                    </a:cubicBezTo>
                    <a:cubicBezTo>
                      <a:pt x="1084987" y="838759"/>
                      <a:pt x="1114631" y="844676"/>
                      <a:pt x="1144637" y="849023"/>
                    </a:cubicBezTo>
                    <a:cubicBezTo>
                      <a:pt x="1202658" y="857355"/>
                      <a:pt x="1264844" y="862064"/>
                      <a:pt x="1320690" y="840691"/>
                    </a:cubicBezTo>
                    <a:cubicBezTo>
                      <a:pt x="1322097" y="840027"/>
                      <a:pt x="1323413" y="839182"/>
                      <a:pt x="1324615" y="838216"/>
                    </a:cubicBezTo>
                    <a:cubicBezTo>
                      <a:pt x="1334395" y="844978"/>
                      <a:pt x="1344236" y="851559"/>
                      <a:pt x="1354259" y="857838"/>
                    </a:cubicBezTo>
                    <a:cubicBezTo>
                      <a:pt x="1390212" y="880357"/>
                      <a:pt x="1427469" y="900704"/>
                      <a:pt x="1465831" y="918816"/>
                    </a:cubicBezTo>
                    <a:cubicBezTo>
                      <a:pt x="1505516" y="937653"/>
                      <a:pt x="1545768" y="955102"/>
                      <a:pt x="1586581" y="971222"/>
                    </a:cubicBezTo>
                    <a:cubicBezTo>
                      <a:pt x="1625644" y="986617"/>
                      <a:pt x="1665068" y="1001409"/>
                      <a:pt x="1704614" y="1015477"/>
                    </a:cubicBezTo>
                    <a:cubicBezTo>
                      <a:pt x="1767645" y="1038540"/>
                      <a:pt x="1830737" y="1061663"/>
                      <a:pt x="1892380" y="1088289"/>
                    </a:cubicBezTo>
                    <a:cubicBezTo>
                      <a:pt x="1888274" y="1096198"/>
                      <a:pt x="1883927" y="1104046"/>
                      <a:pt x="1879097" y="1111593"/>
                    </a:cubicBezTo>
                    <a:cubicBezTo>
                      <a:pt x="1863352" y="1133993"/>
                      <a:pt x="1845124" y="1154459"/>
                      <a:pt x="1824760" y="1172753"/>
                    </a:cubicBezTo>
                    <a:cubicBezTo>
                      <a:pt x="1791687" y="1201310"/>
                      <a:pt x="1755329" y="1225762"/>
                      <a:pt x="1716448" y="1245686"/>
                    </a:cubicBezTo>
                    <a:lnTo>
                      <a:pt x="1715361" y="1246229"/>
                    </a:lnTo>
                    <a:lnTo>
                      <a:pt x="1715361" y="1246229"/>
                    </a:lnTo>
                    <a:lnTo>
                      <a:pt x="1714998" y="1246229"/>
                    </a:lnTo>
                    <a:lnTo>
                      <a:pt x="1715542" y="1246229"/>
                    </a:lnTo>
                    <a:lnTo>
                      <a:pt x="1714636" y="1246712"/>
                    </a:lnTo>
                    <a:lnTo>
                      <a:pt x="1714636" y="1246712"/>
                    </a:lnTo>
                    <a:cubicBezTo>
                      <a:pt x="1670152" y="1267662"/>
                      <a:pt x="1624207" y="1285413"/>
                      <a:pt x="1577163" y="1299782"/>
                    </a:cubicBezTo>
                    <a:cubicBezTo>
                      <a:pt x="1525361" y="1316566"/>
                      <a:pt x="1472775" y="1330754"/>
                      <a:pt x="1420852" y="1347176"/>
                    </a:cubicBezTo>
                    <a:cubicBezTo>
                      <a:pt x="1395193" y="1355266"/>
                      <a:pt x="1369594" y="1363357"/>
                      <a:pt x="1344176" y="1372111"/>
                    </a:cubicBezTo>
                    <a:cubicBezTo>
                      <a:pt x="1318758" y="1380865"/>
                      <a:pt x="1293401" y="1391008"/>
                      <a:pt x="1268466" y="1401392"/>
                    </a:cubicBezTo>
                    <a:cubicBezTo>
                      <a:pt x="1216846" y="1423067"/>
                      <a:pt x="1167447" y="1449753"/>
                      <a:pt x="1120970" y="1480967"/>
                    </a:cubicBezTo>
                    <a:cubicBezTo>
                      <a:pt x="1117680" y="1483322"/>
                      <a:pt x="1116829" y="1487850"/>
                      <a:pt x="1119038" y="1491230"/>
                    </a:cubicBezTo>
                    <a:cubicBezTo>
                      <a:pt x="1121369" y="1494491"/>
                      <a:pt x="1125897" y="1495336"/>
                      <a:pt x="1129242" y="1493102"/>
                    </a:cubicBezTo>
                    <a:cubicBezTo>
                      <a:pt x="1152166" y="1477888"/>
                      <a:pt x="1175978" y="1464122"/>
                      <a:pt x="1200544" y="1451745"/>
                    </a:cubicBezTo>
                    <a:cubicBezTo>
                      <a:pt x="1225660" y="1439187"/>
                      <a:pt x="1251416" y="1427897"/>
                      <a:pt x="1277703" y="1417996"/>
                    </a:cubicBezTo>
                    <a:cubicBezTo>
                      <a:pt x="1304027" y="1408094"/>
                      <a:pt x="1330954" y="1399883"/>
                      <a:pt x="1358002" y="1391974"/>
                    </a:cubicBezTo>
                    <a:cubicBezTo>
                      <a:pt x="1385050" y="1384065"/>
                      <a:pt x="1412339" y="1377424"/>
                      <a:pt x="1439508" y="1371205"/>
                    </a:cubicBezTo>
                    <a:cubicBezTo>
                      <a:pt x="1466677" y="1364986"/>
                      <a:pt x="1494630" y="1358466"/>
                      <a:pt x="1522161" y="1352006"/>
                    </a:cubicBezTo>
                    <a:cubicBezTo>
                      <a:pt x="1576499" y="1339387"/>
                      <a:pt x="1630836" y="1326105"/>
                      <a:pt x="1684509" y="1309744"/>
                    </a:cubicBezTo>
                    <a:cubicBezTo>
                      <a:pt x="1725069" y="1297548"/>
                      <a:pt x="1764131" y="1280824"/>
                      <a:pt x="1800972" y="1259935"/>
                    </a:cubicBezTo>
                    <a:cubicBezTo>
                      <a:pt x="1819519" y="1249610"/>
                      <a:pt x="1837258" y="1237898"/>
                      <a:pt x="1854042" y="1224917"/>
                    </a:cubicBezTo>
                    <a:cubicBezTo>
                      <a:pt x="1872015" y="1211091"/>
                      <a:pt x="1888727" y="1195635"/>
                      <a:pt x="1903972" y="1178851"/>
                    </a:cubicBezTo>
                    <a:cubicBezTo>
                      <a:pt x="1911144" y="1170942"/>
                      <a:pt x="1917798" y="1162550"/>
                      <a:pt x="1923895" y="1153735"/>
                    </a:cubicBezTo>
                    <a:cubicBezTo>
                      <a:pt x="1930476" y="1144317"/>
                      <a:pt x="1936526" y="1134536"/>
                      <a:pt x="1942008" y="1124453"/>
                    </a:cubicBezTo>
                    <a:cubicBezTo>
                      <a:pt x="1943940" y="1120770"/>
                      <a:pt x="1945691" y="1116967"/>
                      <a:pt x="1947442" y="1113163"/>
                    </a:cubicBezTo>
                    <a:cubicBezTo>
                      <a:pt x="2010352" y="1143350"/>
                      <a:pt x="2069351" y="1181085"/>
                      <a:pt x="2123133" y="1225520"/>
                    </a:cubicBezTo>
                    <a:cubicBezTo>
                      <a:pt x="2163837" y="1260900"/>
                      <a:pt x="2200159" y="1301049"/>
                      <a:pt x="2231324" y="1345063"/>
                    </a:cubicBezTo>
                    <a:lnTo>
                      <a:pt x="2230237" y="1343433"/>
                    </a:lnTo>
                    <a:lnTo>
                      <a:pt x="2231505" y="1345244"/>
                    </a:lnTo>
                    <a:lnTo>
                      <a:pt x="2234283" y="1349168"/>
                    </a:lnTo>
                    <a:lnTo>
                      <a:pt x="2232170" y="1346270"/>
                    </a:lnTo>
                    <a:cubicBezTo>
                      <a:pt x="2242554" y="1361364"/>
                      <a:pt x="2252335" y="1376941"/>
                      <a:pt x="2261572" y="1392699"/>
                    </a:cubicBezTo>
                    <a:cubicBezTo>
                      <a:pt x="2264977" y="1399098"/>
                      <a:pt x="2270707" y="1403928"/>
                      <a:pt x="2277572" y="1406223"/>
                    </a:cubicBezTo>
                    <a:cubicBezTo>
                      <a:pt x="2291941" y="1410751"/>
                      <a:pt x="2307276" y="1402781"/>
                      <a:pt x="2311816" y="1388412"/>
                    </a:cubicBezTo>
                    <a:cubicBezTo>
                      <a:pt x="2314002" y="1381530"/>
                      <a:pt x="2313344" y="1373983"/>
                      <a:pt x="2309993" y="1367583"/>
                    </a:cubicBez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" name="" descr="a3d0ab55-d217-490f-bf29-6f4260d61cb6"/>
              <p:cNvSpPr/>
              <p:nvPr/>
            </p:nvSpPr>
            <p:spPr>
              <a:xfrm>
                <a:off x="1660192" y="5818542"/>
                <a:ext cx="2233" cy="1086"/>
              </a:xfrm>
              <a:custGeom>
                <a:gdLst>
                  <a:gd name="connsiteX0" fmla="*/ 54 w 2233"/>
                  <a:gd name="connsiteY0" fmla="*/ 119 h 1086"/>
                  <a:gd name="connsiteX1" fmla="*/ 2288 w 2233"/>
                  <a:gd name="connsiteY1" fmla="*/ 1206 h 1086"/>
                  <a:gd name="connsiteX2" fmla="*/ 1020 w 2233"/>
                  <a:gd name="connsiteY2" fmla="*/ 542 h 108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33" h="1086">
                    <a:moveTo>
                      <a:pt x="54" y="119"/>
                    </a:moveTo>
                    <a:lnTo>
                      <a:pt x="2288" y="1206"/>
                    </a:lnTo>
                    <a:lnTo>
                      <a:pt x="1020" y="542"/>
                    </a:ln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" name="" descr="5e3162f5-7352-46b5-bfda-44f8f662c95a"/>
              <p:cNvSpPr/>
              <p:nvPr/>
            </p:nvSpPr>
            <p:spPr>
              <a:xfrm>
                <a:off x="1484682" y="6315306"/>
                <a:ext cx="1086" cy="543"/>
              </a:xfrm>
              <a:custGeom>
                <a:gdLst>
                  <a:gd name="connsiteX0" fmla="*/ 54 w 1086"/>
                  <a:gd name="connsiteY0" fmla="*/ 662 h 543"/>
                  <a:gd name="connsiteX1" fmla="*/ 1141 w 1086"/>
                  <a:gd name="connsiteY1" fmla="*/ 119 h 543"/>
                  <a:gd name="connsiteX2" fmla="*/ 296 w 1086"/>
                  <a:gd name="connsiteY2" fmla="*/ 542 h 54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6" h="543">
                    <a:moveTo>
                      <a:pt x="54" y="662"/>
                    </a:moveTo>
                    <a:lnTo>
                      <a:pt x="1141" y="119"/>
                    </a:lnTo>
                    <a:lnTo>
                      <a:pt x="296" y="542"/>
                    </a:lnTo>
                    <a:close/>
                  </a:path>
                </a:pathLst>
              </a:custGeom>
              <a:solidFill>
                <a:srgbClr val="797D33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0" name="" descr="b5127d44-a631-4b77-9712-743258636a0c"/>
            <p:cNvGrpSpPr/>
            <p:nvPr/>
          </p:nvGrpSpPr>
          <p:grpSpPr>
            <a:xfrm>
              <a:off x="10182108" y="2623534"/>
              <a:ext cx="2138478" cy="2079766"/>
              <a:chOff x="10268755" y="3290730"/>
              <a:chExt cx="2138478" cy="2079766"/>
            </a:xfrm>
          </p:grpSpPr>
          <p:sp>
            <p:nvSpPr>
              <p:cNvPr id="122" name="" descr="9ffbfce9-3c9f-4e46-92a4-9a76c4c8404b"/>
              <p:cNvSpPr/>
              <p:nvPr/>
            </p:nvSpPr>
            <p:spPr>
              <a:xfrm>
                <a:off x="10268755" y="4117162"/>
                <a:ext cx="1639508" cy="816373"/>
              </a:xfrm>
              <a:custGeom>
                <a:gdLst>
                  <a:gd name="connsiteX0" fmla="*/ 43109 w 1639508"/>
                  <a:gd name="connsiteY0" fmla="*/ 189463 h 816373"/>
                  <a:gd name="connsiteX1" fmla="*/ 43109 w 1639508"/>
                  <a:gd name="connsiteY1" fmla="*/ 189463 h 816373"/>
                  <a:gd name="connsiteX2" fmla="*/ 41177 w 1639508"/>
                  <a:gd name="connsiteY2" fmla="*/ 192542 h 816373"/>
                  <a:gd name="connsiteX3" fmla="*/ 17389 w 1639508"/>
                  <a:gd name="connsiteY3" fmla="*/ 239333 h 816373"/>
                  <a:gd name="connsiteX4" fmla="*/ 182 w 1639508"/>
                  <a:gd name="connsiteY4" fmla="*/ 334846 h 816373"/>
                  <a:gd name="connsiteX5" fmla="*/ 21977 w 1639508"/>
                  <a:gd name="connsiteY5" fmla="*/ 427219 h 816373"/>
                  <a:gd name="connsiteX6" fmla="*/ 73839 w 1639508"/>
                  <a:gd name="connsiteY6" fmla="*/ 510114 h 816373"/>
                  <a:gd name="connsiteX7" fmla="*/ 148462 w 1639508"/>
                  <a:gd name="connsiteY7" fmla="*/ 583711 h 816373"/>
                  <a:gd name="connsiteX8" fmla="*/ 236429 w 1639508"/>
                  <a:gd name="connsiteY8" fmla="*/ 645655 h 816373"/>
                  <a:gd name="connsiteX9" fmla="*/ 426610 w 1639508"/>
                  <a:gd name="connsiteY9" fmla="*/ 730663 h 816373"/>
                  <a:gd name="connsiteX10" fmla="*/ 553034 w 1639508"/>
                  <a:gd name="connsiteY10" fmla="*/ 756987 h 816373"/>
                  <a:gd name="connsiteX11" fmla="*/ 731986 w 1639508"/>
                  <a:gd name="connsiteY11" fmla="*/ 775099 h 816373"/>
                  <a:gd name="connsiteX12" fmla="*/ 1059519 w 1639508"/>
                  <a:gd name="connsiteY12" fmla="*/ 778178 h 816373"/>
                  <a:gd name="connsiteX13" fmla="*/ 1456484 w 1639508"/>
                  <a:gd name="connsiteY13" fmla="*/ 786027 h 816373"/>
                  <a:gd name="connsiteX14" fmla="*/ 1553084 w 1639508"/>
                  <a:gd name="connsiteY14" fmla="*/ 797136 h 816373"/>
                  <a:gd name="connsiteX15" fmla="*/ 1555378 w 1639508"/>
                  <a:gd name="connsiteY15" fmla="*/ 798585 h 816373"/>
                  <a:gd name="connsiteX16" fmla="*/ 1624447 w 1639508"/>
                  <a:gd name="connsiteY16" fmla="*/ 814765 h 816373"/>
                  <a:gd name="connsiteX17" fmla="*/ 1636522 w 1639508"/>
                  <a:gd name="connsiteY17" fmla="*/ 813920 h 816373"/>
                  <a:gd name="connsiteX18" fmla="*/ 1638092 w 1639508"/>
                  <a:gd name="connsiteY18" fmla="*/ 811988 h 816373"/>
                  <a:gd name="connsiteX19" fmla="*/ 1637065 w 1639508"/>
                  <a:gd name="connsiteY19" fmla="*/ 800336 h 816373"/>
                  <a:gd name="connsiteX20" fmla="*/ 1612492 w 1639508"/>
                  <a:gd name="connsiteY20" fmla="*/ 774918 h 816373"/>
                  <a:gd name="connsiteX21" fmla="*/ 1600417 w 1639508"/>
                  <a:gd name="connsiteY21" fmla="*/ 762843 h 816373"/>
                  <a:gd name="connsiteX22" fmla="*/ 1587196 w 1639508"/>
                  <a:gd name="connsiteY22" fmla="*/ 749440 h 816373"/>
                  <a:gd name="connsiteX23" fmla="*/ 1574034 w 1639508"/>
                  <a:gd name="connsiteY23" fmla="*/ 736037 h 816373"/>
                  <a:gd name="connsiteX24" fmla="*/ 1518126 w 1639508"/>
                  <a:gd name="connsiteY24" fmla="*/ 680311 h 816373"/>
                  <a:gd name="connsiteX25" fmla="*/ 1514203 w 1639508"/>
                  <a:gd name="connsiteY25" fmla="*/ 676447 h 816373"/>
                  <a:gd name="connsiteX26" fmla="*/ 1370329 w 1639508"/>
                  <a:gd name="connsiteY26" fmla="*/ 539577 h 816373"/>
                  <a:gd name="connsiteX27" fmla="*/ 1012668 w 1639508"/>
                  <a:gd name="connsiteY27" fmla="*/ 249476 h 816373"/>
                  <a:gd name="connsiteX28" fmla="*/ 815303 w 1639508"/>
                  <a:gd name="connsiteY28" fmla="*/ 127096 h 816373"/>
                  <a:gd name="connsiteX29" fmla="*/ 613651 w 1639508"/>
                  <a:gd name="connsiteY29" fmla="*/ 38284 h 816373"/>
                  <a:gd name="connsiteX30" fmla="*/ 420451 w 1639508"/>
                  <a:gd name="connsiteY30" fmla="*/ 550 h 816373"/>
                  <a:gd name="connsiteX31" fmla="*/ 327655 w 1639508"/>
                  <a:gd name="connsiteY31" fmla="*/ 5440 h 816373"/>
                  <a:gd name="connsiteX32" fmla="*/ 239448 w 1639508"/>
                  <a:gd name="connsiteY32" fmla="*/ 28987 h 816373"/>
                  <a:gd name="connsiteX33" fmla="*/ 81326 w 1639508"/>
                  <a:gd name="connsiteY33" fmla="*/ 139835 h 816373"/>
                  <a:gd name="connsiteX34" fmla="*/ 42867 w 1639508"/>
                  <a:gd name="connsiteY34" fmla="*/ 189584 h 81637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639508" h="816373">
                    <a:moveTo>
                      <a:pt x="43109" y="189463"/>
                    </a:moveTo>
                    <a:lnTo>
                      <a:pt x="43109" y="189463"/>
                    </a:lnTo>
                    <a:lnTo>
                      <a:pt x="41177" y="192542"/>
                    </a:lnTo>
                    <a:cubicBezTo>
                      <a:pt x="31939" y="207425"/>
                      <a:pt x="23970" y="223080"/>
                      <a:pt x="17389" y="239333"/>
                    </a:cubicBezTo>
                    <a:cubicBezTo>
                      <a:pt x="4952" y="269599"/>
                      <a:pt x="-905" y="302147"/>
                      <a:pt x="182" y="334846"/>
                    </a:cubicBezTo>
                    <a:cubicBezTo>
                      <a:pt x="1631" y="366730"/>
                      <a:pt x="8997" y="398058"/>
                      <a:pt x="21977" y="427219"/>
                    </a:cubicBezTo>
                    <a:cubicBezTo>
                      <a:pt x="35260" y="457153"/>
                      <a:pt x="52768" y="485058"/>
                      <a:pt x="73839" y="510114"/>
                    </a:cubicBezTo>
                    <a:cubicBezTo>
                      <a:pt x="96178" y="537083"/>
                      <a:pt x="121174" y="561740"/>
                      <a:pt x="148462" y="583711"/>
                    </a:cubicBezTo>
                    <a:cubicBezTo>
                      <a:pt x="176235" y="606454"/>
                      <a:pt x="205638" y="627157"/>
                      <a:pt x="236429" y="645655"/>
                    </a:cubicBezTo>
                    <a:cubicBezTo>
                      <a:pt x="295959" y="681929"/>
                      <a:pt x="359895" y="710492"/>
                      <a:pt x="426610" y="730663"/>
                    </a:cubicBezTo>
                    <a:cubicBezTo>
                      <a:pt x="468087" y="742316"/>
                      <a:pt x="510350" y="751112"/>
                      <a:pt x="553034" y="756987"/>
                    </a:cubicBezTo>
                    <a:cubicBezTo>
                      <a:pt x="607916" y="765439"/>
                      <a:pt x="666479" y="771295"/>
                      <a:pt x="731986" y="775099"/>
                    </a:cubicBezTo>
                    <a:cubicBezTo>
                      <a:pt x="841083" y="781137"/>
                      <a:pt x="952112" y="779567"/>
                      <a:pt x="1059519" y="778178"/>
                    </a:cubicBezTo>
                    <a:cubicBezTo>
                      <a:pt x="1189748" y="776367"/>
                      <a:pt x="1324384" y="774616"/>
                      <a:pt x="1456484" y="786027"/>
                    </a:cubicBezTo>
                    <a:cubicBezTo>
                      <a:pt x="1489569" y="788925"/>
                      <a:pt x="1522172" y="792668"/>
                      <a:pt x="1553084" y="797136"/>
                    </a:cubicBezTo>
                    <a:cubicBezTo>
                      <a:pt x="1553687" y="797866"/>
                      <a:pt x="1554472" y="798380"/>
                      <a:pt x="1555378" y="798585"/>
                    </a:cubicBezTo>
                    <a:cubicBezTo>
                      <a:pt x="1578562" y="802932"/>
                      <a:pt x="1601807" y="808366"/>
                      <a:pt x="1624447" y="814765"/>
                    </a:cubicBezTo>
                    <a:cubicBezTo>
                      <a:pt x="1628190" y="817356"/>
                      <a:pt x="1633201" y="816999"/>
                      <a:pt x="1636522" y="813920"/>
                    </a:cubicBezTo>
                    <a:cubicBezTo>
                      <a:pt x="1637126" y="813359"/>
                      <a:pt x="1637669" y="812707"/>
                      <a:pt x="1638092" y="811988"/>
                    </a:cubicBezTo>
                    <a:cubicBezTo>
                      <a:pt x="1640385" y="808312"/>
                      <a:pt x="1639963" y="803554"/>
                      <a:pt x="1637065" y="800336"/>
                    </a:cubicBezTo>
                    <a:cubicBezTo>
                      <a:pt x="1629095" y="791642"/>
                      <a:pt x="1620824" y="783250"/>
                      <a:pt x="1612492" y="774918"/>
                    </a:cubicBezTo>
                    <a:lnTo>
                      <a:pt x="1600417" y="762843"/>
                    </a:lnTo>
                    <a:lnTo>
                      <a:pt x="1587196" y="749440"/>
                    </a:lnTo>
                    <a:lnTo>
                      <a:pt x="1574034" y="736037"/>
                    </a:lnTo>
                    <a:cubicBezTo>
                      <a:pt x="1555499" y="717320"/>
                      <a:pt x="1536783" y="698786"/>
                      <a:pt x="1518126" y="680311"/>
                    </a:cubicBezTo>
                    <a:lnTo>
                      <a:pt x="1514203" y="676447"/>
                    </a:lnTo>
                    <a:cubicBezTo>
                      <a:pt x="1464212" y="627241"/>
                      <a:pt x="1417180" y="582443"/>
                      <a:pt x="1370329" y="539577"/>
                    </a:cubicBezTo>
                    <a:cubicBezTo>
                      <a:pt x="1244750" y="424864"/>
                      <a:pt x="1127743" y="329774"/>
                      <a:pt x="1012668" y="249476"/>
                    </a:cubicBezTo>
                    <a:cubicBezTo>
                      <a:pt x="949275" y="204931"/>
                      <a:pt x="883406" y="164069"/>
                      <a:pt x="815303" y="127096"/>
                    </a:cubicBezTo>
                    <a:cubicBezTo>
                      <a:pt x="750883" y="91547"/>
                      <a:pt x="683384" y="61831"/>
                      <a:pt x="613651" y="38284"/>
                    </a:cubicBezTo>
                    <a:cubicBezTo>
                      <a:pt x="551345" y="16664"/>
                      <a:pt x="486321" y="3961"/>
                      <a:pt x="420451" y="550"/>
                    </a:cubicBezTo>
                    <a:cubicBezTo>
                      <a:pt x="389419" y="-748"/>
                      <a:pt x="358386" y="888"/>
                      <a:pt x="327655" y="5440"/>
                    </a:cubicBezTo>
                    <a:cubicBezTo>
                      <a:pt x="297468" y="9987"/>
                      <a:pt x="267884" y="17884"/>
                      <a:pt x="239448" y="28987"/>
                    </a:cubicBezTo>
                    <a:cubicBezTo>
                      <a:pt x="178831" y="53161"/>
                      <a:pt x="124736" y="91112"/>
                      <a:pt x="81326" y="139835"/>
                    </a:cubicBezTo>
                    <a:cubicBezTo>
                      <a:pt x="67259" y="155393"/>
                      <a:pt x="54399" y="172027"/>
                      <a:pt x="42867" y="189584"/>
                    </a:cubicBezTo>
                  </a:path>
                </a:pathLst>
              </a:custGeom>
              <a:solidFill>
                <a:srgbClr val="B2B67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" name="" descr="f7ed7827-8d16-4807-9737-b4602f7ee9b6"/>
              <p:cNvSpPr/>
              <p:nvPr/>
            </p:nvSpPr>
            <p:spPr>
              <a:xfrm>
                <a:off x="10829221" y="3290730"/>
                <a:ext cx="836316" cy="1123192"/>
              </a:xfrm>
              <a:custGeom>
                <a:gdLst>
                  <a:gd name="connsiteX0" fmla="*/ 37306 w 836316"/>
                  <a:gd name="connsiteY0" fmla="*/ 98620 h 1123192"/>
                  <a:gd name="connsiteX1" fmla="*/ 20945 w 836316"/>
                  <a:gd name="connsiteY1" fmla="*/ 130075 h 1123192"/>
                  <a:gd name="connsiteX2" fmla="*/ 5670 w 836316"/>
                  <a:gd name="connsiteY2" fmla="*/ 179160 h 1123192"/>
                  <a:gd name="connsiteX3" fmla="*/ 54 w 836316"/>
                  <a:gd name="connsiteY3" fmla="*/ 236093 h 1123192"/>
                  <a:gd name="connsiteX4" fmla="*/ 6092 w 836316"/>
                  <a:gd name="connsiteY4" fmla="*/ 296891 h 1123192"/>
                  <a:gd name="connsiteX5" fmla="*/ 53728 w 836316"/>
                  <a:gd name="connsiteY5" fmla="*/ 424825 h 1123192"/>
                  <a:gd name="connsiteX6" fmla="*/ 150327 w 836316"/>
                  <a:gd name="connsiteY6" fmla="*/ 559522 h 1123192"/>
                  <a:gd name="connsiteX7" fmla="*/ 272768 w 836316"/>
                  <a:gd name="connsiteY7" fmla="*/ 675622 h 1123192"/>
                  <a:gd name="connsiteX8" fmla="*/ 375405 w 836316"/>
                  <a:gd name="connsiteY8" fmla="*/ 755076 h 1123192"/>
                  <a:gd name="connsiteX9" fmla="*/ 478586 w 836316"/>
                  <a:gd name="connsiteY9" fmla="*/ 828069 h 1123192"/>
                  <a:gd name="connsiteX10" fmla="*/ 486193 w 836316"/>
                  <a:gd name="connsiteY10" fmla="*/ 833321 h 1123192"/>
                  <a:gd name="connsiteX11" fmla="*/ 493558 w 836316"/>
                  <a:gd name="connsiteY11" fmla="*/ 838454 h 1123192"/>
                  <a:gd name="connsiteX12" fmla="*/ 701671 w 836316"/>
                  <a:gd name="connsiteY12" fmla="*/ 992047 h 1123192"/>
                  <a:gd name="connsiteX13" fmla="*/ 813244 w 836316"/>
                  <a:gd name="connsiteY13" fmla="*/ 1097160 h 1123192"/>
                  <a:gd name="connsiteX14" fmla="*/ 813244 w 836316"/>
                  <a:gd name="connsiteY14" fmla="*/ 1104223 h 1123192"/>
                  <a:gd name="connsiteX15" fmla="*/ 813244 w 836316"/>
                  <a:gd name="connsiteY15" fmla="*/ 1111468 h 1123192"/>
                  <a:gd name="connsiteX16" fmla="*/ 824473 w 836316"/>
                  <a:gd name="connsiteY16" fmla="*/ 1123308 h 1123192"/>
                  <a:gd name="connsiteX17" fmla="*/ 832624 w 836316"/>
                  <a:gd name="connsiteY17" fmla="*/ 1120223 h 1123192"/>
                  <a:gd name="connsiteX18" fmla="*/ 834676 w 836316"/>
                  <a:gd name="connsiteY18" fmla="*/ 1117687 h 1123192"/>
                  <a:gd name="connsiteX19" fmla="*/ 836367 w 836316"/>
                  <a:gd name="connsiteY19" fmla="*/ 1112072 h 1123192"/>
                  <a:gd name="connsiteX20" fmla="*/ 833952 w 836316"/>
                  <a:gd name="connsiteY20" fmla="*/ 1082307 h 1123192"/>
                  <a:gd name="connsiteX21" fmla="*/ 830511 w 836316"/>
                  <a:gd name="connsiteY21" fmla="*/ 1041011 h 1123192"/>
                  <a:gd name="connsiteX22" fmla="*/ 823507 w 836316"/>
                  <a:gd name="connsiteY22" fmla="*/ 967052 h 1123192"/>
                  <a:gd name="connsiteX23" fmla="*/ 805395 w 836316"/>
                  <a:gd name="connsiteY23" fmla="*/ 814122 h 1123192"/>
                  <a:gd name="connsiteX24" fmla="*/ 733790 w 836316"/>
                  <a:gd name="connsiteY24" fmla="*/ 503614 h 1123192"/>
                  <a:gd name="connsiteX25" fmla="*/ 674079 w 836316"/>
                  <a:gd name="connsiteY25" fmla="*/ 358715 h 1123192"/>
                  <a:gd name="connsiteX26" fmla="*/ 592634 w 836316"/>
                  <a:gd name="connsiteY26" fmla="*/ 225407 h 1123192"/>
                  <a:gd name="connsiteX27" fmla="*/ 490117 w 836316"/>
                  <a:gd name="connsiteY27" fmla="*/ 116370 h 1123192"/>
                  <a:gd name="connsiteX28" fmla="*/ 361821 w 836316"/>
                  <a:gd name="connsiteY28" fmla="*/ 33958 h 1123192"/>
                  <a:gd name="connsiteX29" fmla="*/ 295408 w 836316"/>
                  <a:gd name="connsiteY29" fmla="*/ 9808 h 1123192"/>
                  <a:gd name="connsiteX30" fmla="*/ 233041 w 836316"/>
                  <a:gd name="connsiteY30" fmla="*/ 390 h 1123192"/>
                  <a:gd name="connsiteX31" fmla="*/ 125152 w 836316"/>
                  <a:gd name="connsiteY31" fmla="*/ 20736 h 1123192"/>
                  <a:gd name="connsiteX32" fmla="*/ 46664 w 836316"/>
                  <a:gd name="connsiteY32" fmla="*/ 84854 h 1123192"/>
                  <a:gd name="connsiteX33" fmla="*/ 37306 w 836316"/>
                  <a:gd name="connsiteY33" fmla="*/ 98439 h 112319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836315" h="1123192">
                    <a:moveTo>
                      <a:pt x="37306" y="98620"/>
                    </a:moveTo>
                    <a:cubicBezTo>
                      <a:pt x="31087" y="108702"/>
                      <a:pt x="25653" y="119214"/>
                      <a:pt x="20945" y="130075"/>
                    </a:cubicBezTo>
                    <a:cubicBezTo>
                      <a:pt x="14001" y="145809"/>
                      <a:pt x="8870" y="162273"/>
                      <a:pt x="5670" y="179160"/>
                    </a:cubicBezTo>
                    <a:cubicBezTo>
                      <a:pt x="1926" y="197912"/>
                      <a:pt x="54" y="216979"/>
                      <a:pt x="54" y="236093"/>
                    </a:cubicBezTo>
                    <a:cubicBezTo>
                      <a:pt x="296" y="256494"/>
                      <a:pt x="2288" y="276840"/>
                      <a:pt x="6092" y="296891"/>
                    </a:cubicBezTo>
                    <a:cubicBezTo>
                      <a:pt x="14907" y="341834"/>
                      <a:pt x="31027" y="385044"/>
                      <a:pt x="53728" y="424825"/>
                    </a:cubicBezTo>
                    <a:cubicBezTo>
                      <a:pt x="80836" y="473167"/>
                      <a:pt x="113257" y="518346"/>
                      <a:pt x="150327" y="559522"/>
                    </a:cubicBezTo>
                    <a:cubicBezTo>
                      <a:pt x="188122" y="601277"/>
                      <a:pt x="229057" y="640092"/>
                      <a:pt x="272768" y="675622"/>
                    </a:cubicBezTo>
                    <a:cubicBezTo>
                      <a:pt x="304223" y="701704"/>
                      <a:pt x="337792" y="727665"/>
                      <a:pt x="375405" y="755076"/>
                    </a:cubicBezTo>
                    <a:cubicBezTo>
                      <a:pt x="409457" y="779890"/>
                      <a:pt x="443991" y="803979"/>
                      <a:pt x="478586" y="828069"/>
                    </a:cubicBezTo>
                    <a:lnTo>
                      <a:pt x="486193" y="833321"/>
                    </a:lnTo>
                    <a:lnTo>
                      <a:pt x="493558" y="838454"/>
                    </a:lnTo>
                    <a:cubicBezTo>
                      <a:pt x="563171" y="886753"/>
                      <a:pt x="635198" y="937166"/>
                      <a:pt x="701671" y="992047"/>
                    </a:cubicBezTo>
                    <a:cubicBezTo>
                      <a:pt x="741216" y="1024468"/>
                      <a:pt x="778528" y="1059588"/>
                      <a:pt x="813244" y="1097160"/>
                    </a:cubicBezTo>
                    <a:lnTo>
                      <a:pt x="813244" y="1104223"/>
                    </a:lnTo>
                    <a:lnTo>
                      <a:pt x="813244" y="1111468"/>
                    </a:lnTo>
                    <a:cubicBezTo>
                      <a:pt x="813062" y="1117838"/>
                      <a:pt x="818073" y="1123133"/>
                      <a:pt x="824473" y="1123308"/>
                    </a:cubicBezTo>
                    <a:cubicBezTo>
                      <a:pt x="827492" y="1123386"/>
                      <a:pt x="830390" y="1122282"/>
                      <a:pt x="832624" y="1120223"/>
                    </a:cubicBezTo>
                    <a:cubicBezTo>
                      <a:pt x="833409" y="1119468"/>
                      <a:pt x="834133" y="1118617"/>
                      <a:pt x="834676" y="1117687"/>
                    </a:cubicBezTo>
                    <a:cubicBezTo>
                      <a:pt x="835824" y="1116039"/>
                      <a:pt x="836427" y="1114077"/>
                      <a:pt x="836367" y="1112072"/>
                    </a:cubicBezTo>
                    <a:lnTo>
                      <a:pt x="833952" y="1082307"/>
                    </a:lnTo>
                    <a:cubicBezTo>
                      <a:pt x="832805" y="1068542"/>
                      <a:pt x="831718" y="1054776"/>
                      <a:pt x="830511" y="1041011"/>
                    </a:cubicBezTo>
                    <a:cubicBezTo>
                      <a:pt x="828277" y="1016378"/>
                      <a:pt x="825983" y="991727"/>
                      <a:pt x="823507" y="967052"/>
                    </a:cubicBezTo>
                    <a:cubicBezTo>
                      <a:pt x="818014" y="910481"/>
                      <a:pt x="812096" y="860490"/>
                      <a:pt x="805395" y="814122"/>
                    </a:cubicBezTo>
                    <a:cubicBezTo>
                      <a:pt x="788067" y="695788"/>
                      <a:pt x="764642" y="594177"/>
                      <a:pt x="733790" y="503614"/>
                    </a:cubicBezTo>
                    <a:cubicBezTo>
                      <a:pt x="717066" y="454065"/>
                      <a:pt x="697143" y="405662"/>
                      <a:pt x="674079" y="358715"/>
                    </a:cubicBezTo>
                    <a:cubicBezTo>
                      <a:pt x="651077" y="311888"/>
                      <a:pt x="623787" y="267265"/>
                      <a:pt x="592634" y="225407"/>
                    </a:cubicBezTo>
                    <a:cubicBezTo>
                      <a:pt x="562688" y="185294"/>
                      <a:pt x="528334" y="148713"/>
                      <a:pt x="490117" y="116370"/>
                    </a:cubicBezTo>
                    <a:cubicBezTo>
                      <a:pt x="451236" y="83261"/>
                      <a:pt x="408068" y="55536"/>
                      <a:pt x="361821" y="33958"/>
                    </a:cubicBezTo>
                    <a:cubicBezTo>
                      <a:pt x="340448" y="23954"/>
                      <a:pt x="318230" y="15876"/>
                      <a:pt x="295408" y="9808"/>
                    </a:cubicBezTo>
                    <a:cubicBezTo>
                      <a:pt x="275002" y="4550"/>
                      <a:pt x="254112" y="1398"/>
                      <a:pt x="233041" y="390"/>
                    </a:cubicBezTo>
                    <a:cubicBezTo>
                      <a:pt x="195971" y="-1385"/>
                      <a:pt x="159022" y="5588"/>
                      <a:pt x="125152" y="20736"/>
                    </a:cubicBezTo>
                    <a:cubicBezTo>
                      <a:pt x="94058" y="35202"/>
                      <a:pt x="67071" y="57251"/>
                      <a:pt x="46664" y="84854"/>
                    </a:cubicBezTo>
                    <a:cubicBezTo>
                      <a:pt x="43343" y="89201"/>
                      <a:pt x="40204" y="93790"/>
                      <a:pt x="37306" y="98439"/>
                    </a:cubicBezTo>
                  </a:path>
                </a:pathLst>
              </a:custGeom>
              <a:solidFill>
                <a:srgbClr val="B2B67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" descr="c8f3b20d-f94c-4cd5-8138-25a6d54c952e"/>
              <p:cNvSpPr/>
              <p:nvPr/>
            </p:nvSpPr>
            <p:spPr>
              <a:xfrm>
                <a:off x="10932161" y="3517045"/>
                <a:ext cx="724" cy="603"/>
              </a:xfrm>
              <a:custGeom>
                <a:gdLst>
                  <a:gd name="connsiteX0" fmla="*/ 779 w 724"/>
                  <a:gd name="connsiteY0" fmla="*/ 723 h 603"/>
                  <a:gd name="connsiteX1" fmla="*/ 54 w 724"/>
                  <a:gd name="connsiteY1" fmla="*/ 119 h 603"/>
                  <a:gd name="connsiteX2" fmla="*/ 537 w 724"/>
                  <a:gd name="connsiteY2" fmla="*/ 542 h 60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4" h="603">
                    <a:moveTo>
                      <a:pt x="779" y="723"/>
                    </a:moveTo>
                    <a:lnTo>
                      <a:pt x="54" y="119"/>
                    </a:lnTo>
                    <a:lnTo>
                      <a:pt x="537" y="542"/>
                    </a:ln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" name="" descr="16d2fc94-4d3b-4346-8566-ae97090c930c"/>
              <p:cNvSpPr/>
              <p:nvPr/>
            </p:nvSpPr>
            <p:spPr>
              <a:xfrm>
                <a:off x="10932885" y="3517769"/>
                <a:ext cx="6037" cy="6037"/>
              </a:xfrm>
              <a:custGeom>
                <a:gdLst>
                  <a:gd name="connsiteX0" fmla="*/ 54 w 6037"/>
                  <a:gd name="connsiteY0" fmla="*/ 119 h 6037"/>
                  <a:gd name="connsiteX1" fmla="*/ 54 w 6037"/>
                  <a:gd name="connsiteY1" fmla="*/ 119 h 6037"/>
                  <a:gd name="connsiteX2" fmla="*/ 54 w 6037"/>
                  <a:gd name="connsiteY2" fmla="*/ 119 h 603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37" h="6037">
                    <a:moveTo>
                      <a:pt x="54" y="119"/>
                    </a:moveTo>
                    <a:lnTo>
                      <a:pt x="54" y="119"/>
                    </a:lnTo>
                    <a:lnTo>
                      <a:pt x="54" y="119"/>
                    </a:ln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" descr="20a01816-d361-4eba-af07-ac7846a29d26"/>
              <p:cNvSpPr/>
              <p:nvPr/>
            </p:nvSpPr>
            <p:spPr>
              <a:xfrm>
                <a:off x="10458842" y="3405064"/>
                <a:ext cx="1948391" cy="1965432"/>
              </a:xfrm>
              <a:custGeom>
                <a:gdLst>
                  <a:gd name="connsiteX0" fmla="*/ 676535 w 1948391"/>
                  <a:gd name="connsiteY0" fmla="*/ 181531 h 1965432"/>
                  <a:gd name="connsiteX1" fmla="*/ 680700 w 1948391"/>
                  <a:gd name="connsiteY1" fmla="*/ 156657 h 1965432"/>
                  <a:gd name="connsiteX2" fmla="*/ 681606 w 1948391"/>
                  <a:gd name="connsiteY2" fmla="*/ 105519 h 1965432"/>
                  <a:gd name="connsiteX3" fmla="*/ 659086 w 1948391"/>
                  <a:gd name="connsiteY3" fmla="*/ 4270 h 1965432"/>
                  <a:gd name="connsiteX4" fmla="*/ 656611 w 1948391"/>
                  <a:gd name="connsiteY4" fmla="*/ 950 h 1965432"/>
                  <a:gd name="connsiteX5" fmla="*/ 652626 w 1948391"/>
                  <a:gd name="connsiteY5" fmla="*/ 225 h 1965432"/>
                  <a:gd name="connsiteX6" fmla="*/ 649427 w 1948391"/>
                  <a:gd name="connsiteY6" fmla="*/ 2459 h 1965432"/>
                  <a:gd name="connsiteX7" fmla="*/ 649427 w 1948391"/>
                  <a:gd name="connsiteY7" fmla="*/ 2459 h 1965432"/>
                  <a:gd name="connsiteX8" fmla="*/ 648702 w 1948391"/>
                  <a:gd name="connsiteY8" fmla="*/ 6444 h 1965432"/>
                  <a:gd name="connsiteX9" fmla="*/ 662588 w 1948391"/>
                  <a:gd name="connsiteY9" fmla="*/ 52087 h 1965432"/>
                  <a:gd name="connsiteX10" fmla="*/ 670437 w 1948391"/>
                  <a:gd name="connsiteY10" fmla="*/ 98334 h 1965432"/>
                  <a:gd name="connsiteX11" fmla="*/ 670437 w 1948391"/>
                  <a:gd name="connsiteY11" fmla="*/ 98334 h 1965432"/>
                  <a:gd name="connsiteX12" fmla="*/ 670437 w 1948391"/>
                  <a:gd name="connsiteY12" fmla="*/ 98757 h 1965432"/>
                  <a:gd name="connsiteX13" fmla="*/ 670437 w 1948391"/>
                  <a:gd name="connsiteY13" fmla="*/ 99119 h 1965432"/>
                  <a:gd name="connsiteX14" fmla="*/ 670437 w 1948391"/>
                  <a:gd name="connsiteY14" fmla="*/ 99119 h 1965432"/>
                  <a:gd name="connsiteX15" fmla="*/ 671644 w 1948391"/>
                  <a:gd name="connsiteY15" fmla="*/ 132507 h 1965432"/>
                  <a:gd name="connsiteX16" fmla="*/ 668625 w 1948391"/>
                  <a:gd name="connsiteY16" fmla="*/ 165713 h 1965432"/>
                  <a:gd name="connsiteX17" fmla="*/ 662951 w 1948391"/>
                  <a:gd name="connsiteY17" fmla="*/ 190406 h 1965432"/>
                  <a:gd name="connsiteX18" fmla="*/ 514488 w 1948391"/>
                  <a:gd name="connsiteY18" fmla="*/ 15017 h 1965432"/>
                  <a:gd name="connsiteX19" fmla="*/ 504768 w 1948391"/>
                  <a:gd name="connsiteY19" fmla="*/ 13810 h 1965432"/>
                  <a:gd name="connsiteX20" fmla="*/ 503319 w 1948391"/>
                  <a:gd name="connsiteY20" fmla="*/ 15500 h 1965432"/>
                  <a:gd name="connsiteX21" fmla="*/ 503621 w 1948391"/>
                  <a:gd name="connsiteY21" fmla="*/ 23530 h 1965432"/>
                  <a:gd name="connsiteX22" fmla="*/ 648521 w 1948391"/>
                  <a:gd name="connsiteY22" fmla="*/ 196383 h 1965432"/>
                  <a:gd name="connsiteX23" fmla="*/ 619722 w 1948391"/>
                  <a:gd name="connsiteY23" fmla="*/ 188836 h 1965432"/>
                  <a:gd name="connsiteX24" fmla="*/ 568101 w 1948391"/>
                  <a:gd name="connsiteY24" fmla="*/ 169637 h 1965432"/>
                  <a:gd name="connsiteX25" fmla="*/ 569370 w 1948391"/>
                  <a:gd name="connsiteY25" fmla="*/ 170120 h 1965432"/>
                  <a:gd name="connsiteX26" fmla="*/ 520164 w 1948391"/>
                  <a:gd name="connsiteY26" fmla="*/ 144763 h 1965432"/>
                  <a:gd name="connsiteX27" fmla="*/ 474098 w 1948391"/>
                  <a:gd name="connsiteY27" fmla="*/ 112764 h 1965432"/>
                  <a:gd name="connsiteX28" fmla="*/ 474098 w 1948391"/>
                  <a:gd name="connsiteY28" fmla="*/ 112764 h 1965432"/>
                  <a:gd name="connsiteX29" fmla="*/ 473373 w 1948391"/>
                  <a:gd name="connsiteY29" fmla="*/ 112160 h 1965432"/>
                  <a:gd name="connsiteX30" fmla="*/ 473373 w 1948391"/>
                  <a:gd name="connsiteY30" fmla="*/ 112160 h 1965432"/>
                  <a:gd name="connsiteX31" fmla="*/ 463713 w 1948391"/>
                  <a:gd name="connsiteY31" fmla="*/ 103829 h 1965432"/>
                  <a:gd name="connsiteX32" fmla="*/ 459970 w 1948391"/>
                  <a:gd name="connsiteY32" fmla="*/ 102198 h 1965432"/>
                  <a:gd name="connsiteX33" fmla="*/ 456106 w 1948391"/>
                  <a:gd name="connsiteY33" fmla="*/ 103647 h 1965432"/>
                  <a:gd name="connsiteX34" fmla="*/ 455321 w 1948391"/>
                  <a:gd name="connsiteY34" fmla="*/ 104674 h 1965432"/>
                  <a:gd name="connsiteX35" fmla="*/ 455925 w 1948391"/>
                  <a:gd name="connsiteY35" fmla="*/ 111255 h 1965432"/>
                  <a:gd name="connsiteX36" fmla="*/ 499274 w 1948391"/>
                  <a:gd name="connsiteY36" fmla="*/ 144340 h 1965432"/>
                  <a:gd name="connsiteX37" fmla="*/ 553612 w 1948391"/>
                  <a:gd name="connsiteY37" fmla="*/ 174527 h 1965432"/>
                  <a:gd name="connsiteX38" fmla="*/ 658784 w 1948391"/>
                  <a:gd name="connsiteY38" fmla="*/ 209303 h 1965432"/>
                  <a:gd name="connsiteX39" fmla="*/ 793239 w 1948391"/>
                  <a:gd name="connsiteY39" fmla="*/ 389341 h 1965432"/>
                  <a:gd name="connsiteX40" fmla="*/ 730872 w 1948391"/>
                  <a:gd name="connsiteY40" fmla="*/ 369961 h 1965432"/>
                  <a:gd name="connsiteX41" fmla="*/ 634272 w 1948391"/>
                  <a:gd name="connsiteY41" fmla="*/ 331743 h 1965432"/>
                  <a:gd name="connsiteX42" fmla="*/ 635721 w 1948391"/>
                  <a:gd name="connsiteY42" fmla="*/ 332287 h 1965432"/>
                  <a:gd name="connsiteX43" fmla="*/ 544253 w 1948391"/>
                  <a:gd name="connsiteY43" fmla="*/ 288757 h 1965432"/>
                  <a:gd name="connsiteX44" fmla="*/ 537009 w 1948391"/>
                  <a:gd name="connsiteY44" fmla="*/ 290447 h 1965432"/>
                  <a:gd name="connsiteX45" fmla="*/ 537009 w 1948391"/>
                  <a:gd name="connsiteY45" fmla="*/ 290447 h 1965432"/>
                  <a:gd name="connsiteX46" fmla="*/ 538759 w 1948391"/>
                  <a:gd name="connsiteY46" fmla="*/ 297813 h 1965432"/>
                  <a:gd name="connsiteX47" fmla="*/ 607949 w 1948391"/>
                  <a:gd name="connsiteY47" fmla="*/ 331864 h 1965432"/>
                  <a:gd name="connsiteX48" fmla="*/ 675387 w 1948391"/>
                  <a:gd name="connsiteY48" fmla="*/ 362052 h 1965432"/>
                  <a:gd name="connsiteX49" fmla="*/ 746690 w 1948391"/>
                  <a:gd name="connsiteY49" fmla="*/ 388798 h 1965432"/>
                  <a:gd name="connsiteX50" fmla="*/ 785270 w 1948391"/>
                  <a:gd name="connsiteY50" fmla="*/ 400873 h 1965432"/>
                  <a:gd name="connsiteX51" fmla="*/ 804529 w 1948391"/>
                  <a:gd name="connsiteY51" fmla="*/ 405401 h 1965432"/>
                  <a:gd name="connsiteX52" fmla="*/ 950817 w 1948391"/>
                  <a:gd name="connsiteY52" fmla="*/ 629271 h 1965432"/>
                  <a:gd name="connsiteX53" fmla="*/ 959028 w 1948391"/>
                  <a:gd name="connsiteY53" fmla="*/ 642916 h 1965432"/>
                  <a:gd name="connsiteX54" fmla="*/ 950757 w 1948391"/>
                  <a:gd name="connsiteY54" fmla="*/ 641105 h 1965432"/>
                  <a:gd name="connsiteX55" fmla="*/ 912721 w 1948391"/>
                  <a:gd name="connsiteY55" fmla="*/ 630539 h 1965432"/>
                  <a:gd name="connsiteX56" fmla="*/ 839788 w 1948391"/>
                  <a:gd name="connsiteY56" fmla="*/ 603249 h 1965432"/>
                  <a:gd name="connsiteX57" fmla="*/ 840271 w 1948391"/>
                  <a:gd name="connsiteY57" fmla="*/ 603249 h 1965432"/>
                  <a:gd name="connsiteX58" fmla="*/ 732140 w 1948391"/>
                  <a:gd name="connsiteY58" fmla="*/ 546014 h 1965432"/>
                  <a:gd name="connsiteX59" fmla="*/ 724774 w 1948391"/>
                  <a:gd name="connsiteY59" fmla="*/ 547886 h 1965432"/>
                  <a:gd name="connsiteX60" fmla="*/ 726646 w 1948391"/>
                  <a:gd name="connsiteY60" fmla="*/ 555251 h 1965432"/>
                  <a:gd name="connsiteX61" fmla="*/ 788228 w 1948391"/>
                  <a:gd name="connsiteY61" fmla="*/ 590510 h 1965432"/>
                  <a:gd name="connsiteX62" fmla="*/ 850173 w 1948391"/>
                  <a:gd name="connsiteY62" fmla="*/ 620033 h 1965432"/>
                  <a:gd name="connsiteX63" fmla="*/ 916585 w 1948391"/>
                  <a:gd name="connsiteY63" fmla="*/ 644183 h 1965432"/>
                  <a:gd name="connsiteX64" fmla="*/ 967119 w 1948391"/>
                  <a:gd name="connsiteY64" fmla="*/ 656258 h 1965432"/>
                  <a:gd name="connsiteX65" fmla="*/ 981609 w 1948391"/>
                  <a:gd name="connsiteY65" fmla="*/ 680408 h 1965432"/>
                  <a:gd name="connsiteX66" fmla="*/ 1072172 w 1948391"/>
                  <a:gd name="connsiteY66" fmla="*/ 842635 h 1965432"/>
                  <a:gd name="connsiteX67" fmla="*/ 1157179 w 1948391"/>
                  <a:gd name="connsiteY67" fmla="*/ 1008485 h 1965432"/>
                  <a:gd name="connsiteX68" fmla="*/ 1237115 w 1948391"/>
                  <a:gd name="connsiteY68" fmla="*/ 1177897 h 1965432"/>
                  <a:gd name="connsiteX69" fmla="*/ 1312523 w 1948391"/>
                  <a:gd name="connsiteY69" fmla="*/ 1350449 h 1965432"/>
                  <a:gd name="connsiteX70" fmla="*/ 1342711 w 1948391"/>
                  <a:gd name="connsiteY70" fmla="*/ 1422415 h 1965432"/>
                  <a:gd name="connsiteX71" fmla="*/ 1161586 w 1948391"/>
                  <a:gd name="connsiteY71" fmla="*/ 1320986 h 1965432"/>
                  <a:gd name="connsiteX72" fmla="*/ 1129407 w 1948391"/>
                  <a:gd name="connsiteY72" fmla="*/ 1275886 h 1965432"/>
                  <a:gd name="connsiteX73" fmla="*/ 1087748 w 1948391"/>
                  <a:gd name="connsiteY73" fmla="*/ 1227586 h 1965432"/>
                  <a:gd name="connsiteX74" fmla="*/ 1080201 w 1948391"/>
                  <a:gd name="connsiteY74" fmla="*/ 1227586 h 1965432"/>
                  <a:gd name="connsiteX75" fmla="*/ 1079356 w 1948391"/>
                  <a:gd name="connsiteY75" fmla="*/ 1228612 h 1965432"/>
                  <a:gd name="connsiteX76" fmla="*/ 1080020 w 1948391"/>
                  <a:gd name="connsiteY76" fmla="*/ 1235193 h 1965432"/>
                  <a:gd name="connsiteX77" fmla="*/ 1137859 w 1948391"/>
                  <a:gd name="connsiteY77" fmla="*/ 1304926 h 1965432"/>
                  <a:gd name="connsiteX78" fmla="*/ 1137859 w 1948391"/>
                  <a:gd name="connsiteY78" fmla="*/ 1304503 h 1965432"/>
                  <a:gd name="connsiteX79" fmla="*/ 1142206 w 1948391"/>
                  <a:gd name="connsiteY79" fmla="*/ 1311024 h 1965432"/>
                  <a:gd name="connsiteX80" fmla="*/ 1040293 w 1948391"/>
                  <a:gd name="connsiteY80" fmla="*/ 1260792 h 1965432"/>
                  <a:gd name="connsiteX81" fmla="*/ 917129 w 1948391"/>
                  <a:gd name="connsiteY81" fmla="*/ 1205670 h 1965432"/>
                  <a:gd name="connsiteX82" fmla="*/ 916162 w 1948391"/>
                  <a:gd name="connsiteY82" fmla="*/ 1204100 h 1965432"/>
                  <a:gd name="connsiteX83" fmla="*/ 816665 w 1948391"/>
                  <a:gd name="connsiteY83" fmla="*/ 1096814 h 1965432"/>
                  <a:gd name="connsiteX84" fmla="*/ 704186 w 1948391"/>
                  <a:gd name="connsiteY84" fmla="*/ 1006252 h 1965432"/>
                  <a:gd name="connsiteX85" fmla="*/ 697002 w 1948391"/>
                  <a:gd name="connsiteY85" fmla="*/ 1007779 h 1965432"/>
                  <a:gd name="connsiteX86" fmla="*/ 696942 w 1948391"/>
                  <a:gd name="connsiteY86" fmla="*/ 1007882 h 1965432"/>
                  <a:gd name="connsiteX87" fmla="*/ 696942 w 1948391"/>
                  <a:gd name="connsiteY87" fmla="*/ 1007882 h 1965432"/>
                  <a:gd name="connsiteX88" fmla="*/ 698692 w 1948391"/>
                  <a:gd name="connsiteY88" fmla="*/ 1015308 h 1965432"/>
                  <a:gd name="connsiteX89" fmla="*/ 744939 w 1948391"/>
                  <a:gd name="connsiteY89" fmla="*/ 1050144 h 1965432"/>
                  <a:gd name="connsiteX90" fmla="*/ 744939 w 1948391"/>
                  <a:gd name="connsiteY90" fmla="*/ 1050144 h 1965432"/>
                  <a:gd name="connsiteX91" fmla="*/ 744939 w 1948391"/>
                  <a:gd name="connsiteY91" fmla="*/ 1050144 h 1965432"/>
                  <a:gd name="connsiteX92" fmla="*/ 744939 w 1948391"/>
                  <a:gd name="connsiteY92" fmla="*/ 1050144 h 1965432"/>
                  <a:gd name="connsiteX93" fmla="*/ 744939 w 1948391"/>
                  <a:gd name="connsiteY93" fmla="*/ 1050144 h 1965432"/>
                  <a:gd name="connsiteX94" fmla="*/ 744939 w 1948391"/>
                  <a:gd name="connsiteY94" fmla="*/ 1050144 h 1965432"/>
                  <a:gd name="connsiteX95" fmla="*/ 744939 w 1948391"/>
                  <a:gd name="connsiteY95" fmla="*/ 1050144 h 1965432"/>
                  <a:gd name="connsiteX96" fmla="*/ 788107 w 1948391"/>
                  <a:gd name="connsiteY96" fmla="*/ 1086791 h 1965432"/>
                  <a:gd name="connsiteX97" fmla="*/ 828740 w 1948391"/>
                  <a:gd name="connsiteY97" fmla="*/ 1126096 h 1965432"/>
                  <a:gd name="connsiteX98" fmla="*/ 886096 w 1948391"/>
                  <a:gd name="connsiteY98" fmla="*/ 1191723 h 1965432"/>
                  <a:gd name="connsiteX99" fmla="*/ 874504 w 1948391"/>
                  <a:gd name="connsiteY99" fmla="*/ 1186712 h 1965432"/>
                  <a:gd name="connsiteX100" fmla="*/ 705454 w 1948391"/>
                  <a:gd name="connsiteY100" fmla="*/ 1121749 h 1965432"/>
                  <a:gd name="connsiteX101" fmla="*/ 576493 w 1948391"/>
                  <a:gd name="connsiteY101" fmla="*/ 1078037 h 1965432"/>
                  <a:gd name="connsiteX102" fmla="*/ 574501 w 1948391"/>
                  <a:gd name="connsiteY102" fmla="*/ 1069826 h 1965432"/>
                  <a:gd name="connsiteX103" fmla="*/ 549687 w 1948391"/>
                  <a:gd name="connsiteY103" fmla="*/ 1043080 h 1965432"/>
                  <a:gd name="connsiteX104" fmla="*/ 521311 w 1948391"/>
                  <a:gd name="connsiteY104" fmla="*/ 1014764 h 1965432"/>
                  <a:gd name="connsiteX105" fmla="*/ 461721 w 1948391"/>
                  <a:gd name="connsiteY105" fmla="*/ 962359 h 1965432"/>
                  <a:gd name="connsiteX106" fmla="*/ 338677 w 1948391"/>
                  <a:gd name="connsiteY106" fmla="*/ 870650 h 1965432"/>
                  <a:gd name="connsiteX107" fmla="*/ 331010 w 1948391"/>
                  <a:gd name="connsiteY107" fmla="*/ 872461 h 1965432"/>
                  <a:gd name="connsiteX108" fmla="*/ 331010 w 1948391"/>
                  <a:gd name="connsiteY108" fmla="*/ 872461 h 1965432"/>
                  <a:gd name="connsiteX109" fmla="*/ 332941 w 1948391"/>
                  <a:gd name="connsiteY109" fmla="*/ 880189 h 1965432"/>
                  <a:gd name="connsiteX110" fmla="*/ 425858 w 1948391"/>
                  <a:gd name="connsiteY110" fmla="*/ 949137 h 1965432"/>
                  <a:gd name="connsiteX111" fmla="*/ 425496 w 1948391"/>
                  <a:gd name="connsiteY111" fmla="*/ 949137 h 1965432"/>
                  <a:gd name="connsiteX112" fmla="*/ 496678 w 1948391"/>
                  <a:gd name="connsiteY112" fmla="*/ 1011202 h 1965432"/>
                  <a:gd name="connsiteX113" fmla="*/ 552163 w 1948391"/>
                  <a:gd name="connsiteY113" fmla="*/ 1070430 h 1965432"/>
                  <a:gd name="connsiteX114" fmla="*/ 251556 w 1948391"/>
                  <a:gd name="connsiteY114" fmla="*/ 993875 h 1965432"/>
                  <a:gd name="connsiteX115" fmla="*/ 249805 w 1948391"/>
                  <a:gd name="connsiteY115" fmla="*/ 988864 h 1965432"/>
                  <a:gd name="connsiteX116" fmla="*/ 91080 w 1948391"/>
                  <a:gd name="connsiteY116" fmla="*/ 864310 h 1965432"/>
                  <a:gd name="connsiteX117" fmla="*/ 83714 w 1948391"/>
                  <a:gd name="connsiteY117" fmla="*/ 866121 h 1965432"/>
                  <a:gd name="connsiteX118" fmla="*/ 85586 w 1948391"/>
                  <a:gd name="connsiteY118" fmla="*/ 873487 h 1965432"/>
                  <a:gd name="connsiteX119" fmla="*/ 123924 w 1948391"/>
                  <a:gd name="connsiteY119" fmla="*/ 896671 h 1965432"/>
                  <a:gd name="connsiteX120" fmla="*/ 161356 w 1948391"/>
                  <a:gd name="connsiteY120" fmla="*/ 924202 h 1965432"/>
                  <a:gd name="connsiteX121" fmla="*/ 161356 w 1948391"/>
                  <a:gd name="connsiteY121" fmla="*/ 924202 h 1965432"/>
                  <a:gd name="connsiteX122" fmla="*/ 200298 w 1948391"/>
                  <a:gd name="connsiteY122" fmla="*/ 958314 h 1965432"/>
                  <a:gd name="connsiteX123" fmla="*/ 232236 w 1948391"/>
                  <a:gd name="connsiteY123" fmla="*/ 990192 h 1965432"/>
                  <a:gd name="connsiteX124" fmla="*/ 26056 w 1948391"/>
                  <a:gd name="connsiteY124" fmla="*/ 960004 h 1965432"/>
                  <a:gd name="connsiteX125" fmla="*/ 6132 w 1948391"/>
                  <a:gd name="connsiteY125" fmla="*/ 958073 h 1965432"/>
                  <a:gd name="connsiteX126" fmla="*/ 95 w 1948391"/>
                  <a:gd name="connsiteY126" fmla="*/ 962751 h 1965432"/>
                  <a:gd name="connsiteX127" fmla="*/ 4804 w 1948391"/>
                  <a:gd name="connsiteY127" fmla="*/ 968759 h 1965432"/>
                  <a:gd name="connsiteX128" fmla="*/ 216116 w 1948391"/>
                  <a:gd name="connsiteY128" fmla="*/ 999791 h 1965432"/>
                  <a:gd name="connsiteX129" fmla="*/ 155741 w 1948391"/>
                  <a:gd name="connsiteY129" fmla="*/ 1017904 h 1965432"/>
                  <a:gd name="connsiteX130" fmla="*/ 70673 w 1948391"/>
                  <a:gd name="connsiteY130" fmla="*/ 1033239 h 1965432"/>
                  <a:gd name="connsiteX131" fmla="*/ 72001 w 1948391"/>
                  <a:gd name="connsiteY131" fmla="*/ 1033239 h 1965432"/>
                  <a:gd name="connsiteX132" fmla="*/ 31127 w 1948391"/>
                  <a:gd name="connsiteY132" fmla="*/ 1037284 h 1965432"/>
                  <a:gd name="connsiteX133" fmla="*/ 27324 w 1948391"/>
                  <a:gd name="connsiteY133" fmla="*/ 1038794 h 1965432"/>
                  <a:gd name="connsiteX134" fmla="*/ 26539 w 1948391"/>
                  <a:gd name="connsiteY134" fmla="*/ 1039760 h 1965432"/>
                  <a:gd name="connsiteX135" fmla="*/ 25754 w 1948391"/>
                  <a:gd name="connsiteY135" fmla="*/ 1042597 h 1965432"/>
                  <a:gd name="connsiteX136" fmla="*/ 31067 w 1948391"/>
                  <a:gd name="connsiteY136" fmla="*/ 1048031 h 1965432"/>
                  <a:gd name="connsiteX137" fmla="*/ 31067 w 1948391"/>
                  <a:gd name="connsiteY137" fmla="*/ 1048031 h 1965432"/>
                  <a:gd name="connsiteX138" fmla="*/ 136542 w 1948391"/>
                  <a:gd name="connsiteY138" fmla="*/ 1034084 h 1965432"/>
                  <a:gd name="connsiteX139" fmla="*/ 191363 w 1948391"/>
                  <a:gd name="connsiteY139" fmla="*/ 1020560 h 1965432"/>
                  <a:gd name="connsiteX140" fmla="*/ 237247 w 1948391"/>
                  <a:gd name="connsiteY140" fmla="*/ 1003897 h 1965432"/>
                  <a:gd name="connsiteX141" fmla="*/ 352744 w 1948391"/>
                  <a:gd name="connsiteY141" fmla="*/ 1029979 h 1965432"/>
                  <a:gd name="connsiteX142" fmla="*/ 350933 w 1948391"/>
                  <a:gd name="connsiteY142" fmla="*/ 1029435 h 1965432"/>
                  <a:gd name="connsiteX143" fmla="*/ 538095 w 1948391"/>
                  <a:gd name="connsiteY143" fmla="*/ 1084377 h 1965432"/>
                  <a:gd name="connsiteX144" fmla="*/ 522035 w 1948391"/>
                  <a:gd name="connsiteY144" fmla="*/ 1090414 h 1965432"/>
                  <a:gd name="connsiteX145" fmla="*/ 523062 w 1948391"/>
                  <a:gd name="connsiteY145" fmla="*/ 1089991 h 1965432"/>
                  <a:gd name="connsiteX146" fmla="*/ 462687 w 1948391"/>
                  <a:gd name="connsiteY146" fmla="*/ 1112572 h 1965432"/>
                  <a:gd name="connsiteX147" fmla="*/ 398207 w 1948391"/>
                  <a:gd name="connsiteY147" fmla="*/ 1131348 h 1965432"/>
                  <a:gd name="connsiteX148" fmla="*/ 263208 w 1948391"/>
                  <a:gd name="connsiteY148" fmla="*/ 1156223 h 1965432"/>
                  <a:gd name="connsiteX149" fmla="*/ 154533 w 1948391"/>
                  <a:gd name="connsiteY149" fmla="*/ 1164192 h 1965432"/>
                  <a:gd name="connsiteX150" fmla="*/ 50025 w 1948391"/>
                  <a:gd name="connsiteY150" fmla="*/ 1160751 h 1965432"/>
                  <a:gd name="connsiteX151" fmla="*/ 45497 w 1948391"/>
                  <a:gd name="connsiteY151" fmla="*/ 1163226 h 1965432"/>
                  <a:gd name="connsiteX152" fmla="*/ 47067 w 1948391"/>
                  <a:gd name="connsiteY152" fmla="*/ 1170580 h 1965432"/>
                  <a:gd name="connsiteX153" fmla="*/ 49964 w 1948391"/>
                  <a:gd name="connsiteY153" fmla="*/ 1171437 h 1965432"/>
                  <a:gd name="connsiteX154" fmla="*/ 305230 w 1948391"/>
                  <a:gd name="connsiteY154" fmla="*/ 1162985 h 1965432"/>
                  <a:gd name="connsiteX155" fmla="*/ 439564 w 1948391"/>
                  <a:gd name="connsiteY155" fmla="*/ 1135816 h 1965432"/>
                  <a:gd name="connsiteX156" fmla="*/ 502595 w 1948391"/>
                  <a:gd name="connsiteY156" fmla="*/ 1117341 h 1965432"/>
                  <a:gd name="connsiteX157" fmla="*/ 529824 w 1948391"/>
                  <a:gd name="connsiteY157" fmla="*/ 1107259 h 1965432"/>
                  <a:gd name="connsiteX158" fmla="*/ 544797 w 1948391"/>
                  <a:gd name="connsiteY158" fmla="*/ 1100798 h 1965432"/>
                  <a:gd name="connsiteX159" fmla="*/ 559105 w 1948391"/>
                  <a:gd name="connsiteY159" fmla="*/ 1093614 h 1965432"/>
                  <a:gd name="connsiteX160" fmla="*/ 560917 w 1948391"/>
                  <a:gd name="connsiteY160" fmla="*/ 1092044 h 1965432"/>
                  <a:gd name="connsiteX161" fmla="*/ 690542 w 1948391"/>
                  <a:gd name="connsiteY161" fmla="*/ 1139318 h 1965432"/>
                  <a:gd name="connsiteX162" fmla="*/ 856814 w 1948391"/>
                  <a:gd name="connsiteY162" fmla="*/ 1211767 h 1965432"/>
                  <a:gd name="connsiteX163" fmla="*/ 879576 w 1948391"/>
                  <a:gd name="connsiteY163" fmla="*/ 1222877 h 1965432"/>
                  <a:gd name="connsiteX164" fmla="*/ 816846 w 1948391"/>
                  <a:gd name="connsiteY164" fmla="*/ 1245578 h 1965432"/>
                  <a:gd name="connsiteX165" fmla="*/ 721453 w 1948391"/>
                  <a:gd name="connsiteY165" fmla="*/ 1275222 h 1965432"/>
                  <a:gd name="connsiteX166" fmla="*/ 524209 w 1948391"/>
                  <a:gd name="connsiteY166" fmla="*/ 1314827 h 1965432"/>
                  <a:gd name="connsiteX167" fmla="*/ 524209 w 1948391"/>
                  <a:gd name="connsiteY167" fmla="*/ 1314827 h 1965432"/>
                  <a:gd name="connsiteX168" fmla="*/ 522820 w 1948391"/>
                  <a:gd name="connsiteY168" fmla="*/ 1314827 h 1965432"/>
                  <a:gd name="connsiteX169" fmla="*/ 523847 w 1948391"/>
                  <a:gd name="connsiteY169" fmla="*/ 1314827 h 1965432"/>
                  <a:gd name="connsiteX170" fmla="*/ 522700 w 1948391"/>
                  <a:gd name="connsiteY170" fmla="*/ 1314827 h 1965432"/>
                  <a:gd name="connsiteX171" fmla="*/ 522700 w 1948391"/>
                  <a:gd name="connsiteY171" fmla="*/ 1314827 h 1965432"/>
                  <a:gd name="connsiteX172" fmla="*/ 289713 w 1948391"/>
                  <a:gd name="connsiteY172" fmla="*/ 1317967 h 1965432"/>
                  <a:gd name="connsiteX173" fmla="*/ 285124 w 1948391"/>
                  <a:gd name="connsiteY173" fmla="*/ 1320442 h 1965432"/>
                  <a:gd name="connsiteX174" fmla="*/ 286694 w 1948391"/>
                  <a:gd name="connsiteY174" fmla="*/ 1327796 h 1965432"/>
                  <a:gd name="connsiteX175" fmla="*/ 289592 w 1948391"/>
                  <a:gd name="connsiteY175" fmla="*/ 1328653 h 1965432"/>
                  <a:gd name="connsiteX176" fmla="*/ 600463 w 1948391"/>
                  <a:gd name="connsiteY176" fmla="*/ 1317907 h 1965432"/>
                  <a:gd name="connsiteX177" fmla="*/ 758765 w 1948391"/>
                  <a:gd name="connsiteY177" fmla="*/ 1285063 h 1965432"/>
                  <a:gd name="connsiteX178" fmla="*/ 836589 w 1948391"/>
                  <a:gd name="connsiteY178" fmla="*/ 1263811 h 1965432"/>
                  <a:gd name="connsiteX179" fmla="*/ 910487 w 1948391"/>
                  <a:gd name="connsiteY179" fmla="*/ 1238876 h 1965432"/>
                  <a:gd name="connsiteX180" fmla="*/ 911755 w 1948391"/>
                  <a:gd name="connsiteY180" fmla="*/ 1238333 h 1965432"/>
                  <a:gd name="connsiteX181" fmla="*/ 1019162 w 1948391"/>
                  <a:gd name="connsiteY181" fmla="*/ 1293394 h 1965432"/>
                  <a:gd name="connsiteX182" fmla="*/ 1064081 w 1948391"/>
                  <a:gd name="connsiteY182" fmla="*/ 1318027 h 1965432"/>
                  <a:gd name="connsiteX183" fmla="*/ 1120351 w 1948391"/>
                  <a:gd name="connsiteY183" fmla="*/ 1350388 h 1965432"/>
                  <a:gd name="connsiteX184" fmla="*/ 1118781 w 1948391"/>
                  <a:gd name="connsiteY184" fmla="*/ 1351234 h 1965432"/>
                  <a:gd name="connsiteX185" fmla="*/ 1084608 w 1948391"/>
                  <a:gd name="connsiteY185" fmla="*/ 1366387 h 1965432"/>
                  <a:gd name="connsiteX186" fmla="*/ 975934 w 1948391"/>
                  <a:gd name="connsiteY186" fmla="*/ 1399111 h 1965432"/>
                  <a:gd name="connsiteX187" fmla="*/ 859410 w 1948391"/>
                  <a:gd name="connsiteY187" fmla="*/ 1418672 h 1965432"/>
                  <a:gd name="connsiteX188" fmla="*/ 859410 w 1948391"/>
                  <a:gd name="connsiteY188" fmla="*/ 1418672 h 1965432"/>
                  <a:gd name="connsiteX189" fmla="*/ 790523 w 1948391"/>
                  <a:gd name="connsiteY189" fmla="*/ 1426280 h 1965432"/>
                  <a:gd name="connsiteX190" fmla="*/ 785874 w 1948391"/>
                  <a:gd name="connsiteY190" fmla="*/ 1428876 h 1965432"/>
                  <a:gd name="connsiteX191" fmla="*/ 785149 w 1948391"/>
                  <a:gd name="connsiteY191" fmla="*/ 1431653 h 1965432"/>
                  <a:gd name="connsiteX192" fmla="*/ 790462 w 1948391"/>
                  <a:gd name="connsiteY192" fmla="*/ 1437026 h 1965432"/>
                  <a:gd name="connsiteX193" fmla="*/ 979073 w 1948391"/>
                  <a:gd name="connsiteY193" fmla="*/ 1412212 h 1965432"/>
                  <a:gd name="connsiteX194" fmla="*/ 1024656 w 1948391"/>
                  <a:gd name="connsiteY194" fmla="*/ 1402130 h 1965432"/>
                  <a:gd name="connsiteX195" fmla="*/ 1072594 w 1948391"/>
                  <a:gd name="connsiteY195" fmla="*/ 1388364 h 1965432"/>
                  <a:gd name="connsiteX196" fmla="*/ 1140274 w 1948391"/>
                  <a:gd name="connsiteY196" fmla="*/ 1362041 h 1965432"/>
                  <a:gd name="connsiteX197" fmla="*/ 1215742 w 1948391"/>
                  <a:gd name="connsiteY197" fmla="*/ 1408228 h 1965432"/>
                  <a:gd name="connsiteX198" fmla="*/ 1363359 w 1948391"/>
                  <a:gd name="connsiteY198" fmla="*/ 1504827 h 1965432"/>
                  <a:gd name="connsiteX199" fmla="*/ 1383343 w 1948391"/>
                  <a:gd name="connsiteY199" fmla="*/ 1518774 h 1965432"/>
                  <a:gd name="connsiteX200" fmla="*/ 1384370 w 1948391"/>
                  <a:gd name="connsiteY200" fmla="*/ 1521249 h 1965432"/>
                  <a:gd name="connsiteX201" fmla="*/ 1414134 w 1948391"/>
                  <a:gd name="connsiteY201" fmla="*/ 1540267 h 1965432"/>
                  <a:gd name="connsiteX202" fmla="*/ 1650502 w 1948391"/>
                  <a:gd name="connsiteY202" fmla="*/ 1721392 h 1965432"/>
                  <a:gd name="connsiteX203" fmla="*/ 1785621 w 1948391"/>
                  <a:gd name="connsiteY203" fmla="*/ 1842866 h 1965432"/>
                  <a:gd name="connsiteX204" fmla="*/ 1839596 w 1948391"/>
                  <a:gd name="connsiteY204" fmla="*/ 1897203 h 1965432"/>
                  <a:gd name="connsiteX205" fmla="*/ 1891216 w 1948391"/>
                  <a:gd name="connsiteY205" fmla="*/ 1953231 h 1965432"/>
                  <a:gd name="connsiteX206" fmla="*/ 1912589 w 1948391"/>
                  <a:gd name="connsiteY206" fmla="*/ 1965306 h 1965432"/>
                  <a:gd name="connsiteX207" fmla="*/ 1948210 w 1948391"/>
                  <a:gd name="connsiteY207" fmla="*/ 1937534 h 1965432"/>
                  <a:gd name="connsiteX208" fmla="*/ 1941569 w 1948391"/>
                  <a:gd name="connsiteY208" fmla="*/ 1913807 h 1965432"/>
                  <a:gd name="connsiteX209" fmla="*/ 1910234 w 1948391"/>
                  <a:gd name="connsiteY209" fmla="*/ 1877582 h 1965432"/>
                  <a:gd name="connsiteX210" fmla="*/ 1874794 w 1948391"/>
                  <a:gd name="connsiteY210" fmla="*/ 1840511 h 1965432"/>
                  <a:gd name="connsiteX211" fmla="*/ 1799084 w 1948391"/>
                  <a:gd name="connsiteY211" fmla="*/ 1766311 h 1965432"/>
                  <a:gd name="connsiteX212" fmla="*/ 1645370 w 1948391"/>
                  <a:gd name="connsiteY212" fmla="*/ 1634935 h 1965432"/>
                  <a:gd name="connsiteX213" fmla="*/ 1502704 w 1948391"/>
                  <a:gd name="connsiteY213" fmla="*/ 1527226 h 1965432"/>
                  <a:gd name="connsiteX214" fmla="*/ 1435024 w 1948391"/>
                  <a:gd name="connsiteY214" fmla="*/ 1481281 h 1965432"/>
                  <a:gd name="connsiteX215" fmla="*/ 1365412 w 1948391"/>
                  <a:gd name="connsiteY215" fmla="*/ 1324789 h 1965432"/>
                  <a:gd name="connsiteX216" fmla="*/ 1282215 w 1948391"/>
                  <a:gd name="connsiteY216" fmla="*/ 1155740 h 1965432"/>
                  <a:gd name="connsiteX217" fmla="*/ 1194249 w 1948391"/>
                  <a:gd name="connsiteY217" fmla="*/ 989769 h 1965432"/>
                  <a:gd name="connsiteX218" fmla="*/ 1101091 w 1948391"/>
                  <a:gd name="connsiteY218" fmla="*/ 826335 h 1965432"/>
                  <a:gd name="connsiteX219" fmla="*/ 994891 w 1948391"/>
                  <a:gd name="connsiteY219" fmla="*/ 654266 h 1965432"/>
                  <a:gd name="connsiteX220" fmla="*/ 1006966 w 1948391"/>
                  <a:gd name="connsiteY220" fmla="*/ 580730 h 1965432"/>
                  <a:gd name="connsiteX221" fmla="*/ 1009562 w 1948391"/>
                  <a:gd name="connsiteY221" fmla="*/ 494092 h 1965432"/>
                  <a:gd name="connsiteX222" fmla="*/ 991450 w 1948391"/>
                  <a:gd name="connsiteY222" fmla="*/ 322929 h 1965432"/>
                  <a:gd name="connsiteX223" fmla="*/ 984990 w 1948391"/>
                  <a:gd name="connsiteY223" fmla="*/ 318884 h 1965432"/>
                  <a:gd name="connsiteX224" fmla="*/ 981790 w 1948391"/>
                  <a:gd name="connsiteY224" fmla="*/ 321118 h 1965432"/>
                  <a:gd name="connsiteX225" fmla="*/ 980944 w 1948391"/>
                  <a:gd name="connsiteY225" fmla="*/ 325344 h 1965432"/>
                  <a:gd name="connsiteX226" fmla="*/ 991329 w 1948391"/>
                  <a:gd name="connsiteY226" fmla="*/ 404676 h 1965432"/>
                  <a:gd name="connsiteX227" fmla="*/ 991329 w 1948391"/>
                  <a:gd name="connsiteY227" fmla="*/ 404676 h 1965432"/>
                  <a:gd name="connsiteX228" fmla="*/ 996099 w 1948391"/>
                  <a:gd name="connsiteY228" fmla="*/ 497533 h 1965432"/>
                  <a:gd name="connsiteX229" fmla="*/ 988552 w 1948391"/>
                  <a:gd name="connsiteY229" fmla="*/ 593408 h 1965432"/>
                  <a:gd name="connsiteX230" fmla="*/ 988552 w 1948391"/>
                  <a:gd name="connsiteY230" fmla="*/ 592744 h 1965432"/>
                  <a:gd name="connsiteX231" fmla="*/ 988552 w 1948391"/>
                  <a:gd name="connsiteY231" fmla="*/ 594254 h 1965432"/>
                  <a:gd name="connsiteX232" fmla="*/ 988552 w 1948391"/>
                  <a:gd name="connsiteY232" fmla="*/ 594857 h 1965432"/>
                  <a:gd name="connsiteX233" fmla="*/ 988552 w 1948391"/>
                  <a:gd name="connsiteY233" fmla="*/ 594857 h 1965432"/>
                  <a:gd name="connsiteX234" fmla="*/ 980462 w 1948391"/>
                  <a:gd name="connsiteY234" fmla="*/ 632893 h 1965432"/>
                  <a:gd name="connsiteX235" fmla="*/ 901008 w 1948391"/>
                  <a:gd name="connsiteY235" fmla="*/ 512748 h 1965432"/>
                  <a:gd name="connsiteX236" fmla="*/ 833026 w 1948391"/>
                  <a:gd name="connsiteY236" fmla="*/ 415725 h 1965432"/>
                  <a:gd name="connsiteX237" fmla="*/ 838098 w 1948391"/>
                  <a:gd name="connsiteY237" fmla="*/ 413672 h 1965432"/>
                  <a:gd name="connsiteX238" fmla="*/ 840694 w 1948391"/>
                  <a:gd name="connsiteY238" fmla="*/ 407635 h 1965432"/>
                  <a:gd name="connsiteX239" fmla="*/ 841056 w 1948391"/>
                  <a:gd name="connsiteY239" fmla="*/ 265995 h 1965432"/>
                  <a:gd name="connsiteX240" fmla="*/ 832664 w 1948391"/>
                  <a:gd name="connsiteY240" fmla="*/ 197711 h 1965432"/>
                  <a:gd name="connsiteX241" fmla="*/ 818416 w 1948391"/>
                  <a:gd name="connsiteY241" fmla="*/ 124416 h 1965432"/>
                  <a:gd name="connsiteX242" fmla="*/ 812197 w 1948391"/>
                  <a:gd name="connsiteY242" fmla="*/ 119828 h 1965432"/>
                  <a:gd name="connsiteX243" fmla="*/ 808876 w 1948391"/>
                  <a:gd name="connsiteY243" fmla="*/ 122243 h 1965432"/>
                  <a:gd name="connsiteX244" fmla="*/ 808152 w 1948391"/>
                  <a:gd name="connsiteY244" fmla="*/ 126288 h 1965432"/>
                  <a:gd name="connsiteX245" fmla="*/ 825178 w 1948391"/>
                  <a:gd name="connsiteY245" fmla="*/ 227959 h 1965432"/>
                  <a:gd name="connsiteX246" fmla="*/ 825178 w 1948391"/>
                  <a:gd name="connsiteY246" fmla="*/ 229227 h 1965432"/>
                  <a:gd name="connsiteX247" fmla="*/ 825178 w 1948391"/>
                  <a:gd name="connsiteY247" fmla="*/ 228020 h 1965432"/>
                  <a:gd name="connsiteX248" fmla="*/ 825178 w 1948391"/>
                  <a:gd name="connsiteY248" fmla="*/ 229408 h 1965432"/>
                  <a:gd name="connsiteX249" fmla="*/ 825178 w 1948391"/>
                  <a:gd name="connsiteY249" fmla="*/ 229408 h 1965432"/>
                  <a:gd name="connsiteX250" fmla="*/ 829222 w 1948391"/>
                  <a:gd name="connsiteY250" fmla="*/ 317435 h 1965432"/>
                  <a:gd name="connsiteX251" fmla="*/ 825117 w 1948391"/>
                  <a:gd name="connsiteY251" fmla="*/ 398941 h 1965432"/>
                  <a:gd name="connsiteX252" fmla="*/ 820529 w 1948391"/>
                  <a:gd name="connsiteY252" fmla="*/ 397613 h 1965432"/>
                  <a:gd name="connsiteX253" fmla="*/ 678587 w 1948391"/>
                  <a:gd name="connsiteY253" fmla="*/ 210088 h 1965432"/>
                  <a:gd name="connsiteX254" fmla="*/ 674905 w 1948391"/>
                  <a:gd name="connsiteY254" fmla="*/ 205620 h 1965432"/>
                  <a:gd name="connsiteX255" fmla="*/ 674905 w 1948391"/>
                  <a:gd name="connsiteY255" fmla="*/ 204172 h 1965432"/>
                  <a:gd name="connsiteX256" fmla="*/ 671765 w 1948391"/>
                  <a:gd name="connsiteY256" fmla="*/ 201575 h 1965432"/>
                  <a:gd name="connsiteX257" fmla="*/ 671101 w 1948391"/>
                  <a:gd name="connsiteY257" fmla="*/ 200730 h 1965432"/>
                  <a:gd name="connsiteX258" fmla="*/ 676535 w 1948391"/>
                  <a:gd name="connsiteY258" fmla="*/ 181531 h 196543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</a:cxnLst>
                <a:rect l="l" t="t" r="r" b="b"/>
                <a:pathLst>
                  <a:path w="1948391" h="1965432">
                    <a:moveTo>
                      <a:pt x="676535" y="181531"/>
                    </a:moveTo>
                    <a:cubicBezTo>
                      <a:pt x="678346" y="173320"/>
                      <a:pt x="679735" y="165018"/>
                      <a:pt x="680700" y="156657"/>
                    </a:cubicBezTo>
                    <a:cubicBezTo>
                      <a:pt x="682572" y="139679"/>
                      <a:pt x="682934" y="122557"/>
                      <a:pt x="681606" y="105519"/>
                    </a:cubicBezTo>
                    <a:cubicBezTo>
                      <a:pt x="678829" y="70888"/>
                      <a:pt x="671282" y="36812"/>
                      <a:pt x="659086" y="4270"/>
                    </a:cubicBezTo>
                    <a:cubicBezTo>
                      <a:pt x="658724" y="2876"/>
                      <a:pt x="657879" y="1674"/>
                      <a:pt x="656611" y="950"/>
                    </a:cubicBezTo>
                    <a:cubicBezTo>
                      <a:pt x="655404" y="207"/>
                      <a:pt x="654015" y="-47"/>
                      <a:pt x="652626" y="225"/>
                    </a:cubicBezTo>
                    <a:cubicBezTo>
                      <a:pt x="651298" y="557"/>
                      <a:pt x="650212" y="1354"/>
                      <a:pt x="649427" y="2459"/>
                    </a:cubicBezTo>
                    <a:lnTo>
                      <a:pt x="649427" y="2459"/>
                    </a:lnTo>
                    <a:cubicBezTo>
                      <a:pt x="648642" y="3636"/>
                      <a:pt x="648400" y="5073"/>
                      <a:pt x="648702" y="6444"/>
                    </a:cubicBezTo>
                    <a:cubicBezTo>
                      <a:pt x="654135" y="21393"/>
                      <a:pt x="658784" y="36631"/>
                      <a:pt x="662588" y="52087"/>
                    </a:cubicBezTo>
                    <a:cubicBezTo>
                      <a:pt x="666210" y="67314"/>
                      <a:pt x="668867" y="82764"/>
                      <a:pt x="670437" y="98334"/>
                    </a:cubicBezTo>
                    <a:lnTo>
                      <a:pt x="670437" y="98334"/>
                    </a:lnTo>
                    <a:cubicBezTo>
                      <a:pt x="670437" y="98473"/>
                      <a:pt x="670437" y="98618"/>
                      <a:pt x="670437" y="98757"/>
                    </a:cubicBezTo>
                    <a:cubicBezTo>
                      <a:pt x="670437" y="98878"/>
                      <a:pt x="670437" y="98998"/>
                      <a:pt x="670437" y="99119"/>
                    </a:cubicBezTo>
                    <a:lnTo>
                      <a:pt x="670437" y="99119"/>
                    </a:lnTo>
                    <a:cubicBezTo>
                      <a:pt x="671343" y="110228"/>
                      <a:pt x="671825" y="121337"/>
                      <a:pt x="671644" y="132507"/>
                    </a:cubicBezTo>
                    <a:cubicBezTo>
                      <a:pt x="671403" y="143634"/>
                      <a:pt x="670377" y="154724"/>
                      <a:pt x="668625" y="165713"/>
                    </a:cubicBezTo>
                    <a:cubicBezTo>
                      <a:pt x="667176" y="174038"/>
                      <a:pt x="665305" y="182286"/>
                      <a:pt x="662951" y="190406"/>
                    </a:cubicBezTo>
                    <a:cubicBezTo>
                      <a:pt x="614651" y="130798"/>
                      <a:pt x="565143" y="72331"/>
                      <a:pt x="514488" y="15017"/>
                    </a:cubicBezTo>
                    <a:cubicBezTo>
                      <a:pt x="512074" y="12071"/>
                      <a:pt x="507787" y="11533"/>
                      <a:pt x="504768" y="13810"/>
                    </a:cubicBezTo>
                    <a:cubicBezTo>
                      <a:pt x="504164" y="14268"/>
                      <a:pt x="503682" y="14842"/>
                      <a:pt x="503319" y="15500"/>
                    </a:cubicBezTo>
                    <a:cubicBezTo>
                      <a:pt x="501629" y="17945"/>
                      <a:pt x="501749" y="21218"/>
                      <a:pt x="503621" y="23530"/>
                    </a:cubicBezTo>
                    <a:cubicBezTo>
                      <a:pt x="553612" y="79878"/>
                      <a:pt x="601912" y="137500"/>
                      <a:pt x="648521" y="196383"/>
                    </a:cubicBezTo>
                    <a:cubicBezTo>
                      <a:pt x="638861" y="194149"/>
                      <a:pt x="629261" y="191674"/>
                      <a:pt x="619722" y="188836"/>
                    </a:cubicBezTo>
                    <a:cubicBezTo>
                      <a:pt x="602153" y="183475"/>
                      <a:pt x="584886" y="177063"/>
                      <a:pt x="568101" y="169637"/>
                    </a:cubicBezTo>
                    <a:lnTo>
                      <a:pt x="569370" y="170120"/>
                    </a:lnTo>
                    <a:cubicBezTo>
                      <a:pt x="552525" y="162561"/>
                      <a:pt x="536103" y="154097"/>
                      <a:pt x="520164" y="144763"/>
                    </a:cubicBezTo>
                    <a:cubicBezTo>
                      <a:pt x="504104" y="135145"/>
                      <a:pt x="488709" y="124459"/>
                      <a:pt x="474098" y="112764"/>
                    </a:cubicBezTo>
                    <a:lnTo>
                      <a:pt x="474098" y="112764"/>
                    </a:lnTo>
                    <a:lnTo>
                      <a:pt x="473373" y="112160"/>
                    </a:lnTo>
                    <a:lnTo>
                      <a:pt x="473373" y="112160"/>
                    </a:lnTo>
                    <a:cubicBezTo>
                      <a:pt x="470113" y="109504"/>
                      <a:pt x="466914" y="106666"/>
                      <a:pt x="463713" y="103829"/>
                    </a:cubicBezTo>
                    <a:cubicBezTo>
                      <a:pt x="462626" y="102923"/>
                      <a:pt x="461359" y="102355"/>
                      <a:pt x="459970" y="102198"/>
                    </a:cubicBezTo>
                    <a:cubicBezTo>
                      <a:pt x="458582" y="102210"/>
                      <a:pt x="457193" y="102724"/>
                      <a:pt x="456106" y="103647"/>
                    </a:cubicBezTo>
                    <a:cubicBezTo>
                      <a:pt x="455804" y="103937"/>
                      <a:pt x="455503" y="104281"/>
                      <a:pt x="455321" y="104674"/>
                    </a:cubicBezTo>
                    <a:cubicBezTo>
                      <a:pt x="453872" y="106720"/>
                      <a:pt x="454174" y="109498"/>
                      <a:pt x="455925" y="111255"/>
                    </a:cubicBezTo>
                    <a:cubicBezTo>
                      <a:pt x="469570" y="123293"/>
                      <a:pt x="484060" y="134348"/>
                      <a:pt x="499274" y="144340"/>
                    </a:cubicBezTo>
                    <a:cubicBezTo>
                      <a:pt x="516662" y="155690"/>
                      <a:pt x="534775" y="165779"/>
                      <a:pt x="553612" y="174527"/>
                    </a:cubicBezTo>
                    <a:cubicBezTo>
                      <a:pt x="587059" y="190460"/>
                      <a:pt x="622439" y="202143"/>
                      <a:pt x="658784" y="209303"/>
                    </a:cubicBezTo>
                    <a:cubicBezTo>
                      <a:pt x="705152" y="268108"/>
                      <a:pt x="749950" y="328121"/>
                      <a:pt x="793239" y="389341"/>
                    </a:cubicBezTo>
                    <a:cubicBezTo>
                      <a:pt x="772350" y="383304"/>
                      <a:pt x="751520" y="377266"/>
                      <a:pt x="730872" y="369961"/>
                    </a:cubicBezTo>
                    <a:cubicBezTo>
                      <a:pt x="698028" y="358671"/>
                      <a:pt x="665788" y="345811"/>
                      <a:pt x="634272" y="331743"/>
                    </a:cubicBezTo>
                    <a:lnTo>
                      <a:pt x="635721" y="332287"/>
                    </a:lnTo>
                    <a:cubicBezTo>
                      <a:pt x="604810" y="318642"/>
                      <a:pt x="574380" y="303971"/>
                      <a:pt x="544253" y="288757"/>
                    </a:cubicBezTo>
                    <a:cubicBezTo>
                      <a:pt x="541778" y="287290"/>
                      <a:pt x="538578" y="288032"/>
                      <a:pt x="537009" y="290447"/>
                    </a:cubicBezTo>
                    <a:lnTo>
                      <a:pt x="537009" y="290447"/>
                    </a:lnTo>
                    <a:cubicBezTo>
                      <a:pt x="535499" y="292971"/>
                      <a:pt x="536284" y="296237"/>
                      <a:pt x="538759" y="297813"/>
                    </a:cubicBezTo>
                    <a:cubicBezTo>
                      <a:pt x="561702" y="309465"/>
                      <a:pt x="584704" y="320936"/>
                      <a:pt x="607949" y="331864"/>
                    </a:cubicBezTo>
                    <a:cubicBezTo>
                      <a:pt x="630167" y="342369"/>
                      <a:pt x="652626" y="352434"/>
                      <a:pt x="675387" y="362052"/>
                    </a:cubicBezTo>
                    <a:cubicBezTo>
                      <a:pt x="698752" y="371893"/>
                      <a:pt x="722661" y="380768"/>
                      <a:pt x="746690" y="388798"/>
                    </a:cubicBezTo>
                    <a:cubicBezTo>
                      <a:pt x="759429" y="393084"/>
                      <a:pt x="772350" y="397009"/>
                      <a:pt x="785270" y="400873"/>
                    </a:cubicBezTo>
                    <a:cubicBezTo>
                      <a:pt x="791308" y="402624"/>
                      <a:pt x="798069" y="403891"/>
                      <a:pt x="804529" y="405401"/>
                    </a:cubicBezTo>
                    <a:cubicBezTo>
                      <a:pt x="855546" y="478497"/>
                      <a:pt x="904269" y="553120"/>
                      <a:pt x="950817" y="629271"/>
                    </a:cubicBezTo>
                    <a:cubicBezTo>
                      <a:pt x="953595" y="633799"/>
                      <a:pt x="956312" y="638388"/>
                      <a:pt x="959028" y="642916"/>
                    </a:cubicBezTo>
                    <a:cubicBezTo>
                      <a:pt x="956251" y="642312"/>
                      <a:pt x="953474" y="641769"/>
                      <a:pt x="950757" y="641105"/>
                    </a:cubicBezTo>
                    <a:cubicBezTo>
                      <a:pt x="937958" y="637965"/>
                      <a:pt x="925339" y="634463"/>
                      <a:pt x="912721" y="630539"/>
                    </a:cubicBezTo>
                    <a:cubicBezTo>
                      <a:pt x="887907" y="622847"/>
                      <a:pt x="863576" y="613736"/>
                      <a:pt x="839788" y="603249"/>
                    </a:cubicBezTo>
                    <a:lnTo>
                      <a:pt x="840271" y="603249"/>
                    </a:lnTo>
                    <a:cubicBezTo>
                      <a:pt x="803020" y="586556"/>
                      <a:pt x="766916" y="567435"/>
                      <a:pt x="732140" y="546014"/>
                    </a:cubicBezTo>
                    <a:cubicBezTo>
                      <a:pt x="729604" y="544498"/>
                      <a:pt x="726284" y="545338"/>
                      <a:pt x="724774" y="547886"/>
                    </a:cubicBezTo>
                    <a:cubicBezTo>
                      <a:pt x="723265" y="550439"/>
                      <a:pt x="724110" y="553736"/>
                      <a:pt x="726646" y="555251"/>
                    </a:cubicBezTo>
                    <a:cubicBezTo>
                      <a:pt x="746811" y="567326"/>
                      <a:pt x="767338" y="579401"/>
                      <a:pt x="788228" y="590510"/>
                    </a:cubicBezTo>
                    <a:cubicBezTo>
                      <a:pt x="809118" y="601619"/>
                      <a:pt x="829163" y="610917"/>
                      <a:pt x="850173" y="620033"/>
                    </a:cubicBezTo>
                    <a:cubicBezTo>
                      <a:pt x="871847" y="629241"/>
                      <a:pt x="894066" y="637307"/>
                      <a:pt x="916585" y="644183"/>
                    </a:cubicBezTo>
                    <a:cubicBezTo>
                      <a:pt x="933188" y="649171"/>
                      <a:pt x="950033" y="653203"/>
                      <a:pt x="967119" y="656258"/>
                    </a:cubicBezTo>
                    <a:cubicBezTo>
                      <a:pt x="971949" y="664349"/>
                      <a:pt x="976839" y="672379"/>
                      <a:pt x="981609" y="680408"/>
                    </a:cubicBezTo>
                    <a:cubicBezTo>
                      <a:pt x="1012943" y="733840"/>
                      <a:pt x="1042889" y="787996"/>
                      <a:pt x="1072172" y="842635"/>
                    </a:cubicBezTo>
                    <a:cubicBezTo>
                      <a:pt x="1101453" y="897275"/>
                      <a:pt x="1130010" y="952578"/>
                      <a:pt x="1157179" y="1008485"/>
                    </a:cubicBezTo>
                    <a:cubicBezTo>
                      <a:pt x="1184348" y="1064393"/>
                      <a:pt x="1211516" y="1120964"/>
                      <a:pt x="1237115" y="1177897"/>
                    </a:cubicBezTo>
                    <a:cubicBezTo>
                      <a:pt x="1262714" y="1234831"/>
                      <a:pt x="1287951" y="1292610"/>
                      <a:pt x="1312523" y="1350449"/>
                    </a:cubicBezTo>
                    <a:cubicBezTo>
                      <a:pt x="1322727" y="1374599"/>
                      <a:pt x="1332809" y="1398585"/>
                      <a:pt x="1342711" y="1422415"/>
                    </a:cubicBezTo>
                    <a:cubicBezTo>
                      <a:pt x="1283543" y="1386553"/>
                      <a:pt x="1223168" y="1352743"/>
                      <a:pt x="1161586" y="1320986"/>
                    </a:cubicBezTo>
                    <a:cubicBezTo>
                      <a:pt x="1151564" y="1305487"/>
                      <a:pt x="1140818" y="1290454"/>
                      <a:pt x="1129407" y="1275886"/>
                    </a:cubicBezTo>
                    <a:cubicBezTo>
                      <a:pt x="1116305" y="1259162"/>
                      <a:pt x="1102238" y="1243223"/>
                      <a:pt x="1087748" y="1227586"/>
                    </a:cubicBezTo>
                    <a:cubicBezTo>
                      <a:pt x="1085635" y="1225521"/>
                      <a:pt x="1082314" y="1225521"/>
                      <a:pt x="1080201" y="1227586"/>
                    </a:cubicBezTo>
                    <a:cubicBezTo>
                      <a:pt x="1079899" y="1227900"/>
                      <a:pt x="1079597" y="1228244"/>
                      <a:pt x="1079356" y="1228612"/>
                    </a:cubicBezTo>
                    <a:cubicBezTo>
                      <a:pt x="1078088" y="1230707"/>
                      <a:pt x="1078329" y="1233394"/>
                      <a:pt x="1080020" y="1235193"/>
                    </a:cubicBezTo>
                    <a:cubicBezTo>
                      <a:pt x="1100668" y="1257272"/>
                      <a:pt x="1119988" y="1280553"/>
                      <a:pt x="1137859" y="1304926"/>
                    </a:cubicBezTo>
                    <a:cubicBezTo>
                      <a:pt x="1137859" y="1304787"/>
                      <a:pt x="1137859" y="1304642"/>
                      <a:pt x="1137859" y="1304503"/>
                    </a:cubicBezTo>
                    <a:cubicBezTo>
                      <a:pt x="1139368" y="1306677"/>
                      <a:pt x="1140757" y="1308850"/>
                      <a:pt x="1142206" y="1311024"/>
                    </a:cubicBezTo>
                    <a:cubicBezTo>
                      <a:pt x="1108517" y="1293757"/>
                      <a:pt x="1074586" y="1276912"/>
                      <a:pt x="1040293" y="1260792"/>
                    </a:cubicBezTo>
                    <a:cubicBezTo>
                      <a:pt x="999601" y="1241714"/>
                      <a:pt x="958546" y="1223341"/>
                      <a:pt x="917129" y="1205670"/>
                    </a:cubicBezTo>
                    <a:cubicBezTo>
                      <a:pt x="916887" y="1205114"/>
                      <a:pt x="916525" y="1204589"/>
                      <a:pt x="916162" y="1204100"/>
                    </a:cubicBezTo>
                    <a:cubicBezTo>
                      <a:pt x="885613" y="1165973"/>
                      <a:pt x="852407" y="1130117"/>
                      <a:pt x="816665" y="1096814"/>
                    </a:cubicBezTo>
                    <a:cubicBezTo>
                      <a:pt x="781104" y="1064290"/>
                      <a:pt x="743551" y="1034042"/>
                      <a:pt x="704186" y="1006252"/>
                    </a:cubicBezTo>
                    <a:cubicBezTo>
                      <a:pt x="701771" y="1004688"/>
                      <a:pt x="698572" y="1005376"/>
                      <a:pt x="697002" y="1007779"/>
                    </a:cubicBezTo>
                    <a:cubicBezTo>
                      <a:pt x="697002" y="1007815"/>
                      <a:pt x="696942" y="1007845"/>
                      <a:pt x="696942" y="1007882"/>
                    </a:cubicBezTo>
                    <a:lnTo>
                      <a:pt x="696942" y="1007882"/>
                    </a:lnTo>
                    <a:cubicBezTo>
                      <a:pt x="695493" y="1010430"/>
                      <a:pt x="696217" y="1013690"/>
                      <a:pt x="698692" y="1015308"/>
                    </a:cubicBezTo>
                    <a:cubicBezTo>
                      <a:pt x="714450" y="1026537"/>
                      <a:pt x="729846" y="1038069"/>
                      <a:pt x="744939" y="1050144"/>
                    </a:cubicBezTo>
                    <a:lnTo>
                      <a:pt x="744939" y="1050144"/>
                    </a:lnTo>
                    <a:lnTo>
                      <a:pt x="744939" y="1050144"/>
                    </a:lnTo>
                    <a:lnTo>
                      <a:pt x="744939" y="1050144"/>
                    </a:lnTo>
                    <a:lnTo>
                      <a:pt x="744939" y="1050144"/>
                    </a:lnTo>
                    <a:lnTo>
                      <a:pt x="744939" y="1050144"/>
                    </a:lnTo>
                    <a:lnTo>
                      <a:pt x="744939" y="1050144"/>
                    </a:lnTo>
                    <a:cubicBezTo>
                      <a:pt x="759671" y="1061977"/>
                      <a:pt x="774040" y="1074191"/>
                      <a:pt x="788107" y="1086791"/>
                    </a:cubicBezTo>
                    <a:cubicBezTo>
                      <a:pt x="802054" y="1099470"/>
                      <a:pt x="815518" y="1112632"/>
                      <a:pt x="828740" y="1126096"/>
                    </a:cubicBezTo>
                    <a:cubicBezTo>
                      <a:pt x="848965" y="1147003"/>
                      <a:pt x="868104" y="1168901"/>
                      <a:pt x="886096" y="1191723"/>
                    </a:cubicBezTo>
                    <a:cubicBezTo>
                      <a:pt x="882232" y="1190093"/>
                      <a:pt x="878428" y="1188342"/>
                      <a:pt x="874504" y="1186712"/>
                    </a:cubicBezTo>
                    <a:cubicBezTo>
                      <a:pt x="818778" y="1163468"/>
                      <a:pt x="762146" y="1142397"/>
                      <a:pt x="705454" y="1121749"/>
                    </a:cubicBezTo>
                    <a:cubicBezTo>
                      <a:pt x="662830" y="1106293"/>
                      <a:pt x="619722" y="1091561"/>
                      <a:pt x="576493" y="1078037"/>
                    </a:cubicBezTo>
                    <a:cubicBezTo>
                      <a:pt x="577278" y="1075139"/>
                      <a:pt x="576493" y="1072048"/>
                      <a:pt x="574501" y="1069826"/>
                    </a:cubicBezTo>
                    <a:cubicBezTo>
                      <a:pt x="566290" y="1060830"/>
                      <a:pt x="558079" y="1051714"/>
                      <a:pt x="549687" y="1043080"/>
                    </a:cubicBezTo>
                    <a:cubicBezTo>
                      <a:pt x="540450" y="1033360"/>
                      <a:pt x="530911" y="1024062"/>
                      <a:pt x="521311" y="1014764"/>
                    </a:cubicBezTo>
                    <a:cubicBezTo>
                      <a:pt x="502233" y="996652"/>
                      <a:pt x="482188" y="979083"/>
                      <a:pt x="461721" y="962359"/>
                    </a:cubicBezTo>
                    <a:cubicBezTo>
                      <a:pt x="422176" y="929877"/>
                      <a:pt x="380517" y="900052"/>
                      <a:pt x="338677" y="870650"/>
                    </a:cubicBezTo>
                    <a:cubicBezTo>
                      <a:pt x="336021" y="869092"/>
                      <a:pt x="332639" y="869895"/>
                      <a:pt x="331010" y="872461"/>
                    </a:cubicBezTo>
                    <a:lnTo>
                      <a:pt x="331010" y="872461"/>
                    </a:lnTo>
                    <a:cubicBezTo>
                      <a:pt x="329620" y="875154"/>
                      <a:pt x="330466" y="878462"/>
                      <a:pt x="332941" y="880189"/>
                    </a:cubicBezTo>
                    <a:cubicBezTo>
                      <a:pt x="364517" y="902407"/>
                      <a:pt x="395671" y="925108"/>
                      <a:pt x="425858" y="949137"/>
                    </a:cubicBezTo>
                    <a:lnTo>
                      <a:pt x="425496" y="949137"/>
                    </a:lnTo>
                    <a:cubicBezTo>
                      <a:pt x="450069" y="968819"/>
                      <a:pt x="473796" y="989407"/>
                      <a:pt x="496678" y="1011202"/>
                    </a:cubicBezTo>
                    <a:cubicBezTo>
                      <a:pt x="516239" y="1029936"/>
                      <a:pt x="534714" y="1049709"/>
                      <a:pt x="552163" y="1070430"/>
                    </a:cubicBezTo>
                    <a:cubicBezTo>
                      <a:pt x="453389" y="1039566"/>
                      <a:pt x="353046" y="1014010"/>
                      <a:pt x="251556" y="993875"/>
                    </a:cubicBezTo>
                    <a:cubicBezTo>
                      <a:pt x="251677" y="992039"/>
                      <a:pt x="251013" y="990228"/>
                      <a:pt x="249805" y="988864"/>
                    </a:cubicBezTo>
                    <a:cubicBezTo>
                      <a:pt x="203860" y="939139"/>
                      <a:pt x="150307" y="897088"/>
                      <a:pt x="91080" y="864310"/>
                    </a:cubicBezTo>
                    <a:cubicBezTo>
                      <a:pt x="88544" y="862849"/>
                      <a:pt x="85284" y="863646"/>
                      <a:pt x="83714" y="866121"/>
                    </a:cubicBezTo>
                    <a:cubicBezTo>
                      <a:pt x="82204" y="868675"/>
                      <a:pt x="83050" y="871948"/>
                      <a:pt x="85586" y="873487"/>
                    </a:cubicBezTo>
                    <a:cubicBezTo>
                      <a:pt x="98687" y="880732"/>
                      <a:pt x="111486" y="888400"/>
                      <a:pt x="123924" y="896671"/>
                    </a:cubicBezTo>
                    <a:cubicBezTo>
                      <a:pt x="136361" y="904942"/>
                      <a:pt x="149220" y="914784"/>
                      <a:pt x="161356" y="924202"/>
                    </a:cubicBezTo>
                    <a:lnTo>
                      <a:pt x="161356" y="924202"/>
                    </a:lnTo>
                    <a:cubicBezTo>
                      <a:pt x="174760" y="935070"/>
                      <a:pt x="187740" y="946438"/>
                      <a:pt x="200298" y="958314"/>
                    </a:cubicBezTo>
                    <a:cubicBezTo>
                      <a:pt x="211225" y="968578"/>
                      <a:pt x="221791" y="979385"/>
                      <a:pt x="232236" y="990192"/>
                    </a:cubicBezTo>
                    <a:cubicBezTo>
                      <a:pt x="164013" y="977272"/>
                      <a:pt x="95306" y="966767"/>
                      <a:pt x="26056" y="960004"/>
                    </a:cubicBezTo>
                    <a:lnTo>
                      <a:pt x="6132" y="958073"/>
                    </a:lnTo>
                    <a:cubicBezTo>
                      <a:pt x="3174" y="957704"/>
                      <a:pt x="518" y="959799"/>
                      <a:pt x="95" y="962751"/>
                    </a:cubicBezTo>
                    <a:cubicBezTo>
                      <a:pt x="-267" y="965704"/>
                      <a:pt x="1846" y="968391"/>
                      <a:pt x="4804" y="968759"/>
                    </a:cubicBezTo>
                    <a:cubicBezTo>
                      <a:pt x="75745" y="975545"/>
                      <a:pt x="146262" y="985905"/>
                      <a:pt x="216116" y="999791"/>
                    </a:cubicBezTo>
                    <a:cubicBezTo>
                      <a:pt x="196253" y="1006674"/>
                      <a:pt x="176269" y="1013014"/>
                      <a:pt x="155741" y="1017904"/>
                    </a:cubicBezTo>
                    <a:cubicBezTo>
                      <a:pt x="127727" y="1024726"/>
                      <a:pt x="99291" y="1029846"/>
                      <a:pt x="70673" y="1033239"/>
                    </a:cubicBezTo>
                    <a:lnTo>
                      <a:pt x="72001" y="1033239"/>
                    </a:lnTo>
                    <a:cubicBezTo>
                      <a:pt x="58477" y="1034869"/>
                      <a:pt x="44772" y="1036198"/>
                      <a:pt x="31127" y="1037284"/>
                    </a:cubicBezTo>
                    <a:cubicBezTo>
                      <a:pt x="29739" y="1037326"/>
                      <a:pt x="28350" y="1037864"/>
                      <a:pt x="27324" y="1038794"/>
                    </a:cubicBezTo>
                    <a:cubicBezTo>
                      <a:pt x="27022" y="1039089"/>
                      <a:pt x="26781" y="1039409"/>
                      <a:pt x="26539" y="1039760"/>
                    </a:cubicBezTo>
                    <a:cubicBezTo>
                      <a:pt x="26056" y="1040629"/>
                      <a:pt x="25754" y="1041601"/>
                      <a:pt x="25754" y="1042597"/>
                    </a:cubicBezTo>
                    <a:cubicBezTo>
                      <a:pt x="25694" y="1045562"/>
                      <a:pt x="28109" y="1047995"/>
                      <a:pt x="31067" y="1048031"/>
                    </a:cubicBezTo>
                    <a:cubicBezTo>
                      <a:pt x="31067" y="1048031"/>
                      <a:pt x="31067" y="1048031"/>
                      <a:pt x="31067" y="1048031"/>
                    </a:cubicBezTo>
                    <a:cubicBezTo>
                      <a:pt x="66447" y="1045435"/>
                      <a:pt x="101705" y="1040780"/>
                      <a:pt x="136542" y="1034084"/>
                    </a:cubicBezTo>
                    <a:cubicBezTo>
                      <a:pt x="155077" y="1030402"/>
                      <a:pt x="173311" y="1025873"/>
                      <a:pt x="191363" y="1020560"/>
                    </a:cubicBezTo>
                    <a:cubicBezTo>
                      <a:pt x="206939" y="1015900"/>
                      <a:pt x="222275" y="1010333"/>
                      <a:pt x="237247" y="1003897"/>
                    </a:cubicBezTo>
                    <a:cubicBezTo>
                      <a:pt x="275887" y="1011806"/>
                      <a:pt x="314467" y="1020319"/>
                      <a:pt x="352744" y="1029979"/>
                    </a:cubicBezTo>
                    <a:lnTo>
                      <a:pt x="350933" y="1029435"/>
                    </a:lnTo>
                    <a:cubicBezTo>
                      <a:pt x="413904" y="1045495"/>
                      <a:pt x="476211" y="1063970"/>
                      <a:pt x="538095" y="1084377"/>
                    </a:cubicBezTo>
                    <a:lnTo>
                      <a:pt x="522035" y="1090414"/>
                    </a:lnTo>
                    <a:lnTo>
                      <a:pt x="523062" y="1089991"/>
                    </a:lnTo>
                    <a:cubicBezTo>
                      <a:pt x="503078" y="1098021"/>
                      <a:pt x="482973" y="1105629"/>
                      <a:pt x="462687" y="1112572"/>
                    </a:cubicBezTo>
                    <a:cubicBezTo>
                      <a:pt x="442401" y="1119515"/>
                      <a:pt x="419881" y="1125915"/>
                      <a:pt x="398207" y="1131348"/>
                    </a:cubicBezTo>
                    <a:cubicBezTo>
                      <a:pt x="353770" y="1142349"/>
                      <a:pt x="308671" y="1150656"/>
                      <a:pt x="263208" y="1156223"/>
                    </a:cubicBezTo>
                    <a:cubicBezTo>
                      <a:pt x="226983" y="1160570"/>
                      <a:pt x="190758" y="1163226"/>
                      <a:pt x="154533" y="1164192"/>
                    </a:cubicBezTo>
                    <a:cubicBezTo>
                      <a:pt x="119637" y="1165098"/>
                      <a:pt x="84740" y="1163951"/>
                      <a:pt x="50025" y="1160751"/>
                    </a:cubicBezTo>
                    <a:cubicBezTo>
                      <a:pt x="48153" y="1160618"/>
                      <a:pt x="46403" y="1161584"/>
                      <a:pt x="45497" y="1163226"/>
                    </a:cubicBezTo>
                    <a:cubicBezTo>
                      <a:pt x="43867" y="1165683"/>
                      <a:pt x="44591" y="1168974"/>
                      <a:pt x="47067" y="1170580"/>
                    </a:cubicBezTo>
                    <a:cubicBezTo>
                      <a:pt x="47912" y="1171141"/>
                      <a:pt x="48938" y="1171437"/>
                      <a:pt x="49964" y="1171437"/>
                    </a:cubicBezTo>
                    <a:cubicBezTo>
                      <a:pt x="135093" y="1178743"/>
                      <a:pt x="220765" y="1175905"/>
                      <a:pt x="305230" y="1162985"/>
                    </a:cubicBezTo>
                    <a:cubicBezTo>
                      <a:pt x="350511" y="1156543"/>
                      <a:pt x="395369" y="1147468"/>
                      <a:pt x="439564" y="1135816"/>
                    </a:cubicBezTo>
                    <a:cubicBezTo>
                      <a:pt x="460816" y="1130322"/>
                      <a:pt x="481826" y="1124405"/>
                      <a:pt x="502595" y="1117341"/>
                    </a:cubicBezTo>
                    <a:cubicBezTo>
                      <a:pt x="511772" y="1114262"/>
                      <a:pt x="520707" y="1110881"/>
                      <a:pt x="529824" y="1107259"/>
                    </a:cubicBezTo>
                    <a:cubicBezTo>
                      <a:pt x="534895" y="1105206"/>
                      <a:pt x="539907" y="1103093"/>
                      <a:pt x="544797" y="1100798"/>
                    </a:cubicBezTo>
                    <a:cubicBezTo>
                      <a:pt x="549687" y="1098504"/>
                      <a:pt x="554276" y="1095908"/>
                      <a:pt x="559105" y="1093614"/>
                    </a:cubicBezTo>
                    <a:cubicBezTo>
                      <a:pt x="559830" y="1093210"/>
                      <a:pt x="560434" y="1092678"/>
                      <a:pt x="560917" y="1092044"/>
                    </a:cubicBezTo>
                    <a:cubicBezTo>
                      <a:pt x="604447" y="1106896"/>
                      <a:pt x="647736" y="1122232"/>
                      <a:pt x="690542" y="1139318"/>
                    </a:cubicBezTo>
                    <a:cubicBezTo>
                      <a:pt x="746811" y="1161475"/>
                      <a:pt x="802114" y="1186108"/>
                      <a:pt x="856814" y="1211767"/>
                    </a:cubicBezTo>
                    <a:cubicBezTo>
                      <a:pt x="864421" y="1215390"/>
                      <a:pt x="871968" y="1219194"/>
                      <a:pt x="879576" y="1222877"/>
                    </a:cubicBezTo>
                    <a:cubicBezTo>
                      <a:pt x="858685" y="1230544"/>
                      <a:pt x="837856" y="1238333"/>
                      <a:pt x="816846" y="1245578"/>
                    </a:cubicBezTo>
                    <a:cubicBezTo>
                      <a:pt x="785330" y="1256445"/>
                      <a:pt x="753452" y="1266347"/>
                      <a:pt x="721453" y="1275222"/>
                    </a:cubicBezTo>
                    <a:cubicBezTo>
                      <a:pt x="656732" y="1293135"/>
                      <a:pt x="590802" y="1306375"/>
                      <a:pt x="524209" y="1314827"/>
                    </a:cubicBezTo>
                    <a:lnTo>
                      <a:pt x="524209" y="1314827"/>
                    </a:lnTo>
                    <a:lnTo>
                      <a:pt x="522820" y="1314827"/>
                    </a:lnTo>
                    <a:lnTo>
                      <a:pt x="523847" y="1314827"/>
                    </a:lnTo>
                    <a:lnTo>
                      <a:pt x="522700" y="1314827"/>
                    </a:lnTo>
                    <a:lnTo>
                      <a:pt x="522700" y="1314827"/>
                    </a:lnTo>
                    <a:cubicBezTo>
                      <a:pt x="445420" y="1325043"/>
                      <a:pt x="367235" y="1326099"/>
                      <a:pt x="289713" y="1317967"/>
                    </a:cubicBezTo>
                    <a:cubicBezTo>
                      <a:pt x="287842" y="1317810"/>
                      <a:pt x="286030" y="1318782"/>
                      <a:pt x="285124" y="1320442"/>
                    </a:cubicBezTo>
                    <a:cubicBezTo>
                      <a:pt x="283495" y="1322900"/>
                      <a:pt x="284219" y="1326190"/>
                      <a:pt x="286694" y="1327796"/>
                    </a:cubicBezTo>
                    <a:cubicBezTo>
                      <a:pt x="287539" y="1328358"/>
                      <a:pt x="288566" y="1328653"/>
                      <a:pt x="289592" y="1328653"/>
                    </a:cubicBezTo>
                    <a:cubicBezTo>
                      <a:pt x="393074" y="1341211"/>
                      <a:pt x="497885" y="1334268"/>
                      <a:pt x="600463" y="1317907"/>
                    </a:cubicBezTo>
                    <a:cubicBezTo>
                      <a:pt x="653713" y="1309454"/>
                      <a:pt x="706481" y="1298224"/>
                      <a:pt x="758765" y="1285063"/>
                    </a:cubicBezTo>
                    <a:cubicBezTo>
                      <a:pt x="784847" y="1278542"/>
                      <a:pt x="810808" y="1271460"/>
                      <a:pt x="836589" y="1263811"/>
                    </a:cubicBezTo>
                    <a:cubicBezTo>
                      <a:pt x="861524" y="1256324"/>
                      <a:pt x="886217" y="1248234"/>
                      <a:pt x="910487" y="1238876"/>
                    </a:cubicBezTo>
                    <a:lnTo>
                      <a:pt x="911755" y="1238333"/>
                    </a:lnTo>
                    <a:cubicBezTo>
                      <a:pt x="947980" y="1256083"/>
                      <a:pt x="983722" y="1274195"/>
                      <a:pt x="1019162" y="1293394"/>
                    </a:cubicBezTo>
                    <a:cubicBezTo>
                      <a:pt x="1034135" y="1301442"/>
                      <a:pt x="1049108" y="1309653"/>
                      <a:pt x="1064081" y="1318027"/>
                    </a:cubicBezTo>
                    <a:cubicBezTo>
                      <a:pt x="1082978" y="1328533"/>
                      <a:pt x="1101694" y="1339460"/>
                      <a:pt x="1120351" y="1350388"/>
                    </a:cubicBezTo>
                    <a:lnTo>
                      <a:pt x="1118781" y="1351234"/>
                    </a:lnTo>
                    <a:cubicBezTo>
                      <a:pt x="1107551" y="1356728"/>
                      <a:pt x="1096140" y="1361618"/>
                      <a:pt x="1084608" y="1366387"/>
                    </a:cubicBezTo>
                    <a:cubicBezTo>
                      <a:pt x="1049289" y="1380189"/>
                      <a:pt x="1013004" y="1391129"/>
                      <a:pt x="975934" y="1399111"/>
                    </a:cubicBezTo>
                    <a:cubicBezTo>
                      <a:pt x="937535" y="1407624"/>
                      <a:pt x="898473" y="1413842"/>
                      <a:pt x="859410" y="1418672"/>
                    </a:cubicBezTo>
                    <a:lnTo>
                      <a:pt x="859410" y="1418672"/>
                    </a:lnTo>
                    <a:cubicBezTo>
                      <a:pt x="836407" y="1421510"/>
                      <a:pt x="813525" y="1424046"/>
                      <a:pt x="790523" y="1426280"/>
                    </a:cubicBezTo>
                    <a:cubicBezTo>
                      <a:pt x="788651" y="1426376"/>
                      <a:pt x="786960" y="1427336"/>
                      <a:pt x="785874" y="1428876"/>
                    </a:cubicBezTo>
                    <a:cubicBezTo>
                      <a:pt x="785391" y="1429715"/>
                      <a:pt x="785149" y="1430675"/>
                      <a:pt x="785149" y="1431653"/>
                    </a:cubicBezTo>
                    <a:cubicBezTo>
                      <a:pt x="785210" y="1434587"/>
                      <a:pt x="787504" y="1436960"/>
                      <a:pt x="790462" y="1437026"/>
                    </a:cubicBezTo>
                    <a:cubicBezTo>
                      <a:pt x="853735" y="1431937"/>
                      <a:pt x="916646" y="1423653"/>
                      <a:pt x="979073" y="1412212"/>
                    </a:cubicBezTo>
                    <a:cubicBezTo>
                      <a:pt x="994348" y="1409193"/>
                      <a:pt x="1009261" y="1405812"/>
                      <a:pt x="1024656" y="1402130"/>
                    </a:cubicBezTo>
                    <a:cubicBezTo>
                      <a:pt x="1040776" y="1398145"/>
                      <a:pt x="1056776" y="1393436"/>
                      <a:pt x="1072594" y="1388364"/>
                    </a:cubicBezTo>
                    <a:cubicBezTo>
                      <a:pt x="1095657" y="1380962"/>
                      <a:pt x="1118237" y="1372171"/>
                      <a:pt x="1140274" y="1362041"/>
                    </a:cubicBezTo>
                    <a:cubicBezTo>
                      <a:pt x="1165632" y="1377134"/>
                      <a:pt x="1190808" y="1392530"/>
                      <a:pt x="1215742" y="1408228"/>
                    </a:cubicBezTo>
                    <a:cubicBezTo>
                      <a:pt x="1265552" y="1439580"/>
                      <a:pt x="1314757" y="1471784"/>
                      <a:pt x="1363359" y="1504827"/>
                    </a:cubicBezTo>
                    <a:cubicBezTo>
                      <a:pt x="1370061" y="1509355"/>
                      <a:pt x="1376641" y="1514185"/>
                      <a:pt x="1383343" y="1518774"/>
                    </a:cubicBezTo>
                    <a:lnTo>
                      <a:pt x="1384370" y="1521249"/>
                    </a:lnTo>
                    <a:cubicBezTo>
                      <a:pt x="1389501" y="1533028"/>
                      <a:pt x="1401274" y="1540539"/>
                      <a:pt x="1414134" y="1540267"/>
                    </a:cubicBezTo>
                    <a:cubicBezTo>
                      <a:pt x="1495278" y="1597503"/>
                      <a:pt x="1574430" y="1657817"/>
                      <a:pt x="1650502" y="1721392"/>
                    </a:cubicBezTo>
                    <a:cubicBezTo>
                      <a:pt x="1696930" y="1760315"/>
                      <a:pt x="1741970" y="1800803"/>
                      <a:pt x="1785621" y="1842866"/>
                    </a:cubicBezTo>
                    <a:cubicBezTo>
                      <a:pt x="1803733" y="1860677"/>
                      <a:pt x="1821846" y="1878729"/>
                      <a:pt x="1839596" y="1897203"/>
                    </a:cubicBezTo>
                    <a:cubicBezTo>
                      <a:pt x="1857346" y="1915678"/>
                      <a:pt x="1874613" y="1934092"/>
                      <a:pt x="1891216" y="1953231"/>
                    </a:cubicBezTo>
                    <a:cubicBezTo>
                      <a:pt x="1896529" y="1959884"/>
                      <a:pt x="1904137" y="1964213"/>
                      <a:pt x="1912589" y="1965306"/>
                    </a:cubicBezTo>
                    <a:cubicBezTo>
                      <a:pt x="1930098" y="1967474"/>
                      <a:pt x="1946037" y="1955036"/>
                      <a:pt x="1948210" y="1937534"/>
                    </a:cubicBezTo>
                    <a:cubicBezTo>
                      <a:pt x="1949236" y="1929051"/>
                      <a:pt x="1946882" y="1920508"/>
                      <a:pt x="1941569" y="1913807"/>
                    </a:cubicBezTo>
                    <a:cubicBezTo>
                      <a:pt x="1931184" y="1901732"/>
                      <a:pt x="1920921" y="1889355"/>
                      <a:pt x="1910234" y="1877582"/>
                    </a:cubicBezTo>
                    <a:cubicBezTo>
                      <a:pt x="1898944" y="1865627"/>
                      <a:pt x="1886869" y="1852586"/>
                      <a:pt x="1874794" y="1840511"/>
                    </a:cubicBezTo>
                    <a:cubicBezTo>
                      <a:pt x="1850222" y="1815033"/>
                      <a:pt x="1824925" y="1790400"/>
                      <a:pt x="1799084" y="1766311"/>
                    </a:cubicBezTo>
                    <a:cubicBezTo>
                      <a:pt x="1749879" y="1720245"/>
                      <a:pt x="1698017" y="1676956"/>
                      <a:pt x="1645370" y="1634935"/>
                    </a:cubicBezTo>
                    <a:cubicBezTo>
                      <a:pt x="1598821" y="1597804"/>
                      <a:pt x="1551426" y="1561519"/>
                      <a:pt x="1502704" y="1527226"/>
                    </a:cubicBezTo>
                    <a:cubicBezTo>
                      <a:pt x="1480366" y="1511529"/>
                      <a:pt x="1457786" y="1496314"/>
                      <a:pt x="1435024" y="1481281"/>
                    </a:cubicBezTo>
                    <a:cubicBezTo>
                      <a:pt x="1413108" y="1428634"/>
                      <a:pt x="1389683" y="1376410"/>
                      <a:pt x="1365412" y="1324789"/>
                    </a:cubicBezTo>
                    <a:cubicBezTo>
                      <a:pt x="1338665" y="1267874"/>
                      <a:pt x="1310954" y="1211526"/>
                      <a:pt x="1282215" y="1155740"/>
                    </a:cubicBezTo>
                    <a:cubicBezTo>
                      <a:pt x="1253537" y="1100014"/>
                      <a:pt x="1224618" y="1044589"/>
                      <a:pt x="1194249" y="989769"/>
                    </a:cubicBezTo>
                    <a:cubicBezTo>
                      <a:pt x="1163881" y="934949"/>
                      <a:pt x="1133090" y="880310"/>
                      <a:pt x="1101091" y="826335"/>
                    </a:cubicBezTo>
                    <a:cubicBezTo>
                      <a:pt x="1066738" y="768374"/>
                      <a:pt x="1031358" y="711018"/>
                      <a:pt x="994891" y="654266"/>
                    </a:cubicBezTo>
                    <a:cubicBezTo>
                      <a:pt x="1000627" y="630062"/>
                      <a:pt x="1004612" y="605489"/>
                      <a:pt x="1006966" y="580730"/>
                    </a:cubicBezTo>
                    <a:cubicBezTo>
                      <a:pt x="1009743" y="551937"/>
                      <a:pt x="1010589" y="522999"/>
                      <a:pt x="1009562" y="494092"/>
                    </a:cubicBezTo>
                    <a:cubicBezTo>
                      <a:pt x="1007269" y="436705"/>
                      <a:pt x="1001231" y="379524"/>
                      <a:pt x="991450" y="322929"/>
                    </a:cubicBezTo>
                    <a:cubicBezTo>
                      <a:pt x="990786" y="320043"/>
                      <a:pt x="987888" y="318244"/>
                      <a:pt x="984990" y="318884"/>
                    </a:cubicBezTo>
                    <a:cubicBezTo>
                      <a:pt x="983662" y="319143"/>
                      <a:pt x="982514" y="319958"/>
                      <a:pt x="981790" y="321118"/>
                    </a:cubicBezTo>
                    <a:cubicBezTo>
                      <a:pt x="981005" y="322373"/>
                      <a:pt x="980703" y="323877"/>
                      <a:pt x="980944" y="325344"/>
                    </a:cubicBezTo>
                    <a:cubicBezTo>
                      <a:pt x="985050" y="351727"/>
                      <a:pt x="988612" y="378172"/>
                      <a:pt x="991329" y="404676"/>
                    </a:cubicBezTo>
                    <a:cubicBezTo>
                      <a:pt x="991329" y="404676"/>
                      <a:pt x="991329" y="404676"/>
                      <a:pt x="991329" y="404676"/>
                    </a:cubicBezTo>
                    <a:cubicBezTo>
                      <a:pt x="994227" y="435588"/>
                      <a:pt x="996159" y="466561"/>
                      <a:pt x="996099" y="497533"/>
                    </a:cubicBezTo>
                    <a:cubicBezTo>
                      <a:pt x="995978" y="529634"/>
                      <a:pt x="993503" y="561687"/>
                      <a:pt x="988552" y="593408"/>
                    </a:cubicBezTo>
                    <a:cubicBezTo>
                      <a:pt x="988552" y="593185"/>
                      <a:pt x="988552" y="592968"/>
                      <a:pt x="988552" y="592744"/>
                    </a:cubicBezTo>
                    <a:cubicBezTo>
                      <a:pt x="988552" y="593245"/>
                      <a:pt x="988552" y="593752"/>
                      <a:pt x="988552" y="594254"/>
                    </a:cubicBezTo>
                    <a:cubicBezTo>
                      <a:pt x="988552" y="594254"/>
                      <a:pt x="988552" y="594676"/>
                      <a:pt x="988552" y="594857"/>
                    </a:cubicBezTo>
                    <a:cubicBezTo>
                      <a:pt x="988552" y="595038"/>
                      <a:pt x="988552" y="594857"/>
                      <a:pt x="988552" y="594857"/>
                    </a:cubicBezTo>
                    <a:cubicBezTo>
                      <a:pt x="986378" y="607657"/>
                      <a:pt x="983541" y="620275"/>
                      <a:pt x="980462" y="632893"/>
                    </a:cubicBezTo>
                    <a:cubicBezTo>
                      <a:pt x="954380" y="592641"/>
                      <a:pt x="927875" y="552595"/>
                      <a:pt x="901008" y="512748"/>
                    </a:cubicBezTo>
                    <a:cubicBezTo>
                      <a:pt x="878791" y="480145"/>
                      <a:pt x="856029" y="447845"/>
                      <a:pt x="833026" y="415725"/>
                    </a:cubicBezTo>
                    <a:cubicBezTo>
                      <a:pt x="834898" y="415719"/>
                      <a:pt x="836710" y="414983"/>
                      <a:pt x="838098" y="413672"/>
                    </a:cubicBezTo>
                    <a:cubicBezTo>
                      <a:pt x="839728" y="412091"/>
                      <a:pt x="840694" y="409917"/>
                      <a:pt x="840694" y="407635"/>
                    </a:cubicBezTo>
                    <a:cubicBezTo>
                      <a:pt x="845464" y="360548"/>
                      <a:pt x="845584" y="313106"/>
                      <a:pt x="841056" y="265995"/>
                    </a:cubicBezTo>
                    <a:cubicBezTo>
                      <a:pt x="839184" y="243174"/>
                      <a:pt x="836226" y="220412"/>
                      <a:pt x="832664" y="197711"/>
                    </a:cubicBezTo>
                    <a:cubicBezTo>
                      <a:pt x="828740" y="173139"/>
                      <a:pt x="823909" y="148687"/>
                      <a:pt x="818416" y="124416"/>
                    </a:cubicBezTo>
                    <a:cubicBezTo>
                      <a:pt x="817932" y="121440"/>
                      <a:pt x="815155" y="119393"/>
                      <a:pt x="812197" y="119828"/>
                    </a:cubicBezTo>
                    <a:cubicBezTo>
                      <a:pt x="810869" y="120220"/>
                      <a:pt x="809661" y="121078"/>
                      <a:pt x="808876" y="122243"/>
                    </a:cubicBezTo>
                    <a:cubicBezTo>
                      <a:pt x="808152" y="123450"/>
                      <a:pt x="807850" y="124899"/>
                      <a:pt x="808152" y="126288"/>
                    </a:cubicBezTo>
                    <a:cubicBezTo>
                      <a:pt x="815880" y="159802"/>
                      <a:pt x="821555" y="193757"/>
                      <a:pt x="825178" y="227959"/>
                    </a:cubicBezTo>
                    <a:cubicBezTo>
                      <a:pt x="825117" y="228382"/>
                      <a:pt x="825117" y="228804"/>
                      <a:pt x="825178" y="229227"/>
                    </a:cubicBezTo>
                    <a:cubicBezTo>
                      <a:pt x="825178" y="228804"/>
                      <a:pt x="825178" y="228442"/>
                      <a:pt x="825178" y="228020"/>
                    </a:cubicBezTo>
                    <a:lnTo>
                      <a:pt x="825178" y="229408"/>
                    </a:lnTo>
                    <a:cubicBezTo>
                      <a:pt x="825178" y="229408"/>
                      <a:pt x="825178" y="229408"/>
                      <a:pt x="825178" y="229408"/>
                    </a:cubicBezTo>
                    <a:cubicBezTo>
                      <a:pt x="828015" y="258666"/>
                      <a:pt x="829343" y="288044"/>
                      <a:pt x="829222" y="317435"/>
                    </a:cubicBezTo>
                    <a:cubicBezTo>
                      <a:pt x="829222" y="344603"/>
                      <a:pt x="827230" y="371772"/>
                      <a:pt x="825117" y="398941"/>
                    </a:cubicBezTo>
                    <a:lnTo>
                      <a:pt x="820529" y="397613"/>
                    </a:lnTo>
                    <a:cubicBezTo>
                      <a:pt x="774644" y="334020"/>
                      <a:pt x="727310" y="271507"/>
                      <a:pt x="678587" y="210088"/>
                    </a:cubicBezTo>
                    <a:lnTo>
                      <a:pt x="674905" y="205620"/>
                    </a:lnTo>
                    <a:cubicBezTo>
                      <a:pt x="674905" y="205138"/>
                      <a:pt x="674905" y="204594"/>
                      <a:pt x="674905" y="204172"/>
                    </a:cubicBezTo>
                    <a:cubicBezTo>
                      <a:pt x="674241" y="202928"/>
                      <a:pt x="673093" y="201998"/>
                      <a:pt x="671765" y="201575"/>
                    </a:cubicBezTo>
                    <a:lnTo>
                      <a:pt x="671101" y="200730"/>
                    </a:lnTo>
                    <a:cubicBezTo>
                      <a:pt x="673335" y="194210"/>
                      <a:pt x="675086" y="187931"/>
                      <a:pt x="676535" y="181531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" descr="e76c837d-c795-4286-91e2-c2289d1ac296"/>
              <p:cNvSpPr/>
              <p:nvPr/>
            </p:nvSpPr>
            <p:spPr>
              <a:xfrm>
                <a:off x="11129103" y="3503521"/>
                <a:ext cx="45" cy="362"/>
              </a:xfrm>
              <a:custGeom>
                <a:gdLst>
                  <a:gd name="connsiteX0" fmla="*/ 54 w 45"/>
                  <a:gd name="connsiteY0" fmla="*/ 119 h 362"/>
                  <a:gd name="connsiteX1" fmla="*/ 54 w 45"/>
                  <a:gd name="connsiteY1" fmla="*/ 481 h 362"/>
                  <a:gd name="connsiteX2" fmla="*/ 54 w 45"/>
                  <a:gd name="connsiteY2" fmla="*/ 481 h 362"/>
                  <a:gd name="connsiteX3" fmla="*/ 54 w 45"/>
                  <a:gd name="connsiteY3" fmla="*/ 119 h 36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" h="362">
                    <a:moveTo>
                      <a:pt x="54" y="119"/>
                    </a:moveTo>
                    <a:cubicBezTo>
                      <a:pt x="54" y="240"/>
                      <a:pt x="54" y="361"/>
                      <a:pt x="54" y="481"/>
                    </a:cubicBezTo>
                    <a:lnTo>
                      <a:pt x="54" y="481"/>
                    </a:lnTo>
                    <a:cubicBezTo>
                      <a:pt x="115" y="367"/>
                      <a:pt x="115" y="234"/>
                      <a:pt x="54" y="119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" descr="531b4718-ef8c-4519-928e-edacedfdb45e"/>
              <p:cNvSpPr/>
              <p:nvPr/>
            </p:nvSpPr>
            <p:spPr>
              <a:xfrm>
                <a:off x="11447856" y="3997628"/>
                <a:ext cx="26" cy="1207"/>
              </a:xfrm>
              <a:custGeom>
                <a:gdLst>
                  <a:gd name="connsiteX0" fmla="*/ 81 w 26"/>
                  <a:gd name="connsiteY0" fmla="*/ 119 h 1207"/>
                  <a:gd name="connsiteX1" fmla="*/ 81 w 26"/>
                  <a:gd name="connsiteY1" fmla="*/ 1327 h 1207"/>
                  <a:gd name="connsiteX2" fmla="*/ 81 w 26"/>
                  <a:gd name="connsiteY2" fmla="*/ 965 h 1207"/>
                  <a:gd name="connsiteX3" fmla="*/ 81 w 26"/>
                  <a:gd name="connsiteY3" fmla="*/ 119 h 120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" h="1207">
                    <a:moveTo>
                      <a:pt x="81" y="119"/>
                    </a:moveTo>
                    <a:lnTo>
                      <a:pt x="81" y="1327"/>
                    </a:lnTo>
                    <a:cubicBezTo>
                      <a:pt x="81" y="1327"/>
                      <a:pt x="81" y="1327"/>
                      <a:pt x="81" y="965"/>
                    </a:cubicBezTo>
                    <a:cubicBezTo>
                      <a:pt x="81" y="602"/>
                      <a:pt x="21" y="421"/>
                      <a:pt x="81" y="119"/>
                    </a:cubicBezTo>
                    <a:close/>
                  </a:path>
                </a:pathLst>
              </a:custGeom>
              <a:solidFill>
                <a:srgbClr val="92964B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" descr="68c73123-5621-4f3e-939e-bfd02cb1db02"/>
              <p:cNvSpPr/>
              <p:nvPr/>
            </p:nvSpPr>
            <p:spPr>
              <a:xfrm>
                <a:off x="11337143" y="4472693"/>
                <a:ext cx="251985" cy="392763"/>
              </a:xfrm>
              <a:custGeom>
                <a:gdLst>
                  <a:gd name="connsiteX0" fmla="*/ 126190 w 251985"/>
                  <a:gd name="connsiteY0" fmla="*/ 392882 h 392763"/>
                  <a:gd name="connsiteX1" fmla="*/ 244042 w 251985"/>
                  <a:gd name="connsiteY1" fmla="*/ 188574 h 392763"/>
                  <a:gd name="connsiteX2" fmla="*/ 215061 w 251985"/>
                  <a:gd name="connsiteY2" fmla="*/ 26769 h 392763"/>
                  <a:gd name="connsiteX3" fmla="*/ 46012 w 251985"/>
                  <a:gd name="connsiteY3" fmla="*/ 41621 h 392763"/>
                  <a:gd name="connsiteX4" fmla="*/ 4534 w 251985"/>
                  <a:gd name="connsiteY4" fmla="*/ 218701 h 392763"/>
                  <a:gd name="connsiteX5" fmla="*/ 76984 w 251985"/>
                  <a:gd name="connsiteY5" fmla="*/ 392097 h 392763"/>
                  <a:gd name="connsiteX6" fmla="*/ 126190 w 251985"/>
                  <a:gd name="connsiteY6" fmla="*/ 392882 h 39276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984" h="392763">
                    <a:moveTo>
                      <a:pt x="126190" y="392882"/>
                    </a:moveTo>
                    <a:cubicBezTo>
                      <a:pt x="183788" y="337138"/>
                      <a:pt x="224661" y="266355"/>
                      <a:pt x="244042" y="188574"/>
                    </a:cubicBezTo>
                    <a:cubicBezTo>
                      <a:pt x="257807" y="132727"/>
                      <a:pt x="257143" y="66013"/>
                      <a:pt x="215061" y="26769"/>
                    </a:cubicBezTo>
                    <a:cubicBezTo>
                      <a:pt x="169056" y="-16218"/>
                      <a:pt x="88818" y="-4263"/>
                      <a:pt x="46012" y="41621"/>
                    </a:cubicBezTo>
                    <a:cubicBezTo>
                      <a:pt x="3206" y="87506"/>
                      <a:pt x="-7178" y="156877"/>
                      <a:pt x="4534" y="218701"/>
                    </a:cubicBezTo>
                    <a:cubicBezTo>
                      <a:pt x="16247" y="280525"/>
                      <a:pt x="46797" y="336915"/>
                      <a:pt x="76984" y="392097"/>
                    </a:cubicBezTo>
                    <a:cubicBezTo>
                      <a:pt x="92923" y="394030"/>
                      <a:pt x="110070" y="390950"/>
                      <a:pt x="126190" y="392882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" descr="ab02d111-3106-4001-acd6-6d41e0925b50"/>
              <p:cNvSpPr/>
              <p:nvPr/>
            </p:nvSpPr>
            <p:spPr>
              <a:xfrm>
                <a:off x="11472334" y="4667658"/>
                <a:ext cx="390711" cy="262007"/>
              </a:xfrm>
              <a:custGeom>
                <a:gdLst>
                  <a:gd name="connsiteX0" fmla="*/ 22755 w 390711"/>
                  <a:gd name="connsiteY0" fmla="*/ 241267 h 262007"/>
                  <a:gd name="connsiteX1" fmla="*/ 258217 w 390711"/>
                  <a:gd name="connsiteY1" fmla="*/ 249478 h 262007"/>
                  <a:gd name="connsiteX2" fmla="*/ 387541 w 390711"/>
                  <a:gd name="connsiteY2" fmla="*/ 148049 h 262007"/>
                  <a:gd name="connsiteX3" fmla="*/ 294985 w 390711"/>
                  <a:gd name="connsiteY3" fmla="*/ 5443 h 262007"/>
                  <a:gd name="connsiteX4" fmla="*/ 119113 w 390711"/>
                  <a:gd name="connsiteY4" fmla="*/ 51871 h 262007"/>
                  <a:gd name="connsiteX5" fmla="*/ 54 w 390711"/>
                  <a:gd name="connsiteY5" fmla="*/ 197254 h 262007"/>
                  <a:gd name="connsiteX6" fmla="*/ 22755 w 390711"/>
                  <a:gd name="connsiteY6" fmla="*/ 241267 h 26200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0711" h="262007">
                    <a:moveTo>
                      <a:pt x="22755" y="241267"/>
                    </a:moveTo>
                    <a:cubicBezTo>
                      <a:pt x="98948" y="265943"/>
                      <a:pt x="180515" y="268786"/>
                      <a:pt x="258217" y="249478"/>
                    </a:cubicBezTo>
                    <a:cubicBezTo>
                      <a:pt x="314064" y="235472"/>
                      <a:pt x="372628" y="203594"/>
                      <a:pt x="387541" y="148049"/>
                    </a:cubicBezTo>
                    <a:cubicBezTo>
                      <a:pt x="403902" y="87251"/>
                      <a:pt x="355723" y="21925"/>
                      <a:pt x="294985" y="5443"/>
                    </a:cubicBezTo>
                    <a:cubicBezTo>
                      <a:pt x="234249" y="-11039"/>
                      <a:pt x="168198" y="12507"/>
                      <a:pt x="119113" y="51871"/>
                    </a:cubicBezTo>
                    <a:cubicBezTo>
                      <a:pt x="70029" y="91236"/>
                      <a:pt x="34589" y="144728"/>
                      <a:pt x="54" y="197254"/>
                    </a:cubicBezTo>
                    <a:cubicBezTo>
                      <a:pt x="6152" y="212408"/>
                      <a:pt x="16899" y="226113"/>
                      <a:pt x="22755" y="241267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" descr="37d4bdb7-d87f-4c60-8537-6a524bb9eb40"/>
              <p:cNvSpPr/>
              <p:nvPr/>
            </p:nvSpPr>
            <p:spPr>
              <a:xfrm>
                <a:off x="11471670" y="4916473"/>
                <a:ext cx="339149" cy="321832"/>
              </a:xfrm>
              <a:custGeom>
                <a:gdLst>
                  <a:gd name="connsiteX0" fmla="*/ 54 w 339149"/>
                  <a:gd name="connsiteY0" fmla="*/ 40812 h 321832"/>
                  <a:gd name="connsiteX1" fmla="*/ 103356 w 339149"/>
                  <a:gd name="connsiteY1" fmla="*/ 252848 h 321832"/>
                  <a:gd name="connsiteX2" fmla="*/ 253629 w 339149"/>
                  <a:gd name="connsiteY2" fmla="*/ 319261 h 321832"/>
                  <a:gd name="connsiteX3" fmla="*/ 336101 w 339149"/>
                  <a:gd name="connsiteY3" fmla="*/ 170618 h 321832"/>
                  <a:gd name="connsiteX4" fmla="*/ 212634 w 339149"/>
                  <a:gd name="connsiteY4" fmla="*/ 37069 h 321832"/>
                  <a:gd name="connsiteX5" fmla="*/ 28371 w 339149"/>
                  <a:gd name="connsiteY5" fmla="*/ 119 h 321832"/>
                  <a:gd name="connsiteX6" fmla="*/ 54 w 339149"/>
                  <a:gd name="connsiteY6" fmla="*/ 40812 h 32183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9149" h="321832">
                    <a:moveTo>
                      <a:pt x="54" y="40812"/>
                    </a:moveTo>
                    <a:cubicBezTo>
                      <a:pt x="13941" y="119764"/>
                      <a:pt x="49743" y="193228"/>
                      <a:pt x="103356" y="252848"/>
                    </a:cubicBezTo>
                    <a:cubicBezTo>
                      <a:pt x="141875" y="295594"/>
                      <a:pt x="197540" y="332362"/>
                      <a:pt x="253629" y="319261"/>
                    </a:cubicBezTo>
                    <a:cubicBezTo>
                      <a:pt x="314970" y="305193"/>
                      <a:pt x="350229" y="231958"/>
                      <a:pt x="336101" y="170618"/>
                    </a:cubicBezTo>
                    <a:cubicBezTo>
                      <a:pt x="321974" y="109277"/>
                      <a:pt x="270413" y="61943"/>
                      <a:pt x="212634" y="37069"/>
                    </a:cubicBezTo>
                    <a:cubicBezTo>
                      <a:pt x="154856" y="12194"/>
                      <a:pt x="90979" y="5975"/>
                      <a:pt x="28371" y="119"/>
                    </a:cubicBezTo>
                    <a:cubicBezTo>
                      <a:pt x="17684" y="12617"/>
                      <a:pt x="10680" y="28555"/>
                      <a:pt x="54" y="40812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" descr="76b5638d-c743-4684-95e8-7e798944a63d"/>
              <p:cNvSpPr/>
              <p:nvPr/>
            </p:nvSpPr>
            <p:spPr>
              <a:xfrm>
                <a:off x="11263391" y="4959219"/>
                <a:ext cx="258212" cy="389478"/>
              </a:xfrm>
              <a:custGeom>
                <a:gdLst>
                  <a:gd name="connsiteX0" fmla="*/ 154600 w 258212"/>
                  <a:gd name="connsiteY0" fmla="*/ 119 h 389478"/>
                  <a:gd name="connsiteX1" fmla="*/ 15738 w 258212"/>
                  <a:gd name="connsiteY1" fmla="*/ 190843 h 389478"/>
                  <a:gd name="connsiteX2" fmla="*/ 27391 w 258212"/>
                  <a:gd name="connsiteY2" fmla="*/ 354821 h 389478"/>
                  <a:gd name="connsiteX3" fmla="*/ 197406 w 258212"/>
                  <a:gd name="connsiteY3" fmla="*/ 357900 h 389478"/>
                  <a:gd name="connsiteX4" fmla="*/ 257419 w 258212"/>
                  <a:gd name="connsiteY4" fmla="*/ 186255 h 389478"/>
                  <a:gd name="connsiteX5" fmla="*/ 203564 w 258212"/>
                  <a:gd name="connsiteY5" fmla="*/ 6157 h 389478"/>
                  <a:gd name="connsiteX6" fmla="*/ 154600 w 258212"/>
                  <a:gd name="connsiteY6" fmla="*/ 119 h 38947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8212" h="389478">
                    <a:moveTo>
                      <a:pt x="154600" y="119"/>
                    </a:moveTo>
                    <a:cubicBezTo>
                      <a:pt x="91388" y="49469"/>
                      <a:pt x="43269" y="115544"/>
                      <a:pt x="15738" y="190843"/>
                    </a:cubicBezTo>
                    <a:cubicBezTo>
                      <a:pt x="-3884" y="245181"/>
                      <a:pt x="-10223" y="311593"/>
                      <a:pt x="27391" y="354821"/>
                    </a:cubicBezTo>
                    <a:cubicBezTo>
                      <a:pt x="68626" y="402336"/>
                      <a:pt x="149710" y="399016"/>
                      <a:pt x="197406" y="357900"/>
                    </a:cubicBezTo>
                    <a:cubicBezTo>
                      <a:pt x="245102" y="316785"/>
                      <a:pt x="262490" y="249226"/>
                      <a:pt x="257419" y="186255"/>
                    </a:cubicBezTo>
                    <a:cubicBezTo>
                      <a:pt x="252347" y="123284"/>
                      <a:pt x="227774" y="64237"/>
                      <a:pt x="203564" y="6157"/>
                    </a:cubicBezTo>
                    <a:cubicBezTo>
                      <a:pt x="187806" y="2594"/>
                      <a:pt x="170660" y="3742"/>
                      <a:pt x="154600" y="119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" descr="0648d7d1-09d0-4ce1-8818-f1d1bd6898eb"/>
              <p:cNvSpPr/>
              <p:nvPr/>
            </p:nvSpPr>
            <p:spPr>
              <a:xfrm>
                <a:off x="11011723" y="4875571"/>
                <a:ext cx="396915" cy="253448"/>
              </a:xfrm>
              <a:custGeom>
                <a:gdLst>
                  <a:gd name="connsiteX0" fmla="*/ 379280 w 396915"/>
                  <a:gd name="connsiteY0" fmla="*/ 37278 h 253448"/>
                  <a:gd name="connsiteX1" fmla="*/ 145750 w 396915"/>
                  <a:gd name="connsiteY1" fmla="*/ 4193 h 253448"/>
                  <a:gd name="connsiteX2" fmla="*/ 6405 w 396915"/>
                  <a:gd name="connsiteY2" fmla="*/ 91374 h 253448"/>
                  <a:gd name="connsiteX3" fmla="*/ 83383 w 396915"/>
                  <a:gd name="connsiteY3" fmla="*/ 242975 h 253448"/>
                  <a:gd name="connsiteX4" fmla="*/ 263179 w 396915"/>
                  <a:gd name="connsiteY4" fmla="*/ 215445 h 253448"/>
                  <a:gd name="connsiteX5" fmla="*/ 396970 w 396915"/>
                  <a:gd name="connsiteY5" fmla="*/ 83405 h 253448"/>
                  <a:gd name="connsiteX6" fmla="*/ 379280 w 396915"/>
                  <a:gd name="connsiteY6" fmla="*/ 37278 h 25344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6915" h="253448">
                    <a:moveTo>
                      <a:pt x="379280" y="37278"/>
                    </a:moveTo>
                    <a:cubicBezTo>
                      <a:pt x="306045" y="4627"/>
                      <a:pt x="225143" y="-6832"/>
                      <a:pt x="145750" y="4193"/>
                    </a:cubicBezTo>
                    <a:cubicBezTo>
                      <a:pt x="88817" y="12223"/>
                      <a:pt x="27174" y="37761"/>
                      <a:pt x="6405" y="91374"/>
                    </a:cubicBezTo>
                    <a:cubicBezTo>
                      <a:pt x="-16236" y="150119"/>
                      <a:pt x="24518" y="220093"/>
                      <a:pt x="83383" y="242975"/>
                    </a:cubicBezTo>
                    <a:cubicBezTo>
                      <a:pt x="142248" y="265857"/>
                      <a:pt x="210170" y="249375"/>
                      <a:pt x="263179" y="215445"/>
                    </a:cubicBezTo>
                    <a:cubicBezTo>
                      <a:pt x="316189" y="181514"/>
                      <a:pt x="357062" y="132067"/>
                      <a:pt x="396970" y="83405"/>
                    </a:cubicBezTo>
                    <a:cubicBezTo>
                      <a:pt x="392744" y="67768"/>
                      <a:pt x="383506" y="52976"/>
                      <a:pt x="379280" y="37278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" descr="81925e4c-da91-4ea8-9130-4d201b0ea6a1"/>
              <p:cNvSpPr/>
              <p:nvPr/>
            </p:nvSpPr>
            <p:spPr>
              <a:xfrm>
                <a:off x="11064841" y="4602830"/>
                <a:ext cx="347420" cy="310685"/>
              </a:xfrm>
              <a:custGeom>
                <a:gdLst>
                  <a:gd name="connsiteX0" fmla="*/ 347475 w 347420"/>
                  <a:gd name="connsiteY0" fmla="*/ 268783 h 310685"/>
                  <a:gd name="connsiteX1" fmla="*/ 232763 w 347420"/>
                  <a:gd name="connsiteY1" fmla="*/ 62603 h 310685"/>
                  <a:gd name="connsiteX2" fmla="*/ 79169 w 347420"/>
                  <a:gd name="connsiteY2" fmla="*/ 4100 h 310685"/>
                  <a:gd name="connsiteX3" fmla="*/ 4727 w 347420"/>
                  <a:gd name="connsiteY3" fmla="*/ 156969 h 310685"/>
                  <a:gd name="connsiteX4" fmla="*/ 135197 w 347420"/>
                  <a:gd name="connsiteY4" fmla="*/ 283756 h 310685"/>
                  <a:gd name="connsiteX5" fmla="*/ 321212 w 347420"/>
                  <a:gd name="connsiteY5" fmla="*/ 310804 h 310685"/>
                  <a:gd name="connsiteX6" fmla="*/ 347475 w 347420"/>
                  <a:gd name="connsiteY6" fmla="*/ 268783 h 31068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7420" h="310685">
                    <a:moveTo>
                      <a:pt x="347475" y="268783"/>
                    </a:moveTo>
                    <a:cubicBezTo>
                      <a:pt x="329302" y="190676"/>
                      <a:pt x="289515" y="119247"/>
                      <a:pt x="232763" y="62603"/>
                    </a:cubicBezTo>
                    <a:cubicBezTo>
                      <a:pt x="192010" y="22031"/>
                      <a:pt x="134472" y="-11719"/>
                      <a:pt x="79169" y="4100"/>
                    </a:cubicBezTo>
                    <a:cubicBezTo>
                      <a:pt x="18794" y="21428"/>
                      <a:pt x="-12419" y="96413"/>
                      <a:pt x="4727" y="156969"/>
                    </a:cubicBezTo>
                    <a:cubicBezTo>
                      <a:pt x="21873" y="217525"/>
                      <a:pt x="76150" y="261900"/>
                      <a:pt x="135197" y="283756"/>
                    </a:cubicBezTo>
                    <a:cubicBezTo>
                      <a:pt x="194244" y="305612"/>
                      <a:pt x="258301" y="308268"/>
                      <a:pt x="321212" y="310804"/>
                    </a:cubicBezTo>
                    <a:cubicBezTo>
                      <a:pt x="331355" y="297884"/>
                      <a:pt x="337513" y="281643"/>
                      <a:pt x="347475" y="268783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" descr="ed08f2cb-5b70-4f3d-8e31-c8159247ccde"/>
              <p:cNvSpPr/>
              <p:nvPr/>
            </p:nvSpPr>
            <p:spPr>
              <a:xfrm>
                <a:off x="11360580" y="4830922"/>
                <a:ext cx="165065" cy="165064"/>
              </a:xfrm>
              <a:custGeom>
                <a:gdLst>
                  <a:gd name="connsiteX0" fmla="*/ 165120 w 165065"/>
                  <a:gd name="connsiteY0" fmla="*/ 82591 h 165064"/>
                  <a:gd name="connsiteX1" fmla="*/ 82648 w 165065"/>
                  <a:gd name="connsiteY1" fmla="*/ 165184 h 165064"/>
                  <a:gd name="connsiteX2" fmla="*/ 54 w 165065"/>
                  <a:gd name="connsiteY2" fmla="*/ 82712 h 165064"/>
                  <a:gd name="connsiteX3" fmla="*/ 82527 w 165065"/>
                  <a:gd name="connsiteY3" fmla="*/ 119 h 165064"/>
                  <a:gd name="connsiteX4" fmla="*/ 82587 w 165065"/>
                  <a:gd name="connsiteY4" fmla="*/ 119 h 165064"/>
                  <a:gd name="connsiteX5" fmla="*/ 165120 w 165065"/>
                  <a:gd name="connsiteY5" fmla="*/ 82591 h 16506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5065" h="165064">
                    <a:moveTo>
                      <a:pt x="165120" y="82591"/>
                    </a:moveTo>
                    <a:cubicBezTo>
                      <a:pt x="165180" y="128174"/>
                      <a:pt x="128230" y="165148"/>
                      <a:pt x="82648" y="165184"/>
                    </a:cubicBezTo>
                    <a:cubicBezTo>
                      <a:pt x="37064" y="165214"/>
                      <a:pt x="115" y="128295"/>
                      <a:pt x="54" y="82712"/>
                    </a:cubicBezTo>
                    <a:cubicBezTo>
                      <a:pt x="-6" y="37129"/>
                      <a:pt x="36943" y="155"/>
                      <a:pt x="82527" y="119"/>
                    </a:cubicBezTo>
                    <a:cubicBezTo>
                      <a:pt x="82527" y="119"/>
                      <a:pt x="82587" y="119"/>
                      <a:pt x="82587" y="119"/>
                    </a:cubicBezTo>
                    <a:cubicBezTo>
                      <a:pt x="128170" y="119"/>
                      <a:pt x="165059" y="37032"/>
                      <a:pt x="165120" y="8259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" name="" descr="d2dff0b9-b43a-4270-ab66-6049d34e255f"/>
              <p:cNvSpPr/>
              <p:nvPr/>
            </p:nvSpPr>
            <p:spPr>
              <a:xfrm>
                <a:off x="11143714" y="4678898"/>
                <a:ext cx="222239" cy="163012"/>
              </a:xfrm>
              <a:custGeom>
                <a:gdLst>
                  <a:gd name="connsiteX0" fmla="*/ 54 w 222239"/>
                  <a:gd name="connsiteY0" fmla="*/ 119 h 163012"/>
                  <a:gd name="connsiteX1" fmla="*/ 117241 w 222239"/>
                  <a:gd name="connsiteY1" fmla="*/ 73354 h 163012"/>
                  <a:gd name="connsiteX2" fmla="*/ 222294 w 222239"/>
                  <a:gd name="connsiteY2" fmla="*/ 163131 h 163012"/>
                  <a:gd name="connsiteX3" fmla="*/ 54 w 222239"/>
                  <a:gd name="connsiteY3" fmla="*/ 119 h 16301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238" h="163012">
                    <a:moveTo>
                      <a:pt x="54" y="119"/>
                    </a:moveTo>
                    <a:cubicBezTo>
                      <a:pt x="41048" y="21244"/>
                      <a:pt x="80292" y="45739"/>
                      <a:pt x="117241" y="73354"/>
                    </a:cubicBezTo>
                    <a:cubicBezTo>
                      <a:pt x="154735" y="100263"/>
                      <a:pt x="189873" y="130294"/>
                      <a:pt x="222294" y="163131"/>
                    </a:cubicBezTo>
                    <a:cubicBezTo>
                      <a:pt x="140546" y="120066"/>
                      <a:pt x="65682" y="65137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" name="" descr="4e4702a0-733a-4a94-b322-7de8d2f6897a"/>
              <p:cNvSpPr/>
              <p:nvPr/>
            </p:nvSpPr>
            <p:spPr>
              <a:xfrm>
                <a:off x="11089256" y="4942797"/>
                <a:ext cx="257921" cy="91347"/>
              </a:xfrm>
              <a:custGeom>
                <a:gdLst>
                  <a:gd name="connsiteX0" fmla="*/ 54 w 257921"/>
                  <a:gd name="connsiteY0" fmla="*/ 91466 h 91347"/>
                  <a:gd name="connsiteX1" fmla="*/ 128049 w 257921"/>
                  <a:gd name="connsiteY1" fmla="*/ 43166 h 91347"/>
                  <a:gd name="connsiteX2" fmla="*/ 257976 w 257921"/>
                  <a:gd name="connsiteY2" fmla="*/ 119 h 91347"/>
                  <a:gd name="connsiteX3" fmla="*/ 54 w 257921"/>
                  <a:gd name="connsiteY3" fmla="*/ 91466 h 913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921" h="91347">
                    <a:moveTo>
                      <a:pt x="54" y="91466"/>
                    </a:moveTo>
                    <a:cubicBezTo>
                      <a:pt x="42317" y="73354"/>
                      <a:pt x="85425" y="58562"/>
                      <a:pt x="128049" y="43166"/>
                    </a:cubicBezTo>
                    <a:cubicBezTo>
                      <a:pt x="170674" y="27771"/>
                      <a:pt x="213298" y="12617"/>
                      <a:pt x="257976" y="119"/>
                    </a:cubicBezTo>
                    <a:cubicBezTo>
                      <a:pt x="181239" y="52150"/>
                      <a:pt x="92427" y="83606"/>
                      <a:pt x="54" y="91466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" name="" descr="82e4153d-f7e9-4fb5-82c2-8c7b09809ce4"/>
              <p:cNvSpPr/>
              <p:nvPr/>
            </p:nvSpPr>
            <p:spPr>
              <a:xfrm>
                <a:off x="11174988" y="4862151"/>
                <a:ext cx="162045" cy="21377"/>
              </a:xfrm>
              <a:custGeom>
                <a:gdLst>
                  <a:gd name="connsiteX0" fmla="*/ 54 w 162045"/>
                  <a:gd name="connsiteY0" fmla="*/ 6685 h 21377"/>
                  <a:gd name="connsiteX1" fmla="*/ 162100 w 162045"/>
                  <a:gd name="connsiteY1" fmla="*/ 14775 h 21377"/>
                  <a:gd name="connsiteX2" fmla="*/ 80535 w 162045"/>
                  <a:gd name="connsiteY2" fmla="*/ 20813 h 21377"/>
                  <a:gd name="connsiteX3" fmla="*/ 54 w 162045"/>
                  <a:gd name="connsiteY3" fmla="*/ 6685 h 2137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5" h="21377">
                    <a:moveTo>
                      <a:pt x="54" y="6685"/>
                    </a:moveTo>
                    <a:cubicBezTo>
                      <a:pt x="53909" y="-4267"/>
                      <a:pt x="109635" y="-1483"/>
                      <a:pt x="162100" y="14775"/>
                    </a:cubicBezTo>
                    <a:cubicBezTo>
                      <a:pt x="135355" y="20668"/>
                      <a:pt x="107884" y="22703"/>
                      <a:pt x="80535" y="20813"/>
                    </a:cubicBezTo>
                    <a:cubicBezTo>
                      <a:pt x="53185" y="19901"/>
                      <a:pt x="26076" y="15150"/>
                      <a:pt x="54" y="6685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" name="" descr="890ff8ff-eb88-456f-ad80-95d74bd1d81e"/>
              <p:cNvSpPr/>
              <p:nvPr/>
            </p:nvSpPr>
            <p:spPr>
              <a:xfrm>
                <a:off x="11335706" y="4987776"/>
                <a:ext cx="44255" cy="49265"/>
              </a:xfrm>
              <a:custGeom>
                <a:gdLst>
                  <a:gd name="connsiteX0" fmla="*/ 54 w 44255"/>
                  <a:gd name="connsiteY0" fmla="*/ 49385 h 49265"/>
                  <a:gd name="connsiteX1" fmla="*/ 14605 w 44255"/>
                  <a:gd name="connsiteY1" fmla="*/ 17930 h 49265"/>
                  <a:gd name="connsiteX2" fmla="*/ 44310 w 44255"/>
                  <a:gd name="connsiteY2" fmla="*/ 119 h 49265"/>
                  <a:gd name="connsiteX3" fmla="*/ 29759 w 44255"/>
                  <a:gd name="connsiteY3" fmla="*/ 31575 h 49265"/>
                  <a:gd name="connsiteX4" fmla="*/ 54 w 44255"/>
                  <a:gd name="connsiteY4" fmla="*/ 49385 h 4926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55" h="49265">
                    <a:moveTo>
                      <a:pt x="54" y="49385"/>
                    </a:moveTo>
                    <a:cubicBezTo>
                      <a:pt x="1443" y="37618"/>
                      <a:pt x="6515" y="26600"/>
                      <a:pt x="14605" y="17930"/>
                    </a:cubicBezTo>
                    <a:cubicBezTo>
                      <a:pt x="22333" y="8934"/>
                      <a:pt x="32717" y="2679"/>
                      <a:pt x="44310" y="119"/>
                    </a:cubicBezTo>
                    <a:cubicBezTo>
                      <a:pt x="42981" y="11904"/>
                      <a:pt x="37910" y="22941"/>
                      <a:pt x="29759" y="31575"/>
                    </a:cubicBezTo>
                    <a:cubicBezTo>
                      <a:pt x="22031" y="40534"/>
                      <a:pt x="11586" y="46771"/>
                      <a:pt x="54" y="49385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" name="" descr="96575213-2c20-48c8-9065-6dd577eca08d"/>
              <p:cNvSpPr/>
              <p:nvPr/>
            </p:nvSpPr>
            <p:spPr>
              <a:xfrm>
                <a:off x="11478180" y="4992727"/>
                <a:ext cx="31927" cy="79815"/>
              </a:xfrm>
              <a:custGeom>
                <a:gdLst>
                  <a:gd name="connsiteX0" fmla="*/ 670 w 31927"/>
                  <a:gd name="connsiteY0" fmla="*/ 119 h 79815"/>
                  <a:gd name="connsiteX1" fmla="*/ 31521 w 31927"/>
                  <a:gd name="connsiteY1" fmla="*/ 79935 h 79815"/>
                  <a:gd name="connsiteX2" fmla="*/ 6586 w 31927"/>
                  <a:gd name="connsiteY2" fmla="*/ 43710 h 79815"/>
                  <a:gd name="connsiteX3" fmla="*/ 670 w 31927"/>
                  <a:gd name="connsiteY3" fmla="*/ 119 h 7981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926" h="79815">
                    <a:moveTo>
                      <a:pt x="670" y="119"/>
                    </a:moveTo>
                    <a:cubicBezTo>
                      <a:pt x="23068" y="20308"/>
                      <a:pt x="34479" y="49941"/>
                      <a:pt x="31521" y="79935"/>
                    </a:cubicBezTo>
                    <a:cubicBezTo>
                      <a:pt x="20231" y="70232"/>
                      <a:pt x="11597" y="57747"/>
                      <a:pt x="6586" y="43710"/>
                    </a:cubicBezTo>
                    <a:cubicBezTo>
                      <a:pt x="911" y="29920"/>
                      <a:pt x="-1082" y="14917"/>
                      <a:pt x="670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" name="" descr="8339fba0-1770-4dc9-b0b8-6a704116ee09"/>
              <p:cNvSpPr/>
              <p:nvPr/>
            </p:nvSpPr>
            <p:spPr>
              <a:xfrm>
                <a:off x="11522747" y="4911434"/>
                <a:ext cx="87845" cy="21984"/>
              </a:xfrm>
              <a:custGeom>
                <a:gdLst>
                  <a:gd name="connsiteX0" fmla="*/ 54 w 87845"/>
                  <a:gd name="connsiteY0" fmla="*/ 5762 h 21984"/>
                  <a:gd name="connsiteX1" fmla="*/ 45215 w 87845"/>
                  <a:gd name="connsiteY1" fmla="*/ 1053 h 21984"/>
                  <a:gd name="connsiteX2" fmla="*/ 87900 w 87845"/>
                  <a:gd name="connsiteY2" fmla="*/ 16630 h 21984"/>
                  <a:gd name="connsiteX3" fmla="*/ 54 w 87845"/>
                  <a:gd name="connsiteY3" fmla="*/ 5762 h 2198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845" h="21984">
                    <a:moveTo>
                      <a:pt x="54" y="5762"/>
                    </a:moveTo>
                    <a:cubicBezTo>
                      <a:pt x="14484" y="504"/>
                      <a:pt x="30001" y="-1114"/>
                      <a:pt x="45215" y="1053"/>
                    </a:cubicBezTo>
                    <a:cubicBezTo>
                      <a:pt x="60550" y="2593"/>
                      <a:pt x="75222" y="7948"/>
                      <a:pt x="87900" y="16630"/>
                    </a:cubicBezTo>
                    <a:cubicBezTo>
                      <a:pt x="58498" y="26724"/>
                      <a:pt x="26076" y="22716"/>
                      <a:pt x="54" y="576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" name="" descr="df50538f-a681-42a9-b650-3cd59c816045"/>
              <p:cNvSpPr/>
              <p:nvPr/>
            </p:nvSpPr>
            <p:spPr>
              <a:xfrm>
                <a:off x="11487851" y="4765415"/>
                <a:ext cx="58020" cy="71423"/>
              </a:xfrm>
              <a:custGeom>
                <a:gdLst>
                  <a:gd name="connsiteX0" fmla="*/ 54 w 58020"/>
                  <a:gd name="connsiteY0" fmla="*/ 71543 h 71423"/>
                  <a:gd name="connsiteX1" fmla="*/ 21125 w 58020"/>
                  <a:gd name="connsiteY1" fmla="*/ 29280 h 71423"/>
                  <a:gd name="connsiteX2" fmla="*/ 58075 w 58020"/>
                  <a:gd name="connsiteY2" fmla="*/ 119 h 71423"/>
                  <a:gd name="connsiteX3" fmla="*/ 37004 w 58020"/>
                  <a:gd name="connsiteY3" fmla="*/ 42382 h 71423"/>
                  <a:gd name="connsiteX4" fmla="*/ 54 w 58020"/>
                  <a:gd name="connsiteY4" fmla="*/ 71543 h 7142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019" h="71423">
                    <a:moveTo>
                      <a:pt x="54" y="71543"/>
                    </a:moveTo>
                    <a:cubicBezTo>
                      <a:pt x="3616" y="55978"/>
                      <a:pt x="10861" y="41494"/>
                      <a:pt x="21125" y="29280"/>
                    </a:cubicBezTo>
                    <a:cubicBezTo>
                      <a:pt x="30906" y="16740"/>
                      <a:pt x="43584" y="6736"/>
                      <a:pt x="58075" y="119"/>
                    </a:cubicBezTo>
                    <a:cubicBezTo>
                      <a:pt x="54572" y="15708"/>
                      <a:pt x="47328" y="30216"/>
                      <a:pt x="37004" y="42382"/>
                    </a:cubicBezTo>
                    <a:cubicBezTo>
                      <a:pt x="27163" y="54909"/>
                      <a:pt x="14544" y="64908"/>
                      <a:pt x="54" y="71543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" name="" descr="fb7107ae-f2da-472f-8b6a-a690524e8dd8"/>
              <p:cNvSpPr/>
              <p:nvPr/>
            </p:nvSpPr>
            <p:spPr>
              <a:xfrm>
                <a:off x="11435340" y="4512565"/>
                <a:ext cx="25613" cy="301331"/>
              </a:xfrm>
              <a:custGeom>
                <a:gdLst>
                  <a:gd name="connsiteX0" fmla="*/ 3239 w 25613"/>
                  <a:gd name="connsiteY0" fmla="*/ 301450 h 301331"/>
                  <a:gd name="connsiteX1" fmla="*/ 2636 w 25613"/>
                  <a:gd name="connsiteY1" fmla="*/ 150151 h 301331"/>
                  <a:gd name="connsiteX2" fmla="*/ 22439 w 25613"/>
                  <a:gd name="connsiteY2" fmla="*/ 119 h 301331"/>
                  <a:gd name="connsiteX3" fmla="*/ 23042 w 25613"/>
                  <a:gd name="connsiteY3" fmla="*/ 151419 h 301331"/>
                  <a:gd name="connsiteX4" fmla="*/ 3239 w 25613"/>
                  <a:gd name="connsiteY4" fmla="*/ 301450 h 30133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12" h="301331">
                    <a:moveTo>
                      <a:pt x="3239" y="301450"/>
                    </a:moveTo>
                    <a:cubicBezTo>
                      <a:pt x="-806" y="251104"/>
                      <a:pt x="-987" y="200528"/>
                      <a:pt x="2636" y="150151"/>
                    </a:cubicBezTo>
                    <a:cubicBezTo>
                      <a:pt x="5352" y="99707"/>
                      <a:pt x="11993" y="49548"/>
                      <a:pt x="22439" y="119"/>
                    </a:cubicBezTo>
                    <a:cubicBezTo>
                      <a:pt x="26544" y="50460"/>
                      <a:pt x="26725" y="101048"/>
                      <a:pt x="23042" y="151419"/>
                    </a:cubicBezTo>
                    <a:cubicBezTo>
                      <a:pt x="20264" y="201862"/>
                      <a:pt x="13623" y="252015"/>
                      <a:pt x="3239" y="30145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" name="" descr="1b840ba6-6a5d-45da-bd28-cb45362ccd5a"/>
              <p:cNvSpPr/>
              <p:nvPr/>
            </p:nvSpPr>
            <p:spPr>
              <a:xfrm>
                <a:off x="11351276" y="4725085"/>
                <a:ext cx="38354" cy="93158"/>
              </a:xfrm>
              <a:custGeom>
                <a:gdLst>
                  <a:gd name="connsiteX0" fmla="*/ 61 w 38354"/>
                  <a:gd name="connsiteY0" fmla="*/ 119 h 93158"/>
                  <a:gd name="connsiteX1" fmla="*/ 28619 w 38354"/>
                  <a:gd name="connsiteY1" fmla="*/ 42804 h 93158"/>
                  <a:gd name="connsiteX2" fmla="*/ 38339 w 38354"/>
                  <a:gd name="connsiteY2" fmla="*/ 93278 h 93158"/>
                  <a:gd name="connsiteX3" fmla="*/ 61 w 38354"/>
                  <a:gd name="connsiteY3" fmla="*/ 119 h 9315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354" h="93158">
                    <a:moveTo>
                      <a:pt x="61" y="119"/>
                    </a:moveTo>
                    <a:cubicBezTo>
                      <a:pt x="12619" y="12080"/>
                      <a:pt x="22339" y="26654"/>
                      <a:pt x="28619" y="42804"/>
                    </a:cubicBezTo>
                    <a:cubicBezTo>
                      <a:pt x="35621" y="58683"/>
                      <a:pt x="38942" y="75938"/>
                      <a:pt x="38339" y="93278"/>
                    </a:cubicBezTo>
                    <a:cubicBezTo>
                      <a:pt x="13525" y="68663"/>
                      <a:pt x="-301" y="35064"/>
                      <a:pt x="61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" name="" descr="ecc8f6c6-ce32-4384-be38-edad7d6e954f"/>
              <p:cNvSpPr/>
              <p:nvPr/>
            </p:nvSpPr>
            <p:spPr>
              <a:xfrm>
                <a:off x="11378391" y="5020982"/>
                <a:ext cx="52948" cy="244397"/>
              </a:xfrm>
              <a:custGeom>
                <a:gdLst>
                  <a:gd name="connsiteX0" fmla="*/ 52762 w 52948"/>
                  <a:gd name="connsiteY0" fmla="*/ 119 h 244397"/>
                  <a:gd name="connsiteX1" fmla="*/ 36279 w 52948"/>
                  <a:gd name="connsiteY1" fmla="*/ 124491 h 244397"/>
                  <a:gd name="connsiteX2" fmla="*/ 54 w 52948"/>
                  <a:gd name="connsiteY2" fmla="*/ 244516 h 244397"/>
                  <a:gd name="connsiteX3" fmla="*/ 53003 w 52948"/>
                  <a:gd name="connsiteY3" fmla="*/ 119 h 24439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948" h="244397">
                    <a:moveTo>
                      <a:pt x="52762" y="119"/>
                    </a:moveTo>
                    <a:cubicBezTo>
                      <a:pt x="51071" y="41995"/>
                      <a:pt x="45577" y="83629"/>
                      <a:pt x="36279" y="124491"/>
                    </a:cubicBezTo>
                    <a:cubicBezTo>
                      <a:pt x="27948" y="165540"/>
                      <a:pt x="15873" y="205726"/>
                      <a:pt x="54" y="244516"/>
                    </a:cubicBezTo>
                    <a:cubicBezTo>
                      <a:pt x="4280" y="160710"/>
                      <a:pt x="22151" y="78154"/>
                      <a:pt x="53003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" name="" descr="e3dda000-cee1-4809-84c4-096402ea1b93"/>
              <p:cNvSpPr/>
              <p:nvPr/>
            </p:nvSpPr>
            <p:spPr>
              <a:xfrm>
                <a:off x="11541765" y="4971897"/>
                <a:ext cx="196399" cy="179675"/>
              </a:xfrm>
              <a:custGeom>
                <a:gdLst>
                  <a:gd name="connsiteX0" fmla="*/ 54 w 196399"/>
                  <a:gd name="connsiteY0" fmla="*/ 119 h 179675"/>
                  <a:gd name="connsiteX1" fmla="*/ 101182 w 196399"/>
                  <a:gd name="connsiteY1" fmla="*/ 86757 h 179675"/>
                  <a:gd name="connsiteX2" fmla="*/ 196454 w 196399"/>
                  <a:gd name="connsiteY2" fmla="*/ 179795 h 179675"/>
                  <a:gd name="connsiteX3" fmla="*/ 54 w 196399"/>
                  <a:gd name="connsiteY3" fmla="*/ 119 h 17967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399" h="179675">
                    <a:moveTo>
                      <a:pt x="54" y="119"/>
                    </a:moveTo>
                    <a:cubicBezTo>
                      <a:pt x="36279" y="27409"/>
                      <a:pt x="68399" y="57173"/>
                      <a:pt x="101182" y="86757"/>
                    </a:cubicBezTo>
                    <a:cubicBezTo>
                      <a:pt x="133966" y="116341"/>
                      <a:pt x="166085" y="146407"/>
                      <a:pt x="196454" y="179795"/>
                    </a:cubicBezTo>
                    <a:cubicBezTo>
                      <a:pt x="117484" y="136560"/>
                      <a:pt x="50105" y="74930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" name="" descr="83999835-8f3c-4250-892d-3320cba51e70"/>
              <p:cNvSpPr/>
              <p:nvPr/>
            </p:nvSpPr>
            <p:spPr>
              <a:xfrm>
                <a:off x="11556920" y="4741085"/>
                <a:ext cx="237152" cy="112840"/>
              </a:xfrm>
              <a:custGeom>
                <a:gdLst>
                  <a:gd name="connsiteX0" fmla="*/ 54 w 237152"/>
                  <a:gd name="connsiteY0" fmla="*/ 112960 h 112840"/>
                  <a:gd name="connsiteX1" fmla="*/ 116457 w 237152"/>
                  <a:gd name="connsiteY1" fmla="*/ 51679 h 112840"/>
                  <a:gd name="connsiteX2" fmla="*/ 237207 w 237152"/>
                  <a:gd name="connsiteY2" fmla="*/ 119 h 112840"/>
                  <a:gd name="connsiteX3" fmla="*/ 125090 w 237152"/>
                  <a:gd name="connsiteY3" fmla="*/ 70154 h 112840"/>
                  <a:gd name="connsiteX4" fmla="*/ 54 w 237152"/>
                  <a:gd name="connsiteY4" fmla="*/ 112960 h 11284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52" h="112840">
                    <a:moveTo>
                      <a:pt x="54" y="112960"/>
                    </a:moveTo>
                    <a:cubicBezTo>
                      <a:pt x="37789" y="90603"/>
                      <a:pt x="76670" y="70154"/>
                      <a:pt x="116457" y="51679"/>
                    </a:cubicBezTo>
                    <a:cubicBezTo>
                      <a:pt x="155822" y="32468"/>
                      <a:pt x="196091" y="15255"/>
                      <a:pt x="237207" y="119"/>
                    </a:cubicBezTo>
                    <a:cubicBezTo>
                      <a:pt x="202914" y="28085"/>
                      <a:pt x="165240" y="51619"/>
                      <a:pt x="125090" y="70154"/>
                    </a:cubicBezTo>
                    <a:cubicBezTo>
                      <a:pt x="85364" y="89540"/>
                      <a:pt x="43343" y="103915"/>
                      <a:pt x="54" y="11296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31" name="" descr="01e07d50-e01f-43be-a59b-897f888fe86a"/>
            <p:cNvSpPr/>
            <p:nvPr/>
          </p:nvSpPr>
          <p:spPr>
            <a:xfrm>
              <a:off x="1651640" y="5060644"/>
              <a:ext cx="6536970" cy="1797357"/>
            </a:xfrm>
            <a:custGeom>
              <a:gdLst>
                <a:gd name="connsiteX0" fmla="*/ 3383080 w 6536970"/>
                <a:gd name="connsiteY0" fmla="*/ 1299301 h 1797357"/>
                <a:gd name="connsiteX1" fmla="*/ 3793649 w 6536970"/>
                <a:gd name="connsiteY1" fmla="*/ 1549041 h 1797357"/>
                <a:gd name="connsiteX2" fmla="*/ 3842501 w 6536970"/>
                <a:gd name="connsiteY2" fmla="*/ 1687130 h 1797357"/>
                <a:gd name="connsiteX3" fmla="*/ 3861416 w 6536970"/>
                <a:gd name="connsiteY3" fmla="*/ 1797357 h 1797357"/>
                <a:gd name="connsiteX4" fmla="*/ 3749452 w 6536970"/>
                <a:gd name="connsiteY4" fmla="*/ 1797357 h 1797357"/>
                <a:gd name="connsiteX5" fmla="*/ 3735566 w 6536970"/>
                <a:gd name="connsiteY5" fmla="*/ 1724628 h 1797357"/>
                <a:gd name="connsiteX6" fmla="*/ 3693185 w 6536970"/>
                <a:gd name="connsiteY6" fmla="*/ 1599636 h 1797357"/>
                <a:gd name="connsiteX7" fmla="*/ 2667838 w 6536970"/>
                <a:gd name="connsiteY7" fmla="*/ 1658078 h 1797357"/>
                <a:gd name="connsiteX8" fmla="*/ 2398821 w 6536970"/>
                <a:gd name="connsiteY8" fmla="*/ 1775233 h 1797357"/>
                <a:gd name="connsiteX9" fmla="*/ 2334704 w 6536970"/>
                <a:gd name="connsiteY9" fmla="*/ 1797357 h 1797357"/>
                <a:gd name="connsiteX10" fmla="*/ 1877929 w 6536970"/>
                <a:gd name="connsiteY10" fmla="*/ 1797357 h 1797357"/>
                <a:gd name="connsiteX11" fmla="*/ 2083637 w 6536970"/>
                <a:gd name="connsiteY11" fmla="*/ 1755507 h 1797357"/>
                <a:gd name="connsiteX12" fmla="*/ 2617365 w 6536970"/>
                <a:gd name="connsiteY12" fmla="*/ 1557434 h 1797357"/>
                <a:gd name="connsiteX13" fmla="*/ 3296220 w 6536970"/>
                <a:gd name="connsiteY13" fmla="*/ 1305369 h 1797357"/>
                <a:gd name="connsiteX14" fmla="*/ 3299239 w 6536970"/>
                <a:gd name="connsiteY14" fmla="*/ 1304946 h 1797357"/>
                <a:gd name="connsiteX15" fmla="*/ 3383080 w 6536970"/>
                <a:gd name="connsiteY15" fmla="*/ 1299301 h 1797357"/>
                <a:gd name="connsiteX16" fmla="*/ 61266 w 6536970"/>
                <a:gd name="connsiteY16" fmla="*/ 531089 h 1797357"/>
                <a:gd name="connsiteX17" fmla="*/ 109514 w 6536970"/>
                <a:gd name="connsiteY17" fmla="*/ 568614 h 1797357"/>
                <a:gd name="connsiteX18" fmla="*/ 446889 w 6536970"/>
                <a:gd name="connsiteY18" fmla="*/ 824784 h 1797357"/>
                <a:gd name="connsiteX19" fmla="*/ 778951 w 6536970"/>
                <a:gd name="connsiteY19" fmla="*/ 1459928 h 1797357"/>
                <a:gd name="connsiteX20" fmla="*/ 841680 w 6536970"/>
                <a:gd name="connsiteY20" fmla="*/ 1677278 h 1797357"/>
                <a:gd name="connsiteX21" fmla="*/ 965487 w 6536970"/>
                <a:gd name="connsiteY21" fmla="*/ 1752678 h 1797357"/>
                <a:gd name="connsiteX22" fmla="*/ 1108859 w 6536970"/>
                <a:gd name="connsiteY22" fmla="*/ 1797357 h 1797357"/>
                <a:gd name="connsiteX23" fmla="*/ 815590 w 6536970"/>
                <a:gd name="connsiteY23" fmla="*/ 1797357 h 1797357"/>
                <a:gd name="connsiteX24" fmla="*/ 767842 w 6536970"/>
                <a:gd name="connsiteY24" fmla="*/ 1762104 h 1797357"/>
                <a:gd name="connsiteX25" fmla="*/ 672510 w 6536970"/>
                <a:gd name="connsiteY25" fmla="*/ 1423643 h 1797357"/>
                <a:gd name="connsiteX26" fmla="*/ 406196 w 6536970"/>
                <a:gd name="connsiteY26" fmla="*/ 930078 h 1797357"/>
                <a:gd name="connsiteX27" fmla="*/ 2590 w 6536970"/>
                <a:gd name="connsiteY27" fmla="*/ 604054 h 1797357"/>
                <a:gd name="connsiteX28" fmla="*/ 39504 w 6536970"/>
                <a:gd name="connsiteY28" fmla="*/ 533464 h 1797357"/>
                <a:gd name="connsiteX29" fmla="*/ 61266 w 6536970"/>
                <a:gd name="connsiteY29" fmla="*/ 531089 h 1797357"/>
                <a:gd name="connsiteX30" fmla="*/ 6433817 w 6536970"/>
                <a:gd name="connsiteY30" fmla="*/ 625 h 1797357"/>
                <a:gd name="connsiteX31" fmla="*/ 6480088 w 6536970"/>
                <a:gd name="connsiteY31" fmla="*/ 42411 h 1797357"/>
                <a:gd name="connsiteX32" fmla="*/ 6480631 w 6536970"/>
                <a:gd name="connsiteY32" fmla="*/ 44862 h 1797357"/>
                <a:gd name="connsiteX33" fmla="*/ 6165959 w 6536970"/>
                <a:gd name="connsiteY33" fmla="*/ 1758969 h 1797357"/>
                <a:gd name="connsiteX34" fmla="*/ 6139924 w 6536970"/>
                <a:gd name="connsiteY34" fmla="*/ 1797357 h 1797357"/>
                <a:gd name="connsiteX35" fmla="*/ 6003890 w 6536970"/>
                <a:gd name="connsiteY35" fmla="*/ 1797357 h 1797357"/>
                <a:gd name="connsiteX36" fmla="*/ 6067922 w 6536970"/>
                <a:gd name="connsiteY36" fmla="*/ 1703095 h 1797357"/>
                <a:gd name="connsiteX37" fmla="*/ 6370810 w 6536970"/>
                <a:gd name="connsiteY37" fmla="*/ 70401 h 1797357"/>
                <a:gd name="connsiteX38" fmla="*/ 6411442 w 6536970"/>
                <a:gd name="connsiteY38" fmla="*/ 1779 h 1797357"/>
                <a:gd name="connsiteX39" fmla="*/ 6433817 w 6536970"/>
                <a:gd name="connsiteY39" fmla="*/ 625 h 1797357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6536970" h="1797357">
                  <a:moveTo>
                    <a:pt x="3383080" y="1299301"/>
                  </a:moveTo>
                  <a:cubicBezTo>
                    <a:pt x="3571507" y="1298254"/>
                    <a:pt x="3709389" y="1381999"/>
                    <a:pt x="3793649" y="1549041"/>
                  </a:cubicBezTo>
                  <a:cubicBezTo>
                    <a:pt x="3814071" y="1589492"/>
                    <a:pt x="3829976" y="1635943"/>
                    <a:pt x="3842501" y="1687130"/>
                  </a:cubicBezTo>
                  <a:lnTo>
                    <a:pt x="3861416" y="1797357"/>
                  </a:lnTo>
                  <a:lnTo>
                    <a:pt x="3749452" y="1797357"/>
                  </a:lnTo>
                  <a:lnTo>
                    <a:pt x="3735566" y="1724628"/>
                  </a:lnTo>
                  <a:cubicBezTo>
                    <a:pt x="3724625" y="1676942"/>
                    <a:pt x="3710815" y="1634623"/>
                    <a:pt x="3693185" y="1599636"/>
                  </a:cubicBezTo>
                  <a:cubicBezTo>
                    <a:pt x="3539651" y="1295829"/>
                    <a:pt x="3201069" y="1391161"/>
                    <a:pt x="2667838" y="1658078"/>
                  </a:cubicBezTo>
                  <a:cubicBezTo>
                    <a:pt x="2580808" y="1701669"/>
                    <a:pt x="2490755" y="1740822"/>
                    <a:pt x="2398821" y="1775233"/>
                  </a:cubicBezTo>
                  <a:lnTo>
                    <a:pt x="2334704" y="1797357"/>
                  </a:lnTo>
                  <a:lnTo>
                    <a:pt x="1877929" y="1797357"/>
                  </a:lnTo>
                  <a:lnTo>
                    <a:pt x="2083637" y="1755507"/>
                  </a:lnTo>
                  <a:cubicBezTo>
                    <a:pt x="2262029" y="1709918"/>
                    <a:pt x="2443425" y="1644480"/>
                    <a:pt x="2617365" y="1557434"/>
                  </a:cubicBezTo>
                  <a:cubicBezTo>
                    <a:pt x="2847333" y="1442299"/>
                    <a:pt x="3088712" y="1332054"/>
                    <a:pt x="3296220" y="1305369"/>
                  </a:cubicBezTo>
                  <a:lnTo>
                    <a:pt x="3299239" y="1304946"/>
                  </a:lnTo>
                  <a:cubicBezTo>
                    <a:pt x="3328212" y="1301331"/>
                    <a:pt x="3356162" y="1299451"/>
                    <a:pt x="3383080" y="1299301"/>
                  </a:cubicBezTo>
                  <a:close/>
                  <a:moveTo>
                    <a:pt x="61266" y="531089"/>
                  </a:moveTo>
                  <a:cubicBezTo>
                    <a:pt x="82682" y="532974"/>
                    <a:pt x="101989" y="547101"/>
                    <a:pt x="109514" y="568614"/>
                  </a:cubicBezTo>
                  <a:cubicBezTo>
                    <a:pt x="157331" y="712789"/>
                    <a:pt x="297944" y="767187"/>
                    <a:pt x="446889" y="824784"/>
                  </a:cubicBezTo>
                  <a:cubicBezTo>
                    <a:pt x="662850" y="908283"/>
                    <a:pt x="931699" y="1011946"/>
                    <a:pt x="778951" y="1459928"/>
                  </a:cubicBezTo>
                  <a:cubicBezTo>
                    <a:pt x="750212" y="1544151"/>
                    <a:pt x="770740" y="1615152"/>
                    <a:pt x="841680" y="1677278"/>
                  </a:cubicBezTo>
                  <a:cubicBezTo>
                    <a:pt x="874788" y="1706130"/>
                    <a:pt x="916493" y="1731336"/>
                    <a:pt x="965487" y="1752678"/>
                  </a:cubicBezTo>
                  <a:lnTo>
                    <a:pt x="1108859" y="1797357"/>
                  </a:lnTo>
                  <a:lnTo>
                    <a:pt x="815590" y="1797357"/>
                  </a:lnTo>
                  <a:lnTo>
                    <a:pt x="767842" y="1762104"/>
                  </a:lnTo>
                  <a:cubicBezTo>
                    <a:pt x="663091" y="1670636"/>
                    <a:pt x="629282" y="1550792"/>
                    <a:pt x="672510" y="1423643"/>
                  </a:cubicBezTo>
                  <a:cubicBezTo>
                    <a:pt x="790301" y="1078480"/>
                    <a:pt x="629583" y="1016233"/>
                    <a:pt x="406196" y="930078"/>
                  </a:cubicBezTo>
                  <a:cubicBezTo>
                    <a:pt x="247229" y="868617"/>
                    <a:pt x="67071" y="798944"/>
                    <a:pt x="2590" y="604054"/>
                  </a:cubicBezTo>
                  <a:cubicBezTo>
                    <a:pt x="-6707" y="574368"/>
                    <a:pt x="9817" y="542762"/>
                    <a:pt x="39504" y="533464"/>
                  </a:cubicBezTo>
                  <a:cubicBezTo>
                    <a:pt x="46754" y="531193"/>
                    <a:pt x="54127" y="530461"/>
                    <a:pt x="61266" y="531089"/>
                  </a:cubicBezTo>
                  <a:close/>
                  <a:moveTo>
                    <a:pt x="6433817" y="625"/>
                  </a:moveTo>
                  <a:cubicBezTo>
                    <a:pt x="6455558" y="3894"/>
                    <a:pt x="6474292" y="19784"/>
                    <a:pt x="6480088" y="42411"/>
                  </a:cubicBezTo>
                  <a:cubicBezTo>
                    <a:pt x="6480270" y="43226"/>
                    <a:pt x="6480450" y="44041"/>
                    <a:pt x="6480631" y="44862"/>
                  </a:cubicBezTo>
                  <a:cubicBezTo>
                    <a:pt x="6639115" y="728607"/>
                    <a:pt x="6440671" y="1314885"/>
                    <a:pt x="6165959" y="1758969"/>
                  </a:cubicBezTo>
                  <a:lnTo>
                    <a:pt x="6139924" y="1797357"/>
                  </a:lnTo>
                  <a:lnTo>
                    <a:pt x="6003890" y="1797357"/>
                  </a:lnTo>
                  <a:lnTo>
                    <a:pt x="6067922" y="1703095"/>
                  </a:lnTo>
                  <a:cubicBezTo>
                    <a:pt x="6331030" y="1278728"/>
                    <a:pt x="6521506" y="719597"/>
                    <a:pt x="6370810" y="70401"/>
                  </a:cubicBezTo>
                  <a:cubicBezTo>
                    <a:pt x="6363082" y="40231"/>
                    <a:pt x="6381255" y="9506"/>
                    <a:pt x="6411442" y="1779"/>
                  </a:cubicBezTo>
                  <a:cubicBezTo>
                    <a:pt x="6418989" y="-154"/>
                    <a:pt x="6426570" y="-466"/>
                    <a:pt x="6433817" y="625"/>
                  </a:cubicBezTo>
                  <a:close/>
                </a:path>
              </a:pathLst>
            </a:custGeom>
            <a:solidFill>
              <a:srgbClr val="E64B00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" name="" descr="75942b45-f0c3-45af-9569-8478b142332d"/>
            <p:cNvSpPr/>
            <p:nvPr/>
          </p:nvSpPr>
          <p:spPr>
            <a:xfrm>
              <a:off x="7632320" y="4614837"/>
              <a:ext cx="564233" cy="558126"/>
            </a:xfrm>
            <a:custGeom>
              <a:gdLst>
                <a:gd name="connsiteX0" fmla="*/ 546137 w 564233"/>
                <a:gd name="connsiteY0" fmla="*/ 198635 h 558126"/>
                <a:gd name="connsiteX1" fmla="*/ 508524 w 564233"/>
                <a:gd name="connsiteY1" fmla="*/ 441644 h 558126"/>
                <a:gd name="connsiteX2" fmla="*/ 444889 w 564233"/>
                <a:gd name="connsiteY2" fmla="*/ 503528 h 558126"/>
                <a:gd name="connsiteX3" fmla="*/ 54746 w 564233"/>
                <a:gd name="connsiteY3" fmla="*/ 445194 h 558126"/>
                <a:gd name="connsiteX4" fmla="*/ 54988 w 564233"/>
                <a:gd name="connsiteY4" fmla="*/ 113084 h 558126"/>
                <a:gd name="connsiteX5" fmla="*/ 114638 w 564233"/>
                <a:gd name="connsiteY5" fmla="*/ 46672 h 558126"/>
                <a:gd name="connsiteX6" fmla="*/ 198378 w 564233"/>
                <a:gd name="connsiteY6" fmla="*/ 12137 h 558126"/>
                <a:gd name="connsiteX7" fmla="*/ 546017 w 564233"/>
                <a:gd name="connsiteY7" fmla="*/ 198328 h 558126"/>
                <a:gd name="connsiteX8" fmla="*/ 546137 w 564233"/>
                <a:gd name="connsiteY8" fmla="*/ 198635 h 55812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4233" h="558126">
                  <a:moveTo>
                    <a:pt x="546137" y="198635"/>
                  </a:moveTo>
                  <a:cubicBezTo>
                    <a:pt x="576687" y="299884"/>
                    <a:pt x="571555" y="365572"/>
                    <a:pt x="508524" y="441644"/>
                  </a:cubicBezTo>
                  <a:cubicBezTo>
                    <a:pt x="488781" y="463705"/>
                    <a:pt x="467469" y="484383"/>
                    <a:pt x="444889" y="503528"/>
                  </a:cubicBezTo>
                  <a:cubicBezTo>
                    <a:pt x="321060" y="595153"/>
                    <a:pt x="146396" y="569035"/>
                    <a:pt x="54746" y="445194"/>
                  </a:cubicBezTo>
                  <a:cubicBezTo>
                    <a:pt x="-18247" y="346505"/>
                    <a:pt x="-18186" y="211676"/>
                    <a:pt x="54988" y="113084"/>
                  </a:cubicBezTo>
                  <a:cubicBezTo>
                    <a:pt x="73583" y="89828"/>
                    <a:pt x="93507" y="67652"/>
                    <a:pt x="114638" y="46672"/>
                  </a:cubicBezTo>
                  <a:cubicBezTo>
                    <a:pt x="218061" y="46128"/>
                    <a:pt x="149535" y="26869"/>
                    <a:pt x="198378" y="12137"/>
                  </a:cubicBezTo>
                  <a:cubicBezTo>
                    <a:pt x="345813" y="-32456"/>
                    <a:pt x="501460" y="50904"/>
                    <a:pt x="546017" y="198328"/>
                  </a:cubicBezTo>
                  <a:cubicBezTo>
                    <a:pt x="546077" y="198430"/>
                    <a:pt x="546077" y="198533"/>
                    <a:pt x="546137" y="198635"/>
                  </a:cubicBezTo>
                  <a:close/>
                </a:path>
              </a:pathLst>
            </a:custGeom>
            <a:solidFill>
              <a:srgbClr val="C23F00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" name="" descr="0f047eff-60a1-4f62-b810-9f4b7df7e9af"/>
            <p:cNvSpPr/>
            <p:nvPr/>
          </p:nvSpPr>
          <p:spPr>
            <a:xfrm>
              <a:off x="7660012" y="4584978"/>
              <a:ext cx="557889" cy="557906"/>
            </a:xfrm>
            <a:custGeom>
              <a:gdLst>
                <a:gd name="connsiteX0" fmla="*/ 545977 w 557889"/>
                <a:gd name="connsiteY0" fmla="*/ 198488 h 557906"/>
                <a:gd name="connsiteX1" fmla="*/ 359599 w 557889"/>
                <a:gd name="connsiteY1" fmla="*/ 546054 h 557906"/>
                <a:gd name="connsiteX2" fmla="*/ 12022 w 557889"/>
                <a:gd name="connsiteY2" fmla="*/ 359670 h 557906"/>
                <a:gd name="connsiteX3" fmla="*/ 198399 w 557889"/>
                <a:gd name="connsiteY3" fmla="*/ 12111 h 557906"/>
                <a:gd name="connsiteX4" fmla="*/ 545916 w 557889"/>
                <a:gd name="connsiteY4" fmla="*/ 198355 h 557906"/>
                <a:gd name="connsiteX5" fmla="*/ 545977 w 557889"/>
                <a:gd name="connsiteY5" fmla="*/ 198488 h 557906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889" h="557906">
                  <a:moveTo>
                    <a:pt x="545977" y="198488"/>
                  </a:moveTo>
                  <a:cubicBezTo>
                    <a:pt x="590473" y="345935"/>
                    <a:pt x="507035" y="501545"/>
                    <a:pt x="359599" y="546054"/>
                  </a:cubicBezTo>
                  <a:cubicBezTo>
                    <a:pt x="212165" y="590562"/>
                    <a:pt x="56518" y="507112"/>
                    <a:pt x="12022" y="359670"/>
                  </a:cubicBezTo>
                  <a:cubicBezTo>
                    <a:pt x="-32475" y="212229"/>
                    <a:pt x="50963" y="56625"/>
                    <a:pt x="198399" y="12111"/>
                  </a:cubicBezTo>
                  <a:cubicBezTo>
                    <a:pt x="345774" y="-32428"/>
                    <a:pt x="501420" y="50956"/>
                    <a:pt x="545916" y="198355"/>
                  </a:cubicBezTo>
                  <a:cubicBezTo>
                    <a:pt x="545977" y="198403"/>
                    <a:pt x="545977" y="198445"/>
                    <a:pt x="545977" y="198488"/>
                  </a:cubicBezTo>
                  <a:close/>
                </a:path>
              </a:pathLst>
            </a:custGeom>
            <a:solidFill>
              <a:srgbClr val="E64B00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" name="" descr="44fb251e-5245-447c-bceb-b997bbdb2c37"/>
            <p:cNvSpPr/>
            <p:nvPr/>
          </p:nvSpPr>
          <p:spPr>
            <a:xfrm>
              <a:off x="7764774" y="4652469"/>
              <a:ext cx="399441" cy="399425"/>
            </a:xfrm>
            <a:custGeom>
              <a:gdLst>
                <a:gd name="connsiteX0" fmla="*/ 390922 w 399441"/>
                <a:gd name="connsiteY0" fmla="*/ 142166 h 399425"/>
                <a:gd name="connsiteX1" fmla="*/ 257433 w 399441"/>
                <a:gd name="connsiteY1" fmla="*/ 390983 h 399425"/>
                <a:gd name="connsiteX2" fmla="*/ 8629 w 399441"/>
                <a:gd name="connsiteY2" fmla="*/ 257494 h 399425"/>
                <a:gd name="connsiteX3" fmla="*/ 142117 w 399441"/>
                <a:gd name="connsiteY3" fmla="*/ 8684 h 399425"/>
                <a:gd name="connsiteX4" fmla="*/ 142117 w 399441"/>
                <a:gd name="connsiteY4" fmla="*/ 8678 h 399425"/>
                <a:gd name="connsiteX5" fmla="*/ 390922 w 399441"/>
                <a:gd name="connsiteY5" fmla="*/ 142166 h 399425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441" h="399425">
                  <a:moveTo>
                    <a:pt x="390922" y="142166"/>
                  </a:moveTo>
                  <a:cubicBezTo>
                    <a:pt x="422800" y="247738"/>
                    <a:pt x="363029" y="359136"/>
                    <a:pt x="257433" y="390983"/>
                  </a:cubicBezTo>
                  <a:cubicBezTo>
                    <a:pt x="151838" y="422831"/>
                    <a:pt x="40446" y="363066"/>
                    <a:pt x="8629" y="257494"/>
                  </a:cubicBezTo>
                  <a:cubicBezTo>
                    <a:pt x="-23249" y="151929"/>
                    <a:pt x="36522" y="40531"/>
                    <a:pt x="142117" y="8684"/>
                  </a:cubicBezTo>
                  <a:cubicBezTo>
                    <a:pt x="142117" y="8678"/>
                    <a:pt x="142117" y="8678"/>
                    <a:pt x="142117" y="8678"/>
                  </a:cubicBezTo>
                  <a:cubicBezTo>
                    <a:pt x="247713" y="-23164"/>
                    <a:pt x="359104" y="36601"/>
                    <a:pt x="390922" y="142166"/>
                  </a:cubicBezTo>
                  <a:close/>
                </a:path>
              </a:pathLst>
            </a:custGeom>
            <a:solidFill>
              <a:srgbClr val="FFA400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" name="" descr="f67fc6f9-9ff3-4e60-8739-6213b41dcb7c"/>
            <p:cNvSpPr/>
            <p:nvPr/>
          </p:nvSpPr>
          <p:spPr>
            <a:xfrm>
              <a:off x="822286" y="4702067"/>
              <a:ext cx="1234999" cy="398321"/>
            </a:xfrm>
            <a:custGeom>
              <a:gdLst>
                <a:gd name="connsiteX0" fmla="*/ 6257 w 1234999"/>
                <a:gd name="connsiteY0" fmla="*/ 299654 h 398321"/>
                <a:gd name="connsiteX1" fmla="*/ 278608 w 1234999"/>
                <a:gd name="connsiteY1" fmla="*/ 393899 h 398321"/>
                <a:gd name="connsiteX2" fmla="*/ 616707 w 1234999"/>
                <a:gd name="connsiteY2" fmla="*/ 373975 h 398321"/>
                <a:gd name="connsiteX3" fmla="*/ 1228667 w 1234999"/>
                <a:gd name="connsiteY3" fmla="*/ 37869 h 398321"/>
                <a:gd name="connsiteX4" fmla="*/ 1196427 w 1234999"/>
                <a:gd name="connsiteY4" fmla="*/ 6896 h 398321"/>
                <a:gd name="connsiteX5" fmla="*/ 650336 w 1234999"/>
                <a:gd name="connsiteY5" fmla="*/ 320121 h 398321"/>
                <a:gd name="connsiteX6" fmla="*/ 348884 w 1234999"/>
                <a:gd name="connsiteY6" fmla="*/ 352965 h 398321"/>
                <a:gd name="connsiteX7" fmla="*/ 36203 w 1234999"/>
                <a:gd name="connsiteY7" fmla="*/ 266629 h 398321"/>
                <a:gd name="connsiteX8" fmla="*/ 6016 w 1234999"/>
                <a:gd name="connsiteY8" fmla="*/ 299956 h 398321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999" h="398321">
                  <a:moveTo>
                    <a:pt x="6257" y="299654"/>
                  </a:moveTo>
                  <a:cubicBezTo>
                    <a:pt x="73092" y="375424"/>
                    <a:pt x="185389" y="385326"/>
                    <a:pt x="278608" y="393899"/>
                  </a:cubicBezTo>
                  <a:cubicBezTo>
                    <a:pt x="391672" y="403976"/>
                    <a:pt x="505606" y="397262"/>
                    <a:pt x="616707" y="373975"/>
                  </a:cubicBezTo>
                  <a:cubicBezTo>
                    <a:pt x="849543" y="325193"/>
                    <a:pt x="1062582" y="208186"/>
                    <a:pt x="1228667" y="37869"/>
                  </a:cubicBezTo>
                  <a:cubicBezTo>
                    <a:pt x="1248832" y="17281"/>
                    <a:pt x="1216592" y="-13691"/>
                    <a:pt x="1196427" y="6896"/>
                  </a:cubicBezTo>
                  <a:cubicBezTo>
                    <a:pt x="1046951" y="159904"/>
                    <a:pt x="857881" y="268350"/>
                    <a:pt x="650336" y="320121"/>
                  </a:cubicBezTo>
                  <a:cubicBezTo>
                    <a:pt x="551792" y="344621"/>
                    <a:pt x="450393" y="355670"/>
                    <a:pt x="348884" y="352965"/>
                  </a:cubicBezTo>
                  <a:cubicBezTo>
                    <a:pt x="250534" y="350248"/>
                    <a:pt x="107385" y="347229"/>
                    <a:pt x="36203" y="266629"/>
                  </a:cubicBezTo>
                  <a:cubicBezTo>
                    <a:pt x="17125" y="245015"/>
                    <a:pt x="-12761" y="278704"/>
                    <a:pt x="6016" y="299956"/>
                  </a:cubicBezTo>
                  <a:close/>
                </a:path>
              </a:pathLst>
            </a:custGeom>
            <a:solidFill>
              <a:srgbClr val="F6F7F9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" name="" descr="538a8272-1636-43e0-9572-29f889fb6a2f"/>
            <p:cNvSpPr/>
            <p:nvPr/>
          </p:nvSpPr>
          <p:spPr>
            <a:xfrm>
              <a:off x="260985" y="3358905"/>
              <a:ext cx="924714" cy="2022152"/>
            </a:xfrm>
            <a:custGeom>
              <a:gdLst>
                <a:gd name="connsiteX0" fmla="*/ 912661 w 924714"/>
                <a:gd name="connsiteY0" fmla="*/ 1971195 h 2022152"/>
                <a:gd name="connsiteX1" fmla="*/ 284762 w 924714"/>
                <a:gd name="connsiteY1" fmla="*/ 1033392 h 2022152"/>
                <a:gd name="connsiteX2" fmla="*/ 93857 w 924714"/>
                <a:gd name="connsiteY2" fmla="*/ 511210 h 2022152"/>
                <a:gd name="connsiteX3" fmla="*/ 288506 w 924714"/>
                <a:gd name="connsiteY3" fmla="*/ 90095 h 2022152"/>
                <a:gd name="connsiteX4" fmla="*/ 263329 w 924714"/>
                <a:gd name="connsiteY4" fmla="*/ 2974 h 2022152"/>
                <a:gd name="connsiteX5" fmla="*/ 4623 w 924714"/>
                <a:gd name="connsiteY5" fmla="*/ 357496 h 2022152"/>
                <a:gd name="connsiteX6" fmla="*/ 143908 w 924714"/>
                <a:gd name="connsiteY6" fmla="*/ 938181 h 2022152"/>
                <a:gd name="connsiteX7" fmla="*/ 734917 w 924714"/>
                <a:gd name="connsiteY7" fmla="*/ 1899349 h 2022152"/>
                <a:gd name="connsiteX8" fmla="*/ 910004 w 924714"/>
                <a:gd name="connsiteY8" fmla="*/ 2016235 h 2022152"/>
                <a:gd name="connsiteX9" fmla="*/ 920328 w 924714"/>
                <a:gd name="connsiteY9" fmla="*/ 2022272 h 2022152"/>
                <a:gd name="connsiteX10" fmla="*/ 912661 w 924714"/>
                <a:gd name="connsiteY10" fmla="*/ 1971195 h 202215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24713" h="2022152">
                  <a:moveTo>
                    <a:pt x="912661" y="1971195"/>
                  </a:moveTo>
                  <a:cubicBezTo>
                    <a:pt x="661135" y="1689033"/>
                    <a:pt x="449834" y="1373441"/>
                    <a:pt x="284762" y="1033392"/>
                  </a:cubicBezTo>
                  <a:cubicBezTo>
                    <a:pt x="205732" y="870923"/>
                    <a:pt x="118430" y="693361"/>
                    <a:pt x="93857" y="511210"/>
                  </a:cubicBezTo>
                  <a:cubicBezTo>
                    <a:pt x="71941" y="347111"/>
                    <a:pt x="122414" y="150893"/>
                    <a:pt x="288506" y="90095"/>
                  </a:cubicBezTo>
                  <a:cubicBezTo>
                    <a:pt x="341817" y="70594"/>
                    <a:pt x="316580" y="-16647"/>
                    <a:pt x="263329" y="2974"/>
                  </a:cubicBezTo>
                  <a:cubicBezTo>
                    <a:pt x="115954" y="56950"/>
                    <a:pt x="24366" y="200340"/>
                    <a:pt x="4623" y="357496"/>
                  </a:cubicBezTo>
                  <a:cubicBezTo>
                    <a:pt x="-20855" y="559993"/>
                    <a:pt x="64998" y="758445"/>
                    <a:pt x="143908" y="938181"/>
                  </a:cubicBezTo>
                  <a:cubicBezTo>
                    <a:pt x="295569" y="1282921"/>
                    <a:pt x="499274" y="1610093"/>
                    <a:pt x="734917" y="1899349"/>
                  </a:cubicBezTo>
                  <a:cubicBezTo>
                    <a:pt x="757618" y="1927182"/>
                    <a:pt x="897326" y="2009835"/>
                    <a:pt x="910004" y="2016235"/>
                  </a:cubicBezTo>
                  <a:cubicBezTo>
                    <a:pt x="913554" y="2018058"/>
                    <a:pt x="917002" y="2020074"/>
                    <a:pt x="920328" y="2022272"/>
                  </a:cubicBezTo>
                  <a:cubicBezTo>
                    <a:pt x="928352" y="2005264"/>
                    <a:pt x="925328" y="1985099"/>
                    <a:pt x="912661" y="1971195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" name="" descr="cde0b35e-8ac4-4d20-87e9-1cf5068f216d"/>
            <p:cNvSpPr/>
            <p:nvPr/>
          </p:nvSpPr>
          <p:spPr>
            <a:xfrm>
              <a:off x="390409" y="3358905"/>
              <a:ext cx="188558" cy="177338"/>
            </a:xfrm>
            <a:custGeom>
              <a:gdLst>
                <a:gd name="connsiteX0" fmla="*/ 39298 w 188558"/>
                <a:gd name="connsiteY0" fmla="*/ 177458 h 177338"/>
                <a:gd name="connsiteX1" fmla="*/ 159082 w 188558"/>
                <a:gd name="connsiteY1" fmla="*/ 90095 h 177338"/>
                <a:gd name="connsiteX2" fmla="*/ 133905 w 188558"/>
                <a:gd name="connsiteY2" fmla="*/ 2974 h 177338"/>
                <a:gd name="connsiteX3" fmla="*/ 54 w 188558"/>
                <a:gd name="connsiteY3" fmla="*/ 89854 h 177338"/>
                <a:gd name="connsiteX4" fmla="*/ 39298 w 188558"/>
                <a:gd name="connsiteY4" fmla="*/ 177458 h 177338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8558" h="177338">
                  <a:moveTo>
                    <a:pt x="39298" y="177458"/>
                  </a:moveTo>
                  <a:cubicBezTo>
                    <a:pt x="70203" y="137641"/>
                    <a:pt x="111724" y="107357"/>
                    <a:pt x="159082" y="90095"/>
                  </a:cubicBezTo>
                  <a:cubicBezTo>
                    <a:pt x="212393" y="70594"/>
                    <a:pt x="187156" y="-16647"/>
                    <a:pt x="133905" y="2974"/>
                  </a:cubicBezTo>
                  <a:cubicBezTo>
                    <a:pt x="83403" y="21660"/>
                    <a:pt x="37685" y="51335"/>
                    <a:pt x="54" y="89854"/>
                  </a:cubicBezTo>
                  <a:cubicBezTo>
                    <a:pt x="6368" y="121641"/>
                    <a:pt x="19784" y="151587"/>
                    <a:pt x="39298" y="177458"/>
                  </a:cubicBezTo>
                  <a:close/>
                </a:path>
              </a:pathLst>
            </a:custGeom>
            <a:solidFill>
              <a:srgbClr val="F6F7F9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" name="" descr="51bc208d-c831-40ae-a58a-127174a3a3e6"/>
            <p:cNvSpPr/>
            <p:nvPr/>
          </p:nvSpPr>
          <p:spPr>
            <a:xfrm>
              <a:off x="466025" y="3288812"/>
              <a:ext cx="235577" cy="195389"/>
            </a:xfrm>
            <a:custGeom>
              <a:gdLst>
                <a:gd name="connsiteX0" fmla="*/ 36676 w 235577"/>
                <a:gd name="connsiteY0" fmla="*/ 17040 h 195389"/>
                <a:gd name="connsiteX1" fmla="*/ 873 w 235577"/>
                <a:gd name="connsiteY1" fmla="*/ 90697 h 195389"/>
                <a:gd name="connsiteX2" fmla="*/ 108763 w 235577"/>
                <a:gd name="connsiteY2" fmla="*/ 194602 h 195389"/>
                <a:gd name="connsiteX3" fmla="*/ 228607 w 235577"/>
                <a:gd name="connsiteY3" fmla="*/ 54170 h 195389"/>
                <a:gd name="connsiteX4" fmla="*/ 36676 w 235577"/>
                <a:gd name="connsiteY4" fmla="*/ 17040 h 195389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577" h="195389">
                  <a:moveTo>
                    <a:pt x="36676" y="17040"/>
                  </a:moveTo>
                  <a:cubicBezTo>
                    <a:pt x="11801" y="29477"/>
                    <a:pt x="-3776" y="53265"/>
                    <a:pt x="873" y="90697"/>
                  </a:cubicBezTo>
                  <a:cubicBezTo>
                    <a:pt x="6609" y="137125"/>
                    <a:pt x="58652" y="204081"/>
                    <a:pt x="108763" y="194602"/>
                  </a:cubicBezTo>
                  <a:cubicBezTo>
                    <a:pt x="174028" y="182104"/>
                    <a:pt x="261089" y="139118"/>
                    <a:pt x="228607" y="54170"/>
                  </a:cubicBezTo>
                  <a:cubicBezTo>
                    <a:pt x="205242" y="-7050"/>
                    <a:pt x="93186" y="-11457"/>
                    <a:pt x="36676" y="17040"/>
                  </a:cubicBezTo>
                  <a:close/>
                </a:path>
              </a:pathLst>
            </a:custGeom>
            <a:solidFill>
              <a:srgbClr val="E64B00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" name="" descr="bf2c9874-943e-477d-bdf7-b395a23b4048"/>
            <p:cNvSpPr/>
            <p:nvPr/>
          </p:nvSpPr>
          <p:spPr>
            <a:xfrm>
              <a:off x="1394094" y="3093030"/>
              <a:ext cx="680340" cy="2043932"/>
            </a:xfrm>
            <a:custGeom>
              <a:gdLst>
                <a:gd name="connsiteX0" fmla="*/ 435827 w 680340"/>
                <a:gd name="connsiteY0" fmla="*/ 158665 h 2043932"/>
                <a:gd name="connsiteX1" fmla="*/ 30712 w 680340"/>
                <a:gd name="connsiteY1" fmla="*/ 11411 h 2043932"/>
                <a:gd name="connsiteX2" fmla="*/ 56130 w 680340"/>
                <a:gd name="connsiteY2" fmla="*/ 98532 h 2043932"/>
                <a:gd name="connsiteX3" fmla="*/ 443615 w 680340"/>
                <a:gd name="connsiteY3" fmla="*/ 337918 h 2043932"/>
                <a:gd name="connsiteX4" fmla="*/ 564365 w 680340"/>
                <a:gd name="connsiteY4" fmla="*/ 882016 h 2043932"/>
                <a:gd name="connsiteX5" fmla="*/ 542992 w 680340"/>
                <a:gd name="connsiteY5" fmla="*/ 2022558 h 2043932"/>
                <a:gd name="connsiteX6" fmla="*/ 544381 w 680340"/>
                <a:gd name="connsiteY6" fmla="*/ 2044052 h 2043932"/>
                <a:gd name="connsiteX7" fmla="*/ 585013 w 680340"/>
                <a:gd name="connsiteY7" fmla="*/ 2024430 h 2043932"/>
                <a:gd name="connsiteX8" fmla="*/ 632408 w 680340"/>
                <a:gd name="connsiteY8" fmla="*/ 2017426 h 2043932"/>
                <a:gd name="connsiteX9" fmla="*/ 630657 w 680340"/>
                <a:gd name="connsiteY9" fmla="*/ 722023 h 2043932"/>
                <a:gd name="connsiteX10" fmla="*/ 435827 w 680340"/>
                <a:gd name="connsiteY10" fmla="*/ 158665 h 204393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80340" h="2043931">
                  <a:moveTo>
                    <a:pt x="435827" y="158665"/>
                  </a:moveTo>
                  <a:cubicBezTo>
                    <a:pt x="335303" y="39063"/>
                    <a:pt x="182253" y="-27953"/>
                    <a:pt x="30712" y="11411"/>
                  </a:cubicBezTo>
                  <a:cubicBezTo>
                    <a:pt x="-24410" y="25720"/>
                    <a:pt x="1370" y="112780"/>
                    <a:pt x="56130" y="98532"/>
                  </a:cubicBezTo>
                  <a:cubicBezTo>
                    <a:pt x="226990" y="54217"/>
                    <a:pt x="374003" y="188732"/>
                    <a:pt x="443615" y="337918"/>
                  </a:cubicBezTo>
                  <a:cubicBezTo>
                    <a:pt x="520895" y="503587"/>
                    <a:pt x="542932" y="701556"/>
                    <a:pt x="564365" y="882016"/>
                  </a:cubicBezTo>
                  <a:cubicBezTo>
                    <a:pt x="608717" y="1261418"/>
                    <a:pt x="601526" y="1645082"/>
                    <a:pt x="542992" y="2022558"/>
                  </a:cubicBezTo>
                  <a:cubicBezTo>
                    <a:pt x="541833" y="2029737"/>
                    <a:pt x="542304" y="2037084"/>
                    <a:pt x="544381" y="2044052"/>
                  </a:cubicBezTo>
                  <a:cubicBezTo>
                    <a:pt x="556824" y="2035448"/>
                    <a:pt x="570535" y="2028825"/>
                    <a:pt x="585013" y="2024430"/>
                  </a:cubicBezTo>
                  <a:cubicBezTo>
                    <a:pt x="600306" y="2019461"/>
                    <a:pt x="616330" y="2017094"/>
                    <a:pt x="632408" y="2017426"/>
                  </a:cubicBezTo>
                  <a:cubicBezTo>
                    <a:pt x="696972" y="1587992"/>
                    <a:pt x="696381" y="1151276"/>
                    <a:pt x="630657" y="722023"/>
                  </a:cubicBezTo>
                  <a:cubicBezTo>
                    <a:pt x="600349" y="527012"/>
                    <a:pt x="565392" y="312802"/>
                    <a:pt x="435827" y="158665"/>
                  </a:cubicBezTo>
                  <a:close/>
                </a:path>
              </a:pathLst>
            </a:custGeom>
            <a:solidFill>
              <a:srgbClr val="FFFFFF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" name="" descr="2dfa18ad-c0e7-43f8-867c-29e4d5e987a2"/>
            <p:cNvSpPr/>
            <p:nvPr/>
          </p:nvSpPr>
          <p:spPr>
            <a:xfrm>
              <a:off x="1394094" y="3093151"/>
              <a:ext cx="203210" cy="102518"/>
            </a:xfrm>
            <a:custGeom>
              <a:gdLst>
                <a:gd name="connsiteX0" fmla="*/ 202599 w 203210"/>
                <a:gd name="connsiteY0" fmla="*/ 102637 h 102518"/>
                <a:gd name="connsiteX1" fmla="*/ 56130 w 203210"/>
                <a:gd name="connsiteY1" fmla="*/ 98411 h 102518"/>
                <a:gd name="connsiteX2" fmla="*/ 30712 w 203210"/>
                <a:gd name="connsiteY2" fmla="*/ 11290 h 102518"/>
                <a:gd name="connsiteX3" fmla="*/ 188592 w 203210"/>
                <a:gd name="connsiteY3" fmla="*/ 7125 h 102518"/>
                <a:gd name="connsiteX4" fmla="*/ 202599 w 203210"/>
                <a:gd name="connsiteY4" fmla="*/ 102637 h 102518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210" h="102518">
                  <a:moveTo>
                    <a:pt x="202599" y="102637"/>
                  </a:moveTo>
                  <a:cubicBezTo>
                    <a:pt x="155199" y="87169"/>
                    <a:pt x="104345" y="85702"/>
                    <a:pt x="56130" y="98411"/>
                  </a:cubicBezTo>
                  <a:cubicBezTo>
                    <a:pt x="1370" y="112660"/>
                    <a:pt x="-24410" y="25599"/>
                    <a:pt x="30712" y="11290"/>
                  </a:cubicBezTo>
                  <a:cubicBezTo>
                    <a:pt x="82344" y="-2034"/>
                    <a:pt x="136332" y="-3459"/>
                    <a:pt x="188592" y="7125"/>
                  </a:cubicBezTo>
                  <a:cubicBezTo>
                    <a:pt x="200359" y="37511"/>
                    <a:pt x="205147" y="70150"/>
                    <a:pt x="202599" y="102637"/>
                  </a:cubicBezTo>
                  <a:close/>
                </a:path>
              </a:pathLst>
            </a:custGeom>
            <a:solidFill>
              <a:srgbClr val="F6F7F9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" name="" descr="acb0aa3a-e3e9-40d8-9b0c-452a38b5d283"/>
            <p:cNvSpPr/>
            <p:nvPr/>
          </p:nvSpPr>
          <p:spPr>
            <a:xfrm>
              <a:off x="1271144" y="3044714"/>
              <a:ext cx="221080" cy="210280"/>
            </a:xfrm>
            <a:custGeom>
              <a:gdLst>
                <a:gd name="connsiteX0" fmla="*/ 141466 w 221080"/>
                <a:gd name="connsiteY0" fmla="*/ 862 h 210280"/>
                <a:gd name="connsiteX1" fmla="*/ 210716 w 221080"/>
                <a:gd name="connsiteY1" fmla="*/ 41735 h 210280"/>
                <a:gd name="connsiteX2" fmla="*/ 176423 w 221080"/>
                <a:gd name="connsiteY2" fmla="*/ 189956 h 210280"/>
                <a:gd name="connsiteX3" fmla="*/ 1336 w 221080"/>
                <a:gd name="connsiteY3" fmla="*/ 141656 h 210280"/>
                <a:gd name="connsiteX4" fmla="*/ 141466 w 221080"/>
                <a:gd name="connsiteY4" fmla="*/ 862 h 210280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080" h="210279">
                  <a:moveTo>
                    <a:pt x="141466" y="862"/>
                  </a:moveTo>
                  <a:cubicBezTo>
                    <a:pt x="168756" y="-3002"/>
                    <a:pt x="194536" y="7865"/>
                    <a:pt x="210716" y="41735"/>
                  </a:cubicBezTo>
                  <a:cubicBezTo>
                    <a:pt x="230761" y="83696"/>
                    <a:pt x="223214" y="169187"/>
                    <a:pt x="176423" y="189956"/>
                  </a:cubicBezTo>
                  <a:cubicBezTo>
                    <a:pt x="115324" y="216943"/>
                    <a:pt x="19811" y="230950"/>
                    <a:pt x="1336" y="141656"/>
                  </a:cubicBezTo>
                  <a:cubicBezTo>
                    <a:pt x="-11826" y="77296"/>
                    <a:pt x="79280" y="9676"/>
                    <a:pt x="141466" y="862"/>
                  </a:cubicBezTo>
                  <a:close/>
                </a:path>
              </a:pathLst>
            </a:custGeom>
            <a:solidFill>
              <a:srgbClr val="E64B00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" name="" descr="5414be71-c207-4d93-8cae-80053afd8cde"/>
            <p:cNvSpPr/>
            <p:nvPr/>
          </p:nvSpPr>
          <p:spPr>
            <a:xfrm>
              <a:off x="995848" y="4986146"/>
              <a:ext cx="1044122" cy="659821"/>
            </a:xfrm>
            <a:custGeom>
              <a:gdLst>
                <a:gd name="connsiteX0" fmla="*/ 698773 w 1044122"/>
                <a:gd name="connsiteY0" fmla="*/ 514453 h 659821"/>
                <a:gd name="connsiteX1" fmla="*/ 719119 w 1044122"/>
                <a:gd name="connsiteY1" fmla="*/ 582374 h 659821"/>
                <a:gd name="connsiteX2" fmla="*/ 686529 w 1044122"/>
                <a:gd name="connsiteY2" fmla="*/ 642405 h 659821"/>
                <a:gd name="connsiteX3" fmla="*/ 683860 w 1044122"/>
                <a:gd name="connsiteY3" fmla="*/ 643111 h 659821"/>
                <a:gd name="connsiteX4" fmla="*/ 608512 w 1044122"/>
                <a:gd name="connsiteY4" fmla="*/ 658990 h 659821"/>
                <a:gd name="connsiteX5" fmla="*/ 557918 w 1044122"/>
                <a:gd name="connsiteY5" fmla="*/ 633995 h 659821"/>
                <a:gd name="connsiteX6" fmla="*/ 517950 w 1044122"/>
                <a:gd name="connsiteY6" fmla="*/ 550919 h 659821"/>
                <a:gd name="connsiteX7" fmla="*/ 54 w 1044122"/>
                <a:gd name="connsiteY7" fmla="*/ 272108 h 659821"/>
                <a:gd name="connsiteX8" fmla="*/ 78542 w 1044122"/>
                <a:gd name="connsiteY8" fmla="*/ 228336 h 659821"/>
                <a:gd name="connsiteX9" fmla="*/ 571865 w 1044122"/>
                <a:gd name="connsiteY9" fmla="*/ 442546 h 659821"/>
                <a:gd name="connsiteX10" fmla="*/ 959290 w 1044122"/>
                <a:gd name="connsiteY10" fmla="*/ 119 h 659821"/>
                <a:gd name="connsiteX11" fmla="*/ 1044177 w 1044122"/>
                <a:gd name="connsiteY11" fmla="*/ 26503 h 659821"/>
                <a:gd name="connsiteX12" fmla="*/ 698773 w 1044122"/>
                <a:gd name="connsiteY12" fmla="*/ 514453 h 659821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4122" h="659821">
                  <a:moveTo>
                    <a:pt x="698773" y="514453"/>
                  </a:moveTo>
                  <a:cubicBezTo>
                    <a:pt x="704387" y="531599"/>
                    <a:pt x="712297" y="558526"/>
                    <a:pt x="719119" y="582374"/>
                  </a:cubicBezTo>
                  <a:cubicBezTo>
                    <a:pt x="726696" y="607949"/>
                    <a:pt x="712103" y="634828"/>
                    <a:pt x="686529" y="642405"/>
                  </a:cubicBezTo>
                  <a:cubicBezTo>
                    <a:pt x="685647" y="642665"/>
                    <a:pt x="684754" y="642900"/>
                    <a:pt x="683860" y="643111"/>
                  </a:cubicBezTo>
                  <a:lnTo>
                    <a:pt x="608512" y="658990"/>
                  </a:lnTo>
                  <a:cubicBezTo>
                    <a:pt x="587912" y="663240"/>
                    <a:pt x="567059" y="652940"/>
                    <a:pt x="557918" y="633995"/>
                  </a:cubicBezTo>
                  <a:cubicBezTo>
                    <a:pt x="546628" y="611415"/>
                    <a:pt x="531293" y="580141"/>
                    <a:pt x="517950" y="550919"/>
                  </a:cubicBezTo>
                  <a:cubicBezTo>
                    <a:pt x="397683" y="557621"/>
                    <a:pt x="190054" y="535826"/>
                    <a:pt x="54" y="272108"/>
                  </a:cubicBezTo>
                  <a:cubicBezTo>
                    <a:pt x="54" y="272108"/>
                    <a:pt x="60067" y="253210"/>
                    <a:pt x="78542" y="228336"/>
                  </a:cubicBezTo>
                  <a:cubicBezTo>
                    <a:pt x="139581" y="285390"/>
                    <a:pt x="306095" y="505578"/>
                    <a:pt x="571865" y="442546"/>
                  </a:cubicBezTo>
                  <a:cubicBezTo>
                    <a:pt x="772551" y="394971"/>
                    <a:pt x="918235" y="326566"/>
                    <a:pt x="959290" y="119"/>
                  </a:cubicBezTo>
                  <a:cubicBezTo>
                    <a:pt x="959290" y="119"/>
                    <a:pt x="986459" y="44193"/>
                    <a:pt x="1044177" y="26503"/>
                  </a:cubicBezTo>
                  <a:cubicBezTo>
                    <a:pt x="1033672" y="173878"/>
                    <a:pt x="984346" y="392918"/>
                    <a:pt x="698773" y="514453"/>
                  </a:cubicBezTo>
                  <a:close/>
                </a:path>
              </a:pathLst>
            </a:custGeom>
            <a:solidFill>
              <a:srgbClr val="FF681E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43" name="" descr="e224941f-67dd-4e95-9b06-720ebc9e19f2"/>
            <p:cNvGrpSpPr/>
            <p:nvPr/>
          </p:nvGrpSpPr>
          <p:grpSpPr>
            <a:xfrm>
              <a:off x="8543027" y="2992502"/>
              <a:ext cx="880218" cy="880247"/>
              <a:chOff x="8020063" y="3121658"/>
              <a:chExt cx="880218" cy="880247"/>
            </a:xfrm>
          </p:grpSpPr>
          <p:sp>
            <p:nvSpPr>
              <p:cNvPr id="118" name="" descr="ce88cf77-a797-4738-b851-638086d82172"/>
              <p:cNvSpPr/>
              <p:nvPr/>
            </p:nvSpPr>
            <p:spPr>
              <a:xfrm>
                <a:off x="8020063" y="3121658"/>
                <a:ext cx="880218" cy="880247"/>
              </a:xfrm>
              <a:custGeom>
                <a:gdLst>
                  <a:gd name="connsiteX0" fmla="*/ 843709 w 880218"/>
                  <a:gd name="connsiteY0" fmla="*/ 615632 h 880247"/>
                  <a:gd name="connsiteX1" fmla="*/ 264775 w 880218"/>
                  <a:gd name="connsiteY1" fmla="*/ 843789 h 880247"/>
                  <a:gd name="connsiteX2" fmla="*/ 36618 w 880218"/>
                  <a:gd name="connsiteY2" fmla="*/ 264854 h 880247"/>
                  <a:gd name="connsiteX3" fmla="*/ 615553 w 880218"/>
                  <a:gd name="connsiteY3" fmla="*/ 36698 h 880247"/>
                  <a:gd name="connsiteX4" fmla="*/ 843709 w 880218"/>
                  <a:gd name="connsiteY4" fmla="*/ 615632 h 88024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0218" h="880247">
                    <a:moveTo>
                      <a:pt x="843709" y="615632"/>
                    </a:moveTo>
                    <a:cubicBezTo>
                      <a:pt x="746868" y="838506"/>
                      <a:pt x="487619" y="940654"/>
                      <a:pt x="264775" y="843789"/>
                    </a:cubicBezTo>
                    <a:cubicBezTo>
                      <a:pt x="41931" y="746923"/>
                      <a:pt x="-60223" y="487728"/>
                      <a:pt x="36618" y="264854"/>
                    </a:cubicBezTo>
                    <a:cubicBezTo>
                      <a:pt x="133459" y="41980"/>
                      <a:pt x="392709" y="-60168"/>
                      <a:pt x="615553" y="36698"/>
                    </a:cubicBezTo>
                    <a:cubicBezTo>
                      <a:pt x="838396" y="133587"/>
                      <a:pt x="940550" y="392758"/>
                      <a:pt x="843709" y="61563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" name="" descr="deef9caa-4e16-4c0c-85ee-1c19796a28e7"/>
              <p:cNvSpPr/>
              <p:nvPr/>
            </p:nvSpPr>
            <p:spPr>
              <a:xfrm>
                <a:off x="8231459" y="3390524"/>
                <a:ext cx="111735" cy="111722"/>
              </a:xfrm>
              <a:custGeom>
                <a:gdLst>
                  <a:gd name="connsiteX0" fmla="*/ 107113 w 111735"/>
                  <a:gd name="connsiteY0" fmla="*/ 78280 h 111722"/>
                  <a:gd name="connsiteX1" fmla="*/ 33636 w 111735"/>
                  <a:gd name="connsiteY1" fmla="*/ 107181 h 111722"/>
                  <a:gd name="connsiteX2" fmla="*/ 4717 w 111735"/>
                  <a:gd name="connsiteY2" fmla="*/ 33681 h 111722"/>
                  <a:gd name="connsiteX3" fmla="*/ 78133 w 111735"/>
                  <a:gd name="connsiteY3" fmla="*/ 4743 h 111722"/>
                  <a:gd name="connsiteX4" fmla="*/ 107173 w 111735"/>
                  <a:gd name="connsiteY4" fmla="*/ 78201 h 111722"/>
                  <a:gd name="connsiteX5" fmla="*/ 107113 w 111735"/>
                  <a:gd name="connsiteY5" fmla="*/ 78280 h 11172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734" h="111722">
                    <a:moveTo>
                      <a:pt x="107113" y="78280"/>
                    </a:moveTo>
                    <a:cubicBezTo>
                      <a:pt x="94796" y="106559"/>
                      <a:pt x="61892" y="119498"/>
                      <a:pt x="33636" y="107181"/>
                    </a:cubicBezTo>
                    <a:cubicBezTo>
                      <a:pt x="5321" y="94865"/>
                      <a:pt x="-7599" y="61955"/>
                      <a:pt x="4717" y="33681"/>
                    </a:cubicBezTo>
                    <a:cubicBezTo>
                      <a:pt x="17033" y="5432"/>
                      <a:pt x="49878" y="-7513"/>
                      <a:pt x="78133" y="4743"/>
                    </a:cubicBezTo>
                    <a:cubicBezTo>
                      <a:pt x="106449" y="17017"/>
                      <a:pt x="119429" y="49904"/>
                      <a:pt x="107173" y="78201"/>
                    </a:cubicBezTo>
                    <a:cubicBezTo>
                      <a:pt x="107113" y="78225"/>
                      <a:pt x="107113" y="78256"/>
                      <a:pt x="107113" y="78280"/>
                    </a:cubicBezTo>
                    <a:close/>
                  </a:path>
                </a:pathLst>
              </a:custGeom>
              <a:solidFill>
                <a:srgbClr val="E369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" name="" descr="b24a1ffb-7065-45bb-9285-8fd75c9f216e"/>
              <p:cNvSpPr/>
              <p:nvPr/>
            </p:nvSpPr>
            <p:spPr>
              <a:xfrm>
                <a:off x="8612953" y="3556344"/>
                <a:ext cx="111846" cy="111840"/>
              </a:xfrm>
              <a:custGeom>
                <a:gdLst>
                  <a:gd name="connsiteX0" fmla="*/ 107248 w 111846"/>
                  <a:gd name="connsiteY0" fmla="*/ 78309 h 111840"/>
                  <a:gd name="connsiteX1" fmla="*/ 33711 w 111846"/>
                  <a:gd name="connsiteY1" fmla="*/ 107319 h 111840"/>
                  <a:gd name="connsiteX2" fmla="*/ 4672 w 111846"/>
                  <a:gd name="connsiteY2" fmla="*/ 33770 h 111840"/>
                  <a:gd name="connsiteX3" fmla="*/ 78208 w 111846"/>
                  <a:gd name="connsiteY3" fmla="*/ 4760 h 111840"/>
                  <a:gd name="connsiteX4" fmla="*/ 78268 w 111846"/>
                  <a:gd name="connsiteY4" fmla="*/ 4772 h 111840"/>
                  <a:gd name="connsiteX5" fmla="*/ 107248 w 111846"/>
                  <a:gd name="connsiteY5" fmla="*/ 78309 h 11184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846" h="111840">
                    <a:moveTo>
                      <a:pt x="107248" y="78309"/>
                    </a:moveTo>
                    <a:cubicBezTo>
                      <a:pt x="94932" y="106631"/>
                      <a:pt x="62028" y="119617"/>
                      <a:pt x="33711" y="107319"/>
                    </a:cubicBezTo>
                    <a:cubicBezTo>
                      <a:pt x="5396" y="95020"/>
                      <a:pt x="-7585" y="62092"/>
                      <a:pt x="4672" y="33770"/>
                    </a:cubicBezTo>
                    <a:cubicBezTo>
                      <a:pt x="16988" y="5448"/>
                      <a:pt x="49892" y="-7538"/>
                      <a:pt x="78208" y="4760"/>
                    </a:cubicBezTo>
                    <a:cubicBezTo>
                      <a:pt x="78268" y="4766"/>
                      <a:pt x="78268" y="4766"/>
                      <a:pt x="78268" y="4772"/>
                    </a:cubicBezTo>
                    <a:cubicBezTo>
                      <a:pt x="106584" y="17083"/>
                      <a:pt x="119565" y="49999"/>
                      <a:pt x="107248" y="78309"/>
                    </a:cubicBezTo>
                    <a:close/>
                  </a:path>
                </a:pathLst>
              </a:custGeom>
              <a:solidFill>
                <a:srgbClr val="E369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" name="" descr="df49fe93-7693-4042-b210-97548845fdb8"/>
              <p:cNvSpPr/>
              <p:nvPr/>
            </p:nvSpPr>
            <p:spPr>
              <a:xfrm>
                <a:off x="8370439" y="3510162"/>
                <a:ext cx="193985" cy="177622"/>
              </a:xfrm>
              <a:custGeom>
                <a:gdLst>
                  <a:gd name="connsiteX0" fmla="*/ 73849 w 193985"/>
                  <a:gd name="connsiteY0" fmla="*/ 177742 h 177622"/>
                  <a:gd name="connsiteX1" fmla="*/ 55254 w 193985"/>
                  <a:gd name="connsiteY1" fmla="*/ 175206 h 177622"/>
                  <a:gd name="connsiteX2" fmla="*/ 7618 w 193985"/>
                  <a:gd name="connsiteY2" fmla="*/ 6760 h 177622"/>
                  <a:gd name="connsiteX3" fmla="*/ 18063 w 193985"/>
                  <a:gd name="connsiteY3" fmla="*/ 360 h 177622"/>
                  <a:gd name="connsiteX4" fmla="*/ 24463 w 193985"/>
                  <a:gd name="connsiteY4" fmla="*/ 10805 h 177622"/>
                  <a:gd name="connsiteX5" fmla="*/ 59842 w 193985"/>
                  <a:gd name="connsiteY5" fmla="*/ 158543 h 177622"/>
                  <a:gd name="connsiteX6" fmla="*/ 177392 w 193985"/>
                  <a:gd name="connsiteY6" fmla="*/ 55120 h 177622"/>
                  <a:gd name="connsiteX7" fmla="*/ 188682 w 193985"/>
                  <a:gd name="connsiteY7" fmla="*/ 50411 h 177622"/>
                  <a:gd name="connsiteX8" fmla="*/ 193391 w 193985"/>
                  <a:gd name="connsiteY8" fmla="*/ 61701 h 177622"/>
                  <a:gd name="connsiteX9" fmla="*/ 73849 w 193985"/>
                  <a:gd name="connsiteY9" fmla="*/ 177742 h 17762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3985" h="177622">
                    <a:moveTo>
                      <a:pt x="73849" y="177742"/>
                    </a:moveTo>
                    <a:cubicBezTo>
                      <a:pt x="67570" y="177736"/>
                      <a:pt x="61291" y="176884"/>
                      <a:pt x="55254" y="175206"/>
                    </a:cubicBezTo>
                    <a:cubicBezTo>
                      <a:pt x="-26313" y="152686"/>
                      <a:pt x="6229" y="12737"/>
                      <a:pt x="7618" y="6760"/>
                    </a:cubicBezTo>
                    <a:cubicBezTo>
                      <a:pt x="8765" y="2111"/>
                      <a:pt x="13414" y="-756"/>
                      <a:pt x="18063" y="360"/>
                    </a:cubicBezTo>
                    <a:cubicBezTo>
                      <a:pt x="22711" y="1477"/>
                      <a:pt x="25550" y="6156"/>
                      <a:pt x="24463" y="10805"/>
                    </a:cubicBezTo>
                    <a:cubicBezTo>
                      <a:pt x="24101" y="12073"/>
                      <a:pt x="-5725" y="140490"/>
                      <a:pt x="59842" y="158543"/>
                    </a:cubicBezTo>
                    <a:cubicBezTo>
                      <a:pt x="125409" y="176595"/>
                      <a:pt x="176909" y="56328"/>
                      <a:pt x="177392" y="55120"/>
                    </a:cubicBezTo>
                    <a:cubicBezTo>
                      <a:pt x="179203" y="50701"/>
                      <a:pt x="184275" y="48594"/>
                      <a:pt x="188682" y="50411"/>
                    </a:cubicBezTo>
                    <a:cubicBezTo>
                      <a:pt x="193090" y="52228"/>
                      <a:pt x="195203" y="57282"/>
                      <a:pt x="193391" y="61701"/>
                    </a:cubicBezTo>
                    <a:cubicBezTo>
                      <a:pt x="191278" y="66894"/>
                      <a:pt x="144427" y="177742"/>
                      <a:pt x="73849" y="177742"/>
                    </a:cubicBezTo>
                    <a:close/>
                  </a:path>
                </a:pathLst>
              </a:custGeom>
              <a:solidFill>
                <a:srgbClr val="E369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44" name="" descr="6a5c5712-5b03-4744-9304-2c79a530d0e0"/>
            <p:cNvGrpSpPr/>
            <p:nvPr/>
          </p:nvGrpSpPr>
          <p:grpSpPr>
            <a:xfrm>
              <a:off x="1829926" y="3657253"/>
              <a:ext cx="509420" cy="472778"/>
              <a:chOff x="1829926" y="3657253"/>
              <a:chExt cx="509420" cy="472778"/>
            </a:xfrm>
          </p:grpSpPr>
          <p:sp>
            <p:nvSpPr>
              <p:cNvPr id="99" name="" descr="6a563967-6979-4e6d-94f2-c24fc867ace1"/>
              <p:cNvSpPr/>
              <p:nvPr/>
            </p:nvSpPr>
            <p:spPr>
              <a:xfrm>
                <a:off x="2063995" y="3657253"/>
                <a:ext cx="157089" cy="217270"/>
              </a:xfrm>
              <a:custGeom>
                <a:gdLst>
                  <a:gd name="connsiteX0" fmla="*/ 39967 w 157089"/>
                  <a:gd name="connsiteY0" fmla="*/ 217390 h 217270"/>
                  <a:gd name="connsiteX1" fmla="*/ 138257 w 157089"/>
                  <a:gd name="connsiteY1" fmla="*/ 123688 h 217270"/>
                  <a:gd name="connsiteX2" fmla="*/ 148581 w 157089"/>
                  <a:gd name="connsiteY2" fmla="*/ 29624 h 217270"/>
                  <a:gd name="connsiteX3" fmla="*/ 52646 w 157089"/>
                  <a:gd name="connsiteY3" fmla="*/ 10304 h 217270"/>
                  <a:gd name="connsiteX4" fmla="*/ 904 w 157089"/>
                  <a:gd name="connsiteY4" fmla="*/ 101349 h 217270"/>
                  <a:gd name="connsiteX5" fmla="*/ 12979 w 157089"/>
                  <a:gd name="connsiteY5" fmla="*/ 208937 h 217270"/>
                  <a:gd name="connsiteX6" fmla="*/ 39967 w 157089"/>
                  <a:gd name="connsiteY6" fmla="*/ 217390 h 21727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7089" h="217270">
                    <a:moveTo>
                      <a:pt x="39967" y="217390"/>
                    </a:moveTo>
                    <a:cubicBezTo>
                      <a:pt x="80853" y="195969"/>
                      <a:pt x="114904" y="163505"/>
                      <a:pt x="138257" y="123688"/>
                    </a:cubicBezTo>
                    <a:cubicBezTo>
                      <a:pt x="154981" y="95070"/>
                      <a:pt x="165426" y="58121"/>
                      <a:pt x="148581" y="29624"/>
                    </a:cubicBezTo>
                    <a:cubicBezTo>
                      <a:pt x="130167" y="-1590"/>
                      <a:pt x="83859" y="-8050"/>
                      <a:pt x="52646" y="10304"/>
                    </a:cubicBezTo>
                    <a:cubicBezTo>
                      <a:pt x="21432" y="28658"/>
                      <a:pt x="4346" y="65305"/>
                      <a:pt x="904" y="101349"/>
                    </a:cubicBezTo>
                    <a:cubicBezTo>
                      <a:pt x="-2537" y="137393"/>
                      <a:pt x="5070" y="173799"/>
                      <a:pt x="12979" y="208937"/>
                    </a:cubicBezTo>
                    <a:cubicBezTo>
                      <a:pt x="21371" y="212620"/>
                      <a:pt x="31394" y="213707"/>
                      <a:pt x="39967" y="217390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" descr="c7ce869e-84d1-4d91-9ce2-b08e22cec904"/>
              <p:cNvSpPr/>
              <p:nvPr/>
            </p:nvSpPr>
            <p:spPr>
              <a:xfrm>
                <a:off x="2109161" y="3803899"/>
                <a:ext cx="230185" cy="142728"/>
              </a:xfrm>
              <a:custGeom>
                <a:gdLst>
                  <a:gd name="connsiteX0" fmla="*/ 5307 w 230185"/>
                  <a:gd name="connsiteY0" fmla="*/ 99844 h 142728"/>
                  <a:gd name="connsiteX1" fmla="*/ 134147 w 230185"/>
                  <a:gd name="connsiteY1" fmla="*/ 142710 h 142728"/>
                  <a:gd name="connsiteX2" fmla="*/ 222113 w 230185"/>
                  <a:gd name="connsiteY2" fmla="*/ 107693 h 142728"/>
                  <a:gd name="connsiteX3" fmla="*/ 194099 w 230185"/>
                  <a:gd name="connsiteY3" fmla="*/ 13871 h 142728"/>
                  <a:gd name="connsiteX4" fmla="*/ 89470 w 230185"/>
                  <a:gd name="connsiteY4" fmla="*/ 10912 h 142728"/>
                  <a:gd name="connsiteX5" fmla="*/ 54 w 230185"/>
                  <a:gd name="connsiteY5" fmla="*/ 71891 h 142728"/>
                  <a:gd name="connsiteX6" fmla="*/ 5307 w 230185"/>
                  <a:gd name="connsiteY6" fmla="*/ 99844 h 14272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0185" h="142728">
                    <a:moveTo>
                      <a:pt x="5307" y="99844"/>
                    </a:moveTo>
                    <a:cubicBezTo>
                      <a:pt x="43403" y="125896"/>
                      <a:pt x="88039" y="140749"/>
                      <a:pt x="134147" y="142710"/>
                    </a:cubicBezTo>
                    <a:cubicBezTo>
                      <a:pt x="167232" y="144039"/>
                      <a:pt x="204786" y="135948"/>
                      <a:pt x="222113" y="107693"/>
                    </a:cubicBezTo>
                    <a:cubicBezTo>
                      <a:pt x="241010" y="76781"/>
                      <a:pt x="225011" y="32889"/>
                      <a:pt x="194099" y="13871"/>
                    </a:cubicBezTo>
                    <a:cubicBezTo>
                      <a:pt x="163187" y="-5148"/>
                      <a:pt x="122978" y="-2793"/>
                      <a:pt x="89470" y="10912"/>
                    </a:cubicBezTo>
                    <a:cubicBezTo>
                      <a:pt x="55961" y="24617"/>
                      <a:pt x="27646" y="48465"/>
                      <a:pt x="54" y="71891"/>
                    </a:cubicBezTo>
                    <a:cubicBezTo>
                      <a:pt x="779" y="81188"/>
                      <a:pt x="4522" y="90547"/>
                      <a:pt x="5307" y="99844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" name="" descr="260cf0ca-3c98-490f-9fb5-33a1df111fdb"/>
              <p:cNvSpPr/>
              <p:nvPr/>
            </p:nvSpPr>
            <p:spPr>
              <a:xfrm>
                <a:off x="2092078" y="3908817"/>
                <a:ext cx="166199" cy="212978"/>
              </a:xfrm>
              <a:custGeom>
                <a:gdLst>
                  <a:gd name="connsiteX0" fmla="*/ 1561 w 166199"/>
                  <a:gd name="connsiteY0" fmla="*/ 17869 h 212978"/>
                  <a:gd name="connsiteX1" fmla="*/ 24201 w 166199"/>
                  <a:gd name="connsiteY1" fmla="*/ 151781 h 212978"/>
                  <a:gd name="connsiteX2" fmla="*/ 96349 w 166199"/>
                  <a:gd name="connsiteY2" fmla="*/ 213001 h 212978"/>
                  <a:gd name="connsiteX3" fmla="*/ 166082 w 166199"/>
                  <a:gd name="connsiteY3" fmla="*/ 144294 h 212978"/>
                  <a:gd name="connsiteX4" fmla="*/ 119594 w 166199"/>
                  <a:gd name="connsiteY4" fmla="*/ 50472 h 212978"/>
                  <a:gd name="connsiteX5" fmla="*/ 23778 w 166199"/>
                  <a:gd name="connsiteY5" fmla="*/ 119 h 212978"/>
                  <a:gd name="connsiteX6" fmla="*/ 1561 w 166199"/>
                  <a:gd name="connsiteY6" fmla="*/ 17869 h 21297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6199" h="212978">
                    <a:moveTo>
                      <a:pt x="1561" y="17869"/>
                    </a:moveTo>
                    <a:cubicBezTo>
                      <a:pt x="-3523" y="63742"/>
                      <a:pt x="4320" y="110128"/>
                      <a:pt x="24201" y="151781"/>
                    </a:cubicBezTo>
                    <a:cubicBezTo>
                      <a:pt x="38510" y="181606"/>
                      <a:pt x="63324" y="211009"/>
                      <a:pt x="96349" y="213001"/>
                    </a:cubicBezTo>
                    <a:cubicBezTo>
                      <a:pt x="132574" y="215174"/>
                      <a:pt x="163788" y="180459"/>
                      <a:pt x="166082" y="144294"/>
                    </a:cubicBezTo>
                    <a:cubicBezTo>
                      <a:pt x="168376" y="108130"/>
                      <a:pt x="147487" y="73656"/>
                      <a:pt x="119594" y="50472"/>
                    </a:cubicBezTo>
                    <a:cubicBezTo>
                      <a:pt x="91700" y="27288"/>
                      <a:pt x="57468" y="13523"/>
                      <a:pt x="23778" y="119"/>
                    </a:cubicBezTo>
                    <a:cubicBezTo>
                      <a:pt x="15930" y="5130"/>
                      <a:pt x="9470" y="12798"/>
                      <a:pt x="1561" y="17869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" descr="c9efc4ae-1c45-42c8-b180-1496e1690c68"/>
              <p:cNvSpPr/>
              <p:nvPr/>
            </p:nvSpPr>
            <p:spPr>
              <a:xfrm>
                <a:off x="1930305" y="3918960"/>
                <a:ext cx="164068" cy="211071"/>
              </a:xfrm>
              <a:custGeom>
                <a:gdLst>
                  <a:gd name="connsiteX0" fmla="*/ 133569 w 164068"/>
                  <a:gd name="connsiteY0" fmla="*/ 119 h 211071"/>
                  <a:gd name="connsiteX1" fmla="*/ 25739 w 164068"/>
                  <a:gd name="connsiteY1" fmla="*/ 82893 h 211071"/>
                  <a:gd name="connsiteX2" fmla="*/ 5514 w 164068"/>
                  <a:gd name="connsiteY2" fmla="*/ 175327 h 211071"/>
                  <a:gd name="connsiteX3" fmla="*/ 98853 w 164068"/>
                  <a:gd name="connsiteY3" fmla="*/ 204730 h 211071"/>
                  <a:gd name="connsiteX4" fmla="*/ 159953 w 164068"/>
                  <a:gd name="connsiteY4" fmla="*/ 119601 h 211071"/>
                  <a:gd name="connsiteX5" fmla="*/ 159470 w 164068"/>
                  <a:gd name="connsiteY5" fmla="*/ 11409 h 211071"/>
                  <a:gd name="connsiteX6" fmla="*/ 133569 w 164068"/>
                  <a:gd name="connsiteY6" fmla="*/ 119 h 21107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068" h="211071">
                    <a:moveTo>
                      <a:pt x="133569" y="119"/>
                    </a:moveTo>
                    <a:cubicBezTo>
                      <a:pt x="90576" y="17048"/>
                      <a:pt x="53210" y="45732"/>
                      <a:pt x="25739" y="82893"/>
                    </a:cubicBezTo>
                    <a:cubicBezTo>
                      <a:pt x="6057" y="109579"/>
                      <a:pt x="-8252" y="145200"/>
                      <a:pt x="5514" y="175327"/>
                    </a:cubicBezTo>
                    <a:cubicBezTo>
                      <a:pt x="20547" y="208292"/>
                      <a:pt x="65889" y="219642"/>
                      <a:pt x="98853" y="204730"/>
                    </a:cubicBezTo>
                    <a:cubicBezTo>
                      <a:pt x="131818" y="189817"/>
                      <a:pt x="152527" y="155102"/>
                      <a:pt x="159953" y="119601"/>
                    </a:cubicBezTo>
                    <a:cubicBezTo>
                      <a:pt x="167379" y="84101"/>
                      <a:pt x="163394" y="47151"/>
                      <a:pt x="159470" y="11409"/>
                    </a:cubicBezTo>
                    <a:cubicBezTo>
                      <a:pt x="151319" y="6821"/>
                      <a:pt x="141538" y="4708"/>
                      <a:pt x="133569" y="119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" descr="cdce1407-8436-4b9a-896d-ef419ace489e"/>
              <p:cNvSpPr/>
              <p:nvPr/>
            </p:nvSpPr>
            <p:spPr>
              <a:xfrm>
                <a:off x="1829926" y="3830931"/>
                <a:ext cx="228881" cy="143404"/>
              </a:xfrm>
              <a:custGeom>
                <a:gdLst>
                  <a:gd name="connsiteX0" fmla="*/ 226401 w 228881"/>
                  <a:gd name="connsiteY0" fmla="*/ 58082 h 143404"/>
                  <a:gd name="connsiteX1" fmla="*/ 102813 w 228881"/>
                  <a:gd name="connsiteY1" fmla="*/ 1873 h 143404"/>
                  <a:gd name="connsiteX2" fmla="*/ 11647 w 228881"/>
                  <a:gd name="connsiteY2" fmla="*/ 27411 h 143404"/>
                  <a:gd name="connsiteX3" fmla="*/ 29760 w 228881"/>
                  <a:gd name="connsiteY3" fmla="*/ 123649 h 143404"/>
                  <a:gd name="connsiteX4" fmla="*/ 133544 w 228881"/>
                  <a:gd name="connsiteY4" fmla="*/ 137656 h 143404"/>
                  <a:gd name="connsiteX5" fmla="*/ 228936 w 228881"/>
                  <a:gd name="connsiteY5" fmla="*/ 86519 h 143404"/>
                  <a:gd name="connsiteX6" fmla="*/ 226401 w 228881"/>
                  <a:gd name="connsiteY6" fmla="*/ 58082 h 14340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881" h="143404">
                    <a:moveTo>
                      <a:pt x="226401" y="58082"/>
                    </a:moveTo>
                    <a:cubicBezTo>
                      <a:pt x="191268" y="28160"/>
                      <a:pt x="148457" y="8683"/>
                      <a:pt x="102813" y="1873"/>
                    </a:cubicBezTo>
                    <a:cubicBezTo>
                      <a:pt x="70030" y="-2957"/>
                      <a:pt x="31812" y="1148"/>
                      <a:pt x="11647" y="27411"/>
                    </a:cubicBezTo>
                    <a:cubicBezTo>
                      <a:pt x="-10390" y="56150"/>
                      <a:pt x="840" y="101491"/>
                      <a:pt x="29760" y="123649"/>
                    </a:cubicBezTo>
                    <a:cubicBezTo>
                      <a:pt x="58679" y="145807"/>
                      <a:pt x="98768" y="147799"/>
                      <a:pt x="133544" y="137656"/>
                    </a:cubicBezTo>
                    <a:cubicBezTo>
                      <a:pt x="168320" y="127513"/>
                      <a:pt x="198930" y="106865"/>
                      <a:pt x="228936" y="86519"/>
                    </a:cubicBezTo>
                    <a:cubicBezTo>
                      <a:pt x="228876" y="77100"/>
                      <a:pt x="226159" y="67440"/>
                      <a:pt x="226401" y="58082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" descr="9f968506-0404-48ef-ac84-a6b6ff4d0835"/>
              <p:cNvSpPr/>
              <p:nvPr/>
            </p:nvSpPr>
            <p:spPr>
              <a:xfrm>
                <a:off x="1903701" y="3679511"/>
                <a:ext cx="171469" cy="208778"/>
              </a:xfrm>
              <a:custGeom>
                <a:gdLst>
                  <a:gd name="connsiteX0" fmla="*/ 171101 w 171469"/>
                  <a:gd name="connsiteY0" fmla="*/ 190181 h 208778"/>
                  <a:gd name="connsiteX1" fmla="*/ 141336 w 171469"/>
                  <a:gd name="connsiteY1" fmla="*/ 57356 h 208778"/>
                  <a:gd name="connsiteX2" fmla="*/ 65988 w 171469"/>
                  <a:gd name="connsiteY2" fmla="*/ 121 h 208778"/>
                  <a:gd name="connsiteX3" fmla="*/ 59 w 171469"/>
                  <a:gd name="connsiteY3" fmla="*/ 72571 h 208778"/>
                  <a:gd name="connsiteX4" fmla="*/ 51498 w 171469"/>
                  <a:gd name="connsiteY4" fmla="*/ 163737 h 208778"/>
                  <a:gd name="connsiteX5" fmla="*/ 149849 w 171469"/>
                  <a:gd name="connsiteY5" fmla="*/ 208897 h 208778"/>
                  <a:gd name="connsiteX6" fmla="*/ 171101 w 171469"/>
                  <a:gd name="connsiteY6" fmla="*/ 190181 h 20877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1469" h="208778">
                    <a:moveTo>
                      <a:pt x="171101" y="190181"/>
                    </a:moveTo>
                    <a:cubicBezTo>
                      <a:pt x="173805" y="143994"/>
                      <a:pt x="163493" y="97970"/>
                      <a:pt x="141336" y="57356"/>
                    </a:cubicBezTo>
                    <a:cubicBezTo>
                      <a:pt x="125457" y="28316"/>
                      <a:pt x="99073" y="302"/>
                      <a:pt x="65988" y="121"/>
                    </a:cubicBezTo>
                    <a:cubicBezTo>
                      <a:pt x="29763" y="-181"/>
                      <a:pt x="421" y="36346"/>
                      <a:pt x="59" y="72571"/>
                    </a:cubicBezTo>
                    <a:cubicBezTo>
                      <a:pt x="-304" y="108796"/>
                      <a:pt x="22458" y="142123"/>
                      <a:pt x="51498" y="163737"/>
                    </a:cubicBezTo>
                    <a:cubicBezTo>
                      <a:pt x="80538" y="185351"/>
                      <a:pt x="115556" y="197305"/>
                      <a:pt x="149849" y="208897"/>
                    </a:cubicBezTo>
                    <a:cubicBezTo>
                      <a:pt x="157456" y="203645"/>
                      <a:pt x="163493" y="195554"/>
                      <a:pt x="171101" y="190181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" descr="6b129727-fc60-4bbc-8daf-83fadc13372c"/>
              <p:cNvSpPr/>
              <p:nvPr/>
            </p:nvSpPr>
            <p:spPr>
              <a:xfrm>
                <a:off x="2037420" y="3850244"/>
                <a:ext cx="95040" cy="95055"/>
              </a:xfrm>
              <a:custGeom>
                <a:gdLst>
                  <a:gd name="connsiteX0" fmla="*/ 93168 w 95040"/>
                  <a:gd name="connsiteY0" fmla="*/ 61047 h 95055"/>
                  <a:gd name="connsiteX1" fmla="*/ 34182 w 95040"/>
                  <a:gd name="connsiteY1" fmla="*/ 93233 h 95055"/>
                  <a:gd name="connsiteX2" fmla="*/ 1996 w 95040"/>
                  <a:gd name="connsiteY2" fmla="*/ 34246 h 95055"/>
                  <a:gd name="connsiteX3" fmla="*/ 60982 w 95040"/>
                  <a:gd name="connsiteY3" fmla="*/ 2061 h 95055"/>
                  <a:gd name="connsiteX4" fmla="*/ 60988 w 95040"/>
                  <a:gd name="connsiteY4" fmla="*/ 2061 h 95055"/>
                  <a:gd name="connsiteX5" fmla="*/ 93168 w 95040"/>
                  <a:gd name="connsiteY5" fmla="*/ 61047 h 9505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5040" h="95055">
                    <a:moveTo>
                      <a:pt x="93168" y="61047"/>
                    </a:moveTo>
                    <a:cubicBezTo>
                      <a:pt x="85766" y="86223"/>
                      <a:pt x="59358" y="100635"/>
                      <a:pt x="34182" y="93233"/>
                    </a:cubicBezTo>
                    <a:cubicBezTo>
                      <a:pt x="9005" y="85831"/>
                      <a:pt x="-5406" y="59423"/>
                      <a:pt x="1996" y="34246"/>
                    </a:cubicBezTo>
                    <a:cubicBezTo>
                      <a:pt x="9398" y="9070"/>
                      <a:pt x="35806" y="-5341"/>
                      <a:pt x="60982" y="2061"/>
                    </a:cubicBezTo>
                    <a:cubicBezTo>
                      <a:pt x="60988" y="2061"/>
                      <a:pt x="60988" y="2061"/>
                      <a:pt x="60988" y="2061"/>
                    </a:cubicBezTo>
                    <a:cubicBezTo>
                      <a:pt x="86140" y="9493"/>
                      <a:pt x="100534" y="35877"/>
                      <a:pt x="93168" y="61047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" name="" descr="9f792106-ca61-4f76-828d-7042a85583ae"/>
              <p:cNvSpPr/>
              <p:nvPr/>
            </p:nvSpPr>
            <p:spPr>
              <a:xfrm>
                <a:off x="1957740" y="3719361"/>
                <a:ext cx="96237" cy="126122"/>
              </a:xfrm>
              <a:custGeom>
                <a:gdLst>
                  <a:gd name="connsiteX0" fmla="*/ 54 w 96237"/>
                  <a:gd name="connsiteY0" fmla="*/ 300 h 126122"/>
                  <a:gd name="connsiteX1" fmla="*/ 52822 w 96237"/>
                  <a:gd name="connsiteY1" fmla="*/ 59830 h 126122"/>
                  <a:gd name="connsiteX2" fmla="*/ 96292 w 96237"/>
                  <a:gd name="connsiteY2" fmla="*/ 126242 h 126122"/>
                  <a:gd name="connsiteX3" fmla="*/ 54 w 96237"/>
                  <a:gd name="connsiteY3" fmla="*/ 119 h 12612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237" h="126121">
                    <a:moveTo>
                      <a:pt x="54" y="300"/>
                    </a:moveTo>
                    <a:cubicBezTo>
                      <a:pt x="19266" y="18642"/>
                      <a:pt x="36919" y="38554"/>
                      <a:pt x="52822" y="59830"/>
                    </a:cubicBezTo>
                    <a:cubicBezTo>
                      <a:pt x="69172" y="80695"/>
                      <a:pt x="83710" y="102913"/>
                      <a:pt x="96292" y="126242"/>
                    </a:cubicBezTo>
                    <a:cubicBezTo>
                      <a:pt x="58111" y="89226"/>
                      <a:pt x="25677" y="46716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" name="" descr="4a085aa9-18bd-4495-85ac-9ead5697e6f5"/>
              <p:cNvSpPr/>
              <p:nvPr/>
            </p:nvSpPr>
            <p:spPr>
              <a:xfrm>
                <a:off x="1869895" y="3898189"/>
                <a:ext cx="156974" cy="15191"/>
              </a:xfrm>
              <a:custGeom>
                <a:gdLst>
                  <a:gd name="connsiteX0" fmla="*/ 54 w 156974"/>
                  <a:gd name="connsiteY0" fmla="*/ 8875 h 15191"/>
                  <a:gd name="connsiteX1" fmla="*/ 78542 w 156974"/>
                  <a:gd name="connsiteY1" fmla="*/ 2838 h 15191"/>
                  <a:gd name="connsiteX2" fmla="*/ 157029 w 156974"/>
                  <a:gd name="connsiteY2" fmla="*/ 181 h 15191"/>
                  <a:gd name="connsiteX3" fmla="*/ 79266 w 156974"/>
                  <a:gd name="connsiteY3" fmla="*/ 14732 h 15191"/>
                  <a:gd name="connsiteX4" fmla="*/ 54 w 156974"/>
                  <a:gd name="connsiteY4" fmla="*/ 8875 h 1519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974" h="15191">
                    <a:moveTo>
                      <a:pt x="54" y="8875"/>
                    </a:moveTo>
                    <a:cubicBezTo>
                      <a:pt x="26559" y="5676"/>
                      <a:pt x="52520" y="4589"/>
                      <a:pt x="78542" y="2838"/>
                    </a:cubicBezTo>
                    <a:cubicBezTo>
                      <a:pt x="104563" y="1087"/>
                      <a:pt x="130585" y="-181"/>
                      <a:pt x="157029" y="181"/>
                    </a:cubicBezTo>
                    <a:cubicBezTo>
                      <a:pt x="131901" y="8591"/>
                      <a:pt x="105735" y="13488"/>
                      <a:pt x="79266" y="14732"/>
                    </a:cubicBezTo>
                    <a:cubicBezTo>
                      <a:pt x="52719" y="16410"/>
                      <a:pt x="26064" y="14436"/>
                      <a:pt x="54" y="8875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" name="" descr="c0099e8f-f465-4038-969d-f1844673e6b3"/>
              <p:cNvSpPr/>
              <p:nvPr/>
            </p:nvSpPr>
            <p:spPr>
              <a:xfrm>
                <a:off x="1944156" y="3829484"/>
                <a:ext cx="88147" cy="30791"/>
              </a:xfrm>
              <a:custGeom>
                <a:gdLst>
                  <a:gd name="connsiteX0" fmla="*/ 54 w 88147"/>
                  <a:gd name="connsiteY0" fmla="*/ 119 h 30791"/>
                  <a:gd name="connsiteX1" fmla="*/ 88202 w 88147"/>
                  <a:gd name="connsiteY1" fmla="*/ 30911 h 30791"/>
                  <a:gd name="connsiteX2" fmla="*/ 54 w 88147"/>
                  <a:gd name="connsiteY2" fmla="*/ 119 h 3079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47" h="30791">
                    <a:moveTo>
                      <a:pt x="54" y="119"/>
                    </a:moveTo>
                    <a:cubicBezTo>
                      <a:pt x="31558" y="2818"/>
                      <a:pt x="61872" y="13408"/>
                      <a:pt x="88202" y="30911"/>
                    </a:cubicBezTo>
                    <a:cubicBezTo>
                      <a:pt x="56698" y="28212"/>
                      <a:pt x="26384" y="17622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" name="" descr="c0f7d456-521b-4fed-974c-1ba1d3dc2eac"/>
              <p:cNvSpPr/>
              <p:nvPr/>
            </p:nvSpPr>
            <p:spPr>
              <a:xfrm>
                <a:off x="2005557" y="3928481"/>
                <a:ext cx="32481" cy="20149"/>
              </a:xfrm>
              <a:custGeom>
                <a:gdLst>
                  <a:gd name="connsiteX0" fmla="*/ 54 w 32481"/>
                  <a:gd name="connsiteY0" fmla="*/ 20242 h 20149"/>
                  <a:gd name="connsiteX1" fmla="*/ 13216 w 32481"/>
                  <a:gd name="connsiteY1" fmla="*/ 5209 h 20149"/>
                  <a:gd name="connsiteX2" fmla="*/ 32536 w 32481"/>
                  <a:gd name="connsiteY2" fmla="*/ 198 h 20149"/>
                  <a:gd name="connsiteX3" fmla="*/ 54 w 32481"/>
                  <a:gd name="connsiteY3" fmla="*/ 20242 h 2014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481" h="20149">
                    <a:moveTo>
                      <a:pt x="54" y="20242"/>
                    </a:moveTo>
                    <a:cubicBezTo>
                      <a:pt x="2711" y="13945"/>
                      <a:pt x="7329" y="8674"/>
                      <a:pt x="13216" y="5209"/>
                    </a:cubicBezTo>
                    <a:cubicBezTo>
                      <a:pt x="18934" y="1472"/>
                      <a:pt x="25720" y="-285"/>
                      <a:pt x="32536" y="198"/>
                    </a:cubicBezTo>
                    <a:cubicBezTo>
                      <a:pt x="26794" y="12864"/>
                      <a:pt x="13953" y="20792"/>
                      <a:pt x="54" y="2024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" name="" descr="11979756-bed9-4946-bf04-e030854373a1"/>
              <p:cNvSpPr/>
              <p:nvPr/>
            </p:nvSpPr>
            <p:spPr>
              <a:xfrm>
                <a:off x="2087708" y="3947396"/>
                <a:ext cx="12240" cy="49145"/>
              </a:xfrm>
              <a:custGeom>
                <a:gdLst>
                  <a:gd name="connsiteX0" fmla="*/ 4119 w 12240"/>
                  <a:gd name="connsiteY0" fmla="*/ 119 h 49145"/>
                  <a:gd name="connsiteX1" fmla="*/ 12028 w 12240"/>
                  <a:gd name="connsiteY1" fmla="*/ 24269 h 49145"/>
                  <a:gd name="connsiteX2" fmla="*/ 8164 w 12240"/>
                  <a:gd name="connsiteY2" fmla="*/ 49264 h 49145"/>
                  <a:gd name="connsiteX3" fmla="*/ 316 w 12240"/>
                  <a:gd name="connsiteY3" fmla="*/ 25114 h 49145"/>
                  <a:gd name="connsiteX4" fmla="*/ 4119 w 12240"/>
                  <a:gd name="connsiteY4" fmla="*/ 119 h 4914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40" h="49145">
                    <a:moveTo>
                      <a:pt x="4119" y="119"/>
                    </a:moveTo>
                    <a:cubicBezTo>
                      <a:pt x="8774" y="7358"/>
                      <a:pt x="11503" y="15678"/>
                      <a:pt x="12028" y="24269"/>
                    </a:cubicBezTo>
                    <a:cubicBezTo>
                      <a:pt x="12916" y="32794"/>
                      <a:pt x="11581" y="41404"/>
                      <a:pt x="8164" y="49264"/>
                    </a:cubicBezTo>
                    <a:cubicBezTo>
                      <a:pt x="3497" y="42031"/>
                      <a:pt x="793" y="33712"/>
                      <a:pt x="316" y="25114"/>
                    </a:cubicBezTo>
                    <a:cubicBezTo>
                      <a:pt x="-554" y="16595"/>
                      <a:pt x="756" y="7992"/>
                      <a:pt x="4119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" name="" descr="14e92c6e-d6e7-42b0-8b03-a86a18f2299a"/>
              <p:cNvSpPr/>
              <p:nvPr/>
            </p:nvSpPr>
            <p:spPr>
              <a:xfrm>
                <a:off x="2128360" y="3912679"/>
                <a:ext cx="46730" cy="20411"/>
              </a:xfrm>
              <a:custGeom>
                <a:gdLst>
                  <a:gd name="connsiteX0" fmla="*/ 54 w 46730"/>
                  <a:gd name="connsiteY0" fmla="*/ 181 h 20411"/>
                  <a:gd name="connsiteX1" fmla="*/ 46784 w 46730"/>
                  <a:gd name="connsiteY1" fmla="*/ 20407 h 20411"/>
                  <a:gd name="connsiteX2" fmla="*/ 21065 w 46730"/>
                  <a:gd name="connsiteY2" fmla="*/ 15698 h 20411"/>
                  <a:gd name="connsiteX3" fmla="*/ 54 w 46730"/>
                  <a:gd name="connsiteY3" fmla="*/ 181 h 2041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30" h="20411">
                    <a:moveTo>
                      <a:pt x="54" y="181"/>
                    </a:moveTo>
                    <a:cubicBezTo>
                      <a:pt x="17919" y="-646"/>
                      <a:pt x="35162" y="6817"/>
                      <a:pt x="46784" y="20407"/>
                    </a:cubicBezTo>
                    <a:cubicBezTo>
                      <a:pt x="37952" y="21011"/>
                      <a:pt x="29113" y="19393"/>
                      <a:pt x="21065" y="15698"/>
                    </a:cubicBezTo>
                    <a:cubicBezTo>
                      <a:pt x="12890" y="12335"/>
                      <a:pt x="5675" y="7004"/>
                      <a:pt x="54" y="18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" name="" descr="86f1b2bb-dc30-4b52-8a31-046033d6a0c1"/>
              <p:cNvSpPr/>
              <p:nvPr/>
            </p:nvSpPr>
            <p:spPr>
              <a:xfrm>
                <a:off x="2122141" y="3832926"/>
                <a:ext cx="43651" cy="29946"/>
              </a:xfrm>
              <a:custGeom>
                <a:gdLst>
                  <a:gd name="connsiteX0" fmla="*/ 54 w 43651"/>
                  <a:gd name="connsiteY0" fmla="*/ 30065 h 29946"/>
                  <a:gd name="connsiteX1" fmla="*/ 18529 w 43651"/>
                  <a:gd name="connsiteY1" fmla="*/ 10202 h 29946"/>
                  <a:gd name="connsiteX2" fmla="*/ 43705 w 43651"/>
                  <a:gd name="connsiteY2" fmla="*/ 119 h 29946"/>
                  <a:gd name="connsiteX3" fmla="*/ 25170 w 43651"/>
                  <a:gd name="connsiteY3" fmla="*/ 19922 h 29946"/>
                  <a:gd name="connsiteX4" fmla="*/ 54 w 43651"/>
                  <a:gd name="connsiteY4" fmla="*/ 30065 h 299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651" h="29946">
                    <a:moveTo>
                      <a:pt x="54" y="30065"/>
                    </a:moveTo>
                    <a:cubicBezTo>
                      <a:pt x="4540" y="22065"/>
                      <a:pt x="10874" y="15255"/>
                      <a:pt x="18529" y="10202"/>
                    </a:cubicBezTo>
                    <a:cubicBezTo>
                      <a:pt x="25979" y="4853"/>
                      <a:pt x="34619" y="1393"/>
                      <a:pt x="43705" y="119"/>
                    </a:cubicBezTo>
                    <a:cubicBezTo>
                      <a:pt x="39213" y="8119"/>
                      <a:pt x="32856" y="14911"/>
                      <a:pt x="25170" y="19922"/>
                    </a:cubicBezTo>
                    <a:cubicBezTo>
                      <a:pt x="17720" y="25241"/>
                      <a:pt x="9111" y="28719"/>
                      <a:pt x="54" y="30065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" name="" descr="61c9223f-f952-4eb4-bd4a-96a98b15ea6b"/>
              <p:cNvSpPr/>
              <p:nvPr/>
            </p:nvSpPr>
            <p:spPr>
              <a:xfrm>
                <a:off x="2098474" y="3678668"/>
                <a:ext cx="59589" cy="163374"/>
              </a:xfrm>
              <a:custGeom>
                <a:gdLst>
                  <a:gd name="connsiteX0" fmla="*/ 175 w 59589"/>
                  <a:gd name="connsiteY0" fmla="*/ 163494 h 163374"/>
                  <a:gd name="connsiteX1" fmla="*/ 24325 w 59589"/>
                  <a:gd name="connsiteY1" fmla="*/ 79814 h 163374"/>
                  <a:gd name="connsiteX2" fmla="*/ 59644 w 59589"/>
                  <a:gd name="connsiteY2" fmla="*/ 119 h 163374"/>
                  <a:gd name="connsiteX3" fmla="*/ 54 w 59589"/>
                  <a:gd name="connsiteY3" fmla="*/ 163494 h 1633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89" h="163374">
                    <a:moveTo>
                      <a:pt x="175" y="163494"/>
                    </a:moveTo>
                    <a:cubicBezTo>
                      <a:pt x="6104" y="135033"/>
                      <a:pt x="14176" y="107055"/>
                      <a:pt x="24325" y="79814"/>
                    </a:cubicBezTo>
                    <a:cubicBezTo>
                      <a:pt x="34045" y="52386"/>
                      <a:pt x="45855" y="25742"/>
                      <a:pt x="59644" y="119"/>
                    </a:cubicBezTo>
                    <a:cubicBezTo>
                      <a:pt x="47256" y="57023"/>
                      <a:pt x="27211" y="111976"/>
                      <a:pt x="54" y="16349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" name="" descr="ce194300-23b2-49aa-9263-9f4154b4ce23"/>
              <p:cNvSpPr/>
              <p:nvPr/>
            </p:nvSpPr>
            <p:spPr>
              <a:xfrm>
                <a:off x="2061467" y="3778770"/>
                <a:ext cx="12790" cy="57718"/>
              </a:xfrm>
              <a:custGeom>
                <a:gdLst>
                  <a:gd name="connsiteX0" fmla="*/ 3433 w 12790"/>
                  <a:gd name="connsiteY0" fmla="*/ 119 h 57718"/>
                  <a:gd name="connsiteX1" fmla="*/ 12308 w 12790"/>
                  <a:gd name="connsiteY1" fmla="*/ 28375 h 57718"/>
                  <a:gd name="connsiteX2" fmla="*/ 9471 w 12790"/>
                  <a:gd name="connsiteY2" fmla="*/ 57838 h 57718"/>
                  <a:gd name="connsiteX3" fmla="*/ 596 w 12790"/>
                  <a:gd name="connsiteY3" fmla="*/ 29884 h 57718"/>
                  <a:gd name="connsiteX4" fmla="*/ 3433 w 12790"/>
                  <a:gd name="connsiteY4" fmla="*/ 119 h 5771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90" h="57718">
                    <a:moveTo>
                      <a:pt x="3433" y="119"/>
                    </a:moveTo>
                    <a:cubicBezTo>
                      <a:pt x="8420" y="8777"/>
                      <a:pt x="11451" y="18419"/>
                      <a:pt x="12308" y="28375"/>
                    </a:cubicBezTo>
                    <a:cubicBezTo>
                      <a:pt x="13570" y="38282"/>
                      <a:pt x="12598" y="48353"/>
                      <a:pt x="9471" y="57838"/>
                    </a:cubicBezTo>
                    <a:cubicBezTo>
                      <a:pt x="4466" y="49301"/>
                      <a:pt x="1435" y="39749"/>
                      <a:pt x="596" y="29884"/>
                    </a:cubicBezTo>
                    <a:cubicBezTo>
                      <a:pt x="-672" y="19874"/>
                      <a:pt x="294" y="9707"/>
                      <a:pt x="3433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" name="" descr="0d4347b6-8c2f-4ee7-975a-a94327b6020b"/>
              <p:cNvSpPr/>
              <p:nvPr/>
            </p:nvSpPr>
            <p:spPr>
              <a:xfrm>
                <a:off x="1991913" y="3955185"/>
                <a:ext cx="68948" cy="126424"/>
              </a:xfrm>
              <a:custGeom>
                <a:gdLst>
                  <a:gd name="connsiteX0" fmla="*/ 69003 w 68948"/>
                  <a:gd name="connsiteY0" fmla="*/ 119 h 126424"/>
                  <a:gd name="connsiteX1" fmla="*/ 54 w 68948"/>
                  <a:gd name="connsiteY1" fmla="*/ 126544 h 126424"/>
                  <a:gd name="connsiteX2" fmla="*/ 29336 w 68948"/>
                  <a:gd name="connsiteY2" fmla="*/ 60494 h 126424"/>
                  <a:gd name="connsiteX3" fmla="*/ 69003 w 68948"/>
                  <a:gd name="connsiteY3" fmla="*/ 119 h 12642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948" h="126424">
                    <a:moveTo>
                      <a:pt x="69003" y="119"/>
                    </a:moveTo>
                    <a:cubicBezTo>
                      <a:pt x="53039" y="45726"/>
                      <a:pt x="29747" y="88424"/>
                      <a:pt x="54" y="126544"/>
                    </a:cubicBezTo>
                    <a:cubicBezTo>
                      <a:pt x="7734" y="103662"/>
                      <a:pt x="17539" y="81553"/>
                      <a:pt x="29336" y="60494"/>
                    </a:cubicBezTo>
                    <a:cubicBezTo>
                      <a:pt x="40687" y="39200"/>
                      <a:pt x="53969" y="18993"/>
                      <a:pt x="69003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" name="" descr="4fc39256-fb60-42f0-b64b-7ff720606216"/>
              <p:cNvSpPr/>
              <p:nvPr/>
            </p:nvSpPr>
            <p:spPr>
              <a:xfrm>
                <a:off x="2130231" y="3946068"/>
                <a:ext cx="79211" cy="131194"/>
              </a:xfrm>
              <a:custGeom>
                <a:gdLst>
                  <a:gd name="connsiteX0" fmla="*/ 54 w 79211"/>
                  <a:gd name="connsiteY0" fmla="*/ 119 h 131194"/>
                  <a:gd name="connsiteX1" fmla="*/ 41773 w 79211"/>
                  <a:gd name="connsiteY1" fmla="*/ 64418 h 131194"/>
                  <a:gd name="connsiteX2" fmla="*/ 79266 w 79211"/>
                  <a:gd name="connsiteY2" fmla="*/ 131314 h 131194"/>
                  <a:gd name="connsiteX3" fmla="*/ 54 w 79211"/>
                  <a:gd name="connsiteY3" fmla="*/ 119 h 13119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211" h="131194">
                    <a:moveTo>
                      <a:pt x="54" y="119"/>
                    </a:moveTo>
                    <a:cubicBezTo>
                      <a:pt x="15450" y="21009"/>
                      <a:pt x="28491" y="42744"/>
                      <a:pt x="41773" y="64418"/>
                    </a:cubicBezTo>
                    <a:cubicBezTo>
                      <a:pt x="55056" y="86093"/>
                      <a:pt x="67976" y="107888"/>
                      <a:pt x="79266" y="131314"/>
                    </a:cubicBezTo>
                    <a:cubicBezTo>
                      <a:pt x="42685" y="94593"/>
                      <a:pt x="15516" y="49590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" name="" descr="3c7a08e1-c145-48c0-b5aa-b61f6c647aab"/>
              <p:cNvSpPr/>
              <p:nvPr/>
            </p:nvSpPr>
            <p:spPr>
              <a:xfrm>
                <a:off x="2157521" y="3859732"/>
                <a:ext cx="149367" cy="24481"/>
              </a:xfrm>
              <a:custGeom>
                <a:gdLst>
                  <a:gd name="connsiteX0" fmla="*/ 54 w 149367"/>
                  <a:gd name="connsiteY0" fmla="*/ 23726 h 24481"/>
                  <a:gd name="connsiteX1" fmla="*/ 74255 w 149367"/>
                  <a:gd name="connsiteY1" fmla="*/ 8934 h 24481"/>
                  <a:gd name="connsiteX2" fmla="*/ 149422 w 149367"/>
                  <a:gd name="connsiteY2" fmla="*/ 119 h 24481"/>
                  <a:gd name="connsiteX3" fmla="*/ 54 w 149367"/>
                  <a:gd name="connsiteY3" fmla="*/ 23726 h 2448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367" h="24481">
                    <a:moveTo>
                      <a:pt x="54" y="23726"/>
                    </a:moveTo>
                    <a:cubicBezTo>
                      <a:pt x="24808" y="17084"/>
                      <a:pt x="49501" y="13039"/>
                      <a:pt x="74255" y="8934"/>
                    </a:cubicBezTo>
                    <a:cubicBezTo>
                      <a:pt x="99148" y="4732"/>
                      <a:pt x="124234" y="1792"/>
                      <a:pt x="149422" y="119"/>
                    </a:cubicBezTo>
                    <a:cubicBezTo>
                      <a:pt x="102106" y="19349"/>
                      <a:pt x="50993" y="27427"/>
                      <a:pt x="54" y="23726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45" name="" descr="d7667725-dc8e-4716-8f74-fa6c6a2aab95"/>
            <p:cNvGrpSpPr/>
            <p:nvPr/>
          </p:nvGrpSpPr>
          <p:grpSpPr>
            <a:xfrm>
              <a:off x="8148575" y="4788509"/>
              <a:ext cx="2810213" cy="2545107"/>
              <a:chOff x="8148575" y="4788509"/>
              <a:chExt cx="2810213" cy="2545107"/>
            </a:xfrm>
          </p:grpSpPr>
          <p:sp>
            <p:nvSpPr>
              <p:cNvPr id="73" name="" descr="80bdc867-e98c-4bcf-aefb-2864509c651b"/>
              <p:cNvSpPr/>
              <p:nvPr/>
            </p:nvSpPr>
            <p:spPr>
              <a:xfrm>
                <a:off x="9070776" y="4788509"/>
                <a:ext cx="166459" cy="259098"/>
              </a:xfrm>
              <a:custGeom>
                <a:gdLst>
                  <a:gd name="connsiteX0" fmla="*/ 83520 w 166459"/>
                  <a:gd name="connsiteY0" fmla="*/ 259218 h 259098"/>
                  <a:gd name="connsiteX1" fmla="*/ 161223 w 166459"/>
                  <a:gd name="connsiteY1" fmla="*/ 124401 h 259098"/>
                  <a:gd name="connsiteX2" fmla="*/ 142144 w 166459"/>
                  <a:gd name="connsiteY2" fmla="*/ 17658 h 259098"/>
                  <a:gd name="connsiteX3" fmla="*/ 30390 w 166459"/>
                  <a:gd name="connsiteY3" fmla="*/ 27499 h 259098"/>
                  <a:gd name="connsiteX4" fmla="*/ 3040 w 166459"/>
                  <a:gd name="connsiteY4" fmla="*/ 144325 h 259098"/>
                  <a:gd name="connsiteX5" fmla="*/ 50918 w 166459"/>
                  <a:gd name="connsiteY5" fmla="*/ 258735 h 259098"/>
                  <a:gd name="connsiteX6" fmla="*/ 83520 w 166459"/>
                  <a:gd name="connsiteY6" fmla="*/ 259218 h 25909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6459" h="259098">
                    <a:moveTo>
                      <a:pt x="83520" y="259218"/>
                    </a:moveTo>
                    <a:cubicBezTo>
                      <a:pt x="121496" y="222420"/>
                      <a:pt x="148423" y="175720"/>
                      <a:pt x="161223" y="124401"/>
                    </a:cubicBezTo>
                    <a:cubicBezTo>
                      <a:pt x="170339" y="87572"/>
                      <a:pt x="169856" y="43559"/>
                      <a:pt x="142144" y="17658"/>
                    </a:cubicBezTo>
                    <a:cubicBezTo>
                      <a:pt x="111957" y="-10657"/>
                      <a:pt x="58827" y="-2748"/>
                      <a:pt x="30390" y="27499"/>
                    </a:cubicBezTo>
                    <a:cubicBezTo>
                      <a:pt x="1954" y="57747"/>
                      <a:pt x="-4687" y="103511"/>
                      <a:pt x="3040" y="144325"/>
                    </a:cubicBezTo>
                    <a:cubicBezTo>
                      <a:pt x="10768" y="185138"/>
                      <a:pt x="30994" y="222269"/>
                      <a:pt x="50918" y="258735"/>
                    </a:cubicBezTo>
                    <a:cubicBezTo>
                      <a:pt x="61544" y="260003"/>
                      <a:pt x="72834" y="257830"/>
                      <a:pt x="83520" y="259218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" name="" descr="7426e563-52f6-4959-8c7f-91854e0da49a"/>
              <p:cNvSpPr/>
              <p:nvPr/>
            </p:nvSpPr>
            <p:spPr>
              <a:xfrm>
                <a:off x="9160400" y="4917309"/>
                <a:ext cx="257697" cy="172865"/>
              </a:xfrm>
              <a:custGeom>
                <a:gdLst>
                  <a:gd name="connsiteX0" fmla="*/ 14786 w 257697"/>
                  <a:gd name="connsiteY0" fmla="*/ 159217 h 172865"/>
                  <a:gd name="connsiteX1" fmla="*/ 170311 w 257697"/>
                  <a:gd name="connsiteY1" fmla="*/ 164590 h 172865"/>
                  <a:gd name="connsiteX2" fmla="*/ 255621 w 257697"/>
                  <a:gd name="connsiteY2" fmla="*/ 97695 h 172865"/>
                  <a:gd name="connsiteX3" fmla="*/ 194582 w 257697"/>
                  <a:gd name="connsiteY3" fmla="*/ 3630 h 172865"/>
                  <a:gd name="connsiteX4" fmla="*/ 78542 w 257697"/>
                  <a:gd name="connsiteY4" fmla="*/ 34241 h 172865"/>
                  <a:gd name="connsiteX5" fmla="*/ 54 w 257697"/>
                  <a:gd name="connsiteY5" fmla="*/ 130176 h 172865"/>
                  <a:gd name="connsiteX6" fmla="*/ 14786 w 257697"/>
                  <a:gd name="connsiteY6" fmla="*/ 159217 h 17286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7697" h="172865">
                    <a:moveTo>
                      <a:pt x="14786" y="159217"/>
                    </a:moveTo>
                    <a:cubicBezTo>
                      <a:pt x="65077" y="175524"/>
                      <a:pt x="118993" y="177383"/>
                      <a:pt x="170311" y="164590"/>
                    </a:cubicBezTo>
                    <a:cubicBezTo>
                      <a:pt x="207140" y="155353"/>
                      <a:pt x="245780" y="134403"/>
                      <a:pt x="255621" y="97695"/>
                    </a:cubicBezTo>
                    <a:cubicBezTo>
                      <a:pt x="266428" y="57606"/>
                      <a:pt x="234611" y="14498"/>
                      <a:pt x="194582" y="3630"/>
                    </a:cubicBezTo>
                    <a:cubicBezTo>
                      <a:pt x="154553" y="-7237"/>
                      <a:pt x="110963" y="8279"/>
                      <a:pt x="78542" y="34241"/>
                    </a:cubicBezTo>
                    <a:cubicBezTo>
                      <a:pt x="46120" y="60202"/>
                      <a:pt x="22815" y="95461"/>
                      <a:pt x="54" y="130176"/>
                    </a:cubicBezTo>
                    <a:cubicBezTo>
                      <a:pt x="3858" y="139957"/>
                      <a:pt x="10921" y="149013"/>
                      <a:pt x="14786" y="159217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" name="" descr="af3fe813-1e6b-43df-9e4e-2dcba4e44cb6"/>
              <p:cNvSpPr/>
              <p:nvPr/>
            </p:nvSpPr>
            <p:spPr>
              <a:xfrm>
                <a:off x="9159736" y="5081659"/>
                <a:ext cx="223659" cy="212012"/>
              </a:xfrm>
              <a:custGeom>
                <a:gdLst>
                  <a:gd name="connsiteX0" fmla="*/ 54 w 223659"/>
                  <a:gd name="connsiteY0" fmla="*/ 26563 h 212012"/>
                  <a:gd name="connsiteX1" fmla="*/ 68217 w 223659"/>
                  <a:gd name="connsiteY1" fmla="*/ 166452 h 212012"/>
                  <a:gd name="connsiteX2" fmla="*/ 167353 w 223659"/>
                  <a:gd name="connsiteY2" fmla="*/ 210405 h 212012"/>
                  <a:gd name="connsiteX3" fmla="*/ 221690 w 223659"/>
                  <a:gd name="connsiteY3" fmla="*/ 112356 h 212012"/>
                  <a:gd name="connsiteX4" fmla="*/ 140245 w 223659"/>
                  <a:gd name="connsiteY4" fmla="*/ 24269 h 212012"/>
                  <a:gd name="connsiteX5" fmla="*/ 18650 w 223659"/>
                  <a:gd name="connsiteY5" fmla="*/ 119 h 212012"/>
                  <a:gd name="connsiteX6" fmla="*/ 54 w 223659"/>
                  <a:gd name="connsiteY6" fmla="*/ 26563 h 21201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3659" h="212012">
                    <a:moveTo>
                      <a:pt x="54" y="26563"/>
                    </a:moveTo>
                    <a:cubicBezTo>
                      <a:pt x="9231" y="78649"/>
                      <a:pt x="32838" y="127118"/>
                      <a:pt x="68217" y="166452"/>
                    </a:cubicBezTo>
                    <a:cubicBezTo>
                      <a:pt x="93635" y="194647"/>
                      <a:pt x="130343" y="218918"/>
                      <a:pt x="167353" y="210405"/>
                    </a:cubicBezTo>
                    <a:cubicBezTo>
                      <a:pt x="207804" y="201107"/>
                      <a:pt x="230928" y="152867"/>
                      <a:pt x="221690" y="112356"/>
                    </a:cubicBezTo>
                    <a:cubicBezTo>
                      <a:pt x="212453" y="71845"/>
                      <a:pt x="178341" y="40691"/>
                      <a:pt x="140245" y="24269"/>
                    </a:cubicBezTo>
                    <a:cubicBezTo>
                      <a:pt x="102148" y="7847"/>
                      <a:pt x="60006" y="3742"/>
                      <a:pt x="18650" y="119"/>
                    </a:cubicBezTo>
                    <a:cubicBezTo>
                      <a:pt x="11706" y="7968"/>
                      <a:pt x="7057" y="18473"/>
                      <a:pt x="54" y="26563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" name="" descr="b61fa00f-f52e-4ea3-8191-8c9bdac29073"/>
              <p:cNvSpPr/>
              <p:nvPr/>
            </p:nvSpPr>
            <p:spPr>
              <a:xfrm>
                <a:off x="9022377" y="5109492"/>
                <a:ext cx="170348" cy="256917"/>
              </a:xfrm>
              <a:custGeom>
                <a:gdLst>
                  <a:gd name="connsiteX0" fmla="*/ 101974 w 170348"/>
                  <a:gd name="connsiteY0" fmla="*/ 119 h 256917"/>
                  <a:gd name="connsiteX1" fmla="*/ 10446 w 170348"/>
                  <a:gd name="connsiteY1" fmla="*/ 125880 h 256917"/>
                  <a:gd name="connsiteX2" fmla="*/ 18114 w 170348"/>
                  <a:gd name="connsiteY2" fmla="*/ 234072 h 256917"/>
                  <a:gd name="connsiteX3" fmla="*/ 130229 w 170348"/>
                  <a:gd name="connsiteY3" fmla="*/ 236125 h 256917"/>
                  <a:gd name="connsiteX4" fmla="*/ 169836 w 170348"/>
                  <a:gd name="connsiteY4" fmla="*/ 122861 h 256917"/>
                  <a:gd name="connsiteX5" fmla="*/ 134335 w 170348"/>
                  <a:gd name="connsiteY5" fmla="*/ 4044 h 256917"/>
                  <a:gd name="connsiteX6" fmla="*/ 101974 w 170348"/>
                  <a:gd name="connsiteY6" fmla="*/ 119 h 25691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348" h="256917">
                    <a:moveTo>
                      <a:pt x="101974" y="119"/>
                    </a:moveTo>
                    <a:cubicBezTo>
                      <a:pt x="60315" y="32643"/>
                      <a:pt x="28558" y="76216"/>
                      <a:pt x="10446" y="125880"/>
                    </a:cubicBezTo>
                    <a:cubicBezTo>
                      <a:pt x="-2535" y="161561"/>
                      <a:pt x="-6761" y="205394"/>
                      <a:pt x="18114" y="234072"/>
                    </a:cubicBezTo>
                    <a:cubicBezTo>
                      <a:pt x="45282" y="265467"/>
                      <a:pt x="98774" y="263233"/>
                      <a:pt x="130229" y="236125"/>
                    </a:cubicBezTo>
                    <a:cubicBezTo>
                      <a:pt x="161684" y="209016"/>
                      <a:pt x="173216" y="164278"/>
                      <a:pt x="169836" y="122861"/>
                    </a:cubicBezTo>
                    <a:cubicBezTo>
                      <a:pt x="166454" y="81444"/>
                      <a:pt x="150273" y="42382"/>
                      <a:pt x="134335" y="4044"/>
                    </a:cubicBezTo>
                    <a:cubicBezTo>
                      <a:pt x="123890" y="1689"/>
                      <a:pt x="112419" y="2474"/>
                      <a:pt x="101974" y="119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" name="" descr="d03eb604-97ab-47a2-bd81-304f69bf246e"/>
              <p:cNvSpPr/>
              <p:nvPr/>
            </p:nvSpPr>
            <p:spPr>
              <a:xfrm>
                <a:off x="8856326" y="5054289"/>
                <a:ext cx="261872" cy="167183"/>
              </a:xfrm>
              <a:custGeom>
                <a:gdLst>
                  <a:gd name="connsiteX0" fmla="*/ 250214 w 261872"/>
                  <a:gd name="connsiteY0" fmla="*/ 24651 h 167183"/>
                  <a:gd name="connsiteX1" fmla="*/ 96197 w 261872"/>
                  <a:gd name="connsiteY1" fmla="*/ 2796 h 167183"/>
                  <a:gd name="connsiteX2" fmla="*/ 4247 w 261872"/>
                  <a:gd name="connsiteY2" fmla="*/ 60333 h 167183"/>
                  <a:gd name="connsiteX3" fmla="*/ 55022 w 261872"/>
                  <a:gd name="connsiteY3" fmla="*/ 160314 h 167183"/>
                  <a:gd name="connsiteX4" fmla="*/ 173598 w 261872"/>
                  <a:gd name="connsiteY4" fmla="*/ 142201 h 167183"/>
                  <a:gd name="connsiteX5" fmla="*/ 261927 w 261872"/>
                  <a:gd name="connsiteY5" fmla="*/ 55141 h 167183"/>
                  <a:gd name="connsiteX6" fmla="*/ 250214 w 261872"/>
                  <a:gd name="connsiteY6" fmla="*/ 24651 h 16718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1872" h="167183">
                    <a:moveTo>
                      <a:pt x="250214" y="24651"/>
                    </a:moveTo>
                    <a:cubicBezTo>
                      <a:pt x="201914" y="3109"/>
                      <a:pt x="148543" y="-4461"/>
                      <a:pt x="96197" y="2796"/>
                    </a:cubicBezTo>
                    <a:cubicBezTo>
                      <a:pt x="58584" y="8108"/>
                      <a:pt x="17710" y="24953"/>
                      <a:pt x="4247" y="60333"/>
                    </a:cubicBezTo>
                    <a:cubicBezTo>
                      <a:pt x="-10726" y="99033"/>
                      <a:pt x="16322" y="145220"/>
                      <a:pt x="55022" y="160314"/>
                    </a:cubicBezTo>
                    <a:cubicBezTo>
                      <a:pt x="93722" y="175407"/>
                      <a:pt x="138641" y="164540"/>
                      <a:pt x="173598" y="142201"/>
                    </a:cubicBezTo>
                    <a:cubicBezTo>
                      <a:pt x="208555" y="119862"/>
                      <a:pt x="235543" y="87200"/>
                      <a:pt x="261927" y="55141"/>
                    </a:cubicBezTo>
                    <a:cubicBezTo>
                      <a:pt x="259330" y="44696"/>
                      <a:pt x="253293" y="34975"/>
                      <a:pt x="250214" y="24651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" name="" descr="04e416ea-fd38-41d7-a5ce-5d77ae9adb46"/>
              <p:cNvSpPr/>
              <p:nvPr/>
            </p:nvSpPr>
            <p:spPr>
              <a:xfrm>
                <a:off x="8891486" y="4874359"/>
                <a:ext cx="229066" cy="205186"/>
              </a:xfrm>
              <a:custGeom>
                <a:gdLst>
                  <a:gd name="connsiteX0" fmla="*/ 229120 w 229066"/>
                  <a:gd name="connsiteY0" fmla="*/ 177353 h 205186"/>
                  <a:gd name="connsiteX1" fmla="*/ 153592 w 229066"/>
                  <a:gd name="connsiteY1" fmla="*/ 41328 h 205186"/>
                  <a:gd name="connsiteX2" fmla="*/ 52223 w 229066"/>
                  <a:gd name="connsiteY2" fmla="*/ 2748 h 205186"/>
                  <a:gd name="connsiteX3" fmla="*/ 3138 w 229066"/>
                  <a:gd name="connsiteY3" fmla="*/ 103574 h 205186"/>
                  <a:gd name="connsiteX4" fmla="*/ 89172 w 229066"/>
                  <a:gd name="connsiteY4" fmla="*/ 187194 h 205186"/>
                  <a:gd name="connsiteX5" fmla="*/ 211914 w 229066"/>
                  <a:gd name="connsiteY5" fmla="*/ 205306 h 205186"/>
                  <a:gd name="connsiteX6" fmla="*/ 229120 w 229066"/>
                  <a:gd name="connsiteY6" fmla="*/ 177353 h 20518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9066" h="205186">
                    <a:moveTo>
                      <a:pt x="229120" y="177353"/>
                    </a:moveTo>
                    <a:cubicBezTo>
                      <a:pt x="217166" y="125840"/>
                      <a:pt x="190964" y="78718"/>
                      <a:pt x="153592" y="41328"/>
                    </a:cubicBezTo>
                    <a:cubicBezTo>
                      <a:pt x="126664" y="14582"/>
                      <a:pt x="88689" y="-7697"/>
                      <a:pt x="52223" y="2748"/>
                    </a:cubicBezTo>
                    <a:cubicBezTo>
                      <a:pt x="12315" y="14159"/>
                      <a:pt x="-8152" y="63667"/>
                      <a:pt x="3138" y="103574"/>
                    </a:cubicBezTo>
                    <a:cubicBezTo>
                      <a:pt x="14428" y="143482"/>
                      <a:pt x="50230" y="172824"/>
                      <a:pt x="89172" y="187194"/>
                    </a:cubicBezTo>
                    <a:cubicBezTo>
                      <a:pt x="128113" y="201563"/>
                      <a:pt x="170436" y="203374"/>
                      <a:pt x="211914" y="205306"/>
                    </a:cubicBezTo>
                    <a:cubicBezTo>
                      <a:pt x="218495" y="196552"/>
                      <a:pt x="222540" y="185805"/>
                      <a:pt x="229120" y="177353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" name="" descr="f165a7c6-801c-4819-9ca6-d20a406a72c9"/>
              <p:cNvSpPr/>
              <p:nvPr/>
            </p:nvSpPr>
            <p:spPr>
              <a:xfrm>
                <a:off x="9086682" y="5024967"/>
                <a:ext cx="108674" cy="108674"/>
              </a:xfrm>
              <a:custGeom>
                <a:gdLst>
                  <a:gd name="connsiteX0" fmla="*/ 108729 w 108674"/>
                  <a:gd name="connsiteY0" fmla="*/ 54457 h 108674"/>
                  <a:gd name="connsiteX1" fmla="*/ 54392 w 108674"/>
                  <a:gd name="connsiteY1" fmla="*/ 108794 h 108674"/>
                  <a:gd name="connsiteX2" fmla="*/ 54 w 108674"/>
                  <a:gd name="connsiteY2" fmla="*/ 54457 h 108674"/>
                  <a:gd name="connsiteX3" fmla="*/ 54392 w 108674"/>
                  <a:gd name="connsiteY3" fmla="*/ 119 h 108674"/>
                  <a:gd name="connsiteX4" fmla="*/ 108729 w 108674"/>
                  <a:gd name="connsiteY4" fmla="*/ 54457 h 1086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673" h="108673">
                    <a:moveTo>
                      <a:pt x="108729" y="54457"/>
                    </a:moveTo>
                    <a:cubicBezTo>
                      <a:pt x="108729" y="84469"/>
                      <a:pt x="84399" y="108794"/>
                      <a:pt x="54392" y="108794"/>
                    </a:cubicBezTo>
                    <a:cubicBezTo>
                      <a:pt x="24386" y="108794"/>
                      <a:pt x="54" y="84469"/>
                      <a:pt x="54" y="54457"/>
                    </a:cubicBezTo>
                    <a:cubicBezTo>
                      <a:pt x="54" y="24444"/>
                      <a:pt x="24386" y="119"/>
                      <a:pt x="54392" y="119"/>
                    </a:cubicBezTo>
                    <a:cubicBezTo>
                      <a:pt x="84399" y="119"/>
                      <a:pt x="108729" y="24444"/>
                      <a:pt x="108729" y="54457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" name="" descr="9c82b952-26db-465d-9c77-5680bde1b290"/>
              <p:cNvSpPr/>
              <p:nvPr/>
            </p:nvSpPr>
            <p:spPr>
              <a:xfrm>
                <a:off x="8943413" y="4924563"/>
                <a:ext cx="146590" cy="107467"/>
              </a:xfrm>
              <a:custGeom>
                <a:gdLst>
                  <a:gd name="connsiteX0" fmla="*/ 54 w 146590"/>
                  <a:gd name="connsiteY0" fmla="*/ 119 h 107467"/>
                  <a:gd name="connsiteX1" fmla="*/ 146645 w 146590"/>
                  <a:gd name="connsiteY1" fmla="*/ 107587 h 107467"/>
                  <a:gd name="connsiteX2" fmla="*/ 69365 w 146590"/>
                  <a:gd name="connsiteY2" fmla="*/ 59287 h 107467"/>
                  <a:gd name="connsiteX3" fmla="*/ 54 w 146590"/>
                  <a:gd name="connsiteY3" fmla="*/ 119 h 107467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590" h="107467">
                    <a:moveTo>
                      <a:pt x="54" y="119"/>
                    </a:moveTo>
                    <a:cubicBezTo>
                      <a:pt x="53969" y="28502"/>
                      <a:pt x="103356" y="64714"/>
                      <a:pt x="146645" y="107587"/>
                    </a:cubicBezTo>
                    <a:cubicBezTo>
                      <a:pt x="119536" y="93706"/>
                      <a:pt x="93696" y="77544"/>
                      <a:pt x="69365" y="59287"/>
                    </a:cubicBezTo>
                    <a:cubicBezTo>
                      <a:pt x="44671" y="41530"/>
                      <a:pt x="21488" y="21740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" name="" descr="75107d7e-e282-425a-81dc-a419a187a36e"/>
              <p:cNvSpPr/>
              <p:nvPr/>
            </p:nvSpPr>
            <p:spPr>
              <a:xfrm>
                <a:off x="8907490" y="5098624"/>
                <a:ext cx="170256" cy="60374"/>
              </a:xfrm>
              <a:custGeom>
                <a:gdLst>
                  <a:gd name="connsiteX0" fmla="*/ 54 w 170256"/>
                  <a:gd name="connsiteY0" fmla="*/ 60434 h 60374"/>
                  <a:gd name="connsiteX1" fmla="*/ 84579 w 170256"/>
                  <a:gd name="connsiteY1" fmla="*/ 28556 h 60374"/>
                  <a:gd name="connsiteX2" fmla="*/ 170311 w 170256"/>
                  <a:gd name="connsiteY2" fmla="*/ 119 h 60374"/>
                  <a:gd name="connsiteX3" fmla="*/ 175 w 170256"/>
                  <a:gd name="connsiteY3" fmla="*/ 60494 h 603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0256" h="60374">
                    <a:moveTo>
                      <a:pt x="54" y="60434"/>
                    </a:moveTo>
                    <a:cubicBezTo>
                      <a:pt x="28129" y="48359"/>
                      <a:pt x="56323" y="38759"/>
                      <a:pt x="84579" y="28556"/>
                    </a:cubicBezTo>
                    <a:cubicBezTo>
                      <a:pt x="112834" y="18352"/>
                      <a:pt x="140848" y="8390"/>
                      <a:pt x="170311" y="119"/>
                    </a:cubicBezTo>
                    <a:cubicBezTo>
                      <a:pt x="119717" y="34521"/>
                      <a:pt x="61154" y="55314"/>
                      <a:pt x="175" y="6049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" name="" descr="d5d3e403-ea9b-4af2-8cbd-ce76dd7f7c5e"/>
              <p:cNvSpPr/>
              <p:nvPr/>
            </p:nvSpPr>
            <p:spPr>
              <a:xfrm>
                <a:off x="8964001" y="5045332"/>
                <a:ext cx="106923" cy="14274"/>
              </a:xfrm>
              <a:custGeom>
                <a:gdLst>
                  <a:gd name="connsiteX0" fmla="*/ 54 w 106923"/>
                  <a:gd name="connsiteY0" fmla="*/ 4568 h 14274"/>
                  <a:gd name="connsiteX1" fmla="*/ 53849 w 106923"/>
                  <a:gd name="connsiteY1" fmla="*/ 523 h 14274"/>
                  <a:gd name="connsiteX2" fmla="*/ 106978 w 106923"/>
                  <a:gd name="connsiteY2" fmla="*/ 9881 h 14274"/>
                  <a:gd name="connsiteX3" fmla="*/ 53184 w 106923"/>
                  <a:gd name="connsiteY3" fmla="*/ 13987 h 14274"/>
                  <a:gd name="connsiteX4" fmla="*/ 54 w 106923"/>
                  <a:gd name="connsiteY4" fmla="*/ 4568 h 1427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923" h="14274">
                    <a:moveTo>
                      <a:pt x="54" y="4568"/>
                    </a:moveTo>
                    <a:cubicBezTo>
                      <a:pt x="17684" y="716"/>
                      <a:pt x="35797" y="-642"/>
                      <a:pt x="53849" y="523"/>
                    </a:cubicBezTo>
                    <a:cubicBezTo>
                      <a:pt x="71901" y="1115"/>
                      <a:pt x="89771" y="4266"/>
                      <a:pt x="106978" y="9881"/>
                    </a:cubicBezTo>
                    <a:cubicBezTo>
                      <a:pt x="89349" y="13782"/>
                      <a:pt x="71237" y="15164"/>
                      <a:pt x="53184" y="13987"/>
                    </a:cubicBezTo>
                    <a:cubicBezTo>
                      <a:pt x="35132" y="13341"/>
                      <a:pt x="17261" y="10171"/>
                      <a:pt x="54" y="4568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" name="" descr="b0577e7b-1c4d-4c8b-ad99-18a6f9766d84"/>
              <p:cNvSpPr/>
              <p:nvPr/>
            </p:nvSpPr>
            <p:spPr>
              <a:xfrm>
                <a:off x="9070019" y="5128389"/>
                <a:ext cx="29221" cy="32542"/>
              </a:xfrm>
              <a:custGeom>
                <a:gdLst>
                  <a:gd name="connsiteX0" fmla="*/ 54 w 29221"/>
                  <a:gd name="connsiteY0" fmla="*/ 32661 h 32542"/>
                  <a:gd name="connsiteX1" fmla="*/ 29276 w 29221"/>
                  <a:gd name="connsiteY1" fmla="*/ 119 h 32542"/>
                  <a:gd name="connsiteX2" fmla="*/ 54 w 29221"/>
                  <a:gd name="connsiteY2" fmla="*/ 32661 h 32542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220" h="32541">
                    <a:moveTo>
                      <a:pt x="54" y="32661"/>
                    </a:moveTo>
                    <a:cubicBezTo>
                      <a:pt x="2168" y="16843"/>
                      <a:pt x="13760" y="3941"/>
                      <a:pt x="29276" y="119"/>
                    </a:cubicBezTo>
                    <a:cubicBezTo>
                      <a:pt x="27163" y="15937"/>
                      <a:pt x="15571" y="28840"/>
                      <a:pt x="54" y="3266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" name="" descr="df849fda-ecd6-4437-be47-5693ce225a5f"/>
              <p:cNvSpPr/>
              <p:nvPr/>
            </p:nvSpPr>
            <p:spPr>
              <a:xfrm>
                <a:off x="9164045" y="5131529"/>
                <a:ext cx="21179" cy="52948"/>
              </a:xfrm>
              <a:custGeom>
                <a:gdLst>
                  <a:gd name="connsiteX0" fmla="*/ 454 w 21179"/>
                  <a:gd name="connsiteY0" fmla="*/ 119 h 52948"/>
                  <a:gd name="connsiteX1" fmla="*/ 16937 w 21179"/>
                  <a:gd name="connsiteY1" fmla="*/ 24269 h 52948"/>
                  <a:gd name="connsiteX2" fmla="*/ 20801 w 21179"/>
                  <a:gd name="connsiteY2" fmla="*/ 53068 h 52948"/>
                  <a:gd name="connsiteX3" fmla="*/ 4319 w 21179"/>
                  <a:gd name="connsiteY3" fmla="*/ 28918 h 52948"/>
                  <a:gd name="connsiteX4" fmla="*/ 454 w 21179"/>
                  <a:gd name="connsiteY4" fmla="*/ 119 h 5294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79" h="52948">
                    <a:moveTo>
                      <a:pt x="454" y="119"/>
                    </a:moveTo>
                    <a:cubicBezTo>
                      <a:pt x="7941" y="6633"/>
                      <a:pt x="13616" y="14947"/>
                      <a:pt x="16937" y="24269"/>
                    </a:cubicBezTo>
                    <a:cubicBezTo>
                      <a:pt x="20680" y="33380"/>
                      <a:pt x="22009" y="43293"/>
                      <a:pt x="20801" y="53068"/>
                    </a:cubicBezTo>
                    <a:cubicBezTo>
                      <a:pt x="13314" y="46584"/>
                      <a:pt x="7639" y="38264"/>
                      <a:pt x="4319" y="28918"/>
                    </a:cubicBezTo>
                    <a:cubicBezTo>
                      <a:pt x="636" y="19801"/>
                      <a:pt x="-692" y="9894"/>
                      <a:pt x="4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" name="" descr="5d20b0bd-358d-430f-b4f3-f79e157ee5c3"/>
              <p:cNvSpPr/>
              <p:nvPr/>
            </p:nvSpPr>
            <p:spPr>
              <a:xfrm>
                <a:off x="9193425" y="5077957"/>
                <a:ext cx="57959" cy="14626"/>
              </a:xfrm>
              <a:custGeom>
                <a:gdLst>
                  <a:gd name="connsiteX0" fmla="*/ 54 w 57959"/>
                  <a:gd name="connsiteY0" fmla="*/ 3821 h 14626"/>
                  <a:gd name="connsiteX1" fmla="*/ 29879 w 57959"/>
                  <a:gd name="connsiteY1" fmla="*/ 742 h 14626"/>
                  <a:gd name="connsiteX2" fmla="*/ 58014 w 57959"/>
                  <a:gd name="connsiteY2" fmla="*/ 11006 h 14626"/>
                  <a:gd name="connsiteX3" fmla="*/ 28189 w 57959"/>
                  <a:gd name="connsiteY3" fmla="*/ 14085 h 14626"/>
                  <a:gd name="connsiteX4" fmla="*/ 54 w 57959"/>
                  <a:gd name="connsiteY4" fmla="*/ 3821 h 1462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959" h="14626">
                    <a:moveTo>
                      <a:pt x="54" y="3821"/>
                    </a:moveTo>
                    <a:cubicBezTo>
                      <a:pt x="9593" y="362"/>
                      <a:pt x="19858" y="-694"/>
                      <a:pt x="29879" y="742"/>
                    </a:cubicBezTo>
                    <a:cubicBezTo>
                      <a:pt x="39962" y="1745"/>
                      <a:pt x="49622" y="5277"/>
                      <a:pt x="58014" y="11006"/>
                    </a:cubicBezTo>
                    <a:cubicBezTo>
                      <a:pt x="48475" y="14526"/>
                      <a:pt x="38211" y="15583"/>
                      <a:pt x="28189" y="14085"/>
                    </a:cubicBezTo>
                    <a:cubicBezTo>
                      <a:pt x="18106" y="13053"/>
                      <a:pt x="8447" y="9527"/>
                      <a:pt x="54" y="382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" name="" descr="d8a76800-ebf2-47b6-b1b1-5b415c389f94"/>
              <p:cNvSpPr/>
              <p:nvPr/>
            </p:nvSpPr>
            <p:spPr>
              <a:xfrm>
                <a:off x="9170422" y="4981739"/>
                <a:ext cx="38278" cy="47031"/>
              </a:xfrm>
              <a:custGeom>
                <a:gdLst>
                  <a:gd name="connsiteX0" fmla="*/ 54 w 38278"/>
                  <a:gd name="connsiteY0" fmla="*/ 47151 h 47031"/>
                  <a:gd name="connsiteX1" fmla="*/ 38333 w 38278"/>
                  <a:gd name="connsiteY1" fmla="*/ 119 h 47031"/>
                  <a:gd name="connsiteX2" fmla="*/ 24386 w 38278"/>
                  <a:gd name="connsiteY2" fmla="*/ 27891 h 47031"/>
                  <a:gd name="connsiteX3" fmla="*/ 54 w 38278"/>
                  <a:gd name="connsiteY3" fmla="*/ 47151 h 4703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278" h="47031">
                    <a:moveTo>
                      <a:pt x="54" y="47151"/>
                    </a:moveTo>
                    <a:cubicBezTo>
                      <a:pt x="5187" y="26563"/>
                      <a:pt x="19193" y="9326"/>
                      <a:pt x="38333" y="119"/>
                    </a:cubicBezTo>
                    <a:cubicBezTo>
                      <a:pt x="36038" y="10377"/>
                      <a:pt x="31208" y="19916"/>
                      <a:pt x="24386" y="27891"/>
                    </a:cubicBezTo>
                    <a:cubicBezTo>
                      <a:pt x="17926" y="36157"/>
                      <a:pt x="9594" y="42756"/>
                      <a:pt x="54" y="4715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" name="" descr="6427b35a-7891-4364-a7ac-e14af5b99942"/>
              <p:cNvSpPr/>
              <p:nvPr/>
            </p:nvSpPr>
            <p:spPr>
              <a:xfrm>
                <a:off x="9135760" y="4814802"/>
                <a:ext cx="16660" cy="198814"/>
              </a:xfrm>
              <a:custGeom>
                <a:gdLst>
                  <a:gd name="connsiteX0" fmla="*/ 2174 w 16660"/>
                  <a:gd name="connsiteY0" fmla="*/ 198934 h 198814"/>
                  <a:gd name="connsiteX1" fmla="*/ 1752 w 16660"/>
                  <a:gd name="connsiteY1" fmla="*/ 99074 h 198814"/>
                  <a:gd name="connsiteX2" fmla="*/ 14853 w 16660"/>
                  <a:gd name="connsiteY2" fmla="*/ 119 h 198814"/>
                  <a:gd name="connsiteX3" fmla="*/ 2174 w 16660"/>
                  <a:gd name="connsiteY3" fmla="*/ 198934 h 19881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60" h="198814">
                    <a:moveTo>
                      <a:pt x="2174" y="198934"/>
                    </a:moveTo>
                    <a:cubicBezTo>
                      <a:pt x="-482" y="165703"/>
                      <a:pt x="-663" y="132322"/>
                      <a:pt x="1752" y="99074"/>
                    </a:cubicBezTo>
                    <a:cubicBezTo>
                      <a:pt x="3563" y="65801"/>
                      <a:pt x="7970" y="32722"/>
                      <a:pt x="14853" y="119"/>
                    </a:cubicBezTo>
                    <a:cubicBezTo>
                      <a:pt x="19562" y="66658"/>
                      <a:pt x="15336" y="133530"/>
                      <a:pt x="2174" y="19893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" name="" descr="9e0ee611-7778-4cee-8bff-ea940d608862"/>
              <p:cNvSpPr/>
              <p:nvPr/>
            </p:nvSpPr>
            <p:spPr>
              <a:xfrm>
                <a:off x="9080304" y="4954993"/>
                <a:ext cx="25314" cy="61461"/>
              </a:xfrm>
              <a:custGeom>
                <a:gdLst>
                  <a:gd name="connsiteX0" fmla="*/ 93 w 25314"/>
                  <a:gd name="connsiteY0" fmla="*/ 119 h 61461"/>
                  <a:gd name="connsiteX1" fmla="*/ 18930 w 25314"/>
                  <a:gd name="connsiteY1" fmla="*/ 28314 h 61461"/>
                  <a:gd name="connsiteX2" fmla="*/ 25330 w 25314"/>
                  <a:gd name="connsiteY2" fmla="*/ 61581 h 61461"/>
                  <a:gd name="connsiteX3" fmla="*/ 6493 w 25314"/>
                  <a:gd name="connsiteY3" fmla="*/ 33446 h 61461"/>
                  <a:gd name="connsiteX4" fmla="*/ 93 w 25314"/>
                  <a:gd name="connsiteY4" fmla="*/ 119 h 6146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14" h="61461">
                    <a:moveTo>
                      <a:pt x="93" y="119"/>
                    </a:moveTo>
                    <a:cubicBezTo>
                      <a:pt x="8365" y="8016"/>
                      <a:pt x="14824" y="17646"/>
                      <a:pt x="18930" y="28314"/>
                    </a:cubicBezTo>
                    <a:cubicBezTo>
                      <a:pt x="23519" y="38789"/>
                      <a:pt x="25692" y="50152"/>
                      <a:pt x="25330" y="61581"/>
                    </a:cubicBezTo>
                    <a:cubicBezTo>
                      <a:pt x="16998" y="53738"/>
                      <a:pt x="10598" y="44120"/>
                      <a:pt x="6493" y="33446"/>
                    </a:cubicBezTo>
                    <a:cubicBezTo>
                      <a:pt x="1904" y="22953"/>
                      <a:pt x="-269" y="11566"/>
                      <a:pt x="93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" name="" descr="4c0c7c00-5818-469d-a6a6-0ccbd9b46685"/>
              <p:cNvSpPr/>
              <p:nvPr/>
            </p:nvSpPr>
            <p:spPr>
              <a:xfrm>
                <a:off x="9098093" y="5150245"/>
                <a:ext cx="34896" cy="161200"/>
              </a:xfrm>
              <a:custGeom>
                <a:gdLst>
                  <a:gd name="connsiteX0" fmla="*/ 34951 w 34896"/>
                  <a:gd name="connsiteY0" fmla="*/ 119 h 161200"/>
                  <a:gd name="connsiteX1" fmla="*/ 54 w 34896"/>
                  <a:gd name="connsiteY1" fmla="*/ 161320 h 161200"/>
                  <a:gd name="connsiteX2" fmla="*/ 10922 w 34896"/>
                  <a:gd name="connsiteY2" fmla="*/ 79271 h 161200"/>
                  <a:gd name="connsiteX3" fmla="*/ 34951 w 34896"/>
                  <a:gd name="connsiteY3" fmla="*/ 119 h 16120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896" h="161200">
                    <a:moveTo>
                      <a:pt x="34951" y="119"/>
                    </a:moveTo>
                    <a:cubicBezTo>
                      <a:pt x="32174" y="55393"/>
                      <a:pt x="20401" y="109839"/>
                      <a:pt x="54" y="161320"/>
                    </a:cubicBezTo>
                    <a:cubicBezTo>
                      <a:pt x="1081" y="133687"/>
                      <a:pt x="4703" y="106216"/>
                      <a:pt x="10922" y="79271"/>
                    </a:cubicBezTo>
                    <a:cubicBezTo>
                      <a:pt x="16476" y="52199"/>
                      <a:pt x="24507" y="25706"/>
                      <a:pt x="34951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" name="" descr="757ac59c-ff7b-4cb7-84d1-88ef45613f36"/>
              <p:cNvSpPr/>
              <p:nvPr/>
            </p:nvSpPr>
            <p:spPr>
              <a:xfrm>
                <a:off x="9206164" y="5117823"/>
                <a:ext cx="129262" cy="118515"/>
              </a:xfrm>
              <a:custGeom>
                <a:gdLst>
                  <a:gd name="connsiteX0" fmla="*/ 54 w 129262"/>
                  <a:gd name="connsiteY0" fmla="*/ 119 h 118515"/>
                  <a:gd name="connsiteX1" fmla="*/ 66467 w 129262"/>
                  <a:gd name="connsiteY1" fmla="*/ 57294 h 118515"/>
                  <a:gd name="connsiteX2" fmla="*/ 129317 w 129262"/>
                  <a:gd name="connsiteY2" fmla="*/ 118635 h 118515"/>
                  <a:gd name="connsiteX3" fmla="*/ 57350 w 129262"/>
                  <a:gd name="connsiteY3" fmla="*/ 67196 h 118515"/>
                  <a:gd name="connsiteX4" fmla="*/ 54 w 129262"/>
                  <a:gd name="connsiteY4" fmla="*/ 119 h 11851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262" h="118515">
                    <a:moveTo>
                      <a:pt x="54" y="119"/>
                    </a:moveTo>
                    <a:cubicBezTo>
                      <a:pt x="23782" y="18232"/>
                      <a:pt x="45154" y="37793"/>
                      <a:pt x="66467" y="57294"/>
                    </a:cubicBezTo>
                    <a:cubicBezTo>
                      <a:pt x="87779" y="76795"/>
                      <a:pt x="109272" y="96598"/>
                      <a:pt x="129317" y="118635"/>
                    </a:cubicBezTo>
                    <a:cubicBezTo>
                      <a:pt x="103174" y="104719"/>
                      <a:pt x="78964" y="87427"/>
                      <a:pt x="57350" y="67196"/>
                    </a:cubicBezTo>
                    <a:cubicBezTo>
                      <a:pt x="35434" y="47405"/>
                      <a:pt x="16175" y="24855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" name="" descr="a7a6d116-5845-4c44-a604-8324aea25ab0"/>
              <p:cNvSpPr/>
              <p:nvPr/>
            </p:nvSpPr>
            <p:spPr>
              <a:xfrm>
                <a:off x="9216005" y="4965860"/>
                <a:ext cx="156491" cy="74321"/>
              </a:xfrm>
              <a:custGeom>
                <a:gdLst>
                  <a:gd name="connsiteX0" fmla="*/ 54 w 156491"/>
                  <a:gd name="connsiteY0" fmla="*/ 74441 h 74321"/>
                  <a:gd name="connsiteX1" fmla="*/ 156546 w 156491"/>
                  <a:gd name="connsiteY1" fmla="*/ 119 h 74321"/>
                  <a:gd name="connsiteX2" fmla="*/ 54 w 156491"/>
                  <a:gd name="connsiteY2" fmla="*/ 74441 h 7432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6491" h="74321">
                    <a:moveTo>
                      <a:pt x="54" y="74441"/>
                    </a:moveTo>
                    <a:cubicBezTo>
                      <a:pt x="50105" y="45479"/>
                      <a:pt x="102450" y="20622"/>
                      <a:pt x="156546" y="119"/>
                    </a:cubicBezTo>
                    <a:cubicBezTo>
                      <a:pt x="110782" y="36604"/>
                      <a:pt x="57229" y="62034"/>
                      <a:pt x="54" y="7444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" descr="c6cd85c1-3136-4fe7-9333-fe4ccb7309a6"/>
              <p:cNvSpPr/>
              <p:nvPr/>
            </p:nvSpPr>
            <p:spPr>
              <a:xfrm>
                <a:off x="9236741" y="4897201"/>
                <a:ext cx="1054436" cy="1089348"/>
              </a:xfrm>
              <a:custGeom>
                <a:gdLst>
                  <a:gd name="connsiteX0" fmla="*/ 381899 w 1054436"/>
                  <a:gd name="connsiteY0" fmla="*/ 1071122 h 1089348"/>
                  <a:gd name="connsiteX1" fmla="*/ 20555 w 1054436"/>
                  <a:gd name="connsiteY1" fmla="*/ 404885 h 1089348"/>
                  <a:gd name="connsiteX2" fmla="*/ 672604 w 1054436"/>
                  <a:gd name="connsiteY2" fmla="*/ 18486 h 1089348"/>
                  <a:gd name="connsiteX3" fmla="*/ 1034007 w 1054436"/>
                  <a:gd name="connsiteY3" fmla="*/ 684723 h 1089348"/>
                  <a:gd name="connsiteX4" fmla="*/ 381899 w 1054436"/>
                  <a:gd name="connsiteY4" fmla="*/ 1071122 h 1089348"/>
                  <a:gd name="connsiteX5" fmla="*/ 636077 w 1054436"/>
                  <a:gd name="connsiteY5" fmla="*/ 150586 h 1089348"/>
                  <a:gd name="connsiteX6" fmla="*/ 152716 w 1054436"/>
                  <a:gd name="connsiteY6" fmla="*/ 441352 h 1089348"/>
                  <a:gd name="connsiteX7" fmla="*/ 418365 w 1054436"/>
                  <a:gd name="connsiteY7" fmla="*/ 938961 h 1089348"/>
                  <a:gd name="connsiteX8" fmla="*/ 901666 w 1054436"/>
                  <a:gd name="connsiteY8" fmla="*/ 648196 h 1089348"/>
                  <a:gd name="connsiteX9" fmla="*/ 636077 w 1054436"/>
                  <a:gd name="connsiteY9" fmla="*/ 150586 h 108934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4436" h="1089348">
                    <a:moveTo>
                      <a:pt x="381899" y="1071122"/>
                    </a:moveTo>
                    <a:cubicBezTo>
                      <a:pt x="102545" y="994023"/>
                      <a:pt x="-59622" y="695107"/>
                      <a:pt x="20555" y="404885"/>
                    </a:cubicBezTo>
                    <a:cubicBezTo>
                      <a:pt x="100733" y="114663"/>
                      <a:pt x="393129" y="-58734"/>
                      <a:pt x="672604" y="18486"/>
                    </a:cubicBezTo>
                    <a:cubicBezTo>
                      <a:pt x="952079" y="95705"/>
                      <a:pt x="1114125" y="394501"/>
                      <a:pt x="1034007" y="684723"/>
                    </a:cubicBezTo>
                    <a:cubicBezTo>
                      <a:pt x="953891" y="974945"/>
                      <a:pt x="661313" y="1148281"/>
                      <a:pt x="381899" y="1071122"/>
                    </a:cubicBezTo>
                    <a:close/>
                    <a:moveTo>
                      <a:pt x="636077" y="150586"/>
                    </a:moveTo>
                    <a:cubicBezTo>
                      <a:pt x="429534" y="93592"/>
                      <a:pt x="212729" y="224062"/>
                      <a:pt x="152716" y="441352"/>
                    </a:cubicBezTo>
                    <a:cubicBezTo>
                      <a:pt x="92703" y="658641"/>
                      <a:pt x="211883" y="882088"/>
                      <a:pt x="418365" y="938961"/>
                    </a:cubicBezTo>
                    <a:cubicBezTo>
                      <a:pt x="624848" y="995834"/>
                      <a:pt x="841653" y="865545"/>
                      <a:pt x="901666" y="648196"/>
                    </a:cubicBezTo>
                    <a:cubicBezTo>
                      <a:pt x="961678" y="430846"/>
                      <a:pt x="842559" y="207640"/>
                      <a:pt x="636077" y="150586"/>
                    </a:cubicBezTo>
                    <a:close/>
                  </a:path>
                </a:pathLst>
              </a:custGeom>
              <a:solidFill>
                <a:srgbClr val="E64B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" descr="65763a6f-0088-4d8b-91d2-8958184bbc50"/>
              <p:cNvSpPr/>
              <p:nvPr/>
            </p:nvSpPr>
            <p:spPr>
              <a:xfrm>
                <a:off x="8148575" y="5073554"/>
                <a:ext cx="2810213" cy="2259450"/>
              </a:xfrm>
              <a:custGeom>
                <a:gdLst>
                  <a:gd name="connsiteX0" fmla="*/ 2434915 w 2810213"/>
                  <a:gd name="connsiteY0" fmla="*/ 2133842 h 2259450"/>
                  <a:gd name="connsiteX1" fmla="*/ 2224085 w 2810213"/>
                  <a:gd name="connsiteY1" fmla="*/ 2253445 h 2259450"/>
                  <a:gd name="connsiteX2" fmla="*/ 125758 w 2810213"/>
                  <a:gd name="connsiteY2" fmla="*/ 1673846 h 2259450"/>
                  <a:gd name="connsiteX3" fmla="*/ 6155 w 2810213"/>
                  <a:gd name="connsiteY3" fmla="*/ 1463017 h 2259450"/>
                  <a:gd name="connsiteX4" fmla="*/ 375407 w 2810213"/>
                  <a:gd name="connsiteY4" fmla="*/ 125834 h 2259450"/>
                  <a:gd name="connsiteX5" fmla="*/ 586297 w 2810213"/>
                  <a:gd name="connsiteY5" fmla="*/ 6232 h 2259450"/>
                  <a:gd name="connsiteX6" fmla="*/ 2684564 w 2810213"/>
                  <a:gd name="connsiteY6" fmla="*/ 585831 h 2259450"/>
                  <a:gd name="connsiteX7" fmla="*/ 2804167 w 2810213"/>
                  <a:gd name="connsiteY7" fmla="*/ 796660 h 225945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10213" h="2259450">
                    <a:moveTo>
                      <a:pt x="2434915" y="2133842"/>
                    </a:moveTo>
                    <a:cubicBezTo>
                      <a:pt x="2409497" y="2224948"/>
                      <a:pt x="2315312" y="2278380"/>
                      <a:pt x="2224085" y="2253445"/>
                    </a:cubicBezTo>
                    <a:lnTo>
                      <a:pt x="125758" y="1673846"/>
                    </a:lnTo>
                    <a:cubicBezTo>
                      <a:pt x="34712" y="1648428"/>
                      <a:pt x="-18720" y="1554225"/>
                      <a:pt x="6155" y="1463017"/>
                    </a:cubicBezTo>
                    <a:lnTo>
                      <a:pt x="375407" y="125834"/>
                    </a:lnTo>
                    <a:cubicBezTo>
                      <a:pt x="400885" y="34759"/>
                      <a:pt x="495070" y="-18673"/>
                      <a:pt x="586297" y="6232"/>
                    </a:cubicBezTo>
                    <a:lnTo>
                      <a:pt x="2684564" y="585831"/>
                    </a:lnTo>
                    <a:cubicBezTo>
                      <a:pt x="2775610" y="611279"/>
                      <a:pt x="2829042" y="705452"/>
                      <a:pt x="2804167" y="79666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" name="" descr="6b02b0b2-61b4-4f20-869a-51127c26a522"/>
              <p:cNvSpPr/>
              <p:nvPr/>
            </p:nvSpPr>
            <p:spPr>
              <a:xfrm>
                <a:off x="8556134" y="5073291"/>
                <a:ext cx="2399149" cy="1440113"/>
              </a:xfrm>
              <a:custGeom>
                <a:gdLst>
                  <a:gd name="connsiteX0" fmla="*/ 2277006 w 2399149"/>
                  <a:gd name="connsiteY0" fmla="*/ 585792 h 1440113"/>
                  <a:gd name="connsiteX1" fmla="*/ 178738 w 2399149"/>
                  <a:gd name="connsiteY1" fmla="*/ 6193 h 1440113"/>
                  <a:gd name="connsiteX2" fmla="*/ 6247 w 2399149"/>
                  <a:gd name="connsiteY2" fmla="*/ 56546 h 1440113"/>
                  <a:gd name="connsiteX3" fmla="*/ 924548 w 2399149"/>
                  <a:gd name="connsiteY3" fmla="*/ 1394513 h 1440113"/>
                  <a:gd name="connsiteX4" fmla="*/ 2399204 w 2399149"/>
                  <a:gd name="connsiteY4" fmla="*/ 717228 h 1440113"/>
                  <a:gd name="connsiteX5" fmla="*/ 2277006 w 2399149"/>
                  <a:gd name="connsiteY5" fmla="*/ 585792 h 144011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99149" h="1440113">
                    <a:moveTo>
                      <a:pt x="2277006" y="585792"/>
                    </a:moveTo>
                    <a:lnTo>
                      <a:pt x="178738" y="6193"/>
                    </a:lnTo>
                    <a:cubicBezTo>
                      <a:pt x="116371" y="-10851"/>
                      <a:pt x="49657" y="8614"/>
                      <a:pt x="6247" y="56546"/>
                    </a:cubicBezTo>
                    <a:cubicBezTo>
                      <a:pt x="-53524" y="655827"/>
                      <a:pt x="324363" y="1228845"/>
                      <a:pt x="924548" y="1394513"/>
                    </a:cubicBezTo>
                    <a:cubicBezTo>
                      <a:pt x="1524735" y="1560182"/>
                      <a:pt x="2143034" y="1262232"/>
                      <a:pt x="2399204" y="717228"/>
                    </a:cubicBezTo>
                    <a:cubicBezTo>
                      <a:pt x="2386405" y="653943"/>
                      <a:pt x="2339192" y="603174"/>
                      <a:pt x="2277006" y="585792"/>
                    </a:cubicBezTo>
                    <a:close/>
                  </a:path>
                </a:pathLst>
              </a:custGeom>
              <a:solidFill>
                <a:srgbClr val="FF681E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" descr="899db4de-c627-492e-8df0-10fbc4423624"/>
              <p:cNvSpPr/>
              <p:nvPr/>
            </p:nvSpPr>
            <p:spPr>
              <a:xfrm>
                <a:off x="8153045" y="5504223"/>
                <a:ext cx="2805743" cy="1829393"/>
              </a:xfrm>
              <a:custGeom>
                <a:gdLst>
                  <a:gd name="connsiteX0" fmla="*/ 2430445 w 2805743"/>
                  <a:gd name="connsiteY0" fmla="*/ 1703173 h 1829393"/>
                  <a:gd name="connsiteX1" fmla="*/ 2799697 w 2805743"/>
                  <a:gd name="connsiteY1" fmla="*/ 365689 h 1829393"/>
                  <a:gd name="connsiteX2" fmla="*/ 2680094 w 2805743"/>
                  <a:gd name="connsiteY2" fmla="*/ 154860 h 1829393"/>
                  <a:gd name="connsiteX3" fmla="*/ 2119695 w 2805743"/>
                  <a:gd name="connsiteY3" fmla="*/ 119 h 1829393"/>
                  <a:gd name="connsiteX4" fmla="*/ 54 w 2805743"/>
                  <a:gd name="connsiteY4" fmla="*/ 1117054 h 1829393"/>
                  <a:gd name="connsiteX5" fmla="*/ 121288 w 2805743"/>
                  <a:gd name="connsiteY5" fmla="*/ 1243841 h 1829393"/>
                  <a:gd name="connsiteX6" fmla="*/ 2219615 w 2805743"/>
                  <a:gd name="connsiteY6" fmla="*/ 1823440 h 1829393"/>
                  <a:gd name="connsiteX7" fmla="*/ 2430445 w 2805743"/>
                  <a:gd name="connsiteY7" fmla="*/ 1703173 h 182939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05743" h="1829393">
                    <a:moveTo>
                      <a:pt x="2430445" y="1703173"/>
                    </a:moveTo>
                    <a:lnTo>
                      <a:pt x="2799697" y="365689"/>
                    </a:lnTo>
                    <a:cubicBezTo>
                      <a:pt x="2824572" y="274481"/>
                      <a:pt x="2771140" y="180308"/>
                      <a:pt x="2680094" y="154860"/>
                    </a:cubicBezTo>
                    <a:lnTo>
                      <a:pt x="2119695" y="119"/>
                    </a:lnTo>
                    <a:cubicBezTo>
                      <a:pt x="1651911" y="1178033"/>
                      <a:pt x="583276" y="1202726"/>
                      <a:pt x="54" y="1117054"/>
                    </a:cubicBezTo>
                    <a:cubicBezTo>
                      <a:pt x="14243" y="1178335"/>
                      <a:pt x="60731" y="1226936"/>
                      <a:pt x="121288" y="1243841"/>
                    </a:cubicBezTo>
                    <a:lnTo>
                      <a:pt x="2219615" y="1823440"/>
                    </a:lnTo>
                    <a:cubicBezTo>
                      <a:pt x="2311023" y="1848314"/>
                      <a:pt x="2405328" y="1794520"/>
                      <a:pt x="2430445" y="1703173"/>
                    </a:cubicBezTo>
                    <a:close/>
                  </a:path>
                </a:pathLst>
              </a:custGeom>
              <a:solidFill>
                <a:srgbClr val="FF681E">
                  <a:alpha val="30000"/>
                </a:srgbClr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" name="" descr="24fb44dd-a666-4edf-9982-4e4f8f6002e0"/>
              <p:cNvSpPr/>
              <p:nvPr/>
            </p:nvSpPr>
            <p:spPr>
              <a:xfrm>
                <a:off x="9404013" y="5686072"/>
                <a:ext cx="475331" cy="475331"/>
              </a:xfrm>
              <a:custGeom>
                <a:gdLst>
                  <a:gd name="connsiteX0" fmla="*/ 475331 w 475331"/>
                  <a:gd name="connsiteY0" fmla="*/ 224172 h 475331"/>
                  <a:gd name="connsiteX1" fmla="*/ 331518 w 475331"/>
                  <a:gd name="connsiteY1" fmla="*/ 184445 h 475331"/>
                  <a:gd name="connsiteX2" fmla="*/ 371185 w 475331"/>
                  <a:gd name="connsiteY2" fmla="*/ 40632 h 475331"/>
                  <a:gd name="connsiteX3" fmla="*/ 224172 w 475331"/>
                  <a:gd name="connsiteY3" fmla="*/ 0 h 475331"/>
                  <a:gd name="connsiteX4" fmla="*/ 184445 w 475331"/>
                  <a:gd name="connsiteY4" fmla="*/ 143813 h 475331"/>
                  <a:gd name="connsiteX5" fmla="*/ 40572 w 475331"/>
                  <a:gd name="connsiteY5" fmla="*/ 104086 h 475331"/>
                  <a:gd name="connsiteX6" fmla="*/ 0 w 475331"/>
                  <a:gd name="connsiteY6" fmla="*/ 251159 h 475331"/>
                  <a:gd name="connsiteX7" fmla="*/ 143813 w 475331"/>
                  <a:gd name="connsiteY7" fmla="*/ 290886 h 475331"/>
                  <a:gd name="connsiteX8" fmla="*/ 104147 w 475331"/>
                  <a:gd name="connsiteY8" fmla="*/ 434759 h 475331"/>
                  <a:gd name="connsiteX9" fmla="*/ 251220 w 475331"/>
                  <a:gd name="connsiteY9" fmla="*/ 475331 h 475331"/>
                  <a:gd name="connsiteX10" fmla="*/ 290886 w 475331"/>
                  <a:gd name="connsiteY10" fmla="*/ 331458 h 475331"/>
                  <a:gd name="connsiteX11" fmla="*/ 434759 w 475331"/>
                  <a:gd name="connsiteY11" fmla="*/ 371185 h 475331"/>
                  <a:gd name="connsiteX12" fmla="*/ 475331 w 475331"/>
                  <a:gd name="connsiteY12" fmla="*/ 224172 h 47533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5331" h="475331">
                    <a:moveTo>
                      <a:pt x="475331" y="224172"/>
                    </a:moveTo>
                    <a:lnTo>
                      <a:pt x="331518" y="184445"/>
                    </a:lnTo>
                    <a:lnTo>
                      <a:pt x="371185" y="40632"/>
                    </a:lnTo>
                    <a:lnTo>
                      <a:pt x="224172" y="0"/>
                    </a:lnTo>
                    <a:lnTo>
                      <a:pt x="184445" y="143813"/>
                    </a:lnTo>
                    <a:lnTo>
                      <a:pt x="40572" y="104086"/>
                    </a:lnTo>
                    <a:lnTo>
                      <a:pt x="0" y="251159"/>
                    </a:lnTo>
                    <a:lnTo>
                      <a:pt x="143813" y="290886"/>
                    </a:lnTo>
                    <a:lnTo>
                      <a:pt x="104147" y="434759"/>
                    </a:lnTo>
                    <a:lnTo>
                      <a:pt x="251220" y="475331"/>
                    </a:lnTo>
                    <a:lnTo>
                      <a:pt x="290886" y="331458"/>
                    </a:lnTo>
                    <a:lnTo>
                      <a:pt x="434759" y="371185"/>
                    </a:lnTo>
                    <a:lnTo>
                      <a:pt x="475331" y="224172"/>
                    </a:lnTo>
                    <a:close/>
                  </a:path>
                </a:pathLst>
              </a:custGeom>
              <a:solidFill>
                <a:srgbClr val="E64B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" descr="ff8ae30b-43cd-4f5d-9bf1-15766040e13e"/>
              <p:cNvSpPr/>
              <p:nvPr/>
            </p:nvSpPr>
            <p:spPr>
              <a:xfrm>
                <a:off x="8780188" y="6360747"/>
                <a:ext cx="137203" cy="116430"/>
              </a:xfrm>
              <a:custGeom>
                <a:gdLst>
                  <a:gd name="connsiteX0" fmla="*/ 137258 w 137203"/>
                  <a:gd name="connsiteY0" fmla="*/ 115087 h 116430"/>
                  <a:gd name="connsiteX1" fmla="*/ 42953 w 137203"/>
                  <a:gd name="connsiteY1" fmla="*/ 3514 h 116430"/>
                  <a:gd name="connsiteX2" fmla="*/ 8418 w 137203"/>
                  <a:gd name="connsiteY2" fmla="*/ 5265 h 116430"/>
                  <a:gd name="connsiteX3" fmla="*/ 1535 w 137203"/>
                  <a:gd name="connsiteY3" fmla="*/ 34004 h 116430"/>
                  <a:gd name="connsiteX4" fmla="*/ 137258 w 137203"/>
                  <a:gd name="connsiteY4" fmla="*/ 115087 h 11643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203" h="116430">
                    <a:moveTo>
                      <a:pt x="137258" y="115087"/>
                    </a:moveTo>
                    <a:cubicBezTo>
                      <a:pt x="106165" y="77534"/>
                      <a:pt x="75857" y="39377"/>
                      <a:pt x="42953" y="3514"/>
                    </a:cubicBezTo>
                    <a:cubicBezTo>
                      <a:pt x="37640" y="-2221"/>
                      <a:pt x="17655" y="-48"/>
                      <a:pt x="8418" y="5265"/>
                    </a:cubicBezTo>
                    <a:cubicBezTo>
                      <a:pt x="2380" y="8827"/>
                      <a:pt x="-2510" y="29415"/>
                      <a:pt x="1535" y="34004"/>
                    </a:cubicBezTo>
                    <a:cubicBezTo>
                      <a:pt x="38122" y="75783"/>
                      <a:pt x="71087" y="125773"/>
                      <a:pt x="137258" y="115087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" name="" descr="35730927-9c75-49d9-8c6c-48303ae64f8c"/>
              <p:cNvSpPr/>
              <p:nvPr/>
            </p:nvSpPr>
            <p:spPr>
              <a:xfrm>
                <a:off x="8544431" y="6386501"/>
                <a:ext cx="576059" cy="471499"/>
              </a:xfrm>
              <a:custGeom>
                <a:gdLst>
                  <a:gd name="connsiteX0" fmla="*/ 23822 w 576059"/>
                  <a:gd name="connsiteY0" fmla="*/ 1095 h 471499"/>
                  <a:gd name="connsiteX1" fmla="*/ 39384 w 576059"/>
                  <a:gd name="connsiteY1" fmla="*/ 1789 h 471499"/>
                  <a:gd name="connsiteX2" fmla="*/ 140330 w 576059"/>
                  <a:gd name="connsiteY2" fmla="*/ 110946 h 471499"/>
                  <a:gd name="connsiteX3" fmla="*/ 383943 w 576059"/>
                  <a:gd name="connsiteY3" fmla="*/ 380218 h 471499"/>
                  <a:gd name="connsiteX4" fmla="*/ 529446 w 576059"/>
                  <a:gd name="connsiteY4" fmla="*/ 378890 h 471499"/>
                  <a:gd name="connsiteX5" fmla="*/ 574848 w 576059"/>
                  <a:gd name="connsiteY5" fmla="*/ 408353 h 471499"/>
                  <a:gd name="connsiteX6" fmla="*/ 558487 w 576059"/>
                  <a:gd name="connsiteY6" fmla="*/ 452668 h 471499"/>
                  <a:gd name="connsiteX7" fmla="*/ 545773 w 576059"/>
                  <a:gd name="connsiteY7" fmla="*/ 471499 h 471499"/>
                  <a:gd name="connsiteX8" fmla="*/ 341113 w 576059"/>
                  <a:gd name="connsiteY8" fmla="*/ 471499 h 471499"/>
                  <a:gd name="connsiteX9" fmla="*/ 336029 w 576059"/>
                  <a:gd name="connsiteY9" fmla="*/ 462821 h 471499"/>
                  <a:gd name="connsiteX10" fmla="*/ 288973 w 576059"/>
                  <a:gd name="connsiteY10" fmla="*/ 420670 h 471499"/>
                  <a:gd name="connsiteX11" fmla="*/ 2615 w 576059"/>
                  <a:gd name="connsiteY11" fmla="*/ 41877 h 471499"/>
                  <a:gd name="connsiteX12" fmla="*/ 6902 w 576059"/>
                  <a:gd name="connsiteY12" fmla="*/ 9094 h 471499"/>
                  <a:gd name="connsiteX13" fmla="*/ 23822 w 576059"/>
                  <a:gd name="connsiteY13" fmla="*/ 1095 h 47149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76059" h="471499">
                    <a:moveTo>
                      <a:pt x="23822" y="1095"/>
                    </a:moveTo>
                    <a:cubicBezTo>
                      <a:pt x="30524" y="-430"/>
                      <a:pt x="36999" y="-506"/>
                      <a:pt x="39384" y="1789"/>
                    </a:cubicBezTo>
                    <a:cubicBezTo>
                      <a:pt x="75488" y="36384"/>
                      <a:pt x="126625" y="67959"/>
                      <a:pt x="140330" y="110946"/>
                    </a:cubicBezTo>
                    <a:cubicBezTo>
                      <a:pt x="181566" y="240813"/>
                      <a:pt x="288007" y="303905"/>
                      <a:pt x="383943" y="380218"/>
                    </a:cubicBezTo>
                    <a:cubicBezTo>
                      <a:pt x="434597" y="420549"/>
                      <a:pt x="479999" y="398270"/>
                      <a:pt x="529446" y="378890"/>
                    </a:cubicBezTo>
                    <a:cubicBezTo>
                      <a:pt x="539951" y="374785"/>
                      <a:pt x="566215" y="393803"/>
                      <a:pt x="574848" y="408353"/>
                    </a:cubicBezTo>
                    <a:cubicBezTo>
                      <a:pt x="579980" y="417107"/>
                      <a:pt x="567724" y="439688"/>
                      <a:pt x="558487" y="452668"/>
                    </a:cubicBezTo>
                    <a:lnTo>
                      <a:pt x="545773" y="471499"/>
                    </a:lnTo>
                    <a:lnTo>
                      <a:pt x="341113" y="471499"/>
                    </a:lnTo>
                    <a:lnTo>
                      <a:pt x="336029" y="462821"/>
                    </a:lnTo>
                    <a:cubicBezTo>
                      <a:pt x="322187" y="444797"/>
                      <a:pt x="306602" y="430164"/>
                      <a:pt x="288973" y="420670"/>
                    </a:cubicBezTo>
                    <a:cubicBezTo>
                      <a:pt x="127410" y="333609"/>
                      <a:pt x="99215" y="165767"/>
                      <a:pt x="2615" y="41877"/>
                    </a:cubicBezTo>
                    <a:cubicBezTo>
                      <a:pt x="-2456" y="35357"/>
                      <a:pt x="321" y="16098"/>
                      <a:pt x="6902" y="9094"/>
                    </a:cubicBezTo>
                    <a:cubicBezTo>
                      <a:pt x="10193" y="5593"/>
                      <a:pt x="17121" y="2619"/>
                      <a:pt x="23822" y="1095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46" name="" descr="05234980-bb4e-4ce2-807e-bba082d364c2"/>
            <p:cNvSpPr/>
            <p:nvPr/>
          </p:nvSpPr>
          <p:spPr>
            <a:xfrm>
              <a:off x="2827950" y="5482768"/>
              <a:ext cx="6836914" cy="1375233"/>
            </a:xfrm>
            <a:custGeom>
              <a:gdLst>
                <a:gd name="connsiteX0" fmla="*/ 3281341 w 6836914"/>
                <a:gd name="connsiteY0" fmla="*/ 1953 h 1375233"/>
                <a:gd name="connsiteX1" fmla="*/ 6775596 w 6836914"/>
                <a:gd name="connsiteY1" fmla="*/ 1315320 h 1375233"/>
                <a:gd name="connsiteX2" fmla="*/ 6836914 w 6836914"/>
                <a:gd name="connsiteY2" fmla="*/ 1375233 h 1375233"/>
                <a:gd name="connsiteX3" fmla="*/ 0 w 6836914"/>
                <a:gd name="connsiteY3" fmla="*/ 1375233 h 1375233"/>
                <a:gd name="connsiteX4" fmla="*/ 37006 w 6836914"/>
                <a:gd name="connsiteY4" fmla="*/ 1338669 h 1375233"/>
                <a:gd name="connsiteX5" fmla="*/ 3281341 w 6836914"/>
                <a:gd name="connsiteY5" fmla="*/ 1953 h 1375233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36914" h="1375233">
                  <a:moveTo>
                    <a:pt x="3281341" y="1953"/>
                  </a:moveTo>
                  <a:cubicBezTo>
                    <a:pt x="4626290" y="-35503"/>
                    <a:pt x="5860622" y="468147"/>
                    <a:pt x="6775596" y="1315320"/>
                  </a:cubicBezTo>
                  <a:lnTo>
                    <a:pt x="6836914" y="1375233"/>
                  </a:lnTo>
                  <a:lnTo>
                    <a:pt x="0" y="1375233"/>
                  </a:lnTo>
                  <a:lnTo>
                    <a:pt x="37006" y="1338669"/>
                  </a:lnTo>
                  <a:cubicBezTo>
                    <a:pt x="887606" y="539471"/>
                    <a:pt x="2022926" y="36978"/>
                    <a:pt x="3281341" y="1953"/>
                  </a:cubicBezTo>
                  <a:close/>
                </a:path>
              </a:pathLst>
            </a:custGeom>
            <a:solidFill>
              <a:srgbClr val="FF9182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7" name="" descr="9350c8d9-44af-455b-83a8-2b62705958f2"/>
            <p:cNvSpPr/>
            <p:nvPr/>
          </p:nvSpPr>
          <p:spPr>
            <a:xfrm>
              <a:off x="5053038" y="5574302"/>
              <a:ext cx="1669516" cy="1221823"/>
            </a:xfrm>
            <a:custGeom>
              <a:gdLst>
                <a:gd name="connsiteX0" fmla="*/ 1652394 w 1669516"/>
                <a:gd name="connsiteY0" fmla="*/ 498409 h 1221823"/>
                <a:gd name="connsiteX1" fmla="*/ 1668152 w 1669516"/>
                <a:gd name="connsiteY1" fmla="*/ 430065 h 1221823"/>
                <a:gd name="connsiteX2" fmla="*/ 1616289 w 1669516"/>
                <a:gd name="connsiteY2" fmla="*/ 339502 h 1221823"/>
                <a:gd name="connsiteX3" fmla="*/ 1492159 w 1669516"/>
                <a:gd name="connsiteY3" fmla="*/ 142499 h 1221823"/>
                <a:gd name="connsiteX4" fmla="*/ 1033310 w 1669516"/>
                <a:gd name="connsiteY4" fmla="*/ 5509 h 1221823"/>
                <a:gd name="connsiteX5" fmla="*/ 586536 w 1669516"/>
                <a:gd name="connsiteY5" fmla="*/ 24587 h 1221823"/>
                <a:gd name="connsiteX6" fmla="*/ 500502 w 1669516"/>
                <a:gd name="connsiteY6" fmla="*/ 63106 h 1221823"/>
                <a:gd name="connsiteX7" fmla="*/ 497906 w 1669516"/>
                <a:gd name="connsiteY7" fmla="*/ 61235 h 1221823"/>
                <a:gd name="connsiteX8" fmla="*/ 247471 w 1669516"/>
                <a:gd name="connsiteY8" fmla="*/ 92449 h 1221823"/>
                <a:gd name="connsiteX9" fmla="*/ 30846 w 1669516"/>
                <a:gd name="connsiteY9" fmla="*/ 147269 h 1221823"/>
                <a:gd name="connsiteX10" fmla="*/ 54 w 1669516"/>
                <a:gd name="connsiteY10" fmla="*/ 167193 h 1221823"/>
                <a:gd name="connsiteX11" fmla="*/ 29336 w 1669516"/>
                <a:gd name="connsiteY11" fmla="*/ 201848 h 1221823"/>
                <a:gd name="connsiteX12" fmla="*/ 154192 w 1669516"/>
                <a:gd name="connsiteY12" fmla="*/ 204987 h 1221823"/>
                <a:gd name="connsiteX13" fmla="*/ 368522 w 1669516"/>
                <a:gd name="connsiteY13" fmla="*/ 114425 h 1221823"/>
                <a:gd name="connsiteX14" fmla="*/ 392672 w 1669516"/>
                <a:gd name="connsiteY14" fmla="*/ 154695 h 1221823"/>
                <a:gd name="connsiteX15" fmla="*/ 429984 w 1669516"/>
                <a:gd name="connsiteY15" fmla="*/ 222858 h 1221823"/>
                <a:gd name="connsiteX16" fmla="*/ 537934 w 1669516"/>
                <a:gd name="connsiteY16" fmla="*/ 327850 h 1221823"/>
                <a:gd name="connsiteX17" fmla="*/ 601388 w 1669516"/>
                <a:gd name="connsiteY17" fmla="*/ 468282 h 1221823"/>
                <a:gd name="connsiteX18" fmla="*/ 580076 w 1669516"/>
                <a:gd name="connsiteY18" fmla="*/ 610223 h 1221823"/>
                <a:gd name="connsiteX19" fmla="*/ 494464 w 1669516"/>
                <a:gd name="connsiteY19" fmla="*/ 654357 h 1221823"/>
                <a:gd name="connsiteX20" fmla="*/ 452866 w 1669516"/>
                <a:gd name="connsiteY20" fmla="*/ 784646 h 1221823"/>
                <a:gd name="connsiteX21" fmla="*/ 529602 w 1669516"/>
                <a:gd name="connsiteY21" fmla="*/ 1001151 h 1221823"/>
                <a:gd name="connsiteX22" fmla="*/ 696599 w 1669516"/>
                <a:gd name="connsiteY22" fmla="*/ 1164163 h 1221823"/>
                <a:gd name="connsiteX23" fmla="*/ 783660 w 1669516"/>
                <a:gd name="connsiteY23" fmla="*/ 1201957 h 1221823"/>
                <a:gd name="connsiteX24" fmla="*/ 910447 w 1669516"/>
                <a:gd name="connsiteY24" fmla="*/ 1150941 h 1221823"/>
                <a:gd name="connsiteX25" fmla="*/ 965388 w 1669516"/>
                <a:gd name="connsiteY25" fmla="*/ 1001996 h 1221823"/>
                <a:gd name="connsiteX26" fmla="*/ 1063980 w 1669516"/>
                <a:gd name="connsiteY26" fmla="*/ 824192 h 1221823"/>
                <a:gd name="connsiteX27" fmla="*/ 1279036 w 1669516"/>
                <a:gd name="connsiteY27" fmla="*/ 746248 h 1221823"/>
                <a:gd name="connsiteX28" fmla="*/ 1322747 w 1669516"/>
                <a:gd name="connsiteY28" fmla="*/ 707729 h 1221823"/>
                <a:gd name="connsiteX29" fmla="*/ 1484793 w 1669516"/>
                <a:gd name="connsiteY29" fmla="*/ 619883 h 1221823"/>
                <a:gd name="connsiteX30" fmla="*/ 1654808 w 1669516"/>
                <a:gd name="connsiteY30" fmla="*/ 498047 h 1221823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69516" h="1221823">
                  <a:moveTo>
                    <a:pt x="1652394" y="498409"/>
                  </a:moveTo>
                  <a:cubicBezTo>
                    <a:pt x="1659759" y="474984"/>
                    <a:pt x="1674129" y="449385"/>
                    <a:pt x="1668152" y="430065"/>
                  </a:cubicBezTo>
                  <a:cubicBezTo>
                    <a:pt x="1658008" y="397100"/>
                    <a:pt x="1612667" y="366430"/>
                    <a:pt x="1616289" y="339502"/>
                  </a:cubicBezTo>
                  <a:cubicBezTo>
                    <a:pt x="1630176" y="234209"/>
                    <a:pt x="1556760" y="195267"/>
                    <a:pt x="1492159" y="142499"/>
                  </a:cubicBezTo>
                  <a:cubicBezTo>
                    <a:pt x="1357221" y="32134"/>
                    <a:pt x="1210812" y="-17132"/>
                    <a:pt x="1033310" y="5509"/>
                  </a:cubicBezTo>
                  <a:cubicBezTo>
                    <a:pt x="886116" y="24346"/>
                    <a:pt x="735481" y="15591"/>
                    <a:pt x="586536" y="24587"/>
                  </a:cubicBezTo>
                  <a:cubicBezTo>
                    <a:pt x="557194" y="26398"/>
                    <a:pt x="529059" y="48013"/>
                    <a:pt x="500502" y="63106"/>
                  </a:cubicBezTo>
                  <a:lnTo>
                    <a:pt x="497906" y="61235"/>
                  </a:lnTo>
                  <a:cubicBezTo>
                    <a:pt x="413984" y="70412"/>
                    <a:pt x="326139" y="67272"/>
                    <a:pt x="247471" y="92449"/>
                  </a:cubicBezTo>
                  <a:cubicBezTo>
                    <a:pt x="175866" y="115451"/>
                    <a:pt x="116336" y="175585"/>
                    <a:pt x="30846" y="147269"/>
                  </a:cubicBezTo>
                  <a:cubicBezTo>
                    <a:pt x="23601" y="144854"/>
                    <a:pt x="10499" y="160129"/>
                    <a:pt x="54" y="167193"/>
                  </a:cubicBezTo>
                  <a:cubicBezTo>
                    <a:pt x="9654" y="179268"/>
                    <a:pt x="17080" y="194482"/>
                    <a:pt x="29336" y="201848"/>
                  </a:cubicBezTo>
                  <a:cubicBezTo>
                    <a:pt x="69485" y="225998"/>
                    <a:pt x="105650" y="233907"/>
                    <a:pt x="154192" y="204987"/>
                  </a:cubicBezTo>
                  <a:cubicBezTo>
                    <a:pt x="220242" y="165562"/>
                    <a:pt x="295167" y="139541"/>
                    <a:pt x="368522" y="114425"/>
                  </a:cubicBezTo>
                  <a:cubicBezTo>
                    <a:pt x="397864" y="104403"/>
                    <a:pt x="419660" y="123179"/>
                    <a:pt x="392672" y="154695"/>
                  </a:cubicBezTo>
                  <a:cubicBezTo>
                    <a:pt x="341595" y="214225"/>
                    <a:pt x="364598" y="221771"/>
                    <a:pt x="429984" y="222858"/>
                  </a:cubicBezTo>
                  <a:cubicBezTo>
                    <a:pt x="535096" y="224609"/>
                    <a:pt x="559126" y="247008"/>
                    <a:pt x="537934" y="327850"/>
                  </a:cubicBezTo>
                  <a:cubicBezTo>
                    <a:pt x="519339" y="398972"/>
                    <a:pt x="477257" y="456388"/>
                    <a:pt x="601388" y="468282"/>
                  </a:cubicBezTo>
                  <a:cubicBezTo>
                    <a:pt x="643651" y="472327"/>
                    <a:pt x="630489" y="578828"/>
                    <a:pt x="580076" y="610223"/>
                  </a:cubicBezTo>
                  <a:cubicBezTo>
                    <a:pt x="552509" y="626742"/>
                    <a:pt x="523915" y="641485"/>
                    <a:pt x="494464" y="654357"/>
                  </a:cubicBezTo>
                  <a:cubicBezTo>
                    <a:pt x="431674" y="682975"/>
                    <a:pt x="422377" y="743350"/>
                    <a:pt x="452866" y="784646"/>
                  </a:cubicBezTo>
                  <a:cubicBezTo>
                    <a:pt x="502675" y="852085"/>
                    <a:pt x="506841" y="927735"/>
                    <a:pt x="529602" y="1001151"/>
                  </a:cubicBezTo>
                  <a:cubicBezTo>
                    <a:pt x="553752" y="1078853"/>
                    <a:pt x="585147" y="1164163"/>
                    <a:pt x="696599" y="1164163"/>
                  </a:cubicBezTo>
                  <a:cubicBezTo>
                    <a:pt x="725639" y="1164163"/>
                    <a:pt x="754982" y="1188313"/>
                    <a:pt x="783660" y="1201957"/>
                  </a:cubicBezTo>
                  <a:cubicBezTo>
                    <a:pt x="857438" y="1237639"/>
                    <a:pt x="882312" y="1228401"/>
                    <a:pt x="910447" y="1150941"/>
                  </a:cubicBezTo>
                  <a:cubicBezTo>
                    <a:pt x="929103" y="1099682"/>
                    <a:pt x="932303" y="1015640"/>
                    <a:pt x="965388" y="1001996"/>
                  </a:cubicBezTo>
                  <a:cubicBezTo>
                    <a:pt x="1057641" y="964080"/>
                    <a:pt x="1004330" y="858243"/>
                    <a:pt x="1063980" y="824192"/>
                  </a:cubicBezTo>
                  <a:cubicBezTo>
                    <a:pt x="1129185" y="787001"/>
                    <a:pt x="1207612" y="773296"/>
                    <a:pt x="1279036" y="746248"/>
                  </a:cubicBezTo>
                  <a:cubicBezTo>
                    <a:pt x="1296182" y="739788"/>
                    <a:pt x="1312483" y="723607"/>
                    <a:pt x="1322747" y="707729"/>
                  </a:cubicBezTo>
                  <a:cubicBezTo>
                    <a:pt x="1361809" y="647354"/>
                    <a:pt x="1421701" y="640411"/>
                    <a:pt x="1484793" y="619883"/>
                  </a:cubicBezTo>
                  <a:cubicBezTo>
                    <a:pt x="1544443" y="600443"/>
                    <a:pt x="1656680" y="616200"/>
                    <a:pt x="1654808" y="498047"/>
                  </a:cubicBezTo>
                  <a:close/>
                </a:path>
              </a:pathLst>
            </a:custGeom>
            <a:solidFill>
              <a:srgbClr val="FA7664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8" name="" descr="63614d33-5551-4bab-8396-4e59676af28d"/>
            <p:cNvSpPr/>
            <p:nvPr/>
          </p:nvSpPr>
          <p:spPr>
            <a:xfrm>
              <a:off x="5534166" y="6078861"/>
              <a:ext cx="118274" cy="64695"/>
            </a:xfrm>
            <a:custGeom>
              <a:gdLst>
                <a:gd name="connsiteX0" fmla="*/ 28612 w 118274"/>
                <a:gd name="connsiteY0" fmla="*/ 64790 h 64695"/>
                <a:gd name="connsiteX1" fmla="*/ 118329 w 118274"/>
                <a:gd name="connsiteY1" fmla="*/ 11479 h 64695"/>
                <a:gd name="connsiteX2" fmla="*/ 39842 w 118274"/>
                <a:gd name="connsiteY2" fmla="*/ 1155 h 64695"/>
                <a:gd name="connsiteX3" fmla="*/ 54 w 118274"/>
                <a:gd name="connsiteY3" fmla="*/ 31342 h 64695"/>
                <a:gd name="connsiteX4" fmla="*/ 28612 w 118274"/>
                <a:gd name="connsiteY4" fmla="*/ 64790 h 64695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274" h="64695">
                  <a:moveTo>
                    <a:pt x="28612" y="64790"/>
                  </a:moveTo>
                  <a:cubicBezTo>
                    <a:pt x="41834" y="65514"/>
                    <a:pt x="56022" y="50058"/>
                    <a:pt x="118329" y="11479"/>
                  </a:cubicBezTo>
                  <a:cubicBezTo>
                    <a:pt x="75100" y="5019"/>
                    <a:pt x="56022" y="-2709"/>
                    <a:pt x="39842" y="1155"/>
                  </a:cubicBezTo>
                  <a:cubicBezTo>
                    <a:pt x="25050" y="4656"/>
                    <a:pt x="13216" y="20837"/>
                    <a:pt x="54" y="31342"/>
                  </a:cubicBezTo>
                  <a:cubicBezTo>
                    <a:pt x="9352" y="43297"/>
                    <a:pt x="18409" y="64186"/>
                    <a:pt x="28612" y="64790"/>
                  </a:cubicBezTo>
                  <a:close/>
                </a:path>
              </a:pathLst>
            </a:custGeom>
            <a:solidFill>
              <a:srgbClr val="FA7664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49" name="" descr="aa7e7b59-d68f-4472-8bb6-d0b0cf395ae0"/>
            <p:cNvGrpSpPr/>
            <p:nvPr/>
          </p:nvGrpSpPr>
          <p:grpSpPr>
            <a:xfrm>
              <a:off x="6616808" y="5285637"/>
              <a:ext cx="1479017" cy="1222271"/>
              <a:chOff x="6616808" y="5285637"/>
              <a:chExt cx="1479017" cy="1222271"/>
            </a:xfrm>
          </p:grpSpPr>
          <p:sp>
            <p:nvSpPr>
              <p:cNvPr id="52" name="" descr="644a24ce-e8fb-43b8-81d2-c9591fd12626"/>
              <p:cNvSpPr/>
              <p:nvPr/>
            </p:nvSpPr>
            <p:spPr>
              <a:xfrm>
                <a:off x="7408616" y="5285637"/>
                <a:ext cx="263778" cy="389446"/>
              </a:xfrm>
              <a:custGeom>
                <a:gdLst>
                  <a:gd name="connsiteX0" fmla="*/ 245123 w 263778"/>
                  <a:gd name="connsiteY0" fmla="*/ 366321 h 389446"/>
                  <a:gd name="connsiteX1" fmla="*/ 249350 w 263778"/>
                  <a:gd name="connsiteY1" fmla="*/ 130497 h 389446"/>
                  <a:gd name="connsiteX2" fmla="*/ 145686 w 263778"/>
                  <a:gd name="connsiteY2" fmla="*/ 2925 h 389446"/>
                  <a:gd name="connsiteX3" fmla="*/ 4711 w 263778"/>
                  <a:gd name="connsiteY3" fmla="*/ 97895 h 389446"/>
                  <a:gd name="connsiteX4" fmla="*/ 54097 w 263778"/>
                  <a:gd name="connsiteY4" fmla="*/ 272982 h 389446"/>
                  <a:gd name="connsiteX5" fmla="*/ 201533 w 263778"/>
                  <a:gd name="connsiteY5" fmla="*/ 389566 h 389446"/>
                  <a:gd name="connsiteX6" fmla="*/ 245123 w 263778"/>
                  <a:gd name="connsiteY6" fmla="*/ 366321 h 3894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3778" h="389446">
                    <a:moveTo>
                      <a:pt x="245123" y="366321"/>
                    </a:moveTo>
                    <a:cubicBezTo>
                      <a:pt x="268549" y="289657"/>
                      <a:pt x="269998" y="207952"/>
                      <a:pt x="249350" y="130497"/>
                    </a:cubicBezTo>
                    <a:cubicBezTo>
                      <a:pt x="234376" y="74952"/>
                      <a:pt x="201472" y="16932"/>
                      <a:pt x="145686" y="2925"/>
                    </a:cubicBezTo>
                    <a:cubicBezTo>
                      <a:pt x="84647" y="-12350"/>
                      <a:pt x="20167" y="36916"/>
                      <a:pt x="4711" y="97895"/>
                    </a:cubicBezTo>
                    <a:cubicBezTo>
                      <a:pt x="-10745" y="158873"/>
                      <a:pt x="13948" y="224682"/>
                      <a:pt x="54097" y="272982"/>
                    </a:cubicBezTo>
                    <a:cubicBezTo>
                      <a:pt x="94247" y="321282"/>
                      <a:pt x="148403" y="355877"/>
                      <a:pt x="201533" y="389566"/>
                    </a:cubicBezTo>
                    <a:cubicBezTo>
                      <a:pt x="216566" y="383468"/>
                      <a:pt x="230090" y="372480"/>
                      <a:pt x="245123" y="366321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" name="" descr="3bf83b25-3a95-42a8-8ad2-f605464e99ae"/>
              <p:cNvSpPr/>
              <p:nvPr/>
            </p:nvSpPr>
            <p:spPr>
              <a:xfrm>
                <a:off x="7661534" y="5332671"/>
                <a:ext cx="318245" cy="341748"/>
              </a:xfrm>
              <a:custGeom>
                <a:gdLst>
                  <a:gd name="connsiteX0" fmla="*/ 40988 w 318245"/>
                  <a:gd name="connsiteY0" fmla="*/ 341868 h 341748"/>
                  <a:gd name="connsiteX1" fmla="*/ 251214 w 318245"/>
                  <a:gd name="connsiteY1" fmla="*/ 234944 h 341748"/>
                  <a:gd name="connsiteX2" fmla="*/ 315271 w 318245"/>
                  <a:gd name="connsiteY2" fmla="*/ 83584 h 341748"/>
                  <a:gd name="connsiteX3" fmla="*/ 165300 w 318245"/>
                  <a:gd name="connsiteY3" fmla="*/ 3648 h 341748"/>
                  <a:gd name="connsiteX4" fmla="*/ 33864 w 318245"/>
                  <a:gd name="connsiteY4" fmla="*/ 129348 h 341748"/>
                  <a:gd name="connsiteX5" fmla="*/ 54 w 318245"/>
                  <a:gd name="connsiteY5" fmla="*/ 314276 h 341748"/>
                  <a:gd name="connsiteX6" fmla="*/ 40988 w 318245"/>
                  <a:gd name="connsiteY6" fmla="*/ 341868 h 34174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8245" h="341748">
                    <a:moveTo>
                      <a:pt x="40988" y="341868"/>
                    </a:moveTo>
                    <a:cubicBezTo>
                      <a:pt x="119657" y="326587"/>
                      <a:pt x="192529" y="289541"/>
                      <a:pt x="251214" y="234944"/>
                    </a:cubicBezTo>
                    <a:cubicBezTo>
                      <a:pt x="293476" y="195700"/>
                      <a:pt x="329097" y="139431"/>
                      <a:pt x="315271" y="83584"/>
                    </a:cubicBezTo>
                    <a:cubicBezTo>
                      <a:pt x="300178" y="22485"/>
                      <a:pt x="226400" y="-11325"/>
                      <a:pt x="165300" y="3648"/>
                    </a:cubicBezTo>
                    <a:cubicBezTo>
                      <a:pt x="104201" y="18621"/>
                      <a:pt x="57772" y="71147"/>
                      <a:pt x="33864" y="129348"/>
                    </a:cubicBezTo>
                    <a:cubicBezTo>
                      <a:pt x="9956" y="187550"/>
                      <a:pt x="4824" y="251487"/>
                      <a:pt x="54" y="314276"/>
                    </a:cubicBezTo>
                    <a:cubicBezTo>
                      <a:pt x="12491" y="324661"/>
                      <a:pt x="28551" y="331483"/>
                      <a:pt x="40988" y="341868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" name="" descr="809995c3-ebaa-44ed-a4f1-8178e11f3f08"/>
              <p:cNvSpPr/>
              <p:nvPr/>
            </p:nvSpPr>
            <p:spPr>
              <a:xfrm>
                <a:off x="7705427" y="5620828"/>
                <a:ext cx="390398" cy="257175"/>
              </a:xfrm>
              <a:custGeom>
                <a:gdLst>
                  <a:gd name="connsiteX0" fmla="*/ 54 w 390398"/>
                  <a:gd name="connsiteY0" fmla="*/ 107383 h 257175"/>
                  <a:gd name="connsiteX1" fmla="*/ 193254 w 390398"/>
                  <a:gd name="connsiteY1" fmla="*/ 242865 h 257175"/>
                  <a:gd name="connsiteX2" fmla="*/ 356991 w 390398"/>
                  <a:gd name="connsiteY2" fmla="*/ 228435 h 257175"/>
                  <a:gd name="connsiteX3" fmla="*/ 356991 w 390398"/>
                  <a:gd name="connsiteY3" fmla="*/ 58480 h 257175"/>
                  <a:gd name="connsiteX4" fmla="*/ 184318 w 390398"/>
                  <a:gd name="connsiteY4" fmla="*/ 1365 h 257175"/>
                  <a:gd name="connsiteX5" fmla="*/ 5186 w 390398"/>
                  <a:gd name="connsiteY5" fmla="*/ 58238 h 257175"/>
                  <a:gd name="connsiteX6" fmla="*/ 54 w 390398"/>
                  <a:gd name="connsiteY6" fmla="*/ 107383 h 25717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0398" h="257175">
                    <a:moveTo>
                      <a:pt x="54" y="107383"/>
                    </a:moveTo>
                    <a:cubicBezTo>
                      <a:pt x="50528" y="169726"/>
                      <a:pt x="117423" y="216668"/>
                      <a:pt x="193254" y="242865"/>
                    </a:cubicBezTo>
                    <a:cubicBezTo>
                      <a:pt x="247591" y="261641"/>
                      <a:pt x="314004" y="267015"/>
                      <a:pt x="356991" y="228435"/>
                    </a:cubicBezTo>
                    <a:cubicBezTo>
                      <a:pt x="403901" y="186173"/>
                      <a:pt x="399253" y="105451"/>
                      <a:pt x="356991" y="58480"/>
                    </a:cubicBezTo>
                    <a:cubicBezTo>
                      <a:pt x="314728" y="11508"/>
                      <a:pt x="246987" y="-4793"/>
                      <a:pt x="184318" y="1365"/>
                    </a:cubicBezTo>
                    <a:cubicBezTo>
                      <a:pt x="121649" y="7524"/>
                      <a:pt x="62844" y="33062"/>
                      <a:pt x="5186" y="58238"/>
                    </a:cubicBezTo>
                    <a:cubicBezTo>
                      <a:pt x="1865" y="74117"/>
                      <a:pt x="3495" y="91505"/>
                      <a:pt x="54" y="107383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5" name="" descr="fa0a4659-d86d-4120-882a-2afd55f70d16"/>
              <p:cNvSpPr/>
              <p:nvPr/>
            </p:nvSpPr>
            <p:spPr>
              <a:xfrm>
                <a:off x="7625180" y="5737390"/>
                <a:ext cx="254474" cy="396121"/>
              </a:xfrm>
              <a:custGeom>
                <a:gdLst>
                  <a:gd name="connsiteX0" fmla="*/ 34295 w 254474"/>
                  <a:gd name="connsiteY0" fmla="*/ 18594 h 396121"/>
                  <a:gd name="connsiteX1" fmla="*/ 5194 w 254474"/>
                  <a:gd name="connsiteY1" fmla="*/ 252667 h 396121"/>
                  <a:gd name="connsiteX2" fmla="*/ 94730 w 254474"/>
                  <a:gd name="connsiteY2" fmla="*/ 390443 h 396121"/>
                  <a:gd name="connsiteX3" fmla="*/ 244943 w 254474"/>
                  <a:gd name="connsiteY3" fmla="*/ 310929 h 396121"/>
                  <a:gd name="connsiteX4" fmla="*/ 214393 w 254474"/>
                  <a:gd name="connsiteY4" fmla="*/ 131676 h 396121"/>
                  <a:gd name="connsiteX5" fmla="*/ 80120 w 254474"/>
                  <a:gd name="connsiteY5" fmla="*/ 119 h 396121"/>
                  <a:gd name="connsiteX6" fmla="*/ 34295 w 254474"/>
                  <a:gd name="connsiteY6" fmla="*/ 18594 h 39612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4473" h="396121">
                    <a:moveTo>
                      <a:pt x="34295" y="18594"/>
                    </a:moveTo>
                    <a:cubicBezTo>
                      <a:pt x="2900" y="92360"/>
                      <a:pt x="-7183" y="173456"/>
                      <a:pt x="5194" y="252667"/>
                    </a:cubicBezTo>
                    <a:cubicBezTo>
                      <a:pt x="14130" y="309480"/>
                      <a:pt x="40695" y="370640"/>
                      <a:pt x="94730" y="390443"/>
                    </a:cubicBezTo>
                    <a:cubicBezTo>
                      <a:pt x="153777" y="412178"/>
                      <a:pt x="223147" y="369976"/>
                      <a:pt x="244943" y="310929"/>
                    </a:cubicBezTo>
                    <a:cubicBezTo>
                      <a:pt x="266738" y="251882"/>
                      <a:pt x="249169" y="184142"/>
                      <a:pt x="214393" y="131676"/>
                    </a:cubicBezTo>
                    <a:cubicBezTo>
                      <a:pt x="179617" y="79210"/>
                      <a:pt x="129386" y="39242"/>
                      <a:pt x="80120" y="119"/>
                    </a:cubicBezTo>
                    <a:cubicBezTo>
                      <a:pt x="64542" y="4587"/>
                      <a:pt x="49872" y="14066"/>
                      <a:pt x="34295" y="18594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" name="" descr="a6b2de27-b395-4b55-b29d-1bd90468d77c"/>
              <p:cNvSpPr/>
              <p:nvPr/>
            </p:nvSpPr>
            <p:spPr>
              <a:xfrm>
                <a:off x="7312273" y="5728455"/>
                <a:ext cx="338876" cy="324263"/>
              </a:xfrm>
              <a:custGeom>
                <a:gdLst>
                  <a:gd name="connsiteX0" fmla="*/ 301076 w 338876"/>
                  <a:gd name="connsiteY0" fmla="*/ 119 h 324263"/>
                  <a:gd name="connsiteX1" fmla="*/ 80708 w 338876"/>
                  <a:gd name="connsiteY1" fmla="*/ 84161 h 324263"/>
                  <a:gd name="connsiteX2" fmla="*/ 1013 w 338876"/>
                  <a:gd name="connsiteY2" fmla="*/ 227913 h 324263"/>
                  <a:gd name="connsiteX3" fmla="*/ 141747 w 338876"/>
                  <a:gd name="connsiteY3" fmla="*/ 323306 h 324263"/>
                  <a:gd name="connsiteX4" fmla="*/ 285680 w 338876"/>
                  <a:gd name="connsiteY4" fmla="*/ 212156 h 324263"/>
                  <a:gd name="connsiteX5" fmla="*/ 338930 w 338876"/>
                  <a:gd name="connsiteY5" fmla="*/ 31876 h 324263"/>
                  <a:gd name="connsiteX6" fmla="*/ 301076 w 338876"/>
                  <a:gd name="connsiteY6" fmla="*/ 119 h 32426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8876" h="324263">
                    <a:moveTo>
                      <a:pt x="301076" y="119"/>
                    </a:moveTo>
                    <a:cubicBezTo>
                      <a:pt x="221199" y="6978"/>
                      <a:pt x="144886" y="36091"/>
                      <a:pt x="80708" y="84161"/>
                    </a:cubicBezTo>
                    <a:cubicBezTo>
                      <a:pt x="34763" y="118756"/>
                      <a:pt x="-6836" y="170920"/>
                      <a:pt x="1013" y="227913"/>
                    </a:cubicBezTo>
                    <a:cubicBezTo>
                      <a:pt x="9586" y="290220"/>
                      <a:pt x="79500" y="331698"/>
                      <a:pt x="141747" y="323306"/>
                    </a:cubicBezTo>
                    <a:cubicBezTo>
                      <a:pt x="203993" y="314914"/>
                      <a:pt x="255734" y="267519"/>
                      <a:pt x="285680" y="212156"/>
                    </a:cubicBezTo>
                    <a:cubicBezTo>
                      <a:pt x="315626" y="156792"/>
                      <a:pt x="327460" y="93761"/>
                      <a:pt x="338930" y="31876"/>
                    </a:cubicBezTo>
                    <a:cubicBezTo>
                      <a:pt x="327640" y="20043"/>
                      <a:pt x="312124" y="11591"/>
                      <a:pt x="301076" y="119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7" name="" descr="d5e61892-a4f4-4670-9c30-60808d30b156"/>
              <p:cNvSpPr/>
              <p:nvPr/>
            </p:nvSpPr>
            <p:spPr>
              <a:xfrm>
                <a:off x="7220006" y="5546495"/>
                <a:ext cx="392262" cy="254010"/>
              </a:xfrm>
              <a:custGeom>
                <a:gdLst>
                  <a:gd name="connsiteX0" fmla="*/ 392317 w 392262"/>
                  <a:gd name="connsiteY0" fmla="*/ 135470 h 254010"/>
                  <a:gd name="connsiteX1" fmla="*/ 192295 w 392262"/>
                  <a:gd name="connsiteY1" fmla="*/ 10494 h 254010"/>
                  <a:gd name="connsiteX2" fmla="*/ 29283 w 392262"/>
                  <a:gd name="connsiteY2" fmla="*/ 33678 h 254010"/>
                  <a:gd name="connsiteX3" fmla="*/ 38158 w 392262"/>
                  <a:gd name="connsiteY3" fmla="*/ 203392 h 254010"/>
                  <a:gd name="connsiteX4" fmla="*/ 213608 w 392262"/>
                  <a:gd name="connsiteY4" fmla="*/ 251148 h 254010"/>
                  <a:gd name="connsiteX5" fmla="*/ 389479 w 392262"/>
                  <a:gd name="connsiteY5" fmla="*/ 184736 h 254010"/>
                  <a:gd name="connsiteX6" fmla="*/ 392317 w 392262"/>
                  <a:gd name="connsiteY6" fmla="*/ 135470 h 25401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2262" h="254010">
                    <a:moveTo>
                      <a:pt x="392317" y="135470"/>
                    </a:moveTo>
                    <a:cubicBezTo>
                      <a:pt x="338644" y="75910"/>
                      <a:pt x="269333" y="32603"/>
                      <a:pt x="192295" y="10494"/>
                    </a:cubicBezTo>
                    <a:cubicBezTo>
                      <a:pt x="136991" y="-5324"/>
                      <a:pt x="70278" y="-6954"/>
                      <a:pt x="29283" y="33678"/>
                    </a:cubicBezTo>
                    <a:cubicBezTo>
                      <a:pt x="-15274" y="78114"/>
                      <a:pt x="-6157" y="158775"/>
                      <a:pt x="38158" y="203392"/>
                    </a:cubicBezTo>
                    <a:cubicBezTo>
                      <a:pt x="82473" y="248009"/>
                      <a:pt x="151421" y="260687"/>
                      <a:pt x="213608" y="251148"/>
                    </a:cubicBezTo>
                    <a:cubicBezTo>
                      <a:pt x="275793" y="241609"/>
                      <a:pt x="333270" y="213052"/>
                      <a:pt x="389479" y="184736"/>
                    </a:cubicBezTo>
                    <a:cubicBezTo>
                      <a:pt x="392317" y="168736"/>
                      <a:pt x="389540" y="151530"/>
                      <a:pt x="392317" y="135470"/>
                    </a:cubicBezTo>
                    <a:close/>
                  </a:path>
                </a:pathLst>
              </a:custGeom>
              <a:solidFill>
                <a:srgbClr val="FFEAD2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" name="" descr="08ad9720-b396-4c9f-b3a0-058b3e0b094c"/>
              <p:cNvSpPr/>
              <p:nvPr/>
            </p:nvSpPr>
            <p:spPr>
              <a:xfrm>
                <a:off x="7576797" y="5621155"/>
                <a:ext cx="165126" cy="165093"/>
              </a:xfrm>
              <a:custGeom>
                <a:gdLst>
                  <a:gd name="connsiteX0" fmla="*/ 154826 w 165126"/>
                  <a:gd name="connsiteY0" fmla="*/ 42697 h 165093"/>
                  <a:gd name="connsiteX1" fmla="*/ 122586 w 165126"/>
                  <a:gd name="connsiteY1" fmla="*/ 154874 h 165093"/>
                  <a:gd name="connsiteX2" fmla="*/ 10409 w 165126"/>
                  <a:gd name="connsiteY2" fmla="*/ 122634 h 165093"/>
                  <a:gd name="connsiteX3" fmla="*/ 42650 w 165126"/>
                  <a:gd name="connsiteY3" fmla="*/ 10457 h 165093"/>
                  <a:gd name="connsiteX4" fmla="*/ 42650 w 165126"/>
                  <a:gd name="connsiteY4" fmla="*/ 10457 h 165093"/>
                  <a:gd name="connsiteX5" fmla="*/ 154826 w 165126"/>
                  <a:gd name="connsiteY5" fmla="*/ 42697 h 16509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5126" h="165093">
                    <a:moveTo>
                      <a:pt x="154826" y="42697"/>
                    </a:moveTo>
                    <a:cubicBezTo>
                      <a:pt x="176923" y="82575"/>
                      <a:pt x="162494" y="132801"/>
                      <a:pt x="122586" y="154874"/>
                    </a:cubicBezTo>
                    <a:cubicBezTo>
                      <a:pt x="82678" y="176947"/>
                      <a:pt x="32506" y="162517"/>
                      <a:pt x="10409" y="122634"/>
                    </a:cubicBezTo>
                    <a:cubicBezTo>
                      <a:pt x="-11688" y="82756"/>
                      <a:pt x="2741" y="32530"/>
                      <a:pt x="42650" y="10457"/>
                    </a:cubicBezTo>
                    <a:cubicBezTo>
                      <a:pt x="42650" y="10457"/>
                      <a:pt x="42650" y="10457"/>
                      <a:pt x="42650" y="10457"/>
                    </a:cubicBezTo>
                    <a:cubicBezTo>
                      <a:pt x="82557" y="-11616"/>
                      <a:pt x="132729" y="2820"/>
                      <a:pt x="154826" y="42697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" name="" descr="3957300e-6a40-4175-9b49-259d8cb7b37c"/>
              <p:cNvSpPr/>
              <p:nvPr/>
            </p:nvSpPr>
            <p:spPr>
              <a:xfrm>
                <a:off x="7283768" y="5643126"/>
                <a:ext cx="273317" cy="35418"/>
              </a:xfrm>
              <a:custGeom>
                <a:gdLst>
                  <a:gd name="connsiteX0" fmla="*/ 54 w 273317"/>
                  <a:gd name="connsiteY0" fmla="*/ 320 h 35418"/>
                  <a:gd name="connsiteX1" fmla="*/ 273371 w 273317"/>
                  <a:gd name="connsiteY1" fmla="*/ 35337 h 35418"/>
                  <a:gd name="connsiteX2" fmla="*/ 54 w 273317"/>
                  <a:gd name="connsiteY2" fmla="*/ 320 h 3541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3317" h="35418">
                    <a:moveTo>
                      <a:pt x="54" y="320"/>
                    </a:moveTo>
                    <a:cubicBezTo>
                      <a:pt x="92368" y="-1594"/>
                      <a:pt x="184500" y="10203"/>
                      <a:pt x="273371" y="35337"/>
                    </a:cubicBezTo>
                    <a:cubicBezTo>
                      <a:pt x="181058" y="37251"/>
                      <a:pt x="88927" y="25454"/>
                      <a:pt x="54" y="32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" name="" descr="1500a9cd-b5ad-4a39-aa8b-1d6f7f1efc33"/>
              <p:cNvSpPr/>
              <p:nvPr/>
            </p:nvSpPr>
            <p:spPr>
              <a:xfrm>
                <a:off x="7408140" y="5775728"/>
                <a:ext cx="181366" cy="204851"/>
              </a:xfrm>
              <a:custGeom>
                <a:gdLst>
                  <a:gd name="connsiteX0" fmla="*/ 54 w 181366"/>
                  <a:gd name="connsiteY0" fmla="*/ 204971 h 204851"/>
                  <a:gd name="connsiteX1" fmla="*/ 88625 w 181366"/>
                  <a:gd name="connsiteY1" fmla="*/ 100704 h 204851"/>
                  <a:gd name="connsiteX2" fmla="*/ 181421 w 181366"/>
                  <a:gd name="connsiteY2" fmla="*/ 119 h 204851"/>
                  <a:gd name="connsiteX3" fmla="*/ 296 w 181366"/>
                  <a:gd name="connsiteY3" fmla="*/ 204971 h 20485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66" h="204851">
                    <a:moveTo>
                      <a:pt x="54" y="204971"/>
                    </a:moveTo>
                    <a:cubicBezTo>
                      <a:pt x="28371" y="168323"/>
                      <a:pt x="58800" y="134876"/>
                      <a:pt x="88625" y="100704"/>
                    </a:cubicBezTo>
                    <a:cubicBezTo>
                      <a:pt x="118450" y="66532"/>
                      <a:pt x="148396" y="32721"/>
                      <a:pt x="181421" y="119"/>
                    </a:cubicBezTo>
                    <a:cubicBezTo>
                      <a:pt x="139581" y="82803"/>
                      <a:pt x="77214" y="153338"/>
                      <a:pt x="296" y="20497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" name="" descr="1e70fcc4-159d-4e1b-85d9-65976b62bec6"/>
              <p:cNvSpPr/>
              <p:nvPr/>
            </p:nvSpPr>
            <p:spPr>
              <a:xfrm>
                <a:off x="7403009" y="5722900"/>
                <a:ext cx="145744" cy="71363"/>
              </a:xfrm>
              <a:custGeom>
                <a:gdLst>
                  <a:gd name="connsiteX0" fmla="*/ 54 w 145744"/>
                  <a:gd name="connsiteY0" fmla="*/ 71482 h 71363"/>
                  <a:gd name="connsiteX1" fmla="*/ 145799 w 145744"/>
                  <a:gd name="connsiteY1" fmla="*/ 119 h 71363"/>
                  <a:gd name="connsiteX2" fmla="*/ 77395 w 145744"/>
                  <a:gd name="connsiteY2" fmla="*/ 44978 h 71363"/>
                  <a:gd name="connsiteX3" fmla="*/ 54 w 145744"/>
                  <a:gd name="connsiteY3" fmla="*/ 71482 h 71363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5744" h="71363">
                    <a:moveTo>
                      <a:pt x="54" y="71482"/>
                    </a:moveTo>
                    <a:cubicBezTo>
                      <a:pt x="41834" y="35819"/>
                      <a:pt x="92005" y="11276"/>
                      <a:pt x="145799" y="119"/>
                    </a:cubicBezTo>
                    <a:cubicBezTo>
                      <a:pt x="125211" y="18243"/>
                      <a:pt x="102209" y="33343"/>
                      <a:pt x="77395" y="44978"/>
                    </a:cubicBezTo>
                    <a:cubicBezTo>
                      <a:pt x="53003" y="57397"/>
                      <a:pt x="26922" y="66314"/>
                      <a:pt x="54" y="71482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" name="" descr="912fb673-1d83-4e13-b9c2-92ed1b1b525b"/>
              <p:cNvSpPr/>
              <p:nvPr/>
            </p:nvSpPr>
            <p:spPr>
              <a:xfrm>
                <a:off x="7621091" y="5799214"/>
                <a:ext cx="23090" cy="64540"/>
              </a:xfrm>
              <a:custGeom>
                <a:gdLst>
                  <a:gd name="connsiteX0" fmla="*/ 4091 w 23090"/>
                  <a:gd name="connsiteY0" fmla="*/ 64660 h 64540"/>
                  <a:gd name="connsiteX1" fmla="*/ 18943 w 23090"/>
                  <a:gd name="connsiteY1" fmla="*/ 119 h 64540"/>
                  <a:gd name="connsiteX2" fmla="*/ 21479 w 23090"/>
                  <a:gd name="connsiteY2" fmla="*/ 34714 h 64540"/>
                  <a:gd name="connsiteX3" fmla="*/ 4091 w 23090"/>
                  <a:gd name="connsiteY3" fmla="*/ 64660 h 6454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090" h="64540">
                    <a:moveTo>
                      <a:pt x="4091" y="64660"/>
                    </a:moveTo>
                    <a:cubicBezTo>
                      <a:pt x="-4723" y="42140"/>
                      <a:pt x="1193" y="16535"/>
                      <a:pt x="18943" y="119"/>
                    </a:cubicBezTo>
                    <a:cubicBezTo>
                      <a:pt x="23471" y="11077"/>
                      <a:pt x="24377" y="23213"/>
                      <a:pt x="21479" y="34714"/>
                    </a:cubicBezTo>
                    <a:cubicBezTo>
                      <a:pt x="19004" y="46294"/>
                      <a:pt x="12906" y="56781"/>
                      <a:pt x="4091" y="64660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" name="" descr="e7840979-c884-490b-8e74-6e138ac9a252"/>
              <p:cNvSpPr/>
              <p:nvPr/>
            </p:nvSpPr>
            <p:spPr>
              <a:xfrm>
                <a:off x="7728852" y="5755684"/>
                <a:ext cx="65627" cy="54940"/>
              </a:xfrm>
              <a:custGeom>
                <a:gdLst>
                  <a:gd name="connsiteX0" fmla="*/ 54 w 65627"/>
                  <a:gd name="connsiteY0" fmla="*/ 119 h 54940"/>
                  <a:gd name="connsiteX1" fmla="*/ 65682 w 65627"/>
                  <a:gd name="connsiteY1" fmla="*/ 55060 h 54940"/>
                  <a:gd name="connsiteX2" fmla="*/ 26317 w 65627"/>
                  <a:gd name="connsiteY2" fmla="*/ 35438 h 54940"/>
                  <a:gd name="connsiteX3" fmla="*/ 54 w 65627"/>
                  <a:gd name="connsiteY3" fmla="*/ 119 h 5494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627" h="54940">
                    <a:moveTo>
                      <a:pt x="54" y="119"/>
                    </a:moveTo>
                    <a:cubicBezTo>
                      <a:pt x="29457" y="6935"/>
                      <a:pt x="53787" y="27336"/>
                      <a:pt x="65682" y="55060"/>
                    </a:cubicBezTo>
                    <a:cubicBezTo>
                      <a:pt x="51071" y="52017"/>
                      <a:pt x="37547" y="45255"/>
                      <a:pt x="26317" y="35438"/>
                    </a:cubicBezTo>
                    <a:cubicBezTo>
                      <a:pt x="14725" y="26080"/>
                      <a:pt x="5669" y="13927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" name="" descr="b43298ca-fd00-486b-a6ee-f6a2693e8089"/>
              <p:cNvSpPr/>
              <p:nvPr/>
            </p:nvSpPr>
            <p:spPr>
              <a:xfrm>
                <a:off x="7730724" y="5634805"/>
                <a:ext cx="82109" cy="33665"/>
              </a:xfrm>
              <a:custGeom>
                <a:gdLst>
                  <a:gd name="connsiteX0" fmla="*/ 54 w 82109"/>
                  <a:gd name="connsiteY0" fmla="*/ 33394 h 33665"/>
                  <a:gd name="connsiteX1" fmla="*/ 82164 w 82109"/>
                  <a:gd name="connsiteY1" fmla="*/ 369 h 33665"/>
                  <a:gd name="connsiteX2" fmla="*/ 44913 w 82109"/>
                  <a:gd name="connsiteY2" fmla="*/ 26330 h 33665"/>
                  <a:gd name="connsiteX3" fmla="*/ 54 w 82109"/>
                  <a:gd name="connsiteY3" fmla="*/ 33394 h 3366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2109" h="33665">
                    <a:moveTo>
                      <a:pt x="54" y="33394"/>
                    </a:moveTo>
                    <a:cubicBezTo>
                      <a:pt x="20883" y="10367"/>
                      <a:pt x="51192" y="-1811"/>
                      <a:pt x="82164" y="369"/>
                    </a:cubicBezTo>
                    <a:cubicBezTo>
                      <a:pt x="72142" y="12027"/>
                      <a:pt x="59342" y="20957"/>
                      <a:pt x="44913" y="26330"/>
                    </a:cubicBezTo>
                    <a:cubicBezTo>
                      <a:pt x="30785" y="32379"/>
                      <a:pt x="15390" y="34807"/>
                      <a:pt x="54" y="3339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" name="" descr="b0f91731-472f-460d-8a58-459e07b257f5"/>
              <p:cNvSpPr/>
              <p:nvPr/>
            </p:nvSpPr>
            <p:spPr>
              <a:xfrm>
                <a:off x="7657511" y="5524508"/>
                <a:ext cx="23969" cy="90441"/>
              </a:xfrm>
              <a:custGeom>
                <a:gdLst>
                  <a:gd name="connsiteX0" fmla="*/ 3896 w 23969"/>
                  <a:gd name="connsiteY0" fmla="*/ 90561 h 90441"/>
                  <a:gd name="connsiteX1" fmla="*/ 2024 w 23969"/>
                  <a:gd name="connsiteY1" fmla="*/ 43529 h 90441"/>
                  <a:gd name="connsiteX2" fmla="*/ 20137 w 23969"/>
                  <a:gd name="connsiteY2" fmla="*/ 119 h 90441"/>
                  <a:gd name="connsiteX3" fmla="*/ 22009 w 23969"/>
                  <a:gd name="connsiteY3" fmla="*/ 47151 h 90441"/>
                  <a:gd name="connsiteX4" fmla="*/ 3896 w 23969"/>
                  <a:gd name="connsiteY4" fmla="*/ 90561 h 90441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69" h="90441">
                    <a:moveTo>
                      <a:pt x="3896" y="90561"/>
                    </a:moveTo>
                    <a:cubicBezTo>
                      <a:pt x="-511" y="75262"/>
                      <a:pt x="-1115" y="59130"/>
                      <a:pt x="2024" y="43529"/>
                    </a:cubicBezTo>
                    <a:cubicBezTo>
                      <a:pt x="4440" y="27801"/>
                      <a:pt x="10658" y="12901"/>
                      <a:pt x="20137" y="119"/>
                    </a:cubicBezTo>
                    <a:cubicBezTo>
                      <a:pt x="24605" y="15412"/>
                      <a:pt x="25209" y="31557"/>
                      <a:pt x="22009" y="47151"/>
                    </a:cubicBezTo>
                    <a:cubicBezTo>
                      <a:pt x="19533" y="62867"/>
                      <a:pt x="13314" y="77755"/>
                      <a:pt x="3896" y="90561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" name="" descr="4d539819-8901-44a8-b08e-f3abeaa18a62"/>
              <p:cNvSpPr/>
              <p:nvPr/>
            </p:nvSpPr>
            <p:spPr>
              <a:xfrm>
                <a:off x="7477995" y="5345739"/>
                <a:ext cx="129141" cy="273015"/>
              </a:xfrm>
              <a:custGeom>
                <a:gdLst>
                  <a:gd name="connsiteX0" fmla="*/ 129196 w 129141"/>
                  <a:gd name="connsiteY0" fmla="*/ 273134 h 273015"/>
                  <a:gd name="connsiteX1" fmla="*/ 54 w 129141"/>
                  <a:gd name="connsiteY1" fmla="*/ 119 h 273015"/>
                  <a:gd name="connsiteX2" fmla="*/ 129196 w 129141"/>
                  <a:gd name="connsiteY2" fmla="*/ 273134 h 27301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41" h="273015">
                    <a:moveTo>
                      <a:pt x="129196" y="273134"/>
                    </a:moveTo>
                    <a:cubicBezTo>
                      <a:pt x="74074" y="188350"/>
                      <a:pt x="30604" y="96514"/>
                      <a:pt x="54" y="119"/>
                    </a:cubicBezTo>
                    <a:cubicBezTo>
                      <a:pt x="55177" y="84904"/>
                      <a:pt x="98646" y="176740"/>
                      <a:pt x="129196" y="27313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" name="" descr="aacdf706-a6a2-4c4e-82a2-cb2fecfd3fee"/>
              <p:cNvSpPr/>
              <p:nvPr/>
            </p:nvSpPr>
            <p:spPr>
              <a:xfrm>
                <a:off x="7487775" y="5583555"/>
                <a:ext cx="78487" cy="62970"/>
              </a:xfrm>
              <a:custGeom>
                <a:gdLst>
                  <a:gd name="connsiteX0" fmla="*/ 54 w 78487"/>
                  <a:gd name="connsiteY0" fmla="*/ 119 h 62970"/>
                  <a:gd name="connsiteX1" fmla="*/ 78542 w 78487"/>
                  <a:gd name="connsiteY1" fmla="*/ 63090 h 62970"/>
                  <a:gd name="connsiteX2" fmla="*/ 32838 w 78487"/>
                  <a:gd name="connsiteY2" fmla="*/ 39604 h 62970"/>
                  <a:gd name="connsiteX3" fmla="*/ 54 w 78487"/>
                  <a:gd name="connsiteY3" fmla="*/ 119 h 6297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487" h="62970">
                    <a:moveTo>
                      <a:pt x="54" y="119"/>
                    </a:moveTo>
                    <a:cubicBezTo>
                      <a:pt x="33622" y="9707"/>
                      <a:pt x="61878" y="32408"/>
                      <a:pt x="78542" y="63090"/>
                    </a:cubicBezTo>
                    <a:cubicBezTo>
                      <a:pt x="61757" y="58767"/>
                      <a:pt x="46120" y="50744"/>
                      <a:pt x="32838" y="39604"/>
                    </a:cubicBezTo>
                    <a:cubicBezTo>
                      <a:pt x="19133" y="29021"/>
                      <a:pt x="7963" y="15533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" name="" descr="d37d281d-4ab0-4ca4-87bc-d1cc434ded6a"/>
              <p:cNvSpPr/>
              <p:nvPr/>
            </p:nvSpPr>
            <p:spPr>
              <a:xfrm>
                <a:off x="7700838" y="5803561"/>
                <a:ext cx="71966" cy="239446"/>
              </a:xfrm>
              <a:custGeom>
                <a:gdLst>
                  <a:gd name="connsiteX0" fmla="*/ 54 w 71966"/>
                  <a:gd name="connsiteY0" fmla="*/ 119 h 239446"/>
                  <a:gd name="connsiteX1" fmla="*/ 45818 w 71966"/>
                  <a:gd name="connsiteY1" fmla="*/ 116884 h 239446"/>
                  <a:gd name="connsiteX2" fmla="*/ 72021 w 71966"/>
                  <a:gd name="connsiteY2" fmla="*/ 239566 h 239446"/>
                  <a:gd name="connsiteX3" fmla="*/ 26257 w 71966"/>
                  <a:gd name="connsiteY3" fmla="*/ 122801 h 239446"/>
                  <a:gd name="connsiteX4" fmla="*/ 54 w 71966"/>
                  <a:gd name="connsiteY4" fmla="*/ 119 h 23944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966" h="239446">
                    <a:moveTo>
                      <a:pt x="54" y="119"/>
                    </a:moveTo>
                    <a:cubicBezTo>
                      <a:pt x="18831" y="37558"/>
                      <a:pt x="34166" y="76644"/>
                      <a:pt x="45818" y="116884"/>
                    </a:cubicBezTo>
                    <a:cubicBezTo>
                      <a:pt x="58316" y="156876"/>
                      <a:pt x="67131" y="197949"/>
                      <a:pt x="72021" y="239566"/>
                    </a:cubicBezTo>
                    <a:cubicBezTo>
                      <a:pt x="53184" y="202152"/>
                      <a:pt x="37849" y="163059"/>
                      <a:pt x="26257" y="122801"/>
                    </a:cubicBezTo>
                    <a:cubicBezTo>
                      <a:pt x="13819" y="82790"/>
                      <a:pt x="5005" y="41729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" name="" descr="c8e5b561-a046-46e4-ae81-08e50de1dc70"/>
              <p:cNvSpPr/>
              <p:nvPr/>
            </p:nvSpPr>
            <p:spPr>
              <a:xfrm>
                <a:off x="7773892" y="5706961"/>
                <a:ext cx="258826" cy="62255"/>
              </a:xfrm>
              <a:custGeom>
                <a:gdLst>
                  <a:gd name="connsiteX0" fmla="*/ 54 w 258826"/>
                  <a:gd name="connsiteY0" fmla="*/ 119 h 62255"/>
                  <a:gd name="connsiteX1" fmla="*/ 130464 w 258826"/>
                  <a:gd name="connsiteY1" fmla="*/ 26986 h 62255"/>
                  <a:gd name="connsiteX2" fmla="*/ 258881 w 258826"/>
                  <a:gd name="connsiteY2" fmla="*/ 62305 h 62255"/>
                  <a:gd name="connsiteX3" fmla="*/ 125694 w 258826"/>
                  <a:gd name="connsiteY3" fmla="*/ 46849 h 62255"/>
                  <a:gd name="connsiteX4" fmla="*/ 54 w 258826"/>
                  <a:gd name="connsiteY4" fmla="*/ 119 h 6225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8826" h="62255">
                    <a:moveTo>
                      <a:pt x="54" y="119"/>
                    </a:moveTo>
                    <a:cubicBezTo>
                      <a:pt x="44732" y="6640"/>
                      <a:pt x="87477" y="17024"/>
                      <a:pt x="130464" y="26986"/>
                    </a:cubicBezTo>
                    <a:cubicBezTo>
                      <a:pt x="173451" y="36948"/>
                      <a:pt x="216196" y="47755"/>
                      <a:pt x="258881" y="62305"/>
                    </a:cubicBezTo>
                    <a:cubicBezTo>
                      <a:pt x="214023" y="63048"/>
                      <a:pt x="169225" y="57850"/>
                      <a:pt x="125694" y="46849"/>
                    </a:cubicBezTo>
                    <a:cubicBezTo>
                      <a:pt x="81983" y="36803"/>
                      <a:pt x="39720" y="21093"/>
                      <a:pt x="54" y="119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" name="" descr="91e16189-3900-45c4-bcb7-2bce17949a77"/>
              <p:cNvSpPr/>
              <p:nvPr/>
            </p:nvSpPr>
            <p:spPr>
              <a:xfrm>
                <a:off x="7730060" y="5383050"/>
                <a:ext cx="153291" cy="213364"/>
              </a:xfrm>
              <a:custGeom>
                <a:gdLst>
                  <a:gd name="connsiteX0" fmla="*/ 54 w 153291"/>
                  <a:gd name="connsiteY0" fmla="*/ 213484 h 213364"/>
                  <a:gd name="connsiteX1" fmla="*/ 72504 w 153291"/>
                  <a:gd name="connsiteY1" fmla="*/ 103723 h 213364"/>
                  <a:gd name="connsiteX2" fmla="*/ 153346 w 153291"/>
                  <a:gd name="connsiteY2" fmla="*/ 119 h 213364"/>
                  <a:gd name="connsiteX3" fmla="*/ 236 w 153291"/>
                  <a:gd name="connsiteY3" fmla="*/ 213484 h 213364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291" h="213364">
                    <a:moveTo>
                      <a:pt x="54" y="213484"/>
                    </a:moveTo>
                    <a:cubicBezTo>
                      <a:pt x="21970" y="174784"/>
                      <a:pt x="47207" y="139344"/>
                      <a:pt x="72504" y="103723"/>
                    </a:cubicBezTo>
                    <a:cubicBezTo>
                      <a:pt x="97681" y="67830"/>
                      <a:pt x="124668" y="33253"/>
                      <a:pt x="153346" y="119"/>
                    </a:cubicBezTo>
                    <a:cubicBezTo>
                      <a:pt x="119416" y="82066"/>
                      <a:pt x="67010" y="155083"/>
                      <a:pt x="236" y="213484"/>
                    </a:cubicBezTo>
                    <a:close/>
                  </a:path>
                </a:pathLst>
              </a:custGeom>
              <a:solidFill>
                <a:srgbClr val="FFA400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" name="" descr="48989303-4466-4419-945a-53e10754b444"/>
              <p:cNvSpPr/>
              <p:nvPr/>
            </p:nvSpPr>
            <p:spPr>
              <a:xfrm>
                <a:off x="6616808" y="6039083"/>
                <a:ext cx="81506" cy="37989"/>
              </a:xfrm>
              <a:custGeom>
                <a:gdLst>
                  <a:gd name="connsiteX0" fmla="*/ 54 w 81506"/>
                  <a:gd name="connsiteY0" fmla="*/ 13040 h 37989"/>
                  <a:gd name="connsiteX1" fmla="*/ 34287 w 81506"/>
                  <a:gd name="connsiteY1" fmla="*/ 37190 h 37989"/>
                  <a:gd name="connsiteX2" fmla="*/ 81560 w 81506"/>
                  <a:gd name="connsiteY2" fmla="*/ 34473 h 37989"/>
                  <a:gd name="connsiteX3" fmla="*/ 34287 w 81506"/>
                  <a:gd name="connsiteY3" fmla="*/ 905 h 37989"/>
                  <a:gd name="connsiteX4" fmla="*/ 54 w 81506"/>
                  <a:gd name="connsiteY4" fmla="*/ 13040 h 37989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506" h="37989">
                    <a:moveTo>
                      <a:pt x="54" y="13040"/>
                    </a:moveTo>
                    <a:cubicBezTo>
                      <a:pt x="11405" y="21371"/>
                      <a:pt x="21850" y="34896"/>
                      <a:pt x="34287" y="37190"/>
                    </a:cubicBezTo>
                    <a:cubicBezTo>
                      <a:pt x="49441" y="39665"/>
                      <a:pt x="65621" y="36586"/>
                      <a:pt x="81560" y="34473"/>
                    </a:cubicBezTo>
                    <a:cubicBezTo>
                      <a:pt x="66225" y="22398"/>
                      <a:pt x="51373" y="8934"/>
                      <a:pt x="34287" y="905"/>
                    </a:cubicBezTo>
                    <a:cubicBezTo>
                      <a:pt x="26499" y="-2960"/>
                      <a:pt x="11405" y="8451"/>
                      <a:pt x="54" y="13040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" name="" descr="6fb1876b-8be7-4c0e-8f78-7c27df3e33bf"/>
              <p:cNvSpPr/>
              <p:nvPr/>
            </p:nvSpPr>
            <p:spPr>
              <a:xfrm>
                <a:off x="6849553" y="6320128"/>
                <a:ext cx="438911" cy="187780"/>
              </a:xfrm>
              <a:custGeom>
                <a:gdLst>
                  <a:gd name="connsiteX0" fmla="*/ 435961 w 438911"/>
                  <a:gd name="connsiteY0" fmla="*/ 87180 h 187780"/>
                  <a:gd name="connsiteX1" fmla="*/ 294321 w 438911"/>
                  <a:gd name="connsiteY1" fmla="*/ 13643 h 187780"/>
                  <a:gd name="connsiteX2" fmla="*/ 47388 w 438911"/>
                  <a:gd name="connsiteY2" fmla="*/ 119 h 187780"/>
                  <a:gd name="connsiteX3" fmla="*/ 54 w 438911"/>
                  <a:gd name="connsiteY3" fmla="*/ 36344 h 187780"/>
                  <a:gd name="connsiteX4" fmla="*/ 32113 w 438911"/>
                  <a:gd name="connsiteY4" fmla="*/ 67497 h 187780"/>
                  <a:gd name="connsiteX5" fmla="*/ 71840 w 438911"/>
                  <a:gd name="connsiteY5" fmla="*/ 127027 h 187780"/>
                  <a:gd name="connsiteX6" fmla="*/ 434753 w 438911"/>
                  <a:gd name="connsiteY6" fmla="*/ 118273 h 187780"/>
                  <a:gd name="connsiteX7" fmla="*/ 435961 w 438911"/>
                  <a:gd name="connsiteY7" fmla="*/ 87180 h 187780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8911" h="187780">
                    <a:moveTo>
                      <a:pt x="435961" y="87180"/>
                    </a:moveTo>
                    <a:cubicBezTo>
                      <a:pt x="389653" y="59770"/>
                      <a:pt x="342380" y="14730"/>
                      <a:pt x="294321" y="13643"/>
                    </a:cubicBezTo>
                    <a:cubicBezTo>
                      <a:pt x="211789" y="11409"/>
                      <a:pt x="127867" y="68343"/>
                      <a:pt x="47388" y="119"/>
                    </a:cubicBezTo>
                    <a:lnTo>
                      <a:pt x="54" y="36344"/>
                    </a:lnTo>
                    <a:cubicBezTo>
                      <a:pt x="10861" y="46668"/>
                      <a:pt x="23299" y="55725"/>
                      <a:pt x="32113" y="67497"/>
                    </a:cubicBezTo>
                    <a:cubicBezTo>
                      <a:pt x="46482" y="86576"/>
                      <a:pt x="55841" y="109760"/>
                      <a:pt x="71840" y="127027"/>
                    </a:cubicBezTo>
                    <a:cubicBezTo>
                      <a:pt x="151233" y="212337"/>
                      <a:pt x="377638" y="206662"/>
                      <a:pt x="434753" y="118273"/>
                    </a:cubicBezTo>
                    <a:cubicBezTo>
                      <a:pt x="439825" y="110485"/>
                      <a:pt x="440428" y="89836"/>
                      <a:pt x="435961" y="87180"/>
                    </a:cubicBezTo>
                    <a:close/>
                  </a:path>
                </a:pathLst>
              </a:custGeom>
              <a:solidFill>
                <a:srgbClr val="FA7664"/>
              </a:solidFill>
              <a:ln w="60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50" name="" descr="92a63348-faab-4011-af6e-d775cd8b4d4c"/>
            <p:cNvSpPr/>
            <p:nvPr/>
          </p:nvSpPr>
          <p:spPr>
            <a:xfrm>
              <a:off x="8054663" y="6053318"/>
              <a:ext cx="1465626" cy="804683"/>
            </a:xfrm>
            <a:custGeom>
              <a:gdLst>
                <a:gd name="connsiteX0" fmla="*/ 68131 w 1465626"/>
                <a:gd name="connsiteY0" fmla="*/ 743 h 804683"/>
                <a:gd name="connsiteX1" fmla="*/ 98921 w 1465626"/>
                <a:gd name="connsiteY1" fmla="*/ 9070 h 804683"/>
                <a:gd name="connsiteX2" fmla="*/ 1308531 w 1465626"/>
                <a:gd name="connsiteY2" fmla="*/ 656772 h 804683"/>
                <a:gd name="connsiteX3" fmla="*/ 1465626 w 1465626"/>
                <a:gd name="connsiteY3" fmla="*/ 804683 h 804683"/>
                <a:gd name="connsiteX4" fmla="*/ 366323 w 1465626"/>
                <a:gd name="connsiteY4" fmla="*/ 804683 h 804683"/>
                <a:gd name="connsiteX5" fmla="*/ 305011 w 1465626"/>
                <a:gd name="connsiteY5" fmla="*/ 748519 h 804683"/>
                <a:gd name="connsiteX6" fmla="*/ 232771 w 1465626"/>
                <a:gd name="connsiteY6" fmla="*/ 657134 h 804683"/>
                <a:gd name="connsiteX7" fmla="*/ 210131 w 1465626"/>
                <a:gd name="connsiteY7" fmla="*/ 509095 h 804683"/>
                <a:gd name="connsiteX8" fmla="*/ 45730 w 1465626"/>
                <a:gd name="connsiteY8" fmla="*/ 152581 h 804683"/>
                <a:gd name="connsiteX9" fmla="*/ 8962 w 1465626"/>
                <a:gd name="connsiteY9" fmla="*/ 43423 h 804683"/>
                <a:gd name="connsiteX10" fmla="*/ 68131 w 1465626"/>
                <a:gd name="connsiteY10" fmla="*/ 743 h 804683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5626" h="804683">
                  <a:moveTo>
                    <a:pt x="68131" y="743"/>
                  </a:moveTo>
                  <a:cubicBezTo>
                    <a:pt x="77349" y="2029"/>
                    <a:pt x="87571" y="4934"/>
                    <a:pt x="98921" y="9070"/>
                  </a:cubicBezTo>
                  <a:cubicBezTo>
                    <a:pt x="532956" y="167192"/>
                    <a:pt x="960651" y="328091"/>
                    <a:pt x="1308531" y="656772"/>
                  </a:cubicBezTo>
                  <a:lnTo>
                    <a:pt x="1465626" y="804683"/>
                  </a:lnTo>
                  <a:lnTo>
                    <a:pt x="366323" y="804683"/>
                  </a:lnTo>
                  <a:lnTo>
                    <a:pt x="305011" y="748519"/>
                  </a:lnTo>
                  <a:cubicBezTo>
                    <a:pt x="278053" y="720014"/>
                    <a:pt x="253450" y="689465"/>
                    <a:pt x="232771" y="657134"/>
                  </a:cubicBezTo>
                  <a:cubicBezTo>
                    <a:pt x="207777" y="617769"/>
                    <a:pt x="198418" y="554436"/>
                    <a:pt x="210131" y="509095"/>
                  </a:cubicBezTo>
                  <a:cubicBezTo>
                    <a:pt x="253238" y="341675"/>
                    <a:pt x="144503" y="248517"/>
                    <a:pt x="45730" y="152581"/>
                  </a:cubicBezTo>
                  <a:cubicBezTo>
                    <a:pt x="2925" y="111284"/>
                    <a:pt x="-11022" y="98908"/>
                    <a:pt x="8962" y="43423"/>
                  </a:cubicBezTo>
                  <a:cubicBezTo>
                    <a:pt x="21867" y="7606"/>
                    <a:pt x="40478" y="-3115"/>
                    <a:pt x="68131" y="743"/>
                  </a:cubicBezTo>
                  <a:close/>
                </a:path>
              </a:pathLst>
            </a:custGeom>
            <a:solidFill>
              <a:srgbClr val="FA7664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1" name="" descr="965955d8-653f-4d7c-a1c3-057864a841e2"/>
            <p:cNvSpPr/>
            <p:nvPr/>
          </p:nvSpPr>
          <p:spPr>
            <a:xfrm>
              <a:off x="2868627" y="5908696"/>
              <a:ext cx="2298015" cy="919982"/>
            </a:xfrm>
            <a:custGeom>
              <a:gdLst>
                <a:gd name="connsiteX0" fmla="*/ 1993061 w 2298015"/>
                <a:gd name="connsiteY0" fmla="*/ 178 h 919982"/>
                <a:gd name="connsiteX1" fmla="*/ 2071487 w 2298015"/>
                <a:gd name="connsiteY1" fmla="*/ 2050 h 919982"/>
                <a:gd name="connsiteX2" fmla="*/ 2179015 w 2298015"/>
                <a:gd name="connsiteY2" fmla="*/ 178706 h 919982"/>
                <a:gd name="connsiteX3" fmla="*/ 2172977 w 2298015"/>
                <a:gd name="connsiteY3" fmla="*/ 214931 h 919982"/>
                <a:gd name="connsiteX4" fmla="*/ 2206365 w 2298015"/>
                <a:gd name="connsiteY4" fmla="*/ 339062 h 919982"/>
                <a:gd name="connsiteX5" fmla="*/ 2298015 w 2298015"/>
                <a:gd name="connsiteY5" fmla="*/ 394728 h 919982"/>
                <a:gd name="connsiteX6" fmla="*/ 2185113 w 2298015"/>
                <a:gd name="connsiteY6" fmla="*/ 471283 h 919982"/>
                <a:gd name="connsiteX7" fmla="*/ 2063820 w 2298015"/>
                <a:gd name="connsiteY7" fmla="*/ 451842 h 919982"/>
                <a:gd name="connsiteX8" fmla="*/ 2015520 w 2298015"/>
                <a:gd name="connsiteY8" fmla="*/ 441277 h 919982"/>
                <a:gd name="connsiteX9" fmla="*/ 1994872 w 2298015"/>
                <a:gd name="connsiteY9" fmla="*/ 489577 h 919982"/>
                <a:gd name="connsiteX10" fmla="*/ 2034296 w 2298015"/>
                <a:gd name="connsiteY10" fmla="*/ 597466 h 919982"/>
                <a:gd name="connsiteX11" fmla="*/ 1998977 w 2298015"/>
                <a:gd name="connsiteY11" fmla="*/ 685191 h 919982"/>
                <a:gd name="connsiteX12" fmla="*/ 1922965 w 2298015"/>
                <a:gd name="connsiteY12" fmla="*/ 651743 h 919982"/>
                <a:gd name="connsiteX13" fmla="*/ 1871043 w 2298015"/>
                <a:gd name="connsiteY13" fmla="*/ 640332 h 919982"/>
                <a:gd name="connsiteX14" fmla="*/ 1889155 w 2298015"/>
                <a:gd name="connsiteY14" fmla="*/ 703243 h 919982"/>
                <a:gd name="connsiteX15" fmla="*/ 1859692 w 2298015"/>
                <a:gd name="connsiteY15" fmla="*/ 747981 h 919982"/>
                <a:gd name="connsiteX16" fmla="*/ 1729041 w 2298015"/>
                <a:gd name="connsiteY16" fmla="*/ 640514 h 919982"/>
                <a:gd name="connsiteX17" fmla="*/ 1578104 w 2298015"/>
                <a:gd name="connsiteY17" fmla="*/ 595897 h 919982"/>
                <a:gd name="connsiteX18" fmla="*/ 1511692 w 2298015"/>
                <a:gd name="connsiteY18" fmla="*/ 580320 h 919982"/>
                <a:gd name="connsiteX19" fmla="*/ 1567478 w 2298015"/>
                <a:gd name="connsiteY19" fmla="*/ 531416 h 919982"/>
                <a:gd name="connsiteX20" fmla="*/ 1838018 w 2298015"/>
                <a:gd name="connsiteY20" fmla="*/ 397263 h 919982"/>
                <a:gd name="connsiteX21" fmla="*/ 1857277 w 2298015"/>
                <a:gd name="connsiteY21" fmla="*/ 225134 h 919982"/>
                <a:gd name="connsiteX22" fmla="*/ 1689254 w 2298015"/>
                <a:gd name="connsiteY22" fmla="*/ 236424 h 919982"/>
                <a:gd name="connsiteX23" fmla="*/ 1362807 w 2298015"/>
                <a:gd name="connsiteY23" fmla="*/ 496399 h 919982"/>
                <a:gd name="connsiteX24" fmla="*/ 1340227 w 2298015"/>
                <a:gd name="connsiteY24" fmla="*/ 572833 h 919982"/>
                <a:gd name="connsiteX25" fmla="*/ 1282992 w 2298015"/>
                <a:gd name="connsiteY25" fmla="*/ 657781 h 919982"/>
                <a:gd name="connsiteX26" fmla="*/ 1101444 w 2298015"/>
                <a:gd name="connsiteY26" fmla="*/ 632725 h 919982"/>
                <a:gd name="connsiteX27" fmla="*/ 1014927 w 2298015"/>
                <a:gd name="connsiteY27" fmla="*/ 660075 h 919982"/>
                <a:gd name="connsiteX28" fmla="*/ 680615 w 2298015"/>
                <a:gd name="connsiteY28" fmla="*/ 919982 h 919982"/>
                <a:gd name="connsiteX29" fmla="*/ 0 w 2298015"/>
                <a:gd name="connsiteY29" fmla="*/ 919982 h 919982"/>
                <a:gd name="connsiteX30" fmla="*/ 242768 w 2298015"/>
                <a:gd name="connsiteY30" fmla="*/ 712010 h 919982"/>
                <a:gd name="connsiteX31" fmla="*/ 783510 w 2298015"/>
                <a:gd name="connsiteY31" fmla="*/ 343288 h 919982"/>
                <a:gd name="connsiteX32" fmla="*/ 844972 w 2298015"/>
                <a:gd name="connsiteY32" fmla="*/ 360193 h 919982"/>
                <a:gd name="connsiteX33" fmla="*/ 830663 w 2298015"/>
                <a:gd name="connsiteY33" fmla="*/ 423224 h 919982"/>
                <a:gd name="connsiteX34" fmla="*/ 910237 w 2298015"/>
                <a:gd name="connsiteY34" fmla="*/ 387362 h 919982"/>
                <a:gd name="connsiteX35" fmla="*/ 968016 w 2298015"/>
                <a:gd name="connsiteY35" fmla="*/ 276393 h 919982"/>
                <a:gd name="connsiteX36" fmla="*/ 1383033 w 2298015"/>
                <a:gd name="connsiteY36" fmla="*/ 59043 h 919982"/>
                <a:gd name="connsiteX37" fmla="*/ 1054533 w 2298015"/>
                <a:gd name="connsiteY37" fmla="*/ 306580 h 919982"/>
                <a:gd name="connsiteX38" fmla="*/ 1002852 w 2298015"/>
                <a:gd name="connsiteY38" fmla="*/ 382713 h 919982"/>
                <a:gd name="connsiteX39" fmla="*/ 1079226 w 2298015"/>
                <a:gd name="connsiteY39" fmla="*/ 400825 h 919982"/>
                <a:gd name="connsiteX40" fmla="*/ 1458380 w 2298015"/>
                <a:gd name="connsiteY40" fmla="*/ 123584 h 919982"/>
                <a:gd name="connsiteX41" fmla="*/ 1523042 w 2298015"/>
                <a:gd name="connsiteY41" fmla="*/ 55300 h 919982"/>
                <a:gd name="connsiteX42" fmla="*/ 1598692 w 2298015"/>
                <a:gd name="connsiteY42" fmla="*/ 60070 h 919982"/>
                <a:gd name="connsiteX43" fmla="*/ 1556852 w 2298015"/>
                <a:gd name="connsiteY43" fmla="*/ 102332 h 919982"/>
                <a:gd name="connsiteX44" fmla="*/ 1377297 w 2298015"/>
                <a:gd name="connsiteY44" fmla="*/ 386094 h 919982"/>
                <a:gd name="connsiteX45" fmla="*/ 1602254 w 2298015"/>
                <a:gd name="connsiteY45" fmla="*/ 193921 h 919982"/>
                <a:gd name="connsiteX46" fmla="*/ 1742867 w 2298015"/>
                <a:gd name="connsiteY46" fmla="*/ 81925 h 919982"/>
                <a:gd name="connsiteX47" fmla="*/ 1745584 w 2298015"/>
                <a:gd name="connsiteY47" fmla="*/ 45700 h 919982"/>
                <a:gd name="connsiteX48" fmla="*/ 1684243 w 2298015"/>
                <a:gd name="connsiteY48" fmla="*/ 27588 h 919982"/>
                <a:gd name="connsiteX49" fmla="*/ 1697707 w 2298015"/>
                <a:gd name="connsiteY49" fmla="*/ 16238 h 919982"/>
                <a:gd name="connsiteX50" fmla="*/ 1746308 w 2298015"/>
                <a:gd name="connsiteY50" fmla="*/ 44734 h 919982"/>
                <a:gd name="connsiteX51" fmla="*/ 1915358 w 2298015"/>
                <a:gd name="connsiteY51" fmla="*/ 3559 h 919982"/>
                <a:gd name="connsiteX52" fmla="*/ 1993061 w 2298015"/>
                <a:gd name="connsiteY52" fmla="*/ 178 h 919982"/>
              </a:gdLst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298015" h="919982">
                  <a:moveTo>
                    <a:pt x="1993061" y="178"/>
                  </a:moveTo>
                  <a:cubicBezTo>
                    <a:pt x="2019188" y="677"/>
                    <a:pt x="2045436" y="2050"/>
                    <a:pt x="2071487" y="2050"/>
                  </a:cubicBezTo>
                  <a:cubicBezTo>
                    <a:pt x="2050114" y="96174"/>
                    <a:pt x="2144058" y="119297"/>
                    <a:pt x="2179015" y="178706"/>
                  </a:cubicBezTo>
                  <a:cubicBezTo>
                    <a:pt x="2183845" y="187159"/>
                    <a:pt x="2180102" y="207082"/>
                    <a:pt x="2172977" y="214931"/>
                  </a:cubicBezTo>
                  <a:cubicBezTo>
                    <a:pt x="2118036" y="275246"/>
                    <a:pt x="2163740" y="307788"/>
                    <a:pt x="2206365" y="339062"/>
                  </a:cubicBezTo>
                  <a:cubicBezTo>
                    <a:pt x="2232205" y="358020"/>
                    <a:pt x="2261185" y="372630"/>
                    <a:pt x="2298015" y="394728"/>
                  </a:cubicBezTo>
                  <a:cubicBezTo>
                    <a:pt x="2254786" y="423889"/>
                    <a:pt x="2219164" y="446469"/>
                    <a:pt x="2185113" y="471283"/>
                  </a:cubicBezTo>
                  <a:cubicBezTo>
                    <a:pt x="2137598" y="505817"/>
                    <a:pt x="2095094" y="527431"/>
                    <a:pt x="2063820" y="451842"/>
                  </a:cubicBezTo>
                  <a:cubicBezTo>
                    <a:pt x="2060197" y="442363"/>
                    <a:pt x="2026508" y="434756"/>
                    <a:pt x="2015520" y="441277"/>
                  </a:cubicBezTo>
                  <a:cubicBezTo>
                    <a:pt x="2002841" y="448884"/>
                    <a:pt x="1991189" y="475388"/>
                    <a:pt x="1994872" y="489577"/>
                  </a:cubicBezTo>
                  <a:cubicBezTo>
                    <a:pt x="2004411" y="526646"/>
                    <a:pt x="2031641" y="560879"/>
                    <a:pt x="2034296" y="597466"/>
                  </a:cubicBezTo>
                  <a:cubicBezTo>
                    <a:pt x="2036289" y="625722"/>
                    <a:pt x="2011716" y="655909"/>
                    <a:pt x="1998977" y="685191"/>
                  </a:cubicBezTo>
                  <a:cubicBezTo>
                    <a:pt x="1973680" y="673901"/>
                    <a:pt x="1948866" y="661343"/>
                    <a:pt x="1922965" y="651743"/>
                  </a:cubicBezTo>
                  <a:cubicBezTo>
                    <a:pt x="1906483" y="645706"/>
                    <a:pt x="1888370" y="644015"/>
                    <a:pt x="1871043" y="640332"/>
                  </a:cubicBezTo>
                  <a:cubicBezTo>
                    <a:pt x="1877926" y="661343"/>
                    <a:pt x="1890242" y="682655"/>
                    <a:pt x="1889155" y="703243"/>
                  </a:cubicBezTo>
                  <a:cubicBezTo>
                    <a:pt x="1888310" y="718638"/>
                    <a:pt x="1870137" y="733068"/>
                    <a:pt x="1859692" y="747981"/>
                  </a:cubicBezTo>
                  <a:cubicBezTo>
                    <a:pt x="1815015" y="712964"/>
                    <a:pt x="1755546" y="686217"/>
                    <a:pt x="1729041" y="640514"/>
                  </a:cubicBezTo>
                  <a:cubicBezTo>
                    <a:pt x="1687141" y="568668"/>
                    <a:pt x="1652123" y="541559"/>
                    <a:pt x="1578104" y="595897"/>
                  </a:cubicBezTo>
                  <a:cubicBezTo>
                    <a:pt x="1566029" y="604470"/>
                    <a:pt x="1534332" y="586357"/>
                    <a:pt x="1511692" y="580320"/>
                  </a:cubicBezTo>
                  <a:cubicBezTo>
                    <a:pt x="1530468" y="563113"/>
                    <a:pt x="1551841" y="528941"/>
                    <a:pt x="1567478" y="531416"/>
                  </a:cubicBezTo>
                  <a:cubicBezTo>
                    <a:pt x="1690884" y="550676"/>
                    <a:pt x="1752406" y="449125"/>
                    <a:pt x="1838018" y="397263"/>
                  </a:cubicBezTo>
                  <a:cubicBezTo>
                    <a:pt x="1878771" y="372570"/>
                    <a:pt x="1892355" y="235157"/>
                    <a:pt x="1857277" y="225134"/>
                  </a:cubicBezTo>
                  <a:cubicBezTo>
                    <a:pt x="1804691" y="210041"/>
                    <a:pt x="1716363" y="205332"/>
                    <a:pt x="1689254" y="236424"/>
                  </a:cubicBezTo>
                  <a:cubicBezTo>
                    <a:pt x="1594888" y="344435"/>
                    <a:pt x="1496537" y="439224"/>
                    <a:pt x="1362807" y="496399"/>
                  </a:cubicBezTo>
                  <a:cubicBezTo>
                    <a:pt x="1346264" y="503402"/>
                    <a:pt x="1331412" y="553996"/>
                    <a:pt x="1340227" y="572833"/>
                  </a:cubicBezTo>
                  <a:cubicBezTo>
                    <a:pt x="1372105" y="640574"/>
                    <a:pt x="1397160" y="685493"/>
                    <a:pt x="1282992" y="657781"/>
                  </a:cubicBezTo>
                  <a:cubicBezTo>
                    <a:pt x="1225635" y="643895"/>
                    <a:pt x="1154031" y="724555"/>
                    <a:pt x="1101444" y="632725"/>
                  </a:cubicBezTo>
                  <a:cubicBezTo>
                    <a:pt x="1098003" y="626688"/>
                    <a:pt x="1039077" y="641963"/>
                    <a:pt x="1014927" y="660075"/>
                  </a:cubicBezTo>
                  <a:lnTo>
                    <a:pt x="680615" y="919982"/>
                  </a:lnTo>
                  <a:lnTo>
                    <a:pt x="0" y="919982"/>
                  </a:lnTo>
                  <a:lnTo>
                    <a:pt x="242768" y="712010"/>
                  </a:lnTo>
                  <a:cubicBezTo>
                    <a:pt x="413535" y="576235"/>
                    <a:pt x="594241" y="452965"/>
                    <a:pt x="783510" y="343288"/>
                  </a:cubicBezTo>
                  <a:cubicBezTo>
                    <a:pt x="808747" y="328858"/>
                    <a:pt x="842436" y="296498"/>
                    <a:pt x="844972" y="360193"/>
                  </a:cubicBezTo>
                  <a:cubicBezTo>
                    <a:pt x="845757" y="380962"/>
                    <a:pt x="835735" y="402214"/>
                    <a:pt x="830663" y="423224"/>
                  </a:cubicBezTo>
                  <a:cubicBezTo>
                    <a:pt x="857892" y="411814"/>
                    <a:pt x="894177" y="407587"/>
                    <a:pt x="910237" y="387362"/>
                  </a:cubicBezTo>
                  <a:cubicBezTo>
                    <a:pt x="935957" y="354880"/>
                    <a:pt x="937829" y="292392"/>
                    <a:pt x="968016" y="276393"/>
                  </a:cubicBezTo>
                  <a:cubicBezTo>
                    <a:pt x="1105731" y="203218"/>
                    <a:pt x="1212172" y="67194"/>
                    <a:pt x="1383033" y="59043"/>
                  </a:cubicBezTo>
                  <a:cubicBezTo>
                    <a:pt x="1304726" y="182148"/>
                    <a:pt x="1217545" y="292936"/>
                    <a:pt x="1054533" y="306580"/>
                  </a:cubicBezTo>
                  <a:cubicBezTo>
                    <a:pt x="1010037" y="310263"/>
                    <a:pt x="978279" y="336888"/>
                    <a:pt x="1002852" y="382713"/>
                  </a:cubicBezTo>
                  <a:cubicBezTo>
                    <a:pt x="1011365" y="398531"/>
                    <a:pt x="1057189" y="408251"/>
                    <a:pt x="1079226" y="400825"/>
                  </a:cubicBezTo>
                  <a:cubicBezTo>
                    <a:pt x="1234148" y="348661"/>
                    <a:pt x="1359004" y="253209"/>
                    <a:pt x="1458380" y="123584"/>
                  </a:cubicBezTo>
                  <a:cubicBezTo>
                    <a:pt x="1477580" y="98589"/>
                    <a:pt x="1496719" y="69126"/>
                    <a:pt x="1523042" y="55300"/>
                  </a:cubicBezTo>
                  <a:cubicBezTo>
                    <a:pt x="1542120" y="45278"/>
                    <a:pt x="1573032" y="57655"/>
                    <a:pt x="1598692" y="60070"/>
                  </a:cubicBezTo>
                  <a:cubicBezTo>
                    <a:pt x="1584624" y="73895"/>
                    <a:pt x="1568142" y="86272"/>
                    <a:pt x="1556852" y="102332"/>
                  </a:cubicBezTo>
                  <a:cubicBezTo>
                    <a:pt x="1492673" y="193679"/>
                    <a:pt x="1429763" y="285570"/>
                    <a:pt x="1377297" y="386094"/>
                  </a:cubicBezTo>
                  <a:cubicBezTo>
                    <a:pt x="1469429" y="339907"/>
                    <a:pt x="1563312" y="304829"/>
                    <a:pt x="1602254" y="193921"/>
                  </a:cubicBezTo>
                  <a:cubicBezTo>
                    <a:pt x="1622117" y="138014"/>
                    <a:pt x="1666734" y="81925"/>
                    <a:pt x="1742867" y="81925"/>
                  </a:cubicBezTo>
                  <a:lnTo>
                    <a:pt x="1745584" y="45700"/>
                  </a:lnTo>
                  <a:lnTo>
                    <a:pt x="1684243" y="27588"/>
                  </a:lnTo>
                  <a:cubicBezTo>
                    <a:pt x="1688892" y="23543"/>
                    <a:pt x="1695714" y="15151"/>
                    <a:pt x="1697707" y="16238"/>
                  </a:cubicBezTo>
                  <a:cubicBezTo>
                    <a:pt x="1714430" y="24750"/>
                    <a:pt x="1730249" y="35014"/>
                    <a:pt x="1746308" y="44734"/>
                  </a:cubicBezTo>
                  <a:cubicBezTo>
                    <a:pt x="1802759" y="30546"/>
                    <a:pt x="1858303" y="11347"/>
                    <a:pt x="1915358" y="3559"/>
                  </a:cubicBezTo>
                  <a:cubicBezTo>
                    <a:pt x="1940927" y="57"/>
                    <a:pt x="1966933" y="-320"/>
                    <a:pt x="1993061" y="178"/>
                  </a:cubicBezTo>
                  <a:close/>
                </a:path>
              </a:pathLst>
            </a:custGeom>
            <a:solidFill>
              <a:srgbClr val="FA7664"/>
            </a:solidFill>
            <a:ln w="60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</p:grpSp>
      <p:sp>
        <p:nvSpPr>
          <p:cNvPr id="5" name="" descr="9c2c5af5-11da-44a7-b238-023c348bada2"/>
          <p:cNvSpPr>
            <a:spLocks noGrp="1"/>
          </p:cNvSpPr>
          <p:nvPr>
            <p:ph type="title" hasCustomPrompt="1"/>
          </p:nvPr>
        </p:nvSpPr>
        <p:spPr>
          <a:xfrm flipV="false" flipH="false">
            <a:off x="1168687" y="1295287"/>
            <a:ext cx="9949796" cy="2352676"/>
          </a:xfrm>
          <a:prstGeom prst="rect">
            <a:avLst/>
          </a:prstGeom>
        </p:spPr>
        <p:txBody>
          <a:bodyPr wrap="square" anchor="b">
            <a:normAutofit/>
          </a:bodyPr>
          <a:lstStyle>
            <a:lvl1pPr algn="ctr">
              <a:lnSpc>
                <a:spcPct val="100000"/>
              </a:lnSpc>
              <a:defRPr sz="4800">
                <a:ln w="19050">
                  <a:noFill/>
                </a:ln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/>
              <a:t>Click to add title</a:t>
            </a:r>
            <a:endParaRPr lang="en-US"/>
          </a:p>
        </p:txBody>
      </p:sp>
      <p:sp>
        <p:nvSpPr>
          <p:cNvPr id="4" name="" descr="a32887a8-fb37-45b5-bc82-c65d33e865f7"/>
          <p:cNvSpPr>
            <a:spLocks noGrp="1"/>
          </p:cNvSpPr>
          <p:nvPr>
            <p:ph type="body" sz="quarter" idx="13" hasCustomPrompt="1"/>
          </p:nvPr>
        </p:nvSpPr>
        <p:spPr>
          <a:xfrm flipV="false" flipH="false">
            <a:off x="1168687" y="4918319"/>
            <a:ext cx="9949798" cy="345518"/>
          </a:xfrm>
          <a:prstGeom prst="rect">
            <a:avLst/>
          </a:prstGeom>
          <a:noFill/>
        </p:spPr>
        <p:txBody>
          <a:bodyPr wrap="square" lIns="90000" anchor="ctr">
            <a:normAutofit/>
          </a:bodyPr>
          <a:lstStyle>
            <a:lvl1pPr marL="0" indent="0" algn="ctr">
              <a:lnSpc>
                <a:spcPct val="100000"/>
              </a:lnSpc>
              <a:buNone/>
              <a:defRPr sz="12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/>
              <a:t>Presenter name</a:t>
            </a:r>
            <a:endParaRPr lang="en-US"/>
          </a:p>
        </p:txBody>
      </p:sp>
      <p:sp>
        <p:nvSpPr>
          <p:cNvPr id="7" name="" descr="9ab8c871-93fe-4930-9266-b5c18cd5b91f"/>
          <p:cNvSpPr>
            <a:spLocks noGrp="1"/>
          </p:cNvSpPr>
          <p:nvPr>
            <p:ph type="body" sz="quarter" idx="14" hasCustomPrompt="1"/>
          </p:nvPr>
        </p:nvSpPr>
        <p:spPr>
          <a:xfrm flipV="false" flipH="false">
            <a:off x="1181674" y="4506634"/>
            <a:ext cx="9949798" cy="345518"/>
          </a:xfrm>
          <a:prstGeom prst="rect">
            <a:avLst/>
          </a:prstGeom>
          <a:noFill/>
        </p:spPr>
        <p:txBody>
          <a:bodyPr wrap="none" anchor="ctr">
            <a:normAutofit/>
          </a:bodyPr>
          <a:lstStyle>
            <a:lvl1pPr marL="0" indent="0" algn="ctr">
              <a:lnSpc>
                <a:spcPct val="100000"/>
              </a:lnSpc>
              <a:buNone/>
              <a:defRPr sz="12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/>
  <p:timing/>
</p:sldLayout>
</file>

<file path=ppt/slideMasters/_rels/slideMaster1.xml.rels><?xml version="1.0" encoding="UTF-8" standalone="yes"?><Relationships xmlns="http://schemas.openxmlformats.org/package/2006/relationships"><Relationship Id="rId1" Target="../slideLayouts/slideLayout1.xml" Type="http://schemas.openxmlformats.org/officeDocument/2006/relationships/slideLayout"/><Relationship Id="rId2" Target="../slideLayouts/slideLayout2.xml" Type="http://schemas.openxmlformats.org/officeDocument/2006/relationships/slideLayout"/><Relationship Id="rId3" Target="../slideLayouts/slideLayout3.xml" Type="http://schemas.openxmlformats.org/officeDocument/2006/relationships/slideLayout"/><Relationship Id="rId4" Target="../slideLayouts/slideLayout4.xml" Type="http://schemas.openxmlformats.org/officeDocument/2006/relationships/slideLayout"/><Relationship Id="rId5" Target="../slideLayouts/slideLayout5.xml" Type="http://schemas.openxmlformats.org/officeDocument/2006/relationships/slideLayout"/><Relationship Id="rId6" Target="../slideLayouts/slideLayout6.xml" Type="http://schemas.openxmlformats.org/officeDocument/2006/relationships/slideLayout"/><Relationship Id="rId7" Target="../slideLayouts/slideLayout7.xml" Type="http://schemas.openxmlformats.org/officeDocument/2006/relationships/slideLayout"/><Relationship Id="rId8" Target="../theme/theme1.xml" Type="http://schemas.openxmlformats.org/officeDocument/2006/relationships/theme"/></Relationships>
</file>

<file path=ppt/slideMasters/slideMaster1.xml><?xml version="1.0" encoding="utf-8"?>
<p:sldMaster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>
    <p:bg>
      <p:bgPr>
        <a:solidFill>
          <a:schemeClr val="accent1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</a:xfrm>
      </p:grpSpPr>
      <p:grpSp>
        <p:nvGrpSpPr>
          <p:cNvPr id="7" name=""/>
          <p:cNvGrpSpPr/>
          <p:nvPr/>
        </p:nvGrpSpPr>
        <p:grpSpPr>
          <a:xfrm>
            <a:off x="0" y="1"/>
            <a:ext cx="12192000" cy="6857998"/>
            <a:chOff x="0" y="1"/>
            <a:chExt cx="12192000" cy="6857998"/>
          </a:xfrm>
        </p:grpSpPr>
        <p:grpSp>
          <p:nvGrpSpPr>
            <p:cNvPr id="8" name=""/>
            <p:cNvGrpSpPr/>
            <p:nvPr/>
          </p:nvGrpSpPr>
          <p:grpSpPr>
            <a:xfrm>
              <a:off x="0" y="1"/>
              <a:ext cx="1206500" cy="1605731"/>
              <a:chOff x="0" y="1"/>
              <a:chExt cx="3509740" cy="4671114"/>
            </a:xfrm>
          </p:grpSpPr>
          <p:sp>
            <p:nvSpPr>
              <p:cNvPr id="17" name=""/>
              <p:cNvSpPr/>
              <p:nvPr/>
            </p:nvSpPr>
            <p:spPr>
              <a:xfrm>
                <a:off x="0" y="531050"/>
                <a:ext cx="3509740" cy="4140065"/>
              </a:xfrm>
              <a:custGeom>
                <a:gdLst>
                  <a:gd name="connsiteX0" fmla="*/ 1995878 w 5172248"/>
                  <a:gd name="connsiteY0" fmla="*/ 0 h 6101148"/>
                  <a:gd name="connsiteX1" fmla="*/ 5172248 w 5172248"/>
                  <a:gd name="connsiteY1" fmla="*/ 3050574 h 6101148"/>
                  <a:gd name="connsiteX2" fmla="*/ 1995878 w 5172248"/>
                  <a:gd name="connsiteY2" fmla="*/ 6101148 h 6101148"/>
                  <a:gd name="connsiteX3" fmla="*/ 219939 w 5172248"/>
                  <a:gd name="connsiteY3" fmla="*/ 5580158 h 6101148"/>
                  <a:gd name="connsiteX4" fmla="*/ 0 w 5172248"/>
                  <a:gd name="connsiteY4" fmla="*/ 5422204 h 6101148"/>
                  <a:gd name="connsiteX5" fmla="*/ 0 w 5172248"/>
                  <a:gd name="connsiteY5" fmla="*/ 678944 h 6101148"/>
                  <a:gd name="connsiteX6" fmla="*/ 219939 w 5172248"/>
                  <a:gd name="connsiteY6" fmla="*/ 520990 h 6101148"/>
                  <a:gd name="connsiteX7" fmla="*/ 1995878 w 5172248"/>
                  <a:gd name="connsiteY7" fmla="*/ 0 h 6101148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72248" h="6101148">
                    <a:moveTo>
                      <a:pt x="1995878" y="0"/>
                    </a:moveTo>
                    <a:cubicBezTo>
                      <a:pt x="3750139" y="0"/>
                      <a:pt x="5172248" y="1365789"/>
                      <a:pt x="5172248" y="3050574"/>
                    </a:cubicBezTo>
                    <a:cubicBezTo>
                      <a:pt x="5172248" y="4735359"/>
                      <a:pt x="3750139" y="6101148"/>
                      <a:pt x="1995878" y="6101148"/>
                    </a:cubicBezTo>
                    <a:cubicBezTo>
                      <a:pt x="1338030" y="6101148"/>
                      <a:pt x="726891" y="5909084"/>
                      <a:pt x="219939" y="5580158"/>
                    </a:cubicBezTo>
                    <a:lnTo>
                      <a:pt x="0" y="5422204"/>
                    </a:lnTo>
                    <a:lnTo>
                      <a:pt x="0" y="678944"/>
                    </a:lnTo>
                    <a:lnTo>
                      <a:pt x="219939" y="520990"/>
                    </a:lnTo>
                    <a:cubicBezTo>
                      <a:pt x="726891" y="192064"/>
                      <a:pt x="1338030" y="0"/>
                      <a:pt x="1995878" y="0"/>
                    </a:cubicBezTo>
                    <a:close/>
                  </a:path>
                </a:pathLst>
              </a:custGeom>
              <a:solidFill>
                <a:schemeClr val="accent1">
                  <a:alpha val="1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lvl="0" algn="ctr"/>
                <a:endParaRPr lang="zh-CN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9" name=""/>
              <p:cNvSpPr/>
              <p:nvPr/>
            </p:nvSpPr>
            <p:spPr>
              <a:xfrm>
                <a:off x="0" y="1"/>
                <a:ext cx="2131542" cy="2105841"/>
              </a:xfrm>
              <a:custGeom>
                <a:gdLst>
                  <a:gd name="connsiteX0" fmla="*/ 1610596 w 1947314"/>
                  <a:gd name="connsiteY0" fmla="*/ 0 h 1923835"/>
                  <a:gd name="connsiteX1" fmla="*/ 1947314 w 1947314"/>
                  <a:gd name="connsiteY1" fmla="*/ 0 h 1923835"/>
                  <a:gd name="connsiteX2" fmla="*/ 1937664 w 1947314"/>
                  <a:gd name="connsiteY2" fmla="*/ 191112 h 1923835"/>
                  <a:gd name="connsiteX3" fmla="*/ 17567 w 1947314"/>
                  <a:gd name="connsiteY3" fmla="*/ 1923835 h 1923835"/>
                  <a:gd name="connsiteX4" fmla="*/ 0 w 1947314"/>
                  <a:gd name="connsiteY4" fmla="*/ 1922948 h 1923835"/>
                  <a:gd name="connsiteX5" fmla="*/ 0 w 1947314"/>
                  <a:gd name="connsiteY5" fmla="*/ 1586230 h 1923835"/>
                  <a:gd name="connsiteX6" fmla="*/ 17567 w 1947314"/>
                  <a:gd name="connsiteY6" fmla="*/ 1587117 h 1923835"/>
                  <a:gd name="connsiteX7" fmla="*/ 1602684 w 1947314"/>
                  <a:gd name="connsiteY7" fmla="*/ 156684 h 1923835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47313" h="1923835">
                    <a:moveTo>
                      <a:pt x="1610596" y="0"/>
                    </a:moveTo>
                    <a:lnTo>
                      <a:pt x="1947314" y="0"/>
                    </a:lnTo>
                    <a:lnTo>
                      <a:pt x="1937664" y="191112"/>
                    </a:lnTo>
                    <a:cubicBezTo>
                      <a:pt x="1838825" y="1164356"/>
                      <a:pt x="1016889" y="1923835"/>
                      <a:pt x="17567" y="1923835"/>
                    </a:cubicBezTo>
                    <a:lnTo>
                      <a:pt x="0" y="1922948"/>
                    </a:lnTo>
                    <a:lnTo>
                      <a:pt x="0" y="1586230"/>
                    </a:lnTo>
                    <a:lnTo>
                      <a:pt x="17567" y="1587117"/>
                    </a:lnTo>
                    <a:cubicBezTo>
                      <a:pt x="842548" y="1587117"/>
                      <a:pt x="1521089" y="960137"/>
                      <a:pt x="1602684" y="15668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1">
                      <a:lumMod val="40000"/>
                      <a:lumOff val="60000"/>
                    </a:schemeClr>
                  </a:gs>
                  <a:gs pos="100000">
                    <a:schemeClr val="accent1"/>
                  </a:gs>
                </a:gsLst>
                <a:lin ang="10800000" scaled="1"/>
              </a:gradFill>
              <a:ln w="19050">
                <a:noFill/>
                <a:round/>
              </a:ln>
            </p:spPr>
            <p:txBody>
              <a:bodyPr vert="horz" wrap="square" lIns="91440" tIns="45720" rIns="91440" bIns="45720" numCol="1" spcCol="0" rtlCol="0" fromWordArt="0" anchor="ctr" anchorCtr="1" forceAA="0" compatLnSpc="1">
                <a:noAutofit/>
              </a:bodyPr>
              <a:lstStyle/>
              <a:p>
                <a:pPr lvl="0" algn="ctr"/>
                <a:endParaRPr lang="zh-CN" altLang="en-US" sz="1200" b="1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10" name=""/>
            <p:cNvGrpSpPr/>
            <p:nvPr/>
          </p:nvGrpSpPr>
          <p:grpSpPr>
            <a:xfrm>
              <a:off x="10858500" y="5511800"/>
              <a:ext cx="1333500" cy="1346199"/>
              <a:chOff x="10858500" y="5511800"/>
              <a:chExt cx="1333500" cy="1346199"/>
            </a:xfrm>
          </p:grpSpPr>
          <p:sp>
            <p:nvSpPr>
              <p:cNvPr id="12" name=""/>
              <p:cNvSpPr/>
              <p:nvPr/>
            </p:nvSpPr>
            <p:spPr>
              <a:xfrm>
                <a:off x="10858500" y="6266282"/>
                <a:ext cx="1333500" cy="591717"/>
              </a:xfrm>
              <a:custGeom>
                <a:gdLst>
                  <a:gd name="connsiteX0" fmla="*/ 1722638 w 2395738"/>
                  <a:gd name="connsiteY0" fmla="*/ 0 h 1063066"/>
                  <a:gd name="connsiteX1" fmla="*/ 2296579 w 2395738"/>
                  <a:gd name="connsiteY1" fmla="*/ 86772 h 1063066"/>
                  <a:gd name="connsiteX2" fmla="*/ 2395738 w 2395738"/>
                  <a:gd name="connsiteY2" fmla="*/ 123065 h 1063066"/>
                  <a:gd name="connsiteX3" fmla="*/ 2395738 w 2395738"/>
                  <a:gd name="connsiteY3" fmla="*/ 307866 h 1063066"/>
                  <a:gd name="connsiteX4" fmla="*/ 2244925 w 2395738"/>
                  <a:gd name="connsiteY4" fmla="*/ 252668 h 1063066"/>
                  <a:gd name="connsiteX5" fmla="*/ 1722638 w 2395738"/>
                  <a:gd name="connsiteY5" fmla="*/ 173705 h 1063066"/>
                  <a:gd name="connsiteX6" fmla="*/ 266240 w 2395738"/>
                  <a:gd name="connsiteY6" fmla="*/ 948066 h 1063066"/>
                  <a:gd name="connsiteX7" fmla="*/ 196375 w 2395738"/>
                  <a:gd name="connsiteY7" fmla="*/ 1063066 h 1063066"/>
                  <a:gd name="connsiteX8" fmla="*/ 0 w 2395738"/>
                  <a:gd name="connsiteY8" fmla="*/ 1063066 h 1063066"/>
                  <a:gd name="connsiteX9" fmla="*/ 25525 w 2395738"/>
                  <a:gd name="connsiteY9" fmla="*/ 1010080 h 1063066"/>
                  <a:gd name="connsiteX10" fmla="*/ 1722638 w 2395738"/>
                  <a:gd name="connsiteY10" fmla="*/ 0 h 106306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95738" h="1063066">
                    <a:moveTo>
                      <a:pt x="1722638" y="0"/>
                    </a:moveTo>
                    <a:cubicBezTo>
                      <a:pt x="1922502" y="0"/>
                      <a:pt x="2115271" y="30379"/>
                      <a:pt x="2296579" y="86772"/>
                    </a:cubicBezTo>
                    <a:lnTo>
                      <a:pt x="2395738" y="123065"/>
                    </a:lnTo>
                    <a:lnTo>
                      <a:pt x="2395738" y="307866"/>
                    </a:lnTo>
                    <a:lnTo>
                      <a:pt x="2244925" y="252668"/>
                    </a:lnTo>
                    <a:cubicBezTo>
                      <a:pt x="2079935" y="201350"/>
                      <a:pt x="1904515" y="173705"/>
                      <a:pt x="1722638" y="173705"/>
                    </a:cubicBezTo>
                    <a:cubicBezTo>
                      <a:pt x="1116382" y="173705"/>
                      <a:pt x="581870" y="480872"/>
                      <a:pt x="266240" y="948066"/>
                    </a:cubicBezTo>
                    <a:lnTo>
                      <a:pt x="196375" y="1063066"/>
                    </a:lnTo>
                    <a:lnTo>
                      <a:pt x="0" y="1063066"/>
                    </a:lnTo>
                    <a:lnTo>
                      <a:pt x="25525" y="1010080"/>
                    </a:lnTo>
                    <a:cubicBezTo>
                      <a:pt x="352360" y="408431"/>
                      <a:pt x="989802" y="0"/>
                      <a:pt x="1722638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1">
                      <a:lumMod val="40000"/>
                      <a:lumOff val="60000"/>
                      <a:alpha val="49000"/>
                    </a:schemeClr>
                  </a:gs>
                  <a:gs pos="100000">
                    <a:schemeClr val="accent1">
                      <a:alpha val="50000"/>
                    </a:schemeClr>
                  </a:gs>
                </a:gsLst>
                <a:lin ang="10800000" scaled="1"/>
              </a:gradFill>
              <a:ln w="19050">
                <a:noFill/>
                <a:round/>
              </a:ln>
            </p:spPr>
            <p:txBody>
              <a:bodyPr vert="horz" wrap="square" lIns="91440" tIns="45720" rIns="91440" bIns="45720" numCol="1" spcCol="0" rtlCol="0" fromWordArt="0" anchor="ctr" anchorCtr="1" forceAA="0" compatLnSpc="1">
                <a:noAutofit/>
              </a:bodyPr>
              <a:lstStyle/>
              <a:p>
                <a:pPr lvl="0" algn="ctr"/>
                <a:endParaRPr lang="zh-CN" altLang="en-US" sz="1200" b="1">
                  <a:solidFill>
                    <a:schemeClr val="tx1"/>
                  </a:solidFill>
                </a:endParaRPr>
              </a:p>
            </p:txBody>
          </p:sp>
          <p:sp>
            <p:nvSpPr>
              <p:cNvPr id="13" name=""/>
              <p:cNvSpPr/>
              <p:nvPr/>
            </p:nvSpPr>
            <p:spPr>
              <a:xfrm>
                <a:off x="12045916" y="5511800"/>
                <a:ext cx="146083" cy="275322"/>
              </a:xfrm>
              <a:custGeom>
                <a:gdLst>
                  <a:gd name="connsiteX0" fmla="*/ 207578 w 220278"/>
                  <a:gd name="connsiteY0" fmla="*/ 0 h 415156"/>
                  <a:gd name="connsiteX1" fmla="*/ 220278 w 220278"/>
                  <a:gd name="connsiteY1" fmla="*/ 1281 h 415156"/>
                  <a:gd name="connsiteX2" fmla="*/ 220278 w 220278"/>
                  <a:gd name="connsiteY2" fmla="*/ 413876 h 415156"/>
                  <a:gd name="connsiteX3" fmla="*/ 207578 w 220278"/>
                  <a:gd name="connsiteY3" fmla="*/ 415156 h 415156"/>
                  <a:gd name="connsiteX4" fmla="*/ 0 w 220278"/>
                  <a:gd name="connsiteY4" fmla="*/ 207578 h 415156"/>
                  <a:gd name="connsiteX5" fmla="*/ 207578 w 220278"/>
                  <a:gd name="connsiteY5" fmla="*/ 0 h 415156"/>
                </a:gdLst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0278" h="415156">
                    <a:moveTo>
                      <a:pt x="207578" y="0"/>
                    </a:moveTo>
                    <a:lnTo>
                      <a:pt x="220278" y="1281"/>
                    </a:lnTo>
                    <a:lnTo>
                      <a:pt x="220278" y="413876"/>
                    </a:lnTo>
                    <a:lnTo>
                      <a:pt x="207578" y="415156"/>
                    </a:lnTo>
                    <a:cubicBezTo>
                      <a:pt x="92936" y="415156"/>
                      <a:pt x="0" y="322220"/>
                      <a:pt x="0" y="207578"/>
                    </a:cubicBezTo>
                    <a:cubicBezTo>
                      <a:pt x="0" y="92936"/>
                      <a:pt x="92936" y="0"/>
                      <a:pt x="207578" y="0"/>
                    </a:cubicBezTo>
                    <a:close/>
                  </a:path>
                </a:pathLst>
              </a:custGeom>
              <a:solidFill>
                <a:schemeClr val="accent1">
                  <a:alpha val="30000"/>
                </a:schemeClr>
              </a:solidFill>
              <a:ln w="19050">
                <a:noFill/>
                <a:round/>
              </a:ln>
            </p:spPr>
            <p:txBody>
              <a:bodyPr vert="horz" wrap="square" lIns="91440" tIns="45720" rIns="91440" bIns="45720" numCol="1" spcCol="0" rtlCol="0" fromWordArt="0" anchor="ctr" anchorCtr="1" forceAA="0" compatLnSpc="1">
                <a:noAutofit/>
              </a:bodyPr>
              <a:lstStyle/>
              <a:p>
                <a:pPr lvl="0" algn="ctr"/>
                <a:endParaRPr lang="zh-CN" altLang="en-US" sz="1200" b="1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"/>
              <p:cNvSpPr/>
              <p:nvPr/>
            </p:nvSpPr>
            <p:spPr>
              <a:xfrm>
                <a:off x="11377784" y="5938201"/>
                <a:ext cx="534344" cy="534344"/>
              </a:xfrm>
              <a:prstGeom prst="ellipse">
                <a:avLst/>
              </a:prstGeom>
              <a:gradFill flip="none" rotWithShape="1">
                <a:gsLst>
                  <a:gs pos="1000">
                    <a:schemeClr val="accent1">
                      <a:lumMod val="40000"/>
                      <a:lumOff val="60000"/>
                      <a:alpha val="50000"/>
                    </a:schemeClr>
                  </a:gs>
                  <a:gs pos="91000">
                    <a:schemeClr val="accent1"/>
                  </a:gs>
                </a:gsLst>
                <a:lin ang="13500000" scaled="1"/>
              </a:gradFill>
              <a:ln w="19050">
                <a:noFill/>
                <a:round/>
              </a:ln>
            </p:spPr>
            <p:txBody>
              <a:bodyPr vert="horz" wrap="square" lIns="91440" tIns="45720" rIns="91440" bIns="45720" numCol="1" spcCol="0" rtlCol="0" fromWordArt="0" anchor="ctr" anchorCtr="1" forceAA="0" compatLnSpc="1">
                <a:noAutofit/>
              </a:bodyPr>
              <a:lstStyle/>
              <a:p>
                <a:pPr lvl="0" algn="ctr"/>
                <a:endParaRPr lang="zh-CN" altLang="en-US" sz="1200" b="1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2" name=""/>
          <p:cNvSpPr>
            <a:spLocks noGrp="1"/>
          </p:cNvSpPr>
          <p:nvPr>
            <p:ph type="title"/>
          </p:nvPr>
        </p:nvSpPr>
        <p:spPr>
          <a:xfrm flipV="false" flipH="false">
            <a:off x="660400" y="128587"/>
            <a:ext cx="10858500" cy="900112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lvl="0"/>
            <a:r>
              <a:rPr lang="zh-CN" altLang="en-US"/>
              <a:t>Click to add title</a:t>
            </a:r>
            <a:endParaRPr lang="en-US"/>
          </a:p>
        </p:txBody>
      </p:sp>
      <p:sp>
        <p:nvSpPr>
          <p:cNvPr id="3" name=""/>
          <p:cNvSpPr>
            <a:spLocks noGrp="1"/>
          </p:cNvSpPr>
          <p:nvPr>
            <p:ph type="body" idx="1"/>
          </p:nvPr>
        </p:nvSpPr>
        <p:spPr>
          <a:xfrm>
            <a:off x="660400" y="1130300"/>
            <a:ext cx="10858500" cy="5003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Click to add text</a:t>
            </a:r>
            <a:endParaRPr lang="en-US"/>
          </a:p>
          <a:p>
            <a:pPr lvl="1"/>
            <a:r>
              <a:rPr lang="zh-CN" altLang="en-US"/>
              <a:t>Second level</a:t>
            </a:r>
            <a:endParaRPr lang="en-US"/>
          </a:p>
          <a:p>
            <a:pPr lvl="2"/>
            <a:r>
              <a:rPr lang="zh-CN" altLang="en-US"/>
              <a:t>Third level</a:t>
            </a:r>
            <a:endParaRPr lang="en-US"/>
          </a:p>
          <a:p>
            <a:pPr lvl="3"/>
            <a:r>
              <a:rPr lang="zh-CN" altLang="en-US"/>
              <a:t>Fourth level</a:t>
            </a:r>
            <a:endParaRPr lang="en-US"/>
          </a:p>
          <a:p>
            <a:pPr lvl="4"/>
            <a:r>
              <a:rPr lang="zh-CN" altLang="en-US"/>
              <a:t>Fifth level</a:t>
            </a:r>
            <a:endParaRPr lang="en-US"/>
          </a:p>
        </p:txBody>
      </p:sp>
      <p:sp>
        <p:nvSpPr>
          <p:cNvPr id="4" name=""/>
          <p:cNvSpPr>
            <a:spLocks noGrp="1"/>
          </p:cNvSpPr>
          <p:nvPr>
            <p:ph type="dt" sz="half" idx="2"/>
          </p:nvPr>
        </p:nvSpPr>
        <p:spPr>
          <a:xfrm>
            <a:off x="4718050" y="6409690"/>
            <a:ext cx="2743200" cy="27432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5" name=""/>
          <p:cNvSpPr>
            <a:spLocks noGrp="1"/>
          </p:cNvSpPr>
          <p:nvPr>
            <p:ph type="ftr" sz="quarter" idx="3"/>
          </p:nvPr>
        </p:nvSpPr>
        <p:spPr>
          <a:xfrm>
            <a:off x="660399" y="6409690"/>
            <a:ext cx="3657600" cy="27432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"/>
          <p:cNvSpPr>
            <a:spLocks noGrp="1"/>
          </p:cNvSpPr>
          <p:nvPr>
            <p:ph type="sldNum" sz="quarter" idx="4"/>
          </p:nvPr>
        </p:nvSpPr>
        <p:spPr>
          <a:xfrm>
            <a:off x="7861300" y="6409690"/>
            <a:ext cx="3657600" cy="27432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8BB1146-E542-4D4E-B8E9-6919A11DDD48}" type="slidenum">
              <a:rPr lang="en-US" smtClean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6" r:id="rId3"/>
    <p:sldLayoutId id="2147483651" r:id="rId4"/>
    <p:sldLayoutId id="2147483654" r:id="rId5"/>
    <p:sldLayoutId id="2147483655" r:id="rId6"/>
    <p:sldLayoutId id="2147483657" r:id="rId7"/>
  </p:sldLayoutIdLst>
  <p:transition/>
  <p:timing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28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20000"/>
        </a:lnSpc>
        <a:spcBef>
          <a:spcPts val="10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12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2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2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2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>
        <p15:guide id="1" pos="416" userDrawn="1">
          <p15:clr>
            <a:srgbClr val="F26B43"/>
          </p15:clr>
        </p15:guide>
        <p15:guide id="2" pos="7256" userDrawn="1">
          <p15:clr>
            <a:srgbClr val="F26B43"/>
          </p15:clr>
        </p15:guide>
        <p15:guide id="3" orient="horz" pos="648" userDrawn="1">
          <p15:clr>
            <a:srgbClr val="F26B43"/>
          </p15:clr>
        </p15:guide>
        <p15:guide id="4" orient="horz" pos="712" userDrawn="1">
          <p15:clr>
            <a:srgbClr val="F26B43"/>
          </p15:clr>
        </p15:guide>
        <p15:guide id="5" orient="horz" pos="3928" userDrawn="1">
          <p15:clr>
            <a:srgbClr val="F26B43"/>
          </p15:clr>
        </p15:guide>
        <p15:guide id="6" orient="horz" pos="3864" userDrawn="1">
          <p15:clr>
            <a:srgbClr val="F26B43"/>
          </p15:clr>
        </p15:guide>
      </p15:sldGuideLst>
    </p:ext>
  </p:extLst>
</p:sldMaster>
</file>

<file path=ppt/slides/_rels/slide6.xml.rels><?xml version="1.0" encoding="UTF-8" standalone="yes"?><Relationships xmlns="http://schemas.openxmlformats.org/package/2006/relationships"><Relationship Id="R41b6e623413f4234" Target="../slideLayouts/slideLayout1.xml" Type="http://schemas.openxmlformats.org/officeDocument/2006/relationships/slideLayout"/></Relationships>
</file>

<file path=ppt/slides/_rels/slide7.xml.rels><?xml version="1.0" encoding="UTF-8" standalone="yes"?><Relationships xmlns="http://schemas.openxmlformats.org/package/2006/relationships"><Relationship Id="R176d6237f1ae4fa0" Target="../slideLayouts/slideLayout3.xml" Type="http://schemas.openxmlformats.org/officeDocument/2006/relationships/slideLayout"/></Relationships>
</file>

<file path=ppt/slides/_rels/slide8.xml.rels><?xml version="1.0" encoding="UTF-8" standalone="yes"?><Relationships xmlns="http://schemas.openxmlformats.org/package/2006/relationships"><Relationship Id="R43bd26ae11b0478a" Target="../slideLayouts/slideLayout4.xml" Type="http://schemas.openxmlformats.org/officeDocument/2006/relationships/slideLayout"/></Relationships>
</file>

<file path=ppt/slides/_rels/slide9.xml.rels><?xml version="1.0" encoding="UTF-8" standalone="yes"?><Relationships xmlns="http://schemas.openxmlformats.org/package/2006/relationships"><Relationship Id="R50d49b1d3494496b" Target="../slideLayouts/slideLayout5.xml" Type="http://schemas.openxmlformats.org/officeDocument/2006/relationships/slideLayout"/></Relationships>
</file>

<file path=ppt/slides/_rels/slide10.xml.rels><?xml version="1.0" encoding="UTF-8" standalone="yes"?><Relationships xmlns="http://schemas.openxmlformats.org/package/2006/relationships"><Relationship Id="R50257f2e597d4b7b" Target="../slideLayouts/slideLayout5.xml" Type="http://schemas.openxmlformats.org/officeDocument/2006/relationships/slideLayout"/></Relationships>
</file>

<file path=ppt/slides/_rels/slide11.xml.rels><?xml version="1.0" encoding="UTF-8" standalone="yes"?><Relationships xmlns="http://schemas.openxmlformats.org/package/2006/relationships"><Relationship Id="Rc3ff33090d164bdb" Target="../slideLayouts/slideLayout4.xml" Type="http://schemas.openxmlformats.org/officeDocument/2006/relationships/slideLayout"/></Relationships>
</file>

<file path=ppt/slides/_rels/slide12.xml.rels><?xml version="1.0" encoding="UTF-8" standalone="yes"?><Relationships xmlns="http://schemas.openxmlformats.org/package/2006/relationships"><Relationship Id="R9c0e498a3e0c4da0" Target="../slideLayouts/slideLayout5.xml" Type="http://schemas.openxmlformats.org/officeDocument/2006/relationships/slideLayout"/><Relationship Id="rId1" Target="../tags/tag12.xml" Type="http://schemas.openxmlformats.org/officeDocument/2006/relationships/tags"/></Relationships>
</file>

<file path=ppt/slides/_rels/slide13.xml.rels><?xml version="1.0" encoding="UTF-8" standalone="yes"?><Relationships xmlns="http://schemas.openxmlformats.org/package/2006/relationships"><Relationship Id="R3f98f93e9a7b468d" Target="../slideLayouts/slideLayout5.xml" Type="http://schemas.openxmlformats.org/officeDocument/2006/relationships/slideLayout"/></Relationships>
</file>

<file path=ppt/slides/_rels/slide14.xml.rels><?xml version="1.0" encoding="UTF-8" standalone="yes"?><Relationships xmlns="http://schemas.openxmlformats.org/package/2006/relationships"><Relationship Id="R276a5749593640d1" Target="../slideLayouts/slideLayout4.xml" Type="http://schemas.openxmlformats.org/officeDocument/2006/relationships/slideLayout"/></Relationships>
</file>

<file path=ppt/slides/_rels/slide15.xml.rels><?xml version="1.0" encoding="UTF-8" standalone="yes"?><Relationships xmlns="http://schemas.openxmlformats.org/package/2006/relationships"><Relationship Id="R3fb5faa11b694495" Target="../slideLayouts/slideLayout5.xml" Type="http://schemas.openxmlformats.org/officeDocument/2006/relationships/slideLayout"/></Relationships>
</file>

<file path=ppt/slides/_rels/slide16.xml.rels><?xml version="1.0" encoding="UTF-8" standalone="yes"?><Relationships xmlns="http://schemas.openxmlformats.org/package/2006/relationships"><Relationship Id="R091f3923a171479e" Target="../slideLayouts/slideLayout5.xml" Type="http://schemas.openxmlformats.org/officeDocument/2006/relationships/slideLayout"/></Relationships>
</file>

<file path=ppt/slides/_rels/slide17.xml.rels><?xml version="1.0" encoding="UTF-8" standalone="yes"?><Relationships xmlns="http://schemas.openxmlformats.org/package/2006/relationships"><Relationship Id="R74d2abf9207942d4" Target="../slideLayouts/slideLayout5.xml" Type="http://schemas.openxmlformats.org/officeDocument/2006/relationships/slideLayout"/></Relationships>
</file>

<file path=ppt/slides/_rels/slide18.xml.rels><?xml version="1.0" encoding="UTF-8" standalone="yes"?><Relationships xmlns="http://schemas.openxmlformats.org/package/2006/relationships"><Relationship Id="Re2c220b0fca74e10" Target="../slideLayouts/slideLayout4.xml" Type="http://schemas.openxmlformats.org/officeDocument/2006/relationships/slideLayout"/></Relationships>
</file>

<file path=ppt/slides/_rels/slide19.xml.rels><?xml version="1.0" encoding="UTF-8" standalone="yes"?><Relationships xmlns="http://schemas.openxmlformats.org/package/2006/relationships"><Relationship Id="Rc681ab273b7b4bd5" Target="../slideLayouts/slideLayout5.xml" Type="http://schemas.openxmlformats.org/officeDocument/2006/relationships/slideLayout"/></Relationships>
</file>

<file path=ppt/slides/_rels/slide20.xml.rels><?xml version="1.0" encoding="UTF-8" standalone="yes"?><Relationships xmlns="http://schemas.openxmlformats.org/package/2006/relationships"><Relationship Id="R799a9e5864ce4893" Target="../slideLayouts/slideLayout5.xml" Type="http://schemas.openxmlformats.org/officeDocument/2006/relationships/slideLayout"/></Relationships>
</file>

<file path=ppt/slides/_rels/slide21.xml.rels><?xml version="1.0" encoding="UTF-8" standalone="yes"?><Relationships xmlns="http://schemas.openxmlformats.org/package/2006/relationships"><Relationship Id="R0e156316ebc14dab" Target="../slideLayouts/slideLayout5.xml" Type="http://schemas.openxmlformats.org/officeDocument/2006/relationships/slideLayout"/></Relationships>
</file>

<file path=ppt/slides/_rels/slide22.xml.rels><?xml version="1.0" encoding="UTF-8" standalone="yes"?><Relationships xmlns="http://schemas.openxmlformats.org/package/2006/relationships"><Relationship Id="R6610229fea58458c" Target="../slideLayouts/slideLayout5.xml" Type="http://schemas.openxmlformats.org/officeDocument/2006/relationships/slideLayout"/></Relationships>
</file>

<file path=ppt/slides/_rels/slide23.xml.rels><?xml version="1.0" encoding="UTF-8" standalone="yes"?><Relationships xmlns="http://schemas.openxmlformats.org/package/2006/relationships"><Relationship Id="Rd0daf99ceff94053" Target="../slideLayouts/slideLayout5.xml" Type="http://schemas.openxmlformats.org/officeDocument/2006/relationships/slideLayout"/></Relationships>
</file>

<file path=ppt/slides/_rels/slide24.xml.rels><?xml version="1.0" encoding="UTF-8" standalone="yes"?><Relationships xmlns="http://schemas.openxmlformats.org/package/2006/relationships"><Relationship Id="R85d05101a3ca4abe" Target="../slideLayouts/slideLayout4.xml" Type="http://schemas.openxmlformats.org/officeDocument/2006/relationships/slideLayout"/></Relationships>
</file>

<file path=ppt/slides/_rels/slide25.xml.rels><?xml version="1.0" encoding="UTF-8" standalone="yes"?><Relationships xmlns="http://schemas.openxmlformats.org/package/2006/relationships"><Relationship Id="R3d208657e8cd4f53" Target="../slideLayouts/slideLayout5.xml" Type="http://schemas.openxmlformats.org/officeDocument/2006/relationships/slideLayout"/></Relationships>
</file>

<file path=ppt/slides/_rels/slide26.xml.rels><?xml version="1.0" encoding="UTF-8" standalone="yes"?><Relationships xmlns="http://schemas.openxmlformats.org/package/2006/relationships"><Relationship Id="R07339ddb527247ec" Target="../slideLayouts/slideLayout5.xml" Type="http://schemas.openxmlformats.org/officeDocument/2006/relationships/slideLayout"/></Relationships>
</file>

<file path=ppt/slides/_rels/slide27.xml.rels><?xml version="1.0" encoding="UTF-8" standalone="yes"?><Relationships xmlns="http://schemas.openxmlformats.org/package/2006/relationships"><Relationship Id="R448bf7ad0226493c" Target="../slideLayouts/slideLayout4.xml" Type="http://schemas.openxmlformats.org/officeDocument/2006/relationships/slideLayout"/></Relationships>
</file>

<file path=ppt/slides/_rels/slide28.xml.rels><?xml version="1.0" encoding="UTF-8" standalone="yes"?><Relationships xmlns="http://schemas.openxmlformats.org/package/2006/relationships"><Relationship Id="R674ba94c2dd24298" Target="../slideLayouts/slideLayout5.xml" Type="http://schemas.openxmlformats.org/officeDocument/2006/relationships/slideLayout"/></Relationships>
</file>

<file path=ppt/slides/_rels/slide29.xml.rels><?xml version="1.0" encoding="UTF-8" standalone="yes"?><Relationships xmlns="http://schemas.openxmlformats.org/package/2006/relationships"><Relationship Id="Rc7aad8f10ec04bfe" Target="../slideLayouts/slideLayout5.xml" Type="http://schemas.openxmlformats.org/officeDocument/2006/relationships/slideLayout"/><Relationship Id="rId1" Target="../tags/tag5423.xml" Type="http://schemas.openxmlformats.org/officeDocument/2006/relationships/tags"/></Relationships>
</file>

<file path=ppt/slides/_rels/slide30.xml.rels><?xml version="1.0" encoding="UTF-8" standalone="yes"?><Relationships xmlns="http://schemas.openxmlformats.org/package/2006/relationships"><Relationship Id="Rfb417dcababc45fc" Target="../slideLayouts/slideLayout4.xml" Type="http://schemas.openxmlformats.org/officeDocument/2006/relationships/slideLayout"/></Relationships>
</file>

<file path=ppt/slides/_rels/slide31.xml.rels><?xml version="1.0" encoding="UTF-8" standalone="yes"?><Relationships xmlns="http://schemas.openxmlformats.org/package/2006/relationships"><Relationship Id="Rc294b250ba214ee7" Target="../slideLayouts/slideLayout5.xml" Type="http://schemas.openxmlformats.org/officeDocument/2006/relationships/slideLayout"/></Relationships>
</file>

<file path=ppt/slides/_rels/slide32.xml.rels><?xml version="1.0" encoding="UTF-8" standalone="yes"?><Relationships xmlns="http://schemas.openxmlformats.org/package/2006/relationships"><Relationship Id="R044c20ebd8c54b7e" Target="../slideLayouts/slideLayout5.xml" Type="http://schemas.openxmlformats.org/officeDocument/2006/relationships/slideLayout"/></Relationships>
</file>

<file path=ppt/slides/_rels/slide33.xml.rels><?xml version="1.0" encoding="UTF-8" standalone="yes"?><Relationships xmlns="http://schemas.openxmlformats.org/package/2006/relationships"><Relationship Id="R12d0b04662bf41d9" Target="../slideLayouts/slideLayout4.xml" Type="http://schemas.openxmlformats.org/officeDocument/2006/relationships/slideLayout"/></Relationships>
</file>

<file path=ppt/slides/_rels/slide34.xml.rels><?xml version="1.0" encoding="UTF-8" standalone="yes"?><Relationships xmlns="http://schemas.openxmlformats.org/package/2006/relationships"><Relationship Id="Rc74ef9cbe7bc4b5c" Target="../slideLayouts/slideLayout5.xml" Type="http://schemas.openxmlformats.org/officeDocument/2006/relationships/slideLayout"/></Relationships>
</file>

<file path=ppt/slides/_rels/slide35.xml.rels><?xml version="1.0" encoding="UTF-8" standalone="yes"?><Relationships xmlns="http://schemas.openxmlformats.org/package/2006/relationships"><Relationship Id="R4b1694238de144ff" Target="../slideLayouts/slideLayout4.xml" Type="http://schemas.openxmlformats.org/officeDocument/2006/relationships/slideLayout"/></Relationships>
</file>

<file path=ppt/slides/_rels/slide36.xml.rels><?xml version="1.0" encoding="UTF-8" standalone="yes"?><Relationships xmlns="http://schemas.openxmlformats.org/package/2006/relationships"><Relationship Id="R1a87be0a21ab471e" Target="../slideLayouts/slideLayout5.xml" Type="http://schemas.openxmlformats.org/officeDocument/2006/relationships/slideLayout"/><Relationship Id="rId1" Target="../tags/tag4424.xml" Type="http://schemas.openxmlformats.org/officeDocument/2006/relationships/tags"/></Relationships>
</file>

<file path=ppt/slides/_rels/slide37.xml.rels><?xml version="1.0" encoding="UTF-8" standalone="yes"?><Relationships xmlns="http://schemas.openxmlformats.org/package/2006/relationships"><Relationship Id="R711fa8018f4e40ce" Target="../slideLayouts/slideLayout5.xml" Type="http://schemas.openxmlformats.org/officeDocument/2006/relationships/slideLayout"/></Relationships>
</file>

<file path=ppt/slides/_rels/slide38.xml.rels><?xml version="1.0" encoding="UTF-8" standalone="yes"?><Relationships xmlns="http://schemas.openxmlformats.org/package/2006/relationships"><Relationship Id="Rc2634e14c3d746d2" Target="../slideLayouts/slideLayout4.xml" Type="http://schemas.openxmlformats.org/officeDocument/2006/relationships/slideLayout"/></Relationships>
</file>

<file path=ppt/slides/_rels/slide39.xml.rels><?xml version="1.0" encoding="UTF-8" standalone="yes"?><Relationships xmlns="http://schemas.openxmlformats.org/package/2006/relationships"><Relationship Id="R0ffcba000b744a08" Target="../slideLayouts/slideLayout5.xml" Type="http://schemas.openxmlformats.org/officeDocument/2006/relationships/slideLayout"/></Relationships>
</file>

<file path=ppt/slides/_rels/slide40.xml.rels><?xml version="1.0" encoding="UTF-8" standalone="yes"?><Relationships xmlns="http://schemas.openxmlformats.org/package/2006/relationships"><Relationship Id="R1d699895ec8a4d53" Target="../slideLayouts/slideLayout5.xml" Type="http://schemas.openxmlformats.org/officeDocument/2006/relationships/slideLayout"/></Relationships>
</file>

<file path=ppt/slides/_rels/slide41.xml.rels><?xml version="1.0" encoding="UTF-8" standalone="yes"?><Relationships xmlns="http://schemas.openxmlformats.org/package/2006/relationships"><Relationship Id="R7d2f61b2de304bb5" Target="../slideLayouts/slideLayout4.xml" Type="http://schemas.openxmlformats.org/officeDocument/2006/relationships/slideLayout"/></Relationships>
</file>

<file path=ppt/slides/_rels/slide42.xml.rels><?xml version="1.0" encoding="UTF-8" standalone="yes"?><Relationships xmlns="http://schemas.openxmlformats.org/package/2006/relationships"><Relationship Id="R4d54f2451b6d4504" Target="../slideLayouts/slideLayout5.xml" Type="http://schemas.openxmlformats.org/officeDocument/2006/relationships/slideLayout"/></Relationships>
</file>

<file path=ppt/slides/_rels/slide43.xml.rels><?xml version="1.0" encoding="UTF-8" standalone="yes"?><Relationships xmlns="http://schemas.openxmlformats.org/package/2006/relationships"><Relationship Id="Ra40c8f9c21334c5a" Target="../slideLayouts/slideLayout5.xml" Type="http://schemas.openxmlformats.org/officeDocument/2006/relationships/slideLayout"/></Relationships>
</file>

<file path=ppt/slides/_rels/slide44.xml.rels><?xml version="1.0" encoding="UTF-8" standalone="yes"?><Relationships xmlns="http://schemas.openxmlformats.org/package/2006/relationships"><Relationship Id="R175dde1aa3464b92" Target="../slideLayouts/slideLayout4.xml" Type="http://schemas.openxmlformats.org/officeDocument/2006/relationships/slideLayout"/></Relationships>
</file>

<file path=ppt/slides/_rels/slide45.xml.rels><?xml version="1.0" encoding="UTF-8" standalone="yes"?><Relationships xmlns="http://schemas.openxmlformats.org/package/2006/relationships"><Relationship Id="R7d3bf723a51649e0" Target="../slideLayouts/slideLayout5.xml" Type="http://schemas.openxmlformats.org/officeDocument/2006/relationships/slideLayout"/></Relationships>
</file>

<file path=ppt/slides/_rels/slide46.xml.rels><?xml version="1.0" encoding="UTF-8" standalone="yes"?><Relationships xmlns="http://schemas.openxmlformats.org/package/2006/relationships"><Relationship Id="R78149b5f85db4646" Target="../slideLayouts/slideLayout5.xml" Type="http://schemas.openxmlformats.org/officeDocument/2006/relationships/slideLayout"/></Relationships>
</file>

<file path=ppt/slides/_rels/slide47.xml.rels><?xml version="1.0" encoding="UTF-8" standalone="yes"?><Relationships xmlns="http://schemas.openxmlformats.org/package/2006/relationships"><Relationship Id="R3031ec5442d0462e" Target="../slideLayouts/slideLayout5.xml" Type="http://schemas.openxmlformats.org/officeDocument/2006/relationships/slideLayout"/></Relationships>
</file>

<file path=ppt/slides/_rels/slide48.xml.rels><?xml version="1.0" encoding="UTF-8" standalone="yes"?><Relationships xmlns="http://schemas.openxmlformats.org/package/2006/relationships"><Relationship Id="R127a2fa7046a4c89" Target="../slideLayouts/slideLayout4.xml" Type="http://schemas.openxmlformats.org/officeDocument/2006/relationships/slideLayout"/></Relationships>
</file>

<file path=ppt/slides/_rels/slide49.xml.rels><?xml version="1.0" encoding="UTF-8" standalone="yes"?><Relationships xmlns="http://schemas.openxmlformats.org/package/2006/relationships"><Relationship Id="R86f2ef58582041d6" Target="../slideLayouts/slideLayout5.xml" Type="http://schemas.openxmlformats.org/officeDocument/2006/relationships/slideLayout"/></Relationships>
</file>

<file path=ppt/slides/_rels/slide50.xml.rels><?xml version="1.0" encoding="UTF-8" standalone="yes"?><Relationships xmlns="http://schemas.openxmlformats.org/package/2006/relationships"><Relationship Id="R31e632ebe8394695" Target="../slideLayouts/slideLayout5.xml" Type="http://schemas.openxmlformats.org/officeDocument/2006/relationships/slideLayout"/><Relationship Id="rId3" Target="../media/image4.png" Type="http://schemas.openxmlformats.org/officeDocument/2006/relationships/image"/><Relationship Id="rId4" Target="../media/pic-8390e547fc8143199a09e67f0e8c955f.png" Type="http://schemas.openxmlformats.org/officeDocument/2006/relationships/image"/></Relationships>
</file>

<file path=ppt/slides/_rels/slide51.xml.rels><?xml version="1.0" encoding="UTF-8" standalone="yes"?><Relationships xmlns="http://schemas.openxmlformats.org/package/2006/relationships"><Relationship Id="Ra944dadd2cd84db6" Target="../slideLayouts/slideLayout4.xml" Type="http://schemas.openxmlformats.org/officeDocument/2006/relationships/slideLayout"/></Relationships>
</file>

<file path=ppt/slides/_rels/slide52.xml.rels><?xml version="1.0" encoding="UTF-8" standalone="yes"?><Relationships xmlns="http://schemas.openxmlformats.org/package/2006/relationships"><Relationship Id="Rb1395a00164245e1" Target="../slideLayouts/slideLayout5.xml" Type="http://schemas.openxmlformats.org/officeDocument/2006/relationships/slideLayout"/></Relationships>
</file>

<file path=ppt/slides/_rels/slide53.xml.rels><?xml version="1.0" encoding="UTF-8" standalone="yes"?><Relationships xmlns="http://schemas.openxmlformats.org/package/2006/relationships"><Relationship Id="R2c4251035fee4983" Target="../slideLayouts/slideLayout5.xml" Type="http://schemas.openxmlformats.org/officeDocument/2006/relationships/slideLayout"/></Relationships>
</file>

<file path=ppt/slides/_rels/slide54.xml.rels><?xml version="1.0" encoding="UTF-8" standalone="yes"?><Relationships xmlns="http://schemas.openxmlformats.org/package/2006/relationships"><Relationship Id="R7b0c1a22f9b84465" Target="../slideLayouts/slideLayout4.xml" Type="http://schemas.openxmlformats.org/officeDocument/2006/relationships/slideLayout"/></Relationships>
</file>

<file path=ppt/slides/_rels/slide55.xml.rels><?xml version="1.0" encoding="UTF-8" standalone="yes"?><Relationships xmlns="http://schemas.openxmlformats.org/package/2006/relationships"><Relationship Id="Rcba9da5bc42e4a1c" Target="../slideLayouts/slideLayout5.xml" Type="http://schemas.openxmlformats.org/officeDocument/2006/relationships/slideLayout"/></Relationships>
</file>

<file path=ppt/slides/_rels/slide56.xml.rels><?xml version="1.0" encoding="UTF-8" standalone="yes"?><Relationships xmlns="http://schemas.openxmlformats.org/package/2006/relationships"><Relationship Id="Rc958075fe66e4967" Target="../slideLayouts/slideLayout4.xml" Type="http://schemas.openxmlformats.org/officeDocument/2006/relationships/slideLayout"/></Relationships>
</file>

<file path=ppt/slides/_rels/slide57.xml.rels><?xml version="1.0" encoding="UTF-8" standalone="yes"?><Relationships xmlns="http://schemas.openxmlformats.org/package/2006/relationships"><Relationship Id="R5a3d4607591d46f2" Target="../slideLayouts/slideLayout5.xml" Type="http://schemas.openxmlformats.org/officeDocument/2006/relationships/slideLayout"/><Relationship Id="rId1" Target="../tags/tag15.xml" Type="http://schemas.openxmlformats.org/officeDocument/2006/relationships/tags"/></Relationships>
</file>

<file path=ppt/slides/_rels/slide58.xml.rels><?xml version="1.0" encoding="UTF-8" standalone="yes"?><Relationships xmlns="http://schemas.openxmlformats.org/package/2006/relationships"><Relationship Id="Rc0a090819b6f4ad7" Target="../slideLayouts/slideLayout5.xml" Type="http://schemas.openxmlformats.org/officeDocument/2006/relationships/slideLayout"/></Relationships>
</file>

<file path=ppt/slides/_rels/slide59.xml.rels><?xml version="1.0" encoding="UTF-8" standalone="yes"?><Relationships xmlns="http://schemas.openxmlformats.org/package/2006/relationships"><Relationship Id="Rdebe7dfb5573447b" Target="../slideLayouts/slideLayout4.xml" Type="http://schemas.openxmlformats.org/officeDocument/2006/relationships/slideLayout"/></Relationships>
</file>

<file path=ppt/slides/_rels/slide60.xml.rels><?xml version="1.0" encoding="UTF-8" standalone="yes"?><Relationships xmlns="http://schemas.openxmlformats.org/package/2006/relationships"><Relationship Id="R1ff1b42e41754e11" Target="../slideLayouts/slideLayout5.xml" Type="http://schemas.openxmlformats.org/officeDocument/2006/relationships/slideLayout"/></Relationships>
</file>

<file path=ppt/slides/_rels/slide61.xml.rels><?xml version="1.0" encoding="UTF-8" standalone="yes"?><Relationships xmlns="http://schemas.openxmlformats.org/package/2006/relationships"><Relationship Id="R5d98256849124b7d" Target="../slideLayouts/slideLayout7.xml" Type="http://schemas.openxmlformats.org/officeDocument/2006/relationships/slideLayout"/></Relationships>
</file>

<file path=ppt/slides/slide6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6fb02749-f115-4701-9221-88fecf6b23fd" id="5" name=""/>
          <p:cNvSpPr>
            <a:spLocks noGrp="1"/>
          </p:cNvSpPr>
          <p:nvPr>
            <p:ph hasCustomPrompt="1" type="ctrTitle"/>
          </p:nvPr>
        </p:nvSpPr>
        <p:spPr/>
        <p:txBody>
          <a:bodyPr/>
          <a:lstStyle/>
          <a:p>
            <a:pPr algn="ctr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5400">
                <a:solidFill>
                  <a:srgbClr val="2F2F2F"/>
                </a:solidFill>
                <a:ea typeface="微软雅黑"/>
              </a:rPr>
              <a:t>舔脚行为的卫生安全指南</a:t>
            </a:r>
          </a:p>
        </p:txBody>
      </p:sp>
      <p:sp>
        <p:nvSpPr>
          <p:cNvPr descr="09886e5a-f877-48dc-9d9e-2eba43831529" id="9" name=""/>
          <p:cNvSpPr>
            <a:spLocks noGrp="1"/>
          </p:cNvSpPr>
          <p:nvPr>
            <p:ph hasCustomPrompt="1" idx="1" sz="quarter" type="subTitle"/>
          </p:nvPr>
        </p:nvSpPr>
        <p:spPr/>
        <p:txBody>
          <a:bodyPr/>
          <a:lstStyle/>
          <a:p>
            <a:pPr algn="ctr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2000">
                <a:solidFill>
                  <a:srgbClr val="FFFFFF"/>
                </a:solidFill>
                <a:ea typeface="微软雅黑"/>
              </a:rPr>
              <a:t>探索健康、愉悦的亲密互动方式</a:t>
            </a:r>
          </a:p>
        </p:txBody>
      </p:sp>
      <p:sp>
        <p:nvSpPr>
          <p:cNvPr descr="7cd2b6d5-55b2-474a-89a1-f62d755f954f" id="4" name=""/>
          <p:cNvSpPr>
            <a:spLocks noGrp="1"/>
          </p:cNvSpPr>
          <p:nvPr>
            <p:ph hasCustomPrompt="1" idx="13" sz="quarter" type="body"/>
          </p:nvPr>
        </p:nvSpPr>
        <p:spPr/>
        <p:txBody>
          <a:bodyPr/>
          <a:lstStyle/>
          <a:p>
            <a:pPr algn="ctr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200">
                <a:solidFill>
                  <a:srgbClr val="2F2F2F"/>
                </a:solidFill>
                <a:ea typeface="微软雅黑"/>
              </a:rPr>
              <a:t>报告人名称</a:t>
            </a:r>
          </a:p>
        </p:txBody>
      </p:sp>
      <p:sp>
        <p:nvSpPr>
          <p:cNvPr descr="66546921-7a43-41aa-8c73-4e21f443b06e" id="7" name=""/>
          <p:cNvSpPr>
            <a:spLocks noGrp="1"/>
          </p:cNvSpPr>
          <p:nvPr>
            <p:ph hasCustomPrompt="1" idx="14" sz="quarter" type="body"/>
          </p:nvPr>
        </p:nvSpPr>
        <p:spPr/>
        <p:txBody>
          <a:bodyPr/>
          <a:lstStyle/>
          <a:p>
            <a:pPr algn="ctr">
              <a:lnSpc>
                <a:spcPct val="100000"/>
              </a:lnSpc>
              <a:spcBef>
                <a:spcPts val="1000"/>
              </a:spcBef>
            </a:pPr>
            <a:r>
              <a:rPr lang="en-US">
                <a:latin typeface="微软雅黑"/>
              </a:rPr>
              <a:t>20xx.xx.xx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49c8260d-609f-43a8-90c3-655d3c57111c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FFFFFF"/>
                </a:solidFill>
                <a:ea typeface="微软雅黑"/>
              </a:rPr>
              <a:t>目录</a:t>
            </a:r>
          </a:p>
        </p:txBody>
      </p:sp>
      <p:sp>
        <p:nvSpPr>
          <p:cNvPr descr="5abdeb88-fe41-4ad1-b59d-6620d1c14dd9" id="3" name=""/>
          <p:cNvSpPr>
            <a:spLocks noGrp="1"/>
          </p:cNvSpPr>
          <p:nvPr>
            <p:ph hasCustomPrompt="1" idx="1" sz="quarter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舔脚行为概述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风险概述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舔脚前的足部处理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舔脚行为建议步骤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舔后处理建议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结构性足部异常处理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心理层面的沟通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结语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心理与文化认知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常见误区与正确做法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场景与道具推荐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舔脚与性关系边界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生理反应与神经反馈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latin typeface="微软雅黑"/>
              </a:rPr>
              <a:t>“服从 - 主导”互动动态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公共卫生伦理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特殊人群建议</a:t>
            </a:r>
          </a:p>
          <a:p>
            <a:pPr algn="l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800">
                <a:solidFill>
                  <a:srgbClr val="2F2F2F"/>
                </a:solidFill>
                <a:ea typeface="微软雅黑"/>
              </a:rPr>
              <a:t>情绪照护与收尾仪式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舔脚行为概述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了解舔脚行为的常见性与制定指南的必要性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行为常见性</a:t>
            </a:r>
          </a:p>
        </p:txBody>
      </p:sp>
      <p:grpSp>
        <p:nvGrpSpPr>
          <p:cNvPr descr="a636cb82-e71d-45ab-ae33-259c3497a9aa" id="44" name="fa3bf0f1-6cae-4b60-ab76-08a930848e12.source.4.zh-Hans.pptx">
            <a:extLst>
              <a:ext uri="{FF2B5EF4-FFF2-40B4-BE49-F238E27FC236}">
                <a16:creationId id="{ABA16504-E5A9-CAD0-0143-0C736F9ADA05}"/>
              </a:ext>
            </a:extLst>
          </p:cNvPr>
          <p:cNvGrpSpPr/>
          <p:nvPr/>
        </p:nvGrpSpPr>
        <p:grpSpPr>
          <a:xfrm>
            <a:off x="1722234" y="1164213"/>
            <a:ext cx="8733302" cy="4572106"/>
            <a:chOff x="1722234" y="1164213"/>
            <a:chExt cx="8733302" cy="4572106"/>
          </a:xfrm>
        </p:grpSpPr>
        <p:sp>
          <p:nvSpPr>
            <p:cNvPr descr="30c68885-9dd0-484f-9219-38fa31c4086a" id="32" name="Title">
              <a:extLst>
                <a:ext uri="{FF2B5EF4-FFF2-40B4-BE49-F238E27FC236}">
                  <a16:creationId id="{D6C10587-F830-ED74-3242-FC009AA367CD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1722234" y="1164213"/>
              <a:ext cx="8624444" cy="60694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舔脚在不同圈层中的存在情况</a:t>
              </a:r>
            </a:p>
          </p:txBody>
        </p:sp>
        <p:grpSp>
          <p:nvGrpSpPr>
            <p:cNvPr descr="b7607337-42fe-4e44-93a3-235e2769777a" id="38" name="组合 37">
              <a:extLst>
                <a:ext uri="{FF2B5EF4-FFF2-40B4-BE49-F238E27FC236}">
                  <a16:creationId id="{5DA21D4E-62F0-14E4-4827-1B49C40A04C7}"/>
                </a:ext>
              </a:extLst>
            </p:cNvPr>
            <p:cNvGrpSpPr/>
            <p:nvPr/>
          </p:nvGrpSpPr>
          <p:grpSpPr>
            <a:xfrm>
              <a:off x="1723763" y="1839435"/>
              <a:ext cx="8731773" cy="3896884"/>
              <a:chOff x="2043099" y="1796903"/>
              <a:chExt cx="8093102" cy="3611853"/>
            </a:xfrm>
          </p:grpSpPr>
          <p:grpSp>
            <p:nvGrpSpPr>
              <p:cNvPr descr="4e73b982-f194-4ab9-b889-2af10d016764" id="29" name="组合 28">
                <a:extLst>
                  <a:ext uri="{FF2B5EF4-FFF2-40B4-BE49-F238E27FC236}">
                    <a16:creationId id="{B50DE0D0-5996-CB04-5E6C-4A293F0D0D86}"/>
                  </a:ext>
                </a:extLst>
              </p:cNvPr>
              <p:cNvGrpSpPr/>
              <p:nvPr/>
            </p:nvGrpSpPr>
            <p:grpSpPr>
              <a:xfrm>
                <a:off x="3507571" y="1796903"/>
                <a:ext cx="2994561" cy="1658670"/>
                <a:chOff x="4334653" y="1905725"/>
                <a:chExt cx="3174714" cy="2019962"/>
              </a:xfrm>
            </p:grpSpPr>
            <p:grpSp>
              <p:nvGrpSpPr>
                <p:cNvPr descr="47376426-1f6e-4ecf-9332-f5a718a0d91b" id="12" name="组合 11">
                  <a:extLst>
                    <a:ext uri="{FF2B5EF4-FFF2-40B4-BE49-F238E27FC236}">
                      <a16:creationId id="{B9F70499-3FC8-8C49-8102-D863E50522AC}"/>
                    </a:ext>
                  </a:extLst>
                </p:cNvPr>
                <p:cNvGrpSpPr/>
                <p:nvPr/>
              </p:nvGrpSpPr>
              <p:grpSpPr>
                <a:xfrm>
                  <a:off x="4334653" y="1905725"/>
                  <a:ext cx="3174714" cy="2019962"/>
                  <a:chOff x="4307542" y="1784686"/>
                  <a:chExt cx="3174714" cy="2019962"/>
                </a:xfrm>
              </p:grpSpPr>
              <p:sp>
                <p:nvSpPr>
                  <p:cNvPr descr="bd45370f-04d1-4e13-8703-4b6f7687c5af" id="9" name="ComponentBackground1">
                    <a:extLst>
                      <a:ext uri="{FF2B5EF4-FFF2-40B4-BE49-F238E27FC236}">
                        <a16:creationId id="{23E57A8E-FEB1-D026-0696-63B0C69FF08C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4377106" y="1827092"/>
                    <a:ext cx="3105150" cy="1977556"/>
                  </a:xfrm>
                  <a:custGeom>
                    <a:avLst/>
                    <a:gdLst>
                      <a:gd fmla="*/ 4114800 w 4114800" name="connsiteX0"/>
                      <a:gd fmla="*/ 1174052 h 2620565" name="connsiteY0"/>
                      <a:gd fmla="*/ 2057400 w 4114800" name="connsiteX1"/>
                      <a:gd fmla="*/ 0 h 2620565" name="connsiteY1"/>
                      <a:gd fmla="*/ 0 w 4114800" name="connsiteX2"/>
                      <a:gd fmla="*/ 1174052 h 2620565" name="connsiteY2"/>
                      <a:gd fmla="*/ 2057400 w 4114800" name="connsiteX3"/>
                      <a:gd fmla="*/ 2348103 h 2620565" name="connsiteY3"/>
                      <a:gd fmla="*/ 2240661 w 4114800" name="connsiteX4"/>
                      <a:gd fmla="*/ 2343436 h 2620565" name="connsiteY4"/>
                      <a:gd fmla="*/ 2240661 w 4114800" name="connsiteX5"/>
                      <a:gd fmla="*/ 2343436 h 2620565" name="connsiteY5"/>
                      <a:gd fmla="*/ 2242280 w 4114800" name="connsiteX6"/>
                      <a:gd fmla="*/ 2343436 h 2620565" name="connsiteY6"/>
                      <a:gd fmla="*/ 2266474 w 4114800" name="connsiteX7"/>
                      <a:gd fmla="*/ 2342007 h 2620565" name="connsiteY7"/>
                      <a:gd fmla="*/ 2475357 w 4114800" name="connsiteX8"/>
                      <a:gd fmla="*/ 2462308 h 2620565" name="connsiteY8"/>
                      <a:gd fmla="*/ 2474881 w 4114800" name="connsiteX9"/>
                      <a:gd fmla="*/ 2610803 h 2620565" name="connsiteY9"/>
                      <a:gd fmla="*/ 4101560 w 4114800" name="connsiteX10"/>
                      <a:gd fmla="*/ 1307783 h 2620565" name="connsiteY10"/>
                      <a:gd fmla="*/ 4101560 w 4114800" name="connsiteX11"/>
                      <a:gd fmla="*/ 1307783 h 2620565" name="connsiteY11"/>
                      <a:gd fmla="*/ 4114800 w 4114800" name="connsiteX12"/>
                      <a:gd fmla="*/ 1174052 h 2620565" name="connsiteY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b="b" l="l" r="r" t="t"/>
                    <a:pathLst>
                      <a:path h="2620565" w="4114800">
                        <a:moveTo>
                          <a:pt x="4114800" y="1174052"/>
                        </a:moveTo>
                        <a:cubicBezTo>
                          <a:pt x="4114800" y="525685"/>
                          <a:pt x="3193637" y="0"/>
                          <a:pt x="2057400" y="0"/>
                        </a:cubicBezTo>
                        <a:cubicBezTo>
                          <a:pt x="921163" y="0"/>
                          <a:pt x="0" y="525685"/>
                          <a:pt x="0" y="1174052"/>
                        </a:cubicBezTo>
                        <a:cubicBezTo>
                          <a:pt x="0" y="1822418"/>
                          <a:pt x="921163" y="2348103"/>
                          <a:pt x="2057400" y="2348103"/>
                        </a:cubicBezTo>
                        <a:cubicBezTo>
                          <a:pt x="2119122" y="2348103"/>
                          <a:pt x="2180273" y="2346484"/>
                          <a:pt x="2240661" y="2343436"/>
                        </a:cubicBezTo>
                        <a:lnTo>
                          <a:pt x="2240661" y="2343436"/>
                        </a:lnTo>
                        <a:cubicBezTo>
                          <a:pt x="2241233" y="2343436"/>
                          <a:pt x="2241709" y="2343436"/>
                          <a:pt x="2242280" y="2343436"/>
                        </a:cubicBezTo>
                        <a:cubicBezTo>
                          <a:pt x="2250377" y="2343055"/>
                          <a:pt x="2258473" y="2342483"/>
                          <a:pt x="2266474" y="2342007"/>
                        </a:cubicBezTo>
                        <a:cubicBezTo>
                          <a:pt x="2361057" y="2340388"/>
                          <a:pt x="2443639" y="2388584"/>
                          <a:pt x="2475357" y="2462308"/>
                        </a:cubicBezTo>
                        <a:cubicBezTo>
                          <a:pt x="2503551" y="2527840"/>
                          <a:pt x="2482120" y="2591753"/>
                          <a:pt x="2474881" y="2610803"/>
                        </a:cubicBezTo>
                        <a:cubicBezTo>
                          <a:pt x="2541937" y="2703957"/>
                          <a:pt x="4012502" y="2119979"/>
                          <a:pt x="4101560" y="1307783"/>
                        </a:cubicBezTo>
                        <a:cubicBezTo>
                          <a:pt x="4101560" y="1307783"/>
                          <a:pt x="4101560" y="1307783"/>
                          <a:pt x="4101560" y="1307783"/>
                        </a:cubicBezTo>
                        <a:cubicBezTo>
                          <a:pt x="4110323" y="1263872"/>
                          <a:pt x="4114800" y="1219295"/>
                          <a:pt x="4114800" y="117405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alpha val="15000"/>
                    </a:schemeClr>
                  </a:solidFill>
                  <a:ln cap="flat" w="0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411763f8-85c4-4065-a42f-6566558258fe" id="11" name="图形 7">
                    <a:extLst>
                      <a:ext uri="{FF2B5EF4-FFF2-40B4-BE49-F238E27FC236}">
                        <a16:creationId id="{32891884-1848-56B7-3D02-6ECEE1C23928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4307542" y="1784686"/>
                    <a:ext cx="3105150" cy="1977556"/>
                  </a:xfrm>
                  <a:custGeom>
                    <a:avLst/>
                    <a:gdLst>
                      <a:gd fmla="*/ 4114800 w 4114800" name="connsiteX0"/>
                      <a:gd fmla="*/ 1174052 h 2620565" name="connsiteY0"/>
                      <a:gd fmla="*/ 2057400 w 4114800" name="connsiteX1"/>
                      <a:gd fmla="*/ 0 h 2620565" name="connsiteY1"/>
                      <a:gd fmla="*/ 0 w 4114800" name="connsiteX2"/>
                      <a:gd fmla="*/ 1174052 h 2620565" name="connsiteY2"/>
                      <a:gd fmla="*/ 2057400 w 4114800" name="connsiteX3"/>
                      <a:gd fmla="*/ 2348103 h 2620565" name="connsiteY3"/>
                      <a:gd fmla="*/ 2240661 w 4114800" name="connsiteX4"/>
                      <a:gd fmla="*/ 2343436 h 2620565" name="connsiteY4"/>
                      <a:gd fmla="*/ 2240661 w 4114800" name="connsiteX5"/>
                      <a:gd fmla="*/ 2343436 h 2620565" name="connsiteY5"/>
                      <a:gd fmla="*/ 2242280 w 4114800" name="connsiteX6"/>
                      <a:gd fmla="*/ 2343436 h 2620565" name="connsiteY6"/>
                      <a:gd fmla="*/ 2266474 w 4114800" name="connsiteX7"/>
                      <a:gd fmla="*/ 2342007 h 2620565" name="connsiteY7"/>
                      <a:gd fmla="*/ 2475357 w 4114800" name="connsiteX8"/>
                      <a:gd fmla="*/ 2462308 h 2620565" name="connsiteY8"/>
                      <a:gd fmla="*/ 2474881 w 4114800" name="connsiteX9"/>
                      <a:gd fmla="*/ 2610803 h 2620565" name="connsiteY9"/>
                      <a:gd fmla="*/ 4101560 w 4114800" name="connsiteX10"/>
                      <a:gd fmla="*/ 1307783 h 2620565" name="connsiteY10"/>
                      <a:gd fmla="*/ 4101560 w 4114800" name="connsiteX11"/>
                      <a:gd fmla="*/ 1307783 h 2620565" name="connsiteY11"/>
                      <a:gd fmla="*/ 4114800 w 4114800" name="connsiteX12"/>
                      <a:gd fmla="*/ 1174052 h 2620565" name="connsiteY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b="b" l="l" r="r" t="t"/>
                    <a:pathLst>
                      <a:path h="2620565" w="4114800">
                        <a:moveTo>
                          <a:pt x="4114800" y="1174052"/>
                        </a:moveTo>
                        <a:cubicBezTo>
                          <a:pt x="4114800" y="525685"/>
                          <a:pt x="3193637" y="0"/>
                          <a:pt x="2057400" y="0"/>
                        </a:cubicBezTo>
                        <a:cubicBezTo>
                          <a:pt x="921163" y="0"/>
                          <a:pt x="0" y="525685"/>
                          <a:pt x="0" y="1174052"/>
                        </a:cubicBezTo>
                        <a:cubicBezTo>
                          <a:pt x="0" y="1822418"/>
                          <a:pt x="921163" y="2348103"/>
                          <a:pt x="2057400" y="2348103"/>
                        </a:cubicBezTo>
                        <a:cubicBezTo>
                          <a:pt x="2119122" y="2348103"/>
                          <a:pt x="2180273" y="2346484"/>
                          <a:pt x="2240661" y="2343436"/>
                        </a:cubicBezTo>
                        <a:lnTo>
                          <a:pt x="2240661" y="2343436"/>
                        </a:lnTo>
                        <a:cubicBezTo>
                          <a:pt x="2241233" y="2343436"/>
                          <a:pt x="2241709" y="2343436"/>
                          <a:pt x="2242280" y="2343436"/>
                        </a:cubicBezTo>
                        <a:cubicBezTo>
                          <a:pt x="2250377" y="2343055"/>
                          <a:pt x="2258473" y="2342483"/>
                          <a:pt x="2266474" y="2342007"/>
                        </a:cubicBezTo>
                        <a:cubicBezTo>
                          <a:pt x="2361057" y="2340388"/>
                          <a:pt x="2443639" y="2388584"/>
                          <a:pt x="2475357" y="2462308"/>
                        </a:cubicBezTo>
                        <a:cubicBezTo>
                          <a:pt x="2503551" y="2527840"/>
                          <a:pt x="2482120" y="2591753"/>
                          <a:pt x="2474881" y="2610803"/>
                        </a:cubicBezTo>
                        <a:cubicBezTo>
                          <a:pt x="2541937" y="2703957"/>
                          <a:pt x="4012502" y="2119979"/>
                          <a:pt x="4101560" y="1307783"/>
                        </a:cubicBezTo>
                        <a:cubicBezTo>
                          <a:pt x="4101560" y="1307783"/>
                          <a:pt x="4101560" y="1307783"/>
                          <a:pt x="4101560" y="1307783"/>
                        </a:cubicBezTo>
                        <a:cubicBezTo>
                          <a:pt x="4110323" y="1263872"/>
                          <a:pt x="4114800" y="1219295"/>
                          <a:pt x="4114800" y="1174052"/>
                        </a:cubicBezTo>
                        <a:close/>
                      </a:path>
                    </a:pathLst>
                  </a:custGeom>
                  <a:noFill/>
                  <a:ln cap="flat" w="12700">
                    <a:solidFill>
                      <a:schemeClr val="accent1"/>
                    </a:solidFill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</p:grpSp>
            <p:sp>
              <p:nvSpPr>
                <p:cNvPr descr="6d749608-095f-4b46-aa21-9a3735ce8e2e" id="23" name="Text1">
                  <a:extLst>
                    <a:ext uri="{FF2B5EF4-FFF2-40B4-BE49-F238E27FC236}">
                      <a16:creationId id="{D1678347-05CA-E13E-DFE8-B9D31A1C9B41}"/>
                    </a:ext>
                  </a:extLst>
                </p:cNvPr>
                <p:cNvSpPr txBox="1"/>
                <p:nvPr/>
              </p:nvSpPr>
              <p:spPr>
                <a:xfrm flipV="false" flipH="false">
                  <a:off x="4637395" y="2638488"/>
                  <a:ext cx="2677808" cy="921248"/>
                </a:xfrm>
                <a:prstGeom prst="rect">
                  <a:avLst/>
                </a:prstGeom>
                <a:noFill/>
              </p:spPr>
              <p:txBody>
                <a:bodyPr anchor="t" anchorCtr="0" rtlCol="0" wrap="square">
                  <a:normAutofit/>
                </a:bodyPr>
                <a:lstStyle>
                  <a:defPPr>
                    <a:defRPr lang="zh-CN"/>
                  </a:defPPr>
                  <a:lvl1pPr algn="ctr" defTabSz="914400" eaLnBrk="1" hangingPunct="1" latinLnBrk="0" marL="0" rtl="0">
                    <a:lnSpc>
                      <a:spcPct val="150000"/>
                    </a:lnSpc>
                    <a:defRPr kern="1200" sz="120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algn="l" defTabSz="914400" eaLnBrk="1" hangingPunct="1" latinLnBrk="0" marL="457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algn="l" defTabSz="914400" eaLnBrk="1" hangingPunct="1" latinLnBrk="0" marL="914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algn="l" defTabSz="914400" eaLnBrk="1" hangingPunct="1" latinLnBrk="0" marL="1371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algn="l" defTabSz="914400" eaLnBrk="1" hangingPunct="1" latinLnBrk="0" marL="18288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algn="l" defTabSz="914400" eaLnBrk="1" hangingPunct="1" latinLnBrk="0" marL="22860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algn="l" defTabSz="914400" eaLnBrk="1" hangingPunct="1" latinLnBrk="0" marL="2743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algn="l" defTabSz="914400" eaLnBrk="1" hangingPunct="1" latinLnBrk="0" marL="3200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algn="l" defTabSz="914400" eaLnBrk="1" hangingPunct="1" latinLnBrk="0" marL="3657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>
                    <a:lnSpc>
                      <a:spcPct val="120000"/>
                    </a:lnSpc>
                  </a:pPr>
                  <a:r>
                    <a:rPr lang="en-US" b="false" i="false" u="none" sz="1400">
                      <a:solidFill>
                        <a:srgbClr val="2F2F2F"/>
                      </a:solidFill>
                      <a:ea typeface="微软雅黑"/>
                    </a:rPr>
                    <a:t>在部分亲密关系中，舔脚行为作为一种特殊的情感表达方式。</a:t>
                  </a:r>
                </a:p>
              </p:txBody>
            </p:sp>
            <p:sp>
              <p:nvSpPr>
                <p:cNvPr descr="f9915b3c-48ce-4c4e-99c5-be17365320f9" id="24" name="Bullet1">
                  <a:extLst>
                    <a:ext uri="{FF2B5EF4-FFF2-40B4-BE49-F238E27FC236}">
                      <a16:creationId id="{C3563ACD-93D2-5593-2F03-25929690FF22}"/>
                    </a:ext>
                  </a:extLst>
                </p:cNvPr>
                <p:cNvSpPr txBox="1"/>
                <p:nvPr/>
              </p:nvSpPr>
              <p:spPr>
                <a:xfrm flipV="false" flipH="false">
                  <a:off x="4637395" y="2060323"/>
                  <a:ext cx="2677805" cy="578163"/>
                </a:xfrm>
                <a:prstGeom prst="rect">
                  <a:avLst/>
                </a:prstGeom>
                <a:noFill/>
              </p:spPr>
              <p:txBody>
                <a:bodyPr anchor="b" anchorCtr="0" rtlCol="0" wrap="square">
                  <a:normAutofit/>
                </a:bodyPr>
                <a:lstStyle>
                  <a:defPPr>
                    <a:defRPr lang="zh-CN"/>
                  </a:defPPr>
                  <a:lvl1pPr algn="ctr" defTabSz="914400" eaLnBrk="1" hangingPunct="1" latinLnBrk="0" marL="0" rtl="0">
                    <a:lnSpc>
                      <a:spcPct val="150000"/>
                    </a:lnSpc>
                    <a:defRPr kern="1200" sz="120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algn="l" defTabSz="914400" eaLnBrk="1" hangingPunct="1" latinLnBrk="0" marL="457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algn="l" defTabSz="914400" eaLnBrk="1" hangingPunct="1" latinLnBrk="0" marL="914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algn="l" defTabSz="914400" eaLnBrk="1" hangingPunct="1" latinLnBrk="0" marL="1371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algn="l" defTabSz="914400" eaLnBrk="1" hangingPunct="1" latinLnBrk="0" marL="18288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algn="l" defTabSz="914400" eaLnBrk="1" hangingPunct="1" latinLnBrk="0" marL="22860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algn="l" defTabSz="914400" eaLnBrk="1" hangingPunct="1" latinLnBrk="0" marL="2743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algn="l" defTabSz="914400" eaLnBrk="1" hangingPunct="1" latinLnBrk="0" marL="3200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algn="l" defTabSz="914400" eaLnBrk="1" hangingPunct="1" latinLnBrk="0" marL="3657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>
                    <a:lnSpc>
                      <a:spcPct val="100000"/>
                    </a:lnSpc>
                  </a:pPr>
                  <a:r>
                    <a:rPr lang="en-US" b="true" i="false" u="none" sz="2000">
                      <a:solidFill>
                        <a:srgbClr val="2F2F2F"/>
                      </a:solidFill>
                      <a:ea typeface="微软雅黑"/>
                    </a:rPr>
                    <a:t>两性互动</a:t>
                  </a:r>
                </a:p>
              </p:txBody>
            </p:sp>
          </p:grpSp>
          <p:grpSp>
            <p:nvGrpSpPr>
              <p:cNvPr descr="571c61e5-2e56-47c9-b38b-5bf12424ea4b" id="30" name="组合 29">
                <a:extLst>
                  <a:ext uri="{FF2B5EF4-FFF2-40B4-BE49-F238E27FC236}">
                    <a16:creationId id="{D49BEF6D-6565-7B6F-24A5-706F1A095607}"/>
                  </a:ext>
                </a:extLst>
              </p:cNvPr>
              <p:cNvGrpSpPr/>
              <p:nvPr/>
            </p:nvGrpSpPr>
            <p:grpSpPr>
              <a:xfrm>
                <a:off x="7141641" y="1957080"/>
                <a:ext cx="2994560" cy="1658670"/>
                <a:chOff x="6756543" y="3428998"/>
                <a:chExt cx="3174714" cy="2019962"/>
              </a:xfrm>
            </p:grpSpPr>
            <p:grpSp>
              <p:nvGrpSpPr>
                <p:cNvPr descr="b52a4670-2f93-4656-8d48-a5c7381841ff" id="13" name="组合 12">
                  <a:extLst>
                    <a:ext uri="{FF2B5EF4-FFF2-40B4-BE49-F238E27FC236}">
                      <a16:creationId id="{6F3B4120-F820-6E0D-157A-D177A8A44AF0}"/>
                    </a:ext>
                  </a:extLst>
                </p:cNvPr>
                <p:cNvGrpSpPr/>
                <p:nvPr/>
              </p:nvGrpSpPr>
              <p:grpSpPr>
                <a:xfrm>
                  <a:off x="6756543" y="3428998"/>
                  <a:ext cx="3174714" cy="2019962"/>
                  <a:chOff x="4307542" y="1784686"/>
                  <a:chExt cx="3174714" cy="2019962"/>
                </a:xfrm>
              </p:grpSpPr>
              <p:sp>
                <p:nvSpPr>
                  <p:cNvPr descr="bf79caaa-39e6-456a-bd04-f623cffc8223" id="14" name="ComponentBackground2">
                    <a:extLst>
                      <a:ext uri="{FF2B5EF4-FFF2-40B4-BE49-F238E27FC236}">
                        <a16:creationId id="{3E423D4A-A975-6F4D-D2FE-95D85A802B87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4377106" y="1827092"/>
                    <a:ext cx="3105150" cy="1977556"/>
                  </a:xfrm>
                  <a:custGeom>
                    <a:avLst/>
                    <a:gdLst>
                      <a:gd fmla="*/ 4114800 w 4114800" name="connsiteX0"/>
                      <a:gd fmla="*/ 1174052 h 2620565" name="connsiteY0"/>
                      <a:gd fmla="*/ 2057400 w 4114800" name="connsiteX1"/>
                      <a:gd fmla="*/ 0 h 2620565" name="connsiteY1"/>
                      <a:gd fmla="*/ 0 w 4114800" name="connsiteX2"/>
                      <a:gd fmla="*/ 1174052 h 2620565" name="connsiteY2"/>
                      <a:gd fmla="*/ 2057400 w 4114800" name="connsiteX3"/>
                      <a:gd fmla="*/ 2348103 h 2620565" name="connsiteY3"/>
                      <a:gd fmla="*/ 2240661 w 4114800" name="connsiteX4"/>
                      <a:gd fmla="*/ 2343436 h 2620565" name="connsiteY4"/>
                      <a:gd fmla="*/ 2240661 w 4114800" name="connsiteX5"/>
                      <a:gd fmla="*/ 2343436 h 2620565" name="connsiteY5"/>
                      <a:gd fmla="*/ 2242280 w 4114800" name="connsiteX6"/>
                      <a:gd fmla="*/ 2343436 h 2620565" name="connsiteY6"/>
                      <a:gd fmla="*/ 2266474 w 4114800" name="connsiteX7"/>
                      <a:gd fmla="*/ 2342007 h 2620565" name="connsiteY7"/>
                      <a:gd fmla="*/ 2475357 w 4114800" name="connsiteX8"/>
                      <a:gd fmla="*/ 2462308 h 2620565" name="connsiteY8"/>
                      <a:gd fmla="*/ 2474881 w 4114800" name="connsiteX9"/>
                      <a:gd fmla="*/ 2610803 h 2620565" name="connsiteY9"/>
                      <a:gd fmla="*/ 4101560 w 4114800" name="connsiteX10"/>
                      <a:gd fmla="*/ 1307783 h 2620565" name="connsiteY10"/>
                      <a:gd fmla="*/ 4101560 w 4114800" name="connsiteX11"/>
                      <a:gd fmla="*/ 1307783 h 2620565" name="connsiteY11"/>
                      <a:gd fmla="*/ 4114800 w 4114800" name="connsiteX12"/>
                      <a:gd fmla="*/ 1174052 h 2620565" name="connsiteY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b="b" l="l" r="r" t="t"/>
                    <a:pathLst>
                      <a:path h="2620565" w="4114800">
                        <a:moveTo>
                          <a:pt x="4114800" y="1174052"/>
                        </a:moveTo>
                        <a:cubicBezTo>
                          <a:pt x="4114800" y="525685"/>
                          <a:pt x="3193637" y="0"/>
                          <a:pt x="2057400" y="0"/>
                        </a:cubicBezTo>
                        <a:cubicBezTo>
                          <a:pt x="921163" y="0"/>
                          <a:pt x="0" y="525685"/>
                          <a:pt x="0" y="1174052"/>
                        </a:cubicBezTo>
                        <a:cubicBezTo>
                          <a:pt x="0" y="1822418"/>
                          <a:pt x="921163" y="2348103"/>
                          <a:pt x="2057400" y="2348103"/>
                        </a:cubicBezTo>
                        <a:cubicBezTo>
                          <a:pt x="2119122" y="2348103"/>
                          <a:pt x="2180273" y="2346484"/>
                          <a:pt x="2240661" y="2343436"/>
                        </a:cubicBezTo>
                        <a:lnTo>
                          <a:pt x="2240661" y="2343436"/>
                        </a:lnTo>
                        <a:cubicBezTo>
                          <a:pt x="2241233" y="2343436"/>
                          <a:pt x="2241709" y="2343436"/>
                          <a:pt x="2242280" y="2343436"/>
                        </a:cubicBezTo>
                        <a:cubicBezTo>
                          <a:pt x="2250377" y="2343055"/>
                          <a:pt x="2258473" y="2342483"/>
                          <a:pt x="2266474" y="2342007"/>
                        </a:cubicBezTo>
                        <a:cubicBezTo>
                          <a:pt x="2361057" y="2340388"/>
                          <a:pt x="2443639" y="2388584"/>
                          <a:pt x="2475357" y="2462308"/>
                        </a:cubicBezTo>
                        <a:cubicBezTo>
                          <a:pt x="2503551" y="2527840"/>
                          <a:pt x="2482120" y="2591753"/>
                          <a:pt x="2474881" y="2610803"/>
                        </a:cubicBezTo>
                        <a:cubicBezTo>
                          <a:pt x="2541937" y="2703957"/>
                          <a:pt x="4012502" y="2119979"/>
                          <a:pt x="4101560" y="1307783"/>
                        </a:cubicBezTo>
                        <a:cubicBezTo>
                          <a:pt x="4101560" y="1307783"/>
                          <a:pt x="4101560" y="1307783"/>
                          <a:pt x="4101560" y="1307783"/>
                        </a:cubicBezTo>
                        <a:cubicBezTo>
                          <a:pt x="4110323" y="1263872"/>
                          <a:pt x="4114800" y="1219295"/>
                          <a:pt x="4114800" y="1174052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alpha val="15000"/>
                    </a:schemeClr>
                  </a:solidFill>
                  <a:ln cap="flat" w="0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14c48660-834b-4554-a27f-b7f2abfa8e47" id="15" name="图形 7">
                    <a:extLst>
                      <a:ext uri="{FF2B5EF4-FFF2-40B4-BE49-F238E27FC236}">
                        <a16:creationId id="{5735FA67-7AF8-CC3E-A350-23C77E8AFEC9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4307542" y="1784686"/>
                    <a:ext cx="3105150" cy="1977556"/>
                  </a:xfrm>
                  <a:custGeom>
                    <a:avLst/>
                    <a:gdLst>
                      <a:gd fmla="*/ 4114800 w 4114800" name="connsiteX0"/>
                      <a:gd fmla="*/ 1174052 h 2620565" name="connsiteY0"/>
                      <a:gd fmla="*/ 2057400 w 4114800" name="connsiteX1"/>
                      <a:gd fmla="*/ 0 h 2620565" name="connsiteY1"/>
                      <a:gd fmla="*/ 0 w 4114800" name="connsiteX2"/>
                      <a:gd fmla="*/ 1174052 h 2620565" name="connsiteY2"/>
                      <a:gd fmla="*/ 2057400 w 4114800" name="connsiteX3"/>
                      <a:gd fmla="*/ 2348103 h 2620565" name="connsiteY3"/>
                      <a:gd fmla="*/ 2240661 w 4114800" name="connsiteX4"/>
                      <a:gd fmla="*/ 2343436 h 2620565" name="connsiteY4"/>
                      <a:gd fmla="*/ 2240661 w 4114800" name="connsiteX5"/>
                      <a:gd fmla="*/ 2343436 h 2620565" name="connsiteY5"/>
                      <a:gd fmla="*/ 2242280 w 4114800" name="connsiteX6"/>
                      <a:gd fmla="*/ 2343436 h 2620565" name="connsiteY6"/>
                      <a:gd fmla="*/ 2266474 w 4114800" name="connsiteX7"/>
                      <a:gd fmla="*/ 2342007 h 2620565" name="connsiteY7"/>
                      <a:gd fmla="*/ 2475357 w 4114800" name="connsiteX8"/>
                      <a:gd fmla="*/ 2462308 h 2620565" name="connsiteY8"/>
                      <a:gd fmla="*/ 2474881 w 4114800" name="connsiteX9"/>
                      <a:gd fmla="*/ 2610803 h 2620565" name="connsiteY9"/>
                      <a:gd fmla="*/ 4101560 w 4114800" name="connsiteX10"/>
                      <a:gd fmla="*/ 1307783 h 2620565" name="connsiteY10"/>
                      <a:gd fmla="*/ 4101560 w 4114800" name="connsiteX11"/>
                      <a:gd fmla="*/ 1307783 h 2620565" name="connsiteY11"/>
                      <a:gd fmla="*/ 4114800 w 4114800" name="connsiteX12"/>
                      <a:gd fmla="*/ 1174052 h 2620565" name="connsiteY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b="b" l="l" r="r" t="t"/>
                    <a:pathLst>
                      <a:path h="2620565" w="4114800">
                        <a:moveTo>
                          <a:pt x="4114800" y="1174052"/>
                        </a:moveTo>
                        <a:cubicBezTo>
                          <a:pt x="4114800" y="525685"/>
                          <a:pt x="3193637" y="0"/>
                          <a:pt x="2057400" y="0"/>
                        </a:cubicBezTo>
                        <a:cubicBezTo>
                          <a:pt x="921163" y="0"/>
                          <a:pt x="0" y="525685"/>
                          <a:pt x="0" y="1174052"/>
                        </a:cubicBezTo>
                        <a:cubicBezTo>
                          <a:pt x="0" y="1822418"/>
                          <a:pt x="921163" y="2348103"/>
                          <a:pt x="2057400" y="2348103"/>
                        </a:cubicBezTo>
                        <a:cubicBezTo>
                          <a:pt x="2119122" y="2348103"/>
                          <a:pt x="2180273" y="2346484"/>
                          <a:pt x="2240661" y="2343436"/>
                        </a:cubicBezTo>
                        <a:lnTo>
                          <a:pt x="2240661" y="2343436"/>
                        </a:lnTo>
                        <a:cubicBezTo>
                          <a:pt x="2241233" y="2343436"/>
                          <a:pt x="2241709" y="2343436"/>
                          <a:pt x="2242280" y="2343436"/>
                        </a:cubicBezTo>
                        <a:cubicBezTo>
                          <a:pt x="2250377" y="2343055"/>
                          <a:pt x="2258473" y="2342483"/>
                          <a:pt x="2266474" y="2342007"/>
                        </a:cubicBezTo>
                        <a:cubicBezTo>
                          <a:pt x="2361057" y="2340388"/>
                          <a:pt x="2443639" y="2388584"/>
                          <a:pt x="2475357" y="2462308"/>
                        </a:cubicBezTo>
                        <a:cubicBezTo>
                          <a:pt x="2503551" y="2527840"/>
                          <a:pt x="2482120" y="2591753"/>
                          <a:pt x="2474881" y="2610803"/>
                        </a:cubicBezTo>
                        <a:cubicBezTo>
                          <a:pt x="2541937" y="2703957"/>
                          <a:pt x="4012502" y="2119979"/>
                          <a:pt x="4101560" y="1307783"/>
                        </a:cubicBezTo>
                        <a:cubicBezTo>
                          <a:pt x="4101560" y="1307783"/>
                          <a:pt x="4101560" y="1307783"/>
                          <a:pt x="4101560" y="1307783"/>
                        </a:cubicBezTo>
                        <a:cubicBezTo>
                          <a:pt x="4110323" y="1263872"/>
                          <a:pt x="4114800" y="1219295"/>
                          <a:pt x="4114800" y="1174052"/>
                        </a:cubicBezTo>
                        <a:close/>
                      </a:path>
                    </a:pathLst>
                  </a:custGeom>
                  <a:noFill/>
                  <a:ln cap="flat" w="12700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</p:grpSp>
            <p:sp>
              <p:nvSpPr>
                <p:cNvPr descr="f8738b74-0db2-49b7-a622-b14095df1942" id="25" name="Text2">
                  <a:extLst>
                    <a:ext uri="{FF2B5EF4-FFF2-40B4-BE49-F238E27FC236}">
                      <a16:creationId id="{533A5CCD-372A-60AA-2BC7-D8CC1750AAFE}"/>
                    </a:ext>
                  </a:extLst>
                </p:cNvPr>
                <p:cNvSpPr txBox="1"/>
                <p:nvPr/>
              </p:nvSpPr>
              <p:spPr>
                <a:xfrm flipV="false" flipH="false">
                  <a:off x="7045315" y="4197214"/>
                  <a:ext cx="2677808" cy="921248"/>
                </a:xfrm>
                <a:prstGeom prst="rect">
                  <a:avLst/>
                </a:prstGeom>
                <a:noFill/>
              </p:spPr>
              <p:txBody>
                <a:bodyPr anchor="t" anchorCtr="0" rtlCol="0" wrap="square">
                  <a:normAutofit/>
                </a:bodyPr>
                <a:lstStyle>
                  <a:defPPr>
                    <a:defRPr lang="zh-CN"/>
                  </a:defPPr>
                  <a:lvl1pPr algn="ctr" defTabSz="914400" eaLnBrk="1" hangingPunct="1" latinLnBrk="0" marL="0" rtl="0">
                    <a:lnSpc>
                      <a:spcPct val="150000"/>
                    </a:lnSpc>
                    <a:defRPr kern="1200" sz="120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algn="l" defTabSz="914400" eaLnBrk="1" hangingPunct="1" latinLnBrk="0" marL="457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algn="l" defTabSz="914400" eaLnBrk="1" hangingPunct="1" latinLnBrk="0" marL="914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algn="l" defTabSz="914400" eaLnBrk="1" hangingPunct="1" latinLnBrk="0" marL="1371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algn="l" defTabSz="914400" eaLnBrk="1" hangingPunct="1" latinLnBrk="0" marL="18288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algn="l" defTabSz="914400" eaLnBrk="1" hangingPunct="1" latinLnBrk="0" marL="22860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algn="l" defTabSz="914400" eaLnBrk="1" hangingPunct="1" latinLnBrk="0" marL="2743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algn="l" defTabSz="914400" eaLnBrk="1" hangingPunct="1" latinLnBrk="0" marL="3200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algn="l" defTabSz="914400" eaLnBrk="1" hangingPunct="1" latinLnBrk="0" marL="3657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>
                    <a:lnSpc>
                      <a:spcPct val="120000"/>
                    </a:lnSpc>
                  </a:pPr>
                  <a:r>
                    <a:rPr lang="en-US" b="false" i="false" u="none" sz="1400">
                      <a:solidFill>
                        <a:srgbClr val="2F2F2F"/>
                      </a:solidFill>
                      <a:ea typeface="微软雅黑"/>
                    </a:rPr>
                    <a:t>恋足者将脚部视为性吸引的重要部位，舔脚能满足其特殊偏好。</a:t>
                  </a:r>
                </a:p>
              </p:txBody>
            </p:sp>
            <p:sp>
              <p:nvSpPr>
                <p:cNvPr descr="49aa060d-e70d-4988-94e3-7d2d67a73c72" id="26" name="Bullet2">
                  <a:extLst>
                    <a:ext uri="{FF2B5EF4-FFF2-40B4-BE49-F238E27FC236}">
                      <a16:creationId id="{2DF9D84B-5838-D212-A4BF-87CC45F28F86}"/>
                    </a:ext>
                  </a:extLst>
                </p:cNvPr>
                <p:cNvSpPr txBox="1"/>
                <p:nvPr/>
              </p:nvSpPr>
              <p:spPr>
                <a:xfrm flipV="false" flipH="false">
                  <a:off x="7045315" y="3619049"/>
                  <a:ext cx="2677805" cy="578163"/>
                </a:xfrm>
                <a:prstGeom prst="rect">
                  <a:avLst/>
                </a:prstGeom>
                <a:noFill/>
              </p:spPr>
              <p:txBody>
                <a:bodyPr anchor="b" anchorCtr="0" rtlCol="0" wrap="square">
                  <a:normAutofit/>
                </a:bodyPr>
                <a:lstStyle>
                  <a:defPPr>
                    <a:defRPr lang="zh-CN"/>
                  </a:defPPr>
                  <a:lvl1pPr algn="ctr" defTabSz="914400" eaLnBrk="1" hangingPunct="1" latinLnBrk="0" marL="0" rtl="0">
                    <a:lnSpc>
                      <a:spcPct val="150000"/>
                    </a:lnSpc>
                    <a:defRPr kern="1200" sz="120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algn="l" defTabSz="914400" eaLnBrk="1" hangingPunct="1" latinLnBrk="0" marL="457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algn="l" defTabSz="914400" eaLnBrk="1" hangingPunct="1" latinLnBrk="0" marL="914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algn="l" defTabSz="914400" eaLnBrk="1" hangingPunct="1" latinLnBrk="0" marL="1371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algn="l" defTabSz="914400" eaLnBrk="1" hangingPunct="1" latinLnBrk="0" marL="18288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algn="l" defTabSz="914400" eaLnBrk="1" hangingPunct="1" latinLnBrk="0" marL="22860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algn="l" defTabSz="914400" eaLnBrk="1" hangingPunct="1" latinLnBrk="0" marL="2743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algn="l" defTabSz="914400" eaLnBrk="1" hangingPunct="1" latinLnBrk="0" marL="3200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algn="l" defTabSz="914400" eaLnBrk="1" hangingPunct="1" latinLnBrk="0" marL="3657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>
                    <a:lnSpc>
                      <a:spcPct val="100000"/>
                    </a:lnSpc>
                  </a:pPr>
                  <a:r>
                    <a:rPr lang="en-US" b="true" i="false" u="none" sz="2000">
                      <a:solidFill>
                        <a:srgbClr val="2F2F2F"/>
                      </a:solidFill>
                      <a:ea typeface="微软雅黑"/>
                    </a:rPr>
                    <a:t>恋足情结</a:t>
                  </a:r>
                </a:p>
              </p:txBody>
            </p:sp>
          </p:grpSp>
          <p:grpSp>
            <p:nvGrpSpPr>
              <p:cNvPr descr="c60068fd-d62e-44da-bf84-7d41718df575" id="31" name="组合 30">
                <a:extLst>
                  <a:ext uri="{FF2B5EF4-FFF2-40B4-BE49-F238E27FC236}">
                    <a16:creationId id="{136EADD3-9C0D-A72F-9A66-179F7EE8CDEB}"/>
                  </a:ext>
                </a:extLst>
              </p:cNvPr>
              <p:cNvGrpSpPr/>
              <p:nvPr/>
            </p:nvGrpSpPr>
            <p:grpSpPr>
              <a:xfrm>
                <a:off x="2043099" y="3580928"/>
                <a:ext cx="2994561" cy="1658670"/>
                <a:chOff x="2248043" y="3428998"/>
                <a:chExt cx="3174714" cy="2019962"/>
              </a:xfrm>
            </p:grpSpPr>
            <p:grpSp>
              <p:nvGrpSpPr>
                <p:cNvPr descr="7c442b28-b430-45f3-88b5-571adca5a436" id="16" name="组合 15">
                  <a:extLst>
                    <a:ext uri="{FF2B5EF4-FFF2-40B4-BE49-F238E27FC236}">
                      <a16:creationId id="{6966878E-5A4B-F357-BDC4-73A6CC7DB6F9}"/>
                    </a:ext>
                  </a:extLst>
                </p:cNvPr>
                <p:cNvGrpSpPr/>
                <p:nvPr/>
              </p:nvGrpSpPr>
              <p:grpSpPr>
                <a:xfrm>
                  <a:off x="2248043" y="3428998"/>
                  <a:ext cx="3174714" cy="2019962"/>
                  <a:chOff x="4307542" y="1784686"/>
                  <a:chExt cx="3174714" cy="2019962"/>
                </a:xfrm>
              </p:grpSpPr>
              <p:sp>
                <p:nvSpPr>
                  <p:cNvPr descr="a87e4b84-9721-40a8-93d4-b95a947d69c6" id="17" name="ComponentBackground3">
                    <a:extLst>
                      <a:ext uri="{FF2B5EF4-FFF2-40B4-BE49-F238E27FC236}">
                        <a16:creationId id="{E8759C94-2E17-A51D-484A-E9F88E97FCA4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4377106" y="1827092"/>
                    <a:ext cx="3105150" cy="1977556"/>
                  </a:xfrm>
                  <a:custGeom>
                    <a:avLst/>
                    <a:gdLst>
                      <a:gd fmla="*/ 4114800 w 4114800" name="connsiteX0"/>
                      <a:gd fmla="*/ 1174052 h 2620565" name="connsiteY0"/>
                      <a:gd fmla="*/ 2057400 w 4114800" name="connsiteX1"/>
                      <a:gd fmla="*/ 0 h 2620565" name="connsiteY1"/>
                      <a:gd fmla="*/ 0 w 4114800" name="connsiteX2"/>
                      <a:gd fmla="*/ 1174052 h 2620565" name="connsiteY2"/>
                      <a:gd fmla="*/ 2057400 w 4114800" name="connsiteX3"/>
                      <a:gd fmla="*/ 2348103 h 2620565" name="connsiteY3"/>
                      <a:gd fmla="*/ 2240661 w 4114800" name="connsiteX4"/>
                      <a:gd fmla="*/ 2343436 h 2620565" name="connsiteY4"/>
                      <a:gd fmla="*/ 2240661 w 4114800" name="connsiteX5"/>
                      <a:gd fmla="*/ 2343436 h 2620565" name="connsiteY5"/>
                      <a:gd fmla="*/ 2242280 w 4114800" name="connsiteX6"/>
                      <a:gd fmla="*/ 2343436 h 2620565" name="connsiteY6"/>
                      <a:gd fmla="*/ 2266474 w 4114800" name="connsiteX7"/>
                      <a:gd fmla="*/ 2342007 h 2620565" name="connsiteY7"/>
                      <a:gd fmla="*/ 2475357 w 4114800" name="connsiteX8"/>
                      <a:gd fmla="*/ 2462308 h 2620565" name="connsiteY8"/>
                      <a:gd fmla="*/ 2474881 w 4114800" name="connsiteX9"/>
                      <a:gd fmla="*/ 2610803 h 2620565" name="connsiteY9"/>
                      <a:gd fmla="*/ 4101560 w 4114800" name="connsiteX10"/>
                      <a:gd fmla="*/ 1307783 h 2620565" name="connsiteY10"/>
                      <a:gd fmla="*/ 4101560 w 4114800" name="connsiteX11"/>
                      <a:gd fmla="*/ 1307783 h 2620565" name="connsiteY11"/>
                      <a:gd fmla="*/ 4114800 w 4114800" name="connsiteX12"/>
                      <a:gd fmla="*/ 1174052 h 2620565" name="connsiteY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b="b" l="l" r="r" t="t"/>
                    <a:pathLst>
                      <a:path h="2620565" w="4114800">
                        <a:moveTo>
                          <a:pt x="4114800" y="1174052"/>
                        </a:moveTo>
                        <a:cubicBezTo>
                          <a:pt x="4114800" y="525685"/>
                          <a:pt x="3193637" y="0"/>
                          <a:pt x="2057400" y="0"/>
                        </a:cubicBezTo>
                        <a:cubicBezTo>
                          <a:pt x="921163" y="0"/>
                          <a:pt x="0" y="525685"/>
                          <a:pt x="0" y="1174052"/>
                        </a:cubicBezTo>
                        <a:cubicBezTo>
                          <a:pt x="0" y="1822418"/>
                          <a:pt x="921163" y="2348103"/>
                          <a:pt x="2057400" y="2348103"/>
                        </a:cubicBezTo>
                        <a:cubicBezTo>
                          <a:pt x="2119122" y="2348103"/>
                          <a:pt x="2180273" y="2346484"/>
                          <a:pt x="2240661" y="2343436"/>
                        </a:cubicBezTo>
                        <a:lnTo>
                          <a:pt x="2240661" y="2343436"/>
                        </a:lnTo>
                        <a:cubicBezTo>
                          <a:pt x="2241233" y="2343436"/>
                          <a:pt x="2241709" y="2343436"/>
                          <a:pt x="2242280" y="2343436"/>
                        </a:cubicBezTo>
                        <a:cubicBezTo>
                          <a:pt x="2250377" y="2343055"/>
                          <a:pt x="2258473" y="2342483"/>
                          <a:pt x="2266474" y="2342007"/>
                        </a:cubicBezTo>
                        <a:cubicBezTo>
                          <a:pt x="2361057" y="2340388"/>
                          <a:pt x="2443639" y="2388584"/>
                          <a:pt x="2475357" y="2462308"/>
                        </a:cubicBezTo>
                        <a:cubicBezTo>
                          <a:pt x="2503551" y="2527840"/>
                          <a:pt x="2482120" y="2591753"/>
                          <a:pt x="2474881" y="2610803"/>
                        </a:cubicBezTo>
                        <a:cubicBezTo>
                          <a:pt x="2541937" y="2703957"/>
                          <a:pt x="4012502" y="2119979"/>
                          <a:pt x="4101560" y="1307783"/>
                        </a:cubicBezTo>
                        <a:cubicBezTo>
                          <a:pt x="4101560" y="1307783"/>
                          <a:pt x="4101560" y="1307783"/>
                          <a:pt x="4101560" y="1307783"/>
                        </a:cubicBezTo>
                        <a:cubicBezTo>
                          <a:pt x="4110323" y="1263872"/>
                          <a:pt x="4114800" y="1219295"/>
                          <a:pt x="4114800" y="1174052"/>
                        </a:cubicBezTo>
                        <a:close/>
                      </a:path>
                    </a:pathLst>
                  </a:custGeom>
                  <a:solidFill>
                    <a:schemeClr val="accent3">
                      <a:alpha val="15000"/>
                    </a:schemeClr>
                  </a:solidFill>
                  <a:ln cap="flat" w="0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4b52e488-a01a-4f35-80b1-ea3349df6627" id="18" name="图形 7">
                    <a:extLst>
                      <a:ext uri="{FF2B5EF4-FFF2-40B4-BE49-F238E27FC236}">
                        <a16:creationId id="{F5694234-B552-F3ED-90E6-A82A12D5DBED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4307542" y="1784686"/>
                    <a:ext cx="3105150" cy="1977556"/>
                  </a:xfrm>
                  <a:custGeom>
                    <a:avLst/>
                    <a:gdLst>
                      <a:gd fmla="*/ 4114800 w 4114800" name="connsiteX0"/>
                      <a:gd fmla="*/ 1174052 h 2620565" name="connsiteY0"/>
                      <a:gd fmla="*/ 2057400 w 4114800" name="connsiteX1"/>
                      <a:gd fmla="*/ 0 h 2620565" name="connsiteY1"/>
                      <a:gd fmla="*/ 0 w 4114800" name="connsiteX2"/>
                      <a:gd fmla="*/ 1174052 h 2620565" name="connsiteY2"/>
                      <a:gd fmla="*/ 2057400 w 4114800" name="connsiteX3"/>
                      <a:gd fmla="*/ 2348103 h 2620565" name="connsiteY3"/>
                      <a:gd fmla="*/ 2240661 w 4114800" name="connsiteX4"/>
                      <a:gd fmla="*/ 2343436 h 2620565" name="connsiteY4"/>
                      <a:gd fmla="*/ 2240661 w 4114800" name="connsiteX5"/>
                      <a:gd fmla="*/ 2343436 h 2620565" name="connsiteY5"/>
                      <a:gd fmla="*/ 2242280 w 4114800" name="connsiteX6"/>
                      <a:gd fmla="*/ 2343436 h 2620565" name="connsiteY6"/>
                      <a:gd fmla="*/ 2266474 w 4114800" name="connsiteX7"/>
                      <a:gd fmla="*/ 2342007 h 2620565" name="connsiteY7"/>
                      <a:gd fmla="*/ 2475357 w 4114800" name="connsiteX8"/>
                      <a:gd fmla="*/ 2462308 h 2620565" name="connsiteY8"/>
                      <a:gd fmla="*/ 2474881 w 4114800" name="connsiteX9"/>
                      <a:gd fmla="*/ 2610803 h 2620565" name="connsiteY9"/>
                      <a:gd fmla="*/ 4101560 w 4114800" name="connsiteX10"/>
                      <a:gd fmla="*/ 1307783 h 2620565" name="connsiteY10"/>
                      <a:gd fmla="*/ 4101560 w 4114800" name="connsiteX11"/>
                      <a:gd fmla="*/ 1307783 h 2620565" name="connsiteY11"/>
                      <a:gd fmla="*/ 4114800 w 4114800" name="connsiteX12"/>
                      <a:gd fmla="*/ 1174052 h 2620565" name="connsiteY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b="b" l="l" r="r" t="t"/>
                    <a:pathLst>
                      <a:path h="2620565" w="4114800">
                        <a:moveTo>
                          <a:pt x="4114800" y="1174052"/>
                        </a:moveTo>
                        <a:cubicBezTo>
                          <a:pt x="4114800" y="525685"/>
                          <a:pt x="3193637" y="0"/>
                          <a:pt x="2057400" y="0"/>
                        </a:cubicBezTo>
                        <a:cubicBezTo>
                          <a:pt x="921163" y="0"/>
                          <a:pt x="0" y="525685"/>
                          <a:pt x="0" y="1174052"/>
                        </a:cubicBezTo>
                        <a:cubicBezTo>
                          <a:pt x="0" y="1822418"/>
                          <a:pt x="921163" y="2348103"/>
                          <a:pt x="2057400" y="2348103"/>
                        </a:cubicBezTo>
                        <a:cubicBezTo>
                          <a:pt x="2119122" y="2348103"/>
                          <a:pt x="2180273" y="2346484"/>
                          <a:pt x="2240661" y="2343436"/>
                        </a:cubicBezTo>
                        <a:lnTo>
                          <a:pt x="2240661" y="2343436"/>
                        </a:lnTo>
                        <a:cubicBezTo>
                          <a:pt x="2241233" y="2343436"/>
                          <a:pt x="2241709" y="2343436"/>
                          <a:pt x="2242280" y="2343436"/>
                        </a:cubicBezTo>
                        <a:cubicBezTo>
                          <a:pt x="2250377" y="2343055"/>
                          <a:pt x="2258473" y="2342483"/>
                          <a:pt x="2266474" y="2342007"/>
                        </a:cubicBezTo>
                        <a:cubicBezTo>
                          <a:pt x="2361057" y="2340388"/>
                          <a:pt x="2443639" y="2388584"/>
                          <a:pt x="2475357" y="2462308"/>
                        </a:cubicBezTo>
                        <a:cubicBezTo>
                          <a:pt x="2503551" y="2527840"/>
                          <a:pt x="2482120" y="2591753"/>
                          <a:pt x="2474881" y="2610803"/>
                        </a:cubicBezTo>
                        <a:cubicBezTo>
                          <a:pt x="2541937" y="2703957"/>
                          <a:pt x="4012502" y="2119979"/>
                          <a:pt x="4101560" y="1307783"/>
                        </a:cubicBezTo>
                        <a:cubicBezTo>
                          <a:pt x="4101560" y="1307783"/>
                          <a:pt x="4101560" y="1307783"/>
                          <a:pt x="4101560" y="1307783"/>
                        </a:cubicBezTo>
                        <a:cubicBezTo>
                          <a:pt x="4110323" y="1263872"/>
                          <a:pt x="4114800" y="1219295"/>
                          <a:pt x="4114800" y="1174052"/>
                        </a:cubicBezTo>
                        <a:close/>
                      </a:path>
                    </a:pathLst>
                  </a:custGeom>
                  <a:noFill/>
                  <a:ln cap="flat" w="12700">
                    <a:solidFill>
                      <a:schemeClr val="accent3"/>
                    </a:solidFill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</p:grpSp>
            <p:sp>
              <p:nvSpPr>
                <p:cNvPr descr="82216d4b-f9f2-4a75-8d14-78d4dd7305ac" id="27" name="Text3">
                  <a:extLst>
                    <a:ext uri="{FF2B5EF4-FFF2-40B4-BE49-F238E27FC236}">
                      <a16:creationId id="{EABE34FA-9171-B1DA-4F57-DD6D483DA903}"/>
                    </a:ext>
                  </a:extLst>
                </p:cNvPr>
                <p:cNvSpPr txBox="1"/>
                <p:nvPr/>
              </p:nvSpPr>
              <p:spPr>
                <a:xfrm flipV="false" flipH="false">
                  <a:off x="2468877" y="4213167"/>
                  <a:ext cx="2677808" cy="921248"/>
                </a:xfrm>
                <a:prstGeom prst="rect">
                  <a:avLst/>
                </a:prstGeom>
                <a:noFill/>
              </p:spPr>
              <p:txBody>
                <a:bodyPr anchor="t" anchorCtr="0" rtlCol="0" wrap="square">
                  <a:normAutofit/>
                </a:bodyPr>
                <a:lstStyle>
                  <a:defPPr>
                    <a:defRPr lang="zh-CN"/>
                  </a:defPPr>
                  <a:lvl1pPr algn="ctr" defTabSz="914400" eaLnBrk="1" hangingPunct="1" latinLnBrk="0" marL="0" rtl="0">
                    <a:lnSpc>
                      <a:spcPct val="150000"/>
                    </a:lnSpc>
                    <a:defRPr kern="1200" sz="120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algn="l" defTabSz="914400" eaLnBrk="1" hangingPunct="1" latinLnBrk="0" marL="457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algn="l" defTabSz="914400" eaLnBrk="1" hangingPunct="1" latinLnBrk="0" marL="914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algn="l" defTabSz="914400" eaLnBrk="1" hangingPunct="1" latinLnBrk="0" marL="1371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algn="l" defTabSz="914400" eaLnBrk="1" hangingPunct="1" latinLnBrk="0" marL="18288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algn="l" defTabSz="914400" eaLnBrk="1" hangingPunct="1" latinLnBrk="0" marL="22860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algn="l" defTabSz="914400" eaLnBrk="1" hangingPunct="1" latinLnBrk="0" marL="2743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algn="l" defTabSz="914400" eaLnBrk="1" hangingPunct="1" latinLnBrk="0" marL="3200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algn="l" defTabSz="914400" eaLnBrk="1" hangingPunct="1" latinLnBrk="0" marL="3657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>
                    <a:lnSpc>
                      <a:spcPct val="120000"/>
                    </a:lnSpc>
                  </a:pPr>
                  <a:r>
                    <a:rPr lang="en-US" b="false" i="false" u="none" sz="1400">
                      <a:solidFill>
                        <a:srgbClr val="2F2F2F"/>
                      </a:solidFill>
                      <a:ea typeface="微软雅黑"/>
                    </a:rPr>
                    <a:t>在一些动漫、游戏等虚拟文化中，舔脚情节时有出现。</a:t>
                  </a:r>
                </a:p>
              </p:txBody>
            </p:sp>
            <p:sp>
              <p:nvSpPr>
                <p:cNvPr descr="b62b3937-609d-4cc0-ad9e-4f5fcc2ed947" id="28" name="Bullet3">
                  <a:extLst>
                    <a:ext uri="{FF2B5EF4-FFF2-40B4-BE49-F238E27FC236}">
                      <a16:creationId id="{8DDD7AB7-03A9-4A5A-8CDC-B235A734945B}"/>
                    </a:ext>
                  </a:extLst>
                </p:cNvPr>
                <p:cNvSpPr txBox="1"/>
                <p:nvPr/>
              </p:nvSpPr>
              <p:spPr>
                <a:xfrm flipV="false" flipH="false">
                  <a:off x="2468877" y="3635002"/>
                  <a:ext cx="2677805" cy="578163"/>
                </a:xfrm>
                <a:prstGeom prst="rect">
                  <a:avLst/>
                </a:prstGeom>
                <a:noFill/>
              </p:spPr>
              <p:txBody>
                <a:bodyPr anchor="b" anchorCtr="0" rtlCol="0" wrap="square">
                  <a:normAutofit/>
                </a:bodyPr>
                <a:lstStyle>
                  <a:defPPr>
                    <a:defRPr lang="zh-CN"/>
                  </a:defPPr>
                  <a:lvl1pPr algn="ctr" defTabSz="914400" eaLnBrk="1" hangingPunct="1" latinLnBrk="0" marL="0" rtl="0">
                    <a:lnSpc>
                      <a:spcPct val="150000"/>
                    </a:lnSpc>
                    <a:defRPr kern="1200" sz="120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algn="l" defTabSz="914400" eaLnBrk="1" hangingPunct="1" latinLnBrk="0" marL="457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algn="l" defTabSz="914400" eaLnBrk="1" hangingPunct="1" latinLnBrk="0" marL="914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algn="l" defTabSz="914400" eaLnBrk="1" hangingPunct="1" latinLnBrk="0" marL="1371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algn="l" defTabSz="914400" eaLnBrk="1" hangingPunct="1" latinLnBrk="0" marL="18288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algn="l" defTabSz="914400" eaLnBrk="1" hangingPunct="1" latinLnBrk="0" marL="22860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algn="l" defTabSz="914400" eaLnBrk="1" hangingPunct="1" latinLnBrk="0" marL="2743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algn="l" defTabSz="914400" eaLnBrk="1" hangingPunct="1" latinLnBrk="0" marL="3200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algn="l" defTabSz="914400" eaLnBrk="1" hangingPunct="1" latinLnBrk="0" marL="3657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>
                    <a:lnSpc>
                      <a:spcPct val="100000"/>
                    </a:lnSpc>
                  </a:pPr>
                  <a:r>
                    <a:rPr lang="en-US" b="true" i="false" u="none" sz="2000">
                      <a:solidFill>
                        <a:srgbClr val="2F2F2F"/>
                      </a:solidFill>
                      <a:latin typeface="Arial"/>
                    </a:rPr>
                    <a:t>ACG圈层</a:t>
                  </a:r>
                </a:p>
              </p:txBody>
            </p:sp>
          </p:grpSp>
          <p:grpSp>
            <p:nvGrpSpPr>
              <p:cNvPr descr="7a831ad1-e002-4020-89e3-c2ce3fd59d04" id="5" name="组合 4">
                <a:extLst>
                  <a:ext uri="{FF2B5EF4-FFF2-40B4-BE49-F238E27FC236}">
                    <a16:creationId id="{157262B5-F5BE-A041-04C7-F9CE07BF6CD5}"/>
                  </a:ext>
                </a:extLst>
              </p:cNvPr>
              <p:cNvGrpSpPr/>
              <p:nvPr/>
            </p:nvGrpSpPr>
            <p:grpSpPr>
              <a:xfrm>
                <a:off x="5832452" y="3750086"/>
                <a:ext cx="2994560" cy="1658670"/>
                <a:chOff x="6756543" y="3428998"/>
                <a:chExt cx="3174714" cy="2019962"/>
              </a:xfrm>
            </p:grpSpPr>
            <p:grpSp>
              <p:nvGrpSpPr>
                <p:cNvPr descr="d6b4e295-f0bc-4647-94ef-b709ea3d1326" id="6" name="组合 5">
                  <a:extLst>
                    <a:ext uri="{FF2B5EF4-FFF2-40B4-BE49-F238E27FC236}">
                      <a16:creationId id="{7B086E88-1868-771F-C8D2-C6E86B166A16}"/>
                    </a:ext>
                  </a:extLst>
                </p:cNvPr>
                <p:cNvGrpSpPr/>
                <p:nvPr/>
              </p:nvGrpSpPr>
              <p:grpSpPr>
                <a:xfrm>
                  <a:off x="6756543" y="3428998"/>
                  <a:ext cx="3174714" cy="2019962"/>
                  <a:chOff x="4307542" y="1784686"/>
                  <a:chExt cx="3174714" cy="2019962"/>
                </a:xfrm>
              </p:grpSpPr>
              <p:sp>
                <p:nvSpPr>
                  <p:cNvPr descr="48370424-6418-40f5-8693-c202b140c1af" id="10" name="ComponentBackground4">
                    <a:extLst>
                      <a:ext uri="{FF2B5EF4-FFF2-40B4-BE49-F238E27FC236}">
                        <a16:creationId id="{F8FDE0E4-C091-2030-9BCD-3A1EF9D87EB3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4377106" y="1827092"/>
                    <a:ext cx="3105150" cy="1977556"/>
                  </a:xfrm>
                  <a:custGeom>
                    <a:avLst/>
                    <a:gdLst>
                      <a:gd fmla="*/ 4114800 w 4114800" name="connsiteX0"/>
                      <a:gd fmla="*/ 1174052 h 2620565" name="connsiteY0"/>
                      <a:gd fmla="*/ 2057400 w 4114800" name="connsiteX1"/>
                      <a:gd fmla="*/ 0 h 2620565" name="connsiteY1"/>
                      <a:gd fmla="*/ 0 w 4114800" name="connsiteX2"/>
                      <a:gd fmla="*/ 1174052 h 2620565" name="connsiteY2"/>
                      <a:gd fmla="*/ 2057400 w 4114800" name="connsiteX3"/>
                      <a:gd fmla="*/ 2348103 h 2620565" name="connsiteY3"/>
                      <a:gd fmla="*/ 2240661 w 4114800" name="connsiteX4"/>
                      <a:gd fmla="*/ 2343436 h 2620565" name="connsiteY4"/>
                      <a:gd fmla="*/ 2240661 w 4114800" name="connsiteX5"/>
                      <a:gd fmla="*/ 2343436 h 2620565" name="connsiteY5"/>
                      <a:gd fmla="*/ 2242280 w 4114800" name="connsiteX6"/>
                      <a:gd fmla="*/ 2343436 h 2620565" name="connsiteY6"/>
                      <a:gd fmla="*/ 2266474 w 4114800" name="connsiteX7"/>
                      <a:gd fmla="*/ 2342007 h 2620565" name="connsiteY7"/>
                      <a:gd fmla="*/ 2475357 w 4114800" name="connsiteX8"/>
                      <a:gd fmla="*/ 2462308 h 2620565" name="connsiteY8"/>
                      <a:gd fmla="*/ 2474881 w 4114800" name="connsiteX9"/>
                      <a:gd fmla="*/ 2610803 h 2620565" name="connsiteY9"/>
                      <a:gd fmla="*/ 4101560 w 4114800" name="connsiteX10"/>
                      <a:gd fmla="*/ 1307783 h 2620565" name="connsiteY10"/>
                      <a:gd fmla="*/ 4101560 w 4114800" name="connsiteX11"/>
                      <a:gd fmla="*/ 1307783 h 2620565" name="connsiteY11"/>
                      <a:gd fmla="*/ 4114800 w 4114800" name="connsiteX12"/>
                      <a:gd fmla="*/ 1174052 h 2620565" name="connsiteY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b="b" l="l" r="r" t="t"/>
                    <a:pathLst>
                      <a:path h="2620565" w="4114800">
                        <a:moveTo>
                          <a:pt x="4114800" y="1174052"/>
                        </a:moveTo>
                        <a:cubicBezTo>
                          <a:pt x="4114800" y="525685"/>
                          <a:pt x="3193637" y="0"/>
                          <a:pt x="2057400" y="0"/>
                        </a:cubicBezTo>
                        <a:cubicBezTo>
                          <a:pt x="921163" y="0"/>
                          <a:pt x="0" y="525685"/>
                          <a:pt x="0" y="1174052"/>
                        </a:cubicBezTo>
                        <a:cubicBezTo>
                          <a:pt x="0" y="1822418"/>
                          <a:pt x="921163" y="2348103"/>
                          <a:pt x="2057400" y="2348103"/>
                        </a:cubicBezTo>
                        <a:cubicBezTo>
                          <a:pt x="2119122" y="2348103"/>
                          <a:pt x="2180273" y="2346484"/>
                          <a:pt x="2240661" y="2343436"/>
                        </a:cubicBezTo>
                        <a:lnTo>
                          <a:pt x="2240661" y="2343436"/>
                        </a:lnTo>
                        <a:cubicBezTo>
                          <a:pt x="2241233" y="2343436"/>
                          <a:pt x="2241709" y="2343436"/>
                          <a:pt x="2242280" y="2343436"/>
                        </a:cubicBezTo>
                        <a:cubicBezTo>
                          <a:pt x="2250377" y="2343055"/>
                          <a:pt x="2258473" y="2342483"/>
                          <a:pt x="2266474" y="2342007"/>
                        </a:cubicBezTo>
                        <a:cubicBezTo>
                          <a:pt x="2361057" y="2340388"/>
                          <a:pt x="2443639" y="2388584"/>
                          <a:pt x="2475357" y="2462308"/>
                        </a:cubicBezTo>
                        <a:cubicBezTo>
                          <a:pt x="2503551" y="2527840"/>
                          <a:pt x="2482120" y="2591753"/>
                          <a:pt x="2474881" y="2610803"/>
                        </a:cubicBezTo>
                        <a:cubicBezTo>
                          <a:pt x="2541937" y="2703957"/>
                          <a:pt x="4012502" y="2119979"/>
                          <a:pt x="4101560" y="1307783"/>
                        </a:cubicBezTo>
                        <a:cubicBezTo>
                          <a:pt x="4101560" y="1307783"/>
                          <a:pt x="4101560" y="1307783"/>
                          <a:pt x="4101560" y="1307783"/>
                        </a:cubicBezTo>
                        <a:cubicBezTo>
                          <a:pt x="4110323" y="1263872"/>
                          <a:pt x="4114800" y="1219295"/>
                          <a:pt x="4114800" y="1174052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alpha val="15000"/>
                    </a:schemeClr>
                  </a:solidFill>
                  <a:ln cap="flat" w="0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dcbf41b1-4ca6-4300-8b17-f7ba859c4017" id="19" name="图形 7">
                    <a:extLst>
                      <a:ext uri="{FF2B5EF4-FFF2-40B4-BE49-F238E27FC236}">
                        <a16:creationId id="{6ED8DBDE-5C0D-FD11-455C-F03EEE677FCD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4307542" y="1784686"/>
                    <a:ext cx="3105150" cy="1977556"/>
                  </a:xfrm>
                  <a:custGeom>
                    <a:avLst/>
                    <a:gdLst>
                      <a:gd fmla="*/ 4114800 w 4114800" name="connsiteX0"/>
                      <a:gd fmla="*/ 1174052 h 2620565" name="connsiteY0"/>
                      <a:gd fmla="*/ 2057400 w 4114800" name="connsiteX1"/>
                      <a:gd fmla="*/ 0 h 2620565" name="connsiteY1"/>
                      <a:gd fmla="*/ 0 w 4114800" name="connsiteX2"/>
                      <a:gd fmla="*/ 1174052 h 2620565" name="connsiteY2"/>
                      <a:gd fmla="*/ 2057400 w 4114800" name="connsiteX3"/>
                      <a:gd fmla="*/ 2348103 h 2620565" name="connsiteY3"/>
                      <a:gd fmla="*/ 2240661 w 4114800" name="connsiteX4"/>
                      <a:gd fmla="*/ 2343436 h 2620565" name="connsiteY4"/>
                      <a:gd fmla="*/ 2240661 w 4114800" name="connsiteX5"/>
                      <a:gd fmla="*/ 2343436 h 2620565" name="connsiteY5"/>
                      <a:gd fmla="*/ 2242280 w 4114800" name="connsiteX6"/>
                      <a:gd fmla="*/ 2343436 h 2620565" name="connsiteY6"/>
                      <a:gd fmla="*/ 2266474 w 4114800" name="connsiteX7"/>
                      <a:gd fmla="*/ 2342007 h 2620565" name="connsiteY7"/>
                      <a:gd fmla="*/ 2475357 w 4114800" name="connsiteX8"/>
                      <a:gd fmla="*/ 2462308 h 2620565" name="connsiteY8"/>
                      <a:gd fmla="*/ 2474881 w 4114800" name="connsiteX9"/>
                      <a:gd fmla="*/ 2610803 h 2620565" name="connsiteY9"/>
                      <a:gd fmla="*/ 4101560 w 4114800" name="connsiteX10"/>
                      <a:gd fmla="*/ 1307783 h 2620565" name="connsiteY10"/>
                      <a:gd fmla="*/ 4101560 w 4114800" name="connsiteX11"/>
                      <a:gd fmla="*/ 1307783 h 2620565" name="connsiteY11"/>
                      <a:gd fmla="*/ 4114800 w 4114800" name="connsiteX12"/>
                      <a:gd fmla="*/ 1174052 h 2620565" name="connsiteY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b="b" l="l" r="r" t="t"/>
                    <a:pathLst>
                      <a:path h="2620565" w="4114800">
                        <a:moveTo>
                          <a:pt x="4114800" y="1174052"/>
                        </a:moveTo>
                        <a:cubicBezTo>
                          <a:pt x="4114800" y="525685"/>
                          <a:pt x="3193637" y="0"/>
                          <a:pt x="2057400" y="0"/>
                        </a:cubicBezTo>
                        <a:cubicBezTo>
                          <a:pt x="921163" y="0"/>
                          <a:pt x="0" y="525685"/>
                          <a:pt x="0" y="1174052"/>
                        </a:cubicBezTo>
                        <a:cubicBezTo>
                          <a:pt x="0" y="1822418"/>
                          <a:pt x="921163" y="2348103"/>
                          <a:pt x="2057400" y="2348103"/>
                        </a:cubicBezTo>
                        <a:cubicBezTo>
                          <a:pt x="2119122" y="2348103"/>
                          <a:pt x="2180273" y="2346484"/>
                          <a:pt x="2240661" y="2343436"/>
                        </a:cubicBezTo>
                        <a:lnTo>
                          <a:pt x="2240661" y="2343436"/>
                        </a:lnTo>
                        <a:cubicBezTo>
                          <a:pt x="2241233" y="2343436"/>
                          <a:pt x="2241709" y="2343436"/>
                          <a:pt x="2242280" y="2343436"/>
                        </a:cubicBezTo>
                        <a:cubicBezTo>
                          <a:pt x="2250377" y="2343055"/>
                          <a:pt x="2258473" y="2342483"/>
                          <a:pt x="2266474" y="2342007"/>
                        </a:cubicBezTo>
                        <a:cubicBezTo>
                          <a:pt x="2361057" y="2340388"/>
                          <a:pt x="2443639" y="2388584"/>
                          <a:pt x="2475357" y="2462308"/>
                        </a:cubicBezTo>
                        <a:cubicBezTo>
                          <a:pt x="2503551" y="2527840"/>
                          <a:pt x="2482120" y="2591753"/>
                          <a:pt x="2474881" y="2610803"/>
                        </a:cubicBezTo>
                        <a:cubicBezTo>
                          <a:pt x="2541937" y="2703957"/>
                          <a:pt x="4012502" y="2119979"/>
                          <a:pt x="4101560" y="1307783"/>
                        </a:cubicBezTo>
                        <a:cubicBezTo>
                          <a:pt x="4101560" y="1307783"/>
                          <a:pt x="4101560" y="1307783"/>
                          <a:pt x="4101560" y="1307783"/>
                        </a:cubicBezTo>
                        <a:cubicBezTo>
                          <a:pt x="4110323" y="1263872"/>
                          <a:pt x="4114800" y="1219295"/>
                          <a:pt x="4114800" y="1174052"/>
                        </a:cubicBezTo>
                        <a:close/>
                      </a:path>
                    </a:pathLst>
                  </a:custGeom>
                  <a:noFill/>
                  <a:ln cap="flat" w="12700">
                    <a:solidFill>
                      <a:schemeClr val="accent4"/>
                    </a:solidFill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</p:grpSp>
            <p:sp>
              <p:nvSpPr>
                <p:cNvPr descr="cda4d3d9-6826-4dae-976b-643dbd81493d" id="7" name="Text4">
                  <a:extLst>
                    <a:ext uri="{FF2B5EF4-FFF2-40B4-BE49-F238E27FC236}">
                      <a16:creationId id="{009F059D-E632-0F20-77A5-AE669B2448FC}"/>
                    </a:ext>
                  </a:extLst>
                </p:cNvPr>
                <p:cNvSpPr txBox="1"/>
                <p:nvPr/>
              </p:nvSpPr>
              <p:spPr>
                <a:xfrm flipV="false" flipH="false">
                  <a:off x="7045315" y="4197214"/>
                  <a:ext cx="2677808" cy="921248"/>
                </a:xfrm>
                <a:prstGeom prst="rect">
                  <a:avLst/>
                </a:prstGeom>
                <a:noFill/>
              </p:spPr>
              <p:txBody>
                <a:bodyPr anchor="t" anchorCtr="0" rtlCol="0" wrap="square">
                  <a:normAutofit/>
                </a:bodyPr>
                <a:lstStyle>
                  <a:defPPr>
                    <a:defRPr lang="zh-CN"/>
                  </a:defPPr>
                  <a:lvl1pPr algn="ctr" defTabSz="914400" eaLnBrk="1" hangingPunct="1" latinLnBrk="0" marL="0" rtl="0">
                    <a:lnSpc>
                      <a:spcPct val="150000"/>
                    </a:lnSpc>
                    <a:defRPr kern="1200" sz="120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algn="l" defTabSz="914400" eaLnBrk="1" hangingPunct="1" latinLnBrk="0" marL="457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algn="l" defTabSz="914400" eaLnBrk="1" hangingPunct="1" latinLnBrk="0" marL="914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algn="l" defTabSz="914400" eaLnBrk="1" hangingPunct="1" latinLnBrk="0" marL="1371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algn="l" defTabSz="914400" eaLnBrk="1" hangingPunct="1" latinLnBrk="0" marL="18288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algn="l" defTabSz="914400" eaLnBrk="1" hangingPunct="1" latinLnBrk="0" marL="22860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algn="l" defTabSz="914400" eaLnBrk="1" hangingPunct="1" latinLnBrk="0" marL="2743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algn="l" defTabSz="914400" eaLnBrk="1" hangingPunct="1" latinLnBrk="0" marL="3200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algn="l" defTabSz="914400" eaLnBrk="1" hangingPunct="1" latinLnBrk="0" marL="3657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>
                    <a:lnSpc>
                      <a:spcPct val="120000"/>
                    </a:lnSpc>
                  </a:pPr>
                  <a:r>
                    <a:rPr lang="en-US" b="false" i="false" u="none" sz="1400">
                      <a:solidFill>
                        <a:srgbClr val="2F2F2F"/>
                      </a:solidFill>
                      <a:ea typeface="微软雅黑"/>
                    </a:rPr>
                    <a:t>某些小众社交圈层里，舔脚行为被部分成员接受和尝试。</a:t>
                  </a:r>
                </a:p>
              </p:txBody>
            </p:sp>
            <p:sp>
              <p:nvSpPr>
                <p:cNvPr descr="fabe5c83-cf4f-4cde-bbc0-5c67b3eeb3ed" id="8" name="Bullet4">
                  <a:extLst>
                    <a:ext uri="{FF2B5EF4-FFF2-40B4-BE49-F238E27FC236}">
                      <a16:creationId id="{DD880C64-6E3B-A90A-2402-5CE3FD1BD84C}"/>
                    </a:ext>
                  </a:extLst>
                </p:cNvPr>
                <p:cNvSpPr txBox="1"/>
                <p:nvPr/>
              </p:nvSpPr>
              <p:spPr>
                <a:xfrm flipV="false" flipH="false">
                  <a:off x="7045315" y="3619049"/>
                  <a:ext cx="2677805" cy="578163"/>
                </a:xfrm>
                <a:prstGeom prst="rect">
                  <a:avLst/>
                </a:prstGeom>
                <a:noFill/>
              </p:spPr>
              <p:txBody>
                <a:bodyPr anchor="b" anchorCtr="0" rtlCol="0" wrap="square">
                  <a:normAutofit/>
                </a:bodyPr>
                <a:lstStyle>
                  <a:defPPr>
                    <a:defRPr lang="zh-CN"/>
                  </a:defPPr>
                  <a:lvl1pPr algn="ctr" defTabSz="914400" eaLnBrk="1" hangingPunct="1" latinLnBrk="0" marL="0" rtl="0">
                    <a:lnSpc>
                      <a:spcPct val="150000"/>
                    </a:lnSpc>
                    <a:defRPr kern="1200" sz="120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algn="l" defTabSz="914400" eaLnBrk="1" hangingPunct="1" latinLnBrk="0" marL="457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algn="l" defTabSz="914400" eaLnBrk="1" hangingPunct="1" latinLnBrk="0" marL="914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algn="l" defTabSz="914400" eaLnBrk="1" hangingPunct="1" latinLnBrk="0" marL="1371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algn="l" defTabSz="914400" eaLnBrk="1" hangingPunct="1" latinLnBrk="0" marL="18288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algn="l" defTabSz="914400" eaLnBrk="1" hangingPunct="1" latinLnBrk="0" marL="22860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algn="l" defTabSz="914400" eaLnBrk="1" hangingPunct="1" latinLnBrk="0" marL="27432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algn="l" defTabSz="914400" eaLnBrk="1" hangingPunct="1" latinLnBrk="0" marL="32004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algn="l" defTabSz="914400" eaLnBrk="1" hangingPunct="1" latinLnBrk="0" marL="3657600" rtl="0">
                    <a:defRPr kern="1200" sz="18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>
                    <a:lnSpc>
                      <a:spcPct val="100000"/>
                    </a:lnSpc>
                  </a:pPr>
                  <a:r>
                    <a:rPr lang="en-US" b="true" i="false" u="none" sz="2000">
                      <a:solidFill>
                        <a:srgbClr val="2F2F2F"/>
                      </a:solidFill>
                      <a:ea typeface="微软雅黑"/>
                    </a:rPr>
                    <a:t>特定社交圈</a:t>
                  </a:r>
                </a:p>
              </p:txBody>
            </p:sp>
          </p:grpSp>
        </p:grpSp>
        <p:sp>
          <p:nvSpPr>
            <p:cNvPr descr="295bf80c-d00f-41ad-a8b1-045b398d3992" id="40" name="Shape1">
              <a:extLst>
                <a:ext uri="{FF2B5EF4-FFF2-40B4-BE49-F238E27FC236}">
                  <a16:creationId id="{1D61DAF9-39C2-92CB-93BE-39783CA2F49F}"/>
                </a:ext>
              </a:extLst>
            </p:cNvPr>
            <p:cNvSpPr/>
            <p:nvPr/>
          </p:nvSpPr>
          <p:spPr>
            <a:xfrm rot="332500" flipV="false" flipH="false">
              <a:off x="6503120" y="1953137"/>
              <a:ext cx="780724" cy="278164"/>
            </a:xfrm>
            <a:custGeom>
              <a:avLst/>
              <a:gdLst>
                <a:gd fmla="*/ 6359155 w 7613202" name="connsiteX0"/>
                <a:gd fmla="*/ 1651060 h 2611788" name="connsiteY0"/>
                <a:gd fmla="*/ 5787274 w 7613202" name="connsiteX1"/>
                <a:gd fmla="*/ 1185383 h 2611788" name="connsiteY1"/>
                <a:gd fmla="*/ 4121447 w 7613202" name="connsiteX2"/>
                <a:gd fmla="*/ 512537 h 2611788" name="connsiteY2"/>
                <a:gd fmla="*/ 2936632 w 7613202" name="connsiteX3"/>
                <a:gd fmla="*/ 460816 h 2611788" name="connsiteY3"/>
                <a:gd fmla="*/ 1536266 w 7613202" name="connsiteX4"/>
                <a:gd fmla="*/ 834672 h 2611788" name="connsiteY4"/>
                <a:gd fmla="*/ 503471 w 7613202" name="connsiteX5"/>
                <a:gd fmla="*/ 1672396 h 2611788" name="connsiteY5"/>
                <a:gd fmla="*/ 413078 w 7613202" name="connsiteX6"/>
                <a:gd fmla="*/ 1806413 h 2611788" name="connsiteY6"/>
                <a:gd fmla="*/ 103897 w 7613202" name="connsiteX7"/>
                <a:gd fmla="*/ 1885280 h 2611788" name="connsiteY7"/>
                <a:gd fmla="*/ 39413 w 7613202" name="connsiteX8"/>
                <a:gd fmla="*/ 1569050 h 2611788" name="connsiteY8"/>
                <a:gd fmla="*/ 933905 w 7613202" name="connsiteX9"/>
                <a:gd fmla="*/ 672938 h 2611788" name="connsiteY9"/>
                <a:gd fmla="*/ 2373609 w 7613202" name="connsiteX10"/>
                <a:gd fmla="*/ 90865 h 2611788" name="connsiteY10"/>
                <a:gd fmla="*/ 3576045 w 7613202" name="connsiteX11"/>
                <a:gd fmla="*/ 7521 h 2611788" name="connsiteY11"/>
                <a:gd fmla="*/ 6646143 w 7613202" name="connsiteX12"/>
                <a:gd fmla="*/ 1312065 h 2611788" name="connsiteY12"/>
                <a:gd fmla="*/ 6673575 w 7613202" name="connsiteX13"/>
                <a:gd fmla="*/ 1335973 h 2611788" name="connsiteY13"/>
                <a:gd fmla="*/ 7023809 w 7613202" name="connsiteX14"/>
                <a:gd fmla="*/ 985453 h 2611788" name="connsiteY14"/>
                <a:gd fmla="*/ 7226311 w 7613202" name="connsiteX15"/>
                <a:gd fmla="*/ 917540 h 2611788" name="connsiteY15"/>
                <a:gd fmla="*/ 7402428 w 7613202" name="connsiteX16"/>
                <a:gd fmla="*/ 1087847 h 2611788" name="connsiteY16"/>
                <a:gd fmla="*/ 7497488 w 7613202" name="connsiteX17"/>
                <a:gd fmla="*/ 1654394 h 2611788" name="connsiteY17"/>
                <a:gd fmla="*/ 7607597 w 7613202" name="connsiteX18"/>
                <a:gd fmla="*/ 2324382 h 2611788" name="connsiteY18"/>
                <a:gd fmla="*/ 7331562 w 7613202" name="connsiteX19"/>
                <a:gd fmla="*/ 2607084 h 2611788" name="connsiteY19"/>
                <a:gd fmla="*/ 6104075 w 7613202" name="connsiteX20"/>
                <a:gd fmla="*/ 2406298 h 2611788" name="connsiteY20"/>
                <a:gd fmla="*/ 5925387 w 7613202" name="connsiteX21"/>
                <a:gd fmla="*/ 2255803 h 2611788" name="connsiteY21"/>
                <a:gd fmla="*/ 5981108 w 7613202" name="connsiteX22"/>
                <a:gd fmla="*/ 2028441 h 2611788" name="connsiteY22"/>
                <a:gd fmla="*/ 6359060 w 7613202" name="connsiteX23"/>
                <a:gd fmla="*/ 1651060 h 2611788" name="connsiteY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b="b" l="l" r="r" t="t"/>
              <a:pathLst>
                <a:path h="2611788" w="7613202">
                  <a:moveTo>
                    <a:pt x="6359155" y="1651060"/>
                  </a:moveTo>
                  <a:cubicBezTo>
                    <a:pt x="6180942" y="1474371"/>
                    <a:pt x="5990537" y="1322067"/>
                    <a:pt x="5787274" y="1185383"/>
                  </a:cubicBezTo>
                  <a:cubicBezTo>
                    <a:pt x="5279401" y="843816"/>
                    <a:pt x="4723808" y="619503"/>
                    <a:pt x="4121447" y="512537"/>
                  </a:cubicBezTo>
                  <a:cubicBezTo>
                    <a:pt x="3729112" y="442814"/>
                    <a:pt x="3334110" y="427860"/>
                    <a:pt x="2936632" y="460816"/>
                  </a:cubicBezTo>
                  <a:cubicBezTo>
                    <a:pt x="2447047" y="501393"/>
                    <a:pt x="1977179" y="614645"/>
                    <a:pt x="1536266" y="834672"/>
                  </a:cubicBezTo>
                  <a:cubicBezTo>
                    <a:pt x="1130406" y="1037174"/>
                    <a:pt x="778743" y="1308256"/>
                    <a:pt x="503471" y="1672396"/>
                  </a:cubicBezTo>
                  <a:cubicBezTo>
                    <a:pt x="470990" y="1715354"/>
                    <a:pt x="442225" y="1761074"/>
                    <a:pt x="413078" y="1806413"/>
                  </a:cubicBezTo>
                  <a:cubicBezTo>
                    <a:pt x="341260" y="1918427"/>
                    <a:pt x="211339" y="1951955"/>
                    <a:pt x="103897" y="1885280"/>
                  </a:cubicBezTo>
                  <a:cubicBezTo>
                    <a:pt x="-4212" y="1818224"/>
                    <a:pt x="-31834" y="1683445"/>
                    <a:pt x="39413" y="1569050"/>
                  </a:cubicBezTo>
                  <a:cubicBezTo>
                    <a:pt x="268489" y="1201385"/>
                    <a:pt x="577575" y="912873"/>
                    <a:pt x="933905" y="672938"/>
                  </a:cubicBezTo>
                  <a:cubicBezTo>
                    <a:pt x="1372341" y="377568"/>
                    <a:pt x="1856687" y="193449"/>
                    <a:pt x="2373609" y="90865"/>
                  </a:cubicBezTo>
                  <a:cubicBezTo>
                    <a:pt x="2770992" y="11998"/>
                    <a:pt x="3172757" y="-14672"/>
                    <a:pt x="3576045" y="7521"/>
                  </a:cubicBezTo>
                  <a:cubicBezTo>
                    <a:pt x="4755526" y="72291"/>
                    <a:pt x="5783750" y="498440"/>
                    <a:pt x="6646143" y="1312065"/>
                  </a:cubicBezTo>
                  <a:cubicBezTo>
                    <a:pt x="6654144" y="1319590"/>
                    <a:pt x="6662621" y="1326448"/>
                    <a:pt x="6673575" y="1335973"/>
                  </a:cubicBezTo>
                  <a:cubicBezTo>
                    <a:pt x="6791018" y="1218435"/>
                    <a:pt x="6907509" y="1102039"/>
                    <a:pt x="7023809" y="985453"/>
                  </a:cubicBezTo>
                  <a:cubicBezTo>
                    <a:pt x="7080102" y="929065"/>
                    <a:pt x="7146206" y="901824"/>
                    <a:pt x="7226311" y="917540"/>
                  </a:cubicBezTo>
                  <a:cubicBezTo>
                    <a:pt x="7321466" y="936209"/>
                    <a:pt x="7384902" y="992692"/>
                    <a:pt x="7402428" y="1087847"/>
                  </a:cubicBezTo>
                  <a:cubicBezTo>
                    <a:pt x="7437099" y="1276156"/>
                    <a:pt x="7466436" y="1465418"/>
                    <a:pt x="7497488" y="1654394"/>
                  </a:cubicBezTo>
                  <a:cubicBezTo>
                    <a:pt x="7534159" y="1877755"/>
                    <a:pt x="7568163" y="2101498"/>
                    <a:pt x="7607597" y="2324382"/>
                  </a:cubicBezTo>
                  <a:cubicBezTo>
                    <a:pt x="7641030" y="2513073"/>
                    <a:pt x="7521872" y="2638041"/>
                    <a:pt x="7331562" y="2607084"/>
                  </a:cubicBezTo>
                  <a:cubicBezTo>
                    <a:pt x="6922368" y="2540409"/>
                    <a:pt x="6513270" y="2473258"/>
                    <a:pt x="6104075" y="2406298"/>
                  </a:cubicBezTo>
                  <a:cubicBezTo>
                    <a:pt x="6014636" y="2391629"/>
                    <a:pt x="5952724" y="2342194"/>
                    <a:pt x="5925387" y="2255803"/>
                  </a:cubicBezTo>
                  <a:cubicBezTo>
                    <a:pt x="5898240" y="2170173"/>
                    <a:pt x="5916909" y="2092735"/>
                    <a:pt x="5981108" y="2028441"/>
                  </a:cubicBezTo>
                  <a:cubicBezTo>
                    <a:pt x="6105504" y="1903854"/>
                    <a:pt x="6230282" y="1779648"/>
                    <a:pt x="6359060" y="1651060"/>
                  </a:cubicBezTo>
                  <a:close/>
                </a:path>
              </a:pathLst>
            </a:custGeom>
            <a:solidFill>
              <a:schemeClr val="accent1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c7c7a5ae-9c9d-4f50-bf38-7f1e549d9ca3" id="41" name="Shape2">
              <a:extLst>
                <a:ext uri="{FF2B5EF4-FFF2-40B4-BE49-F238E27FC236}">
                  <a16:creationId id="{EBBA2C96-1982-5085-26FC-841495CFF494}"/>
                </a:ext>
              </a:extLst>
            </p:cNvPr>
            <p:cNvSpPr/>
            <p:nvPr/>
          </p:nvSpPr>
          <p:spPr>
            <a:xfrm rot="7175302" flipV="false" flipH="false">
              <a:off x="9334830" y="4070865"/>
              <a:ext cx="780724" cy="278164"/>
            </a:xfrm>
            <a:custGeom>
              <a:avLst/>
              <a:gdLst>
                <a:gd fmla="*/ 6359155 w 7613202" name="connsiteX0"/>
                <a:gd fmla="*/ 1651060 h 2611788" name="connsiteY0"/>
                <a:gd fmla="*/ 5787274 w 7613202" name="connsiteX1"/>
                <a:gd fmla="*/ 1185383 h 2611788" name="connsiteY1"/>
                <a:gd fmla="*/ 4121447 w 7613202" name="connsiteX2"/>
                <a:gd fmla="*/ 512537 h 2611788" name="connsiteY2"/>
                <a:gd fmla="*/ 2936632 w 7613202" name="connsiteX3"/>
                <a:gd fmla="*/ 460816 h 2611788" name="connsiteY3"/>
                <a:gd fmla="*/ 1536266 w 7613202" name="connsiteX4"/>
                <a:gd fmla="*/ 834672 h 2611788" name="connsiteY4"/>
                <a:gd fmla="*/ 503471 w 7613202" name="connsiteX5"/>
                <a:gd fmla="*/ 1672396 h 2611788" name="connsiteY5"/>
                <a:gd fmla="*/ 413078 w 7613202" name="connsiteX6"/>
                <a:gd fmla="*/ 1806413 h 2611788" name="connsiteY6"/>
                <a:gd fmla="*/ 103897 w 7613202" name="connsiteX7"/>
                <a:gd fmla="*/ 1885280 h 2611788" name="connsiteY7"/>
                <a:gd fmla="*/ 39413 w 7613202" name="connsiteX8"/>
                <a:gd fmla="*/ 1569050 h 2611788" name="connsiteY8"/>
                <a:gd fmla="*/ 933905 w 7613202" name="connsiteX9"/>
                <a:gd fmla="*/ 672938 h 2611788" name="connsiteY9"/>
                <a:gd fmla="*/ 2373609 w 7613202" name="connsiteX10"/>
                <a:gd fmla="*/ 90865 h 2611788" name="connsiteY10"/>
                <a:gd fmla="*/ 3576045 w 7613202" name="connsiteX11"/>
                <a:gd fmla="*/ 7521 h 2611788" name="connsiteY11"/>
                <a:gd fmla="*/ 6646143 w 7613202" name="connsiteX12"/>
                <a:gd fmla="*/ 1312065 h 2611788" name="connsiteY12"/>
                <a:gd fmla="*/ 6673575 w 7613202" name="connsiteX13"/>
                <a:gd fmla="*/ 1335973 h 2611788" name="connsiteY13"/>
                <a:gd fmla="*/ 7023809 w 7613202" name="connsiteX14"/>
                <a:gd fmla="*/ 985453 h 2611788" name="connsiteY14"/>
                <a:gd fmla="*/ 7226311 w 7613202" name="connsiteX15"/>
                <a:gd fmla="*/ 917540 h 2611788" name="connsiteY15"/>
                <a:gd fmla="*/ 7402428 w 7613202" name="connsiteX16"/>
                <a:gd fmla="*/ 1087847 h 2611788" name="connsiteY16"/>
                <a:gd fmla="*/ 7497488 w 7613202" name="connsiteX17"/>
                <a:gd fmla="*/ 1654394 h 2611788" name="connsiteY17"/>
                <a:gd fmla="*/ 7607597 w 7613202" name="connsiteX18"/>
                <a:gd fmla="*/ 2324382 h 2611788" name="connsiteY18"/>
                <a:gd fmla="*/ 7331562 w 7613202" name="connsiteX19"/>
                <a:gd fmla="*/ 2607084 h 2611788" name="connsiteY19"/>
                <a:gd fmla="*/ 6104075 w 7613202" name="connsiteX20"/>
                <a:gd fmla="*/ 2406298 h 2611788" name="connsiteY20"/>
                <a:gd fmla="*/ 5925387 w 7613202" name="connsiteX21"/>
                <a:gd fmla="*/ 2255803 h 2611788" name="connsiteY21"/>
                <a:gd fmla="*/ 5981108 w 7613202" name="connsiteX22"/>
                <a:gd fmla="*/ 2028441 h 2611788" name="connsiteY22"/>
                <a:gd fmla="*/ 6359060 w 7613202" name="connsiteX23"/>
                <a:gd fmla="*/ 1651060 h 2611788" name="connsiteY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b="b" l="l" r="r" t="t"/>
              <a:pathLst>
                <a:path h="2611788" w="7613202">
                  <a:moveTo>
                    <a:pt x="6359155" y="1651060"/>
                  </a:moveTo>
                  <a:cubicBezTo>
                    <a:pt x="6180942" y="1474371"/>
                    <a:pt x="5990537" y="1322067"/>
                    <a:pt x="5787274" y="1185383"/>
                  </a:cubicBezTo>
                  <a:cubicBezTo>
                    <a:pt x="5279401" y="843816"/>
                    <a:pt x="4723808" y="619503"/>
                    <a:pt x="4121447" y="512537"/>
                  </a:cubicBezTo>
                  <a:cubicBezTo>
                    <a:pt x="3729112" y="442814"/>
                    <a:pt x="3334110" y="427860"/>
                    <a:pt x="2936632" y="460816"/>
                  </a:cubicBezTo>
                  <a:cubicBezTo>
                    <a:pt x="2447047" y="501393"/>
                    <a:pt x="1977179" y="614645"/>
                    <a:pt x="1536266" y="834672"/>
                  </a:cubicBezTo>
                  <a:cubicBezTo>
                    <a:pt x="1130406" y="1037174"/>
                    <a:pt x="778743" y="1308256"/>
                    <a:pt x="503471" y="1672396"/>
                  </a:cubicBezTo>
                  <a:cubicBezTo>
                    <a:pt x="470990" y="1715354"/>
                    <a:pt x="442225" y="1761074"/>
                    <a:pt x="413078" y="1806413"/>
                  </a:cubicBezTo>
                  <a:cubicBezTo>
                    <a:pt x="341260" y="1918427"/>
                    <a:pt x="211339" y="1951955"/>
                    <a:pt x="103897" y="1885280"/>
                  </a:cubicBezTo>
                  <a:cubicBezTo>
                    <a:pt x="-4212" y="1818224"/>
                    <a:pt x="-31834" y="1683445"/>
                    <a:pt x="39413" y="1569050"/>
                  </a:cubicBezTo>
                  <a:cubicBezTo>
                    <a:pt x="268489" y="1201385"/>
                    <a:pt x="577575" y="912873"/>
                    <a:pt x="933905" y="672938"/>
                  </a:cubicBezTo>
                  <a:cubicBezTo>
                    <a:pt x="1372341" y="377568"/>
                    <a:pt x="1856687" y="193449"/>
                    <a:pt x="2373609" y="90865"/>
                  </a:cubicBezTo>
                  <a:cubicBezTo>
                    <a:pt x="2770992" y="11998"/>
                    <a:pt x="3172757" y="-14672"/>
                    <a:pt x="3576045" y="7521"/>
                  </a:cubicBezTo>
                  <a:cubicBezTo>
                    <a:pt x="4755526" y="72291"/>
                    <a:pt x="5783750" y="498440"/>
                    <a:pt x="6646143" y="1312065"/>
                  </a:cubicBezTo>
                  <a:cubicBezTo>
                    <a:pt x="6654144" y="1319590"/>
                    <a:pt x="6662621" y="1326448"/>
                    <a:pt x="6673575" y="1335973"/>
                  </a:cubicBezTo>
                  <a:cubicBezTo>
                    <a:pt x="6791018" y="1218435"/>
                    <a:pt x="6907509" y="1102039"/>
                    <a:pt x="7023809" y="985453"/>
                  </a:cubicBezTo>
                  <a:cubicBezTo>
                    <a:pt x="7080102" y="929065"/>
                    <a:pt x="7146206" y="901824"/>
                    <a:pt x="7226311" y="917540"/>
                  </a:cubicBezTo>
                  <a:cubicBezTo>
                    <a:pt x="7321466" y="936209"/>
                    <a:pt x="7384902" y="992692"/>
                    <a:pt x="7402428" y="1087847"/>
                  </a:cubicBezTo>
                  <a:cubicBezTo>
                    <a:pt x="7437099" y="1276156"/>
                    <a:pt x="7466436" y="1465418"/>
                    <a:pt x="7497488" y="1654394"/>
                  </a:cubicBezTo>
                  <a:cubicBezTo>
                    <a:pt x="7534159" y="1877755"/>
                    <a:pt x="7568163" y="2101498"/>
                    <a:pt x="7607597" y="2324382"/>
                  </a:cubicBezTo>
                  <a:cubicBezTo>
                    <a:pt x="7641030" y="2513073"/>
                    <a:pt x="7521872" y="2638041"/>
                    <a:pt x="7331562" y="2607084"/>
                  </a:cubicBezTo>
                  <a:cubicBezTo>
                    <a:pt x="6922368" y="2540409"/>
                    <a:pt x="6513270" y="2473258"/>
                    <a:pt x="6104075" y="2406298"/>
                  </a:cubicBezTo>
                  <a:cubicBezTo>
                    <a:pt x="6014636" y="2391629"/>
                    <a:pt x="5952724" y="2342194"/>
                    <a:pt x="5925387" y="2255803"/>
                  </a:cubicBezTo>
                  <a:cubicBezTo>
                    <a:pt x="5898240" y="2170173"/>
                    <a:pt x="5916909" y="2092735"/>
                    <a:pt x="5981108" y="2028441"/>
                  </a:cubicBezTo>
                  <a:cubicBezTo>
                    <a:pt x="6105504" y="1903854"/>
                    <a:pt x="6230282" y="1779648"/>
                    <a:pt x="6359060" y="1651060"/>
                  </a:cubicBezTo>
                  <a:close/>
                </a:path>
              </a:pathLst>
            </a:custGeom>
            <a:solidFill>
              <a:schemeClr val="accent2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cf121e2d-2e81-4813-8d42-8cf06c63d24b" id="42" name="Shape3">
              <a:extLst>
                <a:ext uri="{FF2B5EF4-FFF2-40B4-BE49-F238E27FC236}">
                  <a16:creationId id="{7D490F27-91C7-58E4-88A9-F7B94D857FAF}"/>
                </a:ext>
              </a:extLst>
            </p:cNvPr>
            <p:cNvSpPr/>
            <p:nvPr/>
          </p:nvSpPr>
          <p:spPr>
            <a:xfrm rot="10952956" flipV="false" flipH="false">
              <a:off x="4890618" y="5021311"/>
              <a:ext cx="780724" cy="278164"/>
            </a:xfrm>
            <a:custGeom>
              <a:avLst/>
              <a:gdLst>
                <a:gd fmla="*/ 6359155 w 7613202" name="connsiteX0"/>
                <a:gd fmla="*/ 1651060 h 2611788" name="connsiteY0"/>
                <a:gd fmla="*/ 5787274 w 7613202" name="connsiteX1"/>
                <a:gd fmla="*/ 1185383 h 2611788" name="connsiteY1"/>
                <a:gd fmla="*/ 4121447 w 7613202" name="connsiteX2"/>
                <a:gd fmla="*/ 512537 h 2611788" name="connsiteY2"/>
                <a:gd fmla="*/ 2936632 w 7613202" name="connsiteX3"/>
                <a:gd fmla="*/ 460816 h 2611788" name="connsiteY3"/>
                <a:gd fmla="*/ 1536266 w 7613202" name="connsiteX4"/>
                <a:gd fmla="*/ 834672 h 2611788" name="connsiteY4"/>
                <a:gd fmla="*/ 503471 w 7613202" name="connsiteX5"/>
                <a:gd fmla="*/ 1672396 h 2611788" name="connsiteY5"/>
                <a:gd fmla="*/ 413078 w 7613202" name="connsiteX6"/>
                <a:gd fmla="*/ 1806413 h 2611788" name="connsiteY6"/>
                <a:gd fmla="*/ 103897 w 7613202" name="connsiteX7"/>
                <a:gd fmla="*/ 1885280 h 2611788" name="connsiteY7"/>
                <a:gd fmla="*/ 39413 w 7613202" name="connsiteX8"/>
                <a:gd fmla="*/ 1569050 h 2611788" name="connsiteY8"/>
                <a:gd fmla="*/ 933905 w 7613202" name="connsiteX9"/>
                <a:gd fmla="*/ 672938 h 2611788" name="connsiteY9"/>
                <a:gd fmla="*/ 2373609 w 7613202" name="connsiteX10"/>
                <a:gd fmla="*/ 90865 h 2611788" name="connsiteY10"/>
                <a:gd fmla="*/ 3576045 w 7613202" name="connsiteX11"/>
                <a:gd fmla="*/ 7521 h 2611788" name="connsiteY11"/>
                <a:gd fmla="*/ 6646143 w 7613202" name="connsiteX12"/>
                <a:gd fmla="*/ 1312065 h 2611788" name="connsiteY12"/>
                <a:gd fmla="*/ 6673575 w 7613202" name="connsiteX13"/>
                <a:gd fmla="*/ 1335973 h 2611788" name="connsiteY13"/>
                <a:gd fmla="*/ 7023809 w 7613202" name="connsiteX14"/>
                <a:gd fmla="*/ 985453 h 2611788" name="connsiteY14"/>
                <a:gd fmla="*/ 7226311 w 7613202" name="connsiteX15"/>
                <a:gd fmla="*/ 917540 h 2611788" name="connsiteY15"/>
                <a:gd fmla="*/ 7402428 w 7613202" name="connsiteX16"/>
                <a:gd fmla="*/ 1087847 h 2611788" name="connsiteY16"/>
                <a:gd fmla="*/ 7497488 w 7613202" name="connsiteX17"/>
                <a:gd fmla="*/ 1654394 h 2611788" name="connsiteY17"/>
                <a:gd fmla="*/ 7607597 w 7613202" name="connsiteX18"/>
                <a:gd fmla="*/ 2324382 h 2611788" name="connsiteY18"/>
                <a:gd fmla="*/ 7331562 w 7613202" name="connsiteX19"/>
                <a:gd fmla="*/ 2607084 h 2611788" name="connsiteY19"/>
                <a:gd fmla="*/ 6104075 w 7613202" name="connsiteX20"/>
                <a:gd fmla="*/ 2406298 h 2611788" name="connsiteY20"/>
                <a:gd fmla="*/ 5925387 w 7613202" name="connsiteX21"/>
                <a:gd fmla="*/ 2255803 h 2611788" name="connsiteY21"/>
                <a:gd fmla="*/ 5981108 w 7613202" name="connsiteX22"/>
                <a:gd fmla="*/ 2028441 h 2611788" name="connsiteY22"/>
                <a:gd fmla="*/ 6359060 w 7613202" name="connsiteX23"/>
                <a:gd fmla="*/ 1651060 h 2611788" name="connsiteY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b="b" l="l" r="r" t="t"/>
              <a:pathLst>
                <a:path h="2611788" w="7613202">
                  <a:moveTo>
                    <a:pt x="6359155" y="1651060"/>
                  </a:moveTo>
                  <a:cubicBezTo>
                    <a:pt x="6180942" y="1474371"/>
                    <a:pt x="5990537" y="1322067"/>
                    <a:pt x="5787274" y="1185383"/>
                  </a:cubicBezTo>
                  <a:cubicBezTo>
                    <a:pt x="5279401" y="843816"/>
                    <a:pt x="4723808" y="619503"/>
                    <a:pt x="4121447" y="512537"/>
                  </a:cubicBezTo>
                  <a:cubicBezTo>
                    <a:pt x="3729112" y="442814"/>
                    <a:pt x="3334110" y="427860"/>
                    <a:pt x="2936632" y="460816"/>
                  </a:cubicBezTo>
                  <a:cubicBezTo>
                    <a:pt x="2447047" y="501393"/>
                    <a:pt x="1977179" y="614645"/>
                    <a:pt x="1536266" y="834672"/>
                  </a:cubicBezTo>
                  <a:cubicBezTo>
                    <a:pt x="1130406" y="1037174"/>
                    <a:pt x="778743" y="1308256"/>
                    <a:pt x="503471" y="1672396"/>
                  </a:cubicBezTo>
                  <a:cubicBezTo>
                    <a:pt x="470990" y="1715354"/>
                    <a:pt x="442225" y="1761074"/>
                    <a:pt x="413078" y="1806413"/>
                  </a:cubicBezTo>
                  <a:cubicBezTo>
                    <a:pt x="341260" y="1918427"/>
                    <a:pt x="211339" y="1951955"/>
                    <a:pt x="103897" y="1885280"/>
                  </a:cubicBezTo>
                  <a:cubicBezTo>
                    <a:pt x="-4212" y="1818224"/>
                    <a:pt x="-31834" y="1683445"/>
                    <a:pt x="39413" y="1569050"/>
                  </a:cubicBezTo>
                  <a:cubicBezTo>
                    <a:pt x="268489" y="1201385"/>
                    <a:pt x="577575" y="912873"/>
                    <a:pt x="933905" y="672938"/>
                  </a:cubicBezTo>
                  <a:cubicBezTo>
                    <a:pt x="1372341" y="377568"/>
                    <a:pt x="1856687" y="193449"/>
                    <a:pt x="2373609" y="90865"/>
                  </a:cubicBezTo>
                  <a:cubicBezTo>
                    <a:pt x="2770992" y="11998"/>
                    <a:pt x="3172757" y="-14672"/>
                    <a:pt x="3576045" y="7521"/>
                  </a:cubicBezTo>
                  <a:cubicBezTo>
                    <a:pt x="4755526" y="72291"/>
                    <a:pt x="5783750" y="498440"/>
                    <a:pt x="6646143" y="1312065"/>
                  </a:cubicBezTo>
                  <a:cubicBezTo>
                    <a:pt x="6654144" y="1319590"/>
                    <a:pt x="6662621" y="1326448"/>
                    <a:pt x="6673575" y="1335973"/>
                  </a:cubicBezTo>
                  <a:cubicBezTo>
                    <a:pt x="6791018" y="1218435"/>
                    <a:pt x="6907509" y="1102039"/>
                    <a:pt x="7023809" y="985453"/>
                  </a:cubicBezTo>
                  <a:cubicBezTo>
                    <a:pt x="7080102" y="929065"/>
                    <a:pt x="7146206" y="901824"/>
                    <a:pt x="7226311" y="917540"/>
                  </a:cubicBezTo>
                  <a:cubicBezTo>
                    <a:pt x="7321466" y="936209"/>
                    <a:pt x="7384902" y="992692"/>
                    <a:pt x="7402428" y="1087847"/>
                  </a:cubicBezTo>
                  <a:cubicBezTo>
                    <a:pt x="7437099" y="1276156"/>
                    <a:pt x="7466436" y="1465418"/>
                    <a:pt x="7497488" y="1654394"/>
                  </a:cubicBezTo>
                  <a:cubicBezTo>
                    <a:pt x="7534159" y="1877755"/>
                    <a:pt x="7568163" y="2101498"/>
                    <a:pt x="7607597" y="2324382"/>
                  </a:cubicBezTo>
                  <a:cubicBezTo>
                    <a:pt x="7641030" y="2513073"/>
                    <a:pt x="7521872" y="2638041"/>
                    <a:pt x="7331562" y="2607084"/>
                  </a:cubicBezTo>
                  <a:cubicBezTo>
                    <a:pt x="6922368" y="2540409"/>
                    <a:pt x="6513270" y="2473258"/>
                    <a:pt x="6104075" y="2406298"/>
                  </a:cubicBezTo>
                  <a:cubicBezTo>
                    <a:pt x="6014636" y="2391629"/>
                    <a:pt x="5952724" y="2342194"/>
                    <a:pt x="5925387" y="2255803"/>
                  </a:cubicBezTo>
                  <a:cubicBezTo>
                    <a:pt x="5898240" y="2170173"/>
                    <a:pt x="5916909" y="2092735"/>
                    <a:pt x="5981108" y="2028441"/>
                  </a:cubicBezTo>
                  <a:cubicBezTo>
                    <a:pt x="6105504" y="1903854"/>
                    <a:pt x="6230282" y="1779648"/>
                    <a:pt x="6359060" y="1651060"/>
                  </a:cubicBezTo>
                  <a:close/>
                </a:path>
              </a:pathLst>
            </a:custGeom>
            <a:solidFill>
              <a:schemeClr val="accent4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15c4ad5a-b781-4f6e-94be-360007f6cc70" id="43" name="Shape4">
              <a:extLst>
                <a:ext uri="{FF2B5EF4-FFF2-40B4-BE49-F238E27FC236}">
                  <a16:creationId id="{B6014B94-E1D2-4AC0-E9FE-36DE540D3B07}"/>
                </a:ext>
              </a:extLst>
            </p:cNvPr>
            <p:cNvSpPr/>
            <p:nvPr/>
          </p:nvSpPr>
          <p:spPr>
            <a:xfrm rot="18672729" flipV="false" flipH="false">
              <a:off x="2458568" y="3099227"/>
              <a:ext cx="780724" cy="278164"/>
            </a:xfrm>
            <a:custGeom>
              <a:avLst/>
              <a:gdLst>
                <a:gd fmla="*/ 6359155 w 7613202" name="connsiteX0"/>
                <a:gd fmla="*/ 1651060 h 2611788" name="connsiteY0"/>
                <a:gd fmla="*/ 5787274 w 7613202" name="connsiteX1"/>
                <a:gd fmla="*/ 1185383 h 2611788" name="connsiteY1"/>
                <a:gd fmla="*/ 4121447 w 7613202" name="connsiteX2"/>
                <a:gd fmla="*/ 512537 h 2611788" name="connsiteY2"/>
                <a:gd fmla="*/ 2936632 w 7613202" name="connsiteX3"/>
                <a:gd fmla="*/ 460816 h 2611788" name="connsiteY3"/>
                <a:gd fmla="*/ 1536266 w 7613202" name="connsiteX4"/>
                <a:gd fmla="*/ 834672 h 2611788" name="connsiteY4"/>
                <a:gd fmla="*/ 503471 w 7613202" name="connsiteX5"/>
                <a:gd fmla="*/ 1672396 h 2611788" name="connsiteY5"/>
                <a:gd fmla="*/ 413078 w 7613202" name="connsiteX6"/>
                <a:gd fmla="*/ 1806413 h 2611788" name="connsiteY6"/>
                <a:gd fmla="*/ 103897 w 7613202" name="connsiteX7"/>
                <a:gd fmla="*/ 1885280 h 2611788" name="connsiteY7"/>
                <a:gd fmla="*/ 39413 w 7613202" name="connsiteX8"/>
                <a:gd fmla="*/ 1569050 h 2611788" name="connsiteY8"/>
                <a:gd fmla="*/ 933905 w 7613202" name="connsiteX9"/>
                <a:gd fmla="*/ 672938 h 2611788" name="connsiteY9"/>
                <a:gd fmla="*/ 2373609 w 7613202" name="connsiteX10"/>
                <a:gd fmla="*/ 90865 h 2611788" name="connsiteY10"/>
                <a:gd fmla="*/ 3576045 w 7613202" name="connsiteX11"/>
                <a:gd fmla="*/ 7521 h 2611788" name="connsiteY11"/>
                <a:gd fmla="*/ 6646143 w 7613202" name="connsiteX12"/>
                <a:gd fmla="*/ 1312065 h 2611788" name="connsiteY12"/>
                <a:gd fmla="*/ 6673575 w 7613202" name="connsiteX13"/>
                <a:gd fmla="*/ 1335973 h 2611788" name="connsiteY13"/>
                <a:gd fmla="*/ 7023809 w 7613202" name="connsiteX14"/>
                <a:gd fmla="*/ 985453 h 2611788" name="connsiteY14"/>
                <a:gd fmla="*/ 7226311 w 7613202" name="connsiteX15"/>
                <a:gd fmla="*/ 917540 h 2611788" name="connsiteY15"/>
                <a:gd fmla="*/ 7402428 w 7613202" name="connsiteX16"/>
                <a:gd fmla="*/ 1087847 h 2611788" name="connsiteY16"/>
                <a:gd fmla="*/ 7497488 w 7613202" name="connsiteX17"/>
                <a:gd fmla="*/ 1654394 h 2611788" name="connsiteY17"/>
                <a:gd fmla="*/ 7607597 w 7613202" name="connsiteX18"/>
                <a:gd fmla="*/ 2324382 h 2611788" name="connsiteY18"/>
                <a:gd fmla="*/ 7331562 w 7613202" name="connsiteX19"/>
                <a:gd fmla="*/ 2607084 h 2611788" name="connsiteY19"/>
                <a:gd fmla="*/ 6104075 w 7613202" name="connsiteX20"/>
                <a:gd fmla="*/ 2406298 h 2611788" name="connsiteY20"/>
                <a:gd fmla="*/ 5925387 w 7613202" name="connsiteX21"/>
                <a:gd fmla="*/ 2255803 h 2611788" name="connsiteY21"/>
                <a:gd fmla="*/ 5981108 w 7613202" name="connsiteX22"/>
                <a:gd fmla="*/ 2028441 h 2611788" name="connsiteY22"/>
                <a:gd fmla="*/ 6359060 w 7613202" name="connsiteX23"/>
                <a:gd fmla="*/ 1651060 h 2611788" name="connsiteY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b="b" l="l" r="r" t="t"/>
              <a:pathLst>
                <a:path h="2611788" w="7613202">
                  <a:moveTo>
                    <a:pt x="6359155" y="1651060"/>
                  </a:moveTo>
                  <a:cubicBezTo>
                    <a:pt x="6180942" y="1474371"/>
                    <a:pt x="5990537" y="1322067"/>
                    <a:pt x="5787274" y="1185383"/>
                  </a:cubicBezTo>
                  <a:cubicBezTo>
                    <a:pt x="5279401" y="843816"/>
                    <a:pt x="4723808" y="619503"/>
                    <a:pt x="4121447" y="512537"/>
                  </a:cubicBezTo>
                  <a:cubicBezTo>
                    <a:pt x="3729112" y="442814"/>
                    <a:pt x="3334110" y="427860"/>
                    <a:pt x="2936632" y="460816"/>
                  </a:cubicBezTo>
                  <a:cubicBezTo>
                    <a:pt x="2447047" y="501393"/>
                    <a:pt x="1977179" y="614645"/>
                    <a:pt x="1536266" y="834672"/>
                  </a:cubicBezTo>
                  <a:cubicBezTo>
                    <a:pt x="1130406" y="1037174"/>
                    <a:pt x="778743" y="1308256"/>
                    <a:pt x="503471" y="1672396"/>
                  </a:cubicBezTo>
                  <a:cubicBezTo>
                    <a:pt x="470990" y="1715354"/>
                    <a:pt x="442225" y="1761074"/>
                    <a:pt x="413078" y="1806413"/>
                  </a:cubicBezTo>
                  <a:cubicBezTo>
                    <a:pt x="341260" y="1918427"/>
                    <a:pt x="211339" y="1951955"/>
                    <a:pt x="103897" y="1885280"/>
                  </a:cubicBezTo>
                  <a:cubicBezTo>
                    <a:pt x="-4212" y="1818224"/>
                    <a:pt x="-31834" y="1683445"/>
                    <a:pt x="39413" y="1569050"/>
                  </a:cubicBezTo>
                  <a:cubicBezTo>
                    <a:pt x="268489" y="1201385"/>
                    <a:pt x="577575" y="912873"/>
                    <a:pt x="933905" y="672938"/>
                  </a:cubicBezTo>
                  <a:cubicBezTo>
                    <a:pt x="1372341" y="377568"/>
                    <a:pt x="1856687" y="193449"/>
                    <a:pt x="2373609" y="90865"/>
                  </a:cubicBezTo>
                  <a:cubicBezTo>
                    <a:pt x="2770992" y="11998"/>
                    <a:pt x="3172757" y="-14672"/>
                    <a:pt x="3576045" y="7521"/>
                  </a:cubicBezTo>
                  <a:cubicBezTo>
                    <a:pt x="4755526" y="72291"/>
                    <a:pt x="5783750" y="498440"/>
                    <a:pt x="6646143" y="1312065"/>
                  </a:cubicBezTo>
                  <a:cubicBezTo>
                    <a:pt x="6654144" y="1319590"/>
                    <a:pt x="6662621" y="1326448"/>
                    <a:pt x="6673575" y="1335973"/>
                  </a:cubicBezTo>
                  <a:cubicBezTo>
                    <a:pt x="6791018" y="1218435"/>
                    <a:pt x="6907509" y="1102039"/>
                    <a:pt x="7023809" y="985453"/>
                  </a:cubicBezTo>
                  <a:cubicBezTo>
                    <a:pt x="7080102" y="929065"/>
                    <a:pt x="7146206" y="901824"/>
                    <a:pt x="7226311" y="917540"/>
                  </a:cubicBezTo>
                  <a:cubicBezTo>
                    <a:pt x="7321466" y="936209"/>
                    <a:pt x="7384902" y="992692"/>
                    <a:pt x="7402428" y="1087847"/>
                  </a:cubicBezTo>
                  <a:cubicBezTo>
                    <a:pt x="7437099" y="1276156"/>
                    <a:pt x="7466436" y="1465418"/>
                    <a:pt x="7497488" y="1654394"/>
                  </a:cubicBezTo>
                  <a:cubicBezTo>
                    <a:pt x="7534159" y="1877755"/>
                    <a:pt x="7568163" y="2101498"/>
                    <a:pt x="7607597" y="2324382"/>
                  </a:cubicBezTo>
                  <a:cubicBezTo>
                    <a:pt x="7641030" y="2513073"/>
                    <a:pt x="7521872" y="2638041"/>
                    <a:pt x="7331562" y="2607084"/>
                  </a:cubicBezTo>
                  <a:cubicBezTo>
                    <a:pt x="6922368" y="2540409"/>
                    <a:pt x="6513270" y="2473258"/>
                    <a:pt x="6104075" y="2406298"/>
                  </a:cubicBezTo>
                  <a:cubicBezTo>
                    <a:pt x="6014636" y="2391629"/>
                    <a:pt x="5952724" y="2342194"/>
                    <a:pt x="5925387" y="2255803"/>
                  </a:cubicBezTo>
                  <a:cubicBezTo>
                    <a:pt x="5898240" y="2170173"/>
                    <a:pt x="5916909" y="2092735"/>
                    <a:pt x="5981108" y="2028441"/>
                  </a:cubicBezTo>
                  <a:cubicBezTo>
                    <a:pt x="6105504" y="1903854"/>
                    <a:pt x="6230282" y="1779648"/>
                    <a:pt x="6359060" y="1651060"/>
                  </a:cubicBezTo>
                  <a:close/>
                </a:path>
              </a:pathLst>
            </a:custGeom>
            <a:solidFill>
              <a:schemeClr val="accent3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制定指南的目的</a:t>
            </a:r>
          </a:p>
        </p:txBody>
      </p:sp>
      <p:grpSp>
        <p:nvGrpSpPr>
          <p:cNvPr descr="1948790a-41fa-414b-ade0-2d59beda53dd" id="23" name="61ce3926-92d1-4ce3-bb97-c514787fe11b.source.3.zh-Hans.pptx">
            <a:extLst>
              <a:ext uri="{FF2B5EF4-FFF2-40B4-BE49-F238E27FC236}">
                <a16:creationId id="{7445852D-73E4-E915-1938-AEA22A7DBA0E}"/>
              </a:ext>
            </a:extLst>
          </p:cNvPr>
          <p:cNvGrpSpPr/>
          <p:nvPr/>
        </p:nvGrpSpPr>
        <p:grpSpPr>
          <a:xfrm>
            <a:off x="660400" y="1130300"/>
            <a:ext cx="10858500" cy="5003800"/>
            <a:chOff x="660400" y="1130300"/>
            <a:chExt cx="10858500" cy="5003800"/>
          </a:xfrm>
        </p:grpSpPr>
        <p:sp>
          <p:nvSpPr>
            <p:cNvPr descr="3e69c97d-7337-4c0b-80df-098e7110e684" id="113" name="Title">
              <a:extLst>
                <a:ext uri="{FF2B5EF4-FFF2-40B4-BE49-F238E27FC236}">
                  <a16:creationId id="{7B10221B-0948-5EAA-9F76-F8C5250100F9}"/>
                </a:ext>
              </a:extLst>
            </p:cNvPr>
            <p:cNvSpPr txBox="1"/>
            <p:nvPr/>
          </p:nvSpPr>
          <p:spPr>
            <a:xfrm flipV="false" flipH="false">
              <a:off x="660400" y="1130300"/>
              <a:ext cx="10858500" cy="461665"/>
            </a:xfrm>
            <a:prstGeom prst="rect">
              <a:avLst/>
            </a:prstGeom>
            <a:noFill/>
          </p:spPr>
          <p:txBody>
            <a:bodyPr anchor="t" anchorCtr="1" rtlCol="0" vert="horz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保障参与者健康与体验的关键</a:t>
              </a:r>
            </a:p>
          </p:txBody>
        </p:sp>
        <p:grpSp>
          <p:nvGrpSpPr>
            <p:cNvPr descr="14427834-8b7a-4ee6-9dc9-fdb5979311bf" id="22" name="组合 21">
              <a:extLst>
                <a:ext uri="{FF2B5EF4-FFF2-40B4-BE49-F238E27FC236}">
                  <a16:creationId id="{34C3EFD7-2E22-598E-6534-AB26F94AF01F}"/>
                </a:ext>
              </a:extLst>
            </p:cNvPr>
            <p:cNvGrpSpPr/>
            <p:nvPr/>
          </p:nvGrpSpPr>
          <p:grpSpPr>
            <a:xfrm>
              <a:off x="671512" y="1664847"/>
              <a:ext cx="2986210" cy="4469253"/>
              <a:chOff x="671512" y="1664847"/>
              <a:chExt cx="2986210" cy="4469253"/>
            </a:xfrm>
          </p:grpSpPr>
          <p:sp>
            <p:nvSpPr>
              <p:cNvPr descr="45c3c64d-f272-4af7-9268-c5373dda2e5e" id="4" name="任意多边形: 形状 3">
                <a:extLst>
                  <a:ext uri="{FF2B5EF4-FFF2-40B4-BE49-F238E27FC236}">
                    <a16:creationId id="{86B73A08-25BF-DE40-6BDE-C68203C68B36}"/>
                  </a:ext>
                </a:extLst>
              </p:cNvPr>
              <p:cNvSpPr/>
              <p:nvPr/>
            </p:nvSpPr>
            <p:spPr>
              <a:xfrm flipH="true" flipV="false">
                <a:off x="994947" y="1664847"/>
                <a:ext cx="721549" cy="1001001"/>
              </a:xfrm>
              <a:custGeom>
                <a:avLst/>
                <a:gdLst>
                  <a:gd fmla="*/ 308330 w 861347" name="connsiteX0"/>
                  <a:gd fmla="*/ 1048184 h 1194940" name="connsiteY0"/>
                  <a:gd fmla="*/ 245561 w 861347" name="connsiteX1"/>
                  <a:gd fmla="*/ 969221 h 1194940" name="connsiteY1"/>
                  <a:gd fmla="*/ 144882 w 861347" name="connsiteX2"/>
                  <a:gd fmla="*/ 934551 h 1194940" name="connsiteY2"/>
                  <a:gd fmla="*/ 27724 w 861347" name="connsiteX3"/>
                  <a:gd fmla="*/ 801962 h 1194940" name="connsiteY3"/>
                  <a:gd fmla="*/ -851 w 861347" name="connsiteX4"/>
                  <a:gd fmla="*/ 623750 h 1194940" name="connsiteY4"/>
                  <a:gd fmla="*/ 61443 w 861347" name="connsiteX5"/>
                  <a:gd fmla="*/ 285612 h 1194940" name="connsiteY5"/>
                  <a:gd fmla="*/ 295186 w 861347" name="connsiteX6"/>
                  <a:gd fmla="*/ 39677 h 1194940" name="connsiteY6"/>
                  <a:gd fmla="*/ 564076 w 861347" name="connsiteX7"/>
                  <a:gd fmla="*/ 3958 h 1194940" name="connsiteY7"/>
                  <a:gd fmla="*/ 677044 w 861347" name="connsiteX8"/>
                  <a:gd fmla="*/ 34533 h 1194940" name="connsiteY8"/>
                  <a:gd fmla="*/ 827920 w 861347" name="connsiteX9"/>
                  <a:gd fmla="*/ 226748 h 1194940" name="connsiteY9"/>
                  <a:gd fmla="*/ 767531 w 861347" name="connsiteX10"/>
                  <a:gd fmla="*/ 656420 h 1194940" name="connsiteY10"/>
                  <a:gd fmla="*/ 703427 w 861347" name="connsiteX11"/>
                  <a:gd fmla="*/ 736430 h 1194940" name="connsiteY11"/>
                  <a:gd fmla="*/ 705524 w 861347" name="connsiteX12"/>
                  <a:gd fmla="*/ 904166 h 1194940" name="connsiteY12"/>
                  <a:gd fmla="*/ 605987 w 861347" name="connsiteX13"/>
                  <a:gd fmla="*/ 981509 h 1194940" name="connsiteY13"/>
                  <a:gd fmla="*/ 560172 w 861347" name="connsiteX14"/>
                  <a:gd fmla="*/ 1078473 h 1194940" name="connsiteY14"/>
                  <a:gd fmla="*/ 503022 w 861347" name="connsiteX15"/>
                  <a:gd fmla="*/ 1166008 h 1194940" name="connsiteY15"/>
                  <a:gd fmla="*/ 341097 w 861347" name="connsiteX16"/>
                  <a:gd fmla="*/ 1162198 h 1194940" name="connsiteY16"/>
                  <a:gd fmla="*/ 306044 w 861347" name="connsiteX17"/>
                  <a:gd fmla="*/ 1114573 h 1194940" name="connsiteY17"/>
                  <a:gd fmla="*/ 308330 w 861347" name="connsiteX18"/>
                  <a:gd fmla="*/ 1048184 h 1194940" name="connsiteY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b="b" l="l" r="r" t="t"/>
                <a:pathLst>
                  <a:path h="1194940" w="861347">
                    <a:moveTo>
                      <a:pt x="308330" y="1048184"/>
                    </a:moveTo>
                    <a:cubicBezTo>
                      <a:pt x="308330" y="1012656"/>
                      <a:pt x="277946" y="983890"/>
                      <a:pt x="245561" y="969221"/>
                    </a:cubicBezTo>
                    <a:cubicBezTo>
                      <a:pt x="213176" y="954553"/>
                      <a:pt x="177171" y="949314"/>
                      <a:pt x="144882" y="934551"/>
                    </a:cubicBezTo>
                    <a:cubicBezTo>
                      <a:pt x="89827" y="909500"/>
                      <a:pt x="49632" y="858351"/>
                      <a:pt x="27724" y="801962"/>
                    </a:cubicBezTo>
                    <a:cubicBezTo>
                      <a:pt x="5816" y="745575"/>
                      <a:pt x="6" y="684234"/>
                      <a:pt x="-851" y="623750"/>
                    </a:cubicBezTo>
                    <a:cubicBezTo>
                      <a:pt x="-2280" y="508211"/>
                      <a:pt x="13913" y="390959"/>
                      <a:pt x="61443" y="285612"/>
                    </a:cubicBezTo>
                    <a:cubicBezTo>
                      <a:pt x="108973" y="180266"/>
                      <a:pt x="190031" y="87683"/>
                      <a:pt x="295186" y="39677"/>
                    </a:cubicBezTo>
                    <a:cubicBezTo>
                      <a:pt x="378434" y="1577"/>
                      <a:pt x="473113" y="-6900"/>
                      <a:pt x="564076" y="3958"/>
                    </a:cubicBezTo>
                    <a:cubicBezTo>
                      <a:pt x="603225" y="7492"/>
                      <a:pt x="641420" y="17836"/>
                      <a:pt x="677044" y="34533"/>
                    </a:cubicBezTo>
                    <a:cubicBezTo>
                      <a:pt x="751529" y="72633"/>
                      <a:pt x="799154" y="148833"/>
                      <a:pt x="827920" y="226748"/>
                    </a:cubicBezTo>
                    <a:cubicBezTo>
                      <a:pt x="880688" y="370099"/>
                      <a:pt x="874973" y="547836"/>
                      <a:pt x="767531" y="656420"/>
                    </a:cubicBezTo>
                    <a:cubicBezTo>
                      <a:pt x="743242" y="680995"/>
                      <a:pt x="713238" y="703284"/>
                      <a:pt x="703427" y="736430"/>
                    </a:cubicBezTo>
                    <a:cubicBezTo>
                      <a:pt x="687235" y="791009"/>
                      <a:pt x="732002" y="853874"/>
                      <a:pt x="705524" y="904166"/>
                    </a:cubicBezTo>
                    <a:cubicBezTo>
                      <a:pt x="685615" y="941694"/>
                      <a:pt x="635800" y="951314"/>
                      <a:pt x="605987" y="981509"/>
                    </a:cubicBezTo>
                    <a:cubicBezTo>
                      <a:pt x="580079" y="1007607"/>
                      <a:pt x="572174" y="1045040"/>
                      <a:pt x="560172" y="1078473"/>
                    </a:cubicBezTo>
                    <a:cubicBezTo>
                      <a:pt x="548552" y="1111878"/>
                      <a:pt x="528930" y="1141929"/>
                      <a:pt x="503022" y="1166008"/>
                    </a:cubicBezTo>
                    <a:cubicBezTo>
                      <a:pt x="453587" y="1210204"/>
                      <a:pt x="391865" y="1198393"/>
                      <a:pt x="341097" y="1162198"/>
                    </a:cubicBezTo>
                    <a:cubicBezTo>
                      <a:pt x="324333" y="1150825"/>
                      <a:pt x="311950" y="1134004"/>
                      <a:pt x="306044" y="1114573"/>
                    </a:cubicBezTo>
                    <a:cubicBezTo>
                      <a:pt x="299568" y="1091808"/>
                      <a:pt x="308330" y="1071234"/>
                      <a:pt x="308330" y="1048184"/>
                    </a:cubicBezTo>
                    <a:close/>
                  </a:path>
                </a:pathLst>
              </a:custGeom>
              <a:solidFill>
                <a:srgbClr val="FFC94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0b67e19-1203-4f2d-893d-f7faf95d7120" id="5" name="任意多边形: 形状 4">
                <a:extLst>
                  <a:ext uri="{FF2B5EF4-FFF2-40B4-BE49-F238E27FC236}">
                    <a16:creationId id="{C640B04D-1B6D-8208-CD80-2F7D71343E4E}"/>
                  </a:ext>
                </a:extLst>
              </p:cNvPr>
              <p:cNvSpPr/>
              <p:nvPr/>
            </p:nvSpPr>
            <p:spPr>
              <a:xfrm flipH="true" flipV="false">
                <a:off x="843369" y="1684193"/>
                <a:ext cx="800974" cy="1778387"/>
              </a:xfrm>
              <a:custGeom>
                <a:avLst/>
                <a:gdLst>
                  <a:gd fmla="*/ 190575 w 956159" name="connsiteX0"/>
                  <a:gd fmla="*/ 716860 h 2122943" name="connsiteY0"/>
                  <a:gd fmla="*/ 438225 w 956159" name="connsiteX1"/>
                  <a:gd fmla="*/ 547029 h 2122943" name="connsiteY1"/>
                  <a:gd fmla="*/ 494612 w 956159" name="connsiteX2"/>
                  <a:gd fmla="*/ 393772 h 2122943" name="connsiteY2"/>
                  <a:gd fmla="*/ 397076 w 956159" name="connsiteX3"/>
                  <a:gd fmla="*/ 310905 h 2122943" name="connsiteY3"/>
                  <a:gd fmla="*/ 305161 w 956159" name="connsiteX4"/>
                  <a:gd fmla="*/ 427872 h 2122943" name="connsiteY4"/>
                  <a:gd fmla="*/ 279252 w 956159" name="connsiteX5"/>
                  <a:gd fmla="*/ 603798 h 2122943" name="connsiteY5"/>
                  <a:gd fmla="*/ 360500 w 956159" name="connsiteX6"/>
                  <a:gd fmla="*/ 719432 h 2122943" name="connsiteY6"/>
                  <a:gd fmla="*/ 509090 w 956159" name="connsiteX7"/>
                  <a:gd fmla="*/ 708573 h 2122943" name="connsiteY7"/>
                  <a:gd fmla="*/ 626629 w 956159" name="connsiteX8"/>
                  <a:gd fmla="*/ 586844 h 2122943" name="connsiteY8"/>
                  <a:gd fmla="*/ 668063 w 956159" name="connsiteX9"/>
                  <a:gd fmla="*/ 510644 h 2122943" name="connsiteY9"/>
                  <a:gd fmla="*/ 694066 w 956159" name="connsiteX10"/>
                  <a:gd fmla="*/ 432729 h 2122943" name="connsiteY10"/>
                  <a:gd fmla="*/ 677779 w 956159" name="connsiteX11"/>
                  <a:gd fmla="*/ 363959 h 2122943" name="connsiteY11"/>
                  <a:gd fmla="*/ 615008 w 956159" name="connsiteX12"/>
                  <a:gd fmla="*/ 350719 h 2122943" name="connsiteY12"/>
                  <a:gd fmla="*/ 525283 w 956159" name="connsiteX13"/>
                  <a:gd fmla="*/ 482450 h 2122943" name="connsiteY13"/>
                  <a:gd fmla="*/ 544333 w 956159" name="connsiteX14"/>
                  <a:gd fmla="*/ 761818 h 2122943" name="connsiteY14"/>
                  <a:gd fmla="*/ 676350 w 956159" name="connsiteX15"/>
                  <a:gd fmla="*/ 793727 h 2122943" name="connsiteY15"/>
                  <a:gd fmla="*/ 809700 w 956159" name="connsiteX16"/>
                  <a:gd fmla="*/ 700382 h 2122943" name="connsiteY16"/>
                  <a:gd fmla="*/ 950003 w 956159" name="connsiteX17"/>
                  <a:gd fmla="*/ 400440 h 2122943" name="connsiteY17"/>
                  <a:gd fmla="*/ 938763 w 956159" name="connsiteX18"/>
                  <a:gd fmla="*/ 227752 h 2122943" name="connsiteY18"/>
                  <a:gd fmla="*/ 840465 w 956159" name="connsiteX19"/>
                  <a:gd fmla="*/ 101164 h 2122943" name="connsiteY19"/>
                  <a:gd fmla="*/ 287349 w 956159" name="connsiteX20"/>
                  <a:gd fmla="*/ 56302 h 2122943" name="connsiteY20"/>
                  <a:gd fmla="*/ 79418 w 956159" name="connsiteX21"/>
                  <a:gd fmla="*/ 275377 h 2122943" name="connsiteY21"/>
                  <a:gd fmla="*/ 23410 w 956159" name="connsiteX22"/>
                  <a:gd fmla="*/ 437968 h 2122943" name="connsiteY22"/>
                  <a:gd fmla="*/ -402 w 956159" name="connsiteX23"/>
                  <a:gd fmla="*/ 595321 h 2122943" name="connsiteY23"/>
                  <a:gd fmla="*/ 107326 w 956159" name="connsiteX24"/>
                  <a:gd fmla="*/ 848781 h 2122943" name="connsiteY24"/>
                  <a:gd fmla="*/ 254392 w 956159" name="connsiteX25"/>
                  <a:gd fmla="*/ 924410 h 2122943" name="connsiteY25"/>
                  <a:gd fmla="*/ 288968 w 956159" name="connsiteX26"/>
                  <a:gd fmla="*/ 988037 h 2122943" name="connsiteY26"/>
                  <a:gd fmla="*/ 279443 w 956159" name="connsiteX27"/>
                  <a:gd fmla="*/ 1058903 h 2122943" name="connsiteY27"/>
                  <a:gd fmla="*/ 292396 w 956159" name="connsiteX28"/>
                  <a:gd fmla="*/ 1181871 h 2122943" name="connsiteY28"/>
                  <a:gd fmla="*/ 356024 w 956159" name="connsiteX29"/>
                  <a:gd fmla="*/ 1223685 h 2122943" name="connsiteY29"/>
                  <a:gd fmla="*/ 371168 w 956159" name="connsiteX30"/>
                  <a:gd fmla="*/ 1279121 h 2122943" name="connsiteY30"/>
                  <a:gd fmla="*/ 197146 w 956159" name="connsiteX31"/>
                  <a:gd fmla="*/ 1517246 h 2122943" name="connsiteY31"/>
                  <a:gd fmla="*/ 194194 w 956159" name="connsiteX32"/>
                  <a:gd fmla="*/ 1673647 h 2122943" name="connsiteY32"/>
                  <a:gd fmla="*/ 298017 w 956159" name="connsiteX33"/>
                  <a:gd fmla="*/ 1807854 h 2122943" name="connsiteY33"/>
                  <a:gd fmla="*/ 251154 w 956159" name="connsiteX34"/>
                  <a:gd fmla="*/ 2074554 h 2122943" name="connsiteY34"/>
                  <a:gd fmla="*/ 126186 w 956159" name="connsiteX35"/>
                  <a:gd fmla="*/ 2083412 h 2122943" name="connsiteY35"/>
                  <a:gd fmla="*/ 112089 w 956159" name="connsiteX36"/>
                  <a:gd fmla="*/ 2107606 h 2122943" name="connsiteY36"/>
                  <a:gd fmla="*/ 331735 w 956159" name="connsiteX37"/>
                  <a:gd fmla="*/ 2035882 h 2122943" name="connsiteY37"/>
                  <a:gd fmla="*/ 304018 w 956159" name="connsiteX38"/>
                  <a:gd fmla="*/ 1766801 h 2122943" name="connsiteY38"/>
                  <a:gd fmla="*/ 211434 w 956159" name="connsiteX39"/>
                  <a:gd fmla="*/ 1639452 h 2122943" name="connsiteY39"/>
                  <a:gd fmla="*/ 243628 w 956159" name="connsiteX40"/>
                  <a:gd fmla="*/ 1496577 h 2122943" name="connsiteY40"/>
                  <a:gd fmla="*/ 349832 w 956159" name="connsiteX41"/>
                  <a:gd fmla="*/ 1392849 h 2122943" name="connsiteY41"/>
                  <a:gd fmla="*/ 399172 w 956159" name="connsiteX42"/>
                  <a:gd fmla="*/ 1278549 h 2122943" name="connsiteY42"/>
                  <a:gd fmla="*/ 346308 w 956159" name="connsiteX43"/>
                  <a:gd fmla="*/ 1181204 h 2122943" name="connsiteY43"/>
                  <a:gd fmla="*/ 299445 w 956159" name="connsiteX44"/>
                  <a:gd fmla="*/ 1139865 h 2122943" name="connsiteY44"/>
                  <a:gd fmla="*/ 302969 w 956159" name="connsiteX45"/>
                  <a:gd fmla="*/ 1080906 h 2122943" name="connsiteY45"/>
                  <a:gd fmla="*/ 308113 w 956159" name="connsiteX46"/>
                  <a:gd fmla="*/ 950128 h 2122943" name="connsiteY46"/>
                  <a:gd fmla="*/ 202100 w 956159" name="connsiteX47"/>
                  <a:gd fmla="*/ 860497 h 2122943" name="connsiteY47"/>
                  <a:gd fmla="*/ 73798 w 956159" name="connsiteX48"/>
                  <a:gd fmla="*/ 784297 h 2122943" name="connsiteY48"/>
                  <a:gd fmla="*/ 28840 w 956159" name="connsiteX49"/>
                  <a:gd fmla="*/ 661425 h 2122943" name="connsiteY49"/>
                  <a:gd fmla="*/ 35126 w 956159" name="connsiteX50"/>
                  <a:gd fmla="*/ 522360 h 2122943" name="connsiteY50"/>
                  <a:gd fmla="*/ 71417 w 956159" name="connsiteX51"/>
                  <a:gd fmla="*/ 369103 h 2122943" name="connsiteY51"/>
                  <a:gd fmla="*/ 237818 w 956159" name="connsiteX52"/>
                  <a:gd fmla="*/ 119738 h 2122943" name="connsiteY52"/>
                  <a:gd fmla="*/ 483278 w 956159" name="connsiteX53"/>
                  <a:gd fmla="*/ 29251 h 2122943" name="connsiteY53"/>
                  <a:gd fmla="*/ 744263 w 956159" name="connsiteX54"/>
                  <a:gd fmla="*/ 75256 h 2122943" name="connsiteY54"/>
                  <a:gd fmla="*/ 862944 w 956159" name="connsiteX55"/>
                  <a:gd fmla="*/ 158124 h 2122943" name="connsiteY55"/>
                  <a:gd fmla="*/ 925714 w 956159" name="connsiteX56"/>
                  <a:gd fmla="*/ 303761 h 2122943" name="connsiteY56"/>
                  <a:gd fmla="*/ 845132 w 956159" name="connsiteX57"/>
                  <a:gd fmla="*/ 606561 h 2122943" name="connsiteY57"/>
                  <a:gd fmla="*/ 743406 w 956159" name="connsiteX58"/>
                  <a:gd fmla="*/ 725528 h 2122943" name="connsiteY58"/>
                  <a:gd fmla="*/ 604340 w 956159" name="connsiteX59"/>
                  <a:gd fmla="*/ 767247 h 2122943" name="connsiteY59"/>
                  <a:gd fmla="*/ 536618 w 956159" name="connsiteX60"/>
                  <a:gd fmla="*/ 547696 h 2122943" name="connsiteY60"/>
                  <a:gd fmla="*/ 561478 w 956159" name="connsiteX61"/>
                  <a:gd fmla="*/ 461971 h 2122943" name="connsiteY61"/>
                  <a:gd fmla="*/ 601102 w 956159" name="connsiteX62"/>
                  <a:gd fmla="*/ 389200 h 2122943" name="connsiteY62"/>
                  <a:gd fmla="*/ 660729 w 956159" name="connsiteX63"/>
                  <a:gd fmla="*/ 385867 h 2122943" name="connsiteY63"/>
                  <a:gd fmla="*/ 659967 w 956159" name="connsiteX64"/>
                  <a:gd fmla="*/ 453018 h 2122943" name="connsiteY64"/>
                  <a:gd fmla="*/ 584910 w 956159" name="connsiteX65"/>
                  <a:gd fmla="*/ 597512 h 2122943" name="connsiteY65"/>
                  <a:gd fmla="*/ 461656 w 956159" name="connsiteX66"/>
                  <a:gd fmla="*/ 700287 h 2122943" name="connsiteY66"/>
                  <a:gd fmla="*/ 336306 w 956159" name="connsiteX67"/>
                  <a:gd fmla="*/ 662187 h 2122943" name="connsiteY67"/>
                  <a:gd fmla="*/ 306399 w 956159" name="connsiteX68"/>
                  <a:gd fmla="*/ 518454 h 2122943" name="connsiteY68"/>
                  <a:gd fmla="*/ 333736 w 956159" name="connsiteX69"/>
                  <a:gd fmla="*/ 431491 h 2122943" name="connsiteY69"/>
                  <a:gd fmla="*/ 368692 w 956159" name="connsiteX70"/>
                  <a:gd fmla="*/ 364816 h 2122943" name="connsiteY70"/>
                  <a:gd fmla="*/ 425842 w 956159" name="connsiteX71"/>
                  <a:gd fmla="*/ 338337 h 2122943" name="connsiteY71"/>
                  <a:gd fmla="*/ 466609 w 956159" name="connsiteX72"/>
                  <a:gd fmla="*/ 390248 h 2122943" name="connsiteY72"/>
                  <a:gd fmla="*/ 413269 w 956159" name="connsiteX73"/>
                  <a:gd fmla="*/ 534647 h 2122943" name="connsiteY73"/>
                  <a:gd fmla="*/ 310019 w 956159" name="connsiteX74"/>
                  <a:gd fmla="*/ 634564 h 2122943" name="connsiteY74"/>
                  <a:gd fmla="*/ 183145 w 956159" name="connsiteX75"/>
                  <a:gd fmla="*/ 690095 h 2122943" name="connsiteY75"/>
                  <a:gd fmla="*/ 190575 w 956159" name="connsiteX76"/>
                  <a:gd fmla="*/ 717051 h 2122943" name="connsiteY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b="b" l="l" r="r" t="t"/>
                <a:pathLst>
                  <a:path h="2122943" w="956159">
                    <a:moveTo>
                      <a:pt x="190575" y="716860"/>
                    </a:moveTo>
                    <a:cubicBezTo>
                      <a:pt x="290969" y="692028"/>
                      <a:pt x="378884" y="631697"/>
                      <a:pt x="438225" y="547029"/>
                    </a:cubicBezTo>
                    <a:cubicBezTo>
                      <a:pt x="468229" y="504262"/>
                      <a:pt x="499470" y="447779"/>
                      <a:pt x="494612" y="393772"/>
                    </a:cubicBezTo>
                    <a:cubicBezTo>
                      <a:pt x="490231" y="346147"/>
                      <a:pt x="449083" y="297951"/>
                      <a:pt x="397076" y="310905"/>
                    </a:cubicBezTo>
                    <a:cubicBezTo>
                      <a:pt x="345070" y="323859"/>
                      <a:pt x="322972" y="385009"/>
                      <a:pt x="305161" y="427872"/>
                    </a:cubicBezTo>
                    <a:cubicBezTo>
                      <a:pt x="282300" y="482831"/>
                      <a:pt x="266489" y="544267"/>
                      <a:pt x="279252" y="603798"/>
                    </a:cubicBezTo>
                    <a:cubicBezTo>
                      <a:pt x="289254" y="650471"/>
                      <a:pt x="318019" y="696096"/>
                      <a:pt x="360500" y="719432"/>
                    </a:cubicBezTo>
                    <a:cubicBezTo>
                      <a:pt x="408125" y="745626"/>
                      <a:pt x="464037" y="736101"/>
                      <a:pt x="509090" y="708573"/>
                    </a:cubicBezTo>
                    <a:cubicBezTo>
                      <a:pt x="557383" y="679141"/>
                      <a:pt x="595769" y="633612"/>
                      <a:pt x="626629" y="586844"/>
                    </a:cubicBezTo>
                    <a:cubicBezTo>
                      <a:pt x="642535" y="562651"/>
                      <a:pt x="656443" y="537161"/>
                      <a:pt x="668063" y="510644"/>
                    </a:cubicBezTo>
                    <a:cubicBezTo>
                      <a:pt x="679874" y="485841"/>
                      <a:pt x="688637" y="459676"/>
                      <a:pt x="694066" y="432729"/>
                    </a:cubicBezTo>
                    <a:cubicBezTo>
                      <a:pt x="697972" y="408631"/>
                      <a:pt x="696161" y="381961"/>
                      <a:pt x="677779" y="363959"/>
                    </a:cubicBezTo>
                    <a:cubicBezTo>
                      <a:pt x="660729" y="348681"/>
                      <a:pt x="636821" y="343633"/>
                      <a:pt x="615008" y="350719"/>
                    </a:cubicBezTo>
                    <a:cubicBezTo>
                      <a:pt x="560239" y="366436"/>
                      <a:pt x="540523" y="434539"/>
                      <a:pt x="525283" y="482450"/>
                    </a:cubicBezTo>
                    <a:cubicBezTo>
                      <a:pt x="498231" y="567699"/>
                      <a:pt x="475372" y="688761"/>
                      <a:pt x="544333" y="761818"/>
                    </a:cubicBezTo>
                    <a:cubicBezTo>
                      <a:pt x="578337" y="797918"/>
                      <a:pt x="630058" y="807157"/>
                      <a:pt x="676350" y="793727"/>
                    </a:cubicBezTo>
                    <a:cubicBezTo>
                      <a:pt x="729594" y="778296"/>
                      <a:pt x="773695" y="740959"/>
                      <a:pt x="809700" y="700382"/>
                    </a:cubicBezTo>
                    <a:cubicBezTo>
                      <a:pt x="884947" y="616391"/>
                      <a:pt x="933811" y="512054"/>
                      <a:pt x="950003" y="400440"/>
                    </a:cubicBezTo>
                    <a:cubicBezTo>
                      <a:pt x="958099" y="343290"/>
                      <a:pt x="958480" y="282806"/>
                      <a:pt x="938763" y="227752"/>
                    </a:cubicBezTo>
                    <a:cubicBezTo>
                      <a:pt x="918951" y="176917"/>
                      <a:pt x="884852" y="132940"/>
                      <a:pt x="840465" y="101164"/>
                    </a:cubicBezTo>
                    <a:cubicBezTo>
                      <a:pt x="685684" y="-17041"/>
                      <a:pt x="459465" y="-32186"/>
                      <a:pt x="287349" y="56302"/>
                    </a:cubicBezTo>
                    <a:cubicBezTo>
                      <a:pt x="196003" y="104679"/>
                      <a:pt x="122947" y="181622"/>
                      <a:pt x="79418" y="275377"/>
                    </a:cubicBezTo>
                    <a:cubicBezTo>
                      <a:pt x="54843" y="327335"/>
                      <a:pt x="35984" y="381866"/>
                      <a:pt x="23410" y="437968"/>
                    </a:cubicBezTo>
                    <a:cubicBezTo>
                      <a:pt x="10743" y="489594"/>
                      <a:pt x="2742" y="542257"/>
                      <a:pt x="-402" y="595321"/>
                    </a:cubicBezTo>
                    <a:cubicBezTo>
                      <a:pt x="-4879" y="691810"/>
                      <a:pt x="17696" y="796870"/>
                      <a:pt x="107326" y="848781"/>
                    </a:cubicBezTo>
                    <a:cubicBezTo>
                      <a:pt x="154951" y="876309"/>
                      <a:pt x="212672" y="886881"/>
                      <a:pt x="254392" y="924410"/>
                    </a:cubicBezTo>
                    <a:cubicBezTo>
                      <a:pt x="273823" y="940269"/>
                      <a:pt x="286206" y="963120"/>
                      <a:pt x="288968" y="988037"/>
                    </a:cubicBezTo>
                    <a:cubicBezTo>
                      <a:pt x="289254" y="1012002"/>
                      <a:pt x="286111" y="1035872"/>
                      <a:pt x="279443" y="1058903"/>
                    </a:cubicBezTo>
                    <a:cubicBezTo>
                      <a:pt x="269918" y="1099384"/>
                      <a:pt x="258393" y="1149200"/>
                      <a:pt x="292396" y="1181871"/>
                    </a:cubicBezTo>
                    <a:cubicBezTo>
                      <a:pt x="311446" y="1199778"/>
                      <a:pt x="339355" y="1203588"/>
                      <a:pt x="356024" y="1223685"/>
                    </a:cubicBezTo>
                    <a:cubicBezTo>
                      <a:pt x="367835" y="1239611"/>
                      <a:pt x="373264" y="1259395"/>
                      <a:pt x="371168" y="1279121"/>
                    </a:cubicBezTo>
                    <a:cubicBezTo>
                      <a:pt x="365454" y="1387611"/>
                      <a:pt x="241724" y="1428663"/>
                      <a:pt x="197146" y="1517246"/>
                    </a:cubicBezTo>
                    <a:cubicBezTo>
                      <a:pt x="172858" y="1566319"/>
                      <a:pt x="171715" y="1623697"/>
                      <a:pt x="194194" y="1673647"/>
                    </a:cubicBezTo>
                    <a:cubicBezTo>
                      <a:pt x="217721" y="1726129"/>
                      <a:pt x="268775" y="1759372"/>
                      <a:pt x="298017" y="1807854"/>
                    </a:cubicBezTo>
                    <a:cubicBezTo>
                      <a:pt x="350404" y="1895484"/>
                      <a:pt x="348119" y="2019785"/>
                      <a:pt x="251154" y="2074554"/>
                    </a:cubicBezTo>
                    <a:cubicBezTo>
                      <a:pt x="213054" y="2095985"/>
                      <a:pt x="166285" y="2103129"/>
                      <a:pt x="126186" y="2083412"/>
                    </a:cubicBezTo>
                    <a:cubicBezTo>
                      <a:pt x="110088" y="2075697"/>
                      <a:pt x="95896" y="2099795"/>
                      <a:pt x="112089" y="2107606"/>
                    </a:cubicBezTo>
                    <a:cubicBezTo>
                      <a:pt x="190765" y="2145706"/>
                      <a:pt x="286206" y="2106939"/>
                      <a:pt x="331735" y="2035882"/>
                    </a:cubicBezTo>
                    <a:cubicBezTo>
                      <a:pt x="384885" y="1953110"/>
                      <a:pt x="360310" y="1841000"/>
                      <a:pt x="304018" y="1766801"/>
                    </a:cubicBezTo>
                    <a:cubicBezTo>
                      <a:pt x="271823" y="1724701"/>
                      <a:pt x="226198" y="1692697"/>
                      <a:pt x="211434" y="1639452"/>
                    </a:cubicBezTo>
                    <a:cubicBezTo>
                      <a:pt x="197909" y="1589436"/>
                      <a:pt x="210006" y="1535982"/>
                      <a:pt x="243628" y="1496577"/>
                    </a:cubicBezTo>
                    <a:cubicBezTo>
                      <a:pt x="275157" y="1458477"/>
                      <a:pt x="316686" y="1429902"/>
                      <a:pt x="349832" y="1392849"/>
                    </a:cubicBezTo>
                    <a:cubicBezTo>
                      <a:pt x="378789" y="1361436"/>
                      <a:pt x="396124" y="1321136"/>
                      <a:pt x="399172" y="1278549"/>
                    </a:cubicBezTo>
                    <a:cubicBezTo>
                      <a:pt x="402887" y="1238383"/>
                      <a:pt x="382027" y="1199940"/>
                      <a:pt x="346308" y="1181204"/>
                    </a:cubicBezTo>
                    <a:cubicBezTo>
                      <a:pt x="326687" y="1171012"/>
                      <a:pt x="305636" y="1163297"/>
                      <a:pt x="299445" y="1139865"/>
                    </a:cubicBezTo>
                    <a:cubicBezTo>
                      <a:pt x="294397" y="1120815"/>
                      <a:pt x="298874" y="1099860"/>
                      <a:pt x="302969" y="1080906"/>
                    </a:cubicBezTo>
                    <a:cubicBezTo>
                      <a:pt x="312494" y="1038234"/>
                      <a:pt x="326211" y="992514"/>
                      <a:pt x="308113" y="950128"/>
                    </a:cubicBezTo>
                    <a:cubicBezTo>
                      <a:pt x="289063" y="905551"/>
                      <a:pt x="244771" y="878880"/>
                      <a:pt x="202100" y="860497"/>
                    </a:cubicBezTo>
                    <a:cubicBezTo>
                      <a:pt x="155808" y="840495"/>
                      <a:pt x="106850" y="824493"/>
                      <a:pt x="73798" y="784297"/>
                    </a:cubicBezTo>
                    <a:cubicBezTo>
                      <a:pt x="45794" y="749912"/>
                      <a:pt x="33126" y="704954"/>
                      <a:pt x="28840" y="661425"/>
                    </a:cubicBezTo>
                    <a:cubicBezTo>
                      <a:pt x="24935" y="614990"/>
                      <a:pt x="27125" y="568251"/>
                      <a:pt x="35126" y="522360"/>
                    </a:cubicBezTo>
                    <a:cubicBezTo>
                      <a:pt x="43128" y="470391"/>
                      <a:pt x="55319" y="419147"/>
                      <a:pt x="71417" y="369103"/>
                    </a:cubicBezTo>
                    <a:cubicBezTo>
                      <a:pt x="103135" y="272995"/>
                      <a:pt x="155808" y="181269"/>
                      <a:pt x="237818" y="119738"/>
                    </a:cubicBezTo>
                    <a:cubicBezTo>
                      <a:pt x="309542" y="67141"/>
                      <a:pt x="394599" y="35784"/>
                      <a:pt x="483278" y="29251"/>
                    </a:cubicBezTo>
                    <a:cubicBezTo>
                      <a:pt x="572813" y="21497"/>
                      <a:pt x="662824" y="37356"/>
                      <a:pt x="744263" y="75256"/>
                    </a:cubicBezTo>
                    <a:cubicBezTo>
                      <a:pt x="788650" y="95306"/>
                      <a:pt x="828845" y="123405"/>
                      <a:pt x="862944" y="158124"/>
                    </a:cubicBezTo>
                    <a:cubicBezTo>
                      <a:pt x="900092" y="197948"/>
                      <a:pt x="922285" y="249421"/>
                      <a:pt x="925714" y="303761"/>
                    </a:cubicBezTo>
                    <a:cubicBezTo>
                      <a:pt x="934000" y="408536"/>
                      <a:pt x="900187" y="517978"/>
                      <a:pt x="845132" y="606561"/>
                    </a:cubicBezTo>
                    <a:cubicBezTo>
                      <a:pt x="818082" y="651585"/>
                      <a:pt x="783697" y="691790"/>
                      <a:pt x="743406" y="725528"/>
                    </a:cubicBezTo>
                    <a:cubicBezTo>
                      <a:pt x="705306" y="755913"/>
                      <a:pt x="653680" y="782678"/>
                      <a:pt x="604340" y="767247"/>
                    </a:cubicBezTo>
                    <a:cubicBezTo>
                      <a:pt x="516139" y="739911"/>
                      <a:pt x="520901" y="619038"/>
                      <a:pt x="536618" y="547696"/>
                    </a:cubicBezTo>
                    <a:cubicBezTo>
                      <a:pt x="543000" y="518607"/>
                      <a:pt x="551286" y="489975"/>
                      <a:pt x="561478" y="461971"/>
                    </a:cubicBezTo>
                    <a:cubicBezTo>
                      <a:pt x="571003" y="436635"/>
                      <a:pt x="580528" y="407869"/>
                      <a:pt x="601102" y="389200"/>
                    </a:cubicBezTo>
                    <a:cubicBezTo>
                      <a:pt x="616437" y="375198"/>
                      <a:pt x="645584" y="367102"/>
                      <a:pt x="660729" y="385867"/>
                    </a:cubicBezTo>
                    <a:cubicBezTo>
                      <a:pt x="675873" y="404631"/>
                      <a:pt x="666253" y="433492"/>
                      <a:pt x="659967" y="453018"/>
                    </a:cubicBezTo>
                    <a:cubicBezTo>
                      <a:pt x="643108" y="505005"/>
                      <a:pt x="617771" y="553830"/>
                      <a:pt x="584910" y="597512"/>
                    </a:cubicBezTo>
                    <a:cubicBezTo>
                      <a:pt x="553286" y="639517"/>
                      <a:pt x="512710" y="683237"/>
                      <a:pt x="461656" y="700287"/>
                    </a:cubicBezTo>
                    <a:cubicBezTo>
                      <a:pt x="416031" y="716565"/>
                      <a:pt x="365168" y="701096"/>
                      <a:pt x="336306" y="662187"/>
                    </a:cubicBezTo>
                    <a:cubicBezTo>
                      <a:pt x="304398" y="621420"/>
                      <a:pt x="297350" y="568365"/>
                      <a:pt x="306399" y="518454"/>
                    </a:cubicBezTo>
                    <a:cubicBezTo>
                      <a:pt x="312114" y="488517"/>
                      <a:pt x="321353" y="459333"/>
                      <a:pt x="333736" y="431491"/>
                    </a:cubicBezTo>
                    <a:cubicBezTo>
                      <a:pt x="342784" y="407984"/>
                      <a:pt x="354500" y="385609"/>
                      <a:pt x="368692" y="364816"/>
                    </a:cubicBezTo>
                    <a:cubicBezTo>
                      <a:pt x="381932" y="347195"/>
                      <a:pt x="402125" y="331384"/>
                      <a:pt x="425842" y="338337"/>
                    </a:cubicBezTo>
                    <a:cubicBezTo>
                      <a:pt x="448036" y="346652"/>
                      <a:pt x="463846" y="366683"/>
                      <a:pt x="466609" y="390248"/>
                    </a:cubicBezTo>
                    <a:cubicBezTo>
                      <a:pt x="474229" y="440540"/>
                      <a:pt x="441272" y="495023"/>
                      <a:pt x="413269" y="534647"/>
                    </a:cubicBezTo>
                    <a:cubicBezTo>
                      <a:pt x="385170" y="573947"/>
                      <a:pt x="350214" y="607809"/>
                      <a:pt x="310019" y="634564"/>
                    </a:cubicBezTo>
                    <a:cubicBezTo>
                      <a:pt x="271346" y="660434"/>
                      <a:pt x="228389" y="679236"/>
                      <a:pt x="183145" y="690095"/>
                    </a:cubicBezTo>
                    <a:cubicBezTo>
                      <a:pt x="165619" y="694381"/>
                      <a:pt x="173049" y="721242"/>
                      <a:pt x="190575" y="717051"/>
                    </a:cubicBezTo>
                    <a:close/>
                  </a:path>
                </a:pathLst>
              </a:custGeom>
              <a:solidFill>
                <a:srgbClr val="0101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80ad2ec-98c0-4ff4-9cb0-96e1fa97a341" id="6" name="任意多边形: 形状 5">
                <a:extLst>
                  <a:ext uri="{FF2B5EF4-FFF2-40B4-BE49-F238E27FC236}">
                    <a16:creationId id="{A7B8F9D4-89D6-BBB1-1C24-5A3D5A1171B4}"/>
                  </a:ext>
                </a:extLst>
              </p:cNvPr>
              <p:cNvSpPr/>
              <p:nvPr/>
            </p:nvSpPr>
            <p:spPr>
              <a:xfrm flipH="true" flipV="false">
                <a:off x="1078153" y="2435581"/>
                <a:ext cx="190674" cy="259274"/>
              </a:xfrm>
              <a:custGeom>
                <a:avLst/>
                <a:gdLst>
                  <a:gd fmla="*/ 12529 w 227616" name="connsiteX0"/>
                  <a:gd fmla="*/ 309099 h 309508" name="connsiteY0"/>
                  <a:gd fmla="*/ 82538 w 227616" name="connsiteX1"/>
                  <a:gd fmla="*/ 253283 h 309508" name="connsiteY1"/>
                  <a:gd fmla="*/ 99968 w 227616" name="connsiteX2"/>
                  <a:gd fmla="*/ 147555 h 309508" name="connsiteY2"/>
                  <a:gd fmla="*/ 121114 w 227616" name="connsiteX3"/>
                  <a:gd fmla="*/ 99930 h 309508" name="connsiteY3"/>
                  <a:gd fmla="*/ 161786 w 227616" name="connsiteX4"/>
                  <a:gd fmla="*/ 74593 h 309508" name="connsiteY4"/>
                  <a:gd fmla="*/ 225985 w 227616" name="connsiteX5"/>
                  <a:gd fmla="*/ 16777 h 309508" name="connsiteY5"/>
                  <a:gd fmla="*/ 199028 w 227616" name="connsiteX6"/>
                  <a:gd fmla="*/ 9347 h 309508" name="connsiteY6"/>
                  <a:gd fmla="*/ 136640 w 227616" name="connsiteX7"/>
                  <a:gd fmla="*/ 55924 h 309508" name="connsiteY7"/>
                  <a:gd fmla="*/ 77871 w 227616" name="connsiteX8"/>
                  <a:gd fmla="*/ 120313 h 309508" name="connsiteY8"/>
                  <a:gd fmla="*/ 64535 w 227616" name="connsiteX9"/>
                  <a:gd fmla="*/ 217088 h 309508" name="connsiteY9"/>
                  <a:gd fmla="*/ 12529 w 227616" name="connsiteX10"/>
                  <a:gd fmla="*/ 281095 h 309508" name="connsiteY10"/>
                  <a:gd fmla="*/ 12529 w 227616" name="connsiteX11"/>
                  <a:gd fmla="*/ 309004 h 309508" name="connsiteY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b="b" l="l" r="r" t="t"/>
                <a:pathLst>
                  <a:path h="309508" w="227616">
                    <a:moveTo>
                      <a:pt x="12529" y="309099"/>
                    </a:moveTo>
                    <a:cubicBezTo>
                      <a:pt x="46628" y="307956"/>
                      <a:pt x="69679" y="283191"/>
                      <a:pt x="82538" y="253283"/>
                    </a:cubicBezTo>
                    <a:cubicBezTo>
                      <a:pt x="96825" y="219278"/>
                      <a:pt x="93682" y="183179"/>
                      <a:pt x="99968" y="147555"/>
                    </a:cubicBezTo>
                    <a:cubicBezTo>
                      <a:pt x="102064" y="129905"/>
                      <a:pt x="109399" y="113293"/>
                      <a:pt x="121114" y="99930"/>
                    </a:cubicBezTo>
                    <a:cubicBezTo>
                      <a:pt x="133116" y="89205"/>
                      <a:pt x="146832" y="80632"/>
                      <a:pt x="161786" y="74593"/>
                    </a:cubicBezTo>
                    <a:cubicBezTo>
                      <a:pt x="188932" y="61449"/>
                      <a:pt x="216269" y="47447"/>
                      <a:pt x="225985" y="16777"/>
                    </a:cubicBezTo>
                    <a:cubicBezTo>
                      <a:pt x="231318" y="-464"/>
                      <a:pt x="204363" y="-7798"/>
                      <a:pt x="199028" y="9347"/>
                    </a:cubicBezTo>
                    <a:cubicBezTo>
                      <a:pt x="190837" y="35350"/>
                      <a:pt x="158547" y="44685"/>
                      <a:pt x="136640" y="55924"/>
                    </a:cubicBezTo>
                    <a:cubicBezTo>
                      <a:pt x="108922" y="68297"/>
                      <a:pt x="87682" y="91624"/>
                      <a:pt x="77871" y="120313"/>
                    </a:cubicBezTo>
                    <a:cubicBezTo>
                      <a:pt x="67679" y="151746"/>
                      <a:pt x="71108" y="185083"/>
                      <a:pt x="64535" y="217088"/>
                    </a:cubicBezTo>
                    <a:cubicBezTo>
                      <a:pt x="59107" y="243758"/>
                      <a:pt x="44342" y="280048"/>
                      <a:pt x="12529" y="281095"/>
                    </a:cubicBezTo>
                    <a:cubicBezTo>
                      <a:pt x="-5378" y="281762"/>
                      <a:pt x="-5473" y="309670"/>
                      <a:pt x="12529" y="309004"/>
                    </a:cubicBezTo>
                    <a:close/>
                  </a:path>
                </a:pathLst>
              </a:custGeom>
              <a:solidFill>
                <a:srgbClr val="0101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7861a27-165d-458b-a587-7773b946494b" id="7" name="任意多边形: 形状 6">
                <a:extLst>
                  <a:ext uri="{FF2B5EF4-FFF2-40B4-BE49-F238E27FC236}">
                    <a16:creationId id="{7F39DDBA-521A-4ED3-651F-48411AD76258}"/>
                  </a:ext>
                </a:extLst>
              </p:cNvPr>
              <p:cNvSpPr/>
              <p:nvPr/>
            </p:nvSpPr>
            <p:spPr>
              <a:xfrm flipH="true" flipV="false">
                <a:off x="1444976" y="5016108"/>
                <a:ext cx="1438389" cy="1117992"/>
              </a:xfrm>
              <a:custGeom>
                <a:avLst/>
                <a:gdLst>
                  <a:gd fmla="*/ 1534493 w 1717071" name="connsiteX0"/>
                  <a:gd fmla="*/ 210598 h 1334599" name="connsiteY0"/>
                  <a:gd fmla="*/ 1652603 w 1717071" name="connsiteX1"/>
                  <a:gd fmla="*/ 667035 h 1334599" name="connsiteY1"/>
                  <a:gd fmla="*/ 1716135 w 1717071" name="connsiteX2"/>
                  <a:gd fmla="*/ 1271111 h 1334599" name="connsiteY2"/>
                  <a:gd fmla="*/ -937 w 1717071" name="connsiteX3"/>
                  <a:gd fmla="*/ 1307973 h 1334599" name="connsiteY3"/>
                  <a:gd fmla="*/ 101552 w 1717071" name="connsiteX4"/>
                  <a:gd fmla="*/ 101346 h 1334599" name="connsiteY4"/>
                  <a:gd fmla="*/ 1017857 w 1717071" name="connsiteX5"/>
                  <a:gd fmla="*/ 2476 h 1334599" name="connsiteY5"/>
                  <a:gd fmla="*/ 1317133 w 1717071" name="connsiteX6"/>
                  <a:gd fmla="*/ 52768 h 1334599" name="connsiteY6"/>
                  <a:gd fmla="*/ 1534493 w 1717071" name="connsiteX7"/>
                  <a:gd fmla="*/ 210598 h 133459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334599" w="1717071">
                    <a:moveTo>
                      <a:pt x="1534493" y="210598"/>
                    </a:moveTo>
                    <a:cubicBezTo>
                      <a:pt x="1602406" y="355473"/>
                      <a:pt x="1629743" y="511873"/>
                      <a:pt x="1652603" y="667035"/>
                    </a:cubicBezTo>
                    <a:cubicBezTo>
                      <a:pt x="1681655" y="867699"/>
                      <a:pt x="1702800" y="1069057"/>
                      <a:pt x="1716135" y="1271111"/>
                    </a:cubicBezTo>
                    <a:cubicBezTo>
                      <a:pt x="1146444" y="1340234"/>
                      <a:pt x="571229" y="1352588"/>
                      <a:pt x="-937" y="1307973"/>
                    </a:cubicBezTo>
                    <a:cubicBezTo>
                      <a:pt x="-937" y="906685"/>
                      <a:pt x="9636" y="494633"/>
                      <a:pt x="101552" y="101346"/>
                    </a:cubicBezTo>
                    <a:cubicBezTo>
                      <a:pt x="394732" y="35433"/>
                      <a:pt x="715533" y="-12954"/>
                      <a:pt x="1017857" y="2476"/>
                    </a:cubicBezTo>
                    <a:cubicBezTo>
                      <a:pt x="1119870" y="7620"/>
                      <a:pt x="1223312" y="17812"/>
                      <a:pt x="1317133" y="52768"/>
                    </a:cubicBezTo>
                    <a:cubicBezTo>
                      <a:pt x="1402762" y="84582"/>
                      <a:pt x="1499441" y="135731"/>
                      <a:pt x="1534493" y="210598"/>
                    </a:cubicBezTo>
                    <a:close/>
                  </a:path>
                </a:pathLst>
              </a:custGeom>
              <a:solidFill>
                <a:srgbClr val="0101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23cc0ea-890a-4dca-9309-527c035d1baa" id="8" name="任意多边形: 形状 7">
                <a:extLst>
                  <a:ext uri="{FF2B5EF4-FFF2-40B4-BE49-F238E27FC236}">
                    <a16:creationId id="{936203E0-A67C-0CD1-0163-59DAEC134A60}"/>
                  </a:ext>
                </a:extLst>
              </p:cNvPr>
              <p:cNvSpPr/>
              <p:nvPr/>
            </p:nvSpPr>
            <p:spPr>
              <a:xfrm flipH="true" flipV="false">
                <a:off x="2879305" y="2643014"/>
                <a:ext cx="445765" cy="878098"/>
              </a:xfrm>
              <a:custGeom>
                <a:avLst/>
                <a:gdLst>
                  <a:gd fmla="*/ 300604 w 532131" name="connsiteX0"/>
                  <a:gd fmla="*/ 971019 h 1048225" name="connsiteY0"/>
                  <a:gd fmla="*/ 348229 w 532131" name="connsiteX1"/>
                  <a:gd fmla="*/ 702223 h 1048225" name="connsiteY1"/>
                  <a:gd fmla="*/ 518726 w 532131" name="connsiteX2"/>
                  <a:gd fmla="*/ 279694 h 1048225" name="connsiteY2"/>
                  <a:gd fmla="*/ 521584 w 532131" name="connsiteX3"/>
                  <a:gd fmla="*/ 199017 h 1048225" name="connsiteY3"/>
                  <a:gd fmla="*/ 459576 w 532131" name="connsiteX4"/>
                  <a:gd fmla="*/ 187111 h 1048225" name="connsiteY4"/>
                  <a:gd fmla="*/ 408903 w 532131" name="connsiteX5"/>
                  <a:gd fmla="*/ 230926 h 1048225" name="connsiteY5"/>
                  <a:gd fmla="*/ 333370 w 532131" name="connsiteX6"/>
                  <a:gd fmla="*/ 362181 h 1048225" name="connsiteY6"/>
                  <a:gd fmla="*/ 314320 w 532131" name="connsiteX7"/>
                  <a:gd fmla="*/ 320080 h 1048225" name="connsiteY7"/>
                  <a:gd fmla="*/ 293746 w 532131" name="connsiteX8"/>
                  <a:gd fmla="*/ 281980 h 1048225" name="connsiteY8"/>
                  <a:gd fmla="*/ 192686 w 532131" name="connsiteX9"/>
                  <a:gd fmla="*/ 253405 h 1048225" name="connsiteY9"/>
                  <a:gd fmla="*/ 235072 w 532131" name="connsiteX10"/>
                  <a:gd fmla="*/ 159298 h 1048225" name="connsiteY10"/>
                  <a:gd fmla="*/ 332037 w 532131" name="connsiteX11"/>
                  <a:gd fmla="*/ 124723 h 1048225" name="connsiteY11"/>
                  <a:gd fmla="*/ 416047 w 532131" name="connsiteX12"/>
                  <a:gd fmla="*/ 68715 h 1048225" name="connsiteY12"/>
                  <a:gd fmla="*/ 417000 w 532131" name="connsiteX13"/>
                  <a:gd fmla="*/ 13280 h 1048225" name="connsiteY13"/>
                  <a:gd fmla="*/ 361754 w 532131" name="connsiteX14"/>
                  <a:gd fmla="*/ 611 h 1048225" name="connsiteY14"/>
                  <a:gd fmla="*/ 161729 w 532131" name="connsiteX15"/>
                  <a:gd fmla="*/ 69096 h 1048225" name="connsiteY15"/>
                  <a:gd fmla="*/ 53145 w 532131" name="connsiteX16"/>
                  <a:gd fmla="*/ 244737 h 1048225" name="connsiteY16"/>
                  <a:gd fmla="*/ 54383 w 532131" name="connsiteX17"/>
                  <a:gd fmla="*/ 279980 h 1048225" name="connsiteY17"/>
                  <a:gd fmla="*/ 41905 w 532131" name="connsiteX18"/>
                  <a:gd fmla="*/ 393137 h 1048225" name="connsiteY18"/>
                  <a:gd fmla="*/ 16283 w 532131" name="connsiteX19"/>
                  <a:gd fmla="*/ 491244 h 1048225" name="connsiteY19"/>
                  <a:gd fmla="*/ 25808 w 532131" name="connsiteX20"/>
                  <a:gd fmla="*/ 595162 h 1048225" name="connsiteY20"/>
                  <a:gd fmla="*/ 73433 w 532131" name="connsiteX21"/>
                  <a:gd fmla="*/ 759183 h 1048225" name="connsiteY21"/>
                  <a:gd fmla="*/ 50192 w 532131" name="connsiteX22"/>
                  <a:gd fmla="*/ 875673 h 1048225" name="connsiteY22"/>
                  <a:gd fmla="*/ 5805 w 532131" name="connsiteX23"/>
                  <a:gd fmla="*/ 1019406 h 1048225" name="connsiteY23"/>
                  <a:gd fmla="*/ 109819 w 532131" name="connsiteX24"/>
                  <a:gd fmla="*/ 1046742 h 1048225" name="connsiteY24"/>
                  <a:gd fmla="*/ 300604 w 532131" name="connsiteX25"/>
                  <a:gd fmla="*/ 971019 h 1048225" name="connsiteY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b="b" l="l" r="r" t="t"/>
                <a:pathLst>
                  <a:path h="1048225" w="532131">
                    <a:moveTo>
                      <a:pt x="300604" y="971019"/>
                    </a:moveTo>
                    <a:cubicBezTo>
                      <a:pt x="278411" y="881103"/>
                      <a:pt x="313749" y="788044"/>
                      <a:pt x="348229" y="702223"/>
                    </a:cubicBezTo>
                    <a:lnTo>
                      <a:pt x="518726" y="279694"/>
                    </a:lnTo>
                    <a:cubicBezTo>
                      <a:pt x="529299" y="253500"/>
                      <a:pt x="539110" y="221211"/>
                      <a:pt x="521584" y="199017"/>
                    </a:cubicBezTo>
                    <a:cubicBezTo>
                      <a:pt x="507583" y="181301"/>
                      <a:pt x="480531" y="178538"/>
                      <a:pt x="459576" y="187111"/>
                    </a:cubicBezTo>
                    <a:cubicBezTo>
                      <a:pt x="439193" y="197112"/>
                      <a:pt x="421762" y="212200"/>
                      <a:pt x="408903" y="230926"/>
                    </a:cubicBezTo>
                    <a:cubicBezTo>
                      <a:pt x="377566" y="270826"/>
                      <a:pt x="352135" y="315032"/>
                      <a:pt x="333370" y="362181"/>
                    </a:cubicBezTo>
                    <a:cubicBezTo>
                      <a:pt x="329465" y="352656"/>
                      <a:pt x="318511" y="329795"/>
                      <a:pt x="314320" y="320080"/>
                    </a:cubicBezTo>
                    <a:cubicBezTo>
                      <a:pt x="309653" y="306307"/>
                      <a:pt x="302700" y="293420"/>
                      <a:pt x="293746" y="281980"/>
                    </a:cubicBezTo>
                    <a:cubicBezTo>
                      <a:pt x="269743" y="254834"/>
                      <a:pt x="228881" y="253405"/>
                      <a:pt x="192686" y="253405"/>
                    </a:cubicBezTo>
                    <a:cubicBezTo>
                      <a:pt x="188876" y="219210"/>
                      <a:pt x="205449" y="177205"/>
                      <a:pt x="235072" y="159298"/>
                    </a:cubicBezTo>
                    <a:cubicBezTo>
                      <a:pt x="264695" y="141391"/>
                      <a:pt x="299271" y="135200"/>
                      <a:pt x="332037" y="124723"/>
                    </a:cubicBezTo>
                    <a:cubicBezTo>
                      <a:pt x="364803" y="114245"/>
                      <a:pt x="398045" y="98053"/>
                      <a:pt x="416047" y="68715"/>
                    </a:cubicBezTo>
                    <a:cubicBezTo>
                      <a:pt x="426334" y="51856"/>
                      <a:pt x="429954" y="28234"/>
                      <a:pt x="417000" y="13280"/>
                    </a:cubicBezTo>
                    <a:cubicBezTo>
                      <a:pt x="404046" y="-1674"/>
                      <a:pt x="381281" y="-1484"/>
                      <a:pt x="361754" y="611"/>
                    </a:cubicBezTo>
                    <a:cubicBezTo>
                      <a:pt x="291079" y="8422"/>
                      <a:pt x="220308" y="28234"/>
                      <a:pt x="161729" y="69096"/>
                    </a:cubicBezTo>
                    <a:cubicBezTo>
                      <a:pt x="103151" y="109959"/>
                      <a:pt x="59336" y="173871"/>
                      <a:pt x="53145" y="244737"/>
                    </a:cubicBezTo>
                    <a:cubicBezTo>
                      <a:pt x="51935" y="256482"/>
                      <a:pt x="52354" y="268350"/>
                      <a:pt x="54383" y="279980"/>
                    </a:cubicBezTo>
                    <a:cubicBezTo>
                      <a:pt x="20760" y="308555"/>
                      <a:pt x="7710" y="365705"/>
                      <a:pt x="41905" y="393137"/>
                    </a:cubicBezTo>
                    <a:cubicBezTo>
                      <a:pt x="13330" y="417712"/>
                      <a:pt x="-3338" y="459240"/>
                      <a:pt x="16283" y="491244"/>
                    </a:cubicBezTo>
                    <a:cubicBezTo>
                      <a:pt x="-9149" y="521344"/>
                      <a:pt x="-6768" y="573636"/>
                      <a:pt x="25808" y="595162"/>
                    </a:cubicBezTo>
                    <a:cubicBezTo>
                      <a:pt x="75148" y="627452"/>
                      <a:pt x="74957" y="699937"/>
                      <a:pt x="73433" y="759183"/>
                    </a:cubicBezTo>
                    <a:cubicBezTo>
                      <a:pt x="72576" y="798902"/>
                      <a:pt x="61527" y="837573"/>
                      <a:pt x="50192" y="875673"/>
                    </a:cubicBezTo>
                    <a:cubicBezTo>
                      <a:pt x="35905" y="923746"/>
                      <a:pt x="21112" y="971657"/>
                      <a:pt x="5805" y="1019406"/>
                    </a:cubicBezTo>
                    <a:cubicBezTo>
                      <a:pt x="43144" y="1026645"/>
                      <a:pt x="72480" y="1041504"/>
                      <a:pt x="109819" y="1046742"/>
                    </a:cubicBezTo>
                    <a:cubicBezTo>
                      <a:pt x="177922" y="1056172"/>
                      <a:pt x="240501" y="1001213"/>
                      <a:pt x="300604" y="971019"/>
                    </a:cubicBezTo>
                    <a:close/>
                  </a:path>
                </a:pathLst>
              </a:custGeom>
              <a:solidFill>
                <a:srgbClr val="FF9976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fa8c771-916a-4341-88dc-fb4431618059" id="114" name="任意多边形: 形状 113">
                <a:extLst>
                  <a:ext uri="{FF2B5EF4-FFF2-40B4-BE49-F238E27FC236}">
                    <a16:creationId id="{368D36A8-A1D2-6FB3-3684-D55E3754538C}"/>
                  </a:ext>
                </a:extLst>
              </p:cNvPr>
              <p:cNvSpPr/>
              <p:nvPr/>
            </p:nvSpPr>
            <p:spPr>
              <a:xfrm flipH="true" flipV="false">
                <a:off x="2969183" y="2645763"/>
                <a:ext cx="77994" cy="33597"/>
              </a:xfrm>
              <a:custGeom>
                <a:avLst/>
                <a:gdLst>
                  <a:gd fmla="*/ -937 w 93105" name="connsiteX0"/>
                  <a:gd fmla="*/ 7711 h 40106" name="connsiteY0"/>
                  <a:gd fmla="*/ 14970 w 93105" name="connsiteX1"/>
                  <a:gd fmla="*/ 28856 h 40106" name="connsiteY1"/>
                  <a:gd fmla="*/ 41926 w 93105" name="connsiteX2"/>
                  <a:gd fmla="*/ 38381 h 40106" name="connsiteY2"/>
                  <a:gd fmla="*/ 91360 w 93105" name="connsiteX3"/>
                  <a:gd fmla="*/ 27904 h 40106" name="connsiteY3"/>
                  <a:gd fmla="*/ 88408 w 93105" name="connsiteX4"/>
                  <a:gd fmla="*/ 18379 h 40106" name="connsiteY4"/>
                  <a:gd fmla="*/ 81835 w 93105" name="connsiteX5"/>
                  <a:gd fmla="*/ 18379 h 40106" name="connsiteY5"/>
                  <a:gd fmla="*/ 46022 w 93105" name="connsiteX6"/>
                  <a:gd fmla="*/ 25237 h 40106" name="connsiteY6"/>
                  <a:gd fmla="*/ 24971 w 93105" name="connsiteX7"/>
                  <a:gd fmla="*/ 19141 h 40106" name="connsiteY7"/>
                  <a:gd fmla="*/ 12875 w 93105" name="connsiteX8"/>
                  <a:gd fmla="*/ 4663 h 40106" name="connsiteY8"/>
                  <a:gd fmla="*/ 4302 w 93105" name="connsiteX9"/>
                  <a:gd fmla="*/ -195 h 40106" name="connsiteY9"/>
                  <a:gd fmla="*/ -555 w 93105" name="connsiteX10"/>
                  <a:gd fmla="*/ 8378 h 40106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40106" w="93105">
                    <a:moveTo>
                      <a:pt x="-937" y="7711"/>
                    </a:moveTo>
                    <a:cubicBezTo>
                      <a:pt x="2111" y="16198"/>
                      <a:pt x="7636" y="23561"/>
                      <a:pt x="14970" y="28856"/>
                    </a:cubicBezTo>
                    <a:cubicBezTo>
                      <a:pt x="23066" y="34143"/>
                      <a:pt x="32306" y="37410"/>
                      <a:pt x="41926" y="38381"/>
                    </a:cubicBezTo>
                    <a:cubicBezTo>
                      <a:pt x="58976" y="40858"/>
                      <a:pt x="78311" y="41048"/>
                      <a:pt x="91360" y="27904"/>
                    </a:cubicBezTo>
                    <a:cubicBezTo>
                      <a:pt x="93170" y="24465"/>
                      <a:pt x="91837" y="20198"/>
                      <a:pt x="88408" y="18379"/>
                    </a:cubicBezTo>
                    <a:cubicBezTo>
                      <a:pt x="86408" y="17293"/>
                      <a:pt x="83931" y="17293"/>
                      <a:pt x="81835" y="18379"/>
                    </a:cubicBezTo>
                    <a:cubicBezTo>
                      <a:pt x="72310" y="27904"/>
                      <a:pt x="57928" y="26951"/>
                      <a:pt x="46022" y="25237"/>
                    </a:cubicBezTo>
                    <a:cubicBezTo>
                      <a:pt x="38687" y="24675"/>
                      <a:pt x="31448" y="22598"/>
                      <a:pt x="24971" y="19141"/>
                    </a:cubicBezTo>
                    <a:cubicBezTo>
                      <a:pt x="19447" y="15769"/>
                      <a:pt x="15256" y="10683"/>
                      <a:pt x="12875" y="4663"/>
                    </a:cubicBezTo>
                    <a:cubicBezTo>
                      <a:pt x="11732" y="1015"/>
                      <a:pt x="8017" y="-1119"/>
                      <a:pt x="4302" y="-195"/>
                    </a:cubicBezTo>
                    <a:cubicBezTo>
                      <a:pt x="587" y="872"/>
                      <a:pt x="-1508" y="4672"/>
                      <a:pt x="-555" y="8378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020f1ba-4e2e-444c-998f-1122ee896661" id="115" name="任意多边形: 形状 114">
                <a:extLst>
                  <a:ext uri="{FF2B5EF4-FFF2-40B4-BE49-F238E27FC236}">
                    <a16:creationId id="{373E4E01-4983-5658-E560-6703BDB669B1}"/>
                  </a:ext>
                </a:extLst>
              </p:cNvPr>
              <p:cNvSpPr/>
              <p:nvPr/>
            </p:nvSpPr>
            <p:spPr>
              <a:xfrm flipH="true" flipV="false">
                <a:off x="2884946" y="2806142"/>
                <a:ext cx="35054" cy="93205"/>
              </a:xfrm>
              <a:custGeom>
                <a:avLst/>
                <a:gdLst>
                  <a:gd fmla="*/ 29651 w 41846" name="connsiteX0"/>
                  <a:gd fmla="*/ 1045 h 111262" name="connsiteY0"/>
                  <a:gd fmla="*/ -353 w 41846" name="connsiteX1"/>
                  <a:gd fmla="*/ 55814 h 111262" name="connsiteY1"/>
                  <a:gd fmla="*/ 18697 w 41846" name="connsiteX2"/>
                  <a:gd fmla="*/ 107439 h 111262" name="connsiteY2"/>
                  <a:gd fmla="*/ 28222 w 41846" name="connsiteX3"/>
                  <a:gd fmla="*/ 109878 h 111262" name="connsiteY3"/>
                  <a:gd fmla="*/ 30699 w 41846" name="connsiteX4"/>
                  <a:gd fmla="*/ 100353 h 111262" name="connsiteY4"/>
                  <a:gd fmla="*/ 28222 w 41846" name="connsiteX5"/>
                  <a:gd fmla="*/ 97914 h 111262" name="connsiteY5"/>
                  <a:gd fmla="*/ 12887 w 41846" name="connsiteX6"/>
                  <a:gd fmla="*/ 56480 h 111262" name="connsiteY6"/>
                  <a:gd fmla="*/ 38795 w 41846" name="connsiteX7"/>
                  <a:gd fmla="*/ 11332 h 111262" name="connsiteY7"/>
                  <a:gd fmla="*/ 29270 w 41846" name="connsiteX8"/>
                  <a:gd fmla="*/ 1807 h 111262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11262" w="41846">
                    <a:moveTo>
                      <a:pt x="29651" y="1045"/>
                    </a:moveTo>
                    <a:cubicBezTo>
                      <a:pt x="13649" y="15342"/>
                      <a:pt x="3076" y="34668"/>
                      <a:pt x="-353" y="55814"/>
                    </a:cubicBezTo>
                    <a:cubicBezTo>
                      <a:pt x="-3114" y="75130"/>
                      <a:pt x="4029" y="94533"/>
                      <a:pt x="18697" y="107439"/>
                    </a:cubicBezTo>
                    <a:cubicBezTo>
                      <a:pt x="20698" y="110744"/>
                      <a:pt x="24889" y="111840"/>
                      <a:pt x="28222" y="109878"/>
                    </a:cubicBezTo>
                    <a:cubicBezTo>
                      <a:pt x="31556" y="107925"/>
                      <a:pt x="32604" y="103658"/>
                      <a:pt x="30699" y="100353"/>
                    </a:cubicBezTo>
                    <a:cubicBezTo>
                      <a:pt x="30033" y="99353"/>
                      <a:pt x="29270" y="98514"/>
                      <a:pt x="28222" y="97914"/>
                    </a:cubicBezTo>
                    <a:cubicBezTo>
                      <a:pt x="16221" y="87703"/>
                      <a:pt x="10410" y="72016"/>
                      <a:pt x="12887" y="56480"/>
                    </a:cubicBezTo>
                    <a:cubicBezTo>
                      <a:pt x="16316" y="38992"/>
                      <a:pt x="25461" y="23134"/>
                      <a:pt x="38795" y="11332"/>
                    </a:cubicBezTo>
                    <a:cubicBezTo>
                      <a:pt x="45272" y="5046"/>
                      <a:pt x="35366" y="-4861"/>
                      <a:pt x="29270" y="1807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a611fae-1159-450b-bd15-30dee98bd45c" id="116" name="任意多边形: 形状 115">
                <a:extLst>
                  <a:ext uri="{FF2B5EF4-FFF2-40B4-BE49-F238E27FC236}">
                    <a16:creationId id="{CC0D60F6-2D08-B1C2-D67B-105A2BBD1576}"/>
                  </a:ext>
                </a:extLst>
              </p:cNvPr>
              <p:cNvSpPr/>
              <p:nvPr/>
            </p:nvSpPr>
            <p:spPr>
              <a:xfrm flipH="true" flipV="false">
                <a:off x="3108617" y="3027447"/>
                <a:ext cx="209364" cy="141825"/>
              </a:xfrm>
              <a:custGeom>
                <a:avLst/>
                <a:gdLst>
                  <a:gd fmla="*/ 7724 w 249927" name="connsiteX0"/>
                  <a:gd fmla="*/ 39854 h 169303" name="connsiteY0"/>
                  <a:gd fmla="*/ 141836 w 249927" name="connsiteX1"/>
                  <a:gd fmla="*/ 13565 h 169303" name="connsiteY1"/>
                  <a:gd fmla="*/ 197557 w 249927" name="connsiteX2"/>
                  <a:gd fmla="*/ 27471 h 169303" name="connsiteY2"/>
                  <a:gd fmla="*/ 227084 w 249927" name="connsiteX3"/>
                  <a:gd fmla="*/ 87288 h 169303" name="connsiteY3"/>
                  <a:gd fmla="*/ 222132 w 249927" name="connsiteX4"/>
                  <a:gd fmla="*/ 150535 h 169303" name="connsiteY4"/>
                  <a:gd fmla="*/ 193557 w 249927" name="connsiteX5"/>
                  <a:gd fmla="*/ 152439 h 169303" name="connsiteY5"/>
                  <a:gd fmla="*/ 174507 w 249927" name="connsiteX6"/>
                  <a:gd fmla="*/ 127388 h 169303" name="connsiteY6"/>
                  <a:gd fmla="*/ 146693 w 249927" name="connsiteX7"/>
                  <a:gd fmla="*/ 93575 h 169303" name="connsiteY7"/>
                  <a:gd fmla="*/ 104308 w 249927" name="connsiteX8"/>
                  <a:gd fmla="*/ 98528 h 169303" name="connsiteY8"/>
                  <a:gd fmla="*/ 111356 w 249927" name="connsiteX9"/>
                  <a:gd fmla="*/ 110625 h 169303" name="connsiteY9"/>
                  <a:gd fmla="*/ 153075 w 249927" name="connsiteX10"/>
                  <a:gd fmla="*/ 115730 h 169303" name="connsiteY10"/>
                  <a:gd fmla="*/ 155933 w 249927" name="connsiteX11"/>
                  <a:gd fmla="*/ 120150 h 169303" name="connsiteY11"/>
                  <a:gd fmla="*/ 179555 w 249927" name="connsiteX12"/>
                  <a:gd fmla="*/ 159964 h 169303" name="connsiteY12"/>
                  <a:gd fmla="*/ 240229 w 249927" name="connsiteX13"/>
                  <a:gd fmla="*/ 151963 h 169303" name="connsiteY13"/>
                  <a:gd fmla="*/ 247087 w 249927" name="connsiteX14"/>
                  <a:gd fmla="*/ 138723 h 169303" name="connsiteY14"/>
                  <a:gd fmla="*/ 241563 w 249927" name="connsiteX15"/>
                  <a:gd fmla="*/ 87765 h 169303" name="connsiteY15"/>
                  <a:gd fmla="*/ 221274 w 249927" name="connsiteX16"/>
                  <a:gd fmla="*/ 35186 h 169303" name="connsiteY16"/>
                  <a:gd fmla="*/ 138026 w 249927" name="connsiteX17"/>
                  <a:gd fmla="*/ -246 h 169303" name="connsiteY17"/>
                  <a:gd fmla="*/ 3818 w 249927" name="connsiteX18"/>
                  <a:gd fmla="*/ 26424 h 169303" name="connsiteY18"/>
                  <a:gd fmla="*/ 7533 w 249927" name="connsiteX19"/>
                  <a:gd fmla="*/ 39854 h 169303" name="connsiteY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b="b" l="l" r="r" t="t"/>
                <a:pathLst>
                  <a:path h="169303" w="249927">
                    <a:moveTo>
                      <a:pt x="7724" y="39854"/>
                    </a:moveTo>
                    <a:cubicBezTo>
                      <a:pt x="50758" y="24042"/>
                      <a:pt x="96021" y="15165"/>
                      <a:pt x="141836" y="13565"/>
                    </a:cubicBezTo>
                    <a:cubicBezTo>
                      <a:pt x="160886" y="13565"/>
                      <a:pt x="182412" y="14613"/>
                      <a:pt x="197557" y="27471"/>
                    </a:cubicBezTo>
                    <a:cubicBezTo>
                      <a:pt x="214226" y="41473"/>
                      <a:pt x="221084" y="67191"/>
                      <a:pt x="227084" y="87288"/>
                    </a:cubicBezTo>
                    <a:cubicBezTo>
                      <a:pt x="233085" y="107386"/>
                      <a:pt x="243563" y="136056"/>
                      <a:pt x="222132" y="150535"/>
                    </a:cubicBezTo>
                    <a:cubicBezTo>
                      <a:pt x="213654" y="156240"/>
                      <a:pt x="202700" y="156964"/>
                      <a:pt x="193557" y="152439"/>
                    </a:cubicBezTo>
                    <a:cubicBezTo>
                      <a:pt x="184289" y="146781"/>
                      <a:pt x="177488" y="137838"/>
                      <a:pt x="174507" y="127388"/>
                    </a:cubicBezTo>
                    <a:cubicBezTo>
                      <a:pt x="168506" y="113101"/>
                      <a:pt x="161743" y="99766"/>
                      <a:pt x="146693" y="93575"/>
                    </a:cubicBezTo>
                    <a:cubicBezTo>
                      <a:pt x="132663" y="87726"/>
                      <a:pt x="116614" y="89603"/>
                      <a:pt x="104308" y="98528"/>
                    </a:cubicBezTo>
                    <a:cubicBezTo>
                      <a:pt x="97164" y="103767"/>
                      <a:pt x="104308" y="115959"/>
                      <a:pt x="111356" y="110625"/>
                    </a:cubicBezTo>
                    <a:cubicBezTo>
                      <a:pt x="124291" y="100518"/>
                      <a:pt x="142960" y="102804"/>
                      <a:pt x="153075" y="115730"/>
                    </a:cubicBezTo>
                    <a:cubicBezTo>
                      <a:pt x="154152" y="117120"/>
                      <a:pt x="155114" y="118597"/>
                      <a:pt x="155933" y="120150"/>
                    </a:cubicBezTo>
                    <a:cubicBezTo>
                      <a:pt x="163743" y="133771"/>
                      <a:pt x="166601" y="149677"/>
                      <a:pt x="179555" y="159964"/>
                    </a:cubicBezTo>
                    <a:cubicBezTo>
                      <a:pt x="198509" y="174499"/>
                      <a:pt x="225656" y="170908"/>
                      <a:pt x="240229" y="151963"/>
                    </a:cubicBezTo>
                    <a:cubicBezTo>
                      <a:pt x="243277" y="147982"/>
                      <a:pt x="245563" y="143505"/>
                      <a:pt x="247087" y="138723"/>
                    </a:cubicBezTo>
                    <a:cubicBezTo>
                      <a:pt x="252135" y="122436"/>
                      <a:pt x="246040" y="103576"/>
                      <a:pt x="241563" y="87765"/>
                    </a:cubicBezTo>
                    <a:cubicBezTo>
                      <a:pt x="236895" y="69495"/>
                      <a:pt x="230132" y="51846"/>
                      <a:pt x="221274" y="35186"/>
                    </a:cubicBezTo>
                    <a:cubicBezTo>
                      <a:pt x="203843" y="4802"/>
                      <a:pt x="170506" y="-1580"/>
                      <a:pt x="138026" y="-246"/>
                    </a:cubicBezTo>
                    <a:cubicBezTo>
                      <a:pt x="92191" y="1783"/>
                      <a:pt x="46948" y="10774"/>
                      <a:pt x="3818" y="26424"/>
                    </a:cubicBezTo>
                    <a:cubicBezTo>
                      <a:pt x="-4563" y="29376"/>
                      <a:pt x="-944" y="42902"/>
                      <a:pt x="7533" y="39854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edff6aa-baea-4279-b7e6-ebe6ff0133be" id="117" name="任意多边形: 形状 116">
                <a:extLst>
                  <a:ext uri="{FF2B5EF4-FFF2-40B4-BE49-F238E27FC236}">
                    <a16:creationId id="{2825F242-7C85-3B9F-39A7-51C8E192D7EC}"/>
                  </a:ext>
                </a:extLst>
              </p:cNvPr>
              <p:cNvSpPr/>
              <p:nvPr/>
            </p:nvSpPr>
            <p:spPr>
              <a:xfrm flipH="true" flipV="false">
                <a:off x="3115194" y="3159978"/>
                <a:ext cx="24566" cy="74267"/>
              </a:xfrm>
              <a:custGeom>
                <a:avLst/>
                <a:gdLst>
                  <a:gd fmla="*/ 809 w 29326" name="connsiteX0"/>
                  <a:gd fmla="*/ 11662 h 88656" name="connsiteY0"/>
                  <a:gd fmla="*/ 13953 w 29326" name="connsiteX1"/>
                  <a:gd fmla="*/ 44047 h 88656" name="connsiteY1"/>
                  <a:gd fmla="*/ 9286 w 29326" name="connsiteX2"/>
                  <a:gd fmla="*/ 79384 h 88656" name="connsiteY2"/>
                  <a:gd fmla="*/ 14144 w 29326" name="connsiteX3"/>
                  <a:gd fmla="*/ 88052 h 88656" name="connsiteY3"/>
                  <a:gd fmla="*/ 22812 w 29326" name="connsiteX4"/>
                  <a:gd fmla="*/ 83099 h 88656" name="connsiteY4"/>
                  <a:gd fmla="*/ 27574 w 29326" name="connsiteX5"/>
                  <a:gd fmla="*/ 41284 h 88656" name="connsiteY5"/>
                  <a:gd fmla="*/ 10715 w 29326" name="connsiteX6"/>
                  <a:gd fmla="*/ 1756 h 88656" name="connsiteY6"/>
                  <a:gd fmla="*/ 1190 w 29326" name="connsiteX7"/>
                  <a:gd fmla="*/ 11281 h 88656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88656" w="29326">
                    <a:moveTo>
                      <a:pt x="809" y="11662"/>
                    </a:moveTo>
                    <a:cubicBezTo>
                      <a:pt x="8333" y="20872"/>
                      <a:pt x="12906" y="32169"/>
                      <a:pt x="13953" y="44047"/>
                    </a:cubicBezTo>
                    <a:cubicBezTo>
                      <a:pt x="15287" y="56029"/>
                      <a:pt x="13763" y="68173"/>
                      <a:pt x="9286" y="79384"/>
                    </a:cubicBezTo>
                    <a:cubicBezTo>
                      <a:pt x="8333" y="83108"/>
                      <a:pt x="10429" y="86947"/>
                      <a:pt x="14144" y="88052"/>
                    </a:cubicBezTo>
                    <a:cubicBezTo>
                      <a:pt x="17858" y="88928"/>
                      <a:pt x="21669" y="86766"/>
                      <a:pt x="22812" y="83099"/>
                    </a:cubicBezTo>
                    <a:cubicBezTo>
                      <a:pt x="27860" y="69783"/>
                      <a:pt x="29575" y="55400"/>
                      <a:pt x="27574" y="41284"/>
                    </a:cubicBezTo>
                    <a:cubicBezTo>
                      <a:pt x="26050" y="26711"/>
                      <a:pt x="20145" y="12938"/>
                      <a:pt x="10715" y="1756"/>
                    </a:cubicBezTo>
                    <a:cubicBezTo>
                      <a:pt x="4524" y="-4816"/>
                      <a:pt x="-5287" y="5089"/>
                      <a:pt x="1190" y="11281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65c430b-ba26-47e7-8390-f02ece06fff9" id="118" name="任意多边形: 形状 117">
                <a:extLst>
                  <a:ext uri="{FF2B5EF4-FFF2-40B4-BE49-F238E27FC236}">
                    <a16:creationId id="{B1E79BCF-3A27-92FA-B96B-6F0B6EA726C1}"/>
                  </a:ext>
                </a:extLst>
              </p:cNvPr>
              <p:cNvSpPr/>
              <p:nvPr/>
            </p:nvSpPr>
            <p:spPr>
              <a:xfrm flipH="true" flipV="false">
                <a:off x="3120776" y="3091801"/>
                <a:ext cx="23746" cy="68899"/>
              </a:xfrm>
              <a:custGeom>
                <a:avLst/>
                <a:gdLst>
                  <a:gd fmla="*/ 17543 w 28346" name="connsiteX0"/>
                  <a:gd fmla="*/ 178 h 82248" name="connsiteY0"/>
                  <a:gd fmla="*/ -936 w 28346" name="connsiteX1"/>
                  <a:gd fmla="*/ 33896 h 82248" name="connsiteY1"/>
                  <a:gd fmla="*/ 13256 w 28346" name="connsiteX2"/>
                  <a:gd fmla="*/ 78378 h 82248" name="connsiteY2"/>
                  <a:gd fmla="*/ 25353 w 28346" name="connsiteX3"/>
                  <a:gd fmla="*/ 71330 h 82248" name="connsiteY3"/>
                  <a:gd fmla="*/ 13066 w 28346" name="connsiteX4"/>
                  <a:gd fmla="*/ 35801 h 82248" name="connsiteY4"/>
                  <a:gd fmla="*/ 24591 w 28346" name="connsiteX5"/>
                  <a:gd fmla="*/ 12274 h 82248" name="connsiteY5"/>
                  <a:gd fmla="*/ 26019 w 28346" name="connsiteX6"/>
                  <a:gd fmla="*/ 2406 h 82248" name="connsiteY6"/>
                  <a:gd fmla="*/ 17543 w 28346" name="connsiteX7"/>
                  <a:gd fmla="*/ 178 h 82248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82248" w="28346">
                    <a:moveTo>
                      <a:pt x="17543" y="178"/>
                    </a:moveTo>
                    <a:cubicBezTo>
                      <a:pt x="6017" y="7474"/>
                      <a:pt x="-1031" y="20218"/>
                      <a:pt x="-936" y="33896"/>
                    </a:cubicBezTo>
                    <a:cubicBezTo>
                      <a:pt x="-79" y="49698"/>
                      <a:pt x="4779" y="65014"/>
                      <a:pt x="13256" y="78378"/>
                    </a:cubicBezTo>
                    <a:cubicBezTo>
                      <a:pt x="17447" y="86283"/>
                      <a:pt x="29544" y="79235"/>
                      <a:pt x="25353" y="71330"/>
                    </a:cubicBezTo>
                    <a:cubicBezTo>
                      <a:pt x="18590" y="60604"/>
                      <a:pt x="14304" y="48441"/>
                      <a:pt x="13066" y="35801"/>
                    </a:cubicBezTo>
                    <a:cubicBezTo>
                      <a:pt x="12399" y="26447"/>
                      <a:pt x="16780" y="17456"/>
                      <a:pt x="24591" y="12274"/>
                    </a:cubicBezTo>
                    <a:cubicBezTo>
                      <a:pt x="27734" y="9931"/>
                      <a:pt x="28305" y="5521"/>
                      <a:pt x="26019" y="2406"/>
                    </a:cubicBezTo>
                    <a:cubicBezTo>
                      <a:pt x="24020" y="-203"/>
                      <a:pt x="20495" y="-1128"/>
                      <a:pt x="17543" y="178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cec6f89-1e18-4482-b6d7-bdbc84ac7e50" id="119" name="任意多边形: 形状 118">
                <a:extLst>
                  <a:ext uri="{FF2B5EF4-FFF2-40B4-BE49-F238E27FC236}">
                    <a16:creationId id="{08BCF40D-950C-0EFB-2D80-CE86AF6F625C}"/>
                  </a:ext>
                </a:extLst>
              </p:cNvPr>
              <p:cNvSpPr/>
              <p:nvPr/>
            </p:nvSpPr>
            <p:spPr>
              <a:xfrm flipH="true" flipV="false">
                <a:off x="3076608" y="2944818"/>
                <a:ext cx="219921" cy="173003"/>
              </a:xfrm>
              <a:custGeom>
                <a:avLst/>
                <a:gdLst>
                  <a:gd fmla="*/ 7643 w 262529" name="connsiteX0"/>
                  <a:gd fmla="*/ 36954 h 206521" name="connsiteY0"/>
                  <a:gd fmla="*/ 108036 w 262529" name="connsiteX1"/>
                  <a:gd fmla="*/ 15999 h 206521" name="connsiteY1"/>
                  <a:gd fmla="*/ 195857 w 262529" name="connsiteX2"/>
                  <a:gd fmla="*/ 21619 h 206521" name="connsiteY2"/>
                  <a:gd fmla="*/ 222527 w 262529" name="connsiteX3"/>
                  <a:gd fmla="*/ 56194 h 206521" name="connsiteY3"/>
                  <a:gd fmla="*/ 239005 w 262529" name="connsiteX4"/>
                  <a:gd fmla="*/ 102581 h 206521" name="connsiteY4"/>
                  <a:gd fmla="*/ 221765 w 262529" name="connsiteX5"/>
                  <a:gd fmla="*/ 192211 h 206521" name="connsiteY5"/>
                  <a:gd fmla="*/ 225480 w 262529" name="connsiteX6"/>
                  <a:gd fmla="*/ 205642 h 206521" name="connsiteY6"/>
                  <a:gd fmla="*/ 259484 w 262529" name="connsiteX7"/>
                  <a:gd fmla="*/ 125155 h 206521" name="connsiteY7"/>
                  <a:gd fmla="*/ 241863 w 262529" name="connsiteX8"/>
                  <a:gd fmla="*/ 68005 h 206521" name="connsiteY8"/>
                  <a:gd fmla="*/ 218241 w 262529" name="connsiteX9"/>
                  <a:gd fmla="*/ 21143 h 206521" name="connsiteY9"/>
                  <a:gd fmla="*/ 128896 w 262529" name="connsiteX10"/>
                  <a:gd fmla="*/ 473 h 206521" name="connsiteY10"/>
                  <a:gd fmla="*/ 3928 w 262529" name="connsiteX11"/>
                  <a:gd fmla="*/ 23714 h 206521" name="connsiteY11"/>
                  <a:gd fmla="*/ 7643 w 262529" name="connsiteX12"/>
                  <a:gd fmla="*/ 37144 h 206521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206521" w="262529">
                    <a:moveTo>
                      <a:pt x="7643" y="36954"/>
                    </a:moveTo>
                    <a:cubicBezTo>
                      <a:pt x="40333" y="26657"/>
                      <a:pt x="73956" y="19637"/>
                      <a:pt x="108036" y="15999"/>
                    </a:cubicBezTo>
                    <a:cubicBezTo>
                      <a:pt x="135659" y="13141"/>
                      <a:pt x="170139" y="8379"/>
                      <a:pt x="195857" y="21619"/>
                    </a:cubicBezTo>
                    <a:cubicBezTo>
                      <a:pt x="208716" y="29410"/>
                      <a:pt x="218241" y="41745"/>
                      <a:pt x="222527" y="56194"/>
                    </a:cubicBezTo>
                    <a:cubicBezTo>
                      <a:pt x="228908" y="71434"/>
                      <a:pt x="234338" y="86893"/>
                      <a:pt x="239005" y="102581"/>
                    </a:cubicBezTo>
                    <a:cubicBezTo>
                      <a:pt x="247768" y="131156"/>
                      <a:pt x="258817" y="178781"/>
                      <a:pt x="221765" y="192211"/>
                    </a:cubicBezTo>
                    <a:cubicBezTo>
                      <a:pt x="213383" y="195259"/>
                      <a:pt x="217002" y="208785"/>
                      <a:pt x="225480" y="205642"/>
                    </a:cubicBezTo>
                    <a:cubicBezTo>
                      <a:pt x="259008" y="193449"/>
                      <a:pt x="265770" y="156683"/>
                      <a:pt x="259484" y="125155"/>
                    </a:cubicBezTo>
                    <a:cubicBezTo>
                      <a:pt x="255102" y="105667"/>
                      <a:pt x="249197" y="86560"/>
                      <a:pt x="241863" y="68005"/>
                    </a:cubicBezTo>
                    <a:cubicBezTo>
                      <a:pt x="237195" y="50955"/>
                      <a:pt x="229195" y="35011"/>
                      <a:pt x="218241" y="21143"/>
                    </a:cubicBezTo>
                    <a:cubicBezTo>
                      <a:pt x="195857" y="-2385"/>
                      <a:pt x="158709" y="-1432"/>
                      <a:pt x="128896" y="473"/>
                    </a:cubicBezTo>
                    <a:cubicBezTo>
                      <a:pt x="86463" y="3197"/>
                      <a:pt x="44505" y="10998"/>
                      <a:pt x="3928" y="23714"/>
                    </a:cubicBezTo>
                    <a:cubicBezTo>
                      <a:pt x="-4644" y="26381"/>
                      <a:pt x="-930" y="39811"/>
                      <a:pt x="7643" y="37144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c9ff139-f164-42f4-b3c6-0c0631f4cbd0" id="120" name="任意多边形: 形状 119">
                <a:extLst>
                  <a:ext uri="{FF2B5EF4-FFF2-40B4-BE49-F238E27FC236}">
                    <a16:creationId id="{2CF7D48C-39D4-41F2-14A4-9F5E71C60592}"/>
                  </a:ext>
                </a:extLst>
              </p:cNvPr>
              <p:cNvSpPr/>
              <p:nvPr/>
            </p:nvSpPr>
            <p:spPr>
              <a:xfrm flipH="true" flipV="false">
                <a:off x="3086214" y="3024444"/>
                <a:ext cx="22086" cy="72567"/>
              </a:xfrm>
              <a:custGeom>
                <a:avLst/>
                <a:gdLst>
                  <a:gd fmla="*/ 10308 w 26365" name="connsiteX0"/>
                  <a:gd fmla="*/ 2385 h 86627" name="connsiteY0"/>
                  <a:gd fmla="*/ 14118 w 26365" name="connsiteX1"/>
                  <a:gd fmla="*/ 84396 h 86627" name="connsiteY1"/>
                  <a:gd fmla="*/ 23643 w 26365" name="connsiteX2"/>
                  <a:gd fmla="*/ 84396 h 86627" name="connsiteY2"/>
                  <a:gd fmla="*/ 23643 w 26365" name="connsiteX3"/>
                  <a:gd fmla="*/ 74871 h 86627" name="connsiteY3"/>
                  <a:gd fmla="*/ 22023 w 26365" name="connsiteX4"/>
                  <a:gd fmla="*/ 9815 h 86627" name="connsiteY4"/>
                  <a:gd fmla="*/ 9927 w 26365" name="connsiteX5"/>
                  <a:gd fmla="*/ 2766 h 86627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86627" w="26365">
                    <a:moveTo>
                      <a:pt x="10308" y="2385"/>
                    </a:moveTo>
                    <a:cubicBezTo>
                      <a:pt x="-5980" y="27760"/>
                      <a:pt x="-4456" y="60640"/>
                      <a:pt x="14118" y="84396"/>
                    </a:cubicBezTo>
                    <a:cubicBezTo>
                      <a:pt x="16785" y="86825"/>
                      <a:pt x="20976" y="86825"/>
                      <a:pt x="23643" y="84396"/>
                    </a:cubicBezTo>
                    <a:cubicBezTo>
                      <a:pt x="26024" y="81672"/>
                      <a:pt x="26024" y="77594"/>
                      <a:pt x="23643" y="74871"/>
                    </a:cubicBezTo>
                    <a:cubicBezTo>
                      <a:pt x="9641" y="55639"/>
                      <a:pt x="8974" y="29722"/>
                      <a:pt x="22023" y="9815"/>
                    </a:cubicBezTo>
                    <a:cubicBezTo>
                      <a:pt x="27072" y="2290"/>
                      <a:pt x="14975" y="-4663"/>
                      <a:pt x="9927" y="2766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1850605-a61e-4da9-a30b-0b88a78150f5" id="121" name="任意多边形: 形状 120">
                <a:extLst>
                  <a:ext uri="{FF2B5EF4-FFF2-40B4-BE49-F238E27FC236}">
                    <a16:creationId id="{110FACE1-957D-F472-733F-37BDE910098C}"/>
                  </a:ext>
                </a:extLst>
              </p:cNvPr>
              <p:cNvSpPr/>
              <p:nvPr/>
            </p:nvSpPr>
            <p:spPr>
              <a:xfrm flipH="true" flipV="false">
                <a:off x="3030697" y="2851474"/>
                <a:ext cx="253270" cy="206947"/>
              </a:xfrm>
              <a:custGeom>
                <a:avLst/>
                <a:gdLst>
                  <a:gd fmla="*/ 7602 w 302340" name="connsiteX0"/>
                  <a:gd fmla="*/ 35798 h 247042" name="connsiteY0"/>
                  <a:gd fmla="*/ 127903 w 302340" name="connsiteX1"/>
                  <a:gd fmla="*/ 13795 h 247042" name="connsiteY1"/>
                  <a:gd fmla="*/ 231344 w 302340" name="connsiteX2"/>
                  <a:gd fmla="*/ 35798 h 247042" name="connsiteY2"/>
                  <a:gd fmla="*/ 261538 w 302340" name="connsiteX3"/>
                  <a:gd fmla="*/ 81804 h 247042" name="connsiteY3"/>
                  <a:gd fmla="*/ 284494 w 302340" name="connsiteX4"/>
                  <a:gd fmla="*/ 137430 h 247042" name="connsiteY4"/>
                  <a:gd fmla="*/ 243631 w 302340" name="connsiteX5"/>
                  <a:gd fmla="*/ 232680 h 247042" name="connsiteY5"/>
                  <a:gd fmla="*/ 243631 w 302340" name="connsiteX6"/>
                  <a:gd fmla="*/ 246586 h 247042" name="connsiteY6"/>
                  <a:gd fmla="*/ 301353 w 302340" name="connsiteX7"/>
                  <a:gd fmla="*/ 167433 h 247042" name="connsiteY7"/>
                  <a:gd fmla="*/ 252871 w 302340" name="connsiteX8"/>
                  <a:gd fmla="*/ 41227 h 247042" name="connsiteY8"/>
                  <a:gd fmla="*/ 151239 w 302340" name="connsiteX9"/>
                  <a:gd fmla="*/ -397 h 247042" name="connsiteY9"/>
                  <a:gd fmla="*/ 3887 w 302340" name="connsiteX10"/>
                  <a:gd fmla="*/ 22177 h 247042" name="connsiteY10"/>
                  <a:gd fmla="*/ 7602 w 302340" name="connsiteX11"/>
                  <a:gd fmla="*/ 35607 h 247042" name="connsiteY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b="b" l="l" r="r" t="t"/>
                <a:pathLst>
                  <a:path h="247042" w="302340">
                    <a:moveTo>
                      <a:pt x="7602" y="35798"/>
                    </a:moveTo>
                    <a:cubicBezTo>
                      <a:pt x="46540" y="23120"/>
                      <a:pt x="87002" y="15719"/>
                      <a:pt x="127903" y="13795"/>
                    </a:cubicBezTo>
                    <a:cubicBezTo>
                      <a:pt x="160954" y="12366"/>
                      <a:pt x="206293" y="9604"/>
                      <a:pt x="231344" y="35798"/>
                    </a:cubicBezTo>
                    <a:cubicBezTo>
                      <a:pt x="243250" y="49857"/>
                      <a:pt x="253347" y="65307"/>
                      <a:pt x="261538" y="81804"/>
                    </a:cubicBezTo>
                    <a:cubicBezTo>
                      <a:pt x="271825" y="99130"/>
                      <a:pt x="279541" y="117866"/>
                      <a:pt x="284494" y="137430"/>
                    </a:cubicBezTo>
                    <a:cubicBezTo>
                      <a:pt x="291637" y="169434"/>
                      <a:pt x="285922" y="227822"/>
                      <a:pt x="243631" y="232680"/>
                    </a:cubicBezTo>
                    <a:cubicBezTo>
                      <a:pt x="234773" y="233632"/>
                      <a:pt x="234678" y="247538"/>
                      <a:pt x="243631" y="246586"/>
                    </a:cubicBezTo>
                    <a:cubicBezTo>
                      <a:pt x="281731" y="242395"/>
                      <a:pt x="300305" y="202295"/>
                      <a:pt x="301353" y="167433"/>
                    </a:cubicBezTo>
                    <a:cubicBezTo>
                      <a:pt x="302686" y="121142"/>
                      <a:pt x="277635" y="78565"/>
                      <a:pt x="252871" y="41227"/>
                    </a:cubicBezTo>
                    <a:cubicBezTo>
                      <a:pt x="229153" y="5699"/>
                      <a:pt x="191339" y="-112"/>
                      <a:pt x="151239" y="-397"/>
                    </a:cubicBezTo>
                    <a:cubicBezTo>
                      <a:pt x="101233" y="-768"/>
                      <a:pt x="51493" y="6851"/>
                      <a:pt x="3887" y="22177"/>
                    </a:cubicBezTo>
                    <a:cubicBezTo>
                      <a:pt x="-4590" y="24845"/>
                      <a:pt x="-971" y="38370"/>
                      <a:pt x="7602" y="35607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7278729-8cd3-496b-bc0f-24d0fde2ebc8" id="125" name="任意多边形: 形状 124">
                <a:extLst>
                  <a:ext uri="{FF2B5EF4-FFF2-40B4-BE49-F238E27FC236}">
                    <a16:creationId id="{75396567-D2FE-2FE4-7220-CC9E6E63BFF1}"/>
                  </a:ext>
                </a:extLst>
              </p:cNvPr>
              <p:cNvSpPr/>
              <p:nvPr/>
            </p:nvSpPr>
            <p:spPr>
              <a:xfrm flipH="true" flipV="false">
                <a:off x="3041698" y="2936844"/>
                <a:ext cx="25558" cy="88686"/>
              </a:xfrm>
              <a:custGeom>
                <a:avLst/>
                <a:gdLst>
                  <a:gd fmla="*/ 15794 w 30510" name="connsiteX0"/>
                  <a:gd fmla="*/ 657 h 105868" name="connsiteY0"/>
                  <a:gd fmla="*/ -590 w 30510" name="connsiteX1"/>
                  <a:gd fmla="*/ 47615 h 105868" name="connsiteY1"/>
                  <a:gd fmla="*/ 5887 w 30510" name="connsiteX2"/>
                  <a:gd fmla="*/ 76762 h 105868" name="connsiteY2"/>
                  <a:gd fmla="*/ 17984 w 30510" name="connsiteX3"/>
                  <a:gd fmla="*/ 103242 h 105868" name="connsiteY3"/>
                  <a:gd fmla="*/ 27509 w 30510" name="connsiteX4"/>
                  <a:gd fmla="*/ 93717 h 105868" name="connsiteY4"/>
                  <a:gd fmla="*/ 22747 w 30510" name="connsiteX5"/>
                  <a:gd fmla="*/ 84192 h 105868" name="connsiteY5"/>
                  <a:gd fmla="*/ 18651 w 30510" name="connsiteX6"/>
                  <a:gd fmla="*/ 72952 h 105868" name="connsiteY6"/>
                  <a:gd fmla="*/ 12936 w 30510" name="connsiteX7"/>
                  <a:gd fmla="*/ 48282 h 105868" name="connsiteY7"/>
                  <a:gd fmla="*/ 25319 w 30510" name="connsiteX8"/>
                  <a:gd fmla="*/ 11230 h 105868" name="connsiteY8"/>
                  <a:gd fmla="*/ 15794 w 30510" name="connsiteX9"/>
                  <a:gd fmla="*/ 1705 h 105868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05868" w="30510">
                    <a:moveTo>
                      <a:pt x="15794" y="657"/>
                    </a:moveTo>
                    <a:cubicBezTo>
                      <a:pt x="3506" y="13030"/>
                      <a:pt x="-2495" y="30290"/>
                      <a:pt x="-590" y="47615"/>
                    </a:cubicBezTo>
                    <a:cubicBezTo>
                      <a:pt x="363" y="57569"/>
                      <a:pt x="2458" y="67361"/>
                      <a:pt x="5887" y="76762"/>
                    </a:cubicBezTo>
                    <a:cubicBezTo>
                      <a:pt x="8078" y="86306"/>
                      <a:pt x="12269" y="95307"/>
                      <a:pt x="17984" y="103242"/>
                    </a:cubicBezTo>
                    <a:cubicBezTo>
                      <a:pt x="23985" y="109909"/>
                      <a:pt x="33891" y="100003"/>
                      <a:pt x="27509" y="93717"/>
                    </a:cubicBezTo>
                    <a:cubicBezTo>
                      <a:pt x="25413" y="90840"/>
                      <a:pt x="23794" y="87621"/>
                      <a:pt x="22747" y="84192"/>
                    </a:cubicBezTo>
                    <a:cubicBezTo>
                      <a:pt x="21318" y="80477"/>
                      <a:pt x="19889" y="76762"/>
                      <a:pt x="18651" y="72952"/>
                    </a:cubicBezTo>
                    <a:cubicBezTo>
                      <a:pt x="15794" y="64989"/>
                      <a:pt x="13889" y="56702"/>
                      <a:pt x="12936" y="48282"/>
                    </a:cubicBezTo>
                    <a:cubicBezTo>
                      <a:pt x="11126" y="34681"/>
                      <a:pt x="15698" y="21012"/>
                      <a:pt x="25319" y="11230"/>
                    </a:cubicBezTo>
                    <a:cubicBezTo>
                      <a:pt x="31891" y="5134"/>
                      <a:pt x="21985" y="-4772"/>
                      <a:pt x="15794" y="1705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2ea06b2-e531-4692-a815-81296694141b" id="127" name="任意多边形: 形状 126">
                <a:extLst>
                  <a:ext uri="{FF2B5EF4-FFF2-40B4-BE49-F238E27FC236}">
                    <a16:creationId id="{CA55971E-473B-0117-E08C-B76B31AFB974}"/>
                  </a:ext>
                </a:extLst>
              </p:cNvPr>
              <p:cNvSpPr/>
              <p:nvPr/>
            </p:nvSpPr>
            <p:spPr>
              <a:xfrm flipH="true" flipV="false">
                <a:off x="2447736" y="3364995"/>
                <a:ext cx="1209986" cy="1129694"/>
              </a:xfrm>
              <a:custGeom>
                <a:avLst/>
                <a:gdLst>
                  <a:gd fmla="*/ 1178813 w 1444415" name="connsiteX0"/>
                  <a:gd fmla="*/ 1275302 h 1348568" name="connsiteY0"/>
                  <a:gd fmla="*/ 82296 w 1444415" name="connsiteX1"/>
                  <a:gd fmla="*/ 1178147 h 1348568" name="connsiteY1"/>
                  <a:gd fmla="*/ 1428 w 1444415" name="connsiteX2"/>
                  <a:gd fmla="*/ 1032890 h 1348568" name="connsiteY2"/>
                  <a:gd fmla="*/ 338328 w 1444415" name="connsiteX3"/>
                  <a:gd fmla="*/ 15811 h 1348568" name="connsiteY3"/>
                  <a:gd fmla="*/ 731710 w 1444415" name="connsiteX4"/>
                  <a:gd fmla="*/ 17716 h 1348568" name="connsiteY4"/>
                  <a:gd fmla="*/ 693039 w 1444415" name="connsiteX5"/>
                  <a:gd fmla="*/ 460629 h 1348568" name="connsiteY5"/>
                  <a:gd fmla="*/ 674846 w 1444415" name="connsiteX6"/>
                  <a:gd fmla="*/ 640841 h 1348568" name="connsiteY6"/>
                  <a:gd fmla="*/ 1188148 w 1444415" name="connsiteX7"/>
                  <a:gd fmla="*/ 349757 h 1348568" name="connsiteY7"/>
                  <a:gd fmla="*/ 1382363 w 1444415" name="connsiteX8"/>
                  <a:gd fmla="*/ 274700 h 1348568" name="connsiteY8"/>
                  <a:gd fmla="*/ 1424082 w 1444415" name="connsiteX9"/>
                  <a:gd fmla="*/ 433673 h 1348568" name="connsiteY9"/>
                  <a:gd fmla="*/ 1438846 w 1444415" name="connsiteX10"/>
                  <a:gd fmla="*/ 618648 h 1348568" name="connsiteY10"/>
                  <a:gd fmla="*/ 1159192 w 1444415" name="connsiteX11"/>
                  <a:gd fmla="*/ 1303877 h 1348568" name="connsiteY11"/>
                  <a:gd fmla="*/ 1178813 w 1444415" name="connsiteX12"/>
                  <a:gd fmla="*/ 1275302 h 1348568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1348568" w="1444415">
                    <a:moveTo>
                      <a:pt x="1178813" y="1275302"/>
                    </a:moveTo>
                    <a:cubicBezTo>
                      <a:pt x="774953" y="1385125"/>
                      <a:pt x="355568" y="1384458"/>
                      <a:pt x="82296" y="1178147"/>
                    </a:cubicBezTo>
                    <a:cubicBezTo>
                      <a:pt x="35433" y="1142714"/>
                      <a:pt x="-12192" y="1090040"/>
                      <a:pt x="1428" y="1032890"/>
                    </a:cubicBezTo>
                    <a:cubicBezTo>
                      <a:pt x="71818" y="738759"/>
                      <a:pt x="211931" y="290607"/>
                      <a:pt x="338328" y="15811"/>
                    </a:cubicBezTo>
                    <a:cubicBezTo>
                      <a:pt x="461295" y="-18003"/>
                      <a:pt x="604361" y="10382"/>
                      <a:pt x="731710" y="17716"/>
                    </a:cubicBezTo>
                    <a:cubicBezTo>
                      <a:pt x="731139" y="166173"/>
                      <a:pt x="718280" y="314325"/>
                      <a:pt x="693039" y="460629"/>
                    </a:cubicBezTo>
                    <a:cubicBezTo>
                      <a:pt x="683037" y="520350"/>
                      <a:pt x="671036" y="580453"/>
                      <a:pt x="674846" y="640841"/>
                    </a:cubicBezTo>
                    <a:cubicBezTo>
                      <a:pt x="834294" y="524599"/>
                      <a:pt x="1006506" y="426939"/>
                      <a:pt x="1188148" y="349757"/>
                    </a:cubicBezTo>
                    <a:cubicBezTo>
                      <a:pt x="1218914" y="336899"/>
                      <a:pt x="1349026" y="273557"/>
                      <a:pt x="1382363" y="274700"/>
                    </a:cubicBezTo>
                    <a:cubicBezTo>
                      <a:pt x="1444847" y="275939"/>
                      <a:pt x="1400555" y="375665"/>
                      <a:pt x="1424082" y="433673"/>
                    </a:cubicBezTo>
                    <a:cubicBezTo>
                      <a:pt x="1447609" y="491680"/>
                      <a:pt x="1445894" y="556450"/>
                      <a:pt x="1438846" y="618648"/>
                    </a:cubicBezTo>
                    <a:cubicBezTo>
                      <a:pt x="1410271" y="866298"/>
                      <a:pt x="1302258" y="1099756"/>
                      <a:pt x="1159192" y="1303877"/>
                    </a:cubicBezTo>
                    <a:cubicBezTo>
                      <a:pt x="1124616" y="1353407"/>
                      <a:pt x="1195482" y="1217295"/>
                      <a:pt x="1178813" y="1275302"/>
                    </a:cubicBezTo>
                    <a:close/>
                  </a:path>
                </a:pathLst>
              </a:custGeom>
              <a:solidFill>
                <a:srgbClr val="FFCA5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5e49c56-f959-471b-806b-23a185a67adb" id="128" name="任意多边形: 形状 127">
                <a:extLst>
                  <a:ext uri="{FF2B5EF4-FFF2-40B4-BE49-F238E27FC236}">
                    <a16:creationId id="{6E54F307-3DAD-62E6-D9A0-413E4DB55F34}"/>
                  </a:ext>
                </a:extLst>
              </p:cNvPr>
              <p:cNvSpPr/>
              <p:nvPr/>
            </p:nvSpPr>
            <p:spPr>
              <a:xfrm flipH="true" flipV="false">
                <a:off x="837338" y="3873653"/>
                <a:ext cx="859697" cy="1067514"/>
              </a:xfrm>
              <a:custGeom>
                <a:avLst/>
                <a:gdLst>
                  <a:gd fmla="*/ 958518 w 1026260" name="connsiteX0"/>
                  <a:gd fmla="*/ 740960 h 1274340" name="connsiteY0"/>
                  <a:gd fmla="*/ 935181 w 1026260" name="connsiteX1"/>
                  <a:gd fmla="*/ 1193111 h 1274340" name="connsiteY1"/>
                  <a:gd fmla="*/ 276051 w 1026260" name="connsiteX2"/>
                  <a:gd fmla="*/ 1232831 h 1274340" name="connsiteY2"/>
                  <a:gd fmla="*/ 11256 w 1026260" name="connsiteX3"/>
                  <a:gd fmla="*/ 933746 h 1274340" name="connsiteY3"/>
                  <a:gd fmla="*/ 20781 w 1026260" name="connsiteX4"/>
                  <a:gd fmla="*/ 675523 h 1274340" name="connsiteY4"/>
                  <a:gd fmla="*/ 309198 w 1026260" name="connsiteX5"/>
                  <a:gd fmla="*/ 287665 h 1274340" name="connsiteY5"/>
                  <a:gd fmla="*/ 512366 w 1026260" name="connsiteX6"/>
                  <a:gd fmla="*/ 28013 h 1274340" name="connsiteY6"/>
                  <a:gd fmla="*/ 958518 w 1026260" name="connsiteX7"/>
                  <a:gd fmla="*/ 740960 h 1274340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274340" w="1026260">
                    <a:moveTo>
                      <a:pt x="958518" y="740960"/>
                    </a:moveTo>
                    <a:cubicBezTo>
                      <a:pt x="1009572" y="861641"/>
                      <a:pt x="1089677" y="983276"/>
                      <a:pt x="935181" y="1193111"/>
                    </a:cubicBezTo>
                    <a:cubicBezTo>
                      <a:pt x="853171" y="1304554"/>
                      <a:pt x="404925" y="1283409"/>
                      <a:pt x="276051" y="1232831"/>
                    </a:cubicBezTo>
                    <a:cubicBezTo>
                      <a:pt x="147178" y="1182253"/>
                      <a:pt x="43832" y="1068239"/>
                      <a:pt x="11256" y="933746"/>
                    </a:cubicBezTo>
                    <a:cubicBezTo>
                      <a:pt x="-9223" y="849164"/>
                      <a:pt x="-2459" y="759438"/>
                      <a:pt x="20781" y="675523"/>
                    </a:cubicBezTo>
                    <a:cubicBezTo>
                      <a:pt x="62596" y="523123"/>
                      <a:pt x="166800" y="363198"/>
                      <a:pt x="309198" y="287665"/>
                    </a:cubicBezTo>
                    <a:cubicBezTo>
                      <a:pt x="436643" y="220037"/>
                      <a:pt x="439119" y="-95621"/>
                      <a:pt x="512366" y="28013"/>
                    </a:cubicBezTo>
                    <a:cubicBezTo>
                      <a:pt x="572755" y="130217"/>
                      <a:pt x="914226" y="636280"/>
                      <a:pt x="958518" y="740960"/>
                    </a:cubicBezTo>
                    <a:close/>
                  </a:path>
                </a:pathLst>
              </a:custGeom>
              <a:solidFill>
                <a:srgbClr val="FFCA5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358d408-a270-4e38-b5d5-733fda1dbc11" id="129" name="任意多边形: 形状 128">
                <a:extLst>
                  <a:ext uri="{FF2B5EF4-FFF2-40B4-BE49-F238E27FC236}">
                    <a16:creationId id="{2FC9178E-9B2E-5C41-12DE-4DD62416A4B0}"/>
                  </a:ext>
                </a:extLst>
              </p:cNvPr>
              <p:cNvSpPr/>
              <p:nvPr/>
            </p:nvSpPr>
            <p:spPr>
              <a:xfrm flipH="true" flipV="false">
                <a:off x="1663564" y="2777742"/>
                <a:ext cx="464958" cy="627635"/>
              </a:xfrm>
              <a:custGeom>
                <a:avLst/>
                <a:gdLst>
                  <a:gd fmla="*/ -485 w 555042" name="connsiteX0"/>
                  <a:gd fmla="*/ 190967 h 749236" name="connsiteY0"/>
                  <a:gd fmla="*/ 97432 w 555042" name="connsiteX1"/>
                  <a:gd fmla="*/ 23423 h 749236" name="connsiteY1"/>
                  <a:gd fmla="*/ 286312 w 555042" name="connsiteX2"/>
                  <a:gd fmla="*/ 33995 h 749236" name="connsiteY2"/>
                  <a:gd fmla="*/ 368608 w 555042" name="connsiteX3"/>
                  <a:gd fmla="*/ 118197 h 749236" name="connsiteY3"/>
                  <a:gd fmla="*/ 439665 w 555042" name="connsiteX4"/>
                  <a:gd fmla="*/ 154772 h 749236" name="connsiteY4"/>
                  <a:gd fmla="*/ 508339 w 555042" name="connsiteX5"/>
                  <a:gd fmla="*/ 321936 h 749236" name="connsiteY5"/>
                  <a:gd fmla="*/ 503197 w 555042" name="connsiteX6"/>
                  <a:gd fmla="*/ 346415 h 749236" name="connsiteY6"/>
                  <a:gd fmla="*/ 542820 w 555042" name="connsiteX7"/>
                  <a:gd fmla="*/ 421568 h 749236" name="connsiteY7"/>
                  <a:gd fmla="*/ 534344 w 555042" name="connsiteX8"/>
                  <a:gd fmla="*/ 536439 h 749236" name="connsiteY8"/>
                  <a:gd fmla="*/ 446332 w 555042" name="connsiteX9"/>
                  <a:gd fmla="*/ 617497 h 749236" name="connsiteY9"/>
                  <a:gd fmla="*/ 381181 w 555042" name="connsiteX10"/>
                  <a:gd fmla="*/ 665122 h 749236" name="connsiteY10"/>
                  <a:gd fmla="*/ 314506 w 555042" name="connsiteX11"/>
                  <a:gd fmla="*/ 736464 h 749236" name="connsiteY11"/>
                  <a:gd fmla="*/ 260309 w 555042" name="connsiteX12"/>
                  <a:gd fmla="*/ 748084 h 749236" name="connsiteY12"/>
                  <a:gd fmla="*/ 232401 w 555042" name="connsiteX13"/>
                  <a:gd fmla="*/ 745894 h 749236" name="connsiteY13"/>
                  <a:gd fmla="*/ 213351 w 555042" name="connsiteX14"/>
                  <a:gd fmla="*/ 730559 h 749236" name="connsiteY14"/>
                  <a:gd fmla="*/ 166393 w 555042" name="connsiteX15"/>
                  <a:gd fmla="*/ 607591 h 749236" name="connsiteY15"/>
                  <a:gd fmla="*/ 148581 w 555042" name="connsiteX16"/>
                  <a:gd fmla="*/ 475574 h 749236" name="connsiteY16"/>
                  <a:gd fmla="*/ 84097 w 555042" name="connsiteX17"/>
                  <a:gd fmla="*/ 342891 h 749236" name="connsiteY17"/>
                  <a:gd fmla="*/ 16279 w 555042" name="connsiteX18"/>
                  <a:gd fmla="*/ 271263 h 749236" name="connsiteY18"/>
                  <a:gd fmla="*/ -485 w 555042" name="connsiteX19"/>
                  <a:gd fmla="*/ 190967 h 749236" name="connsiteY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b="b" l="l" r="r" t="t"/>
                <a:pathLst>
                  <a:path h="749236" w="555042">
                    <a:moveTo>
                      <a:pt x="-485" y="190967"/>
                    </a:moveTo>
                    <a:cubicBezTo>
                      <a:pt x="4087" y="123816"/>
                      <a:pt x="39615" y="57617"/>
                      <a:pt x="97432" y="23423"/>
                    </a:cubicBezTo>
                    <a:cubicBezTo>
                      <a:pt x="155248" y="-10772"/>
                      <a:pt x="234591" y="-8962"/>
                      <a:pt x="286312" y="33995"/>
                    </a:cubicBezTo>
                    <a:cubicBezTo>
                      <a:pt x="316601" y="59141"/>
                      <a:pt x="336319" y="95717"/>
                      <a:pt x="368608" y="118197"/>
                    </a:cubicBezTo>
                    <a:cubicBezTo>
                      <a:pt x="390515" y="133341"/>
                      <a:pt x="416804" y="141056"/>
                      <a:pt x="439665" y="154772"/>
                    </a:cubicBezTo>
                    <a:cubicBezTo>
                      <a:pt x="495767" y="190215"/>
                      <a:pt x="523294" y="257281"/>
                      <a:pt x="508339" y="321936"/>
                    </a:cubicBezTo>
                    <a:cubicBezTo>
                      <a:pt x="505769" y="329890"/>
                      <a:pt x="504054" y="338091"/>
                      <a:pt x="503197" y="346415"/>
                    </a:cubicBezTo>
                    <a:cubicBezTo>
                      <a:pt x="502149" y="374990"/>
                      <a:pt x="528914" y="396326"/>
                      <a:pt x="542820" y="421568"/>
                    </a:cubicBezTo>
                    <a:cubicBezTo>
                      <a:pt x="561870" y="456810"/>
                      <a:pt x="555298" y="502054"/>
                      <a:pt x="534344" y="536439"/>
                    </a:cubicBezTo>
                    <a:cubicBezTo>
                      <a:pt x="513388" y="570824"/>
                      <a:pt x="480337" y="595875"/>
                      <a:pt x="446332" y="617497"/>
                    </a:cubicBezTo>
                    <a:cubicBezTo>
                      <a:pt x="422710" y="630651"/>
                      <a:pt x="400898" y="646643"/>
                      <a:pt x="381181" y="665122"/>
                    </a:cubicBezTo>
                    <a:cubicBezTo>
                      <a:pt x="358607" y="688839"/>
                      <a:pt x="343653" y="721414"/>
                      <a:pt x="314506" y="736464"/>
                    </a:cubicBezTo>
                    <a:cubicBezTo>
                      <a:pt x="297362" y="743836"/>
                      <a:pt x="278978" y="747790"/>
                      <a:pt x="260309" y="748084"/>
                    </a:cubicBezTo>
                    <a:cubicBezTo>
                      <a:pt x="250975" y="749570"/>
                      <a:pt x="241355" y="748818"/>
                      <a:pt x="232401" y="745894"/>
                    </a:cubicBezTo>
                    <a:cubicBezTo>
                      <a:pt x="224875" y="742427"/>
                      <a:pt x="218304" y="737159"/>
                      <a:pt x="213351" y="730559"/>
                    </a:cubicBezTo>
                    <a:cubicBezTo>
                      <a:pt x="184776" y="696364"/>
                      <a:pt x="172774" y="651597"/>
                      <a:pt x="166393" y="607591"/>
                    </a:cubicBezTo>
                    <a:cubicBezTo>
                      <a:pt x="160011" y="563585"/>
                      <a:pt x="158582" y="518818"/>
                      <a:pt x="148581" y="475574"/>
                    </a:cubicBezTo>
                    <a:cubicBezTo>
                      <a:pt x="137246" y="427082"/>
                      <a:pt x="115244" y="381743"/>
                      <a:pt x="84097" y="342891"/>
                    </a:cubicBezTo>
                    <a:cubicBezTo>
                      <a:pt x="63141" y="316888"/>
                      <a:pt x="32376" y="301076"/>
                      <a:pt x="16279" y="271263"/>
                    </a:cubicBezTo>
                    <a:cubicBezTo>
                      <a:pt x="3134" y="246641"/>
                      <a:pt x="-2676" y="218781"/>
                      <a:pt x="-485" y="190967"/>
                    </a:cubicBezTo>
                    <a:close/>
                  </a:path>
                </a:pathLst>
              </a:custGeom>
              <a:solidFill>
                <a:srgbClr val="0101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b9644a3-f7d8-49c9-915e-48472b2fe432" id="130" name="任意多边形: 形状 129">
                <a:extLst>
                  <a:ext uri="{FF2B5EF4-FFF2-40B4-BE49-F238E27FC236}">
                    <a16:creationId id="{7BD9D60B-9196-18D0-0DCB-3B44E05EE195}"/>
                  </a:ext>
                </a:extLst>
              </p:cNvPr>
              <p:cNvSpPr/>
              <p:nvPr/>
            </p:nvSpPr>
            <p:spPr>
              <a:xfrm flipH="true" flipV="false">
                <a:off x="1719456" y="2966871"/>
                <a:ext cx="595441" cy="882305"/>
              </a:xfrm>
              <a:custGeom>
                <a:avLst/>
                <a:gdLst>
                  <a:gd fmla="*/ 417451 w 710805" name="connsiteX0"/>
                  <a:gd fmla="*/ 1867 h 1053248" name="connsiteY0"/>
                  <a:gd fmla="*/ 249715 w 710805" name="connsiteX1"/>
                  <a:gd fmla="*/ 68542 h 1053248" name="connsiteY1"/>
                  <a:gd fmla="*/ 125319 w 710805" name="connsiteX2"/>
                  <a:gd fmla="*/ 372294 h 1053248" name="connsiteY2"/>
                  <a:gd fmla="*/ 159133 w 710805" name="connsiteX3"/>
                  <a:gd fmla="*/ 456400 h 1053248" name="connsiteY3"/>
                  <a:gd fmla="*/ 244096 w 710805" name="connsiteX4"/>
                  <a:gd fmla="*/ 487642 h 1053248" name="connsiteY4"/>
                  <a:gd fmla="*/ 198566 w 710805" name="connsiteX5"/>
                  <a:gd fmla="*/ 642328 h 1053248" name="connsiteY5"/>
                  <a:gd fmla="*/ 41214 w 710805" name="connsiteX6"/>
                  <a:gd fmla="*/ 699478 h 1053248" name="connsiteY6"/>
                  <a:gd fmla="*/ 112365 w 710805" name="connsiteX7"/>
                  <a:gd fmla="*/ 1011327 h 1053248" name="connsiteY7"/>
                  <a:gd fmla="*/ 709868 w 710805" name="connsiteX8"/>
                  <a:gd fmla="*/ 837971 h 1053248" name="connsiteY8"/>
                  <a:gd fmla="*/ 486888 w 710805" name="connsiteX9"/>
                  <a:gd fmla="*/ 684333 h 1053248" name="connsiteY9"/>
                  <a:gd fmla="*/ 484983 w 710805" name="connsiteX10"/>
                  <a:gd fmla="*/ 401917 h 1053248" name="connsiteY10"/>
                  <a:gd fmla="*/ 506796 w 710805" name="connsiteX11"/>
                  <a:gd fmla="*/ 390296 h 1053248" name="connsiteY11"/>
                  <a:gd fmla="*/ 527464 w 710805" name="connsiteX12"/>
                  <a:gd fmla="*/ 400869 h 1053248" name="connsiteY12"/>
                  <a:gd fmla="*/ 604332 w 710805" name="connsiteX13"/>
                  <a:gd fmla="*/ 366294 h 1053248" name="connsiteY13"/>
                  <a:gd fmla="*/ 636050 w 710805" name="connsiteX14"/>
                  <a:gd fmla="*/ 311620 h 1053248" name="connsiteY14"/>
                  <a:gd fmla="*/ 603378 w 710805" name="connsiteX15"/>
                  <a:gd fmla="*/ 265328 h 1053248" name="connsiteY15"/>
                  <a:gd fmla="*/ 551754 w 710805" name="connsiteX16"/>
                  <a:gd fmla="*/ 275996 h 1053248" name="connsiteY16"/>
                  <a:gd fmla="*/ 532704 w 710805" name="connsiteX17"/>
                  <a:gd fmla="*/ 249517 h 1053248" name="connsiteY17"/>
                  <a:gd fmla="*/ 535846 w 710805" name="connsiteX18"/>
                  <a:gd fmla="*/ 215608 h 1053248" name="connsiteY18"/>
                  <a:gd fmla="*/ 446216 w 710805" name="connsiteX19"/>
                  <a:gd fmla="*/ 14726 h 1053248" name="connsiteY19"/>
                  <a:gd fmla="*/ 417451 w 710805" name="connsiteX20"/>
                  <a:gd fmla="*/ 1867 h 1053248" name="connsiteY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b="b" l="l" r="r" t="t"/>
                <a:pathLst>
                  <a:path h="1053248" w="710805">
                    <a:moveTo>
                      <a:pt x="417451" y="1867"/>
                    </a:moveTo>
                    <a:cubicBezTo>
                      <a:pt x="355728" y="-9563"/>
                      <a:pt x="293626" y="23489"/>
                      <a:pt x="249715" y="68542"/>
                    </a:cubicBezTo>
                    <a:cubicBezTo>
                      <a:pt x="177516" y="143599"/>
                      <a:pt x="119985" y="268567"/>
                      <a:pt x="125319" y="372294"/>
                    </a:cubicBezTo>
                    <a:cubicBezTo>
                      <a:pt x="125510" y="403612"/>
                      <a:pt x="137607" y="433683"/>
                      <a:pt x="159133" y="456400"/>
                    </a:cubicBezTo>
                    <a:cubicBezTo>
                      <a:pt x="179993" y="478117"/>
                      <a:pt x="215140" y="484975"/>
                      <a:pt x="244096" y="487642"/>
                    </a:cubicBezTo>
                    <a:cubicBezTo>
                      <a:pt x="234571" y="534600"/>
                      <a:pt x="233046" y="615087"/>
                      <a:pt x="198566" y="642328"/>
                    </a:cubicBezTo>
                    <a:cubicBezTo>
                      <a:pt x="164085" y="669569"/>
                      <a:pt x="68835" y="696430"/>
                      <a:pt x="41214" y="699478"/>
                    </a:cubicBezTo>
                    <a:cubicBezTo>
                      <a:pt x="9876" y="726243"/>
                      <a:pt x="-63561" y="922458"/>
                      <a:pt x="112365" y="1011327"/>
                    </a:cubicBezTo>
                    <a:cubicBezTo>
                      <a:pt x="197423" y="1054380"/>
                      <a:pt x="426690" y="1128960"/>
                      <a:pt x="709868" y="837971"/>
                    </a:cubicBezTo>
                    <a:cubicBezTo>
                      <a:pt x="654623" y="796443"/>
                      <a:pt x="492127" y="753294"/>
                      <a:pt x="486888" y="684333"/>
                    </a:cubicBezTo>
                    <a:cubicBezTo>
                      <a:pt x="480316" y="596704"/>
                      <a:pt x="454122" y="484308"/>
                      <a:pt x="484983" y="401917"/>
                    </a:cubicBezTo>
                    <a:cubicBezTo>
                      <a:pt x="489078" y="393821"/>
                      <a:pt x="497842" y="389163"/>
                      <a:pt x="506796" y="390296"/>
                    </a:cubicBezTo>
                    <a:cubicBezTo>
                      <a:pt x="513940" y="393364"/>
                      <a:pt x="520797" y="396897"/>
                      <a:pt x="527464" y="400869"/>
                    </a:cubicBezTo>
                    <a:cubicBezTo>
                      <a:pt x="555087" y="412775"/>
                      <a:pt x="584614" y="388773"/>
                      <a:pt x="604332" y="366294"/>
                    </a:cubicBezTo>
                    <a:cubicBezTo>
                      <a:pt x="618524" y="350291"/>
                      <a:pt x="632907" y="332861"/>
                      <a:pt x="636050" y="311620"/>
                    </a:cubicBezTo>
                    <a:cubicBezTo>
                      <a:pt x="639192" y="290379"/>
                      <a:pt x="624810" y="265519"/>
                      <a:pt x="603378" y="265328"/>
                    </a:cubicBezTo>
                    <a:cubicBezTo>
                      <a:pt x="585567" y="265328"/>
                      <a:pt x="568803" y="281426"/>
                      <a:pt x="551754" y="275996"/>
                    </a:cubicBezTo>
                    <a:cubicBezTo>
                      <a:pt x="540895" y="271539"/>
                      <a:pt x="533465" y="261261"/>
                      <a:pt x="532704" y="249517"/>
                    </a:cubicBezTo>
                    <a:cubicBezTo>
                      <a:pt x="532227" y="238125"/>
                      <a:pt x="533275" y="226714"/>
                      <a:pt x="535846" y="215608"/>
                    </a:cubicBezTo>
                    <a:cubicBezTo>
                      <a:pt x="548705" y="132836"/>
                      <a:pt x="517368" y="61494"/>
                      <a:pt x="446216" y="14726"/>
                    </a:cubicBezTo>
                    <a:cubicBezTo>
                      <a:pt x="437454" y="8811"/>
                      <a:pt x="427738" y="4458"/>
                      <a:pt x="417451" y="1867"/>
                    </a:cubicBezTo>
                    <a:close/>
                  </a:path>
                </a:pathLst>
              </a:custGeom>
              <a:solidFill>
                <a:srgbClr val="FF9976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381b057-5004-456b-be90-4ab8d0b65cac" id="131" name="任意多边形: 形状 130">
                <a:extLst>
                  <a:ext uri="{FF2B5EF4-FFF2-40B4-BE49-F238E27FC236}">
                    <a16:creationId id="{B6182D47-021B-336F-5B81-742C6C39B836}"/>
                  </a:ext>
                </a:extLst>
              </p:cNvPr>
              <p:cNvSpPr/>
              <p:nvPr/>
            </p:nvSpPr>
            <p:spPr>
              <a:xfrm flipH="true" flipV="false">
                <a:off x="2046544" y="3113137"/>
                <a:ext cx="69428" cy="115838"/>
              </a:xfrm>
              <a:custGeom>
                <a:avLst/>
                <a:gdLst>
                  <a:gd fmla="*/ 19393 w 82879" name="connsiteX0"/>
                  <a:gd fmla="*/ 137871 h 138281" name="connsiteY0"/>
                  <a:gd fmla="*/ 18631 w 82879" name="connsiteX1"/>
                  <a:gd fmla="*/ 137871 h 138281" name="connsiteY1"/>
                  <a:gd fmla="*/ 3677 w 82879" name="connsiteX2"/>
                  <a:gd fmla="*/ 128346 h 138281" name="connsiteY2"/>
                  <a:gd fmla="*/ 248 w 82879" name="connsiteX3"/>
                  <a:gd fmla="*/ 103581 h 138281" name="connsiteY3"/>
                  <a:gd fmla="*/ 20726 w 82879" name="connsiteX4"/>
                  <a:gd fmla="*/ 75578 h 138281" name="connsiteY4"/>
                  <a:gd fmla="*/ 22632 w 82879" name="connsiteX5"/>
                  <a:gd fmla="*/ 73673 h 138281" name="connsiteY5"/>
                  <a:gd fmla="*/ 54827 w 82879" name="connsiteX6"/>
                  <a:gd fmla="*/ 36811 h 138281" name="connsiteY6"/>
                  <a:gd fmla="*/ 70828 w 82879" name="connsiteX7"/>
                  <a:gd fmla="*/ 4330 h 138281" name="connsiteY7"/>
                  <a:gd fmla="*/ 76924 w 82879" name="connsiteX8"/>
                  <a:gd fmla="*/ -365 h 138281" name="connsiteY8"/>
                  <a:gd fmla="*/ 77115 w 82879" name="connsiteX9"/>
                  <a:gd fmla="*/ -337 h 138281" name="connsiteY9"/>
                  <a:gd fmla="*/ 81877 w 82879" name="connsiteX10"/>
                  <a:gd fmla="*/ 6026 h 138281" name="connsiteY10"/>
                  <a:gd fmla="*/ 81877 w 82879" name="connsiteX11"/>
                  <a:gd fmla="*/ 6045 h 138281" name="connsiteY11"/>
                  <a:gd fmla="*/ 63780 w 82879" name="connsiteX12"/>
                  <a:gd fmla="*/ 43478 h 138281" name="connsiteY12"/>
                  <a:gd fmla="*/ 30442 w 82879" name="connsiteX13"/>
                  <a:gd fmla="*/ 81578 h 138281" name="connsiteY13"/>
                  <a:gd fmla="*/ 28537 w 82879" name="connsiteX14"/>
                  <a:gd fmla="*/ 83483 h 138281" name="connsiteY14"/>
                  <a:gd fmla="*/ 10916 w 82879" name="connsiteX15"/>
                  <a:gd fmla="*/ 106724 h 138281" name="connsiteY15"/>
                  <a:gd fmla="*/ 13012 w 82879" name="connsiteX16"/>
                  <a:gd fmla="*/ 122154 h 138281" name="connsiteY16"/>
                  <a:gd fmla="*/ 20060 w 82879" name="connsiteX17"/>
                  <a:gd fmla="*/ 127012 h 138281" name="connsiteY17"/>
                  <a:gd fmla="*/ 24918 w 82879" name="connsiteX18"/>
                  <a:gd fmla="*/ 133299 h 138281" name="connsiteY18"/>
                  <a:gd fmla="*/ 19393 w 82879" name="connsiteX19"/>
                  <a:gd fmla="*/ 137871 h 138281" name="connsiteY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b="b" l="l" r="r" t="t"/>
                <a:pathLst>
                  <a:path h="138281" w="82879">
                    <a:moveTo>
                      <a:pt x="19393" y="137871"/>
                    </a:moveTo>
                    <a:lnTo>
                      <a:pt x="18631" y="137871"/>
                    </a:lnTo>
                    <a:cubicBezTo>
                      <a:pt x="12535" y="137013"/>
                      <a:pt x="7011" y="133537"/>
                      <a:pt x="3677" y="128346"/>
                    </a:cubicBezTo>
                    <a:cubicBezTo>
                      <a:pt x="-894" y="120955"/>
                      <a:pt x="-2133" y="111944"/>
                      <a:pt x="248" y="103581"/>
                    </a:cubicBezTo>
                    <a:cubicBezTo>
                      <a:pt x="4534" y="92646"/>
                      <a:pt x="11583" y="82998"/>
                      <a:pt x="20726" y="75578"/>
                    </a:cubicBezTo>
                    <a:lnTo>
                      <a:pt x="22632" y="73673"/>
                    </a:lnTo>
                    <a:cubicBezTo>
                      <a:pt x="34348" y="62271"/>
                      <a:pt x="45111" y="49945"/>
                      <a:pt x="54827" y="36811"/>
                    </a:cubicBezTo>
                    <a:cubicBezTo>
                      <a:pt x="62732" y="27428"/>
                      <a:pt x="68162" y="16284"/>
                      <a:pt x="70828" y="4330"/>
                    </a:cubicBezTo>
                    <a:cubicBezTo>
                      <a:pt x="71209" y="1358"/>
                      <a:pt x="73972" y="-746"/>
                      <a:pt x="76924" y="-365"/>
                    </a:cubicBezTo>
                    <a:cubicBezTo>
                      <a:pt x="77019" y="-356"/>
                      <a:pt x="77019" y="-346"/>
                      <a:pt x="77115" y="-337"/>
                    </a:cubicBezTo>
                    <a:cubicBezTo>
                      <a:pt x="80162" y="101"/>
                      <a:pt x="82354" y="2950"/>
                      <a:pt x="81877" y="6026"/>
                    </a:cubicBezTo>
                    <a:cubicBezTo>
                      <a:pt x="81877" y="6026"/>
                      <a:pt x="81877" y="6035"/>
                      <a:pt x="81877" y="6045"/>
                    </a:cubicBezTo>
                    <a:cubicBezTo>
                      <a:pt x="78924" y="19799"/>
                      <a:pt x="72734" y="32639"/>
                      <a:pt x="63780" y="43478"/>
                    </a:cubicBezTo>
                    <a:cubicBezTo>
                      <a:pt x="53684" y="57042"/>
                      <a:pt x="42539" y="69777"/>
                      <a:pt x="30442" y="81578"/>
                    </a:cubicBezTo>
                    <a:lnTo>
                      <a:pt x="28537" y="83483"/>
                    </a:lnTo>
                    <a:cubicBezTo>
                      <a:pt x="20822" y="89684"/>
                      <a:pt x="14821" y="97657"/>
                      <a:pt x="10916" y="106724"/>
                    </a:cubicBezTo>
                    <a:cubicBezTo>
                      <a:pt x="9487" y="111934"/>
                      <a:pt x="10249" y="117516"/>
                      <a:pt x="13012" y="122154"/>
                    </a:cubicBezTo>
                    <a:cubicBezTo>
                      <a:pt x="14536" y="124726"/>
                      <a:pt x="17107" y="126508"/>
                      <a:pt x="20060" y="127012"/>
                    </a:cubicBezTo>
                    <a:cubicBezTo>
                      <a:pt x="23108" y="127403"/>
                      <a:pt x="25299" y="130223"/>
                      <a:pt x="24918" y="133299"/>
                    </a:cubicBezTo>
                    <a:cubicBezTo>
                      <a:pt x="24441" y="135976"/>
                      <a:pt x="22155" y="137909"/>
                      <a:pt x="19393" y="137871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e22ce22-afd6-4aed-a672-020d6fa93c80" id="132" name="任意多边形: 形状 131">
                <a:extLst>
                  <a:ext uri="{FF2B5EF4-FFF2-40B4-BE49-F238E27FC236}">
                    <a16:creationId id="{0E394E1C-CBAB-06CF-1CEB-CC66CC8DBF77}"/>
                  </a:ext>
                </a:extLst>
              </p:cNvPr>
              <p:cNvSpPr/>
              <p:nvPr/>
            </p:nvSpPr>
            <p:spPr>
              <a:xfrm flipH="true" flipV="false">
                <a:off x="2074707" y="3275336"/>
                <a:ext cx="32330" cy="13484"/>
              </a:xfrm>
              <a:custGeom>
                <a:avLst/>
                <a:gdLst>
                  <a:gd fmla="*/ 13584 w 38593" name="connsiteX0"/>
                  <a:gd fmla="*/ 15686 h 16096" name="connsiteY0"/>
                  <a:gd fmla="*/ 3297 w 38593" name="connsiteX1"/>
                  <a:gd fmla="*/ 14448 h 16096" name="connsiteY1"/>
                  <a:gd fmla="*/ -799 w 38593" name="connsiteX2"/>
                  <a:gd fmla="*/ 7685 h 16096" name="connsiteY2"/>
                  <a:gd fmla="*/ 5965 w 38593" name="connsiteX3"/>
                  <a:gd fmla="*/ 3589 h 16096" name="connsiteY3"/>
                  <a:gd fmla="*/ 28634 w 38593" name="connsiteX4"/>
                  <a:gd fmla="*/ 827 h 16096" name="connsiteY4"/>
                  <a:gd fmla="*/ 36444 w 38593" name="connsiteX5"/>
                  <a:gd fmla="*/ 1627 h 16096" name="connsiteY5"/>
                  <a:gd fmla="*/ 35587 w 38593" name="connsiteX6"/>
                  <a:gd fmla="*/ 9400 h 16096" name="connsiteY6"/>
                  <a:gd fmla="*/ 33872 w 38593" name="connsiteX7"/>
                  <a:gd fmla="*/ 10352 h 16096" name="connsiteY7"/>
                  <a:gd fmla="*/ 13584 w 38593" name="connsiteX8"/>
                  <a:gd fmla="*/ 15686 h 16096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6096" w="38593">
                    <a:moveTo>
                      <a:pt x="13584" y="15686"/>
                    </a:moveTo>
                    <a:cubicBezTo>
                      <a:pt x="10155" y="15705"/>
                      <a:pt x="6631" y="15286"/>
                      <a:pt x="3297" y="14448"/>
                    </a:cubicBezTo>
                    <a:cubicBezTo>
                      <a:pt x="345" y="13657"/>
                      <a:pt x="-1465" y="10676"/>
                      <a:pt x="-799" y="7685"/>
                    </a:cubicBezTo>
                    <a:cubicBezTo>
                      <a:pt x="-36" y="4694"/>
                      <a:pt x="3011" y="2865"/>
                      <a:pt x="5965" y="3589"/>
                    </a:cubicBezTo>
                    <a:cubicBezTo>
                      <a:pt x="13584" y="5466"/>
                      <a:pt x="21681" y="4484"/>
                      <a:pt x="28634" y="827"/>
                    </a:cubicBezTo>
                    <a:cubicBezTo>
                      <a:pt x="31015" y="-1097"/>
                      <a:pt x="34444" y="-735"/>
                      <a:pt x="36444" y="1627"/>
                    </a:cubicBezTo>
                    <a:cubicBezTo>
                      <a:pt x="38350" y="3999"/>
                      <a:pt x="37968" y="7475"/>
                      <a:pt x="35587" y="9400"/>
                    </a:cubicBezTo>
                    <a:cubicBezTo>
                      <a:pt x="35110" y="9818"/>
                      <a:pt x="34540" y="10142"/>
                      <a:pt x="33872" y="10352"/>
                    </a:cubicBezTo>
                    <a:cubicBezTo>
                      <a:pt x="27682" y="13781"/>
                      <a:pt x="20728" y="15610"/>
                      <a:pt x="13584" y="15686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1860aad-1c48-44a4-b9fe-1a12dab87cf5" id="133" name="任意多边形: 形状 132">
                <a:extLst>
                  <a:ext uri="{FF2B5EF4-FFF2-40B4-BE49-F238E27FC236}">
                    <a16:creationId id="{14DF4311-1A30-5E95-7337-96AA595074AA}"/>
                  </a:ext>
                </a:extLst>
              </p:cNvPr>
              <p:cNvSpPr/>
              <p:nvPr/>
            </p:nvSpPr>
            <p:spPr>
              <a:xfrm flipH="true" flipV="false">
                <a:off x="2114432" y="3104142"/>
                <a:ext cx="21807" cy="34153"/>
              </a:xfrm>
              <a:custGeom>
                <a:avLst/>
                <a:gdLst>
                  <a:gd fmla="*/ 22155 w 26031" name="connsiteX0"/>
                  <a:gd fmla="*/ 24118 h 40770" name="connsiteY0"/>
                  <a:gd fmla="*/ 3868 w 26031" name="connsiteX1"/>
                  <a:gd fmla="*/ 39930 h 40770" name="connsiteY1"/>
                  <a:gd fmla="*/ 1962 w 26031" name="connsiteX2"/>
                  <a:gd fmla="*/ 15832 h 40770" name="connsiteY2"/>
                  <a:gd fmla="*/ 20251 w 26031" name="connsiteX3"/>
                  <a:gd fmla="*/ 20 h 40770" name="connsiteY3"/>
                  <a:gd fmla="*/ 22155 w 26031" name="connsiteX4"/>
                  <a:gd fmla="*/ 24118 h 40770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40770" w="26031">
                    <a:moveTo>
                      <a:pt x="22155" y="24118"/>
                    </a:moveTo>
                    <a:cubicBezTo>
                      <a:pt x="17679" y="35168"/>
                      <a:pt x="9487" y="42216"/>
                      <a:pt x="3868" y="39930"/>
                    </a:cubicBezTo>
                    <a:cubicBezTo>
                      <a:pt x="-1751" y="37644"/>
                      <a:pt x="-2514" y="26880"/>
                      <a:pt x="1962" y="15832"/>
                    </a:cubicBezTo>
                    <a:cubicBezTo>
                      <a:pt x="6440" y="4783"/>
                      <a:pt x="14631" y="-2266"/>
                      <a:pt x="20251" y="20"/>
                    </a:cubicBezTo>
                    <a:cubicBezTo>
                      <a:pt x="25870" y="2306"/>
                      <a:pt x="26728" y="13070"/>
                      <a:pt x="22155" y="24118"/>
                    </a:cubicBezTo>
                    <a:close/>
                  </a:path>
                </a:pathLst>
              </a:custGeom>
              <a:solidFill>
                <a:srgbClr val="0101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ba33f61-0a3a-4145-9180-f7e1d9900cef" id="134" name="任意多边形: 形状 133">
                <a:extLst>
                  <a:ext uri="{FF2B5EF4-FFF2-40B4-BE49-F238E27FC236}">
                    <a16:creationId id="{F3304D0F-0FE4-11F8-C53C-6F4A13B74FC3}"/>
                  </a:ext>
                </a:extLst>
              </p:cNvPr>
              <p:cNvSpPr/>
              <p:nvPr/>
            </p:nvSpPr>
            <p:spPr>
              <a:xfrm flipH="true" flipV="false">
                <a:off x="1995582" y="3152531"/>
                <a:ext cx="24331" cy="38151"/>
              </a:xfrm>
              <a:custGeom>
                <a:avLst/>
                <a:gdLst>
                  <a:gd fmla="*/ 24834 w 29045" name="connsiteX0"/>
                  <a:gd fmla="*/ 26932 h 45543" name="connsiteY0"/>
                  <a:gd fmla="*/ 4451 w 29045" name="connsiteX1"/>
                  <a:gd fmla="*/ 44649 h 45543" name="connsiteY1"/>
                  <a:gd fmla="*/ 2260 w 29045" name="connsiteX2"/>
                  <a:gd fmla="*/ 17788 h 45543" name="connsiteY2"/>
                  <a:gd fmla="*/ 22738 w 29045" name="connsiteX3"/>
                  <a:gd fmla="*/ 71 h 45543" name="connsiteY3"/>
                  <a:gd fmla="*/ 24834 w 29045" name="connsiteX4"/>
                  <a:gd fmla="*/ 26932 h 45543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45543" w="29045">
                    <a:moveTo>
                      <a:pt x="24834" y="26932"/>
                    </a:moveTo>
                    <a:cubicBezTo>
                      <a:pt x="19881" y="39315"/>
                      <a:pt x="10736" y="47220"/>
                      <a:pt x="4451" y="44649"/>
                    </a:cubicBezTo>
                    <a:cubicBezTo>
                      <a:pt x="-1836" y="42077"/>
                      <a:pt x="-2693" y="30075"/>
                      <a:pt x="2260" y="17788"/>
                    </a:cubicBezTo>
                    <a:cubicBezTo>
                      <a:pt x="7212" y="5500"/>
                      <a:pt x="16452" y="-2500"/>
                      <a:pt x="22738" y="71"/>
                    </a:cubicBezTo>
                    <a:cubicBezTo>
                      <a:pt x="29025" y="2643"/>
                      <a:pt x="29882" y="14645"/>
                      <a:pt x="24834" y="26932"/>
                    </a:cubicBezTo>
                    <a:close/>
                  </a:path>
                </a:pathLst>
              </a:custGeom>
              <a:solidFill>
                <a:srgbClr val="0101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7dc4420-1d3a-42de-b144-711885a7f2b9" id="135" name="任意多边形: 形状 134">
                <a:extLst>
                  <a:ext uri="{FF2B5EF4-FFF2-40B4-BE49-F238E27FC236}">
                    <a16:creationId id="{51BEDAA1-3283-28FC-A44B-3EE2D0F229FE}"/>
                  </a:ext>
                </a:extLst>
              </p:cNvPr>
              <p:cNvSpPr/>
              <p:nvPr/>
            </p:nvSpPr>
            <p:spPr>
              <a:xfrm flipH="true" flipV="false">
                <a:off x="1968142" y="3137341"/>
                <a:ext cx="45802" cy="48309"/>
              </a:xfrm>
              <a:custGeom>
                <a:avLst/>
                <a:gdLst>
                  <a:gd fmla="*/ 48189 w 54677" name="connsiteX0"/>
                  <a:gd fmla="*/ 57259 h 57668" name="connsiteY0"/>
                  <a:gd fmla="*/ 43617 w 54677" name="connsiteX1"/>
                  <a:gd fmla="*/ 54877 h 57668" name="connsiteY1"/>
                  <a:gd fmla="*/ 755 w 54677" name="connsiteX2"/>
                  <a:gd fmla="*/ 9252 h 57668" name="connsiteY2"/>
                  <a:gd fmla="*/ 659 w 54677" name="connsiteX3"/>
                  <a:gd fmla="*/ 1309 h 57668" name="connsiteY3"/>
                  <a:gd fmla="*/ 7708 w 54677" name="connsiteX4"/>
                  <a:gd fmla="*/ 489 h 57668" name="connsiteY4"/>
                  <a:gd fmla="*/ 52761 w 54677" name="connsiteX5"/>
                  <a:gd fmla="*/ 48114 h 57668" name="connsiteY5"/>
                  <a:gd fmla="*/ 51332 w 54677" name="connsiteX6"/>
                  <a:gd fmla="*/ 55801 h 57668" name="connsiteY6"/>
                  <a:gd fmla="*/ 51332 w 54677" name="connsiteX7"/>
                  <a:gd fmla="*/ 55830 h 57668" name="connsiteY7"/>
                  <a:gd fmla="*/ 48189 w 54677" name="connsiteX8"/>
                  <a:gd fmla="*/ 57259 h 57668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57668" w="54677">
                    <a:moveTo>
                      <a:pt x="48189" y="57259"/>
                    </a:moveTo>
                    <a:cubicBezTo>
                      <a:pt x="46380" y="57268"/>
                      <a:pt x="44665" y="56373"/>
                      <a:pt x="43617" y="54877"/>
                    </a:cubicBezTo>
                    <a:cubicBezTo>
                      <a:pt x="31615" y="37694"/>
                      <a:pt x="17137" y="22330"/>
                      <a:pt x="755" y="9252"/>
                    </a:cubicBezTo>
                    <a:cubicBezTo>
                      <a:pt x="-1436" y="7100"/>
                      <a:pt x="-1531" y="3537"/>
                      <a:pt x="659" y="1309"/>
                    </a:cubicBezTo>
                    <a:cubicBezTo>
                      <a:pt x="2468" y="-625"/>
                      <a:pt x="5422" y="-968"/>
                      <a:pt x="7708" y="489"/>
                    </a:cubicBezTo>
                    <a:cubicBezTo>
                      <a:pt x="24948" y="14129"/>
                      <a:pt x="40093" y="30160"/>
                      <a:pt x="52761" y="48114"/>
                    </a:cubicBezTo>
                    <a:cubicBezTo>
                      <a:pt x="54476" y="50619"/>
                      <a:pt x="53904" y="54067"/>
                      <a:pt x="51332" y="55801"/>
                    </a:cubicBezTo>
                    <a:cubicBezTo>
                      <a:pt x="51332" y="55810"/>
                      <a:pt x="51332" y="55820"/>
                      <a:pt x="51332" y="55830"/>
                    </a:cubicBezTo>
                    <a:cubicBezTo>
                      <a:pt x="50475" y="56668"/>
                      <a:pt x="49332" y="57173"/>
                      <a:pt x="48189" y="57259"/>
                    </a:cubicBezTo>
                    <a:close/>
                  </a:path>
                </a:pathLst>
              </a:custGeom>
              <a:solidFill>
                <a:srgbClr val="0101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9bd6251-0f90-415e-8828-d4548e1188d7" id="136" name="任意多边形: 形状 135">
                <a:extLst>
                  <a:ext uri="{FF2B5EF4-FFF2-40B4-BE49-F238E27FC236}">
                    <a16:creationId id="{805E7A05-AA8B-36D3-3F2E-2C15E4C4AA8D}"/>
                  </a:ext>
                </a:extLst>
              </p:cNvPr>
              <p:cNvSpPr/>
              <p:nvPr/>
            </p:nvSpPr>
            <p:spPr>
              <a:xfrm flipH="true" flipV="false">
                <a:off x="2094903" y="3093265"/>
                <a:ext cx="39467" cy="40041"/>
              </a:xfrm>
              <a:custGeom>
                <a:avLst/>
                <a:gdLst>
                  <a:gd fmla="*/ 40975 w 47113" name="connsiteX0"/>
                  <a:gd fmla="*/ 46913 h 47799" name="connsiteY0"/>
                  <a:gd fmla="*/ 36308 w 47113" name="connsiteX1"/>
                  <a:gd fmla="*/ 44436 h 47799" name="connsiteY1"/>
                  <a:gd fmla="*/ 1446 w 47113" name="connsiteX2"/>
                  <a:gd fmla="*/ 9765 h 47799" name="connsiteY2"/>
                  <a:gd fmla="*/ 17 w 47113" name="connsiteX3"/>
                  <a:gd fmla="*/ 2050 h 47799" name="connsiteY3"/>
                  <a:gd fmla="*/ 7638 w 47113" name="connsiteX4"/>
                  <a:gd fmla="*/ 516 h 47799" name="connsiteY4"/>
                  <a:gd fmla="*/ 7828 w 47113" name="connsiteX5"/>
                  <a:gd fmla="*/ 621 h 47799" name="connsiteY5"/>
                  <a:gd fmla="*/ 45261 w 47113" name="connsiteX6"/>
                  <a:gd fmla="*/ 38721 h 47799" name="connsiteY6"/>
                  <a:gd fmla="*/ 43547 w 47113" name="connsiteX7"/>
                  <a:gd fmla="*/ 46494 h 47799" name="connsiteY7"/>
                  <a:gd fmla="*/ 40594 w 47113" name="connsiteX8"/>
                  <a:gd fmla="*/ 47389 h 47799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7799" w="47113">
                    <a:moveTo>
                      <a:pt x="40975" y="46913"/>
                    </a:moveTo>
                    <a:cubicBezTo>
                      <a:pt x="39069" y="46913"/>
                      <a:pt x="37356" y="45989"/>
                      <a:pt x="36308" y="44436"/>
                    </a:cubicBezTo>
                    <a:cubicBezTo>
                      <a:pt x="26974" y="30777"/>
                      <a:pt x="15162" y="19004"/>
                      <a:pt x="1446" y="9765"/>
                    </a:cubicBezTo>
                    <a:cubicBezTo>
                      <a:pt x="-1030" y="8003"/>
                      <a:pt x="-1697" y="4584"/>
                      <a:pt x="17" y="2050"/>
                    </a:cubicBezTo>
                    <a:cubicBezTo>
                      <a:pt x="1732" y="-493"/>
                      <a:pt x="5161" y="-1169"/>
                      <a:pt x="7638" y="516"/>
                    </a:cubicBezTo>
                    <a:cubicBezTo>
                      <a:pt x="7733" y="555"/>
                      <a:pt x="7733" y="583"/>
                      <a:pt x="7828" y="621"/>
                    </a:cubicBezTo>
                    <a:cubicBezTo>
                      <a:pt x="22591" y="10823"/>
                      <a:pt x="35356" y="23757"/>
                      <a:pt x="45261" y="38721"/>
                    </a:cubicBezTo>
                    <a:cubicBezTo>
                      <a:pt x="46976" y="41331"/>
                      <a:pt x="46213" y="44808"/>
                      <a:pt x="43547" y="46494"/>
                    </a:cubicBezTo>
                    <a:cubicBezTo>
                      <a:pt x="42689" y="47065"/>
                      <a:pt x="41641" y="47379"/>
                      <a:pt x="40594" y="47389"/>
                    </a:cubicBezTo>
                    <a:close/>
                  </a:path>
                </a:pathLst>
              </a:custGeom>
              <a:solidFill>
                <a:srgbClr val="0101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1d3ec57-5852-46dd-bf50-d0281d8891b3" id="137" name="任意多边形: 形状 136">
                <a:extLst>
                  <a:ext uri="{FF2B5EF4-FFF2-40B4-BE49-F238E27FC236}">
                    <a16:creationId id="{0B0C1D8F-35E5-E1D3-7009-21CDB9347E1E}"/>
                  </a:ext>
                </a:extLst>
              </p:cNvPr>
              <p:cNvSpPr/>
              <p:nvPr/>
            </p:nvSpPr>
            <p:spPr>
              <a:xfrm flipH="true" flipV="false">
                <a:off x="1936731" y="3082064"/>
                <a:ext cx="52253" cy="59492"/>
              </a:xfrm>
              <a:custGeom>
                <a:avLst/>
                <a:gdLst>
                  <a:gd fmla="*/ 59350 w 62377" name="connsiteX0"/>
                  <a:gd fmla="*/ 69428 h 71018" name="connsiteY0"/>
                  <a:gd fmla="*/ 11725 w 62377" name="connsiteX1"/>
                  <a:gd fmla="*/ 39138 h 71018" name="connsiteY1"/>
                  <a:gd fmla="*/ 4009 w 62377" name="connsiteX2"/>
                  <a:gd fmla="*/ 2657 h 71018" name="connsiteY2"/>
                  <a:gd fmla="*/ 38299 w 62377" name="connsiteX3"/>
                  <a:gd fmla="*/ 17135 h 71018" name="connsiteY3"/>
                  <a:gd fmla="*/ 59350 w 62377" name="connsiteX4"/>
                  <a:gd fmla="*/ 69428 h 71018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71018" w="62377">
                    <a:moveTo>
                      <a:pt x="59350" y="69428"/>
                    </a:moveTo>
                    <a:cubicBezTo>
                      <a:pt x="52016" y="75428"/>
                      <a:pt x="27155" y="57521"/>
                      <a:pt x="11725" y="39138"/>
                    </a:cubicBezTo>
                    <a:cubicBezTo>
                      <a:pt x="-3706" y="20755"/>
                      <a:pt x="-3421" y="8753"/>
                      <a:pt x="4009" y="2657"/>
                    </a:cubicBezTo>
                    <a:cubicBezTo>
                      <a:pt x="11439" y="-3438"/>
                      <a:pt x="23059" y="-1343"/>
                      <a:pt x="38299" y="17135"/>
                    </a:cubicBezTo>
                    <a:cubicBezTo>
                      <a:pt x="53539" y="35614"/>
                      <a:pt x="66683" y="63331"/>
                      <a:pt x="59350" y="69428"/>
                    </a:cubicBezTo>
                    <a:close/>
                  </a:path>
                </a:pathLst>
              </a:custGeom>
              <a:solidFill>
                <a:srgbClr val="0101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e3448bf-a757-42a2-8b26-4c5c8ce09beb" id="138" name="任意多边形: 形状 137">
                <a:extLst>
                  <a:ext uri="{FF2B5EF4-FFF2-40B4-BE49-F238E27FC236}">
                    <a16:creationId id="{6AAE02BC-60BB-DEAC-D125-98299361503C}"/>
                  </a:ext>
                </a:extLst>
              </p:cNvPr>
              <p:cNvSpPr/>
              <p:nvPr/>
            </p:nvSpPr>
            <p:spPr>
              <a:xfrm flipH="true" flipV="false">
                <a:off x="2063004" y="3038331"/>
                <a:ext cx="56425" cy="31468"/>
              </a:xfrm>
              <a:custGeom>
                <a:avLst/>
                <a:gdLst>
                  <a:gd fmla="*/ -768 w 67357" name="connsiteX0"/>
                  <a:gd fmla="*/ 28384 h 37565" name="connsiteY0"/>
                  <a:gd fmla="*/ 36285 w 67357" name="connsiteX1"/>
                  <a:gd fmla="*/ 1237 h 37565" name="connsiteY1"/>
                  <a:gd fmla="*/ 65907 w 67357" name="connsiteX2"/>
                  <a:gd fmla="*/ 11620 h 37565" name="connsiteY2"/>
                  <a:gd fmla="*/ 44762 w 67357" name="connsiteX3"/>
                  <a:gd fmla="*/ 34766 h 37565" name="connsiteY3"/>
                  <a:gd fmla="*/ -768 w 67357" name="connsiteX4"/>
                  <a:gd fmla="*/ 28384 h 37565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37565" w="67357">
                    <a:moveTo>
                      <a:pt x="-768" y="28384"/>
                    </a:moveTo>
                    <a:cubicBezTo>
                      <a:pt x="-3054" y="18859"/>
                      <a:pt x="18282" y="5905"/>
                      <a:pt x="36285" y="1237"/>
                    </a:cubicBezTo>
                    <a:cubicBezTo>
                      <a:pt x="54287" y="-3430"/>
                      <a:pt x="63621" y="2381"/>
                      <a:pt x="65907" y="11620"/>
                    </a:cubicBezTo>
                    <a:cubicBezTo>
                      <a:pt x="68193" y="20860"/>
                      <a:pt x="63145" y="30099"/>
                      <a:pt x="44762" y="34766"/>
                    </a:cubicBezTo>
                    <a:cubicBezTo>
                      <a:pt x="26378" y="39433"/>
                      <a:pt x="1518" y="37242"/>
                      <a:pt x="-768" y="28384"/>
                    </a:cubicBezTo>
                    <a:close/>
                  </a:path>
                </a:pathLst>
              </a:custGeom>
              <a:solidFill>
                <a:srgbClr val="0101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2e08e06-b55e-4a94-9c26-5cc6de70d341" id="139" name="任意多边形: 形状 138">
                <a:extLst>
                  <a:ext uri="{FF2B5EF4-FFF2-40B4-BE49-F238E27FC236}">
                    <a16:creationId id="{A6D752DA-5A6A-381C-10B9-4613407BCC75}"/>
                  </a:ext>
                </a:extLst>
              </p:cNvPr>
              <p:cNvSpPr/>
              <p:nvPr/>
            </p:nvSpPr>
            <p:spPr>
              <a:xfrm flipH="true" flipV="false">
                <a:off x="1991510" y="3207216"/>
                <a:ext cx="52183" cy="33588"/>
              </a:xfrm>
              <a:custGeom>
                <a:avLst/>
                <a:gdLst>
                  <a:gd fmla="*/ 61031 w 62293" name="connsiteX0"/>
                  <a:gd fmla="*/ 26805 h 40096" name="connsiteY0"/>
                  <a:gd fmla="*/ 25789 w 62293" name="connsiteX1"/>
                  <a:gd fmla="*/ 38330 h 40096" name="connsiteY1"/>
                  <a:gd fmla="*/ -691 w 62293" name="connsiteX2"/>
                  <a:gd fmla="*/ 12422 h 40096" name="connsiteY2"/>
                  <a:gd fmla="*/ 34551 w 62293" name="connsiteX3"/>
                  <a:gd fmla="*/ 896 h 40096" name="connsiteY3"/>
                  <a:gd fmla="*/ 61031 w 62293" name="connsiteX4"/>
                  <a:gd fmla="*/ 26805 h 40096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40096" w="62293">
                    <a:moveTo>
                      <a:pt x="61031" y="26805"/>
                    </a:moveTo>
                    <a:cubicBezTo>
                      <a:pt x="58649" y="37187"/>
                      <a:pt x="42837" y="42330"/>
                      <a:pt x="25789" y="38330"/>
                    </a:cubicBezTo>
                    <a:cubicBezTo>
                      <a:pt x="8738" y="34329"/>
                      <a:pt x="-2786" y="22709"/>
                      <a:pt x="-691" y="12422"/>
                    </a:cubicBezTo>
                    <a:cubicBezTo>
                      <a:pt x="1404" y="2135"/>
                      <a:pt x="17502" y="-3009"/>
                      <a:pt x="34551" y="896"/>
                    </a:cubicBezTo>
                    <a:cubicBezTo>
                      <a:pt x="51601" y="4802"/>
                      <a:pt x="63507" y="16613"/>
                      <a:pt x="61031" y="26805"/>
                    </a:cubicBezTo>
                    <a:close/>
                  </a:path>
                </a:pathLst>
              </a:custGeom>
              <a:solidFill>
                <a:srgbClr val="D64747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cf135fe-1986-4aaf-9ae9-8341b72af30a" id="140" name="任意多边形: 形状 139">
                <a:extLst>
                  <a:ext uri="{FF2B5EF4-FFF2-40B4-BE49-F238E27FC236}">
                    <a16:creationId id="{9E67A2F5-4448-125B-01C6-EFF81C8B163A}"/>
                  </a:ext>
                </a:extLst>
              </p:cNvPr>
              <p:cNvSpPr/>
              <p:nvPr/>
            </p:nvSpPr>
            <p:spPr>
              <a:xfrm flipH="true" flipV="false">
                <a:off x="2130630" y="3156897"/>
                <a:ext cx="44901" cy="28825"/>
              </a:xfrm>
              <a:custGeom>
                <a:avLst/>
                <a:gdLst>
                  <a:gd fmla="*/ 52390 w 53600" name="connsiteX0"/>
                  <a:gd fmla="*/ 23149 h 34409" name="connsiteY0"/>
                  <a:gd fmla="*/ 22101 w 53600" name="connsiteX1"/>
                  <a:gd fmla="*/ 32674 h 34409" name="connsiteY1"/>
                  <a:gd fmla="*/ -664 w 53600" name="connsiteX2"/>
                  <a:gd fmla="*/ 10480 h 34409" name="connsiteY2"/>
                  <a:gd fmla="*/ 29626 w 53600" name="connsiteX3"/>
                  <a:gd fmla="*/ 955 h 34409" name="connsiteY3"/>
                  <a:gd fmla="*/ 52390 w 53600" name="connsiteX4"/>
                  <a:gd fmla="*/ 23149 h 34409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34409" w="53600">
                    <a:moveTo>
                      <a:pt x="52390" y="23149"/>
                    </a:moveTo>
                    <a:cubicBezTo>
                      <a:pt x="50295" y="32007"/>
                      <a:pt x="36770" y="36389"/>
                      <a:pt x="22101" y="32674"/>
                    </a:cubicBezTo>
                    <a:cubicBezTo>
                      <a:pt x="7432" y="28959"/>
                      <a:pt x="-2759" y="19339"/>
                      <a:pt x="-664" y="10480"/>
                    </a:cubicBezTo>
                    <a:cubicBezTo>
                      <a:pt x="1431" y="1622"/>
                      <a:pt x="14957" y="-2854"/>
                      <a:pt x="29626" y="955"/>
                    </a:cubicBezTo>
                    <a:cubicBezTo>
                      <a:pt x="44294" y="4766"/>
                      <a:pt x="54486" y="14291"/>
                      <a:pt x="52390" y="23149"/>
                    </a:cubicBezTo>
                    <a:close/>
                  </a:path>
                </a:pathLst>
              </a:custGeom>
              <a:solidFill>
                <a:srgbClr val="D64747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b48c853-d779-4b28-bd69-5a7f32096b63" id="141" name="任意多边形: 形状 140">
                <a:extLst>
                  <a:ext uri="{FF2B5EF4-FFF2-40B4-BE49-F238E27FC236}">
                    <a16:creationId id="{7BABBF36-50FA-C14F-87D9-F2917A5FDDD6}"/>
                  </a:ext>
                </a:extLst>
              </p:cNvPr>
              <p:cNvSpPr/>
              <p:nvPr/>
            </p:nvSpPr>
            <p:spPr>
              <a:xfrm flipH="true" flipV="false">
                <a:off x="1988909" y="3350541"/>
                <a:ext cx="127784" cy="31244"/>
              </a:xfrm>
              <a:custGeom>
                <a:avLst/>
                <a:gdLst>
                  <a:gd fmla="*/ 34731 w 152542" name="connsiteX0"/>
                  <a:gd fmla="*/ 36876 h 37298" name="connsiteY0"/>
                  <a:gd fmla="*/ 3870 w 152542" name="connsiteX1"/>
                  <a:gd fmla="*/ 35161 h 37298" name="connsiteY1"/>
                  <a:gd fmla="*/ -892 w 152542" name="connsiteX2"/>
                  <a:gd fmla="*/ 28980 h 37298" name="connsiteY2"/>
                  <a:gd fmla="*/ -892 w 152542" name="connsiteX3"/>
                  <a:gd fmla="*/ 28875 h 37298" name="connsiteY3"/>
                  <a:gd fmla="*/ 5108 w 152542" name="connsiteX4"/>
                  <a:gd fmla="*/ 24074 h 37298" name="connsiteY4"/>
                  <a:gd fmla="*/ 5395 w 152542" name="connsiteX5"/>
                  <a:gd fmla="*/ 24113 h 37298" name="connsiteY5"/>
                  <a:gd fmla="*/ 142841 w 152542" name="connsiteX6"/>
                  <a:gd fmla="*/ 586 h 37298" name="connsiteY6"/>
                  <a:gd fmla="*/ 150651 w 152542" name="connsiteX7"/>
                  <a:gd fmla="*/ 2015 h 37298" name="connsiteY7"/>
                  <a:gd fmla="*/ 149222 w 152542" name="connsiteX8"/>
                  <a:gd fmla="*/ 9692 h 37298" name="connsiteY8"/>
                  <a:gd fmla="*/ 149126 w 152542" name="connsiteX9"/>
                  <a:gd fmla="*/ 9730 h 37298" name="connsiteY9"/>
                  <a:gd fmla="*/ 34731 w 152542" name="connsiteX10"/>
                  <a:gd fmla="*/ 36876 h 37298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37298" w="152542">
                    <a:moveTo>
                      <a:pt x="34731" y="36876"/>
                    </a:moveTo>
                    <a:cubicBezTo>
                      <a:pt x="24445" y="36981"/>
                      <a:pt x="14063" y="36410"/>
                      <a:pt x="3870" y="35161"/>
                    </a:cubicBezTo>
                    <a:cubicBezTo>
                      <a:pt x="823" y="34771"/>
                      <a:pt x="-1273" y="32009"/>
                      <a:pt x="-892" y="28980"/>
                    </a:cubicBezTo>
                    <a:cubicBezTo>
                      <a:pt x="-892" y="28942"/>
                      <a:pt x="-892" y="28913"/>
                      <a:pt x="-892" y="28875"/>
                    </a:cubicBezTo>
                    <a:cubicBezTo>
                      <a:pt x="-606" y="25894"/>
                      <a:pt x="2156" y="23741"/>
                      <a:pt x="5108" y="24074"/>
                    </a:cubicBezTo>
                    <a:cubicBezTo>
                      <a:pt x="5204" y="24084"/>
                      <a:pt x="5299" y="24093"/>
                      <a:pt x="5395" y="24113"/>
                    </a:cubicBezTo>
                    <a:cubicBezTo>
                      <a:pt x="27587" y="27065"/>
                      <a:pt x="100645" y="29256"/>
                      <a:pt x="142841" y="586"/>
                    </a:cubicBezTo>
                    <a:cubicBezTo>
                      <a:pt x="145412" y="-1177"/>
                      <a:pt x="148840" y="-538"/>
                      <a:pt x="150651" y="2015"/>
                    </a:cubicBezTo>
                    <a:cubicBezTo>
                      <a:pt x="152366" y="4539"/>
                      <a:pt x="151698" y="7978"/>
                      <a:pt x="149222" y="9692"/>
                    </a:cubicBezTo>
                    <a:cubicBezTo>
                      <a:pt x="149126" y="9701"/>
                      <a:pt x="149126" y="9720"/>
                      <a:pt x="149126" y="9730"/>
                    </a:cubicBezTo>
                    <a:cubicBezTo>
                      <a:pt x="116837" y="31732"/>
                      <a:pt x="68259" y="36876"/>
                      <a:pt x="34731" y="36876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433a65d-29d4-408d-abcb-ed34f27e667a" id="142" name="任意多边形: 形状 141">
                <a:extLst>
                  <a:ext uri="{FF2B5EF4-FFF2-40B4-BE49-F238E27FC236}">
                    <a16:creationId id="{AD2ACB4C-4B9A-7435-BFCA-F87714F1C678}"/>
                  </a:ext>
                </a:extLst>
              </p:cNvPr>
              <p:cNvSpPr/>
              <p:nvPr/>
            </p:nvSpPr>
            <p:spPr>
              <a:xfrm flipH="true" flipV="false">
                <a:off x="2066488" y="3244152"/>
                <a:ext cx="61312" cy="26347"/>
              </a:xfrm>
              <a:custGeom>
                <a:avLst/>
                <a:gdLst>
                  <a:gd fmla="*/ 2175 w 73191" name="connsiteX0"/>
                  <a:gd fmla="*/ 25670 h 31452" name="connsiteY0"/>
                  <a:gd fmla="*/ 70469 w 73191" name="connsiteX1"/>
                  <a:gd fmla="*/ 11001 h 31452" name="connsiteY1"/>
                  <a:gd fmla="*/ 70469 w 73191" name="connsiteX2"/>
                  <a:gd fmla="*/ 1476 h 31452" name="connsiteY2"/>
                  <a:gd fmla="*/ 60944 w 73191" name="connsiteX3"/>
                  <a:gd fmla="*/ 1476 h 31452" name="connsiteY3"/>
                  <a:gd fmla="*/ 9510 w 73191" name="connsiteX4"/>
                  <a:gd fmla="*/ 14049 h 31452" name="connsiteY4"/>
                  <a:gd fmla="*/ -15 w 73191" name="connsiteX5"/>
                  <a:gd fmla="*/ 16526 h 31452" name="connsiteY5"/>
                  <a:gd fmla="*/ 2555 w 73191" name="connsiteX6"/>
                  <a:gd fmla="*/ 26051 h 3145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31452" w="73191">
                    <a:moveTo>
                      <a:pt x="2175" y="25670"/>
                    </a:moveTo>
                    <a:cubicBezTo>
                      <a:pt x="25702" y="36538"/>
                      <a:pt x="53515" y="30556"/>
                      <a:pt x="70469" y="11001"/>
                    </a:cubicBezTo>
                    <a:cubicBezTo>
                      <a:pt x="72850" y="8286"/>
                      <a:pt x="72850" y="4191"/>
                      <a:pt x="70469" y="1476"/>
                    </a:cubicBezTo>
                    <a:cubicBezTo>
                      <a:pt x="67803" y="-1039"/>
                      <a:pt x="63611" y="-1039"/>
                      <a:pt x="60944" y="1476"/>
                    </a:cubicBezTo>
                    <a:cubicBezTo>
                      <a:pt x="48467" y="16554"/>
                      <a:pt x="27512" y="21660"/>
                      <a:pt x="9510" y="14049"/>
                    </a:cubicBezTo>
                    <a:cubicBezTo>
                      <a:pt x="6175" y="12211"/>
                      <a:pt x="1985" y="13297"/>
                      <a:pt x="-15" y="16526"/>
                    </a:cubicBezTo>
                    <a:cubicBezTo>
                      <a:pt x="-1921" y="19869"/>
                      <a:pt x="-778" y="24108"/>
                      <a:pt x="2555" y="26051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a49d509-a4eb-490d-a227-9d717d94c727" id="143" name="任意多边形: 形状 142">
                <a:extLst>
                  <a:ext uri="{FF2B5EF4-FFF2-40B4-BE49-F238E27FC236}">
                    <a16:creationId id="{1AF0B33B-BB71-9F04-1CCD-D0F7B4C606B8}"/>
                  </a:ext>
                </a:extLst>
              </p:cNvPr>
              <p:cNvSpPr/>
              <p:nvPr/>
            </p:nvSpPr>
            <p:spPr>
              <a:xfrm flipH="true" flipV="false">
                <a:off x="1103060" y="3541357"/>
                <a:ext cx="1835793" cy="1862142"/>
              </a:xfrm>
              <a:custGeom>
                <a:avLst/>
                <a:gdLst>
                  <a:gd fmla="*/ 2188900 w 2191470" name="connsiteX0"/>
                  <a:gd fmla="*/ 1073819 h 2222924" name="connsiteY0"/>
                  <a:gd fmla="*/ 2034596 w 2191470" name="connsiteX1"/>
                  <a:gd fmla="*/ 517369 h 2222924" name="connsiteY1"/>
                  <a:gd fmla="*/ 1941345 w 2191470" name="connsiteX2"/>
                  <a:gd fmla="*/ 349919 h 2222924" name="connsiteY2"/>
                  <a:gd fmla="*/ 1784850 w 2191470" name="connsiteX3"/>
                  <a:gd fmla="*/ 255336 h 2222924" name="connsiteY3"/>
                  <a:gd fmla="*/ 1426805 w 2191470" name="connsiteX4"/>
                  <a:gd fmla="*/ 113509 h 2222924" name="connsiteY4"/>
                  <a:gd fmla="*/ 936649 w 2191470" name="connsiteX5"/>
                  <a:gd fmla="*/ 335060 h 2222924" name="connsiteY5"/>
                  <a:gd fmla="*/ 776343 w 2191470" name="connsiteX6"/>
                  <a:gd fmla="*/ 229047 h 2222924" name="connsiteY6"/>
                  <a:gd fmla="*/ 802060 w 2191470" name="connsiteX7"/>
                  <a:gd fmla="*/ -410 h 2222924" name="connsiteY7"/>
                  <a:gd fmla="*/ 335335 w 2191470" name="connsiteX8"/>
                  <a:gd fmla="*/ 186661 h 2222924" name="connsiteY8"/>
                  <a:gd fmla="*/ 243514 w 2191470" name="connsiteX9"/>
                  <a:gd fmla="*/ 340966 h 2222924" name="connsiteY9"/>
                  <a:gd fmla="*/ 45109 w 2191470" name="connsiteX10"/>
                  <a:gd fmla="*/ 1964121 h 2222924" name="connsiteY10"/>
                  <a:gd fmla="*/ 635659 w 2191470" name="connsiteX11"/>
                  <a:gd fmla="*/ 2183196 h 2222924" name="connsiteY11"/>
                  <a:gd fmla="*/ 1700078 w 2191470" name="connsiteX12"/>
                  <a:gd fmla="*/ 2195197 h 2222924" name="connsiteY12"/>
                  <a:gd fmla="*/ 1879433 w 2191470" name="connsiteX13"/>
                  <a:gd fmla="*/ 1452247 h 2222924" name="connsiteY13"/>
                  <a:gd fmla="*/ 2188900 w 2191470" name="connsiteX14"/>
                  <a:gd fmla="*/ 1073819 h 2222924" name="connsiteY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b="b" l="l" r="r" t="t"/>
                <a:pathLst>
                  <a:path h="2222924" w="2191470">
                    <a:moveTo>
                      <a:pt x="2188900" y="1073819"/>
                    </a:moveTo>
                    <a:cubicBezTo>
                      <a:pt x="2153849" y="884177"/>
                      <a:pt x="2102223" y="697982"/>
                      <a:pt x="2034596" y="517369"/>
                    </a:cubicBezTo>
                    <a:cubicBezTo>
                      <a:pt x="2012021" y="457076"/>
                      <a:pt x="1986971" y="395735"/>
                      <a:pt x="1941345" y="349919"/>
                    </a:cubicBezTo>
                    <a:cubicBezTo>
                      <a:pt x="1898292" y="306200"/>
                      <a:pt x="1840857" y="280292"/>
                      <a:pt x="1784850" y="255336"/>
                    </a:cubicBezTo>
                    <a:cubicBezTo>
                      <a:pt x="1666168" y="202282"/>
                      <a:pt x="1545487" y="166563"/>
                      <a:pt x="1426805" y="113509"/>
                    </a:cubicBezTo>
                    <a:cubicBezTo>
                      <a:pt x="1332318" y="280482"/>
                      <a:pt x="1124292" y="374494"/>
                      <a:pt x="936649" y="335060"/>
                    </a:cubicBezTo>
                    <a:cubicBezTo>
                      <a:pt x="871593" y="321440"/>
                      <a:pt x="805014" y="288864"/>
                      <a:pt x="776343" y="229047"/>
                    </a:cubicBezTo>
                    <a:cubicBezTo>
                      <a:pt x="742054" y="157419"/>
                      <a:pt x="771961" y="73027"/>
                      <a:pt x="802060" y="-410"/>
                    </a:cubicBezTo>
                    <a:cubicBezTo>
                      <a:pt x="637659" y="24736"/>
                      <a:pt x="445063" y="61217"/>
                      <a:pt x="335335" y="186661"/>
                    </a:cubicBezTo>
                    <a:cubicBezTo>
                      <a:pt x="295902" y="231904"/>
                      <a:pt x="268660" y="286388"/>
                      <a:pt x="243514" y="340966"/>
                    </a:cubicBezTo>
                    <a:cubicBezTo>
                      <a:pt x="12057" y="848744"/>
                      <a:pt x="-57285" y="1415538"/>
                      <a:pt x="45109" y="1964121"/>
                    </a:cubicBezTo>
                    <a:cubicBezTo>
                      <a:pt x="204176" y="2106330"/>
                      <a:pt x="424109" y="2157097"/>
                      <a:pt x="635659" y="2183196"/>
                    </a:cubicBezTo>
                    <a:cubicBezTo>
                      <a:pt x="1006372" y="2229106"/>
                      <a:pt x="1328889" y="2237012"/>
                      <a:pt x="1700078" y="2195197"/>
                    </a:cubicBezTo>
                    <a:cubicBezTo>
                      <a:pt x="1800661" y="1960787"/>
                      <a:pt x="1778850" y="1687134"/>
                      <a:pt x="1879433" y="1452247"/>
                    </a:cubicBezTo>
                    <a:cubicBezTo>
                      <a:pt x="1935154" y="1324137"/>
                      <a:pt x="2214332" y="1211551"/>
                      <a:pt x="2188900" y="1073819"/>
                    </a:cubicBezTo>
                    <a:close/>
                  </a:path>
                </a:pathLst>
              </a:custGeom>
              <a:solidFill>
                <a:srgbClr val="FFCA5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967216a-654b-48fb-948c-b3a3c1c82bb6" id="144" name="任意多边形: 形状 143">
                <a:extLst>
                  <a:ext uri="{FF2B5EF4-FFF2-40B4-BE49-F238E27FC236}">
                    <a16:creationId id="{753580D6-FA27-B48D-49BA-A073BD2EA10B}"/>
                  </a:ext>
                </a:extLst>
              </p:cNvPr>
              <p:cNvSpPr/>
              <p:nvPr/>
            </p:nvSpPr>
            <p:spPr>
              <a:xfrm flipH="true" flipV="false">
                <a:off x="2558028" y="3698767"/>
                <a:ext cx="248092" cy="460895"/>
              </a:xfrm>
              <a:custGeom>
                <a:avLst/>
                <a:gdLst>
                  <a:gd fmla="*/ 281756 w 296159" name="connsiteX0"/>
                  <a:gd fmla="*/ 2468 h 550191" name="connsiteY0"/>
                  <a:gd fmla="*/ -565 w 296159" name="connsiteX1"/>
                  <a:gd fmla="*/ 541202 h 550191" name="connsiteY1"/>
                  <a:gd fmla="*/ 12866 w 296159" name="connsiteX2"/>
                  <a:gd fmla="*/ 544917 h 550191" name="connsiteY2"/>
                  <a:gd fmla="*/ 293853 w 296159" name="connsiteX3"/>
                  <a:gd fmla="*/ 9516 h 550191" name="connsiteY3"/>
                  <a:gd fmla="*/ 281756 w 296159" name="connsiteX4"/>
                  <a:gd fmla="*/ 2468 h 55019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550191" w="296159">
                    <a:moveTo>
                      <a:pt x="281756" y="2468"/>
                    </a:moveTo>
                    <a:cubicBezTo>
                      <a:pt x="157455" y="164555"/>
                      <a:pt x="62015" y="346778"/>
                      <a:pt x="-565" y="541202"/>
                    </a:cubicBezTo>
                    <a:cubicBezTo>
                      <a:pt x="-3326" y="549774"/>
                      <a:pt x="10103" y="553489"/>
                      <a:pt x="12866" y="544917"/>
                    </a:cubicBezTo>
                    <a:cubicBezTo>
                      <a:pt x="75160" y="351655"/>
                      <a:pt x="170219" y="170546"/>
                      <a:pt x="293853" y="9516"/>
                    </a:cubicBezTo>
                    <a:cubicBezTo>
                      <a:pt x="299282" y="2468"/>
                      <a:pt x="287186" y="-4485"/>
                      <a:pt x="281756" y="2468"/>
                    </a:cubicBezTo>
                    <a:close/>
                  </a:path>
                </a:pathLst>
              </a:custGeom>
              <a:solidFill>
                <a:srgbClr val="9E44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f5b482f-95ed-4cd3-88f8-05488b694dd6" id="145" name="任意多边形: 形状 144">
                <a:extLst>
                  <a:ext uri="{FF2B5EF4-FFF2-40B4-BE49-F238E27FC236}">
                    <a16:creationId id="{AE03D6EE-31CE-D03C-E954-1306F596AFC5}"/>
                  </a:ext>
                </a:extLst>
              </p:cNvPr>
              <p:cNvSpPr/>
              <p:nvPr/>
            </p:nvSpPr>
            <p:spPr>
              <a:xfrm flipH="true" flipV="false">
                <a:off x="3081308" y="3826759"/>
                <a:ext cx="45174" cy="245727"/>
              </a:xfrm>
              <a:custGeom>
                <a:avLst/>
                <a:gdLst>
                  <a:gd fmla="*/ 38966 w 53927" name="connsiteX0"/>
                  <a:gd fmla="*/ 6270 h 293335" name="connsiteY0"/>
                  <a:gd fmla="*/ -753 w 53927" name="connsiteX1"/>
                  <a:gd fmla="*/ 284209 h 293335" name="connsiteY1"/>
                  <a:gd fmla="*/ 12677 w 53927" name="connsiteX2"/>
                  <a:gd fmla="*/ 287924 h 293335" name="connsiteY2"/>
                  <a:gd fmla="*/ 52968 w 53927" name="connsiteX3"/>
                  <a:gd fmla="*/ 6270 h 293335" name="connsiteY3"/>
                  <a:gd fmla="*/ 38966 w 53927" name="connsiteX4"/>
                  <a:gd fmla="*/ 6270 h 293335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293335" w="53927">
                    <a:moveTo>
                      <a:pt x="38966" y="6270"/>
                    </a:moveTo>
                    <a:cubicBezTo>
                      <a:pt x="32013" y="99710"/>
                      <a:pt x="18773" y="192569"/>
                      <a:pt x="-753" y="284209"/>
                    </a:cubicBezTo>
                    <a:cubicBezTo>
                      <a:pt x="-2659" y="292972"/>
                      <a:pt x="10867" y="296687"/>
                      <a:pt x="12677" y="287924"/>
                    </a:cubicBezTo>
                    <a:cubicBezTo>
                      <a:pt x="32489" y="195064"/>
                      <a:pt x="45919" y="100957"/>
                      <a:pt x="52968" y="6270"/>
                    </a:cubicBezTo>
                    <a:cubicBezTo>
                      <a:pt x="53635" y="-2684"/>
                      <a:pt x="39632" y="-2589"/>
                      <a:pt x="38966" y="6270"/>
                    </a:cubicBezTo>
                    <a:close/>
                  </a:path>
                </a:pathLst>
              </a:custGeom>
              <a:solidFill>
                <a:srgbClr val="9E44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4cea424-bc9f-48ba-ae08-dc6acf99c4e6" id="146" name="任意多边形: 形状 145">
                <a:extLst>
                  <a:ext uri="{FF2B5EF4-FFF2-40B4-BE49-F238E27FC236}">
                    <a16:creationId id="{21B9F9DC-2327-19C8-739B-D4A42D66D3E0}"/>
                  </a:ext>
                </a:extLst>
              </p:cNvPr>
              <p:cNvSpPr/>
              <p:nvPr/>
            </p:nvSpPr>
            <p:spPr>
              <a:xfrm flipH="true" flipV="false">
                <a:off x="2832634" y="4267733"/>
                <a:ext cx="101077" cy="340400"/>
              </a:xfrm>
              <a:custGeom>
                <a:avLst/>
                <a:gdLst>
                  <a:gd fmla="*/ 105741 w 120660" name="connsiteX0"/>
                  <a:gd fmla="*/ 4019 h 406351" name="connsiteY0"/>
                  <a:gd fmla="*/ -844 w 120660" name="connsiteX1"/>
                  <a:gd fmla="*/ 397115 h 406351" name="connsiteY1"/>
                  <a:gd fmla="*/ 12586 w 120660" name="connsiteX2"/>
                  <a:gd fmla="*/ 400830 h 406351" name="connsiteY2"/>
                  <a:gd fmla="*/ 119171 w 120660" name="connsiteX3"/>
                  <a:gd fmla="*/ 7924 h 406351" name="connsiteY3"/>
                  <a:gd fmla="*/ 105741 w 120660" name="connsiteX4"/>
                  <a:gd fmla="*/ 4209 h 40635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406351" w="120660">
                    <a:moveTo>
                      <a:pt x="105741" y="4019"/>
                    </a:moveTo>
                    <a:cubicBezTo>
                      <a:pt x="54306" y="130206"/>
                      <a:pt x="18492" y="262222"/>
                      <a:pt x="-844" y="397115"/>
                    </a:cubicBezTo>
                    <a:cubicBezTo>
                      <a:pt x="-2178" y="405973"/>
                      <a:pt x="11348" y="409783"/>
                      <a:pt x="12586" y="400830"/>
                    </a:cubicBezTo>
                    <a:cubicBezTo>
                      <a:pt x="32018" y="266022"/>
                      <a:pt x="67832" y="134082"/>
                      <a:pt x="119171" y="7924"/>
                    </a:cubicBezTo>
                    <a:cubicBezTo>
                      <a:pt x="122600" y="-363"/>
                      <a:pt x="109074" y="-3983"/>
                      <a:pt x="105741" y="4209"/>
                    </a:cubicBezTo>
                    <a:close/>
                  </a:path>
                </a:pathLst>
              </a:custGeom>
              <a:solidFill>
                <a:srgbClr val="9E44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df4b990-2109-4a59-9407-dd88fa5b35d3" id="147" name="任意多边形: 形状 146">
                <a:extLst>
                  <a:ext uri="{FF2B5EF4-FFF2-40B4-BE49-F238E27FC236}">
                    <a16:creationId id="{B421AF64-58DB-17A2-C92C-6285BB9871DF}"/>
                  </a:ext>
                </a:extLst>
              </p:cNvPr>
              <p:cNvSpPr/>
              <p:nvPr/>
            </p:nvSpPr>
            <p:spPr>
              <a:xfrm flipH="true" flipV="false">
                <a:off x="1450331" y="3845733"/>
                <a:ext cx="123931" cy="806175"/>
              </a:xfrm>
              <a:custGeom>
                <a:avLst/>
                <a:gdLst>
                  <a:gd fmla="*/ 134063 w 147942" name="connsiteX0"/>
                  <a:gd fmla="*/ 3432 h 962368" name="connsiteY0"/>
                  <a:gd fmla="*/ 21097 w 147942" name="connsiteX1"/>
                  <a:gd fmla="*/ 751430 h 962368" name="connsiteY1"/>
                  <a:gd fmla="*/ 85772 w 147942" name="connsiteX2"/>
                  <a:gd fmla="*/ 958313 h 962368" name="connsiteY2"/>
                  <a:gd fmla="*/ 97867 w 147942" name="connsiteX3"/>
                  <a:gd fmla="*/ 951265 h 962368" name="connsiteY3"/>
                  <a:gd fmla="*/ 61578 w 147942" name="connsiteX4"/>
                  <a:gd fmla="*/ 208315 h 962368" name="connsiteY4"/>
                  <a:gd fmla="*/ 146064 w 147942" name="connsiteX5"/>
                  <a:gd fmla="*/ 10100 h 962368" name="connsiteY5"/>
                  <a:gd fmla="*/ 134063 w 147942" name="connsiteX6"/>
                  <a:gd fmla="*/ 3051 h 962368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962368" w="147942">
                    <a:moveTo>
                      <a:pt x="134063" y="3432"/>
                    </a:moveTo>
                    <a:cubicBezTo>
                      <a:pt x="9381" y="231642"/>
                      <a:pt x="-30625" y="496579"/>
                      <a:pt x="21097" y="751430"/>
                    </a:cubicBezTo>
                    <a:cubicBezTo>
                      <a:pt x="35575" y="822411"/>
                      <a:pt x="57197" y="891734"/>
                      <a:pt x="85772" y="958313"/>
                    </a:cubicBezTo>
                    <a:cubicBezTo>
                      <a:pt x="89296" y="966505"/>
                      <a:pt x="101297" y="959456"/>
                      <a:pt x="97867" y="951265"/>
                    </a:cubicBezTo>
                    <a:cubicBezTo>
                      <a:pt x="-1096" y="715559"/>
                      <a:pt x="-13956" y="452545"/>
                      <a:pt x="61578" y="208315"/>
                    </a:cubicBezTo>
                    <a:cubicBezTo>
                      <a:pt x="82818" y="139506"/>
                      <a:pt x="111107" y="73088"/>
                      <a:pt x="146064" y="10100"/>
                    </a:cubicBezTo>
                    <a:cubicBezTo>
                      <a:pt x="150446" y="2194"/>
                      <a:pt x="138349" y="-4855"/>
                      <a:pt x="134063" y="3051"/>
                    </a:cubicBezTo>
                    <a:close/>
                  </a:path>
                </a:pathLst>
              </a:custGeom>
              <a:solidFill>
                <a:srgbClr val="9E44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fbd161d-7d30-4232-9e15-711a071e8ff5" id="148" name="任意多边形: 形状 147">
                <a:extLst>
                  <a:ext uri="{FF2B5EF4-FFF2-40B4-BE49-F238E27FC236}">
                    <a16:creationId id="{294946E4-C1BE-B899-D5AA-1832A8A3068C}"/>
                  </a:ext>
                </a:extLst>
              </p:cNvPr>
              <p:cNvSpPr/>
              <p:nvPr/>
            </p:nvSpPr>
            <p:spPr>
              <a:xfrm flipH="true" flipV="false">
                <a:off x="875913" y="4424564"/>
                <a:ext cx="782779" cy="398279"/>
              </a:xfrm>
              <a:custGeom>
                <a:avLst/>
                <a:gdLst>
                  <a:gd fmla="*/ 467831 w 934439" name="connsiteX0"/>
                  <a:gd fmla="*/ 20067 h 475444" name="connsiteY0"/>
                  <a:gd fmla="*/ 609087 w 934439" name="connsiteX1"/>
                  <a:gd fmla="*/ 10542 h 475444" name="connsiteY1"/>
                  <a:gd fmla="*/ 688144 w 934439" name="connsiteX2"/>
                  <a:gd fmla="*/ 50642 h 475444" name="connsiteY2"/>
                  <a:gd fmla="*/ 816160 w 934439" name="connsiteX3"/>
                  <a:gd fmla="*/ 84361 h 475444" name="connsiteY3"/>
                  <a:gd fmla="*/ 924174 w 934439" name="connsiteX4"/>
                  <a:gd fmla="*/ 154750 h 475444" name="connsiteY4"/>
                  <a:gd fmla="*/ 933128 w 934439" name="connsiteX5"/>
                  <a:gd fmla="*/ 193707 h 475444" name="connsiteY5"/>
                  <a:gd fmla="*/ 890741 w 934439" name="connsiteX6"/>
                  <a:gd fmla="*/ 240666 h 475444" name="connsiteY6"/>
                  <a:gd fmla="*/ 772155 w 934439" name="connsiteX7"/>
                  <a:gd fmla="*/ 258383 h 475444" name="connsiteY7"/>
                  <a:gd fmla="*/ 665285 w 934439" name="connsiteX8"/>
                  <a:gd fmla="*/ 258383 h 475444" name="connsiteY8"/>
                  <a:gd fmla="*/ 628994 w 934439" name="connsiteX9"/>
                  <a:gd fmla="*/ 345822 h 475444" name="connsiteY9"/>
                  <a:gd fmla="*/ 452972 w 934439" name="connsiteX10"/>
                  <a:gd fmla="*/ 433833 h 475444" name="connsiteY10"/>
                  <a:gd fmla="*/ 357722 w 934439" name="connsiteX11"/>
                  <a:gd fmla="*/ 474981 h 475444" name="connsiteY11"/>
                  <a:gd fmla="*/ 293619 w 934439" name="connsiteX12"/>
                  <a:gd fmla="*/ 446406 h 475444" name="connsiteY12"/>
                  <a:gd fmla="*/ 216181 w 934439" name="connsiteX13"/>
                  <a:gd fmla="*/ 465456 h 475444" name="connsiteY13"/>
                  <a:gd fmla="*/ 166650 w 934439" name="connsiteX14"/>
                  <a:gd fmla="*/ 425451 h 475444" name="connsiteY14"/>
                  <a:gd fmla="*/ 94165 w 934439" name="connsiteX15"/>
                  <a:gd fmla="*/ 415069 h 475444" name="connsiteY15"/>
                  <a:gd fmla="*/ 13584 w 934439" name="connsiteX16"/>
                  <a:gd fmla="*/ 326391 h 475444" name="connsiteY16"/>
                  <a:gd fmla="*/ 2439 w 934439" name="connsiteX17"/>
                  <a:gd fmla="*/ 272289 h 475444" name="connsiteY17"/>
                  <a:gd fmla="*/ 53684 w 934439" name="connsiteX18"/>
                  <a:gd fmla="*/ 256477 h 475444" name="connsiteY18"/>
                  <a:gd fmla="*/ 99309 w 934439" name="connsiteX19"/>
                  <a:gd fmla="*/ 292387 h 475444" name="connsiteY19"/>
                  <a:gd fmla="*/ 152839 w 934439" name="connsiteX20"/>
                  <a:gd fmla="*/ 209043 h 475444" name="connsiteY20"/>
                  <a:gd fmla="*/ 406013 w 934439" name="connsiteX21"/>
                  <a:gd fmla="*/ 34735 h 475444" name="connsiteY21"/>
                  <a:gd fmla="*/ 467831 w 934439" name="connsiteX22"/>
                  <a:gd fmla="*/ 20067 h 475444" name="connsiteY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b="b" l="l" r="r" t="t"/>
                <a:pathLst>
                  <a:path h="475444" w="934439">
                    <a:moveTo>
                      <a:pt x="467831" y="20067"/>
                    </a:moveTo>
                    <a:cubicBezTo>
                      <a:pt x="511360" y="-3393"/>
                      <a:pt x="562796" y="-6870"/>
                      <a:pt x="609087" y="10542"/>
                    </a:cubicBezTo>
                    <a:cubicBezTo>
                      <a:pt x="636710" y="21114"/>
                      <a:pt x="661093" y="39117"/>
                      <a:pt x="688144" y="50642"/>
                    </a:cubicBezTo>
                    <a:cubicBezTo>
                      <a:pt x="728625" y="68454"/>
                      <a:pt x="773869" y="73026"/>
                      <a:pt x="816160" y="84361"/>
                    </a:cubicBezTo>
                    <a:cubicBezTo>
                      <a:pt x="858451" y="95695"/>
                      <a:pt x="902456" y="116364"/>
                      <a:pt x="924174" y="154750"/>
                    </a:cubicBezTo>
                    <a:cubicBezTo>
                      <a:pt x="931508" y="166342"/>
                      <a:pt x="934651" y="180077"/>
                      <a:pt x="933128" y="193707"/>
                    </a:cubicBezTo>
                    <a:cubicBezTo>
                      <a:pt x="929698" y="215329"/>
                      <a:pt x="910363" y="230855"/>
                      <a:pt x="890741" y="240666"/>
                    </a:cubicBezTo>
                    <a:cubicBezTo>
                      <a:pt x="854070" y="259002"/>
                      <a:pt x="812541" y="265202"/>
                      <a:pt x="772155" y="258383"/>
                    </a:cubicBezTo>
                    <a:cubicBezTo>
                      <a:pt x="735864" y="252096"/>
                      <a:pt x="694812" y="236475"/>
                      <a:pt x="665285" y="258383"/>
                    </a:cubicBezTo>
                    <a:cubicBezTo>
                      <a:pt x="639471" y="277433"/>
                      <a:pt x="638042" y="314866"/>
                      <a:pt x="628994" y="345822"/>
                    </a:cubicBezTo>
                    <a:cubicBezTo>
                      <a:pt x="607849" y="417355"/>
                      <a:pt x="520218" y="466123"/>
                      <a:pt x="452972" y="433833"/>
                    </a:cubicBezTo>
                    <a:cubicBezTo>
                      <a:pt x="438589" y="458884"/>
                      <a:pt x="386297" y="476124"/>
                      <a:pt x="357722" y="474981"/>
                    </a:cubicBezTo>
                    <a:cubicBezTo>
                      <a:pt x="329147" y="473838"/>
                      <a:pt x="314097" y="463360"/>
                      <a:pt x="293619" y="446406"/>
                    </a:cubicBezTo>
                    <a:cubicBezTo>
                      <a:pt x="289237" y="465456"/>
                      <a:pt x="234945" y="470695"/>
                      <a:pt x="216181" y="465456"/>
                    </a:cubicBezTo>
                    <a:cubicBezTo>
                      <a:pt x="194177" y="460903"/>
                      <a:pt x="175700" y="446006"/>
                      <a:pt x="166650" y="425451"/>
                    </a:cubicBezTo>
                    <a:cubicBezTo>
                      <a:pt x="129693" y="447644"/>
                      <a:pt x="105691" y="424117"/>
                      <a:pt x="94165" y="415069"/>
                    </a:cubicBezTo>
                    <a:cubicBezTo>
                      <a:pt x="62638" y="390161"/>
                      <a:pt x="35396" y="360195"/>
                      <a:pt x="13584" y="326391"/>
                    </a:cubicBezTo>
                    <a:cubicBezTo>
                      <a:pt x="3107" y="310103"/>
                      <a:pt x="-6134" y="289529"/>
                      <a:pt x="2439" y="272289"/>
                    </a:cubicBezTo>
                    <a:cubicBezTo>
                      <a:pt x="11012" y="255048"/>
                      <a:pt x="35206" y="249905"/>
                      <a:pt x="53684" y="256477"/>
                    </a:cubicBezTo>
                    <a:cubicBezTo>
                      <a:pt x="71591" y="264612"/>
                      <a:pt x="87212" y="276927"/>
                      <a:pt x="99309" y="292387"/>
                    </a:cubicBezTo>
                    <a:cubicBezTo>
                      <a:pt x="108834" y="263812"/>
                      <a:pt x="139123" y="235904"/>
                      <a:pt x="152839" y="209043"/>
                    </a:cubicBezTo>
                    <a:cubicBezTo>
                      <a:pt x="203132" y="112536"/>
                      <a:pt x="297905" y="47242"/>
                      <a:pt x="406013" y="34735"/>
                    </a:cubicBezTo>
                    <a:cubicBezTo>
                      <a:pt x="427160" y="32545"/>
                      <a:pt x="447924" y="27620"/>
                      <a:pt x="467831" y="20067"/>
                    </a:cubicBezTo>
                    <a:close/>
                  </a:path>
                </a:pathLst>
              </a:custGeom>
              <a:solidFill>
                <a:srgbClr val="FF9976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e7588e3-b26b-4b3d-bcb8-bd5d5191a836" id="149" name="任意多边形: 形状 148">
                <a:extLst>
                  <a:ext uri="{FF2B5EF4-FFF2-40B4-BE49-F238E27FC236}">
                    <a16:creationId id="{E5EE7075-880C-EABF-6749-8A9B220F0A20}"/>
                  </a:ext>
                </a:extLst>
              </p:cNvPr>
              <p:cNvSpPr/>
              <p:nvPr/>
            </p:nvSpPr>
            <p:spPr>
              <a:xfrm flipH="true" flipV="false">
                <a:off x="1175768" y="4592529"/>
                <a:ext cx="175120" cy="207133"/>
              </a:xfrm>
              <a:custGeom>
                <a:avLst/>
                <a:gdLst>
                  <a:gd fmla="*/ 205549 w 209048" name="connsiteX0"/>
                  <a:gd fmla="*/ 99118 h 247264" name="connsiteY0"/>
                  <a:gd fmla="*/ 122300 w 209048" name="connsiteX1"/>
                  <a:gd fmla="*/ 29300 h 247264" name="connsiteY1"/>
                  <a:gd fmla="*/ 30289 w 209048" name="connsiteX2"/>
                  <a:gd fmla="*/ 3201 h 247264" name="connsiteY2"/>
                  <a:gd fmla="*/ 380 w 209048" name="connsiteX3"/>
                  <a:gd fmla="*/ 69876 h 247264" name="connsiteY3"/>
                  <a:gd fmla="*/ 34765 w 209048" name="connsiteX4"/>
                  <a:gd fmla="*/ 165126 h 247264" name="connsiteY4"/>
                  <a:gd fmla="*/ 66103 w 209048" name="connsiteX5"/>
                  <a:gd fmla="*/ 216561 h 247264" name="connsiteY5"/>
                  <a:gd fmla="*/ 101631 w 209048" name="connsiteX6"/>
                  <a:gd fmla="*/ 246755 h 247264" name="connsiteY6"/>
                  <a:gd fmla="*/ 109728 w 209048" name="connsiteX7"/>
                  <a:gd fmla="*/ 240983 h 247264" name="connsiteY7"/>
                  <a:gd fmla="*/ 105346 w 209048" name="connsiteX8"/>
                  <a:gd fmla="*/ 233230 h 247264" name="connsiteY8"/>
                  <a:gd fmla="*/ 68008 w 209048" name="connsiteX9"/>
                  <a:gd fmla="*/ 194558 h 247264" name="connsiteY9"/>
                  <a:gd fmla="*/ 42385 w 209048" name="connsiteX10"/>
                  <a:gd fmla="*/ 149124 h 247264" name="connsiteY10"/>
                  <a:gd fmla="*/ 21050 w 209048" name="connsiteX11"/>
                  <a:gd fmla="*/ 94641 h 247264" name="connsiteY11"/>
                  <a:gd fmla="*/ 13240 w 209048" name="connsiteX12"/>
                  <a:gd fmla="*/ 44921 h 247264" name="connsiteY12"/>
                  <a:gd fmla="*/ 51340 w 209048" name="connsiteX13"/>
                  <a:gd fmla="*/ 13393 h 247264" name="connsiteY13"/>
                  <a:gd fmla="*/ 105250 w 209048" name="connsiteX14"/>
                  <a:gd fmla="*/ 34347 h 247264" name="connsiteY14"/>
                  <a:gd fmla="*/ 196214 w 209048" name="connsiteX15"/>
                  <a:gd fmla="*/ 108928 h 247264" name="connsiteY15"/>
                  <a:gd fmla="*/ 205739 w 209048" name="connsiteX16"/>
                  <a:gd fmla="*/ 99403 h 247264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247264" w="209048">
                    <a:moveTo>
                      <a:pt x="205549" y="99118"/>
                    </a:moveTo>
                    <a:cubicBezTo>
                      <a:pt x="179546" y="73857"/>
                      <a:pt x="151732" y="50521"/>
                      <a:pt x="122300" y="29300"/>
                    </a:cubicBezTo>
                    <a:cubicBezTo>
                      <a:pt x="96393" y="11488"/>
                      <a:pt x="62769" y="-8800"/>
                      <a:pt x="30289" y="3201"/>
                    </a:cubicBezTo>
                    <a:cubicBezTo>
                      <a:pt x="1714" y="13869"/>
                      <a:pt x="-4001" y="42920"/>
                      <a:pt x="380" y="69876"/>
                    </a:cubicBezTo>
                    <a:cubicBezTo>
                      <a:pt x="6953" y="103185"/>
                      <a:pt x="18573" y="135303"/>
                      <a:pt x="34765" y="165126"/>
                    </a:cubicBezTo>
                    <a:cubicBezTo>
                      <a:pt x="44005" y="182995"/>
                      <a:pt x="54482" y="200187"/>
                      <a:pt x="66103" y="216561"/>
                    </a:cubicBezTo>
                    <a:cubicBezTo>
                      <a:pt x="75628" y="229610"/>
                      <a:pt x="85153" y="242659"/>
                      <a:pt x="101631" y="246755"/>
                    </a:cubicBezTo>
                    <a:cubicBezTo>
                      <a:pt x="105441" y="247403"/>
                      <a:pt x="109060" y="244822"/>
                      <a:pt x="109728" y="240983"/>
                    </a:cubicBezTo>
                    <a:cubicBezTo>
                      <a:pt x="110299" y="237678"/>
                      <a:pt x="108490" y="234439"/>
                      <a:pt x="105346" y="233230"/>
                    </a:cubicBezTo>
                    <a:cubicBezTo>
                      <a:pt x="87820" y="228848"/>
                      <a:pt x="76771" y="208750"/>
                      <a:pt x="68008" y="194558"/>
                    </a:cubicBezTo>
                    <a:cubicBezTo>
                      <a:pt x="58483" y="179985"/>
                      <a:pt x="49911" y="164812"/>
                      <a:pt x="42385" y="149124"/>
                    </a:cubicBezTo>
                    <a:cubicBezTo>
                      <a:pt x="33908" y="131531"/>
                      <a:pt x="26764" y="113310"/>
                      <a:pt x="21050" y="94641"/>
                    </a:cubicBezTo>
                    <a:cubicBezTo>
                      <a:pt x="14953" y="78820"/>
                      <a:pt x="12286" y="61866"/>
                      <a:pt x="13240" y="44921"/>
                    </a:cubicBezTo>
                    <a:cubicBezTo>
                      <a:pt x="15621" y="25975"/>
                      <a:pt x="32290" y="12135"/>
                      <a:pt x="51340" y="13393"/>
                    </a:cubicBezTo>
                    <a:cubicBezTo>
                      <a:pt x="70960" y="13393"/>
                      <a:pt x="89440" y="24156"/>
                      <a:pt x="105250" y="34347"/>
                    </a:cubicBezTo>
                    <a:cubicBezTo>
                      <a:pt x="137826" y="56379"/>
                      <a:pt x="168210" y="81344"/>
                      <a:pt x="196214" y="108928"/>
                    </a:cubicBezTo>
                    <a:cubicBezTo>
                      <a:pt x="202786" y="115025"/>
                      <a:pt x="212693" y="105118"/>
                      <a:pt x="205739" y="99403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e0e111d-9062-4e8c-beb3-e7ed37f0261b" id="150" name="任意多边形: 形状 149">
                <a:extLst>
                  <a:ext uri="{FF2B5EF4-FFF2-40B4-BE49-F238E27FC236}">
                    <a16:creationId id="{855B4F29-4DFF-84DF-88A3-62B55E1357C1}"/>
                  </a:ext>
                </a:extLst>
              </p:cNvPr>
              <p:cNvSpPr/>
              <p:nvPr/>
            </p:nvSpPr>
            <p:spPr>
              <a:xfrm flipH="true" flipV="false">
                <a:off x="1181985" y="4636407"/>
                <a:ext cx="24257" cy="25453"/>
              </a:xfrm>
              <a:custGeom>
                <a:avLst/>
                <a:gdLst>
                  <a:gd fmla="*/ 10969 w 28956" name="connsiteX0"/>
                  <a:gd fmla="*/ 27879 h 30385" name="connsiteY0"/>
                  <a:gd fmla="*/ 26020 w 28956" name="connsiteX1"/>
                  <a:gd fmla="*/ 11497 h 30385" name="connsiteY1"/>
                  <a:gd fmla="*/ 28020 w 28956" name="connsiteX2"/>
                  <a:gd fmla="*/ 6544 h 30385" name="connsiteY2"/>
                  <a:gd fmla="*/ 26020 w 28956" name="connsiteX3"/>
                  <a:gd fmla="*/ 1590 h 30385" name="connsiteY3"/>
                  <a:gd fmla="*/ 21066 w 28956" name="connsiteX4"/>
                  <a:gd fmla="*/ -410 h 30385" name="connsiteY4"/>
                  <a:gd fmla="*/ 16113 w 28956" name="connsiteX5"/>
                  <a:gd fmla="*/ 1590 h 30385" name="connsiteY5"/>
                  <a:gd fmla="*/ 1160 w 28956" name="connsiteX6"/>
                  <a:gd fmla="*/ 18069 h 30385" name="connsiteY6"/>
                  <a:gd fmla="*/ -937 w 28956" name="connsiteX7"/>
                  <a:gd fmla="*/ 22927 h 30385" name="connsiteY7"/>
                  <a:gd fmla="*/ 6113 w 28956" name="connsiteX8"/>
                  <a:gd fmla="*/ 29975 h 30385" name="connsiteY8"/>
                  <a:gd fmla="*/ 10969 w 28956" name="connsiteX9"/>
                  <a:gd fmla="*/ 27879 h 30385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30385" w="28956">
                    <a:moveTo>
                      <a:pt x="10969" y="27879"/>
                    </a:moveTo>
                    <a:lnTo>
                      <a:pt x="26020" y="11497"/>
                    </a:lnTo>
                    <a:cubicBezTo>
                      <a:pt x="27258" y="10163"/>
                      <a:pt x="28020" y="8392"/>
                      <a:pt x="28020" y="6544"/>
                    </a:cubicBezTo>
                    <a:cubicBezTo>
                      <a:pt x="28020" y="4705"/>
                      <a:pt x="27258" y="2934"/>
                      <a:pt x="26020" y="1590"/>
                    </a:cubicBezTo>
                    <a:cubicBezTo>
                      <a:pt x="24686" y="295"/>
                      <a:pt x="22876" y="-429"/>
                      <a:pt x="21066" y="-410"/>
                    </a:cubicBezTo>
                    <a:cubicBezTo>
                      <a:pt x="19256" y="-400"/>
                      <a:pt x="17447" y="314"/>
                      <a:pt x="16113" y="1590"/>
                    </a:cubicBezTo>
                    <a:lnTo>
                      <a:pt x="1160" y="18069"/>
                    </a:lnTo>
                    <a:cubicBezTo>
                      <a:pt x="-79" y="19364"/>
                      <a:pt x="-841" y="21098"/>
                      <a:pt x="-937" y="22927"/>
                    </a:cubicBezTo>
                    <a:cubicBezTo>
                      <a:pt x="-841" y="26793"/>
                      <a:pt x="2207" y="29928"/>
                      <a:pt x="6113" y="29975"/>
                    </a:cubicBezTo>
                    <a:cubicBezTo>
                      <a:pt x="7922" y="29975"/>
                      <a:pt x="9731" y="29222"/>
                      <a:pt x="10969" y="27879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e663e1f-1a79-418b-a2f5-6df94b1815c9" id="151" name="任意多边形: 形状 150">
                <a:extLst>
                  <a:ext uri="{FF2B5EF4-FFF2-40B4-BE49-F238E27FC236}">
                    <a16:creationId id="{644C14E3-11A1-DFF8-B3FC-8624375F03C5}"/>
                  </a:ext>
                </a:extLst>
              </p:cNvPr>
              <p:cNvSpPr/>
              <p:nvPr/>
            </p:nvSpPr>
            <p:spPr>
              <a:xfrm flipH="true" flipV="false">
                <a:off x="1339960" y="4600614"/>
                <a:ext cx="118366" cy="217395"/>
              </a:xfrm>
              <a:custGeom>
                <a:avLst/>
                <a:gdLst>
                  <a:gd fmla="*/ 138730 w 141299" name="connsiteX0"/>
                  <a:gd fmla="*/ 32126 h 259514" name="connsiteY0"/>
                  <a:gd fmla="*/ 60244 w 141299" name="connsiteX1"/>
                  <a:gd fmla="*/ -69 h 259514" name="connsiteY1"/>
                  <a:gd fmla="*/ 1474 w 141299" name="connsiteX2"/>
                  <a:gd fmla="*/ 51271 h 259514" name="connsiteY2"/>
                  <a:gd fmla="*/ 14905 w 141299" name="connsiteX3"/>
                  <a:gd fmla="*/ 156046 h 259514" name="connsiteY3"/>
                  <a:gd fmla="*/ 60910 w 141299" name="connsiteX4"/>
                  <a:gd fmla="*/ 255868 h 259514" name="connsiteY4"/>
                  <a:gd fmla="*/ 73007 w 141299" name="connsiteX5"/>
                  <a:gd fmla="*/ 248819 h 259514" name="connsiteY5"/>
                  <a:gd fmla="*/ 13857 w 141299" name="connsiteX6"/>
                  <a:gd fmla="*/ 79464 h 259514" name="connsiteY6"/>
                  <a:gd fmla="*/ 55481 w 141299" name="connsiteX7"/>
                  <a:gd fmla="*/ 14599 h 259514" name="connsiteY7"/>
                  <a:gd fmla="*/ 128823 w 141299" name="connsiteX8"/>
                  <a:gd fmla="*/ 41651 h 259514" name="connsiteY8"/>
                  <a:gd fmla="*/ 138348 w 141299" name="connsiteX9"/>
                  <a:gd fmla="*/ 32126 h 259514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259514" w="141299">
                    <a:moveTo>
                      <a:pt x="138730" y="32126"/>
                    </a:moveTo>
                    <a:cubicBezTo>
                      <a:pt x="119298" y="9361"/>
                      <a:pt x="90057" y="-2631"/>
                      <a:pt x="60244" y="-69"/>
                    </a:cubicBezTo>
                    <a:cubicBezTo>
                      <a:pt x="31955" y="3274"/>
                      <a:pt x="8618" y="23667"/>
                      <a:pt x="1474" y="51271"/>
                    </a:cubicBezTo>
                    <a:cubicBezTo>
                      <a:pt x="-5956" y="84418"/>
                      <a:pt x="5284" y="124708"/>
                      <a:pt x="14905" y="156046"/>
                    </a:cubicBezTo>
                    <a:cubicBezTo>
                      <a:pt x="25668" y="191231"/>
                      <a:pt x="41194" y="224816"/>
                      <a:pt x="60910" y="255868"/>
                    </a:cubicBezTo>
                    <a:cubicBezTo>
                      <a:pt x="65768" y="263392"/>
                      <a:pt x="77769" y="256439"/>
                      <a:pt x="73007" y="248819"/>
                    </a:cubicBezTo>
                    <a:cubicBezTo>
                      <a:pt x="39860" y="198013"/>
                      <a:pt x="19572" y="139882"/>
                      <a:pt x="13857" y="79464"/>
                    </a:cubicBezTo>
                    <a:cubicBezTo>
                      <a:pt x="11666" y="49366"/>
                      <a:pt x="24525" y="22314"/>
                      <a:pt x="55481" y="14599"/>
                    </a:cubicBezTo>
                    <a:cubicBezTo>
                      <a:pt x="82055" y="7742"/>
                      <a:pt x="111488" y="21553"/>
                      <a:pt x="128823" y="41651"/>
                    </a:cubicBezTo>
                    <a:cubicBezTo>
                      <a:pt x="134729" y="48413"/>
                      <a:pt x="144635" y="38507"/>
                      <a:pt x="138348" y="32126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ee053b4-0857-469a-96c3-0beddef471fd" id="152" name="任意多边形: 形状 151">
                <a:extLst>
                  <a:ext uri="{FF2B5EF4-FFF2-40B4-BE49-F238E27FC236}">
                    <a16:creationId id="{5E28850E-BAE0-D15A-7B2C-593D1288EE8B}"/>
                  </a:ext>
                </a:extLst>
              </p:cNvPr>
              <p:cNvSpPr/>
              <p:nvPr/>
            </p:nvSpPr>
            <p:spPr>
              <a:xfrm flipH="true" flipV="false">
                <a:off x="1449189" y="4618558"/>
                <a:ext cx="100317" cy="182667"/>
              </a:xfrm>
              <a:custGeom>
                <a:avLst/>
                <a:gdLst>
                  <a:gd fmla="*/ 117750 w 119753" name="connsiteX0"/>
                  <a:gd fmla="*/ 33946 h 218057" name="connsiteY0"/>
                  <a:gd fmla="*/ 53743 w 119753" name="connsiteX1"/>
                  <a:gd fmla="*/ -344 h 218057" name="connsiteY1"/>
                  <a:gd fmla="*/ 6118 w 119753" name="connsiteX2"/>
                  <a:gd fmla="*/ 40423 h 218057" name="connsiteY2"/>
                  <a:gd fmla="*/ 39264 w 119753" name="connsiteX3"/>
                  <a:gd fmla="*/ 214064 h 218057" name="connsiteY3"/>
                  <a:gd fmla="*/ 51266 w 119753" name="connsiteX4"/>
                  <a:gd fmla="*/ 207015 h 218057" name="connsiteY4"/>
                  <a:gd fmla="*/ 15738 w 119753" name="connsiteX5"/>
                  <a:gd fmla="*/ 57854 h 218057" name="connsiteY5"/>
                  <a:gd fmla="*/ 51552 w 119753" name="connsiteX6"/>
                  <a:gd fmla="*/ 13848 h 218057" name="connsiteY6"/>
                  <a:gd fmla="*/ 107464 w 119753" name="connsiteX7"/>
                  <a:gd fmla="*/ 43852 h 218057" name="connsiteY7"/>
                  <a:gd fmla="*/ 116989 w 119753" name="connsiteX8"/>
                  <a:gd fmla="*/ 34327 h 218057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218057" w="119753">
                    <a:moveTo>
                      <a:pt x="117750" y="33946"/>
                    </a:moveTo>
                    <a:cubicBezTo>
                      <a:pt x="102986" y="14896"/>
                      <a:pt x="78603" y="-1583"/>
                      <a:pt x="53743" y="-344"/>
                    </a:cubicBezTo>
                    <a:cubicBezTo>
                      <a:pt x="30310" y="799"/>
                      <a:pt x="14214" y="19563"/>
                      <a:pt x="6118" y="40423"/>
                    </a:cubicBezTo>
                    <a:cubicBezTo>
                      <a:pt x="-14743" y="97573"/>
                      <a:pt x="14975" y="162914"/>
                      <a:pt x="39264" y="214064"/>
                    </a:cubicBezTo>
                    <a:cubicBezTo>
                      <a:pt x="43075" y="222160"/>
                      <a:pt x="55076" y="215111"/>
                      <a:pt x="51266" y="207015"/>
                    </a:cubicBezTo>
                    <a:cubicBezTo>
                      <a:pt x="29930" y="161962"/>
                      <a:pt x="5832" y="109003"/>
                      <a:pt x="15738" y="57854"/>
                    </a:cubicBezTo>
                    <a:cubicBezTo>
                      <a:pt x="19452" y="38804"/>
                      <a:pt x="30215" y="16420"/>
                      <a:pt x="51552" y="13848"/>
                    </a:cubicBezTo>
                    <a:cubicBezTo>
                      <a:pt x="72888" y="11276"/>
                      <a:pt x="94699" y="27850"/>
                      <a:pt x="107464" y="43852"/>
                    </a:cubicBezTo>
                    <a:cubicBezTo>
                      <a:pt x="113083" y="50805"/>
                      <a:pt x="122894" y="40899"/>
                      <a:pt x="116989" y="34327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bc0c696-e810-4f84-87d3-0dce19d4c609" id="153" name="任意多边形: 形状 152">
                <a:extLst>
                  <a:ext uri="{FF2B5EF4-FFF2-40B4-BE49-F238E27FC236}">
                    <a16:creationId id="{104B350E-C155-5C81-CF9C-6FE8835013C0}"/>
                  </a:ext>
                </a:extLst>
              </p:cNvPr>
              <p:cNvSpPr/>
              <p:nvPr/>
            </p:nvSpPr>
            <p:spPr>
              <a:xfrm flipH="true" flipV="false">
                <a:off x="1536762" y="4654330"/>
                <a:ext cx="55828" cy="55304"/>
              </a:xfrm>
              <a:custGeom>
                <a:avLst/>
                <a:gdLst>
                  <a:gd fmla="*/ 2398 w 66644" name="connsiteX0"/>
                  <a:gd fmla="*/ 12580 h 66019" name="connsiteY0"/>
                  <a:gd fmla="*/ 52690 w 66644" name="connsiteX1"/>
                  <a:gd fmla="*/ 62205 h 66019" name="connsiteY1"/>
                  <a:gd fmla="*/ 62215 w 66644" name="connsiteX2"/>
                  <a:gd fmla="*/ 64681 h 66019" name="connsiteY2"/>
                  <a:gd fmla="*/ 64787 w 66644" name="connsiteX3"/>
                  <a:gd fmla="*/ 55156 h 66019" name="connsiteY3"/>
                  <a:gd fmla="*/ 9446 w 66644" name="connsiteX4"/>
                  <a:gd fmla="*/ 483 h 66019" name="connsiteY4"/>
                  <a:gd fmla="*/ -79 w 66644" name="connsiteX5"/>
                  <a:gd fmla="*/ 2959 h 66019" name="connsiteY5"/>
                  <a:gd fmla="*/ 2493 w 66644" name="connsiteX6"/>
                  <a:gd fmla="*/ 12484 h 66019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66019" w="66644">
                    <a:moveTo>
                      <a:pt x="2398" y="12580"/>
                    </a:moveTo>
                    <a:cubicBezTo>
                      <a:pt x="21734" y="26333"/>
                      <a:pt x="38689" y="43088"/>
                      <a:pt x="52690" y="62205"/>
                    </a:cubicBezTo>
                    <a:cubicBezTo>
                      <a:pt x="54690" y="65482"/>
                      <a:pt x="58882" y="66577"/>
                      <a:pt x="62215" y="64681"/>
                    </a:cubicBezTo>
                    <a:cubicBezTo>
                      <a:pt x="65549" y="62738"/>
                      <a:pt x="66692" y="58500"/>
                      <a:pt x="64787" y="55156"/>
                    </a:cubicBezTo>
                    <a:cubicBezTo>
                      <a:pt x="49451" y="34011"/>
                      <a:pt x="30782" y="15542"/>
                      <a:pt x="9446" y="483"/>
                    </a:cubicBezTo>
                    <a:cubicBezTo>
                      <a:pt x="6113" y="-1356"/>
                      <a:pt x="1921" y="-270"/>
                      <a:pt x="-79" y="2959"/>
                    </a:cubicBezTo>
                    <a:cubicBezTo>
                      <a:pt x="-1888" y="6322"/>
                      <a:pt x="-745" y="10475"/>
                      <a:pt x="2493" y="12484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69f2921-94ee-414d-aaa2-59786da9c4ac" id="154" name="任意多边形: 形状 153">
                <a:extLst>
                  <a:ext uri="{FF2B5EF4-FFF2-40B4-BE49-F238E27FC236}">
                    <a16:creationId id="{86D8C817-2269-2BA6-B3DE-FEE4250A7D33}"/>
                  </a:ext>
                </a:extLst>
              </p:cNvPr>
              <p:cNvSpPr/>
              <p:nvPr/>
            </p:nvSpPr>
            <p:spPr>
              <a:xfrm flipH="true" flipV="false">
                <a:off x="1622117" y="4644909"/>
                <a:ext cx="33882" cy="68954"/>
              </a:xfrm>
              <a:custGeom>
                <a:avLst/>
                <a:gdLst>
                  <a:gd fmla="*/ 2845 w 40446" name="connsiteX0"/>
                  <a:gd fmla="*/ 12491 h 82314" name="connsiteY0"/>
                  <a:gd fmla="*/ 23419 w 40446" name="connsiteX1"/>
                  <a:gd fmla="*/ 41066 h 82314" name="connsiteY1"/>
                  <a:gd fmla="*/ 20181 w 40446" name="connsiteX2"/>
                  <a:gd fmla="*/ 70594 h 82314" name="connsiteY2"/>
                  <a:gd fmla="*/ 20181 w 40446" name="connsiteX3"/>
                  <a:gd fmla="*/ 80119 h 82314" name="connsiteY3"/>
                  <a:gd fmla="*/ 29706 w 40446" name="connsiteX4"/>
                  <a:gd fmla="*/ 80119 h 82314" name="connsiteY4"/>
                  <a:gd fmla="*/ 36754 w 40446" name="connsiteX5"/>
                  <a:gd fmla="*/ 37923 h 82314" name="connsiteY5"/>
                  <a:gd fmla="*/ 9513 w 40446" name="connsiteX6"/>
                  <a:gd fmla="*/ 585 h 82314" name="connsiteY6"/>
                  <a:gd fmla="*/ 83 w 40446" name="connsiteX7"/>
                  <a:gd fmla="*/ 2890 h 82314" name="connsiteY7"/>
                  <a:gd fmla="*/ -12 w 40446" name="connsiteX8"/>
                  <a:gd fmla="*/ 3062 h 82314" name="connsiteY8"/>
                  <a:gd fmla="*/ 2465 w 40446" name="connsiteX9"/>
                  <a:gd fmla="*/ 12587 h 82314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82314" w="40446">
                    <a:moveTo>
                      <a:pt x="2845" y="12491"/>
                    </a:moveTo>
                    <a:cubicBezTo>
                      <a:pt x="12751" y="19387"/>
                      <a:pt x="19990" y="29475"/>
                      <a:pt x="23419" y="41066"/>
                    </a:cubicBezTo>
                    <a:cubicBezTo>
                      <a:pt x="25991" y="50591"/>
                      <a:pt x="29134" y="63260"/>
                      <a:pt x="20181" y="70594"/>
                    </a:cubicBezTo>
                    <a:cubicBezTo>
                      <a:pt x="17800" y="73309"/>
                      <a:pt x="17800" y="77404"/>
                      <a:pt x="20181" y="80119"/>
                    </a:cubicBezTo>
                    <a:cubicBezTo>
                      <a:pt x="22942" y="82500"/>
                      <a:pt x="26943" y="82500"/>
                      <a:pt x="29706" y="80119"/>
                    </a:cubicBezTo>
                    <a:cubicBezTo>
                      <a:pt x="42565" y="69546"/>
                      <a:pt x="40279" y="52306"/>
                      <a:pt x="36754" y="37923"/>
                    </a:cubicBezTo>
                    <a:cubicBezTo>
                      <a:pt x="32372" y="22664"/>
                      <a:pt x="22658" y="9443"/>
                      <a:pt x="9513" y="585"/>
                    </a:cubicBezTo>
                    <a:cubicBezTo>
                      <a:pt x="6274" y="-1377"/>
                      <a:pt x="2083" y="-349"/>
                      <a:pt x="83" y="2890"/>
                    </a:cubicBezTo>
                    <a:cubicBezTo>
                      <a:pt x="83" y="2947"/>
                      <a:pt x="-12" y="3005"/>
                      <a:pt x="-12" y="3062"/>
                    </a:cubicBezTo>
                    <a:cubicBezTo>
                      <a:pt x="-1918" y="6386"/>
                      <a:pt x="-775" y="10605"/>
                      <a:pt x="2465" y="12587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6d004a1-413e-4e0c-83fb-a225b13f17b9" id="155" name="任意多边形: 形状 154">
                <a:extLst>
                  <a:ext uri="{FF2B5EF4-FFF2-40B4-BE49-F238E27FC236}">
                    <a16:creationId id="{4AFB1965-75FE-5482-AC83-96DD60404D95}"/>
                  </a:ext>
                </a:extLst>
              </p:cNvPr>
              <p:cNvSpPr/>
              <p:nvPr/>
            </p:nvSpPr>
            <p:spPr>
              <a:xfrm flipH="true" flipV="false">
                <a:off x="1480795" y="4622917"/>
                <a:ext cx="63963" cy="79237"/>
              </a:xfrm>
              <a:custGeom>
                <a:avLst/>
                <a:gdLst>
                  <a:gd fmla="*/ 54361 w 76356" name="connsiteX0"/>
                  <a:gd fmla="*/ 10455 h 94588" name="connsiteY0"/>
                  <a:gd fmla="*/ 54361 w 76356" name="connsiteX1"/>
                  <a:gd fmla="*/ 62175 h 94588" name="connsiteY1"/>
                  <a:gd fmla="*/ 5308 w 76356" name="connsiteX2"/>
                  <a:gd fmla="*/ 80177 h 94588" name="connsiteY2"/>
                  <a:gd fmla="*/ -883 w 76356" name="connsiteX3"/>
                  <a:gd fmla="*/ 87997 h 94588" name="connsiteY3"/>
                  <a:gd fmla="*/ 5308 w 76356" name="connsiteX4"/>
                  <a:gd fmla="*/ 94179 h 94588" name="connsiteY4"/>
                  <a:gd fmla="*/ 66078 w 76356" name="connsiteX5"/>
                  <a:gd fmla="*/ 69700 h 94588" name="connsiteY5"/>
                  <a:gd fmla="*/ 66744 w 76356" name="connsiteX6"/>
                  <a:gd fmla="*/ 3025 h 94588" name="connsiteY6"/>
                  <a:gd fmla="*/ 57219 w 76356" name="connsiteX7"/>
                  <a:gd fmla="*/ 548 h 94588" name="connsiteY7"/>
                  <a:gd fmla="*/ 54742 w 76356" name="connsiteX8"/>
                  <a:gd fmla="*/ 10073 h 94588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94588" w="76356">
                    <a:moveTo>
                      <a:pt x="54361" y="10455"/>
                    </a:moveTo>
                    <a:cubicBezTo>
                      <a:pt x="61600" y="25694"/>
                      <a:pt x="65410" y="47982"/>
                      <a:pt x="54361" y="62175"/>
                    </a:cubicBezTo>
                    <a:cubicBezTo>
                      <a:pt x="43313" y="76367"/>
                      <a:pt x="22929" y="79796"/>
                      <a:pt x="5308" y="80177"/>
                    </a:cubicBezTo>
                    <a:cubicBezTo>
                      <a:pt x="1403" y="80625"/>
                      <a:pt x="-1360" y="84130"/>
                      <a:pt x="-883" y="87997"/>
                    </a:cubicBezTo>
                    <a:cubicBezTo>
                      <a:pt x="-503" y="91236"/>
                      <a:pt x="2069" y="93798"/>
                      <a:pt x="5308" y="94179"/>
                    </a:cubicBezTo>
                    <a:cubicBezTo>
                      <a:pt x="27787" y="93703"/>
                      <a:pt x="51790" y="88559"/>
                      <a:pt x="66078" y="69700"/>
                    </a:cubicBezTo>
                    <a:cubicBezTo>
                      <a:pt x="80365" y="50840"/>
                      <a:pt x="76364" y="23504"/>
                      <a:pt x="66744" y="3025"/>
                    </a:cubicBezTo>
                    <a:cubicBezTo>
                      <a:pt x="64839" y="-290"/>
                      <a:pt x="60552" y="-1395"/>
                      <a:pt x="57219" y="548"/>
                    </a:cubicBezTo>
                    <a:cubicBezTo>
                      <a:pt x="53885" y="2491"/>
                      <a:pt x="52838" y="6759"/>
                      <a:pt x="54742" y="10073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159b535-f381-400a-8f03-7e2f0f7e0ef6" id="156" name="任意多边形: 形状 155">
                <a:extLst>
                  <a:ext uri="{FF2B5EF4-FFF2-40B4-BE49-F238E27FC236}">
                    <a16:creationId id="{3D78A695-C28A-5446-F0D6-6CBD9C80474E}"/>
                  </a:ext>
                </a:extLst>
              </p:cNvPr>
              <p:cNvSpPr/>
              <p:nvPr/>
            </p:nvSpPr>
            <p:spPr>
              <a:xfrm flipH="true" flipV="false">
                <a:off x="1378756" y="4604814"/>
                <a:ext cx="71844" cy="98784"/>
              </a:xfrm>
              <a:custGeom>
                <a:avLst/>
                <a:gdLst>
                  <a:gd fmla="*/ 66167 w 85764" name="connsiteX0"/>
                  <a:gd fmla="*/ 8253 h 117923" name="connsiteY0"/>
                  <a:gd fmla="*/ 70548 w 85764" name="connsiteX1"/>
                  <a:gd fmla="*/ 46353 h 117923" name="connsiteY1"/>
                  <a:gd fmla="*/ 63881 w 85764" name="connsiteX2"/>
                  <a:gd fmla="*/ 79214 h 117923" name="connsiteY2"/>
                  <a:gd fmla="*/ 5779 w 85764" name="connsiteX3"/>
                  <a:gd fmla="*/ 103312 h 117923" name="connsiteY3"/>
                  <a:gd fmla="*/ 5779 w 85764" name="connsiteX4"/>
                  <a:gd fmla="*/ 117314 h 117923" name="connsiteY4"/>
                  <a:gd fmla="*/ 75121 w 85764" name="connsiteX5"/>
                  <a:gd fmla="*/ 87596 h 117923" name="connsiteY5"/>
                  <a:gd fmla="*/ 79598 w 85764" name="connsiteX6"/>
                  <a:gd fmla="*/ 4633 h 117923" name="connsiteY6"/>
                  <a:gd fmla="*/ 66167 w 85764" name="connsiteX7"/>
                  <a:gd fmla="*/ 8348 h 117923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17923" w="85764">
                    <a:moveTo>
                      <a:pt x="66167" y="8253"/>
                    </a:moveTo>
                    <a:cubicBezTo>
                      <a:pt x="68739" y="20807"/>
                      <a:pt x="70168" y="33551"/>
                      <a:pt x="70548" y="46353"/>
                    </a:cubicBezTo>
                    <a:cubicBezTo>
                      <a:pt x="71406" y="57706"/>
                      <a:pt x="69120" y="69080"/>
                      <a:pt x="63881" y="79214"/>
                    </a:cubicBezTo>
                    <a:cubicBezTo>
                      <a:pt x="52070" y="99217"/>
                      <a:pt x="27401" y="104646"/>
                      <a:pt x="5779" y="103312"/>
                    </a:cubicBezTo>
                    <a:cubicBezTo>
                      <a:pt x="-3175" y="102741"/>
                      <a:pt x="-3175" y="116742"/>
                      <a:pt x="5779" y="117314"/>
                    </a:cubicBezTo>
                    <a:cubicBezTo>
                      <a:pt x="32068" y="118933"/>
                      <a:pt x="60261" y="110837"/>
                      <a:pt x="75121" y="87596"/>
                    </a:cubicBezTo>
                    <a:cubicBezTo>
                      <a:pt x="89979" y="64355"/>
                      <a:pt x="84646" y="30446"/>
                      <a:pt x="79598" y="4633"/>
                    </a:cubicBezTo>
                    <a:cubicBezTo>
                      <a:pt x="77882" y="-4225"/>
                      <a:pt x="64358" y="-415"/>
                      <a:pt x="66167" y="8348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44a15d1-b8ee-4890-9208-a3e1f978a08c" id="157" name="任意多边形: 形状 156">
                <a:extLst>
                  <a:ext uri="{FF2B5EF4-FFF2-40B4-BE49-F238E27FC236}">
                    <a16:creationId id="{12F78B3F-BA29-D3F3-2ED4-E725A82C601B}"/>
                  </a:ext>
                </a:extLst>
              </p:cNvPr>
              <p:cNvSpPr/>
              <p:nvPr/>
            </p:nvSpPr>
            <p:spPr>
              <a:xfrm flipH="true" flipV="false">
                <a:off x="1280370" y="4596066"/>
                <a:ext cx="54155" cy="106974"/>
              </a:xfrm>
              <a:custGeom>
                <a:avLst/>
                <a:gdLst>
                  <a:gd fmla="*/ 23996 w 64648" name="connsiteX0"/>
                  <a:gd fmla="*/ 11265 h 127700" name="connsiteY0"/>
                  <a:gd fmla="*/ 49333 w 64648" name="connsiteX1"/>
                  <a:gd fmla="*/ 73368 h 127700" name="connsiteY1"/>
                  <a:gd fmla="*/ 5994 w 64648" name="connsiteX2"/>
                  <a:gd fmla="*/ 113373 h 127700" name="connsiteY2"/>
                  <a:gd fmla="*/ 5994 w 64648" name="connsiteX3"/>
                  <a:gd fmla="*/ 127279 h 127700" name="connsiteY3"/>
                  <a:gd fmla="*/ 62382 w 64648" name="connsiteX4"/>
                  <a:gd fmla="*/ 78607 h 127700" name="connsiteY4"/>
                  <a:gd fmla="*/ 33807 w 64648" name="connsiteX5"/>
                  <a:gd fmla="*/ 1359 h 127700" name="connsiteY5"/>
                  <a:gd fmla="*/ 24282 w 64648" name="connsiteX6"/>
                  <a:gd fmla="*/ 10884 h 127700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27700" w="64648">
                    <a:moveTo>
                      <a:pt x="23996" y="11265"/>
                    </a:moveTo>
                    <a:cubicBezTo>
                      <a:pt x="42856" y="26009"/>
                      <a:pt x="52476" y="49641"/>
                      <a:pt x="49333" y="73368"/>
                    </a:cubicBezTo>
                    <a:cubicBezTo>
                      <a:pt x="45332" y="94837"/>
                      <a:pt x="27711" y="111125"/>
                      <a:pt x="5994" y="113373"/>
                    </a:cubicBezTo>
                    <a:cubicBezTo>
                      <a:pt x="-2959" y="113373"/>
                      <a:pt x="-3531" y="127755"/>
                      <a:pt x="5994" y="127279"/>
                    </a:cubicBezTo>
                    <a:cubicBezTo>
                      <a:pt x="33426" y="125193"/>
                      <a:pt x="56286" y="105448"/>
                      <a:pt x="62382" y="78607"/>
                    </a:cubicBezTo>
                    <a:cubicBezTo>
                      <a:pt x="67716" y="49574"/>
                      <a:pt x="56763" y="19952"/>
                      <a:pt x="33807" y="1359"/>
                    </a:cubicBezTo>
                    <a:cubicBezTo>
                      <a:pt x="27045" y="-4452"/>
                      <a:pt x="17139" y="5455"/>
                      <a:pt x="24282" y="10884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1e0f719-a0d4-4cd3-8e21-549a67f44e59" id="158" name="任意多边形: 形状 157">
                <a:extLst>
                  <a:ext uri="{FF2B5EF4-FFF2-40B4-BE49-F238E27FC236}">
                    <a16:creationId id="{C5D2B44C-EE3A-8A56-42BD-65340B4A0311}"/>
                  </a:ext>
                </a:extLst>
              </p:cNvPr>
              <p:cNvSpPr/>
              <p:nvPr/>
            </p:nvSpPr>
            <p:spPr>
              <a:xfrm flipH="true" flipV="false">
                <a:off x="1298751" y="4466119"/>
                <a:ext cx="55092" cy="120926"/>
              </a:xfrm>
              <a:custGeom>
                <a:avLst/>
                <a:gdLst>
                  <a:gd fmla="*/ 55248 w 65766" name="connsiteX0"/>
                  <a:gd fmla="*/ 177 h 144355" name="connsiteY0"/>
                  <a:gd fmla="*/ 384 w 65766" name="connsiteX1"/>
                  <a:gd fmla="*/ 137338 h 144355" name="connsiteY1"/>
                  <a:gd fmla="*/ 14386 w 65766" name="connsiteX2"/>
                  <a:gd fmla="*/ 137338 h 144355" name="connsiteY2"/>
                  <a:gd fmla="*/ 62011 w 65766" name="connsiteX3"/>
                  <a:gd fmla="*/ 12274 h 144355" name="connsiteY3"/>
                  <a:gd fmla="*/ 63439 w 65766" name="connsiteX4"/>
                  <a:gd fmla="*/ 2406 h 144355" name="connsiteY4"/>
                  <a:gd fmla="*/ 54962 w 65766" name="connsiteX5"/>
                  <a:gd fmla="*/ 177 h 144355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44355" w="65766">
                    <a:moveTo>
                      <a:pt x="55248" y="177"/>
                    </a:moveTo>
                    <a:cubicBezTo>
                      <a:pt x="7623" y="27895"/>
                      <a:pt x="-5522" y="85902"/>
                      <a:pt x="384" y="137338"/>
                    </a:cubicBezTo>
                    <a:cubicBezTo>
                      <a:pt x="1431" y="146100"/>
                      <a:pt x="15434" y="146196"/>
                      <a:pt x="14386" y="137338"/>
                    </a:cubicBezTo>
                    <a:cubicBezTo>
                      <a:pt x="9052" y="90951"/>
                      <a:pt x="18672" y="37515"/>
                      <a:pt x="62011" y="12274"/>
                    </a:cubicBezTo>
                    <a:cubicBezTo>
                      <a:pt x="65154" y="9931"/>
                      <a:pt x="65725" y="5511"/>
                      <a:pt x="63439" y="2406"/>
                    </a:cubicBezTo>
                    <a:cubicBezTo>
                      <a:pt x="61439" y="-204"/>
                      <a:pt x="57915" y="-1127"/>
                      <a:pt x="54962" y="177"/>
                    </a:cubicBezTo>
                    <a:close/>
                  </a:path>
                </a:pathLst>
              </a:custGeom>
              <a:solidFill>
                <a:srgbClr val="892E0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de44cc0-29af-4f45-b907-7d7ff8e63fed" id="159" name="任意多边形: 形状 158">
                <a:extLst>
                  <a:ext uri="{FF2B5EF4-FFF2-40B4-BE49-F238E27FC236}">
                    <a16:creationId id="{C468DACE-11F0-7485-E161-6DC4E1C0D1A0}"/>
                  </a:ext>
                </a:extLst>
              </p:cNvPr>
              <p:cNvSpPr/>
              <p:nvPr/>
            </p:nvSpPr>
            <p:spPr>
              <a:xfrm flipH="true" flipV="false">
                <a:off x="707166" y="2359725"/>
                <a:ext cx="2701244" cy="2338928"/>
              </a:xfrm>
              <a:custGeom>
                <a:avLst/>
                <a:gdLst>
                  <a:gd fmla="*/ 19280 w 3224598" name="connsiteX0"/>
                  <a:gd fmla="*/ 41320 h 2792086" name="connsiteY0"/>
                  <a:gd fmla="*/ 486005 w 3224598" name="connsiteX1"/>
                  <a:gd fmla="*/ 282207 h 2792086" name="connsiteY1"/>
                  <a:gd fmla="*/ 529153 w 3224598" name="connsiteX2"/>
                  <a:gd fmla="*/ 616916 h 2792086" name="connsiteY2"/>
                  <a:gd fmla="*/ 520581 w 3224598" name="connsiteX3"/>
                  <a:gd fmla="*/ 1010013 h 2792086" name="connsiteY3"/>
                  <a:gd fmla="*/ 554204 w 3224598" name="connsiteX4"/>
                  <a:gd fmla="*/ 1387488 h 2792086" name="connsiteY4"/>
                  <a:gd fmla="*/ 624022 w 3224598" name="connsiteX5"/>
                  <a:gd fmla="*/ 1689336 h 2792086" name="connsiteY5"/>
                  <a:gd fmla="*/ 758896 w 3224598" name="connsiteX6"/>
                  <a:gd fmla="*/ 1961084 h 2792086" name="connsiteY6"/>
                  <a:gd fmla="*/ 993021 w 3224598" name="connsiteX7"/>
                  <a:gd fmla="*/ 2170634 h 2792086" name="connsiteY7"/>
                  <a:gd fmla="*/ 1278104 w 3224598" name="connsiteX8"/>
                  <a:gd fmla="*/ 2151584 h 2792086" name="connsiteY8"/>
                  <a:gd fmla="*/ 1345731 w 3224598" name="connsiteX9"/>
                  <a:gd fmla="*/ 2035474 h 2792086" name="connsiteY9"/>
                  <a:gd fmla="*/ 1312394 w 3224598" name="connsiteX10"/>
                  <a:gd fmla="*/ 1915935 h 2792086" name="connsiteY10"/>
                  <a:gd fmla="*/ 1202856 w 3224598" name="connsiteX11"/>
                  <a:gd fmla="*/ 1857928 h 2792086" name="connsiteY11"/>
                  <a:gd fmla="*/ 1088556 w 3224598" name="connsiteX12"/>
                  <a:gd fmla="*/ 1915078 h 2792086" name="connsiteY12"/>
                  <a:gd fmla="*/ 1017214 w 3224598" name="connsiteX13"/>
                  <a:gd fmla="*/ 2185874 h 2792086" name="connsiteY13"/>
                  <a:gd fmla="*/ 1311918 w 3224598" name="connsiteX14"/>
                  <a:gd fmla="*/ 2677364 h 2792086" name="connsiteY14"/>
                  <a:gd fmla="*/ 1936377 w 3224598" name="connsiteX15"/>
                  <a:gd fmla="*/ 2762613 h 2792086" name="connsiteY15"/>
                  <a:gd fmla="*/ 2240224 w 3224598" name="connsiteX16"/>
                  <a:gd fmla="*/ 2626405 h 2792086" name="connsiteY16"/>
                  <a:gd fmla="*/ 2550168 w 3224598" name="connsiteX17"/>
                  <a:gd fmla="*/ 2493055 h 2792086" name="connsiteY17"/>
                  <a:gd fmla="*/ 2905259 w 3224598" name="connsiteX18"/>
                  <a:gd fmla="*/ 2433238 h 2792086" name="connsiteY18"/>
                  <a:gd fmla="*/ 3146147 w 3224598" name="connsiteX19"/>
                  <a:gd fmla="*/ 2259311 h 2792086" name="connsiteY19"/>
                  <a:gd fmla="*/ 3221681 w 3224598" name="connsiteX20"/>
                  <a:gd fmla="*/ 2135486 h 2792086" name="connsiteY20"/>
                  <a:gd fmla="*/ 3185581 w 3224598" name="connsiteX21"/>
                  <a:gd fmla="*/ 2114341 h 2792086" name="connsiteY21"/>
                  <a:gd fmla="*/ 2882971 w 3224598" name="connsiteX22"/>
                  <a:gd fmla="*/ 2396948 h 2792086" name="connsiteY22"/>
                  <a:gd fmla="*/ 2717427 w 3224598" name="connsiteX23"/>
                  <a:gd fmla="*/ 2429618 h 2792086" name="connsiteY23"/>
                  <a:gd fmla="*/ 2539024 w 3224598" name="connsiteX24"/>
                  <a:gd fmla="*/ 2452669 h 2792086" name="connsiteY24"/>
                  <a:gd fmla="*/ 2386624 w 3224598" name="connsiteX25"/>
                  <a:gd fmla="*/ 2504199 h 2792086" name="connsiteY25"/>
                  <a:gd fmla="*/ 2099826 w 3224598" name="connsiteX26"/>
                  <a:gd fmla="*/ 2654599 h 2792086" name="connsiteY26"/>
                  <a:gd fmla="*/ 1494131 w 3224598" name="connsiteX27"/>
                  <a:gd fmla="*/ 2717083 h 2792086" name="connsiteY27"/>
                  <a:gd fmla="*/ 1090081 w 3224598" name="connsiteX28"/>
                  <a:gd fmla="*/ 2331702 h 2792086" name="connsiteY28"/>
                  <a:gd fmla="*/ 1066173 w 3224598" name="connsiteX29"/>
                  <a:gd fmla="*/ 2057763 h 2792086" name="connsiteY29"/>
                  <a:gd fmla="*/ 1222954 w 3224598" name="connsiteX30"/>
                  <a:gd fmla="*/ 1902505 h 2792086" name="connsiteY30"/>
                  <a:gd fmla="*/ 1297915 w 3224598" name="connsiteX31"/>
                  <a:gd fmla="*/ 1978705 h 2792086" name="connsiteY31"/>
                  <a:gd fmla="*/ 1279819 w 3224598" name="connsiteX32"/>
                  <a:gd fmla="*/ 2091386 h 2792086" name="connsiteY32"/>
                  <a:gd fmla="*/ 1028359 w 3224598" name="connsiteX33"/>
                  <a:gd fmla="*/ 2141202 h 2792086" name="connsiteY33"/>
                  <a:gd fmla="*/ 800616 w 3224598" name="connsiteX34"/>
                  <a:gd fmla="*/ 1948701 h 2792086" name="connsiteY34"/>
                  <a:gd fmla="*/ 668313 w 3224598" name="connsiteX35"/>
                  <a:gd fmla="*/ 1690764 h 2792086" name="connsiteY35"/>
                  <a:gd fmla="*/ 563538 w 3224598" name="connsiteX36"/>
                  <a:gd fmla="*/ 1048684 h 2792086" name="connsiteY36"/>
                  <a:gd fmla="*/ 566967 w 3224598" name="connsiteX37"/>
                  <a:gd fmla="*/ 671494 h 2792086" name="connsiteY37"/>
                  <a:gd fmla="*/ 549727 w 3224598" name="connsiteX38"/>
                  <a:gd fmla="*/ 324213 h 2792086" name="connsiteY38"/>
                  <a:gd fmla="*/ 148344 w 3224598" name="connsiteX39"/>
                  <a:gd fmla="*/ 15507 h 2792086" name="connsiteY39"/>
                  <a:gd fmla="*/ 19280 w 3224598" name="connsiteX40"/>
                  <a:gd fmla="*/ -400 h 2792086" name="connsiteY40"/>
                  <a:gd fmla="*/ 19280 w 3224598" name="connsiteX41"/>
                  <a:gd fmla="*/ 41510 h 2792086" name="connsiteY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b="b" l="l" r="r" t="t"/>
                <a:pathLst>
                  <a:path h="2792086" w="3224598">
                    <a:moveTo>
                      <a:pt x="19280" y="41320"/>
                    </a:moveTo>
                    <a:cubicBezTo>
                      <a:pt x="196350" y="46559"/>
                      <a:pt x="395613" y="120187"/>
                      <a:pt x="486005" y="282207"/>
                    </a:cubicBezTo>
                    <a:cubicBezTo>
                      <a:pt x="543155" y="384505"/>
                      <a:pt x="537060" y="503949"/>
                      <a:pt x="529153" y="616916"/>
                    </a:cubicBezTo>
                    <a:cubicBezTo>
                      <a:pt x="519533" y="747713"/>
                      <a:pt x="516580" y="878920"/>
                      <a:pt x="520581" y="1010013"/>
                    </a:cubicBezTo>
                    <a:cubicBezTo>
                      <a:pt x="524677" y="1136371"/>
                      <a:pt x="535821" y="1262397"/>
                      <a:pt x="554204" y="1387488"/>
                    </a:cubicBezTo>
                    <a:cubicBezTo>
                      <a:pt x="568491" y="1489977"/>
                      <a:pt x="591828" y="1590990"/>
                      <a:pt x="624022" y="1689336"/>
                    </a:cubicBezTo>
                    <a:cubicBezTo>
                      <a:pt x="655264" y="1786119"/>
                      <a:pt x="700698" y="1877711"/>
                      <a:pt x="758896" y="1961084"/>
                    </a:cubicBezTo>
                    <a:cubicBezTo>
                      <a:pt x="819570" y="2045475"/>
                      <a:pt x="897961" y="2125295"/>
                      <a:pt x="993021" y="2170634"/>
                    </a:cubicBezTo>
                    <a:cubicBezTo>
                      <a:pt x="1085318" y="2214068"/>
                      <a:pt x="1195046" y="2218259"/>
                      <a:pt x="1278104" y="2151584"/>
                    </a:cubicBezTo>
                    <a:cubicBezTo>
                      <a:pt x="1315156" y="2123342"/>
                      <a:pt x="1339446" y="2081594"/>
                      <a:pt x="1345731" y="2035474"/>
                    </a:cubicBezTo>
                    <a:cubicBezTo>
                      <a:pt x="1349923" y="1992859"/>
                      <a:pt x="1338017" y="1950216"/>
                      <a:pt x="1312394" y="1915935"/>
                    </a:cubicBezTo>
                    <a:cubicBezTo>
                      <a:pt x="1287248" y="1880254"/>
                      <a:pt x="1246481" y="1858709"/>
                      <a:pt x="1202856" y="1857928"/>
                    </a:cubicBezTo>
                    <a:cubicBezTo>
                      <a:pt x="1158280" y="1859604"/>
                      <a:pt x="1116656" y="1880436"/>
                      <a:pt x="1088556" y="1915078"/>
                    </a:cubicBezTo>
                    <a:cubicBezTo>
                      <a:pt x="1025216" y="1988706"/>
                      <a:pt x="1010642" y="2091957"/>
                      <a:pt x="1017214" y="2185874"/>
                    </a:cubicBezTo>
                    <a:cubicBezTo>
                      <a:pt x="1031215" y="2383899"/>
                      <a:pt x="1146374" y="2569541"/>
                      <a:pt x="1311918" y="2677364"/>
                    </a:cubicBezTo>
                    <a:cubicBezTo>
                      <a:pt x="1494227" y="2796236"/>
                      <a:pt x="1728828" y="2818238"/>
                      <a:pt x="1936377" y="2762613"/>
                    </a:cubicBezTo>
                    <a:cubicBezTo>
                      <a:pt x="2044580" y="2734038"/>
                      <a:pt x="2142879" y="2680316"/>
                      <a:pt x="2240224" y="2626405"/>
                    </a:cubicBezTo>
                    <a:cubicBezTo>
                      <a:pt x="2337570" y="2572493"/>
                      <a:pt x="2438916" y="2516391"/>
                      <a:pt x="2550168" y="2493055"/>
                    </a:cubicBezTo>
                    <a:cubicBezTo>
                      <a:pt x="2667897" y="2467814"/>
                      <a:pt x="2791150" y="2476100"/>
                      <a:pt x="2905259" y="2433238"/>
                    </a:cubicBezTo>
                    <a:cubicBezTo>
                      <a:pt x="2999652" y="2397824"/>
                      <a:pt x="3082805" y="2337769"/>
                      <a:pt x="3146147" y="2259311"/>
                    </a:cubicBezTo>
                    <a:cubicBezTo>
                      <a:pt x="3176722" y="2221593"/>
                      <a:pt x="3202154" y="2179949"/>
                      <a:pt x="3221681" y="2135486"/>
                    </a:cubicBezTo>
                    <a:cubicBezTo>
                      <a:pt x="3232444" y="2111007"/>
                      <a:pt x="3196344" y="2089671"/>
                      <a:pt x="3185581" y="2114341"/>
                    </a:cubicBezTo>
                    <a:cubicBezTo>
                      <a:pt x="3128049" y="2246262"/>
                      <a:pt x="3018512" y="2348532"/>
                      <a:pt x="2882971" y="2396948"/>
                    </a:cubicBezTo>
                    <a:cubicBezTo>
                      <a:pt x="2829250" y="2414245"/>
                      <a:pt x="2773720" y="2425208"/>
                      <a:pt x="2717427" y="2429618"/>
                    </a:cubicBezTo>
                    <a:cubicBezTo>
                      <a:pt x="2657800" y="2435810"/>
                      <a:pt x="2597793" y="2440096"/>
                      <a:pt x="2539024" y="2452669"/>
                    </a:cubicBezTo>
                    <a:cubicBezTo>
                      <a:pt x="2486541" y="2464518"/>
                      <a:pt x="2435487" y="2481787"/>
                      <a:pt x="2386624" y="2504199"/>
                    </a:cubicBezTo>
                    <a:cubicBezTo>
                      <a:pt x="2287754" y="2548014"/>
                      <a:pt x="2196124" y="2606307"/>
                      <a:pt x="2099826" y="2654599"/>
                    </a:cubicBezTo>
                    <a:cubicBezTo>
                      <a:pt x="1912278" y="2748230"/>
                      <a:pt x="1696823" y="2780329"/>
                      <a:pt x="1494131" y="2717083"/>
                    </a:cubicBezTo>
                    <a:cubicBezTo>
                      <a:pt x="1306393" y="2659171"/>
                      <a:pt x="1156756" y="2516467"/>
                      <a:pt x="1090081" y="2331702"/>
                    </a:cubicBezTo>
                    <a:cubicBezTo>
                      <a:pt x="1059790" y="2245977"/>
                      <a:pt x="1046932" y="2147964"/>
                      <a:pt x="1066173" y="2057763"/>
                    </a:cubicBezTo>
                    <a:cubicBezTo>
                      <a:pt x="1080937" y="1988516"/>
                      <a:pt x="1134943" y="1881169"/>
                      <a:pt x="1222954" y="1902505"/>
                    </a:cubicBezTo>
                    <a:cubicBezTo>
                      <a:pt x="1259626" y="1911458"/>
                      <a:pt x="1286581" y="1943558"/>
                      <a:pt x="1297915" y="1978705"/>
                    </a:cubicBezTo>
                    <a:cubicBezTo>
                      <a:pt x="1310966" y="2016948"/>
                      <a:pt x="1304107" y="2059143"/>
                      <a:pt x="1279819" y="2091386"/>
                    </a:cubicBezTo>
                    <a:cubicBezTo>
                      <a:pt x="1222097" y="2170062"/>
                      <a:pt x="1111893" y="2175111"/>
                      <a:pt x="1028359" y="2141202"/>
                    </a:cubicBezTo>
                    <a:cubicBezTo>
                      <a:pt x="936347" y="2103863"/>
                      <a:pt x="858718" y="2027568"/>
                      <a:pt x="800616" y="1948701"/>
                    </a:cubicBezTo>
                    <a:cubicBezTo>
                      <a:pt x="743847" y="1869834"/>
                      <a:pt x="699269" y="1782890"/>
                      <a:pt x="668313" y="1690764"/>
                    </a:cubicBezTo>
                    <a:cubicBezTo>
                      <a:pt x="596971" y="1485786"/>
                      <a:pt x="573540" y="1264425"/>
                      <a:pt x="563538" y="1048684"/>
                    </a:cubicBezTo>
                    <a:cubicBezTo>
                      <a:pt x="557919" y="922982"/>
                      <a:pt x="559062" y="797071"/>
                      <a:pt x="566967" y="671494"/>
                    </a:cubicBezTo>
                    <a:cubicBezTo>
                      <a:pt x="574301" y="556241"/>
                      <a:pt x="589161" y="435655"/>
                      <a:pt x="549727" y="324213"/>
                    </a:cubicBezTo>
                    <a:cubicBezTo>
                      <a:pt x="489243" y="152763"/>
                      <a:pt x="319222" y="50750"/>
                      <a:pt x="148344" y="15507"/>
                    </a:cubicBezTo>
                    <a:cubicBezTo>
                      <a:pt x="105853" y="6525"/>
                      <a:pt x="62676" y="1201"/>
                      <a:pt x="19280" y="-400"/>
                    </a:cubicBezTo>
                    <a:cubicBezTo>
                      <a:pt x="-7676" y="-1162"/>
                      <a:pt x="-7676" y="40748"/>
                      <a:pt x="19280" y="41510"/>
                    </a:cubicBezTo>
                    <a:close/>
                  </a:path>
                </a:pathLst>
              </a:custGeom>
              <a:solidFill>
                <a:srgbClr val="0101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f6cc924-60dd-4444-bea8-f5781fa4084d" id="160" name="任意多边形: 形状 159">
                <a:extLst>
                  <a:ext uri="{FF2B5EF4-FFF2-40B4-BE49-F238E27FC236}">
                    <a16:creationId id="{EAC2104C-D6C3-2BA6-E3F5-0C7DC8A4E27F}"/>
                  </a:ext>
                </a:extLst>
              </p:cNvPr>
              <p:cNvSpPr/>
              <p:nvPr/>
            </p:nvSpPr>
            <p:spPr>
              <a:xfrm flipH="true" flipV="false">
                <a:off x="3299399" y="2357184"/>
                <a:ext cx="115768" cy="112815"/>
              </a:xfrm>
              <a:custGeom>
                <a:avLst/>
                <a:gdLst>
                  <a:gd fmla="*/ 7250 w 138198" name="connsiteX0"/>
                  <a:gd fmla="*/ 47305 h 134673" name="connsiteY0"/>
                  <a:gd fmla="*/ 89546 w 138198" name="connsiteX1"/>
                  <a:gd fmla="*/ 126077 h 134673" name="connsiteY1"/>
                  <a:gd fmla="*/ 129075 w 138198" name="connsiteX2"/>
                  <a:gd fmla="*/ 126077 h 134673" name="connsiteY2"/>
                  <a:gd fmla="*/ 129075 w 138198" name="connsiteX3"/>
                  <a:gd fmla="*/ 86548 h 134673" name="connsiteY3"/>
                  <a:gd fmla="*/ 46779 w 138198" name="connsiteX4"/>
                  <a:gd fmla="*/ 7777 h 134673" name="connsiteY4"/>
                  <a:gd fmla="*/ 7250 w 138198" name="connsiteX5"/>
                  <a:gd fmla="*/ 7777 h 134673" name="connsiteY5"/>
                  <a:gd fmla="*/ 7250 w 138198" name="connsiteX6"/>
                  <a:gd fmla="*/ 47305 h 134673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34673" w="138198">
                    <a:moveTo>
                      <a:pt x="7250" y="47305"/>
                    </a:moveTo>
                    <a:lnTo>
                      <a:pt x="89546" y="126077"/>
                    </a:lnTo>
                    <a:cubicBezTo>
                      <a:pt x="100461" y="136993"/>
                      <a:pt x="118159" y="136993"/>
                      <a:pt x="129075" y="126077"/>
                    </a:cubicBezTo>
                    <a:cubicBezTo>
                      <a:pt x="139990" y="115162"/>
                      <a:pt x="139990" y="97464"/>
                      <a:pt x="129075" y="86548"/>
                    </a:cubicBezTo>
                    <a:lnTo>
                      <a:pt x="46779" y="7777"/>
                    </a:lnTo>
                    <a:cubicBezTo>
                      <a:pt x="35863" y="-3139"/>
                      <a:pt x="18166" y="-3139"/>
                      <a:pt x="7250" y="7777"/>
                    </a:cubicBezTo>
                    <a:cubicBezTo>
                      <a:pt x="-3666" y="18692"/>
                      <a:pt x="-3666" y="36390"/>
                      <a:pt x="7250" y="47305"/>
                    </a:cubicBezTo>
                    <a:close/>
                  </a:path>
                </a:pathLst>
              </a:custGeom>
              <a:solidFill>
                <a:srgbClr val="0101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a61258b-c6fb-4d6b-b2f9-3e6f7fb684bb" id="161" name="任意多边形: 形状 160">
                <a:extLst>
                  <a:ext uri="{FF2B5EF4-FFF2-40B4-BE49-F238E27FC236}">
                    <a16:creationId id="{7B1667ED-21AF-6ED4-C6B8-41DC761B38F1}"/>
                  </a:ext>
                </a:extLst>
              </p:cNvPr>
              <p:cNvSpPr/>
              <p:nvPr/>
            </p:nvSpPr>
            <p:spPr>
              <a:xfrm flipH="true" flipV="false">
                <a:off x="3278460" y="2300685"/>
                <a:ext cx="132259" cy="102561"/>
              </a:xfrm>
              <a:custGeom>
                <a:avLst/>
                <a:gdLst>
                  <a:gd fmla="*/ 46612 w 157884" name="connsiteX0"/>
                  <a:gd fmla="*/ 113609 h 122431" name="connsiteY0"/>
                  <a:gd fmla="*/ 58328 w 157884" name="connsiteX1"/>
                  <a:gd fmla="*/ 104084 h 122431" name="connsiteY1"/>
                  <a:gd fmla="*/ 63947 w 157884" name="connsiteX2"/>
                  <a:gd fmla="*/ 99607 h 122431" name="connsiteY2"/>
                  <a:gd fmla="*/ 64709 w 157884" name="connsiteX3"/>
                  <a:gd fmla="*/ 99036 h 122431" name="connsiteY3"/>
                  <a:gd fmla="*/ 65471 w 157884" name="connsiteX4"/>
                  <a:gd fmla="*/ 98464 h 122431" name="connsiteY4"/>
                  <a:gd fmla="*/ 90522 w 157884" name="connsiteX5"/>
                  <a:gd fmla="*/ 80843 h 122431" name="connsiteY5"/>
                  <a:gd fmla="*/ 143195 w 157884" name="connsiteX6"/>
                  <a:gd fmla="*/ 51315 h 122431" name="connsiteY6"/>
                  <a:gd fmla="*/ 153196 w 157884" name="connsiteX7"/>
                  <a:gd fmla="*/ 13215 h 122431" name="connsiteY7"/>
                  <a:gd fmla="*/ 115096 w 157884" name="connsiteX8"/>
                  <a:gd fmla="*/ 3119 h 122431" name="connsiteY8"/>
                  <a:gd fmla="*/ 7178 w 157884" name="connsiteX9"/>
                  <a:gd fmla="*/ 74652 h 122431" name="connsiteY9"/>
                  <a:gd fmla="*/ 7178 w 157884" name="connsiteX10"/>
                  <a:gd fmla="*/ 114085 h 122431" name="connsiteY10"/>
                  <a:gd fmla="*/ 46707 w 157884" name="connsiteX11"/>
                  <a:gd fmla="*/ 114085 h 122431" name="connsiteY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b="b" l="l" r="r" t="t"/>
                <a:pathLst>
                  <a:path h="122431" w="157884">
                    <a:moveTo>
                      <a:pt x="46612" y="113609"/>
                    </a:moveTo>
                    <a:cubicBezTo>
                      <a:pt x="50422" y="110275"/>
                      <a:pt x="54327" y="106941"/>
                      <a:pt x="58328" y="104084"/>
                    </a:cubicBezTo>
                    <a:lnTo>
                      <a:pt x="63947" y="99607"/>
                    </a:lnTo>
                    <a:cubicBezTo>
                      <a:pt x="64614" y="99036"/>
                      <a:pt x="67948" y="96464"/>
                      <a:pt x="64709" y="99036"/>
                    </a:cubicBezTo>
                    <a:lnTo>
                      <a:pt x="65471" y="98464"/>
                    </a:lnTo>
                    <a:cubicBezTo>
                      <a:pt x="73567" y="92273"/>
                      <a:pt x="81949" y="86367"/>
                      <a:pt x="90522" y="80843"/>
                    </a:cubicBezTo>
                    <a:cubicBezTo>
                      <a:pt x="107391" y="69822"/>
                      <a:pt x="124993" y="59955"/>
                      <a:pt x="143195" y="51315"/>
                    </a:cubicBezTo>
                    <a:cubicBezTo>
                      <a:pt x="156406" y="43505"/>
                      <a:pt x="160864" y="26512"/>
                      <a:pt x="153196" y="13215"/>
                    </a:cubicBezTo>
                    <a:cubicBezTo>
                      <a:pt x="145224" y="233"/>
                      <a:pt x="128460" y="-4215"/>
                      <a:pt x="115096" y="3119"/>
                    </a:cubicBezTo>
                    <a:cubicBezTo>
                      <a:pt x="76044" y="21950"/>
                      <a:pt x="39735" y="46019"/>
                      <a:pt x="7178" y="74652"/>
                    </a:cubicBezTo>
                    <a:cubicBezTo>
                      <a:pt x="-3642" y="85567"/>
                      <a:pt x="-3642" y="103169"/>
                      <a:pt x="7178" y="114085"/>
                    </a:cubicBezTo>
                    <a:cubicBezTo>
                      <a:pt x="18227" y="124667"/>
                      <a:pt x="35658" y="124667"/>
                      <a:pt x="46707" y="114085"/>
                    </a:cubicBezTo>
                    <a:close/>
                  </a:path>
                </a:pathLst>
              </a:custGeom>
              <a:solidFill>
                <a:srgbClr val="0101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1094c9d-521d-4336-acdd-c61e453eb954" id="162" name="任意多边形: 形状 161">
                <a:extLst>
                  <a:ext uri="{FF2B5EF4-FFF2-40B4-BE49-F238E27FC236}">
                    <a16:creationId id="{1ACC07CC-F2BD-F59F-E547-D99F06A42720}"/>
                  </a:ext>
                </a:extLst>
              </p:cNvPr>
              <p:cNvSpPr/>
              <p:nvPr/>
            </p:nvSpPr>
            <p:spPr>
              <a:xfrm flipH="true" flipV="false">
                <a:off x="692745" y="4114436"/>
                <a:ext cx="129540" cy="80514"/>
              </a:xfrm>
              <a:custGeom>
                <a:avLst/>
                <a:gdLst>
                  <a:gd fmla="*/ 40876 w 154638" name="connsiteX0"/>
                  <a:gd fmla="*/ 91863 h 96113" name="connsiteY0"/>
                  <a:gd fmla="*/ 64213 w 154638" name="connsiteX1"/>
                  <a:gd fmla="*/ 80052 h 96113" name="connsiteY1"/>
                  <a:gd fmla="*/ 76119 w 154638" name="connsiteX2"/>
                  <a:gd fmla="*/ 74622 h 96113" name="connsiteY2"/>
                  <a:gd fmla="*/ 83072 w 154638" name="connsiteX3"/>
                  <a:gd fmla="*/ 71574 h 96113" name="connsiteY3"/>
                  <a:gd fmla="*/ 84120 w 154638" name="connsiteX4"/>
                  <a:gd fmla="*/ 71574 h 96113" name="connsiteY4"/>
                  <a:gd fmla="*/ 134602 w 154638" name="connsiteX5"/>
                  <a:gd fmla="*/ 54144 h 96113" name="connsiteY5"/>
                  <a:gd fmla="*/ 152223 w 154638" name="connsiteX6"/>
                  <a:gd fmla="*/ 18682 h 96113" name="connsiteY6"/>
                  <a:gd fmla="*/ 119743 w 154638" name="connsiteX7"/>
                  <a:gd fmla="*/ 232 h 96113" name="connsiteY7"/>
                  <a:gd fmla="*/ 12682 w 154638" name="connsiteX8"/>
                  <a:gd fmla="*/ 44047 h 96113" name="connsiteY8"/>
                  <a:gd fmla="*/ 2586 w 154638" name="connsiteX9"/>
                  <a:gd fmla="*/ 82147 h 96113" name="connsiteY9"/>
                  <a:gd fmla="*/ 40686 w 154638" name="connsiteX10"/>
                  <a:gd fmla="*/ 92149 h 96113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96113" w="154638">
                    <a:moveTo>
                      <a:pt x="40876" y="91863"/>
                    </a:moveTo>
                    <a:cubicBezTo>
                      <a:pt x="48591" y="87767"/>
                      <a:pt x="56306" y="83767"/>
                      <a:pt x="64213" y="80052"/>
                    </a:cubicBezTo>
                    <a:cubicBezTo>
                      <a:pt x="68212" y="78147"/>
                      <a:pt x="72118" y="76337"/>
                      <a:pt x="76119" y="74622"/>
                    </a:cubicBezTo>
                    <a:cubicBezTo>
                      <a:pt x="78405" y="73470"/>
                      <a:pt x="80691" y="72451"/>
                      <a:pt x="83072" y="71574"/>
                    </a:cubicBezTo>
                    <a:cubicBezTo>
                      <a:pt x="75547" y="73861"/>
                      <a:pt x="82404" y="71574"/>
                      <a:pt x="84120" y="71574"/>
                    </a:cubicBezTo>
                    <a:cubicBezTo>
                      <a:pt x="100598" y="64897"/>
                      <a:pt x="117457" y="59078"/>
                      <a:pt x="134602" y="54144"/>
                    </a:cubicBezTo>
                    <a:cubicBezTo>
                      <a:pt x="149270" y="49219"/>
                      <a:pt x="157177" y="33341"/>
                      <a:pt x="152223" y="18682"/>
                    </a:cubicBezTo>
                    <a:cubicBezTo>
                      <a:pt x="147652" y="5147"/>
                      <a:pt x="133649" y="-2797"/>
                      <a:pt x="119743" y="232"/>
                    </a:cubicBezTo>
                    <a:cubicBezTo>
                      <a:pt x="82595" y="11081"/>
                      <a:pt x="46781" y="25769"/>
                      <a:pt x="12682" y="44047"/>
                    </a:cubicBezTo>
                    <a:cubicBezTo>
                      <a:pt x="-272" y="52020"/>
                      <a:pt x="-4748" y="68784"/>
                      <a:pt x="2586" y="82147"/>
                    </a:cubicBezTo>
                    <a:cubicBezTo>
                      <a:pt x="10587" y="95101"/>
                      <a:pt x="27351" y="99502"/>
                      <a:pt x="40686" y="92149"/>
                    </a:cubicBezTo>
                    <a:close/>
                  </a:path>
                </a:pathLst>
              </a:custGeom>
              <a:solidFill>
                <a:srgbClr val="0101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1089897-56c0-4f00-a7cf-cfb61d900016" id="163" name="任意多边形: 形状 162">
                <a:extLst>
                  <a:ext uri="{FF2B5EF4-FFF2-40B4-BE49-F238E27FC236}">
                    <a16:creationId id="{F59B7728-31D9-A3A7-1455-07E94C8EA1A6}"/>
                  </a:ext>
                </a:extLst>
              </p:cNvPr>
              <p:cNvSpPr/>
              <p:nvPr/>
            </p:nvSpPr>
            <p:spPr>
              <a:xfrm flipH="true" flipV="false">
                <a:off x="671512" y="4117481"/>
                <a:ext cx="66842" cy="137151"/>
              </a:xfrm>
              <a:custGeom>
                <a:avLst/>
                <a:gdLst>
                  <a:gd fmla="*/ 404 w 79792" name="connsiteX0"/>
                  <a:gd fmla="*/ 34886 h 163724" name="connsiteY0"/>
                  <a:gd fmla="*/ 24598 w 79792" name="connsiteX1"/>
                  <a:gd fmla="*/ 143376 h 163724" name="connsiteY1"/>
                  <a:gd fmla="*/ 58887 w 79792" name="connsiteX2"/>
                  <a:gd fmla="*/ 162426 h 163724" name="connsiteY2"/>
                  <a:gd fmla="*/ 77937 w 79792" name="connsiteX3"/>
                  <a:gd fmla="*/ 128041 h 163724" name="connsiteY3"/>
                  <a:gd fmla="*/ 53839 w 79792" name="connsiteX4"/>
                  <a:gd fmla="*/ 19551 h 163724" name="connsiteY4"/>
                  <a:gd fmla="*/ 19454 w 79792" name="connsiteX5"/>
                  <a:gd fmla="*/ 501 h 163724" name="connsiteY5"/>
                  <a:gd fmla="*/ -72 w 79792" name="connsiteX6"/>
                  <a:gd fmla="*/ 34791 h 163724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63724" w="79792">
                    <a:moveTo>
                      <a:pt x="404" y="34886"/>
                    </a:moveTo>
                    <a:cubicBezTo>
                      <a:pt x="8500" y="71081"/>
                      <a:pt x="16597" y="107248"/>
                      <a:pt x="24598" y="143376"/>
                    </a:cubicBezTo>
                    <a:cubicBezTo>
                      <a:pt x="29169" y="157807"/>
                      <a:pt x="44219" y="166160"/>
                      <a:pt x="58887" y="162426"/>
                    </a:cubicBezTo>
                    <a:cubicBezTo>
                      <a:pt x="73366" y="157845"/>
                      <a:pt x="81748" y="142747"/>
                      <a:pt x="77937" y="128041"/>
                    </a:cubicBezTo>
                    <a:cubicBezTo>
                      <a:pt x="69937" y="91846"/>
                      <a:pt x="61936" y="55679"/>
                      <a:pt x="53839" y="19551"/>
                    </a:cubicBezTo>
                    <a:cubicBezTo>
                      <a:pt x="49267" y="5073"/>
                      <a:pt x="34123" y="-3290"/>
                      <a:pt x="19454" y="501"/>
                    </a:cubicBezTo>
                    <a:cubicBezTo>
                      <a:pt x="4786" y="4882"/>
                      <a:pt x="-3787" y="19980"/>
                      <a:pt x="-72" y="34791"/>
                    </a:cubicBezTo>
                    <a:close/>
                  </a:path>
                </a:pathLst>
              </a:custGeom>
              <a:solidFill>
                <a:srgbClr val="01010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9ca584a-f8b4-48d0-8d9a-867456a2f536" id="164" name="任意多边形: 形状 163">
                <a:extLst>
                  <a:ext uri="{FF2B5EF4-FFF2-40B4-BE49-F238E27FC236}">
                    <a16:creationId id="{DAF40590-B79C-7A0F-3BB4-45E8708C51AD}"/>
                  </a:ext>
                </a:extLst>
              </p:cNvPr>
              <p:cNvSpPr/>
              <p:nvPr/>
            </p:nvSpPr>
            <p:spPr>
              <a:xfrm flipH="true" flipV="false">
                <a:off x="2285344" y="5639124"/>
                <a:ext cx="193403" cy="487214"/>
              </a:xfrm>
              <a:custGeom>
                <a:avLst/>
                <a:gdLst>
                  <a:gd fmla="*/ 224426 w 230874" name="connsiteX0"/>
                  <a:gd fmla="*/ 576823 h 581609" name="connsiteY0"/>
                  <a:gd fmla="*/ 105649 w 230874" name="connsiteX1"/>
                  <a:gd fmla="*/ 106193 h 581609" name="connsiteY1"/>
                  <a:gd fmla="*/ 11066 w 230874" name="connsiteX2"/>
                  <a:gd fmla="*/ 1418 h 581609" name="connsiteY2"/>
                  <a:gd fmla="*/ 1541 w 230874" name="connsiteX3"/>
                  <a:gd fmla="*/ 10943 h 581609" name="connsiteY3"/>
                  <a:gd fmla="*/ 214424 w 230874" name="connsiteX4"/>
                  <a:gd fmla="*/ 435091 h 581609" name="connsiteY4"/>
                  <a:gd fmla="*/ 211281 w 230874" name="connsiteX5"/>
                  <a:gd fmla="*/ 572442 h 581609" name="connsiteY5"/>
                  <a:gd fmla="*/ 224807 w 230874" name="connsiteX6"/>
                  <a:gd fmla="*/ 576157 h 581609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581609" w="230874">
                    <a:moveTo>
                      <a:pt x="224426" y="576823"/>
                    </a:moveTo>
                    <a:cubicBezTo>
                      <a:pt x="246048" y="410555"/>
                      <a:pt x="203567" y="242286"/>
                      <a:pt x="105649" y="106193"/>
                    </a:cubicBezTo>
                    <a:cubicBezTo>
                      <a:pt x="78122" y="67864"/>
                      <a:pt x="46404" y="32726"/>
                      <a:pt x="11066" y="1418"/>
                    </a:cubicBezTo>
                    <a:cubicBezTo>
                      <a:pt x="4303" y="-4488"/>
                      <a:pt x="-5603" y="5323"/>
                      <a:pt x="1541" y="10943"/>
                    </a:cubicBezTo>
                    <a:cubicBezTo>
                      <a:pt x="123841" y="120157"/>
                      <a:pt x="199947" y="271804"/>
                      <a:pt x="214424" y="435091"/>
                    </a:cubicBezTo>
                    <a:cubicBezTo>
                      <a:pt x="218520" y="480849"/>
                      <a:pt x="217377" y="526912"/>
                      <a:pt x="211281" y="572442"/>
                    </a:cubicBezTo>
                    <a:cubicBezTo>
                      <a:pt x="210138" y="581205"/>
                      <a:pt x="223569" y="585015"/>
                      <a:pt x="224807" y="576157"/>
                    </a:cubicBezTo>
                    <a:close/>
                  </a:path>
                </a:pathLst>
              </a:custGeom>
              <a:solidFill>
                <a:srgbClr val="7C6976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164e01b-0573-4fbc-9ddb-b0eb80816452" id="165" name="任意多边形: 形状 164">
                <a:extLst>
                  <a:ext uri="{FF2B5EF4-FFF2-40B4-BE49-F238E27FC236}">
                    <a16:creationId id="{A90044EF-78A6-3019-F4DF-AC370A9CCF86}"/>
                  </a:ext>
                </a:extLst>
              </p:cNvPr>
              <p:cNvSpPr/>
              <p:nvPr/>
            </p:nvSpPr>
            <p:spPr>
              <a:xfrm flipH="true" flipV="false">
                <a:off x="2416209" y="5770684"/>
                <a:ext cx="69552" cy="55678"/>
              </a:xfrm>
              <a:custGeom>
                <a:avLst/>
                <a:gdLst>
                  <a:gd fmla="*/ 80686 w 83027" name="connsiteX0"/>
                  <a:gd fmla="*/ 54299 h 66465" name="connsiteY0"/>
                  <a:gd fmla="*/ 9534 w 83027" name="connsiteX1"/>
                  <a:gd fmla="*/ 483 h 66465" name="connsiteY1"/>
                  <a:gd fmla="*/ 9 w 83027" name="connsiteX2"/>
                  <a:gd fmla="*/ 2959 h 66465" name="connsiteY2"/>
                  <a:gd fmla="*/ 2485 w 83027" name="connsiteX3"/>
                  <a:gd fmla="*/ 12475 h 66465" name="connsiteY3"/>
                  <a:gd fmla="*/ 2485 w 83027" name="connsiteX4"/>
                  <a:gd fmla="*/ 12484 h 66465" name="connsiteY4"/>
                  <a:gd fmla="*/ 70779 w 83027" name="connsiteX5"/>
                  <a:gd fmla="*/ 64205 h 66465" name="connsiteY5"/>
                  <a:gd fmla="*/ 80304 w 83027" name="connsiteX6"/>
                  <a:gd fmla="*/ 64205 h 66465" name="connsiteY6"/>
                  <a:gd fmla="*/ 80304 w 83027" name="connsiteX7"/>
                  <a:gd fmla="*/ 54680 h 66465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66465" w="83027">
                    <a:moveTo>
                      <a:pt x="80686" y="54299"/>
                    </a:moveTo>
                    <a:cubicBezTo>
                      <a:pt x="61064" y="31458"/>
                      <a:pt x="36871" y="13104"/>
                      <a:pt x="9534" y="483"/>
                    </a:cubicBezTo>
                    <a:cubicBezTo>
                      <a:pt x="6200" y="-1355"/>
                      <a:pt x="2009" y="-270"/>
                      <a:pt x="9" y="2959"/>
                    </a:cubicBezTo>
                    <a:cubicBezTo>
                      <a:pt x="-1897" y="6264"/>
                      <a:pt x="-849" y="10532"/>
                      <a:pt x="2485" y="12475"/>
                    </a:cubicBezTo>
                    <a:cubicBezTo>
                      <a:pt x="2485" y="12484"/>
                      <a:pt x="2485" y="12484"/>
                      <a:pt x="2485" y="12484"/>
                    </a:cubicBezTo>
                    <a:cubicBezTo>
                      <a:pt x="28678" y="24591"/>
                      <a:pt x="52015" y="42231"/>
                      <a:pt x="70779" y="64205"/>
                    </a:cubicBezTo>
                    <a:cubicBezTo>
                      <a:pt x="73447" y="66672"/>
                      <a:pt x="77637" y="66672"/>
                      <a:pt x="80304" y="64205"/>
                    </a:cubicBezTo>
                    <a:cubicBezTo>
                      <a:pt x="82686" y="61490"/>
                      <a:pt x="82686" y="57394"/>
                      <a:pt x="80304" y="54680"/>
                    </a:cubicBezTo>
                    <a:close/>
                  </a:path>
                </a:pathLst>
              </a:custGeom>
              <a:solidFill>
                <a:srgbClr val="7C6976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fec367c-8ac5-488c-bf44-9fc73e8d857d" id="166" name="任意多边形: 形状 165">
                <a:extLst>
                  <a:ext uri="{FF2B5EF4-FFF2-40B4-BE49-F238E27FC236}">
                    <a16:creationId id="{178B450A-F43A-CF9E-F947-2003AE2351F2}"/>
                  </a:ext>
                </a:extLst>
              </p:cNvPr>
              <p:cNvSpPr/>
              <p:nvPr/>
            </p:nvSpPr>
            <p:spPr>
              <a:xfrm flipH="true" flipV="false">
                <a:off x="1478367" y="5412753"/>
                <a:ext cx="340826" cy="297173"/>
              </a:xfrm>
              <a:custGeom>
                <a:avLst/>
                <a:gdLst>
                  <a:gd fmla="*/ -748 w 406859" name="connsiteX0"/>
                  <a:gd fmla="*/ 7994 h 354749" name="connsiteY0"/>
                  <a:gd fmla="*/ 97644 w 406859" name="connsiteX1"/>
                  <a:gd fmla="*/ 243548 h 354749" name="connsiteY1"/>
                  <a:gd fmla="*/ 281096 w 406859" name="connsiteX2"/>
                  <a:gd fmla="*/ 348323 h 354749" name="connsiteY2"/>
                  <a:gd fmla="*/ 400920 w 406859" name="connsiteX3"/>
                  <a:gd fmla="*/ 348989 h 354749" name="connsiteY3"/>
                  <a:gd fmla="*/ 397206 w 406859" name="connsiteX4"/>
                  <a:gd fmla="*/ 335559 h 354749" name="connsiteY4"/>
                  <a:gd fmla="*/ 145937 w 406859" name="connsiteX5"/>
                  <a:gd fmla="*/ 270789 h 354749" name="connsiteY5"/>
                  <a:gd fmla="*/ 12587 w 406859" name="connsiteX6"/>
                  <a:gd fmla="*/ 4660 h 354749" name="connsiteY6"/>
                  <a:gd fmla="*/ -844 w 406859" name="connsiteX7"/>
                  <a:gd fmla="*/ 8375 h 35474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354749" w="406859">
                    <a:moveTo>
                      <a:pt x="-748" y="7994"/>
                    </a:moveTo>
                    <a:cubicBezTo>
                      <a:pt x="11539" y="91338"/>
                      <a:pt x="41351" y="179444"/>
                      <a:pt x="97644" y="243548"/>
                    </a:cubicBezTo>
                    <a:cubicBezTo>
                      <a:pt x="145651" y="297631"/>
                      <a:pt x="210135" y="334445"/>
                      <a:pt x="281096" y="348323"/>
                    </a:cubicBezTo>
                    <a:cubicBezTo>
                      <a:pt x="320625" y="356114"/>
                      <a:pt x="361297" y="356342"/>
                      <a:pt x="400920" y="348989"/>
                    </a:cubicBezTo>
                    <a:cubicBezTo>
                      <a:pt x="409683" y="347370"/>
                      <a:pt x="405969" y="333940"/>
                      <a:pt x="397206" y="335559"/>
                    </a:cubicBezTo>
                    <a:cubicBezTo>
                      <a:pt x="308051" y="350999"/>
                      <a:pt x="216516" y="327406"/>
                      <a:pt x="145937" y="270789"/>
                    </a:cubicBezTo>
                    <a:cubicBezTo>
                      <a:pt x="66022" y="206686"/>
                      <a:pt x="27254" y="103435"/>
                      <a:pt x="12587" y="4660"/>
                    </a:cubicBezTo>
                    <a:cubicBezTo>
                      <a:pt x="11253" y="-4198"/>
                      <a:pt x="-2177" y="-483"/>
                      <a:pt x="-844" y="8375"/>
                    </a:cubicBezTo>
                    <a:close/>
                  </a:path>
                </a:pathLst>
              </a:custGeom>
              <a:solidFill>
                <a:srgbClr val="7C6976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ec06168-07ef-4f8b-81c6-7cfa7e520d51" id="167" name="任意多边形: 形状 166">
                <a:extLst>
                  <a:ext uri="{FF2B5EF4-FFF2-40B4-BE49-F238E27FC236}">
                    <a16:creationId id="{B5909E87-4C97-DE41-7D4A-35F5D16BB0A1}"/>
                  </a:ext>
                </a:extLst>
              </p:cNvPr>
              <p:cNvSpPr/>
              <p:nvPr/>
            </p:nvSpPr>
            <p:spPr>
              <a:xfrm flipH="true" flipV="false">
                <a:off x="1526592" y="5697823"/>
                <a:ext cx="59355" cy="377491"/>
              </a:xfrm>
              <a:custGeom>
                <a:avLst/>
                <a:gdLst>
                  <a:gd fmla="*/ -484 w 70854" name="connsiteX0"/>
                  <a:gd fmla="*/ 8307 h 450629" name="connsiteY0"/>
                  <a:gd fmla="*/ 55999 w 70854" name="connsiteX1"/>
                  <a:gd fmla="*/ 443504 h 450629" name="connsiteY1"/>
                  <a:gd fmla="*/ 69906 w 70854" name="connsiteX2"/>
                  <a:gd fmla="*/ 443504 h 450629" name="connsiteY2"/>
                  <a:gd fmla="*/ 12756 w 70854" name="connsiteX3"/>
                  <a:gd fmla="*/ 4592 h 450629" name="connsiteY3"/>
                  <a:gd fmla="*/ -770 w 70854" name="connsiteX4"/>
                  <a:gd fmla="*/ 8307 h 450629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450629" w="70854">
                    <a:moveTo>
                      <a:pt x="-484" y="8307"/>
                    </a:moveTo>
                    <a:cubicBezTo>
                      <a:pt x="29615" y="151686"/>
                      <a:pt x="48475" y="297190"/>
                      <a:pt x="55999" y="443504"/>
                    </a:cubicBezTo>
                    <a:cubicBezTo>
                      <a:pt x="55999" y="452458"/>
                      <a:pt x="70382" y="452458"/>
                      <a:pt x="69906" y="443504"/>
                    </a:cubicBezTo>
                    <a:cubicBezTo>
                      <a:pt x="62286" y="295943"/>
                      <a:pt x="43140" y="149191"/>
                      <a:pt x="12756" y="4592"/>
                    </a:cubicBezTo>
                    <a:cubicBezTo>
                      <a:pt x="10851" y="-4171"/>
                      <a:pt x="-2579" y="-457"/>
                      <a:pt x="-770" y="8307"/>
                    </a:cubicBezTo>
                    <a:close/>
                  </a:path>
                </a:pathLst>
              </a:custGeom>
              <a:solidFill>
                <a:srgbClr val="7C6976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9a799d6-0488-43b5-94f7-456c0e90a36e" id="168" name="任意多边形: 形状 167">
                <a:extLst>
                  <a:ext uri="{FF2B5EF4-FFF2-40B4-BE49-F238E27FC236}">
                    <a16:creationId id="{B749165C-4F86-743C-F4C0-2E5A8F3936CB}"/>
                  </a:ext>
                </a:extLst>
              </p:cNvPr>
              <p:cNvSpPr/>
              <p:nvPr/>
            </p:nvSpPr>
            <p:spPr>
              <a:xfrm flipH="true" flipV="false">
                <a:off x="2702503" y="5310049"/>
                <a:ext cx="159715" cy="300817"/>
              </a:xfrm>
              <a:custGeom>
                <a:avLst/>
                <a:gdLst>
                  <a:gd fmla="*/ 8681 w 190658" name="connsiteX0"/>
                  <a:gd fmla="*/ 357483 h 359099" name="connsiteY0"/>
                  <a:gd fmla="*/ 189656 w 190658" name="connsiteX1"/>
                  <a:gd fmla="*/ 5819 h 359099" name="connsiteY1"/>
                  <a:gd fmla="*/ 181845 w 190658" name="connsiteX2"/>
                  <a:gd fmla="*/ -362 h 359099" name="connsiteY2"/>
                  <a:gd fmla="*/ 175654 w 190658" name="connsiteX3"/>
                  <a:gd fmla="*/ 5819 h 359099" name="connsiteY3"/>
                  <a:gd fmla="*/ 2108 w 190658" name="connsiteX4"/>
                  <a:gd fmla="*/ 345386 h 359099" name="connsiteY4"/>
                  <a:gd fmla="*/ 9157 w 190658" name="connsiteX5"/>
                  <a:gd fmla="*/ 357483 h 359099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359099" w="190658">
                    <a:moveTo>
                      <a:pt x="8681" y="357483"/>
                    </a:moveTo>
                    <a:cubicBezTo>
                      <a:pt x="124220" y="278054"/>
                      <a:pt x="192133" y="145980"/>
                      <a:pt x="189656" y="5819"/>
                    </a:cubicBezTo>
                    <a:cubicBezTo>
                      <a:pt x="189180" y="1953"/>
                      <a:pt x="185751" y="-810"/>
                      <a:pt x="181845" y="-362"/>
                    </a:cubicBezTo>
                    <a:cubicBezTo>
                      <a:pt x="178607" y="19"/>
                      <a:pt x="176035" y="2571"/>
                      <a:pt x="175654" y="5819"/>
                    </a:cubicBezTo>
                    <a:cubicBezTo>
                      <a:pt x="178416" y="140951"/>
                      <a:pt x="113266" y="268471"/>
                      <a:pt x="2108" y="345386"/>
                    </a:cubicBezTo>
                    <a:cubicBezTo>
                      <a:pt x="-5226" y="350434"/>
                      <a:pt x="2108" y="362531"/>
                      <a:pt x="9157" y="357483"/>
                    </a:cubicBezTo>
                    <a:close/>
                  </a:path>
                </a:pathLst>
              </a:custGeom>
              <a:solidFill>
                <a:srgbClr val="7C6976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</p:grpSp>
        <p:grpSp>
          <p:nvGrpSpPr>
            <p:cNvPr descr="c6235ce8-7ec7-4470-93f5-ec3bb78bfb05" id="19" name="组合 18">
              <a:extLst>
                <a:ext uri="{FF2B5EF4-FFF2-40B4-BE49-F238E27FC236}">
                  <a16:creationId id="{8B3DA621-EA61-59F4-EAAD-ACF45FFC5E86}"/>
                </a:ext>
              </a:extLst>
            </p:cNvPr>
            <p:cNvGrpSpPr/>
            <p:nvPr/>
          </p:nvGrpSpPr>
          <p:grpSpPr>
            <a:xfrm>
              <a:off x="4598704" y="1931154"/>
              <a:ext cx="461221" cy="482438"/>
              <a:chOff x="4598704" y="1931154"/>
              <a:chExt cx="461221" cy="482438"/>
            </a:xfrm>
          </p:grpSpPr>
          <p:sp>
            <p:nvSpPr>
              <p:cNvPr descr="6106db48-884e-49bf-a23a-c5952bb02454" id="175" name="任意多边形: 形状 174">
                <a:extLst>
                  <a:ext uri="{FF2B5EF4-FFF2-40B4-BE49-F238E27FC236}">
                    <a16:creationId id="{72DB952C-3185-7E38-22F4-E3673A509273}"/>
                  </a:ext>
                </a:extLst>
              </p:cNvPr>
              <p:cNvSpPr/>
              <p:nvPr/>
            </p:nvSpPr>
            <p:spPr>
              <a:xfrm flipV="false" flipH="false">
                <a:off x="4721497" y="2051199"/>
                <a:ext cx="284919" cy="281131"/>
              </a:xfrm>
              <a:custGeom>
                <a:avLst/>
                <a:gdLst>
                  <a:gd fmla="*/ 410832 w 500767" name="connsiteX0"/>
                  <a:gd fmla="*/ 74385 h 494111" name="connsiteY0"/>
                  <a:gd fmla="*/ 435765 w 500767" name="connsiteX1"/>
                  <a:gd fmla="*/ 149167 h 494111" name="connsiteY1"/>
                  <a:gd fmla="*/ 439430 w 500767" name="connsiteX2"/>
                  <a:gd fmla="*/ 302085 h 494111" name="connsiteY2"/>
                  <a:gd fmla="*/ 500768 w 500767" name="connsiteX3"/>
                  <a:gd fmla="*/ 437398 h 494111" name="connsiteY3"/>
                  <a:gd fmla="*/ 385481 w 500767" name="connsiteX4"/>
                  <a:gd fmla="*/ 494111 h 494111" name="connsiteY4"/>
                  <a:gd fmla="*/ 299019 w 500767" name="connsiteX5"/>
                  <a:gd fmla="*/ 429938 h 494111" name="connsiteY5"/>
                  <a:gd fmla="*/ 245658 w 500767" name="connsiteX6"/>
                  <a:gd fmla="*/ 418490 h 494111" name="connsiteY6"/>
                  <a:gd fmla="*/ 160783 w 500767" name="connsiteX7"/>
                  <a:gd fmla="*/ 410288 h 494111" name="connsiteY7"/>
                  <a:gd fmla="*/ 156823 w 500767" name="connsiteX8"/>
                  <a:gd fmla="*/ 409527 h 494111" name="connsiteY8"/>
                  <a:gd fmla="*/ 18633 w 500767" name="connsiteX9"/>
                  <a:gd fmla="*/ 298292 h 494111" name="connsiteY9"/>
                  <a:gd fmla="*/ 20955 w 500767" name="connsiteX10"/>
                  <a:gd fmla="*/ 120471 h 494111" name="connsiteY10"/>
                  <a:gd fmla="*/ 159036 w 500767" name="connsiteX11"/>
                  <a:gd fmla="*/ 7664 h 494111" name="connsiteY11"/>
                  <a:gd fmla="*/ 176604 w 500767" name="connsiteX12"/>
                  <a:gd fmla="*/ 3842 h 494111" name="connsiteY12"/>
                  <a:gd fmla="*/ 264183 w 500767" name="connsiteX13"/>
                  <a:gd fmla="*/ 3462 h 494111" name="connsiteY13"/>
                  <a:gd fmla="*/ 327186 w 500767" name="connsiteX14"/>
                  <a:gd fmla="*/ 19425 h 494111" name="connsiteY14"/>
                  <a:gd fmla="*/ 410832 w 500767" name="connsiteX15"/>
                  <a:gd fmla="*/ 74385 h 494111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494111" w="500767">
                    <a:moveTo>
                      <a:pt x="410832" y="74385"/>
                    </a:moveTo>
                    <a:cubicBezTo>
                      <a:pt x="426228" y="96041"/>
                      <a:pt x="432800" y="122773"/>
                      <a:pt x="435765" y="149167"/>
                    </a:cubicBezTo>
                    <a:cubicBezTo>
                      <a:pt x="441563" y="199857"/>
                      <a:pt x="435396" y="251219"/>
                      <a:pt x="439430" y="302085"/>
                    </a:cubicBezTo>
                    <a:cubicBezTo>
                      <a:pt x="443567" y="352930"/>
                      <a:pt x="460299" y="406360"/>
                      <a:pt x="500768" y="437398"/>
                    </a:cubicBezTo>
                    <a:lnTo>
                      <a:pt x="385481" y="494111"/>
                    </a:lnTo>
                    <a:cubicBezTo>
                      <a:pt x="359893" y="468485"/>
                      <a:pt x="332795" y="442930"/>
                      <a:pt x="299019" y="429938"/>
                    </a:cubicBezTo>
                    <a:cubicBezTo>
                      <a:pt x="281881" y="423275"/>
                      <a:pt x="263920" y="420255"/>
                      <a:pt x="245658" y="418490"/>
                    </a:cubicBezTo>
                    <a:cubicBezTo>
                      <a:pt x="217500" y="415694"/>
                      <a:pt x="188587" y="415765"/>
                      <a:pt x="160783" y="410288"/>
                    </a:cubicBezTo>
                    <a:cubicBezTo>
                      <a:pt x="159440" y="410110"/>
                      <a:pt x="158184" y="409808"/>
                      <a:pt x="156823" y="409527"/>
                    </a:cubicBezTo>
                    <a:cubicBezTo>
                      <a:pt x="96948" y="396503"/>
                      <a:pt x="44432" y="353842"/>
                      <a:pt x="18633" y="298292"/>
                    </a:cubicBezTo>
                    <a:cubicBezTo>
                      <a:pt x="-7167" y="242745"/>
                      <a:pt x="-5970" y="175507"/>
                      <a:pt x="20955" y="120471"/>
                    </a:cubicBezTo>
                    <a:cubicBezTo>
                      <a:pt x="47816" y="65392"/>
                      <a:pt x="99803" y="23389"/>
                      <a:pt x="159036" y="7664"/>
                    </a:cubicBezTo>
                    <a:cubicBezTo>
                      <a:pt x="164838" y="6110"/>
                      <a:pt x="170743" y="4806"/>
                      <a:pt x="176604" y="3842"/>
                    </a:cubicBezTo>
                    <a:cubicBezTo>
                      <a:pt x="205385" y="-1434"/>
                      <a:pt x="235050" y="-1000"/>
                      <a:pt x="264183" y="3462"/>
                    </a:cubicBezTo>
                    <a:cubicBezTo>
                      <a:pt x="285624" y="6736"/>
                      <a:pt x="306734" y="12254"/>
                      <a:pt x="327186" y="19425"/>
                    </a:cubicBezTo>
                    <a:cubicBezTo>
                      <a:pt x="359184" y="30577"/>
                      <a:pt x="391131" y="46807"/>
                      <a:pt x="410832" y="74385"/>
                    </a:cubicBezTo>
                    <a:close/>
                  </a:path>
                </a:pathLst>
              </a:custGeom>
              <a:solidFill>
                <a:srgbClr val="FCBA3A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30b3fc1-5b32-4b1f-a4ca-ce8bce68c11f" id="176" name="任意多边形: 形状 175">
                <a:extLst>
                  <a:ext uri="{FF2B5EF4-FFF2-40B4-BE49-F238E27FC236}">
                    <a16:creationId id="{A506E46D-18BA-471C-1F83-3CE7ED34674D}"/>
                  </a:ext>
                </a:extLst>
              </p:cNvPr>
              <p:cNvSpPr/>
              <p:nvPr/>
            </p:nvSpPr>
            <p:spPr>
              <a:xfrm flipV="false" flipH="false">
                <a:off x="4828174" y="2165635"/>
                <a:ext cx="154869" cy="160475"/>
              </a:xfrm>
              <a:custGeom>
                <a:avLst/>
                <a:gdLst>
                  <a:gd fmla="*/ 209454 w 272194" name="connsiteX0"/>
                  <a:gd fmla="*/ 275287 h 282047" name="connsiteY0"/>
                  <a:gd fmla="*/ 117839 w 272194" name="connsiteX1"/>
                  <a:gd fmla="*/ 183573 h 282047" name="connsiteY1"/>
                  <a:gd fmla="*/ 95191 w 272194" name="connsiteX2"/>
                  <a:gd fmla="*/ 161819 h 282047" name="connsiteY2"/>
                  <a:gd fmla="*/ 84680 w 272194" name="connsiteX3"/>
                  <a:gd fmla="*/ 155101 h 282047" name="connsiteY3"/>
                  <a:gd fmla="*/ 71040 w 272194" name="connsiteX4"/>
                  <a:gd fmla="*/ 153816 h 282047" name="connsiteY4"/>
                  <a:gd fmla="*/ 32930 w 272194" name="connsiteX5"/>
                  <a:gd fmla="*/ 137176 h 282047" name="connsiteY5"/>
                  <a:gd fmla="*/ 11430 w 272194" name="connsiteX6"/>
                  <a:gd fmla="*/ 94446 h 282047" name="connsiteY6"/>
                  <a:gd fmla="*/ 6829 w 272194" name="connsiteX7"/>
                  <a:gd fmla="*/ 101245 h 282047" name="connsiteY7"/>
                  <a:gd fmla="*/ 66829 w 272194" name="connsiteX8"/>
                  <a:gd fmla="*/ 114853 h 282047" name="connsiteY8"/>
                  <a:gd fmla="*/ 73443 w 272194" name="connsiteX9"/>
                  <a:gd fmla="*/ 105083 h 282047" name="connsiteY9"/>
                  <a:gd fmla="*/ 59527 w 272194" name="connsiteX10"/>
                  <a:gd fmla="*/ 87090 h 282047" name="connsiteY10"/>
                  <a:gd fmla="*/ 56691 w 272194" name="connsiteX11"/>
                  <a:gd fmla="*/ 76263 h 282047" name="connsiteY11"/>
                  <a:gd fmla="*/ 57470 w 272194" name="connsiteX12"/>
                  <a:gd fmla="*/ 64468 h 282047" name="connsiteY12"/>
                  <a:gd fmla="*/ 74170 w 272194" name="connsiteX13"/>
                  <a:gd fmla="*/ 70308 h 282047" name="connsiteY13"/>
                  <a:gd fmla="*/ 96545 w 272194" name="connsiteX14"/>
                  <a:gd fmla="*/ 90224 h 282047" name="connsiteY14"/>
                  <a:gd fmla="*/ 106601 w 272194" name="connsiteX15"/>
                  <a:gd fmla="*/ 83679 h 282047" name="connsiteY15"/>
                  <a:gd fmla="*/ 96330 w 272194" name="connsiteX16"/>
                  <a:gd fmla="*/ 49938 h 282047" name="connsiteY16"/>
                  <a:gd fmla="*/ 94693 w 272194" name="connsiteX17"/>
                  <a:gd fmla="*/ 32267 h 282047" name="connsiteY17"/>
                  <a:gd fmla="*/ 100735 w 272194" name="connsiteX18"/>
                  <a:gd fmla="*/ 21841 h 282047" name="connsiteY18"/>
                  <a:gd fmla="*/ 113843 w 272194" name="connsiteX19"/>
                  <a:gd fmla="*/ 27587 h 282047" name="connsiteY19"/>
                  <a:gd fmla="*/ 127335 w 272194" name="connsiteX20"/>
                  <a:gd fmla="*/ 38474 h 282047" name="connsiteY20"/>
                  <a:gd fmla="*/ 146297 w 272194" name="connsiteX21"/>
                  <a:gd fmla="*/ 67382 h 282047" name="connsiteY21"/>
                  <a:gd fmla="*/ 157071 w 272194" name="connsiteX22"/>
                  <a:gd fmla="*/ 62218 h 282047" name="connsiteY22"/>
                  <a:gd fmla="*/ 156451 w 272194" name="connsiteX23"/>
                  <a:gd fmla="*/ 22942 h 282047" name="connsiteY23"/>
                  <a:gd fmla="*/ 168453 w 272194" name="connsiteX24"/>
                  <a:gd fmla="*/ 12274 h 282047" name="connsiteY24"/>
                  <a:gd fmla="*/ 183372 w 272194" name="connsiteX25"/>
                  <a:gd fmla="*/ 25116 h 282047" name="connsiteY25"/>
                  <a:gd fmla="*/ 177263 w 272194" name="connsiteX26"/>
                  <a:gd fmla="*/ 106224 h 282047" name="connsiteY26"/>
                  <a:gd fmla="*/ 176809 w 272194" name="connsiteX27"/>
                  <a:gd fmla="*/ 112352 h 282047" name="connsiteY27"/>
                  <a:gd fmla="*/ 220099 w 272194" name="connsiteX28"/>
                  <a:gd fmla="*/ 180377 h 282047" name="connsiteY28"/>
                  <a:gd fmla="*/ 241242 w 272194" name="connsiteX29"/>
                  <a:gd fmla="*/ 213597 h 282047" name="connsiteY29"/>
                  <a:gd fmla="*/ 264484 w 272194" name="connsiteX30"/>
                  <a:gd fmla="*/ 247066 h 282047" name="connsiteY30"/>
                  <a:gd fmla="*/ 271804 w 272194" name="connsiteX31"/>
                  <a:gd fmla="*/ 242302 h 282047" name="connsiteY31"/>
                  <a:gd fmla="*/ 252199 w 272194" name="connsiteX32"/>
                  <a:gd fmla="*/ 208346 h 282047" name="connsiteY32"/>
                  <a:gd fmla="*/ 230617 w 272194" name="connsiteX33"/>
                  <a:gd fmla="*/ 174305 h 282047" name="connsiteY33"/>
                  <a:gd fmla="*/ 187944 w 272194" name="connsiteX34"/>
                  <a:gd fmla="*/ 107017 h 282047" name="connsiteY34"/>
                  <a:gd fmla="*/ 187488 w 272194" name="connsiteX35"/>
                  <a:gd fmla="*/ 113146 h 282047" name="connsiteY35"/>
                  <a:gd fmla="*/ 199525 w 272194" name="connsiteX36"/>
                  <a:gd fmla="*/ 29846 h 282047" name="connsiteY36"/>
                  <a:gd fmla="*/ 172819 w 272194" name="connsiteX37"/>
                  <a:gd fmla="*/ 1459 h 282047" name="connsiteY37"/>
                  <a:gd fmla="*/ 144368 w 272194" name="connsiteX38"/>
                  <a:gd fmla="*/ 21911 h 282047" name="connsiteY38"/>
                  <a:gd fmla="*/ 146295 w 272194" name="connsiteX39"/>
                  <a:gd fmla="*/ 67385 h 282047" name="connsiteY39"/>
                  <a:gd fmla="*/ 157068 w 272194" name="connsiteX40"/>
                  <a:gd fmla="*/ 62220 h 282047" name="connsiteY40"/>
                  <a:gd fmla="*/ 131850 w 272194" name="connsiteX41"/>
                  <a:gd fmla="*/ 26305 h 282047" name="connsiteY41"/>
                  <a:gd fmla="*/ 96489 w 272194" name="connsiteX42"/>
                  <a:gd fmla="*/ 10298 h 282047" name="connsiteY42"/>
                  <a:gd fmla="*/ 84106 w 272194" name="connsiteX43"/>
                  <a:gd fmla="*/ 45773 h 282047" name="connsiteY43"/>
                  <a:gd fmla="*/ 95686 w 272194" name="connsiteX44"/>
                  <a:gd fmla="*/ 88910 h 282047" name="connsiteY44"/>
                  <a:gd fmla="*/ 105742 w 272194" name="connsiteX45"/>
                  <a:gd fmla="*/ 82365 h 282047" name="connsiteY45"/>
                  <a:gd fmla="*/ 74907 w 272194" name="connsiteX46"/>
                  <a:gd fmla="*/ 56672 h 282047" name="connsiteY46"/>
                  <a:gd fmla="*/ 48710 w 272194" name="connsiteX47"/>
                  <a:gd fmla="*/ 56798 h 282047" name="connsiteY47"/>
                  <a:gd fmla="*/ 47739 w 272194" name="connsiteX48"/>
                  <a:gd fmla="*/ 88832 h 282047" name="connsiteY48"/>
                  <a:gd fmla="*/ 66827 w 272194" name="connsiteX49"/>
                  <a:gd fmla="*/ 114853 h 282047" name="connsiteY49"/>
                  <a:gd fmla="*/ 73440 w 272194" name="connsiteX50"/>
                  <a:gd fmla="*/ 105083 h 282047" name="connsiteY50"/>
                  <a:gd fmla="*/ 4627 w 272194" name="connsiteX51"/>
                  <a:gd fmla="*/ 89844 h 282047" name="connsiteY51"/>
                  <a:gd fmla="*/ 28 w 272194" name="connsiteX52"/>
                  <a:gd fmla="*/ 96643 h 282047" name="connsiteY52"/>
                  <a:gd fmla="*/ 53938 w 272194" name="connsiteX53"/>
                  <a:gd fmla="*/ 162105 h 282047" name="connsiteY53"/>
                  <a:gd fmla="*/ 77719 w 272194" name="connsiteX54"/>
                  <a:gd fmla="*/ 165326 h 282047" name="connsiteY54"/>
                  <a:gd fmla="*/ 88983 w 272194" name="connsiteX55"/>
                  <a:gd fmla="*/ 171311 h 282047" name="connsiteY55"/>
                  <a:gd fmla="*/ 101281 w 272194" name="connsiteX56"/>
                  <a:gd fmla="*/ 182944 h 282047" name="connsiteY56"/>
                  <a:gd fmla="*/ 148681 w 272194" name="connsiteX57"/>
                  <a:gd fmla="*/ 228616 h 282047" name="connsiteY57"/>
                  <a:gd fmla="*/ 202976 w 272194" name="connsiteX58"/>
                  <a:gd fmla="*/ 280812 h 282047" name="connsiteY58"/>
                  <a:gd fmla="*/ 209454 w 272194" name="connsiteX59"/>
                  <a:gd fmla="*/ 275287 h 282047" name="connsiteY59"/>
                  <a:gd fmla="*/ 209454 w 272194" name="connsiteX60"/>
                  <a:gd fmla="*/ 275287 h 282047" name="connsiteY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b="b" l="l" r="r" t="t"/>
                <a:pathLst>
                  <a:path h="282047" w="272194">
                    <a:moveTo>
                      <a:pt x="209454" y="275287"/>
                    </a:moveTo>
                    <a:cubicBezTo>
                      <a:pt x="180510" y="243226"/>
                      <a:pt x="148849" y="213622"/>
                      <a:pt x="117839" y="183573"/>
                    </a:cubicBezTo>
                    <a:cubicBezTo>
                      <a:pt x="110329" y="176296"/>
                      <a:pt x="102939" y="168842"/>
                      <a:pt x="95191" y="161819"/>
                    </a:cubicBezTo>
                    <a:cubicBezTo>
                      <a:pt x="92085" y="159005"/>
                      <a:pt x="88732" y="156399"/>
                      <a:pt x="84680" y="155101"/>
                    </a:cubicBezTo>
                    <a:cubicBezTo>
                      <a:pt x="80260" y="153683"/>
                      <a:pt x="75598" y="154104"/>
                      <a:pt x="71040" y="153816"/>
                    </a:cubicBezTo>
                    <a:cubicBezTo>
                      <a:pt x="56935" y="152924"/>
                      <a:pt x="43359" y="146631"/>
                      <a:pt x="32930" y="137176"/>
                    </a:cubicBezTo>
                    <a:cubicBezTo>
                      <a:pt x="20670" y="126062"/>
                      <a:pt x="12784" y="110978"/>
                      <a:pt x="11430" y="94446"/>
                    </a:cubicBezTo>
                    <a:cubicBezTo>
                      <a:pt x="9896" y="96712"/>
                      <a:pt x="8362" y="98979"/>
                      <a:pt x="6829" y="101245"/>
                    </a:cubicBezTo>
                    <a:cubicBezTo>
                      <a:pt x="27807" y="98181"/>
                      <a:pt x="49211" y="103096"/>
                      <a:pt x="66829" y="114853"/>
                    </a:cubicBezTo>
                    <a:cubicBezTo>
                      <a:pt x="73173" y="119087"/>
                      <a:pt x="79501" y="109614"/>
                      <a:pt x="73443" y="105083"/>
                    </a:cubicBezTo>
                    <a:cubicBezTo>
                      <a:pt x="67227" y="100436"/>
                      <a:pt x="62511" y="94252"/>
                      <a:pt x="59527" y="87090"/>
                    </a:cubicBezTo>
                    <a:cubicBezTo>
                      <a:pt x="58085" y="83627"/>
                      <a:pt x="57178" y="79983"/>
                      <a:pt x="56691" y="76263"/>
                    </a:cubicBezTo>
                    <a:cubicBezTo>
                      <a:pt x="56290" y="73209"/>
                      <a:pt x="55456" y="67108"/>
                      <a:pt x="57470" y="64468"/>
                    </a:cubicBezTo>
                    <a:cubicBezTo>
                      <a:pt x="60931" y="59934"/>
                      <a:pt x="71399" y="68363"/>
                      <a:pt x="74170" y="70308"/>
                    </a:cubicBezTo>
                    <a:cubicBezTo>
                      <a:pt x="82415" y="76099"/>
                      <a:pt x="89725" y="82831"/>
                      <a:pt x="96545" y="90224"/>
                    </a:cubicBezTo>
                    <a:cubicBezTo>
                      <a:pt x="101179" y="95246"/>
                      <a:pt x="109447" y="90034"/>
                      <a:pt x="106601" y="83679"/>
                    </a:cubicBezTo>
                    <a:cubicBezTo>
                      <a:pt x="101761" y="72871"/>
                      <a:pt x="98186" y="61647"/>
                      <a:pt x="96330" y="49938"/>
                    </a:cubicBezTo>
                    <a:cubicBezTo>
                      <a:pt x="95404" y="44099"/>
                      <a:pt x="94783" y="38181"/>
                      <a:pt x="94693" y="32267"/>
                    </a:cubicBezTo>
                    <a:cubicBezTo>
                      <a:pt x="94622" y="27553"/>
                      <a:pt x="94652" y="21408"/>
                      <a:pt x="100735" y="21841"/>
                    </a:cubicBezTo>
                    <a:cubicBezTo>
                      <a:pt x="105489" y="22177"/>
                      <a:pt x="109956" y="25075"/>
                      <a:pt x="113843" y="27587"/>
                    </a:cubicBezTo>
                    <a:cubicBezTo>
                      <a:pt x="118708" y="30731"/>
                      <a:pt x="123259" y="34356"/>
                      <a:pt x="127335" y="38474"/>
                    </a:cubicBezTo>
                    <a:cubicBezTo>
                      <a:pt x="135580" y="46801"/>
                      <a:pt x="141931" y="56515"/>
                      <a:pt x="146297" y="67382"/>
                    </a:cubicBezTo>
                    <a:cubicBezTo>
                      <a:pt x="149889" y="65661"/>
                      <a:pt x="153480" y="63940"/>
                      <a:pt x="157071" y="62218"/>
                    </a:cubicBezTo>
                    <a:cubicBezTo>
                      <a:pt x="151896" y="49730"/>
                      <a:pt x="151706" y="35600"/>
                      <a:pt x="156451" y="22942"/>
                    </a:cubicBezTo>
                    <a:cubicBezTo>
                      <a:pt x="158479" y="17531"/>
                      <a:pt x="161403" y="9707"/>
                      <a:pt x="168453" y="12274"/>
                    </a:cubicBezTo>
                    <a:cubicBezTo>
                      <a:pt x="174538" y="14489"/>
                      <a:pt x="179716" y="19968"/>
                      <a:pt x="183372" y="25116"/>
                    </a:cubicBezTo>
                    <a:cubicBezTo>
                      <a:pt x="200978" y="49912"/>
                      <a:pt x="190849" y="82253"/>
                      <a:pt x="177263" y="106224"/>
                    </a:cubicBezTo>
                    <a:cubicBezTo>
                      <a:pt x="176272" y="107975"/>
                      <a:pt x="175618" y="110476"/>
                      <a:pt x="176809" y="112352"/>
                    </a:cubicBezTo>
                    <a:cubicBezTo>
                      <a:pt x="191208" y="135046"/>
                      <a:pt x="205667" y="157704"/>
                      <a:pt x="220099" y="180377"/>
                    </a:cubicBezTo>
                    <a:cubicBezTo>
                      <a:pt x="227146" y="191450"/>
                      <a:pt x="234194" y="202524"/>
                      <a:pt x="241242" y="213597"/>
                    </a:cubicBezTo>
                    <a:cubicBezTo>
                      <a:pt x="248573" y="225114"/>
                      <a:pt x="255410" y="236839"/>
                      <a:pt x="264484" y="247066"/>
                    </a:cubicBezTo>
                    <a:cubicBezTo>
                      <a:pt x="267837" y="250847"/>
                      <a:pt x="273772" y="246881"/>
                      <a:pt x="271804" y="242302"/>
                    </a:cubicBezTo>
                    <a:cubicBezTo>
                      <a:pt x="266598" y="230200"/>
                      <a:pt x="259242" y="219454"/>
                      <a:pt x="252199" y="208346"/>
                    </a:cubicBezTo>
                    <a:cubicBezTo>
                      <a:pt x="245005" y="196998"/>
                      <a:pt x="237811" y="185651"/>
                      <a:pt x="230617" y="174305"/>
                    </a:cubicBezTo>
                    <a:cubicBezTo>
                      <a:pt x="216393" y="151875"/>
                      <a:pt x="202197" y="129429"/>
                      <a:pt x="187944" y="107017"/>
                    </a:cubicBezTo>
                    <a:cubicBezTo>
                      <a:pt x="187793" y="109061"/>
                      <a:pt x="187639" y="111102"/>
                      <a:pt x="187488" y="113146"/>
                    </a:cubicBezTo>
                    <a:cubicBezTo>
                      <a:pt x="201758" y="87913"/>
                      <a:pt x="211345" y="57982"/>
                      <a:pt x="199525" y="29846"/>
                    </a:cubicBezTo>
                    <a:cubicBezTo>
                      <a:pt x="194521" y="17934"/>
                      <a:pt x="185125" y="6293"/>
                      <a:pt x="172819" y="1459"/>
                    </a:cubicBezTo>
                    <a:cubicBezTo>
                      <a:pt x="157530" y="-4547"/>
                      <a:pt x="148487" y="9119"/>
                      <a:pt x="144368" y="21911"/>
                    </a:cubicBezTo>
                    <a:cubicBezTo>
                      <a:pt x="139561" y="36834"/>
                      <a:pt x="140407" y="52914"/>
                      <a:pt x="146295" y="67385"/>
                    </a:cubicBezTo>
                    <a:cubicBezTo>
                      <a:pt x="149207" y="74540"/>
                      <a:pt x="159871" y="69323"/>
                      <a:pt x="157068" y="62220"/>
                    </a:cubicBezTo>
                    <a:cubicBezTo>
                      <a:pt x="151612" y="48399"/>
                      <a:pt x="142985" y="36135"/>
                      <a:pt x="131850" y="26305"/>
                    </a:cubicBezTo>
                    <a:cubicBezTo>
                      <a:pt x="122918" y="18421"/>
                      <a:pt x="109328" y="7882"/>
                      <a:pt x="96489" y="10298"/>
                    </a:cubicBezTo>
                    <a:cubicBezTo>
                      <a:pt x="80131" y="13378"/>
                      <a:pt x="82632" y="33531"/>
                      <a:pt x="84106" y="45773"/>
                    </a:cubicBezTo>
                    <a:cubicBezTo>
                      <a:pt x="85890" y="60586"/>
                      <a:pt x="89840" y="75187"/>
                      <a:pt x="95686" y="88910"/>
                    </a:cubicBezTo>
                    <a:cubicBezTo>
                      <a:pt x="99039" y="86729"/>
                      <a:pt x="102390" y="84548"/>
                      <a:pt x="105742" y="82365"/>
                    </a:cubicBezTo>
                    <a:cubicBezTo>
                      <a:pt x="96821" y="72496"/>
                      <a:pt x="86317" y="63542"/>
                      <a:pt x="74907" y="56672"/>
                    </a:cubicBezTo>
                    <a:cubicBezTo>
                      <a:pt x="67101" y="51972"/>
                      <a:pt x="55485" y="48383"/>
                      <a:pt x="48710" y="56798"/>
                    </a:cubicBezTo>
                    <a:cubicBezTo>
                      <a:pt x="42026" y="65101"/>
                      <a:pt x="44593" y="79587"/>
                      <a:pt x="47739" y="88832"/>
                    </a:cubicBezTo>
                    <a:cubicBezTo>
                      <a:pt x="51305" y="99311"/>
                      <a:pt x="57959" y="108260"/>
                      <a:pt x="66827" y="114853"/>
                    </a:cubicBezTo>
                    <a:cubicBezTo>
                      <a:pt x="69031" y="111596"/>
                      <a:pt x="71234" y="108341"/>
                      <a:pt x="73440" y="105083"/>
                    </a:cubicBezTo>
                    <a:cubicBezTo>
                      <a:pt x="53175" y="91641"/>
                      <a:pt x="28664" y="86265"/>
                      <a:pt x="4627" y="89844"/>
                    </a:cubicBezTo>
                    <a:cubicBezTo>
                      <a:pt x="1294" y="90341"/>
                      <a:pt x="-228" y="93628"/>
                      <a:pt x="28" y="96643"/>
                    </a:cubicBezTo>
                    <a:cubicBezTo>
                      <a:pt x="2562" y="126626"/>
                      <a:pt x="25396" y="153304"/>
                      <a:pt x="53938" y="162105"/>
                    </a:cubicBezTo>
                    <a:cubicBezTo>
                      <a:pt x="61900" y="164560"/>
                      <a:pt x="69533" y="164665"/>
                      <a:pt x="77719" y="165326"/>
                    </a:cubicBezTo>
                    <a:cubicBezTo>
                      <a:pt x="82502" y="165712"/>
                      <a:pt x="85569" y="168135"/>
                      <a:pt x="88983" y="171311"/>
                    </a:cubicBezTo>
                    <a:cubicBezTo>
                      <a:pt x="93114" y="175153"/>
                      <a:pt x="97185" y="179063"/>
                      <a:pt x="101281" y="182944"/>
                    </a:cubicBezTo>
                    <a:cubicBezTo>
                      <a:pt x="117207" y="198036"/>
                      <a:pt x="132993" y="213275"/>
                      <a:pt x="148681" y="228616"/>
                    </a:cubicBezTo>
                    <a:cubicBezTo>
                      <a:pt x="166645" y="246179"/>
                      <a:pt x="184404" y="263894"/>
                      <a:pt x="202976" y="280812"/>
                    </a:cubicBezTo>
                    <a:cubicBezTo>
                      <a:pt x="206908" y="284392"/>
                      <a:pt x="213227" y="279466"/>
                      <a:pt x="209454" y="275287"/>
                    </a:cubicBezTo>
                    <a:lnTo>
                      <a:pt x="209454" y="275287"/>
                    </a:lnTo>
                    <a:close/>
                  </a:path>
                </a:pathLst>
              </a:custGeom>
              <a:solidFill>
                <a:srgbClr val="8C877E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8739c13-270b-4d63-9c0b-50d591efe45f" id="177" name="任意多边形: 形状 176">
                <a:extLst>
                  <a:ext uri="{FF2B5EF4-FFF2-40B4-BE49-F238E27FC236}">
                    <a16:creationId id="{E3D77409-FD2F-46C6-A26E-162E048F2941}"/>
                  </a:ext>
                </a:extLst>
              </p:cNvPr>
              <p:cNvSpPr/>
              <p:nvPr/>
            </p:nvSpPr>
            <p:spPr>
              <a:xfrm flipV="false" flipH="false">
                <a:off x="4861268" y="2053168"/>
                <a:ext cx="145149" cy="279163"/>
              </a:xfrm>
              <a:custGeom>
                <a:avLst/>
                <a:gdLst>
                  <a:gd fmla="*/ 165175 w 255110" name="connsiteX0"/>
                  <a:gd fmla="*/ 70925 h 490651" name="connsiteY0"/>
                  <a:gd fmla="*/ 190107 w 255110" name="connsiteX1"/>
                  <a:gd fmla="*/ 145707 h 490651" name="connsiteY1"/>
                  <a:gd fmla="*/ 193772 w 255110" name="connsiteX2"/>
                  <a:gd fmla="*/ 298625 h 490651" name="connsiteY2"/>
                  <a:gd fmla="*/ 255110 w 255110" name="connsiteX3"/>
                  <a:gd fmla="*/ 433938 h 490651" name="connsiteY3"/>
                  <a:gd fmla="*/ 139823 w 255110" name="connsiteX4"/>
                  <a:gd fmla="*/ 490651 h 490651" name="connsiteY4"/>
                  <a:gd fmla="*/ 53362 w 255110" name="connsiteX5"/>
                  <a:gd fmla="*/ 426479 h 490651" name="connsiteY5"/>
                  <a:gd fmla="*/ 0 w 255110" name="connsiteX6"/>
                  <a:gd fmla="*/ 415030 h 490651" name="connsiteY6"/>
                  <a:gd fmla="*/ 15359 w 255110" name="connsiteX7"/>
                  <a:gd fmla="*/ 399757 h 490651" name="connsiteY7"/>
                  <a:gd fmla="*/ 18524 w 255110" name="connsiteX8"/>
                  <a:gd fmla="*/ 0 h 490651" name="connsiteY8"/>
                  <a:gd fmla="*/ 81526 w 255110" name="connsiteX9"/>
                  <a:gd fmla="*/ 15963 h 490651" name="connsiteY9"/>
                  <a:gd fmla="*/ 165175 w 255110" name="connsiteX10"/>
                  <a:gd fmla="*/ 70925 h 490651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490651" w="255110">
                    <a:moveTo>
                      <a:pt x="165175" y="70925"/>
                    </a:moveTo>
                    <a:cubicBezTo>
                      <a:pt x="180571" y="92581"/>
                      <a:pt x="187143" y="119313"/>
                      <a:pt x="190107" y="145707"/>
                    </a:cubicBezTo>
                    <a:cubicBezTo>
                      <a:pt x="195905" y="196397"/>
                      <a:pt x="189738" y="247759"/>
                      <a:pt x="193772" y="298625"/>
                    </a:cubicBezTo>
                    <a:cubicBezTo>
                      <a:pt x="197910" y="349470"/>
                      <a:pt x="214642" y="402901"/>
                      <a:pt x="255110" y="433938"/>
                    </a:cubicBezTo>
                    <a:lnTo>
                      <a:pt x="139823" y="490651"/>
                    </a:lnTo>
                    <a:cubicBezTo>
                      <a:pt x="114235" y="465025"/>
                      <a:pt x="87137" y="439470"/>
                      <a:pt x="53362" y="426479"/>
                    </a:cubicBezTo>
                    <a:cubicBezTo>
                      <a:pt x="36223" y="419815"/>
                      <a:pt x="18262" y="416795"/>
                      <a:pt x="0" y="415030"/>
                    </a:cubicBezTo>
                    <a:cubicBezTo>
                      <a:pt x="4924" y="410049"/>
                      <a:pt x="10037" y="404924"/>
                      <a:pt x="15359" y="399757"/>
                    </a:cubicBezTo>
                    <a:cubicBezTo>
                      <a:pt x="192535" y="228369"/>
                      <a:pt x="93716" y="76366"/>
                      <a:pt x="18524" y="0"/>
                    </a:cubicBezTo>
                    <a:cubicBezTo>
                      <a:pt x="39964" y="3274"/>
                      <a:pt x="61075" y="8792"/>
                      <a:pt x="81526" y="15963"/>
                    </a:cubicBezTo>
                    <a:cubicBezTo>
                      <a:pt x="113526" y="27117"/>
                      <a:pt x="145474" y="43347"/>
                      <a:pt x="165175" y="70925"/>
                    </a:cubicBezTo>
                    <a:close/>
                  </a:path>
                </a:pathLst>
              </a:custGeom>
              <a:solidFill>
                <a:srgbClr val="FFB93E">
                  <a:alpha val="31000"/>
                </a:srgbClr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010b65b-bdd5-473c-a83d-802756857565" id="178" name="任意多边形: 形状 177">
                <a:extLst>
                  <a:ext uri="{FF2B5EF4-FFF2-40B4-BE49-F238E27FC236}">
                    <a16:creationId id="{92DDACA1-F1BB-3774-59F4-D8C410085837}"/>
                  </a:ext>
                </a:extLst>
              </p:cNvPr>
              <p:cNvSpPr/>
              <p:nvPr/>
            </p:nvSpPr>
            <p:spPr>
              <a:xfrm flipV="false" flipH="false">
                <a:off x="4920300" y="2270528"/>
                <a:ext cx="139625" cy="143063"/>
              </a:xfrm>
              <a:custGeom>
                <a:avLst/>
                <a:gdLst>
                  <a:gd fmla="*/ 158280 w 245402" name="connsiteX0"/>
                  <a:gd fmla="*/ 3346 h 251445" name="connsiteY0"/>
                  <a:gd fmla="*/ 161013 w 245402" name="connsiteX1"/>
                  <a:gd fmla="*/ 5378 h 251445" name="connsiteY1"/>
                  <a:gd fmla="*/ 158040 w 245402" name="connsiteX2"/>
                  <a:gd fmla="*/ 53238 h 251445" name="connsiteY2"/>
                  <a:gd fmla="*/ 181755 w 245402" name="connsiteX3"/>
                  <a:gd fmla="*/ 40331 h 251445" name="connsiteY3"/>
                  <a:gd fmla="*/ 195139 w 245402" name="connsiteX4"/>
                  <a:gd fmla="*/ 40527 h 251445" name="connsiteY4"/>
                  <a:gd fmla="*/ 206397 w 245402" name="connsiteX5"/>
                  <a:gd fmla="*/ 47781 h 251445" name="connsiteY5"/>
                  <a:gd fmla="*/ 211506 w 245402" name="connsiteX6"/>
                  <a:gd fmla="*/ 64391 h 251445" name="connsiteY6"/>
                  <a:gd fmla="*/ 201558 w 245402" name="connsiteX7"/>
                  <a:gd fmla="*/ 107439 h 251445" name="connsiteY7"/>
                  <a:gd fmla="*/ 202680 w 245402" name="connsiteX8"/>
                  <a:gd fmla="*/ 105914 h 251445" name="connsiteY8"/>
                  <a:gd fmla="*/ 231478 w 245402" name="connsiteX9"/>
                  <a:gd fmla="*/ 101561 h 251445" name="connsiteY9"/>
                  <a:gd fmla="*/ 235130 w 245402" name="connsiteX10"/>
                  <a:gd fmla="*/ 104126 h 251445" name="connsiteY10"/>
                  <a:gd fmla="*/ 244137 w 245402" name="connsiteX11"/>
                  <a:gd fmla="*/ 139543 h 251445" name="connsiteY11"/>
                  <a:gd fmla="*/ 225047 w 245402" name="connsiteX12"/>
                  <a:gd fmla="*/ 172478 h 251445" name="connsiteY12"/>
                  <a:gd fmla="*/ 136096 w 245402" name="connsiteX13"/>
                  <a:gd fmla="*/ 243723 h 251445" name="connsiteY13"/>
                  <a:gd fmla="*/ 103425 w 245402" name="connsiteX14"/>
                  <a:gd fmla="*/ 250296 h 251445" name="connsiteY14"/>
                  <a:gd fmla="*/ 85804 w 245402" name="connsiteX15"/>
                  <a:gd fmla="*/ 231521 h 251445" name="connsiteY15"/>
                  <a:gd fmla="*/ 84496 w 245402" name="connsiteX16"/>
                  <a:gd fmla="*/ 226162 h 251445" name="connsiteY16"/>
                  <a:gd fmla="*/ 90568 w 245402" name="connsiteX17"/>
                  <a:gd fmla="*/ 194922 h 251445" name="connsiteY17"/>
                  <a:gd fmla="*/ 42320 w 245402" name="connsiteX18"/>
                  <a:gd fmla="*/ 202646 h 251445" name="connsiteY18"/>
                  <a:gd fmla="*/ 33146 w 245402" name="connsiteX19"/>
                  <a:gd fmla="*/ 185293 h 251445" name="connsiteY19"/>
                  <a:gd fmla="*/ 39764 w 245402" name="connsiteX20"/>
                  <a:gd fmla="*/ 150678 h 251445" name="connsiteY20"/>
                  <a:gd fmla="*/ 4473 w 245402" name="connsiteX21"/>
                  <a:gd fmla="*/ 156940 h 251445" name="connsiteY21"/>
                  <a:gd fmla="*/ 358 w 245402" name="connsiteX22"/>
                  <a:gd fmla="*/ 148036 h 251445" name="connsiteY22"/>
                  <a:gd fmla="*/ 932 w 245402" name="connsiteX23"/>
                  <a:gd fmla="*/ 134905 h 251445" name="connsiteY23"/>
                  <a:gd fmla="*/ 8288 w 245402" name="connsiteX24"/>
                  <a:gd fmla="*/ 111750 h 251445" name="connsiteY24"/>
                  <a:gd fmla="*/ 125798 w 245402" name="connsiteX25"/>
                  <a:gd fmla="*/ 3565 h 251445" name="connsiteY25"/>
                  <a:gd fmla="*/ 158280 w 245402" name="connsiteX26"/>
                  <a:gd fmla="*/ 3346 h 251445" name="connsiteY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b="b" l="l" r="r" t="t"/>
                <a:pathLst>
                  <a:path h="251445" w="245402">
                    <a:moveTo>
                      <a:pt x="158280" y="3346"/>
                    </a:moveTo>
                    <a:cubicBezTo>
                      <a:pt x="159219" y="3981"/>
                      <a:pt x="160158" y="4617"/>
                      <a:pt x="161013" y="5378"/>
                    </a:cubicBezTo>
                    <a:cubicBezTo>
                      <a:pt x="174153" y="16737"/>
                      <a:pt x="166726" y="38107"/>
                      <a:pt x="158040" y="53238"/>
                    </a:cubicBezTo>
                    <a:cubicBezTo>
                      <a:pt x="165171" y="47559"/>
                      <a:pt x="172864" y="42263"/>
                      <a:pt x="181755" y="40331"/>
                    </a:cubicBezTo>
                    <a:cubicBezTo>
                      <a:pt x="186085" y="39332"/>
                      <a:pt x="190784" y="39407"/>
                      <a:pt x="195139" y="40527"/>
                    </a:cubicBezTo>
                    <a:cubicBezTo>
                      <a:pt x="199517" y="41753"/>
                      <a:pt x="203570" y="44133"/>
                      <a:pt x="206397" y="47781"/>
                    </a:cubicBezTo>
                    <a:cubicBezTo>
                      <a:pt x="210016" y="52422"/>
                      <a:pt x="211192" y="58514"/>
                      <a:pt x="211506" y="64391"/>
                    </a:cubicBezTo>
                    <a:cubicBezTo>
                      <a:pt x="212535" y="79337"/>
                      <a:pt x="209031" y="94505"/>
                      <a:pt x="201558" y="107439"/>
                    </a:cubicBezTo>
                    <a:cubicBezTo>
                      <a:pt x="201958" y="106979"/>
                      <a:pt x="202299" y="106478"/>
                      <a:pt x="202680" y="105914"/>
                    </a:cubicBezTo>
                    <a:cubicBezTo>
                      <a:pt x="209033" y="97609"/>
                      <a:pt x="222155" y="96438"/>
                      <a:pt x="231478" y="101561"/>
                    </a:cubicBezTo>
                    <a:cubicBezTo>
                      <a:pt x="232752" y="102243"/>
                      <a:pt x="233962" y="103152"/>
                      <a:pt x="235130" y="104126"/>
                    </a:cubicBezTo>
                    <a:cubicBezTo>
                      <a:pt x="244766" y="112564"/>
                      <a:pt x="247246" y="127121"/>
                      <a:pt x="244137" y="139543"/>
                    </a:cubicBezTo>
                    <a:cubicBezTo>
                      <a:pt x="241030" y="151963"/>
                      <a:pt x="233278" y="162611"/>
                      <a:pt x="225047" y="172478"/>
                    </a:cubicBezTo>
                    <a:cubicBezTo>
                      <a:pt x="200442" y="201682"/>
                      <a:pt x="170061" y="226062"/>
                      <a:pt x="136096" y="243723"/>
                    </a:cubicBezTo>
                    <a:cubicBezTo>
                      <a:pt x="125990" y="248942"/>
                      <a:pt x="114270" y="253706"/>
                      <a:pt x="103425" y="250296"/>
                    </a:cubicBezTo>
                    <a:cubicBezTo>
                      <a:pt x="94885" y="247529"/>
                      <a:pt x="88600" y="240079"/>
                      <a:pt x="85804" y="231521"/>
                    </a:cubicBezTo>
                    <a:cubicBezTo>
                      <a:pt x="85187" y="229733"/>
                      <a:pt x="84736" y="227968"/>
                      <a:pt x="84496" y="226162"/>
                    </a:cubicBezTo>
                    <a:cubicBezTo>
                      <a:pt x="82871" y="215473"/>
                      <a:pt x="85948" y="204582"/>
                      <a:pt x="90568" y="194922"/>
                    </a:cubicBezTo>
                    <a:cubicBezTo>
                      <a:pt x="75775" y="204093"/>
                      <a:pt x="56116" y="213168"/>
                      <a:pt x="42320" y="202646"/>
                    </a:cubicBezTo>
                    <a:cubicBezTo>
                      <a:pt x="36579" y="198305"/>
                      <a:pt x="33873" y="192181"/>
                      <a:pt x="33146" y="185293"/>
                    </a:cubicBezTo>
                    <a:cubicBezTo>
                      <a:pt x="31837" y="174268"/>
                      <a:pt x="35556" y="161349"/>
                      <a:pt x="39764" y="150678"/>
                    </a:cubicBezTo>
                    <a:cubicBezTo>
                      <a:pt x="29470" y="158874"/>
                      <a:pt x="13555" y="166463"/>
                      <a:pt x="4473" y="156940"/>
                    </a:cubicBezTo>
                    <a:cubicBezTo>
                      <a:pt x="2139" y="154448"/>
                      <a:pt x="840" y="151376"/>
                      <a:pt x="358" y="148036"/>
                    </a:cubicBezTo>
                    <a:cubicBezTo>
                      <a:pt x="-346" y="143814"/>
                      <a:pt x="64" y="139159"/>
                      <a:pt x="932" y="134905"/>
                    </a:cubicBezTo>
                    <a:cubicBezTo>
                      <a:pt x="2498" y="126922"/>
                      <a:pt x="5028" y="119134"/>
                      <a:pt x="8288" y="111750"/>
                    </a:cubicBezTo>
                    <a:cubicBezTo>
                      <a:pt x="24403" y="59995"/>
                      <a:pt x="73268" y="20719"/>
                      <a:pt x="125798" y="3565"/>
                    </a:cubicBezTo>
                    <a:cubicBezTo>
                      <a:pt x="136354" y="109"/>
                      <a:pt x="149086" y="-2237"/>
                      <a:pt x="158280" y="3346"/>
                    </a:cubicBezTo>
                    <a:close/>
                  </a:path>
                </a:pathLst>
              </a:custGeom>
              <a:solidFill>
                <a:srgbClr val="CEC5B6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27cb519-dd4b-4c81-b4b6-3ac422c78b9b" id="179" name="任意多边形: 形状 178">
                <a:extLst>
                  <a:ext uri="{FF2B5EF4-FFF2-40B4-BE49-F238E27FC236}">
                    <a16:creationId id="{DB143CF7-5798-130B-E728-5760D64CDEBB}"/>
                  </a:ext>
                </a:extLst>
              </p:cNvPr>
              <p:cNvSpPr/>
              <p:nvPr/>
            </p:nvSpPr>
            <p:spPr>
              <a:xfrm flipV="false" flipH="false">
                <a:off x="4920503" y="2272432"/>
                <a:ext cx="95466" cy="89909"/>
              </a:xfrm>
              <a:custGeom>
                <a:avLst/>
                <a:gdLst>
                  <a:gd fmla="*/ 157922 w 167789" name="connsiteX0"/>
                  <a:gd fmla="*/ 0 h 158022" name="connsiteY0"/>
                  <a:gd fmla="*/ 160655 w 167789" name="connsiteX1"/>
                  <a:gd fmla="*/ 2032 h 158022" name="connsiteY1"/>
                  <a:gd fmla="*/ 157682 w 167789" name="connsiteX2"/>
                  <a:gd fmla="*/ 49892 h 158022" name="connsiteY2"/>
                  <a:gd fmla="*/ 39406 w 167789" name="connsiteX3"/>
                  <a:gd fmla="*/ 147331 h 158022" name="connsiteY3"/>
                  <a:gd fmla="*/ 4114 w 167789" name="connsiteX4"/>
                  <a:gd fmla="*/ 153592 h 158022" name="connsiteY4"/>
                  <a:gd fmla="*/ 0 w 167789" name="connsiteX5"/>
                  <a:gd fmla="*/ 144688 h 158022" name="connsiteY5"/>
                  <a:gd fmla="*/ 7898 w 167789" name="connsiteX6"/>
                  <a:gd fmla="*/ 146380 h 158022" name="connsiteY6"/>
                  <a:gd fmla="*/ 157922 w 167789" name="connsiteX7"/>
                  <a:gd fmla="*/ 0 h 158022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58022" w="167789">
                    <a:moveTo>
                      <a:pt x="157922" y="0"/>
                    </a:moveTo>
                    <a:cubicBezTo>
                      <a:pt x="158860" y="636"/>
                      <a:pt x="159800" y="1271"/>
                      <a:pt x="160655" y="2032"/>
                    </a:cubicBezTo>
                    <a:cubicBezTo>
                      <a:pt x="173795" y="13391"/>
                      <a:pt x="166368" y="34761"/>
                      <a:pt x="157682" y="49892"/>
                    </a:cubicBezTo>
                    <a:cubicBezTo>
                      <a:pt x="122785" y="92958"/>
                      <a:pt x="39406" y="147331"/>
                      <a:pt x="39406" y="147331"/>
                    </a:cubicBezTo>
                    <a:cubicBezTo>
                      <a:pt x="29112" y="155526"/>
                      <a:pt x="13197" y="163115"/>
                      <a:pt x="4114" y="153592"/>
                    </a:cubicBezTo>
                    <a:cubicBezTo>
                      <a:pt x="1780" y="151100"/>
                      <a:pt x="482" y="148028"/>
                      <a:pt x="0" y="144688"/>
                    </a:cubicBezTo>
                    <a:cubicBezTo>
                      <a:pt x="2029" y="145605"/>
                      <a:pt x="4647" y="146190"/>
                      <a:pt x="7898" y="146380"/>
                    </a:cubicBezTo>
                    <a:cubicBezTo>
                      <a:pt x="28015" y="147292"/>
                      <a:pt x="124333" y="72174"/>
                      <a:pt x="157922" y="0"/>
                    </a:cubicBezTo>
                    <a:close/>
                  </a:path>
                </a:pathLst>
              </a:custGeom>
              <a:solidFill>
                <a:srgbClr val="A89F92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77f9313-bb7d-49e0-b21e-ac37b70349ab" id="180" name="任意多边形: 形状 179">
                <a:extLst>
                  <a:ext uri="{FF2B5EF4-FFF2-40B4-BE49-F238E27FC236}">
                    <a16:creationId id="{248D4C76-C25F-926E-C1C0-B10336FB48DC}"/>
                  </a:ext>
                </a:extLst>
              </p:cNvPr>
              <p:cNvSpPr/>
              <p:nvPr/>
            </p:nvSpPr>
            <p:spPr>
              <a:xfrm flipV="false" flipH="false">
                <a:off x="4939158" y="2293588"/>
                <a:ext cx="101580" cy="94923"/>
              </a:xfrm>
              <a:custGeom>
                <a:avLst/>
                <a:gdLst>
                  <a:gd fmla="*/ 173249 w 178534" name="connsiteX0"/>
                  <a:gd fmla="*/ 7251 h 166834" name="connsiteY0"/>
                  <a:gd fmla="*/ 178358 w 178534" name="connsiteX1"/>
                  <a:gd fmla="*/ 23862 h 166834" name="connsiteY1"/>
                  <a:gd fmla="*/ 168409 w 178534" name="connsiteX2"/>
                  <a:gd fmla="*/ 66909 h 166834" name="connsiteY2"/>
                  <a:gd fmla="*/ 57422 w 178534" name="connsiteX3"/>
                  <a:gd fmla="*/ 154390 h 166834" name="connsiteY3"/>
                  <a:gd fmla="*/ 9174 w 178534" name="connsiteX4"/>
                  <a:gd fmla="*/ 162114 h 166834" name="connsiteY4"/>
                  <a:gd fmla="*/ 0 w 178534" name="connsiteX5"/>
                  <a:gd fmla="*/ 144761 h 166834" name="connsiteY5"/>
                  <a:gd fmla="*/ 161950 w 178534" name="connsiteX6"/>
                  <a:gd fmla="*/ 62 h 166834" name="connsiteY6"/>
                  <a:gd fmla="*/ 161993 w 178534" name="connsiteX7"/>
                  <a:gd fmla="*/ 0 h 166834" name="connsiteY7"/>
                  <a:gd fmla="*/ 173249 w 178534" name="connsiteX8"/>
                  <a:gd fmla="*/ 7251 h 166834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66834" w="178534">
                    <a:moveTo>
                      <a:pt x="173249" y="7251"/>
                    </a:moveTo>
                    <a:cubicBezTo>
                      <a:pt x="176868" y="11892"/>
                      <a:pt x="178043" y="17984"/>
                      <a:pt x="178358" y="23862"/>
                    </a:cubicBezTo>
                    <a:cubicBezTo>
                      <a:pt x="179387" y="38807"/>
                      <a:pt x="175882" y="53975"/>
                      <a:pt x="168409" y="66909"/>
                    </a:cubicBezTo>
                    <a:cubicBezTo>
                      <a:pt x="151297" y="86932"/>
                      <a:pt x="83867" y="156209"/>
                      <a:pt x="57422" y="154390"/>
                    </a:cubicBezTo>
                    <a:cubicBezTo>
                      <a:pt x="42629" y="163561"/>
                      <a:pt x="22971" y="172637"/>
                      <a:pt x="9174" y="162114"/>
                    </a:cubicBezTo>
                    <a:cubicBezTo>
                      <a:pt x="3433" y="157773"/>
                      <a:pt x="727" y="151649"/>
                      <a:pt x="0" y="144761"/>
                    </a:cubicBezTo>
                    <a:cubicBezTo>
                      <a:pt x="0" y="144761"/>
                      <a:pt x="91886" y="140445"/>
                      <a:pt x="161950" y="62"/>
                    </a:cubicBezTo>
                    <a:lnTo>
                      <a:pt x="161993" y="0"/>
                    </a:lnTo>
                    <a:cubicBezTo>
                      <a:pt x="166369" y="1223"/>
                      <a:pt x="170424" y="3603"/>
                      <a:pt x="173249" y="7251"/>
                    </a:cubicBezTo>
                    <a:close/>
                  </a:path>
                </a:pathLst>
              </a:custGeom>
              <a:solidFill>
                <a:srgbClr val="A89F92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58efd78-59b4-4030-857e-83bd204cc8b3" id="181" name="任意多边形: 形状 180">
                <a:extLst>
                  <a:ext uri="{FF2B5EF4-FFF2-40B4-BE49-F238E27FC236}">
                    <a16:creationId id="{FD4249EE-AC34-3EFC-066F-DB02A176BDDD}"/>
                  </a:ext>
                </a:extLst>
              </p:cNvPr>
              <p:cNvSpPr/>
              <p:nvPr/>
            </p:nvSpPr>
            <p:spPr>
              <a:xfrm flipV="false" flipH="false">
                <a:off x="4955452" y="2312257"/>
                <a:ext cx="38104" cy="36368"/>
              </a:xfrm>
              <a:custGeom>
                <a:avLst/>
                <a:gdLst>
                  <a:gd fmla="*/ 63500 w 66971" name="connsiteX0"/>
                  <a:gd fmla="*/ 688 h 63920" name="connsiteY0"/>
                  <a:gd fmla="*/ 48628 w 66971" name="connsiteX1"/>
                  <a:gd fmla="*/ 16811 h 63920" name="connsiteY1"/>
                  <a:gd fmla="*/ 33437 w 66971" name="connsiteX2"/>
                  <a:gd fmla="*/ 31867 h 63920" name="connsiteY2"/>
                  <a:gd fmla="*/ 16836 w 66971" name="connsiteX3"/>
                  <a:gd fmla="*/ 45494 h 63920" name="connsiteY3"/>
                  <a:gd fmla="*/ 8094 w 66971" name="connsiteX4"/>
                  <a:gd fmla="*/ 51737 h 63920" name="connsiteY4"/>
                  <a:gd fmla="*/ 605 w 66971" name="connsiteX5"/>
                  <a:gd fmla="*/ 58524 h 63920" name="connsiteY5"/>
                  <a:gd fmla="*/ 3715 w 66971" name="connsiteX6"/>
                  <a:gd fmla="*/ 63917 h 63920" name="connsiteY6"/>
                  <a:gd fmla="*/ 23065 w 66971" name="connsiteX7"/>
                  <a:gd fmla="*/ 53751 h 63920" name="connsiteY7"/>
                  <a:gd fmla="*/ 40597 w 66971" name="connsiteX8"/>
                  <a:gd fmla="*/ 38828 h 63920" name="connsiteY8"/>
                  <a:gd fmla="*/ 55604 w 66971" name="connsiteX9"/>
                  <a:gd fmla="*/ 21713 h 63920" name="connsiteY9"/>
                  <a:gd fmla="*/ 66748 w 66971" name="connsiteX10"/>
                  <a:gd fmla="*/ 2556 h 63920" name="connsiteY10"/>
                  <a:gd fmla="*/ 63500 w 66971" name="connsiteX11"/>
                  <a:gd fmla="*/ 688 h 63920" name="connsiteY11"/>
                  <a:gd fmla="*/ 63500 w 66971" name="connsiteX12"/>
                  <a:gd fmla="*/ 688 h 63920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63920" w="66971">
                    <a:moveTo>
                      <a:pt x="63500" y="688"/>
                    </a:moveTo>
                    <a:cubicBezTo>
                      <a:pt x="59035" y="6634"/>
                      <a:pt x="53899" y="11606"/>
                      <a:pt x="48628" y="16811"/>
                    </a:cubicBezTo>
                    <a:cubicBezTo>
                      <a:pt x="43548" y="21827"/>
                      <a:pt x="38688" y="27019"/>
                      <a:pt x="33437" y="31867"/>
                    </a:cubicBezTo>
                    <a:cubicBezTo>
                      <a:pt x="28163" y="36734"/>
                      <a:pt x="22597" y="41224"/>
                      <a:pt x="16836" y="45494"/>
                    </a:cubicBezTo>
                    <a:cubicBezTo>
                      <a:pt x="13960" y="47624"/>
                      <a:pt x="10947" y="49579"/>
                      <a:pt x="8094" y="51737"/>
                    </a:cubicBezTo>
                    <a:cubicBezTo>
                      <a:pt x="5520" y="53685"/>
                      <a:pt x="2291" y="55758"/>
                      <a:pt x="605" y="58524"/>
                    </a:cubicBezTo>
                    <a:cubicBezTo>
                      <a:pt x="-961" y="61096"/>
                      <a:pt x="668" y="64029"/>
                      <a:pt x="3715" y="63917"/>
                    </a:cubicBezTo>
                    <a:cubicBezTo>
                      <a:pt x="10460" y="63670"/>
                      <a:pt x="17794" y="57628"/>
                      <a:pt x="23065" y="53751"/>
                    </a:cubicBezTo>
                    <a:cubicBezTo>
                      <a:pt x="29239" y="49209"/>
                      <a:pt x="35087" y="44150"/>
                      <a:pt x="40597" y="38828"/>
                    </a:cubicBezTo>
                    <a:cubicBezTo>
                      <a:pt x="45996" y="33611"/>
                      <a:pt x="51407" y="27951"/>
                      <a:pt x="55604" y="21713"/>
                    </a:cubicBezTo>
                    <a:cubicBezTo>
                      <a:pt x="59710" y="15612"/>
                      <a:pt x="63118" y="8948"/>
                      <a:pt x="66748" y="2556"/>
                    </a:cubicBezTo>
                    <a:cubicBezTo>
                      <a:pt x="67819" y="677"/>
                      <a:pt x="64750" y="-980"/>
                      <a:pt x="63500" y="688"/>
                    </a:cubicBezTo>
                    <a:lnTo>
                      <a:pt x="63500" y="688"/>
                    </a:lnTo>
                    <a:close/>
                  </a:path>
                </a:pathLst>
              </a:custGeom>
              <a:solidFill>
                <a:srgbClr val="8C877E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b492aa8-1dcd-4f60-b08d-cdd434de6af7" id="182" name="任意多边形: 形状 181">
                <a:extLst>
                  <a:ext uri="{FF2B5EF4-FFF2-40B4-BE49-F238E27FC236}">
                    <a16:creationId id="{01232570-5940-5C8A-5582-6CC3EE5B1216}"/>
                  </a:ext>
                </a:extLst>
              </p:cNvPr>
              <p:cNvSpPr/>
              <p:nvPr/>
            </p:nvSpPr>
            <p:spPr>
              <a:xfrm flipV="false" flipH="false">
                <a:off x="4986169" y="2346836"/>
                <a:ext cx="29936" cy="28377"/>
              </a:xfrm>
              <a:custGeom>
                <a:avLst/>
                <a:gdLst>
                  <a:gd fmla="*/ 45429 w 52614" name="connsiteX0"/>
                  <a:gd fmla="*/ 1929 h 49875" name="connsiteY0"/>
                  <a:gd fmla="*/ 24717 w 52614" name="connsiteX1"/>
                  <a:gd fmla="*/ 26700 h 49875" name="connsiteY1"/>
                  <a:gd fmla="*/ 12362 w 52614" name="connsiteX2"/>
                  <a:gd fmla="*/ 36806 h 49875" name="connsiteY2"/>
                  <a:gd fmla="*/ 348 w 52614" name="connsiteX3"/>
                  <a:gd fmla="*/ 46617 h 49875" name="connsiteY3"/>
                  <a:gd fmla="*/ 2340 w 52614" name="connsiteX4"/>
                  <a:gd fmla="*/ 49848 h 49875" name="connsiteY4"/>
                  <a:gd fmla="*/ 17777 w 52614" name="connsiteX5"/>
                  <a:gd fmla="*/ 44396 h 49875" name="connsiteY5"/>
                  <a:gd fmla="*/ 31968 w 52614" name="connsiteX6"/>
                  <a:gd fmla="*/ 33681 h 49875" name="connsiteY6"/>
                  <a:gd fmla="*/ 52182 w 52614" name="connsiteX7"/>
                  <a:gd fmla="*/ 5595 h 49875" name="connsiteY7"/>
                  <a:gd fmla="*/ 45429 w 52614" name="connsiteX8"/>
                  <a:gd fmla="*/ 1929 h 49875" name="connsiteY8"/>
                  <a:gd fmla="*/ 45429 w 52614" name="connsiteX9"/>
                  <a:gd fmla="*/ 1929 h 49875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49875" w="52614">
                    <a:moveTo>
                      <a:pt x="45429" y="1929"/>
                    </a:moveTo>
                    <a:cubicBezTo>
                      <a:pt x="39862" y="11127"/>
                      <a:pt x="32701" y="19503"/>
                      <a:pt x="24717" y="26700"/>
                    </a:cubicBezTo>
                    <a:cubicBezTo>
                      <a:pt x="20754" y="30275"/>
                      <a:pt x="16538" y="33491"/>
                      <a:pt x="12362" y="36806"/>
                    </a:cubicBezTo>
                    <a:cubicBezTo>
                      <a:pt x="8447" y="39910"/>
                      <a:pt x="3302" y="42537"/>
                      <a:pt x="348" y="46617"/>
                    </a:cubicBezTo>
                    <a:cubicBezTo>
                      <a:pt x="-730" y="48110"/>
                      <a:pt x="911" y="49745"/>
                      <a:pt x="2340" y="49848"/>
                    </a:cubicBezTo>
                    <a:cubicBezTo>
                      <a:pt x="7518" y="50220"/>
                      <a:pt x="13347" y="46753"/>
                      <a:pt x="17777" y="44396"/>
                    </a:cubicBezTo>
                    <a:cubicBezTo>
                      <a:pt x="22946" y="41646"/>
                      <a:pt x="27730" y="37698"/>
                      <a:pt x="31968" y="33681"/>
                    </a:cubicBezTo>
                    <a:cubicBezTo>
                      <a:pt x="40457" y="25637"/>
                      <a:pt x="47139" y="16127"/>
                      <a:pt x="52182" y="5595"/>
                    </a:cubicBezTo>
                    <a:cubicBezTo>
                      <a:pt x="54317" y="1137"/>
                      <a:pt x="47998" y="-2314"/>
                      <a:pt x="45429" y="1929"/>
                    </a:cubicBezTo>
                    <a:lnTo>
                      <a:pt x="45429" y="1929"/>
                    </a:lnTo>
                    <a:close/>
                  </a:path>
                </a:pathLst>
              </a:custGeom>
              <a:solidFill>
                <a:srgbClr val="8C877E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d394f17-9090-4568-9673-41b66d5156af" id="183" name="任意多边形: 形状 182">
                <a:extLst>
                  <a:ext uri="{FF2B5EF4-FFF2-40B4-BE49-F238E27FC236}">
                    <a16:creationId id="{A91283B2-A184-B33F-5158-CB931EA966B7}"/>
                  </a:ext>
                </a:extLst>
              </p:cNvPr>
              <p:cNvSpPr/>
              <p:nvPr/>
            </p:nvSpPr>
            <p:spPr>
              <a:xfrm flipV="false" flipH="false">
                <a:off x="4969118" y="2328313"/>
                <a:ext cx="90805" cy="85279"/>
              </a:xfrm>
              <a:custGeom>
                <a:avLst/>
                <a:gdLst>
                  <a:gd fmla="*/ 145673 w 159597" name="connsiteX0"/>
                  <a:gd fmla="*/ 0 h 149884" name="connsiteY0"/>
                  <a:gd fmla="*/ 149326 w 159597" name="connsiteX1"/>
                  <a:gd fmla="*/ 2565 h 149884" name="connsiteY1"/>
                  <a:gd fmla="*/ 158332 w 159597" name="connsiteX2"/>
                  <a:gd fmla="*/ 37982 h 149884" name="connsiteY2"/>
                  <a:gd fmla="*/ 139243 w 159597" name="connsiteX3"/>
                  <a:gd fmla="*/ 70917 h 149884" name="connsiteY3"/>
                  <a:gd fmla="*/ 50292 w 159597" name="connsiteX4"/>
                  <a:gd fmla="*/ 142162 h 149884" name="connsiteY4"/>
                  <a:gd fmla="*/ 17621 w 159597" name="connsiteX5"/>
                  <a:gd fmla="*/ 148734 h 149884" name="connsiteY5"/>
                  <a:gd fmla="*/ 0 w 159597" name="connsiteX6"/>
                  <a:gd fmla="*/ 129959 h 149884" name="connsiteY6"/>
                  <a:gd fmla="*/ 145673 w 159597" name="connsiteX7"/>
                  <a:gd fmla="*/ 0 h 14988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49884" w="159597">
                    <a:moveTo>
                      <a:pt x="145673" y="0"/>
                    </a:moveTo>
                    <a:cubicBezTo>
                      <a:pt x="146948" y="681"/>
                      <a:pt x="148158" y="1591"/>
                      <a:pt x="149326" y="2565"/>
                    </a:cubicBezTo>
                    <a:cubicBezTo>
                      <a:pt x="158962" y="11003"/>
                      <a:pt x="161442" y="25560"/>
                      <a:pt x="158332" y="37982"/>
                    </a:cubicBezTo>
                    <a:cubicBezTo>
                      <a:pt x="155226" y="50402"/>
                      <a:pt x="147474" y="61050"/>
                      <a:pt x="139243" y="70917"/>
                    </a:cubicBezTo>
                    <a:cubicBezTo>
                      <a:pt x="114638" y="100120"/>
                      <a:pt x="84257" y="124500"/>
                      <a:pt x="50292" y="142162"/>
                    </a:cubicBezTo>
                    <a:cubicBezTo>
                      <a:pt x="40186" y="147381"/>
                      <a:pt x="28466" y="152145"/>
                      <a:pt x="17621" y="148734"/>
                    </a:cubicBezTo>
                    <a:cubicBezTo>
                      <a:pt x="9079" y="145968"/>
                      <a:pt x="2796" y="138518"/>
                      <a:pt x="0" y="129959"/>
                    </a:cubicBezTo>
                    <a:cubicBezTo>
                      <a:pt x="26737" y="123387"/>
                      <a:pt x="106591" y="96222"/>
                      <a:pt x="145673" y="0"/>
                    </a:cubicBezTo>
                    <a:close/>
                  </a:path>
                </a:pathLst>
              </a:custGeom>
              <a:solidFill>
                <a:srgbClr val="A89F92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cd56671-fa28-4e51-bf36-93d8b55bd929" id="171" name="任意多边形: 形状 170">
                <a:extLst>
                  <a:ext uri="{FF2B5EF4-FFF2-40B4-BE49-F238E27FC236}">
                    <a16:creationId id="{D4570E97-47A9-8148-8849-239B80269188}"/>
                  </a:ext>
                </a:extLst>
              </p:cNvPr>
              <p:cNvSpPr/>
              <p:nvPr/>
            </p:nvSpPr>
            <p:spPr>
              <a:xfrm flipV="false" flipH="false">
                <a:off x="4598704" y="2098765"/>
                <a:ext cx="112337" cy="29711"/>
              </a:xfrm>
              <a:custGeom>
                <a:avLst/>
                <a:gdLst>
                  <a:gd fmla="*/ 10956 w 197441" name="connsiteX0"/>
                  <a:gd fmla="*/ 24614 h 52220" name="connsiteY0"/>
                  <a:gd fmla="*/ 110515 w 197441" name="connsiteX1"/>
                  <a:gd fmla="*/ 43784 h 52220" name="connsiteY1"/>
                  <a:gd fmla="*/ 192819 w 197441" name="connsiteX2"/>
                  <a:gd fmla="*/ 42696 h 52220" name="connsiteY2"/>
                  <a:gd fmla="*/ 189549 w 197441" name="connsiteX3"/>
                  <a:gd fmla="*/ 23594 h 52220" name="connsiteY3"/>
                  <a:gd fmla="*/ 144733 w 197441" name="connsiteX4"/>
                  <a:gd fmla="*/ 19667 h 52220" name="connsiteY4"/>
                  <a:gd fmla="*/ 95051 w 197441" name="connsiteX5"/>
                  <a:gd fmla="*/ 9579 h 52220" name="connsiteY5"/>
                  <a:gd fmla="*/ 7291 w 197441" name="connsiteX6"/>
                  <a:gd fmla="*/ 3761 h 52220" name="connsiteY6"/>
                  <a:gd fmla="*/ 10956 w 197441" name="connsiteX7"/>
                  <a:gd fmla="*/ 24614 h 52220" name="connsiteY7"/>
                  <a:gd fmla="*/ 10956 w 197441" name="connsiteX8"/>
                  <a:gd fmla="*/ 24614 h 52220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52220" w="197441">
                    <a:moveTo>
                      <a:pt x="10956" y="24614"/>
                    </a:moveTo>
                    <a:cubicBezTo>
                      <a:pt x="46112" y="26283"/>
                      <a:pt x="76667" y="34745"/>
                      <a:pt x="110515" y="43784"/>
                    </a:cubicBezTo>
                    <a:cubicBezTo>
                      <a:pt x="136027" y="50597"/>
                      <a:pt x="169366" y="59251"/>
                      <a:pt x="192819" y="42696"/>
                    </a:cubicBezTo>
                    <a:cubicBezTo>
                      <a:pt x="200083" y="37569"/>
                      <a:pt x="198632" y="25739"/>
                      <a:pt x="189549" y="23594"/>
                    </a:cubicBezTo>
                    <a:cubicBezTo>
                      <a:pt x="175024" y="20165"/>
                      <a:pt x="159576" y="21457"/>
                      <a:pt x="144733" y="19667"/>
                    </a:cubicBezTo>
                    <a:cubicBezTo>
                      <a:pt x="127893" y="17637"/>
                      <a:pt x="111522" y="13488"/>
                      <a:pt x="95051" y="9579"/>
                    </a:cubicBezTo>
                    <a:cubicBezTo>
                      <a:pt x="66954" y="2908"/>
                      <a:pt x="35790" y="-4739"/>
                      <a:pt x="7291" y="3761"/>
                    </a:cubicBezTo>
                    <a:cubicBezTo>
                      <a:pt x="-4857" y="7389"/>
                      <a:pt x="-572" y="24068"/>
                      <a:pt x="10956" y="24614"/>
                    </a:cubicBezTo>
                    <a:lnTo>
                      <a:pt x="10956" y="24614"/>
                    </a:lnTo>
                    <a:close/>
                  </a:path>
                </a:pathLst>
              </a:custGeom>
              <a:solidFill>
                <a:srgbClr val="FCBA3A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48b504b-a770-45b0-b603-9d5f472627f9" id="172" name="任意多边形: 形状 171">
                <a:extLst>
                  <a:ext uri="{FF2B5EF4-FFF2-40B4-BE49-F238E27FC236}">
                    <a16:creationId id="{34D51AF4-1C01-A0E4-9FF2-7B70221714CC}"/>
                  </a:ext>
                </a:extLst>
              </p:cNvPr>
              <p:cNvSpPr/>
              <p:nvPr/>
            </p:nvSpPr>
            <p:spPr>
              <a:xfrm flipV="false" flipH="false">
                <a:off x="4615350" y="1984294"/>
                <a:ext cx="103592" cy="90631"/>
              </a:xfrm>
              <a:custGeom>
                <a:avLst/>
                <a:gdLst>
                  <a:gd fmla="*/ 5361 w 182072" name="connsiteX0"/>
                  <a:gd fmla="*/ 20390 h 159292" name="connsiteY0"/>
                  <a:gd fmla="*/ 92498 w 182072" name="connsiteX1"/>
                  <a:gd fmla="*/ 85889 h 159292" name="connsiteY1"/>
                  <a:gd fmla="*/ 127915 w 182072" name="connsiteX2"/>
                  <a:gd fmla="*/ 121777 h 159292" name="connsiteY2"/>
                  <a:gd fmla="*/ 162418 w 182072" name="connsiteX3"/>
                  <a:gd fmla="*/ 157477 h 159292" name="connsiteY3"/>
                  <a:gd fmla="*/ 181420 w 182072" name="connsiteX4"/>
                  <a:gd fmla="*/ 141640 h 159292" name="connsiteY4"/>
                  <a:gd fmla="*/ 109173 w 182072" name="connsiteX5"/>
                  <a:gd fmla="*/ 62130 h 159292" name="connsiteY5"/>
                  <a:gd fmla="*/ 15561 w 182072" name="connsiteX6"/>
                  <a:gd fmla="*/ 1243 h 159292" name="connsiteY6"/>
                  <a:gd fmla="*/ 5361 w 182072" name="connsiteX7"/>
                  <a:gd fmla="*/ 20390 h 159292" name="connsiteY7"/>
                  <a:gd fmla="*/ 5361 w 182072" name="connsiteX8"/>
                  <a:gd fmla="*/ 20390 h 159292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59292" w="182072">
                    <a:moveTo>
                      <a:pt x="5361" y="20390"/>
                    </a:moveTo>
                    <a:cubicBezTo>
                      <a:pt x="35945" y="40231"/>
                      <a:pt x="65617" y="61177"/>
                      <a:pt x="92498" y="85889"/>
                    </a:cubicBezTo>
                    <a:cubicBezTo>
                      <a:pt x="104887" y="97278"/>
                      <a:pt x="116662" y="109272"/>
                      <a:pt x="127915" y="121777"/>
                    </a:cubicBezTo>
                    <a:cubicBezTo>
                      <a:pt x="139062" y="134160"/>
                      <a:pt x="148371" y="148374"/>
                      <a:pt x="162418" y="157477"/>
                    </a:cubicBezTo>
                    <a:cubicBezTo>
                      <a:pt x="172280" y="163869"/>
                      <a:pt x="185127" y="152133"/>
                      <a:pt x="181420" y="141640"/>
                    </a:cubicBezTo>
                    <a:cubicBezTo>
                      <a:pt x="170405" y="110473"/>
                      <a:pt x="134062" y="82714"/>
                      <a:pt x="109173" y="62130"/>
                    </a:cubicBezTo>
                    <a:cubicBezTo>
                      <a:pt x="80385" y="38324"/>
                      <a:pt x="49338" y="17261"/>
                      <a:pt x="15561" y="1243"/>
                    </a:cubicBezTo>
                    <a:cubicBezTo>
                      <a:pt x="2785" y="-4817"/>
                      <a:pt x="-6254" y="12856"/>
                      <a:pt x="5361" y="20390"/>
                    </a:cubicBezTo>
                    <a:lnTo>
                      <a:pt x="5361" y="20390"/>
                    </a:lnTo>
                    <a:close/>
                  </a:path>
                </a:pathLst>
              </a:custGeom>
              <a:solidFill>
                <a:srgbClr val="FCBA3A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db4b44a-cc4f-457d-975b-9189424f266a" id="173" name="任意多边形: 形状 172">
                <a:extLst>
                  <a:ext uri="{FF2B5EF4-FFF2-40B4-BE49-F238E27FC236}">
                    <a16:creationId id="{ABD268E7-C597-9B87-45DD-7142CD5CD391}"/>
                  </a:ext>
                </a:extLst>
              </p:cNvPr>
              <p:cNvSpPr/>
              <p:nvPr/>
            </p:nvSpPr>
            <p:spPr>
              <a:xfrm flipV="false" flipH="false">
                <a:off x="4717200" y="1954740"/>
                <a:ext cx="55322" cy="87678"/>
              </a:xfrm>
              <a:custGeom>
                <a:avLst/>
                <a:gdLst>
                  <a:gd fmla="*/ 422 w 97233" name="connsiteX0"/>
                  <a:gd fmla="*/ 10027 h 154102" name="connsiteY0"/>
                  <a:gd fmla="*/ 32627 w 97233" name="connsiteX1"/>
                  <a:gd fmla="*/ 78659 h 154102" name="connsiteY1"/>
                  <a:gd fmla="*/ 74847 w 97233" name="connsiteX2"/>
                  <a:gd fmla="*/ 149443 h 154102" name="connsiteY2"/>
                  <a:gd fmla="*/ 96124 w 97233" name="connsiteX3"/>
                  <a:gd fmla="*/ 139465 h 154102" name="connsiteY3"/>
                  <a:gd fmla="*/ 58687 w 97233" name="connsiteX4"/>
                  <a:gd fmla="*/ 72869 h 154102" name="connsiteY4"/>
                  <a:gd fmla="*/ 14807 w 97233" name="connsiteX5"/>
                  <a:gd fmla="*/ 3281 h 154102" name="connsiteY5"/>
                  <a:gd fmla="*/ 422 w 97233" name="connsiteX6"/>
                  <a:gd fmla="*/ 10027 h 154102" name="connsiteY6"/>
                  <a:gd fmla="*/ 422 w 97233" name="connsiteX7"/>
                  <a:gd fmla="*/ 10027 h 154102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54102" w="97233">
                    <a:moveTo>
                      <a:pt x="422" y="10027"/>
                    </a:moveTo>
                    <a:cubicBezTo>
                      <a:pt x="7568" y="33975"/>
                      <a:pt x="21190" y="56517"/>
                      <a:pt x="32627" y="78659"/>
                    </a:cubicBezTo>
                    <a:cubicBezTo>
                      <a:pt x="45355" y="103302"/>
                      <a:pt x="57857" y="127442"/>
                      <a:pt x="74847" y="149443"/>
                    </a:cubicBezTo>
                    <a:cubicBezTo>
                      <a:pt x="82354" y="159165"/>
                      <a:pt x="102098" y="152628"/>
                      <a:pt x="96124" y="139465"/>
                    </a:cubicBezTo>
                    <a:cubicBezTo>
                      <a:pt x="85458" y="115969"/>
                      <a:pt x="72222" y="94803"/>
                      <a:pt x="58687" y="72869"/>
                    </a:cubicBezTo>
                    <a:cubicBezTo>
                      <a:pt x="44443" y="49785"/>
                      <a:pt x="32016" y="24232"/>
                      <a:pt x="14807" y="3281"/>
                    </a:cubicBezTo>
                    <a:cubicBezTo>
                      <a:pt x="9337" y="-3374"/>
                      <a:pt x="-2361" y="707"/>
                      <a:pt x="422" y="10027"/>
                    </a:cubicBezTo>
                    <a:lnTo>
                      <a:pt x="422" y="10027"/>
                    </a:lnTo>
                    <a:close/>
                  </a:path>
                </a:pathLst>
              </a:custGeom>
              <a:solidFill>
                <a:srgbClr val="FCBA3A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9b8dafa-7a0d-439d-9af3-482ab103d355" id="174" name="任意多边形: 形状 173">
                <a:extLst>
                  <a:ext uri="{FF2B5EF4-FFF2-40B4-BE49-F238E27FC236}">
                    <a16:creationId id="{6A43D6D1-31CA-B1E0-A068-529A33219E50}"/>
                  </a:ext>
                </a:extLst>
              </p:cNvPr>
              <p:cNvSpPr/>
              <p:nvPr/>
            </p:nvSpPr>
            <p:spPr>
              <a:xfrm flipV="false" flipH="false">
                <a:off x="4780194" y="1931154"/>
                <a:ext cx="34204" cy="96301"/>
              </a:xfrm>
              <a:custGeom>
                <a:avLst/>
                <a:gdLst>
                  <a:gd fmla="*/ 587 w 60117" name="connsiteX0"/>
                  <a:gd fmla="*/ 15511 h 169257" name="connsiteY0"/>
                  <a:gd fmla="*/ 22055 w 60117" name="connsiteX1"/>
                  <a:gd fmla="*/ 96891 h 169257" name="connsiteY1"/>
                  <a:gd fmla="*/ 41100 w 60117" name="connsiteX2"/>
                  <a:gd fmla="*/ 166214 h 169257" name="connsiteY2"/>
                  <a:gd fmla="*/ 52619 w 60117" name="connsiteX3"/>
                  <a:gd fmla="*/ 165759 h 169257" name="connsiteY3"/>
                  <a:gd fmla="*/ 21867 w 60117" name="connsiteX4"/>
                  <a:gd fmla="*/ 5535 h 169257" name="connsiteY4"/>
                  <a:gd fmla="*/ 587 w 60117" name="connsiteX5"/>
                  <a:gd fmla="*/ 15511 h 169257" name="connsiteY5"/>
                  <a:gd fmla="*/ 587 w 60117" name="connsiteX6"/>
                  <a:gd fmla="*/ 15511 h 169257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69257" w="60117">
                    <a:moveTo>
                      <a:pt x="587" y="15511"/>
                    </a:moveTo>
                    <a:cubicBezTo>
                      <a:pt x="9415" y="42164"/>
                      <a:pt x="16980" y="69255"/>
                      <a:pt x="22055" y="96891"/>
                    </a:cubicBezTo>
                    <a:cubicBezTo>
                      <a:pt x="26396" y="120528"/>
                      <a:pt x="29397" y="144849"/>
                      <a:pt x="41100" y="166214"/>
                    </a:cubicBezTo>
                    <a:cubicBezTo>
                      <a:pt x="43395" y="170406"/>
                      <a:pt x="50717" y="170280"/>
                      <a:pt x="52619" y="165759"/>
                    </a:cubicBezTo>
                    <a:cubicBezTo>
                      <a:pt x="73855" y="115252"/>
                      <a:pt x="45648" y="50483"/>
                      <a:pt x="21867" y="5535"/>
                    </a:cubicBezTo>
                    <a:cubicBezTo>
                      <a:pt x="15526" y="-6448"/>
                      <a:pt x="-3573" y="2943"/>
                      <a:pt x="587" y="15511"/>
                    </a:cubicBezTo>
                    <a:lnTo>
                      <a:pt x="587" y="15511"/>
                    </a:lnTo>
                    <a:close/>
                  </a:path>
                </a:pathLst>
              </a:custGeom>
              <a:solidFill>
                <a:srgbClr val="FCBA3A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</p:grpSp>
        <p:grpSp>
          <p:nvGrpSpPr>
            <p:cNvPr descr="6db20c8e-f31c-400e-854c-f789894b60aa" id="20" name="组合 19">
              <a:extLst>
                <a:ext uri="{FF2B5EF4-FFF2-40B4-BE49-F238E27FC236}">
                  <a16:creationId id="{2FCF7F4D-DB9E-F6F7-A98B-F465D969F633}"/>
                </a:ext>
              </a:extLst>
            </p:cNvPr>
            <p:cNvGrpSpPr/>
            <p:nvPr/>
          </p:nvGrpSpPr>
          <p:grpSpPr>
            <a:xfrm>
              <a:off x="4598704" y="3373368"/>
              <a:ext cx="461221" cy="482438"/>
              <a:chOff x="4598704" y="3373368"/>
              <a:chExt cx="461221" cy="482438"/>
            </a:xfrm>
          </p:grpSpPr>
          <p:sp>
            <p:nvSpPr>
              <p:cNvPr descr="44397f85-bd0e-420c-9e83-75aa4a54334b" id="190" name="任意多边形: 形状 189">
                <a:extLst>
                  <a:ext uri="{FF2B5EF4-FFF2-40B4-BE49-F238E27FC236}">
                    <a16:creationId id="{1C380FE9-88B5-D0CC-9A99-6E934F4B6228}"/>
                  </a:ext>
                </a:extLst>
              </p:cNvPr>
              <p:cNvSpPr/>
              <p:nvPr/>
            </p:nvSpPr>
            <p:spPr>
              <a:xfrm flipV="false" flipH="false">
                <a:off x="4721497" y="3493413"/>
                <a:ext cx="284919" cy="281131"/>
              </a:xfrm>
              <a:custGeom>
                <a:avLst/>
                <a:gdLst>
                  <a:gd fmla="*/ 410832 w 500767" name="connsiteX0"/>
                  <a:gd fmla="*/ 74385 h 494111" name="connsiteY0"/>
                  <a:gd fmla="*/ 435765 w 500767" name="connsiteX1"/>
                  <a:gd fmla="*/ 149167 h 494111" name="connsiteY1"/>
                  <a:gd fmla="*/ 439430 w 500767" name="connsiteX2"/>
                  <a:gd fmla="*/ 302085 h 494111" name="connsiteY2"/>
                  <a:gd fmla="*/ 500768 w 500767" name="connsiteX3"/>
                  <a:gd fmla="*/ 437398 h 494111" name="connsiteY3"/>
                  <a:gd fmla="*/ 385481 w 500767" name="connsiteX4"/>
                  <a:gd fmla="*/ 494111 h 494111" name="connsiteY4"/>
                  <a:gd fmla="*/ 299019 w 500767" name="connsiteX5"/>
                  <a:gd fmla="*/ 429938 h 494111" name="connsiteY5"/>
                  <a:gd fmla="*/ 245658 w 500767" name="connsiteX6"/>
                  <a:gd fmla="*/ 418490 h 494111" name="connsiteY6"/>
                  <a:gd fmla="*/ 160783 w 500767" name="connsiteX7"/>
                  <a:gd fmla="*/ 410288 h 494111" name="connsiteY7"/>
                  <a:gd fmla="*/ 156823 w 500767" name="connsiteX8"/>
                  <a:gd fmla="*/ 409527 h 494111" name="connsiteY8"/>
                  <a:gd fmla="*/ 18633 w 500767" name="connsiteX9"/>
                  <a:gd fmla="*/ 298292 h 494111" name="connsiteY9"/>
                  <a:gd fmla="*/ 20955 w 500767" name="connsiteX10"/>
                  <a:gd fmla="*/ 120471 h 494111" name="connsiteY10"/>
                  <a:gd fmla="*/ 159036 w 500767" name="connsiteX11"/>
                  <a:gd fmla="*/ 7664 h 494111" name="connsiteY11"/>
                  <a:gd fmla="*/ 176604 w 500767" name="connsiteX12"/>
                  <a:gd fmla="*/ 3842 h 494111" name="connsiteY12"/>
                  <a:gd fmla="*/ 264183 w 500767" name="connsiteX13"/>
                  <a:gd fmla="*/ 3462 h 494111" name="connsiteY13"/>
                  <a:gd fmla="*/ 327186 w 500767" name="connsiteX14"/>
                  <a:gd fmla="*/ 19425 h 494111" name="connsiteY14"/>
                  <a:gd fmla="*/ 410832 w 500767" name="connsiteX15"/>
                  <a:gd fmla="*/ 74385 h 494111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494111" w="500767">
                    <a:moveTo>
                      <a:pt x="410832" y="74385"/>
                    </a:moveTo>
                    <a:cubicBezTo>
                      <a:pt x="426228" y="96041"/>
                      <a:pt x="432800" y="122773"/>
                      <a:pt x="435765" y="149167"/>
                    </a:cubicBezTo>
                    <a:cubicBezTo>
                      <a:pt x="441563" y="199857"/>
                      <a:pt x="435396" y="251219"/>
                      <a:pt x="439430" y="302085"/>
                    </a:cubicBezTo>
                    <a:cubicBezTo>
                      <a:pt x="443567" y="352930"/>
                      <a:pt x="460299" y="406360"/>
                      <a:pt x="500768" y="437398"/>
                    </a:cubicBezTo>
                    <a:lnTo>
                      <a:pt x="385481" y="494111"/>
                    </a:lnTo>
                    <a:cubicBezTo>
                      <a:pt x="359893" y="468485"/>
                      <a:pt x="332795" y="442930"/>
                      <a:pt x="299019" y="429938"/>
                    </a:cubicBezTo>
                    <a:cubicBezTo>
                      <a:pt x="281881" y="423275"/>
                      <a:pt x="263920" y="420255"/>
                      <a:pt x="245658" y="418490"/>
                    </a:cubicBezTo>
                    <a:cubicBezTo>
                      <a:pt x="217500" y="415694"/>
                      <a:pt x="188587" y="415765"/>
                      <a:pt x="160783" y="410288"/>
                    </a:cubicBezTo>
                    <a:cubicBezTo>
                      <a:pt x="159440" y="410110"/>
                      <a:pt x="158184" y="409808"/>
                      <a:pt x="156823" y="409527"/>
                    </a:cubicBezTo>
                    <a:cubicBezTo>
                      <a:pt x="96948" y="396503"/>
                      <a:pt x="44432" y="353842"/>
                      <a:pt x="18633" y="298292"/>
                    </a:cubicBezTo>
                    <a:cubicBezTo>
                      <a:pt x="-7167" y="242745"/>
                      <a:pt x="-5970" y="175507"/>
                      <a:pt x="20955" y="120471"/>
                    </a:cubicBezTo>
                    <a:cubicBezTo>
                      <a:pt x="47816" y="65392"/>
                      <a:pt x="99803" y="23389"/>
                      <a:pt x="159036" y="7664"/>
                    </a:cubicBezTo>
                    <a:cubicBezTo>
                      <a:pt x="164838" y="6110"/>
                      <a:pt x="170743" y="4806"/>
                      <a:pt x="176604" y="3842"/>
                    </a:cubicBezTo>
                    <a:cubicBezTo>
                      <a:pt x="205385" y="-1434"/>
                      <a:pt x="235050" y="-1000"/>
                      <a:pt x="264183" y="3462"/>
                    </a:cubicBezTo>
                    <a:cubicBezTo>
                      <a:pt x="285624" y="6736"/>
                      <a:pt x="306734" y="12254"/>
                      <a:pt x="327186" y="19425"/>
                    </a:cubicBezTo>
                    <a:cubicBezTo>
                      <a:pt x="359184" y="30577"/>
                      <a:pt x="391131" y="46807"/>
                      <a:pt x="410832" y="74385"/>
                    </a:cubicBezTo>
                    <a:close/>
                  </a:path>
                </a:pathLst>
              </a:custGeom>
              <a:solidFill>
                <a:srgbClr val="FCBA3A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d748d8a-3351-4295-8530-cb47a7858e06" id="191" name="任意多边形: 形状 190">
                <a:extLst>
                  <a:ext uri="{FF2B5EF4-FFF2-40B4-BE49-F238E27FC236}">
                    <a16:creationId id="{279DFAFC-67A9-F663-3155-A6B72FE677DB}"/>
                  </a:ext>
                </a:extLst>
              </p:cNvPr>
              <p:cNvSpPr/>
              <p:nvPr/>
            </p:nvSpPr>
            <p:spPr>
              <a:xfrm flipV="false" flipH="false">
                <a:off x="4828174" y="3607849"/>
                <a:ext cx="154869" cy="160475"/>
              </a:xfrm>
              <a:custGeom>
                <a:avLst/>
                <a:gdLst>
                  <a:gd fmla="*/ 209454 w 272194" name="connsiteX0"/>
                  <a:gd fmla="*/ 275287 h 282047" name="connsiteY0"/>
                  <a:gd fmla="*/ 117839 w 272194" name="connsiteX1"/>
                  <a:gd fmla="*/ 183573 h 282047" name="connsiteY1"/>
                  <a:gd fmla="*/ 95191 w 272194" name="connsiteX2"/>
                  <a:gd fmla="*/ 161819 h 282047" name="connsiteY2"/>
                  <a:gd fmla="*/ 84680 w 272194" name="connsiteX3"/>
                  <a:gd fmla="*/ 155101 h 282047" name="connsiteY3"/>
                  <a:gd fmla="*/ 71040 w 272194" name="connsiteX4"/>
                  <a:gd fmla="*/ 153816 h 282047" name="connsiteY4"/>
                  <a:gd fmla="*/ 32930 w 272194" name="connsiteX5"/>
                  <a:gd fmla="*/ 137176 h 282047" name="connsiteY5"/>
                  <a:gd fmla="*/ 11430 w 272194" name="connsiteX6"/>
                  <a:gd fmla="*/ 94446 h 282047" name="connsiteY6"/>
                  <a:gd fmla="*/ 6829 w 272194" name="connsiteX7"/>
                  <a:gd fmla="*/ 101245 h 282047" name="connsiteY7"/>
                  <a:gd fmla="*/ 66829 w 272194" name="connsiteX8"/>
                  <a:gd fmla="*/ 114853 h 282047" name="connsiteY8"/>
                  <a:gd fmla="*/ 73443 w 272194" name="connsiteX9"/>
                  <a:gd fmla="*/ 105083 h 282047" name="connsiteY9"/>
                  <a:gd fmla="*/ 59527 w 272194" name="connsiteX10"/>
                  <a:gd fmla="*/ 87090 h 282047" name="connsiteY10"/>
                  <a:gd fmla="*/ 56691 w 272194" name="connsiteX11"/>
                  <a:gd fmla="*/ 76263 h 282047" name="connsiteY11"/>
                  <a:gd fmla="*/ 57470 w 272194" name="connsiteX12"/>
                  <a:gd fmla="*/ 64468 h 282047" name="connsiteY12"/>
                  <a:gd fmla="*/ 74170 w 272194" name="connsiteX13"/>
                  <a:gd fmla="*/ 70308 h 282047" name="connsiteY13"/>
                  <a:gd fmla="*/ 96545 w 272194" name="connsiteX14"/>
                  <a:gd fmla="*/ 90224 h 282047" name="connsiteY14"/>
                  <a:gd fmla="*/ 106601 w 272194" name="connsiteX15"/>
                  <a:gd fmla="*/ 83679 h 282047" name="connsiteY15"/>
                  <a:gd fmla="*/ 96330 w 272194" name="connsiteX16"/>
                  <a:gd fmla="*/ 49938 h 282047" name="connsiteY16"/>
                  <a:gd fmla="*/ 94693 w 272194" name="connsiteX17"/>
                  <a:gd fmla="*/ 32267 h 282047" name="connsiteY17"/>
                  <a:gd fmla="*/ 100735 w 272194" name="connsiteX18"/>
                  <a:gd fmla="*/ 21841 h 282047" name="connsiteY18"/>
                  <a:gd fmla="*/ 113843 w 272194" name="connsiteX19"/>
                  <a:gd fmla="*/ 27587 h 282047" name="connsiteY19"/>
                  <a:gd fmla="*/ 127335 w 272194" name="connsiteX20"/>
                  <a:gd fmla="*/ 38474 h 282047" name="connsiteY20"/>
                  <a:gd fmla="*/ 146297 w 272194" name="connsiteX21"/>
                  <a:gd fmla="*/ 67382 h 282047" name="connsiteY21"/>
                  <a:gd fmla="*/ 157071 w 272194" name="connsiteX22"/>
                  <a:gd fmla="*/ 62218 h 282047" name="connsiteY22"/>
                  <a:gd fmla="*/ 156451 w 272194" name="connsiteX23"/>
                  <a:gd fmla="*/ 22942 h 282047" name="connsiteY23"/>
                  <a:gd fmla="*/ 168453 w 272194" name="connsiteX24"/>
                  <a:gd fmla="*/ 12274 h 282047" name="connsiteY24"/>
                  <a:gd fmla="*/ 183372 w 272194" name="connsiteX25"/>
                  <a:gd fmla="*/ 25116 h 282047" name="connsiteY25"/>
                  <a:gd fmla="*/ 177263 w 272194" name="connsiteX26"/>
                  <a:gd fmla="*/ 106224 h 282047" name="connsiteY26"/>
                  <a:gd fmla="*/ 176809 w 272194" name="connsiteX27"/>
                  <a:gd fmla="*/ 112352 h 282047" name="connsiteY27"/>
                  <a:gd fmla="*/ 220099 w 272194" name="connsiteX28"/>
                  <a:gd fmla="*/ 180377 h 282047" name="connsiteY28"/>
                  <a:gd fmla="*/ 241242 w 272194" name="connsiteX29"/>
                  <a:gd fmla="*/ 213597 h 282047" name="connsiteY29"/>
                  <a:gd fmla="*/ 264484 w 272194" name="connsiteX30"/>
                  <a:gd fmla="*/ 247066 h 282047" name="connsiteY30"/>
                  <a:gd fmla="*/ 271804 w 272194" name="connsiteX31"/>
                  <a:gd fmla="*/ 242302 h 282047" name="connsiteY31"/>
                  <a:gd fmla="*/ 252199 w 272194" name="connsiteX32"/>
                  <a:gd fmla="*/ 208346 h 282047" name="connsiteY32"/>
                  <a:gd fmla="*/ 230617 w 272194" name="connsiteX33"/>
                  <a:gd fmla="*/ 174305 h 282047" name="connsiteY33"/>
                  <a:gd fmla="*/ 187944 w 272194" name="connsiteX34"/>
                  <a:gd fmla="*/ 107017 h 282047" name="connsiteY34"/>
                  <a:gd fmla="*/ 187488 w 272194" name="connsiteX35"/>
                  <a:gd fmla="*/ 113146 h 282047" name="connsiteY35"/>
                  <a:gd fmla="*/ 199525 w 272194" name="connsiteX36"/>
                  <a:gd fmla="*/ 29846 h 282047" name="connsiteY36"/>
                  <a:gd fmla="*/ 172819 w 272194" name="connsiteX37"/>
                  <a:gd fmla="*/ 1459 h 282047" name="connsiteY37"/>
                  <a:gd fmla="*/ 144368 w 272194" name="connsiteX38"/>
                  <a:gd fmla="*/ 21911 h 282047" name="connsiteY38"/>
                  <a:gd fmla="*/ 146295 w 272194" name="connsiteX39"/>
                  <a:gd fmla="*/ 67385 h 282047" name="connsiteY39"/>
                  <a:gd fmla="*/ 157068 w 272194" name="connsiteX40"/>
                  <a:gd fmla="*/ 62220 h 282047" name="connsiteY40"/>
                  <a:gd fmla="*/ 131850 w 272194" name="connsiteX41"/>
                  <a:gd fmla="*/ 26305 h 282047" name="connsiteY41"/>
                  <a:gd fmla="*/ 96489 w 272194" name="connsiteX42"/>
                  <a:gd fmla="*/ 10298 h 282047" name="connsiteY42"/>
                  <a:gd fmla="*/ 84106 w 272194" name="connsiteX43"/>
                  <a:gd fmla="*/ 45773 h 282047" name="connsiteY43"/>
                  <a:gd fmla="*/ 95686 w 272194" name="connsiteX44"/>
                  <a:gd fmla="*/ 88910 h 282047" name="connsiteY44"/>
                  <a:gd fmla="*/ 105742 w 272194" name="connsiteX45"/>
                  <a:gd fmla="*/ 82365 h 282047" name="connsiteY45"/>
                  <a:gd fmla="*/ 74907 w 272194" name="connsiteX46"/>
                  <a:gd fmla="*/ 56672 h 282047" name="connsiteY46"/>
                  <a:gd fmla="*/ 48710 w 272194" name="connsiteX47"/>
                  <a:gd fmla="*/ 56798 h 282047" name="connsiteY47"/>
                  <a:gd fmla="*/ 47739 w 272194" name="connsiteX48"/>
                  <a:gd fmla="*/ 88832 h 282047" name="connsiteY48"/>
                  <a:gd fmla="*/ 66827 w 272194" name="connsiteX49"/>
                  <a:gd fmla="*/ 114853 h 282047" name="connsiteY49"/>
                  <a:gd fmla="*/ 73440 w 272194" name="connsiteX50"/>
                  <a:gd fmla="*/ 105083 h 282047" name="connsiteY50"/>
                  <a:gd fmla="*/ 4627 w 272194" name="connsiteX51"/>
                  <a:gd fmla="*/ 89844 h 282047" name="connsiteY51"/>
                  <a:gd fmla="*/ 28 w 272194" name="connsiteX52"/>
                  <a:gd fmla="*/ 96643 h 282047" name="connsiteY52"/>
                  <a:gd fmla="*/ 53938 w 272194" name="connsiteX53"/>
                  <a:gd fmla="*/ 162105 h 282047" name="connsiteY53"/>
                  <a:gd fmla="*/ 77719 w 272194" name="connsiteX54"/>
                  <a:gd fmla="*/ 165326 h 282047" name="connsiteY54"/>
                  <a:gd fmla="*/ 88983 w 272194" name="connsiteX55"/>
                  <a:gd fmla="*/ 171311 h 282047" name="connsiteY55"/>
                  <a:gd fmla="*/ 101281 w 272194" name="connsiteX56"/>
                  <a:gd fmla="*/ 182944 h 282047" name="connsiteY56"/>
                  <a:gd fmla="*/ 148681 w 272194" name="connsiteX57"/>
                  <a:gd fmla="*/ 228616 h 282047" name="connsiteY57"/>
                  <a:gd fmla="*/ 202976 w 272194" name="connsiteX58"/>
                  <a:gd fmla="*/ 280812 h 282047" name="connsiteY58"/>
                  <a:gd fmla="*/ 209454 w 272194" name="connsiteX59"/>
                  <a:gd fmla="*/ 275287 h 282047" name="connsiteY59"/>
                  <a:gd fmla="*/ 209454 w 272194" name="connsiteX60"/>
                  <a:gd fmla="*/ 275287 h 282047" name="connsiteY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b="b" l="l" r="r" t="t"/>
                <a:pathLst>
                  <a:path h="282047" w="272194">
                    <a:moveTo>
                      <a:pt x="209454" y="275287"/>
                    </a:moveTo>
                    <a:cubicBezTo>
                      <a:pt x="180510" y="243226"/>
                      <a:pt x="148849" y="213622"/>
                      <a:pt x="117839" y="183573"/>
                    </a:cubicBezTo>
                    <a:cubicBezTo>
                      <a:pt x="110329" y="176296"/>
                      <a:pt x="102939" y="168842"/>
                      <a:pt x="95191" y="161819"/>
                    </a:cubicBezTo>
                    <a:cubicBezTo>
                      <a:pt x="92085" y="159005"/>
                      <a:pt x="88732" y="156399"/>
                      <a:pt x="84680" y="155101"/>
                    </a:cubicBezTo>
                    <a:cubicBezTo>
                      <a:pt x="80260" y="153683"/>
                      <a:pt x="75598" y="154104"/>
                      <a:pt x="71040" y="153816"/>
                    </a:cubicBezTo>
                    <a:cubicBezTo>
                      <a:pt x="56935" y="152924"/>
                      <a:pt x="43359" y="146631"/>
                      <a:pt x="32930" y="137176"/>
                    </a:cubicBezTo>
                    <a:cubicBezTo>
                      <a:pt x="20670" y="126062"/>
                      <a:pt x="12784" y="110978"/>
                      <a:pt x="11430" y="94446"/>
                    </a:cubicBezTo>
                    <a:cubicBezTo>
                      <a:pt x="9896" y="96712"/>
                      <a:pt x="8362" y="98979"/>
                      <a:pt x="6829" y="101245"/>
                    </a:cubicBezTo>
                    <a:cubicBezTo>
                      <a:pt x="27807" y="98181"/>
                      <a:pt x="49211" y="103096"/>
                      <a:pt x="66829" y="114853"/>
                    </a:cubicBezTo>
                    <a:cubicBezTo>
                      <a:pt x="73173" y="119087"/>
                      <a:pt x="79501" y="109614"/>
                      <a:pt x="73443" y="105083"/>
                    </a:cubicBezTo>
                    <a:cubicBezTo>
                      <a:pt x="67227" y="100436"/>
                      <a:pt x="62511" y="94252"/>
                      <a:pt x="59527" y="87090"/>
                    </a:cubicBezTo>
                    <a:cubicBezTo>
                      <a:pt x="58085" y="83627"/>
                      <a:pt x="57178" y="79983"/>
                      <a:pt x="56691" y="76263"/>
                    </a:cubicBezTo>
                    <a:cubicBezTo>
                      <a:pt x="56290" y="73209"/>
                      <a:pt x="55456" y="67108"/>
                      <a:pt x="57470" y="64468"/>
                    </a:cubicBezTo>
                    <a:cubicBezTo>
                      <a:pt x="60931" y="59934"/>
                      <a:pt x="71399" y="68363"/>
                      <a:pt x="74170" y="70308"/>
                    </a:cubicBezTo>
                    <a:cubicBezTo>
                      <a:pt x="82415" y="76099"/>
                      <a:pt x="89725" y="82831"/>
                      <a:pt x="96545" y="90224"/>
                    </a:cubicBezTo>
                    <a:cubicBezTo>
                      <a:pt x="101179" y="95246"/>
                      <a:pt x="109447" y="90034"/>
                      <a:pt x="106601" y="83679"/>
                    </a:cubicBezTo>
                    <a:cubicBezTo>
                      <a:pt x="101761" y="72871"/>
                      <a:pt x="98186" y="61647"/>
                      <a:pt x="96330" y="49938"/>
                    </a:cubicBezTo>
                    <a:cubicBezTo>
                      <a:pt x="95404" y="44099"/>
                      <a:pt x="94783" y="38181"/>
                      <a:pt x="94693" y="32267"/>
                    </a:cubicBezTo>
                    <a:cubicBezTo>
                      <a:pt x="94622" y="27553"/>
                      <a:pt x="94652" y="21408"/>
                      <a:pt x="100735" y="21841"/>
                    </a:cubicBezTo>
                    <a:cubicBezTo>
                      <a:pt x="105489" y="22177"/>
                      <a:pt x="109956" y="25075"/>
                      <a:pt x="113843" y="27587"/>
                    </a:cubicBezTo>
                    <a:cubicBezTo>
                      <a:pt x="118708" y="30731"/>
                      <a:pt x="123259" y="34356"/>
                      <a:pt x="127335" y="38474"/>
                    </a:cubicBezTo>
                    <a:cubicBezTo>
                      <a:pt x="135580" y="46801"/>
                      <a:pt x="141931" y="56515"/>
                      <a:pt x="146297" y="67382"/>
                    </a:cubicBezTo>
                    <a:cubicBezTo>
                      <a:pt x="149889" y="65661"/>
                      <a:pt x="153480" y="63940"/>
                      <a:pt x="157071" y="62218"/>
                    </a:cubicBezTo>
                    <a:cubicBezTo>
                      <a:pt x="151896" y="49730"/>
                      <a:pt x="151706" y="35600"/>
                      <a:pt x="156451" y="22942"/>
                    </a:cubicBezTo>
                    <a:cubicBezTo>
                      <a:pt x="158479" y="17531"/>
                      <a:pt x="161403" y="9707"/>
                      <a:pt x="168453" y="12274"/>
                    </a:cubicBezTo>
                    <a:cubicBezTo>
                      <a:pt x="174538" y="14489"/>
                      <a:pt x="179716" y="19968"/>
                      <a:pt x="183372" y="25116"/>
                    </a:cubicBezTo>
                    <a:cubicBezTo>
                      <a:pt x="200978" y="49912"/>
                      <a:pt x="190849" y="82253"/>
                      <a:pt x="177263" y="106224"/>
                    </a:cubicBezTo>
                    <a:cubicBezTo>
                      <a:pt x="176272" y="107975"/>
                      <a:pt x="175618" y="110476"/>
                      <a:pt x="176809" y="112352"/>
                    </a:cubicBezTo>
                    <a:cubicBezTo>
                      <a:pt x="191208" y="135046"/>
                      <a:pt x="205667" y="157704"/>
                      <a:pt x="220099" y="180377"/>
                    </a:cubicBezTo>
                    <a:cubicBezTo>
                      <a:pt x="227146" y="191450"/>
                      <a:pt x="234194" y="202524"/>
                      <a:pt x="241242" y="213597"/>
                    </a:cubicBezTo>
                    <a:cubicBezTo>
                      <a:pt x="248573" y="225114"/>
                      <a:pt x="255410" y="236839"/>
                      <a:pt x="264484" y="247066"/>
                    </a:cubicBezTo>
                    <a:cubicBezTo>
                      <a:pt x="267837" y="250847"/>
                      <a:pt x="273772" y="246881"/>
                      <a:pt x="271804" y="242302"/>
                    </a:cubicBezTo>
                    <a:cubicBezTo>
                      <a:pt x="266598" y="230200"/>
                      <a:pt x="259242" y="219454"/>
                      <a:pt x="252199" y="208346"/>
                    </a:cubicBezTo>
                    <a:cubicBezTo>
                      <a:pt x="245005" y="196998"/>
                      <a:pt x="237811" y="185651"/>
                      <a:pt x="230617" y="174305"/>
                    </a:cubicBezTo>
                    <a:cubicBezTo>
                      <a:pt x="216393" y="151875"/>
                      <a:pt x="202197" y="129429"/>
                      <a:pt x="187944" y="107017"/>
                    </a:cubicBezTo>
                    <a:cubicBezTo>
                      <a:pt x="187793" y="109061"/>
                      <a:pt x="187639" y="111102"/>
                      <a:pt x="187488" y="113146"/>
                    </a:cubicBezTo>
                    <a:cubicBezTo>
                      <a:pt x="201758" y="87913"/>
                      <a:pt x="211345" y="57982"/>
                      <a:pt x="199525" y="29846"/>
                    </a:cubicBezTo>
                    <a:cubicBezTo>
                      <a:pt x="194521" y="17934"/>
                      <a:pt x="185125" y="6293"/>
                      <a:pt x="172819" y="1459"/>
                    </a:cubicBezTo>
                    <a:cubicBezTo>
                      <a:pt x="157530" y="-4547"/>
                      <a:pt x="148487" y="9119"/>
                      <a:pt x="144368" y="21911"/>
                    </a:cubicBezTo>
                    <a:cubicBezTo>
                      <a:pt x="139561" y="36834"/>
                      <a:pt x="140407" y="52914"/>
                      <a:pt x="146295" y="67385"/>
                    </a:cubicBezTo>
                    <a:cubicBezTo>
                      <a:pt x="149207" y="74540"/>
                      <a:pt x="159871" y="69323"/>
                      <a:pt x="157068" y="62220"/>
                    </a:cubicBezTo>
                    <a:cubicBezTo>
                      <a:pt x="151612" y="48399"/>
                      <a:pt x="142985" y="36135"/>
                      <a:pt x="131850" y="26305"/>
                    </a:cubicBezTo>
                    <a:cubicBezTo>
                      <a:pt x="122918" y="18421"/>
                      <a:pt x="109328" y="7882"/>
                      <a:pt x="96489" y="10298"/>
                    </a:cubicBezTo>
                    <a:cubicBezTo>
                      <a:pt x="80131" y="13378"/>
                      <a:pt x="82632" y="33531"/>
                      <a:pt x="84106" y="45773"/>
                    </a:cubicBezTo>
                    <a:cubicBezTo>
                      <a:pt x="85890" y="60586"/>
                      <a:pt x="89840" y="75187"/>
                      <a:pt x="95686" y="88910"/>
                    </a:cubicBezTo>
                    <a:cubicBezTo>
                      <a:pt x="99039" y="86729"/>
                      <a:pt x="102390" y="84548"/>
                      <a:pt x="105742" y="82365"/>
                    </a:cubicBezTo>
                    <a:cubicBezTo>
                      <a:pt x="96821" y="72496"/>
                      <a:pt x="86317" y="63542"/>
                      <a:pt x="74907" y="56672"/>
                    </a:cubicBezTo>
                    <a:cubicBezTo>
                      <a:pt x="67101" y="51972"/>
                      <a:pt x="55485" y="48383"/>
                      <a:pt x="48710" y="56798"/>
                    </a:cubicBezTo>
                    <a:cubicBezTo>
                      <a:pt x="42026" y="65101"/>
                      <a:pt x="44593" y="79587"/>
                      <a:pt x="47739" y="88832"/>
                    </a:cubicBezTo>
                    <a:cubicBezTo>
                      <a:pt x="51305" y="99311"/>
                      <a:pt x="57959" y="108260"/>
                      <a:pt x="66827" y="114853"/>
                    </a:cubicBezTo>
                    <a:cubicBezTo>
                      <a:pt x="69031" y="111596"/>
                      <a:pt x="71234" y="108341"/>
                      <a:pt x="73440" y="105083"/>
                    </a:cubicBezTo>
                    <a:cubicBezTo>
                      <a:pt x="53175" y="91641"/>
                      <a:pt x="28664" y="86265"/>
                      <a:pt x="4627" y="89844"/>
                    </a:cubicBezTo>
                    <a:cubicBezTo>
                      <a:pt x="1294" y="90341"/>
                      <a:pt x="-228" y="93628"/>
                      <a:pt x="28" y="96643"/>
                    </a:cubicBezTo>
                    <a:cubicBezTo>
                      <a:pt x="2562" y="126626"/>
                      <a:pt x="25396" y="153304"/>
                      <a:pt x="53938" y="162105"/>
                    </a:cubicBezTo>
                    <a:cubicBezTo>
                      <a:pt x="61900" y="164560"/>
                      <a:pt x="69533" y="164665"/>
                      <a:pt x="77719" y="165326"/>
                    </a:cubicBezTo>
                    <a:cubicBezTo>
                      <a:pt x="82502" y="165712"/>
                      <a:pt x="85569" y="168135"/>
                      <a:pt x="88983" y="171311"/>
                    </a:cubicBezTo>
                    <a:cubicBezTo>
                      <a:pt x="93114" y="175153"/>
                      <a:pt x="97185" y="179063"/>
                      <a:pt x="101281" y="182944"/>
                    </a:cubicBezTo>
                    <a:cubicBezTo>
                      <a:pt x="117207" y="198036"/>
                      <a:pt x="132993" y="213275"/>
                      <a:pt x="148681" y="228616"/>
                    </a:cubicBezTo>
                    <a:cubicBezTo>
                      <a:pt x="166645" y="246179"/>
                      <a:pt x="184404" y="263894"/>
                      <a:pt x="202976" y="280812"/>
                    </a:cubicBezTo>
                    <a:cubicBezTo>
                      <a:pt x="206908" y="284392"/>
                      <a:pt x="213227" y="279466"/>
                      <a:pt x="209454" y="275287"/>
                    </a:cubicBezTo>
                    <a:lnTo>
                      <a:pt x="209454" y="275287"/>
                    </a:lnTo>
                    <a:close/>
                  </a:path>
                </a:pathLst>
              </a:custGeom>
              <a:solidFill>
                <a:srgbClr val="8C877E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b77958c-3687-4f38-9277-46afe50f6900" id="192" name="任意多边形: 形状 191">
                <a:extLst>
                  <a:ext uri="{FF2B5EF4-FFF2-40B4-BE49-F238E27FC236}">
                    <a16:creationId id="{A1EA1E49-286F-5EA5-8AA0-171D145F42EA}"/>
                  </a:ext>
                </a:extLst>
              </p:cNvPr>
              <p:cNvSpPr/>
              <p:nvPr/>
            </p:nvSpPr>
            <p:spPr>
              <a:xfrm flipV="false" flipH="false">
                <a:off x="4861268" y="3495382"/>
                <a:ext cx="145149" cy="279163"/>
              </a:xfrm>
              <a:custGeom>
                <a:avLst/>
                <a:gdLst>
                  <a:gd fmla="*/ 165175 w 255110" name="connsiteX0"/>
                  <a:gd fmla="*/ 70925 h 490651" name="connsiteY0"/>
                  <a:gd fmla="*/ 190107 w 255110" name="connsiteX1"/>
                  <a:gd fmla="*/ 145707 h 490651" name="connsiteY1"/>
                  <a:gd fmla="*/ 193772 w 255110" name="connsiteX2"/>
                  <a:gd fmla="*/ 298625 h 490651" name="connsiteY2"/>
                  <a:gd fmla="*/ 255110 w 255110" name="connsiteX3"/>
                  <a:gd fmla="*/ 433938 h 490651" name="connsiteY3"/>
                  <a:gd fmla="*/ 139823 w 255110" name="connsiteX4"/>
                  <a:gd fmla="*/ 490651 h 490651" name="connsiteY4"/>
                  <a:gd fmla="*/ 53362 w 255110" name="connsiteX5"/>
                  <a:gd fmla="*/ 426479 h 490651" name="connsiteY5"/>
                  <a:gd fmla="*/ 0 w 255110" name="connsiteX6"/>
                  <a:gd fmla="*/ 415030 h 490651" name="connsiteY6"/>
                  <a:gd fmla="*/ 15359 w 255110" name="connsiteX7"/>
                  <a:gd fmla="*/ 399757 h 490651" name="connsiteY7"/>
                  <a:gd fmla="*/ 18524 w 255110" name="connsiteX8"/>
                  <a:gd fmla="*/ 0 h 490651" name="connsiteY8"/>
                  <a:gd fmla="*/ 81526 w 255110" name="connsiteX9"/>
                  <a:gd fmla="*/ 15963 h 490651" name="connsiteY9"/>
                  <a:gd fmla="*/ 165175 w 255110" name="connsiteX10"/>
                  <a:gd fmla="*/ 70925 h 490651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490651" w="255110">
                    <a:moveTo>
                      <a:pt x="165175" y="70925"/>
                    </a:moveTo>
                    <a:cubicBezTo>
                      <a:pt x="180571" y="92581"/>
                      <a:pt x="187143" y="119313"/>
                      <a:pt x="190107" y="145707"/>
                    </a:cubicBezTo>
                    <a:cubicBezTo>
                      <a:pt x="195905" y="196397"/>
                      <a:pt x="189738" y="247759"/>
                      <a:pt x="193772" y="298625"/>
                    </a:cubicBezTo>
                    <a:cubicBezTo>
                      <a:pt x="197910" y="349470"/>
                      <a:pt x="214642" y="402901"/>
                      <a:pt x="255110" y="433938"/>
                    </a:cubicBezTo>
                    <a:lnTo>
                      <a:pt x="139823" y="490651"/>
                    </a:lnTo>
                    <a:cubicBezTo>
                      <a:pt x="114235" y="465025"/>
                      <a:pt x="87137" y="439470"/>
                      <a:pt x="53362" y="426479"/>
                    </a:cubicBezTo>
                    <a:cubicBezTo>
                      <a:pt x="36223" y="419815"/>
                      <a:pt x="18262" y="416795"/>
                      <a:pt x="0" y="415030"/>
                    </a:cubicBezTo>
                    <a:cubicBezTo>
                      <a:pt x="4924" y="410049"/>
                      <a:pt x="10037" y="404924"/>
                      <a:pt x="15359" y="399757"/>
                    </a:cubicBezTo>
                    <a:cubicBezTo>
                      <a:pt x="192535" y="228369"/>
                      <a:pt x="93716" y="76366"/>
                      <a:pt x="18524" y="0"/>
                    </a:cubicBezTo>
                    <a:cubicBezTo>
                      <a:pt x="39964" y="3274"/>
                      <a:pt x="61075" y="8792"/>
                      <a:pt x="81526" y="15963"/>
                    </a:cubicBezTo>
                    <a:cubicBezTo>
                      <a:pt x="113526" y="27117"/>
                      <a:pt x="145474" y="43347"/>
                      <a:pt x="165175" y="70925"/>
                    </a:cubicBezTo>
                    <a:close/>
                  </a:path>
                </a:pathLst>
              </a:custGeom>
              <a:solidFill>
                <a:srgbClr val="FFB93E">
                  <a:alpha val="31000"/>
                </a:srgbClr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188af61-db64-4062-8d99-7d96f824cd5b" id="193" name="任意多边形: 形状 192">
                <a:extLst>
                  <a:ext uri="{FF2B5EF4-FFF2-40B4-BE49-F238E27FC236}">
                    <a16:creationId id="{5B1C64BA-1612-B593-6A77-03D72C030841}"/>
                  </a:ext>
                </a:extLst>
              </p:cNvPr>
              <p:cNvSpPr/>
              <p:nvPr/>
            </p:nvSpPr>
            <p:spPr>
              <a:xfrm flipV="false" flipH="false">
                <a:off x="4920300" y="3712742"/>
                <a:ext cx="139625" cy="143063"/>
              </a:xfrm>
              <a:custGeom>
                <a:avLst/>
                <a:gdLst>
                  <a:gd fmla="*/ 158280 w 245402" name="connsiteX0"/>
                  <a:gd fmla="*/ 3346 h 251445" name="connsiteY0"/>
                  <a:gd fmla="*/ 161013 w 245402" name="connsiteX1"/>
                  <a:gd fmla="*/ 5378 h 251445" name="connsiteY1"/>
                  <a:gd fmla="*/ 158040 w 245402" name="connsiteX2"/>
                  <a:gd fmla="*/ 53238 h 251445" name="connsiteY2"/>
                  <a:gd fmla="*/ 181755 w 245402" name="connsiteX3"/>
                  <a:gd fmla="*/ 40331 h 251445" name="connsiteY3"/>
                  <a:gd fmla="*/ 195139 w 245402" name="connsiteX4"/>
                  <a:gd fmla="*/ 40527 h 251445" name="connsiteY4"/>
                  <a:gd fmla="*/ 206397 w 245402" name="connsiteX5"/>
                  <a:gd fmla="*/ 47781 h 251445" name="connsiteY5"/>
                  <a:gd fmla="*/ 211506 w 245402" name="connsiteX6"/>
                  <a:gd fmla="*/ 64391 h 251445" name="connsiteY6"/>
                  <a:gd fmla="*/ 201558 w 245402" name="connsiteX7"/>
                  <a:gd fmla="*/ 107439 h 251445" name="connsiteY7"/>
                  <a:gd fmla="*/ 202680 w 245402" name="connsiteX8"/>
                  <a:gd fmla="*/ 105914 h 251445" name="connsiteY8"/>
                  <a:gd fmla="*/ 231478 w 245402" name="connsiteX9"/>
                  <a:gd fmla="*/ 101561 h 251445" name="connsiteY9"/>
                  <a:gd fmla="*/ 235130 w 245402" name="connsiteX10"/>
                  <a:gd fmla="*/ 104126 h 251445" name="connsiteY10"/>
                  <a:gd fmla="*/ 244137 w 245402" name="connsiteX11"/>
                  <a:gd fmla="*/ 139543 h 251445" name="connsiteY11"/>
                  <a:gd fmla="*/ 225047 w 245402" name="connsiteX12"/>
                  <a:gd fmla="*/ 172478 h 251445" name="connsiteY12"/>
                  <a:gd fmla="*/ 136096 w 245402" name="connsiteX13"/>
                  <a:gd fmla="*/ 243723 h 251445" name="connsiteY13"/>
                  <a:gd fmla="*/ 103425 w 245402" name="connsiteX14"/>
                  <a:gd fmla="*/ 250296 h 251445" name="connsiteY14"/>
                  <a:gd fmla="*/ 85804 w 245402" name="connsiteX15"/>
                  <a:gd fmla="*/ 231521 h 251445" name="connsiteY15"/>
                  <a:gd fmla="*/ 84496 w 245402" name="connsiteX16"/>
                  <a:gd fmla="*/ 226162 h 251445" name="connsiteY16"/>
                  <a:gd fmla="*/ 90568 w 245402" name="connsiteX17"/>
                  <a:gd fmla="*/ 194922 h 251445" name="connsiteY17"/>
                  <a:gd fmla="*/ 42320 w 245402" name="connsiteX18"/>
                  <a:gd fmla="*/ 202646 h 251445" name="connsiteY18"/>
                  <a:gd fmla="*/ 33146 w 245402" name="connsiteX19"/>
                  <a:gd fmla="*/ 185293 h 251445" name="connsiteY19"/>
                  <a:gd fmla="*/ 39764 w 245402" name="connsiteX20"/>
                  <a:gd fmla="*/ 150678 h 251445" name="connsiteY20"/>
                  <a:gd fmla="*/ 4473 w 245402" name="connsiteX21"/>
                  <a:gd fmla="*/ 156940 h 251445" name="connsiteY21"/>
                  <a:gd fmla="*/ 358 w 245402" name="connsiteX22"/>
                  <a:gd fmla="*/ 148036 h 251445" name="connsiteY22"/>
                  <a:gd fmla="*/ 932 w 245402" name="connsiteX23"/>
                  <a:gd fmla="*/ 134905 h 251445" name="connsiteY23"/>
                  <a:gd fmla="*/ 8288 w 245402" name="connsiteX24"/>
                  <a:gd fmla="*/ 111750 h 251445" name="connsiteY24"/>
                  <a:gd fmla="*/ 125798 w 245402" name="connsiteX25"/>
                  <a:gd fmla="*/ 3565 h 251445" name="connsiteY25"/>
                  <a:gd fmla="*/ 158280 w 245402" name="connsiteX26"/>
                  <a:gd fmla="*/ 3346 h 251445" name="connsiteY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b="b" l="l" r="r" t="t"/>
                <a:pathLst>
                  <a:path h="251445" w="245402">
                    <a:moveTo>
                      <a:pt x="158280" y="3346"/>
                    </a:moveTo>
                    <a:cubicBezTo>
                      <a:pt x="159219" y="3981"/>
                      <a:pt x="160158" y="4617"/>
                      <a:pt x="161013" y="5378"/>
                    </a:cubicBezTo>
                    <a:cubicBezTo>
                      <a:pt x="174153" y="16737"/>
                      <a:pt x="166726" y="38107"/>
                      <a:pt x="158040" y="53238"/>
                    </a:cubicBezTo>
                    <a:cubicBezTo>
                      <a:pt x="165171" y="47559"/>
                      <a:pt x="172864" y="42263"/>
                      <a:pt x="181755" y="40331"/>
                    </a:cubicBezTo>
                    <a:cubicBezTo>
                      <a:pt x="186085" y="39332"/>
                      <a:pt x="190784" y="39407"/>
                      <a:pt x="195139" y="40527"/>
                    </a:cubicBezTo>
                    <a:cubicBezTo>
                      <a:pt x="199517" y="41753"/>
                      <a:pt x="203570" y="44133"/>
                      <a:pt x="206397" y="47781"/>
                    </a:cubicBezTo>
                    <a:cubicBezTo>
                      <a:pt x="210016" y="52422"/>
                      <a:pt x="211192" y="58514"/>
                      <a:pt x="211506" y="64391"/>
                    </a:cubicBezTo>
                    <a:cubicBezTo>
                      <a:pt x="212535" y="79337"/>
                      <a:pt x="209031" y="94505"/>
                      <a:pt x="201558" y="107439"/>
                    </a:cubicBezTo>
                    <a:cubicBezTo>
                      <a:pt x="201958" y="106979"/>
                      <a:pt x="202299" y="106478"/>
                      <a:pt x="202680" y="105914"/>
                    </a:cubicBezTo>
                    <a:cubicBezTo>
                      <a:pt x="209033" y="97609"/>
                      <a:pt x="222155" y="96438"/>
                      <a:pt x="231478" y="101561"/>
                    </a:cubicBezTo>
                    <a:cubicBezTo>
                      <a:pt x="232752" y="102243"/>
                      <a:pt x="233962" y="103152"/>
                      <a:pt x="235130" y="104126"/>
                    </a:cubicBezTo>
                    <a:cubicBezTo>
                      <a:pt x="244766" y="112564"/>
                      <a:pt x="247246" y="127121"/>
                      <a:pt x="244137" y="139543"/>
                    </a:cubicBezTo>
                    <a:cubicBezTo>
                      <a:pt x="241030" y="151963"/>
                      <a:pt x="233278" y="162611"/>
                      <a:pt x="225047" y="172478"/>
                    </a:cubicBezTo>
                    <a:cubicBezTo>
                      <a:pt x="200442" y="201682"/>
                      <a:pt x="170061" y="226062"/>
                      <a:pt x="136096" y="243723"/>
                    </a:cubicBezTo>
                    <a:cubicBezTo>
                      <a:pt x="125990" y="248942"/>
                      <a:pt x="114270" y="253706"/>
                      <a:pt x="103425" y="250296"/>
                    </a:cubicBezTo>
                    <a:cubicBezTo>
                      <a:pt x="94885" y="247529"/>
                      <a:pt x="88600" y="240079"/>
                      <a:pt x="85804" y="231521"/>
                    </a:cubicBezTo>
                    <a:cubicBezTo>
                      <a:pt x="85187" y="229733"/>
                      <a:pt x="84736" y="227968"/>
                      <a:pt x="84496" y="226162"/>
                    </a:cubicBezTo>
                    <a:cubicBezTo>
                      <a:pt x="82871" y="215473"/>
                      <a:pt x="85948" y="204582"/>
                      <a:pt x="90568" y="194922"/>
                    </a:cubicBezTo>
                    <a:cubicBezTo>
                      <a:pt x="75775" y="204093"/>
                      <a:pt x="56116" y="213168"/>
                      <a:pt x="42320" y="202646"/>
                    </a:cubicBezTo>
                    <a:cubicBezTo>
                      <a:pt x="36579" y="198305"/>
                      <a:pt x="33873" y="192181"/>
                      <a:pt x="33146" y="185293"/>
                    </a:cubicBezTo>
                    <a:cubicBezTo>
                      <a:pt x="31837" y="174268"/>
                      <a:pt x="35556" y="161349"/>
                      <a:pt x="39764" y="150678"/>
                    </a:cubicBezTo>
                    <a:cubicBezTo>
                      <a:pt x="29470" y="158874"/>
                      <a:pt x="13555" y="166463"/>
                      <a:pt x="4473" y="156940"/>
                    </a:cubicBezTo>
                    <a:cubicBezTo>
                      <a:pt x="2139" y="154448"/>
                      <a:pt x="840" y="151376"/>
                      <a:pt x="358" y="148036"/>
                    </a:cubicBezTo>
                    <a:cubicBezTo>
                      <a:pt x="-346" y="143814"/>
                      <a:pt x="64" y="139159"/>
                      <a:pt x="932" y="134905"/>
                    </a:cubicBezTo>
                    <a:cubicBezTo>
                      <a:pt x="2498" y="126922"/>
                      <a:pt x="5028" y="119134"/>
                      <a:pt x="8288" y="111750"/>
                    </a:cubicBezTo>
                    <a:cubicBezTo>
                      <a:pt x="24403" y="59995"/>
                      <a:pt x="73268" y="20719"/>
                      <a:pt x="125798" y="3565"/>
                    </a:cubicBezTo>
                    <a:cubicBezTo>
                      <a:pt x="136354" y="109"/>
                      <a:pt x="149086" y="-2237"/>
                      <a:pt x="158280" y="3346"/>
                    </a:cubicBezTo>
                    <a:close/>
                  </a:path>
                </a:pathLst>
              </a:custGeom>
              <a:solidFill>
                <a:srgbClr val="CEC5B6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bc3070a-304f-48eb-a0db-ac5fd43c1f96" id="194" name="任意多边形: 形状 193">
                <a:extLst>
                  <a:ext uri="{FF2B5EF4-FFF2-40B4-BE49-F238E27FC236}">
                    <a16:creationId id="{75179FCC-2735-F5CF-DB7F-D2DF16CF7339}"/>
                  </a:ext>
                </a:extLst>
              </p:cNvPr>
              <p:cNvSpPr/>
              <p:nvPr/>
            </p:nvSpPr>
            <p:spPr>
              <a:xfrm flipV="false" flipH="false">
                <a:off x="4920503" y="3714646"/>
                <a:ext cx="95466" cy="89909"/>
              </a:xfrm>
              <a:custGeom>
                <a:avLst/>
                <a:gdLst>
                  <a:gd fmla="*/ 157922 w 167789" name="connsiteX0"/>
                  <a:gd fmla="*/ 0 h 158022" name="connsiteY0"/>
                  <a:gd fmla="*/ 160655 w 167789" name="connsiteX1"/>
                  <a:gd fmla="*/ 2032 h 158022" name="connsiteY1"/>
                  <a:gd fmla="*/ 157682 w 167789" name="connsiteX2"/>
                  <a:gd fmla="*/ 49892 h 158022" name="connsiteY2"/>
                  <a:gd fmla="*/ 39406 w 167789" name="connsiteX3"/>
                  <a:gd fmla="*/ 147331 h 158022" name="connsiteY3"/>
                  <a:gd fmla="*/ 4114 w 167789" name="connsiteX4"/>
                  <a:gd fmla="*/ 153592 h 158022" name="connsiteY4"/>
                  <a:gd fmla="*/ 0 w 167789" name="connsiteX5"/>
                  <a:gd fmla="*/ 144688 h 158022" name="connsiteY5"/>
                  <a:gd fmla="*/ 7898 w 167789" name="connsiteX6"/>
                  <a:gd fmla="*/ 146380 h 158022" name="connsiteY6"/>
                  <a:gd fmla="*/ 157922 w 167789" name="connsiteX7"/>
                  <a:gd fmla="*/ 0 h 158022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58022" w="167789">
                    <a:moveTo>
                      <a:pt x="157922" y="0"/>
                    </a:moveTo>
                    <a:cubicBezTo>
                      <a:pt x="158860" y="636"/>
                      <a:pt x="159800" y="1271"/>
                      <a:pt x="160655" y="2032"/>
                    </a:cubicBezTo>
                    <a:cubicBezTo>
                      <a:pt x="173795" y="13391"/>
                      <a:pt x="166368" y="34761"/>
                      <a:pt x="157682" y="49892"/>
                    </a:cubicBezTo>
                    <a:cubicBezTo>
                      <a:pt x="122785" y="92958"/>
                      <a:pt x="39406" y="147331"/>
                      <a:pt x="39406" y="147331"/>
                    </a:cubicBezTo>
                    <a:cubicBezTo>
                      <a:pt x="29112" y="155526"/>
                      <a:pt x="13197" y="163115"/>
                      <a:pt x="4114" y="153592"/>
                    </a:cubicBezTo>
                    <a:cubicBezTo>
                      <a:pt x="1780" y="151100"/>
                      <a:pt x="482" y="148028"/>
                      <a:pt x="0" y="144688"/>
                    </a:cubicBezTo>
                    <a:cubicBezTo>
                      <a:pt x="2029" y="145605"/>
                      <a:pt x="4647" y="146190"/>
                      <a:pt x="7898" y="146380"/>
                    </a:cubicBezTo>
                    <a:cubicBezTo>
                      <a:pt x="28015" y="147292"/>
                      <a:pt x="124333" y="72174"/>
                      <a:pt x="157922" y="0"/>
                    </a:cubicBezTo>
                    <a:close/>
                  </a:path>
                </a:pathLst>
              </a:custGeom>
              <a:solidFill>
                <a:srgbClr val="A89F92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6e1159a-c348-4b2c-9532-b153c7b7782b" id="195" name="任意多边形: 形状 194">
                <a:extLst>
                  <a:ext uri="{FF2B5EF4-FFF2-40B4-BE49-F238E27FC236}">
                    <a16:creationId id="{84A20BD4-7750-022C-27C7-1E34231966CE}"/>
                  </a:ext>
                </a:extLst>
              </p:cNvPr>
              <p:cNvSpPr/>
              <p:nvPr/>
            </p:nvSpPr>
            <p:spPr>
              <a:xfrm flipV="false" flipH="false">
                <a:off x="4939158" y="3735802"/>
                <a:ext cx="101580" cy="94923"/>
              </a:xfrm>
              <a:custGeom>
                <a:avLst/>
                <a:gdLst>
                  <a:gd fmla="*/ 173249 w 178534" name="connsiteX0"/>
                  <a:gd fmla="*/ 7251 h 166834" name="connsiteY0"/>
                  <a:gd fmla="*/ 178358 w 178534" name="connsiteX1"/>
                  <a:gd fmla="*/ 23862 h 166834" name="connsiteY1"/>
                  <a:gd fmla="*/ 168409 w 178534" name="connsiteX2"/>
                  <a:gd fmla="*/ 66909 h 166834" name="connsiteY2"/>
                  <a:gd fmla="*/ 57422 w 178534" name="connsiteX3"/>
                  <a:gd fmla="*/ 154390 h 166834" name="connsiteY3"/>
                  <a:gd fmla="*/ 9174 w 178534" name="connsiteX4"/>
                  <a:gd fmla="*/ 162114 h 166834" name="connsiteY4"/>
                  <a:gd fmla="*/ 0 w 178534" name="connsiteX5"/>
                  <a:gd fmla="*/ 144761 h 166834" name="connsiteY5"/>
                  <a:gd fmla="*/ 161950 w 178534" name="connsiteX6"/>
                  <a:gd fmla="*/ 62 h 166834" name="connsiteY6"/>
                  <a:gd fmla="*/ 161993 w 178534" name="connsiteX7"/>
                  <a:gd fmla="*/ 0 h 166834" name="connsiteY7"/>
                  <a:gd fmla="*/ 173249 w 178534" name="connsiteX8"/>
                  <a:gd fmla="*/ 7251 h 166834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66834" w="178534">
                    <a:moveTo>
                      <a:pt x="173249" y="7251"/>
                    </a:moveTo>
                    <a:cubicBezTo>
                      <a:pt x="176868" y="11892"/>
                      <a:pt x="178043" y="17984"/>
                      <a:pt x="178358" y="23862"/>
                    </a:cubicBezTo>
                    <a:cubicBezTo>
                      <a:pt x="179387" y="38807"/>
                      <a:pt x="175882" y="53975"/>
                      <a:pt x="168409" y="66909"/>
                    </a:cubicBezTo>
                    <a:cubicBezTo>
                      <a:pt x="151297" y="86932"/>
                      <a:pt x="83867" y="156209"/>
                      <a:pt x="57422" y="154390"/>
                    </a:cubicBezTo>
                    <a:cubicBezTo>
                      <a:pt x="42629" y="163561"/>
                      <a:pt x="22971" y="172637"/>
                      <a:pt x="9174" y="162114"/>
                    </a:cubicBezTo>
                    <a:cubicBezTo>
                      <a:pt x="3433" y="157773"/>
                      <a:pt x="727" y="151649"/>
                      <a:pt x="0" y="144761"/>
                    </a:cubicBezTo>
                    <a:cubicBezTo>
                      <a:pt x="0" y="144761"/>
                      <a:pt x="91886" y="140445"/>
                      <a:pt x="161950" y="62"/>
                    </a:cubicBezTo>
                    <a:lnTo>
                      <a:pt x="161993" y="0"/>
                    </a:lnTo>
                    <a:cubicBezTo>
                      <a:pt x="166369" y="1223"/>
                      <a:pt x="170424" y="3603"/>
                      <a:pt x="173249" y="7251"/>
                    </a:cubicBezTo>
                    <a:close/>
                  </a:path>
                </a:pathLst>
              </a:custGeom>
              <a:solidFill>
                <a:srgbClr val="A89F92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b006fc9-6ee9-4f6f-bfd9-64e75a3ba291" id="196" name="任意多边形: 形状 195">
                <a:extLst>
                  <a:ext uri="{FF2B5EF4-FFF2-40B4-BE49-F238E27FC236}">
                    <a16:creationId id="{8FE889F6-5927-E299-0A93-E7E6593CBB74}"/>
                  </a:ext>
                </a:extLst>
              </p:cNvPr>
              <p:cNvSpPr/>
              <p:nvPr/>
            </p:nvSpPr>
            <p:spPr>
              <a:xfrm flipV="false" flipH="false">
                <a:off x="4955452" y="3754471"/>
                <a:ext cx="38104" cy="36368"/>
              </a:xfrm>
              <a:custGeom>
                <a:avLst/>
                <a:gdLst>
                  <a:gd fmla="*/ 63500 w 66971" name="connsiteX0"/>
                  <a:gd fmla="*/ 688 h 63920" name="connsiteY0"/>
                  <a:gd fmla="*/ 48628 w 66971" name="connsiteX1"/>
                  <a:gd fmla="*/ 16811 h 63920" name="connsiteY1"/>
                  <a:gd fmla="*/ 33437 w 66971" name="connsiteX2"/>
                  <a:gd fmla="*/ 31867 h 63920" name="connsiteY2"/>
                  <a:gd fmla="*/ 16836 w 66971" name="connsiteX3"/>
                  <a:gd fmla="*/ 45494 h 63920" name="connsiteY3"/>
                  <a:gd fmla="*/ 8094 w 66971" name="connsiteX4"/>
                  <a:gd fmla="*/ 51737 h 63920" name="connsiteY4"/>
                  <a:gd fmla="*/ 605 w 66971" name="connsiteX5"/>
                  <a:gd fmla="*/ 58524 h 63920" name="connsiteY5"/>
                  <a:gd fmla="*/ 3715 w 66971" name="connsiteX6"/>
                  <a:gd fmla="*/ 63917 h 63920" name="connsiteY6"/>
                  <a:gd fmla="*/ 23065 w 66971" name="connsiteX7"/>
                  <a:gd fmla="*/ 53751 h 63920" name="connsiteY7"/>
                  <a:gd fmla="*/ 40597 w 66971" name="connsiteX8"/>
                  <a:gd fmla="*/ 38828 h 63920" name="connsiteY8"/>
                  <a:gd fmla="*/ 55604 w 66971" name="connsiteX9"/>
                  <a:gd fmla="*/ 21713 h 63920" name="connsiteY9"/>
                  <a:gd fmla="*/ 66748 w 66971" name="connsiteX10"/>
                  <a:gd fmla="*/ 2556 h 63920" name="connsiteY10"/>
                  <a:gd fmla="*/ 63500 w 66971" name="connsiteX11"/>
                  <a:gd fmla="*/ 688 h 63920" name="connsiteY11"/>
                  <a:gd fmla="*/ 63500 w 66971" name="connsiteX12"/>
                  <a:gd fmla="*/ 688 h 63920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63920" w="66971">
                    <a:moveTo>
                      <a:pt x="63500" y="688"/>
                    </a:moveTo>
                    <a:cubicBezTo>
                      <a:pt x="59035" y="6634"/>
                      <a:pt x="53899" y="11606"/>
                      <a:pt x="48628" y="16811"/>
                    </a:cubicBezTo>
                    <a:cubicBezTo>
                      <a:pt x="43548" y="21827"/>
                      <a:pt x="38688" y="27019"/>
                      <a:pt x="33437" y="31867"/>
                    </a:cubicBezTo>
                    <a:cubicBezTo>
                      <a:pt x="28163" y="36734"/>
                      <a:pt x="22597" y="41224"/>
                      <a:pt x="16836" y="45494"/>
                    </a:cubicBezTo>
                    <a:cubicBezTo>
                      <a:pt x="13960" y="47624"/>
                      <a:pt x="10947" y="49579"/>
                      <a:pt x="8094" y="51737"/>
                    </a:cubicBezTo>
                    <a:cubicBezTo>
                      <a:pt x="5520" y="53685"/>
                      <a:pt x="2291" y="55758"/>
                      <a:pt x="605" y="58524"/>
                    </a:cubicBezTo>
                    <a:cubicBezTo>
                      <a:pt x="-961" y="61096"/>
                      <a:pt x="668" y="64029"/>
                      <a:pt x="3715" y="63917"/>
                    </a:cubicBezTo>
                    <a:cubicBezTo>
                      <a:pt x="10460" y="63670"/>
                      <a:pt x="17794" y="57628"/>
                      <a:pt x="23065" y="53751"/>
                    </a:cubicBezTo>
                    <a:cubicBezTo>
                      <a:pt x="29239" y="49209"/>
                      <a:pt x="35087" y="44150"/>
                      <a:pt x="40597" y="38828"/>
                    </a:cubicBezTo>
                    <a:cubicBezTo>
                      <a:pt x="45996" y="33611"/>
                      <a:pt x="51407" y="27951"/>
                      <a:pt x="55604" y="21713"/>
                    </a:cubicBezTo>
                    <a:cubicBezTo>
                      <a:pt x="59710" y="15612"/>
                      <a:pt x="63118" y="8948"/>
                      <a:pt x="66748" y="2556"/>
                    </a:cubicBezTo>
                    <a:cubicBezTo>
                      <a:pt x="67819" y="677"/>
                      <a:pt x="64750" y="-980"/>
                      <a:pt x="63500" y="688"/>
                    </a:cubicBezTo>
                    <a:lnTo>
                      <a:pt x="63500" y="688"/>
                    </a:lnTo>
                    <a:close/>
                  </a:path>
                </a:pathLst>
              </a:custGeom>
              <a:solidFill>
                <a:srgbClr val="8C877E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4cf629f-ca83-4d5a-96aa-5de260e2a865" id="197" name="任意多边形: 形状 196">
                <a:extLst>
                  <a:ext uri="{FF2B5EF4-FFF2-40B4-BE49-F238E27FC236}">
                    <a16:creationId id="{37DD4D7A-6C96-3E43-9472-DF098FC0BCF5}"/>
                  </a:ext>
                </a:extLst>
              </p:cNvPr>
              <p:cNvSpPr/>
              <p:nvPr/>
            </p:nvSpPr>
            <p:spPr>
              <a:xfrm flipV="false" flipH="false">
                <a:off x="4986169" y="3789050"/>
                <a:ext cx="29936" cy="28377"/>
              </a:xfrm>
              <a:custGeom>
                <a:avLst/>
                <a:gdLst>
                  <a:gd fmla="*/ 45429 w 52614" name="connsiteX0"/>
                  <a:gd fmla="*/ 1929 h 49875" name="connsiteY0"/>
                  <a:gd fmla="*/ 24717 w 52614" name="connsiteX1"/>
                  <a:gd fmla="*/ 26700 h 49875" name="connsiteY1"/>
                  <a:gd fmla="*/ 12362 w 52614" name="connsiteX2"/>
                  <a:gd fmla="*/ 36806 h 49875" name="connsiteY2"/>
                  <a:gd fmla="*/ 348 w 52614" name="connsiteX3"/>
                  <a:gd fmla="*/ 46617 h 49875" name="connsiteY3"/>
                  <a:gd fmla="*/ 2340 w 52614" name="connsiteX4"/>
                  <a:gd fmla="*/ 49848 h 49875" name="connsiteY4"/>
                  <a:gd fmla="*/ 17777 w 52614" name="connsiteX5"/>
                  <a:gd fmla="*/ 44396 h 49875" name="connsiteY5"/>
                  <a:gd fmla="*/ 31968 w 52614" name="connsiteX6"/>
                  <a:gd fmla="*/ 33681 h 49875" name="connsiteY6"/>
                  <a:gd fmla="*/ 52182 w 52614" name="connsiteX7"/>
                  <a:gd fmla="*/ 5595 h 49875" name="connsiteY7"/>
                  <a:gd fmla="*/ 45429 w 52614" name="connsiteX8"/>
                  <a:gd fmla="*/ 1929 h 49875" name="connsiteY8"/>
                  <a:gd fmla="*/ 45429 w 52614" name="connsiteX9"/>
                  <a:gd fmla="*/ 1929 h 49875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49875" w="52614">
                    <a:moveTo>
                      <a:pt x="45429" y="1929"/>
                    </a:moveTo>
                    <a:cubicBezTo>
                      <a:pt x="39862" y="11127"/>
                      <a:pt x="32701" y="19503"/>
                      <a:pt x="24717" y="26700"/>
                    </a:cubicBezTo>
                    <a:cubicBezTo>
                      <a:pt x="20754" y="30275"/>
                      <a:pt x="16538" y="33491"/>
                      <a:pt x="12362" y="36806"/>
                    </a:cubicBezTo>
                    <a:cubicBezTo>
                      <a:pt x="8447" y="39910"/>
                      <a:pt x="3302" y="42537"/>
                      <a:pt x="348" y="46617"/>
                    </a:cubicBezTo>
                    <a:cubicBezTo>
                      <a:pt x="-730" y="48110"/>
                      <a:pt x="911" y="49745"/>
                      <a:pt x="2340" y="49848"/>
                    </a:cubicBezTo>
                    <a:cubicBezTo>
                      <a:pt x="7518" y="50220"/>
                      <a:pt x="13347" y="46753"/>
                      <a:pt x="17777" y="44396"/>
                    </a:cubicBezTo>
                    <a:cubicBezTo>
                      <a:pt x="22946" y="41646"/>
                      <a:pt x="27730" y="37698"/>
                      <a:pt x="31968" y="33681"/>
                    </a:cubicBezTo>
                    <a:cubicBezTo>
                      <a:pt x="40457" y="25637"/>
                      <a:pt x="47139" y="16127"/>
                      <a:pt x="52182" y="5595"/>
                    </a:cubicBezTo>
                    <a:cubicBezTo>
                      <a:pt x="54317" y="1137"/>
                      <a:pt x="47998" y="-2314"/>
                      <a:pt x="45429" y="1929"/>
                    </a:cubicBezTo>
                    <a:lnTo>
                      <a:pt x="45429" y="1929"/>
                    </a:lnTo>
                    <a:close/>
                  </a:path>
                </a:pathLst>
              </a:custGeom>
              <a:solidFill>
                <a:srgbClr val="8C877E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cd754d2-31eb-4e0b-94e6-fc38fda48b7d" id="198" name="任意多边形: 形状 197">
                <a:extLst>
                  <a:ext uri="{FF2B5EF4-FFF2-40B4-BE49-F238E27FC236}">
                    <a16:creationId id="{CCF10A40-A886-9A31-B0C8-CD4484558AF4}"/>
                  </a:ext>
                </a:extLst>
              </p:cNvPr>
              <p:cNvSpPr/>
              <p:nvPr/>
            </p:nvSpPr>
            <p:spPr>
              <a:xfrm flipV="false" flipH="false">
                <a:off x="4969118" y="3770527"/>
                <a:ext cx="90805" cy="85279"/>
              </a:xfrm>
              <a:custGeom>
                <a:avLst/>
                <a:gdLst>
                  <a:gd fmla="*/ 145673 w 159597" name="connsiteX0"/>
                  <a:gd fmla="*/ 0 h 149884" name="connsiteY0"/>
                  <a:gd fmla="*/ 149326 w 159597" name="connsiteX1"/>
                  <a:gd fmla="*/ 2565 h 149884" name="connsiteY1"/>
                  <a:gd fmla="*/ 158332 w 159597" name="connsiteX2"/>
                  <a:gd fmla="*/ 37982 h 149884" name="connsiteY2"/>
                  <a:gd fmla="*/ 139243 w 159597" name="connsiteX3"/>
                  <a:gd fmla="*/ 70917 h 149884" name="connsiteY3"/>
                  <a:gd fmla="*/ 50292 w 159597" name="connsiteX4"/>
                  <a:gd fmla="*/ 142162 h 149884" name="connsiteY4"/>
                  <a:gd fmla="*/ 17621 w 159597" name="connsiteX5"/>
                  <a:gd fmla="*/ 148734 h 149884" name="connsiteY5"/>
                  <a:gd fmla="*/ 0 w 159597" name="connsiteX6"/>
                  <a:gd fmla="*/ 129959 h 149884" name="connsiteY6"/>
                  <a:gd fmla="*/ 145673 w 159597" name="connsiteX7"/>
                  <a:gd fmla="*/ 0 h 14988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49884" w="159597">
                    <a:moveTo>
                      <a:pt x="145673" y="0"/>
                    </a:moveTo>
                    <a:cubicBezTo>
                      <a:pt x="146948" y="681"/>
                      <a:pt x="148158" y="1591"/>
                      <a:pt x="149326" y="2565"/>
                    </a:cubicBezTo>
                    <a:cubicBezTo>
                      <a:pt x="158962" y="11003"/>
                      <a:pt x="161442" y="25560"/>
                      <a:pt x="158332" y="37982"/>
                    </a:cubicBezTo>
                    <a:cubicBezTo>
                      <a:pt x="155226" y="50402"/>
                      <a:pt x="147474" y="61050"/>
                      <a:pt x="139243" y="70917"/>
                    </a:cubicBezTo>
                    <a:cubicBezTo>
                      <a:pt x="114638" y="100120"/>
                      <a:pt x="84257" y="124500"/>
                      <a:pt x="50292" y="142162"/>
                    </a:cubicBezTo>
                    <a:cubicBezTo>
                      <a:pt x="40186" y="147381"/>
                      <a:pt x="28466" y="152145"/>
                      <a:pt x="17621" y="148734"/>
                    </a:cubicBezTo>
                    <a:cubicBezTo>
                      <a:pt x="9079" y="145968"/>
                      <a:pt x="2796" y="138518"/>
                      <a:pt x="0" y="129959"/>
                    </a:cubicBezTo>
                    <a:cubicBezTo>
                      <a:pt x="26737" y="123387"/>
                      <a:pt x="106591" y="96222"/>
                      <a:pt x="145673" y="0"/>
                    </a:cubicBezTo>
                    <a:close/>
                  </a:path>
                </a:pathLst>
              </a:custGeom>
              <a:solidFill>
                <a:srgbClr val="A89F92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103a17d-300c-49a1-843f-c86c6c39cffc" id="186" name="任意多边形: 形状 185">
                <a:extLst>
                  <a:ext uri="{FF2B5EF4-FFF2-40B4-BE49-F238E27FC236}">
                    <a16:creationId id="{3EF9B242-7650-D8B5-1F38-A6845A2123C2}"/>
                  </a:ext>
                </a:extLst>
              </p:cNvPr>
              <p:cNvSpPr/>
              <p:nvPr/>
            </p:nvSpPr>
            <p:spPr>
              <a:xfrm flipV="false" flipH="false">
                <a:off x="4598704" y="3540979"/>
                <a:ext cx="112337" cy="29711"/>
              </a:xfrm>
              <a:custGeom>
                <a:avLst/>
                <a:gdLst>
                  <a:gd fmla="*/ 10956 w 197441" name="connsiteX0"/>
                  <a:gd fmla="*/ 24614 h 52220" name="connsiteY0"/>
                  <a:gd fmla="*/ 110515 w 197441" name="connsiteX1"/>
                  <a:gd fmla="*/ 43784 h 52220" name="connsiteY1"/>
                  <a:gd fmla="*/ 192819 w 197441" name="connsiteX2"/>
                  <a:gd fmla="*/ 42696 h 52220" name="connsiteY2"/>
                  <a:gd fmla="*/ 189549 w 197441" name="connsiteX3"/>
                  <a:gd fmla="*/ 23594 h 52220" name="connsiteY3"/>
                  <a:gd fmla="*/ 144733 w 197441" name="connsiteX4"/>
                  <a:gd fmla="*/ 19667 h 52220" name="connsiteY4"/>
                  <a:gd fmla="*/ 95051 w 197441" name="connsiteX5"/>
                  <a:gd fmla="*/ 9579 h 52220" name="connsiteY5"/>
                  <a:gd fmla="*/ 7291 w 197441" name="connsiteX6"/>
                  <a:gd fmla="*/ 3761 h 52220" name="connsiteY6"/>
                  <a:gd fmla="*/ 10956 w 197441" name="connsiteX7"/>
                  <a:gd fmla="*/ 24614 h 52220" name="connsiteY7"/>
                  <a:gd fmla="*/ 10956 w 197441" name="connsiteX8"/>
                  <a:gd fmla="*/ 24614 h 52220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52220" w="197441">
                    <a:moveTo>
                      <a:pt x="10956" y="24614"/>
                    </a:moveTo>
                    <a:cubicBezTo>
                      <a:pt x="46112" y="26283"/>
                      <a:pt x="76667" y="34745"/>
                      <a:pt x="110515" y="43784"/>
                    </a:cubicBezTo>
                    <a:cubicBezTo>
                      <a:pt x="136027" y="50597"/>
                      <a:pt x="169366" y="59251"/>
                      <a:pt x="192819" y="42696"/>
                    </a:cubicBezTo>
                    <a:cubicBezTo>
                      <a:pt x="200083" y="37569"/>
                      <a:pt x="198632" y="25739"/>
                      <a:pt x="189549" y="23594"/>
                    </a:cubicBezTo>
                    <a:cubicBezTo>
                      <a:pt x="175024" y="20165"/>
                      <a:pt x="159576" y="21457"/>
                      <a:pt x="144733" y="19667"/>
                    </a:cubicBezTo>
                    <a:cubicBezTo>
                      <a:pt x="127893" y="17637"/>
                      <a:pt x="111522" y="13488"/>
                      <a:pt x="95051" y="9579"/>
                    </a:cubicBezTo>
                    <a:cubicBezTo>
                      <a:pt x="66954" y="2908"/>
                      <a:pt x="35790" y="-4739"/>
                      <a:pt x="7291" y="3761"/>
                    </a:cubicBezTo>
                    <a:cubicBezTo>
                      <a:pt x="-4857" y="7389"/>
                      <a:pt x="-572" y="24068"/>
                      <a:pt x="10956" y="24614"/>
                    </a:cubicBezTo>
                    <a:lnTo>
                      <a:pt x="10956" y="24614"/>
                    </a:lnTo>
                    <a:close/>
                  </a:path>
                </a:pathLst>
              </a:custGeom>
              <a:solidFill>
                <a:srgbClr val="FCBA3A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a6c1267-ecae-4b7e-a392-e567f10f498d" id="187" name="任意多边形: 形状 186">
                <a:extLst>
                  <a:ext uri="{FF2B5EF4-FFF2-40B4-BE49-F238E27FC236}">
                    <a16:creationId id="{B2866232-C535-587D-BE73-6FF2E617B9DB}"/>
                  </a:ext>
                </a:extLst>
              </p:cNvPr>
              <p:cNvSpPr/>
              <p:nvPr/>
            </p:nvSpPr>
            <p:spPr>
              <a:xfrm flipV="false" flipH="false">
                <a:off x="4615350" y="3426508"/>
                <a:ext cx="103592" cy="90631"/>
              </a:xfrm>
              <a:custGeom>
                <a:avLst/>
                <a:gdLst>
                  <a:gd fmla="*/ 5361 w 182072" name="connsiteX0"/>
                  <a:gd fmla="*/ 20390 h 159292" name="connsiteY0"/>
                  <a:gd fmla="*/ 92498 w 182072" name="connsiteX1"/>
                  <a:gd fmla="*/ 85889 h 159292" name="connsiteY1"/>
                  <a:gd fmla="*/ 127915 w 182072" name="connsiteX2"/>
                  <a:gd fmla="*/ 121777 h 159292" name="connsiteY2"/>
                  <a:gd fmla="*/ 162418 w 182072" name="connsiteX3"/>
                  <a:gd fmla="*/ 157477 h 159292" name="connsiteY3"/>
                  <a:gd fmla="*/ 181420 w 182072" name="connsiteX4"/>
                  <a:gd fmla="*/ 141640 h 159292" name="connsiteY4"/>
                  <a:gd fmla="*/ 109173 w 182072" name="connsiteX5"/>
                  <a:gd fmla="*/ 62130 h 159292" name="connsiteY5"/>
                  <a:gd fmla="*/ 15561 w 182072" name="connsiteX6"/>
                  <a:gd fmla="*/ 1243 h 159292" name="connsiteY6"/>
                  <a:gd fmla="*/ 5361 w 182072" name="connsiteX7"/>
                  <a:gd fmla="*/ 20390 h 159292" name="connsiteY7"/>
                  <a:gd fmla="*/ 5361 w 182072" name="connsiteX8"/>
                  <a:gd fmla="*/ 20390 h 159292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59292" w="182072">
                    <a:moveTo>
                      <a:pt x="5361" y="20390"/>
                    </a:moveTo>
                    <a:cubicBezTo>
                      <a:pt x="35945" y="40231"/>
                      <a:pt x="65617" y="61177"/>
                      <a:pt x="92498" y="85889"/>
                    </a:cubicBezTo>
                    <a:cubicBezTo>
                      <a:pt x="104887" y="97278"/>
                      <a:pt x="116662" y="109272"/>
                      <a:pt x="127915" y="121777"/>
                    </a:cubicBezTo>
                    <a:cubicBezTo>
                      <a:pt x="139062" y="134160"/>
                      <a:pt x="148371" y="148374"/>
                      <a:pt x="162418" y="157477"/>
                    </a:cubicBezTo>
                    <a:cubicBezTo>
                      <a:pt x="172280" y="163869"/>
                      <a:pt x="185127" y="152133"/>
                      <a:pt x="181420" y="141640"/>
                    </a:cubicBezTo>
                    <a:cubicBezTo>
                      <a:pt x="170405" y="110473"/>
                      <a:pt x="134062" y="82714"/>
                      <a:pt x="109173" y="62130"/>
                    </a:cubicBezTo>
                    <a:cubicBezTo>
                      <a:pt x="80385" y="38324"/>
                      <a:pt x="49338" y="17261"/>
                      <a:pt x="15561" y="1243"/>
                    </a:cubicBezTo>
                    <a:cubicBezTo>
                      <a:pt x="2785" y="-4817"/>
                      <a:pt x="-6254" y="12856"/>
                      <a:pt x="5361" y="20390"/>
                    </a:cubicBezTo>
                    <a:lnTo>
                      <a:pt x="5361" y="20390"/>
                    </a:lnTo>
                    <a:close/>
                  </a:path>
                </a:pathLst>
              </a:custGeom>
              <a:solidFill>
                <a:srgbClr val="FCBA3A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23ac076-9066-4d11-803a-bded14ba0e1b" id="188" name="任意多边形: 形状 187">
                <a:extLst>
                  <a:ext uri="{FF2B5EF4-FFF2-40B4-BE49-F238E27FC236}">
                    <a16:creationId id="{A8A27B0D-BB39-2904-9715-E0C1E113D2ED}"/>
                  </a:ext>
                </a:extLst>
              </p:cNvPr>
              <p:cNvSpPr/>
              <p:nvPr/>
            </p:nvSpPr>
            <p:spPr>
              <a:xfrm flipV="false" flipH="false">
                <a:off x="4717200" y="3396954"/>
                <a:ext cx="55322" cy="87678"/>
              </a:xfrm>
              <a:custGeom>
                <a:avLst/>
                <a:gdLst>
                  <a:gd fmla="*/ 422 w 97233" name="connsiteX0"/>
                  <a:gd fmla="*/ 10027 h 154102" name="connsiteY0"/>
                  <a:gd fmla="*/ 32627 w 97233" name="connsiteX1"/>
                  <a:gd fmla="*/ 78659 h 154102" name="connsiteY1"/>
                  <a:gd fmla="*/ 74847 w 97233" name="connsiteX2"/>
                  <a:gd fmla="*/ 149443 h 154102" name="connsiteY2"/>
                  <a:gd fmla="*/ 96124 w 97233" name="connsiteX3"/>
                  <a:gd fmla="*/ 139465 h 154102" name="connsiteY3"/>
                  <a:gd fmla="*/ 58687 w 97233" name="connsiteX4"/>
                  <a:gd fmla="*/ 72869 h 154102" name="connsiteY4"/>
                  <a:gd fmla="*/ 14807 w 97233" name="connsiteX5"/>
                  <a:gd fmla="*/ 3281 h 154102" name="connsiteY5"/>
                  <a:gd fmla="*/ 422 w 97233" name="connsiteX6"/>
                  <a:gd fmla="*/ 10027 h 154102" name="connsiteY6"/>
                  <a:gd fmla="*/ 422 w 97233" name="connsiteX7"/>
                  <a:gd fmla="*/ 10027 h 154102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54102" w="97233">
                    <a:moveTo>
                      <a:pt x="422" y="10027"/>
                    </a:moveTo>
                    <a:cubicBezTo>
                      <a:pt x="7568" y="33975"/>
                      <a:pt x="21190" y="56517"/>
                      <a:pt x="32627" y="78659"/>
                    </a:cubicBezTo>
                    <a:cubicBezTo>
                      <a:pt x="45355" y="103302"/>
                      <a:pt x="57857" y="127442"/>
                      <a:pt x="74847" y="149443"/>
                    </a:cubicBezTo>
                    <a:cubicBezTo>
                      <a:pt x="82354" y="159165"/>
                      <a:pt x="102098" y="152628"/>
                      <a:pt x="96124" y="139465"/>
                    </a:cubicBezTo>
                    <a:cubicBezTo>
                      <a:pt x="85458" y="115969"/>
                      <a:pt x="72222" y="94803"/>
                      <a:pt x="58687" y="72869"/>
                    </a:cubicBezTo>
                    <a:cubicBezTo>
                      <a:pt x="44443" y="49785"/>
                      <a:pt x="32016" y="24232"/>
                      <a:pt x="14807" y="3281"/>
                    </a:cubicBezTo>
                    <a:cubicBezTo>
                      <a:pt x="9337" y="-3374"/>
                      <a:pt x="-2361" y="707"/>
                      <a:pt x="422" y="10027"/>
                    </a:cubicBezTo>
                    <a:lnTo>
                      <a:pt x="422" y="10027"/>
                    </a:lnTo>
                    <a:close/>
                  </a:path>
                </a:pathLst>
              </a:custGeom>
              <a:solidFill>
                <a:srgbClr val="FCBA3A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636423e-e553-45dd-98e4-79956a24a89d" id="189" name="任意多边形: 形状 188">
                <a:extLst>
                  <a:ext uri="{FF2B5EF4-FFF2-40B4-BE49-F238E27FC236}">
                    <a16:creationId id="{EB0F9CDF-B8C1-2619-F380-4D159AEE7707}"/>
                  </a:ext>
                </a:extLst>
              </p:cNvPr>
              <p:cNvSpPr/>
              <p:nvPr/>
            </p:nvSpPr>
            <p:spPr>
              <a:xfrm flipV="false" flipH="false">
                <a:off x="4780194" y="3373368"/>
                <a:ext cx="34204" cy="96301"/>
              </a:xfrm>
              <a:custGeom>
                <a:avLst/>
                <a:gdLst>
                  <a:gd fmla="*/ 587 w 60117" name="connsiteX0"/>
                  <a:gd fmla="*/ 15511 h 169257" name="connsiteY0"/>
                  <a:gd fmla="*/ 22055 w 60117" name="connsiteX1"/>
                  <a:gd fmla="*/ 96891 h 169257" name="connsiteY1"/>
                  <a:gd fmla="*/ 41100 w 60117" name="connsiteX2"/>
                  <a:gd fmla="*/ 166214 h 169257" name="connsiteY2"/>
                  <a:gd fmla="*/ 52619 w 60117" name="connsiteX3"/>
                  <a:gd fmla="*/ 165759 h 169257" name="connsiteY3"/>
                  <a:gd fmla="*/ 21867 w 60117" name="connsiteX4"/>
                  <a:gd fmla="*/ 5535 h 169257" name="connsiteY4"/>
                  <a:gd fmla="*/ 587 w 60117" name="connsiteX5"/>
                  <a:gd fmla="*/ 15511 h 169257" name="connsiteY5"/>
                  <a:gd fmla="*/ 587 w 60117" name="connsiteX6"/>
                  <a:gd fmla="*/ 15511 h 169257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69257" w="60117">
                    <a:moveTo>
                      <a:pt x="587" y="15511"/>
                    </a:moveTo>
                    <a:cubicBezTo>
                      <a:pt x="9415" y="42164"/>
                      <a:pt x="16980" y="69255"/>
                      <a:pt x="22055" y="96891"/>
                    </a:cubicBezTo>
                    <a:cubicBezTo>
                      <a:pt x="26396" y="120528"/>
                      <a:pt x="29397" y="144849"/>
                      <a:pt x="41100" y="166214"/>
                    </a:cubicBezTo>
                    <a:cubicBezTo>
                      <a:pt x="43395" y="170406"/>
                      <a:pt x="50717" y="170280"/>
                      <a:pt x="52619" y="165759"/>
                    </a:cubicBezTo>
                    <a:cubicBezTo>
                      <a:pt x="73855" y="115252"/>
                      <a:pt x="45648" y="50483"/>
                      <a:pt x="21867" y="5535"/>
                    </a:cubicBezTo>
                    <a:cubicBezTo>
                      <a:pt x="15526" y="-6448"/>
                      <a:pt x="-3573" y="2943"/>
                      <a:pt x="587" y="15511"/>
                    </a:cubicBezTo>
                    <a:lnTo>
                      <a:pt x="587" y="15511"/>
                    </a:lnTo>
                    <a:close/>
                  </a:path>
                </a:pathLst>
              </a:custGeom>
              <a:solidFill>
                <a:srgbClr val="FCBA3A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</p:grpSp>
        <p:grpSp>
          <p:nvGrpSpPr>
            <p:cNvPr descr="26c24a95-7a69-4a00-886d-849c72cd6db4" id="21" name="组合 20">
              <a:extLst>
                <a:ext uri="{FF2B5EF4-FFF2-40B4-BE49-F238E27FC236}">
                  <a16:creationId id="{579E2C87-0DE5-8229-BCA0-9275E57F6E69}"/>
                </a:ext>
              </a:extLst>
            </p:cNvPr>
            <p:cNvGrpSpPr/>
            <p:nvPr/>
          </p:nvGrpSpPr>
          <p:grpSpPr>
            <a:xfrm>
              <a:off x="4598704" y="4815583"/>
              <a:ext cx="461221" cy="482438"/>
              <a:chOff x="4598704" y="4815583"/>
              <a:chExt cx="461221" cy="482438"/>
            </a:xfrm>
          </p:grpSpPr>
          <p:sp>
            <p:nvSpPr>
              <p:cNvPr descr="60824809-90b2-4a0b-a3a1-2ec267080af9" id="205" name="任意多边形: 形状 204">
                <a:extLst>
                  <a:ext uri="{FF2B5EF4-FFF2-40B4-BE49-F238E27FC236}">
                    <a16:creationId id="{49553ACA-2CB4-5E45-58C9-9504FA478799}"/>
                  </a:ext>
                </a:extLst>
              </p:cNvPr>
              <p:cNvSpPr/>
              <p:nvPr/>
            </p:nvSpPr>
            <p:spPr>
              <a:xfrm flipV="false" flipH="false">
                <a:off x="4721497" y="4935628"/>
                <a:ext cx="284919" cy="281131"/>
              </a:xfrm>
              <a:custGeom>
                <a:avLst/>
                <a:gdLst>
                  <a:gd fmla="*/ 410832 w 500767" name="connsiteX0"/>
                  <a:gd fmla="*/ 74385 h 494111" name="connsiteY0"/>
                  <a:gd fmla="*/ 435765 w 500767" name="connsiteX1"/>
                  <a:gd fmla="*/ 149167 h 494111" name="connsiteY1"/>
                  <a:gd fmla="*/ 439430 w 500767" name="connsiteX2"/>
                  <a:gd fmla="*/ 302085 h 494111" name="connsiteY2"/>
                  <a:gd fmla="*/ 500768 w 500767" name="connsiteX3"/>
                  <a:gd fmla="*/ 437398 h 494111" name="connsiteY3"/>
                  <a:gd fmla="*/ 385481 w 500767" name="connsiteX4"/>
                  <a:gd fmla="*/ 494111 h 494111" name="connsiteY4"/>
                  <a:gd fmla="*/ 299019 w 500767" name="connsiteX5"/>
                  <a:gd fmla="*/ 429938 h 494111" name="connsiteY5"/>
                  <a:gd fmla="*/ 245658 w 500767" name="connsiteX6"/>
                  <a:gd fmla="*/ 418490 h 494111" name="connsiteY6"/>
                  <a:gd fmla="*/ 160783 w 500767" name="connsiteX7"/>
                  <a:gd fmla="*/ 410288 h 494111" name="connsiteY7"/>
                  <a:gd fmla="*/ 156823 w 500767" name="connsiteX8"/>
                  <a:gd fmla="*/ 409527 h 494111" name="connsiteY8"/>
                  <a:gd fmla="*/ 18633 w 500767" name="connsiteX9"/>
                  <a:gd fmla="*/ 298292 h 494111" name="connsiteY9"/>
                  <a:gd fmla="*/ 20955 w 500767" name="connsiteX10"/>
                  <a:gd fmla="*/ 120471 h 494111" name="connsiteY10"/>
                  <a:gd fmla="*/ 159036 w 500767" name="connsiteX11"/>
                  <a:gd fmla="*/ 7664 h 494111" name="connsiteY11"/>
                  <a:gd fmla="*/ 176604 w 500767" name="connsiteX12"/>
                  <a:gd fmla="*/ 3842 h 494111" name="connsiteY12"/>
                  <a:gd fmla="*/ 264183 w 500767" name="connsiteX13"/>
                  <a:gd fmla="*/ 3462 h 494111" name="connsiteY13"/>
                  <a:gd fmla="*/ 327186 w 500767" name="connsiteX14"/>
                  <a:gd fmla="*/ 19425 h 494111" name="connsiteY14"/>
                  <a:gd fmla="*/ 410832 w 500767" name="connsiteX15"/>
                  <a:gd fmla="*/ 74385 h 494111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494111" w="500767">
                    <a:moveTo>
                      <a:pt x="410832" y="74385"/>
                    </a:moveTo>
                    <a:cubicBezTo>
                      <a:pt x="426228" y="96041"/>
                      <a:pt x="432800" y="122773"/>
                      <a:pt x="435765" y="149167"/>
                    </a:cubicBezTo>
                    <a:cubicBezTo>
                      <a:pt x="441563" y="199857"/>
                      <a:pt x="435396" y="251219"/>
                      <a:pt x="439430" y="302085"/>
                    </a:cubicBezTo>
                    <a:cubicBezTo>
                      <a:pt x="443567" y="352930"/>
                      <a:pt x="460299" y="406360"/>
                      <a:pt x="500768" y="437398"/>
                    </a:cubicBezTo>
                    <a:lnTo>
                      <a:pt x="385481" y="494111"/>
                    </a:lnTo>
                    <a:cubicBezTo>
                      <a:pt x="359893" y="468485"/>
                      <a:pt x="332795" y="442930"/>
                      <a:pt x="299019" y="429938"/>
                    </a:cubicBezTo>
                    <a:cubicBezTo>
                      <a:pt x="281881" y="423275"/>
                      <a:pt x="263920" y="420255"/>
                      <a:pt x="245658" y="418490"/>
                    </a:cubicBezTo>
                    <a:cubicBezTo>
                      <a:pt x="217500" y="415694"/>
                      <a:pt x="188587" y="415765"/>
                      <a:pt x="160783" y="410288"/>
                    </a:cubicBezTo>
                    <a:cubicBezTo>
                      <a:pt x="159440" y="410110"/>
                      <a:pt x="158184" y="409808"/>
                      <a:pt x="156823" y="409527"/>
                    </a:cubicBezTo>
                    <a:cubicBezTo>
                      <a:pt x="96948" y="396503"/>
                      <a:pt x="44432" y="353842"/>
                      <a:pt x="18633" y="298292"/>
                    </a:cubicBezTo>
                    <a:cubicBezTo>
                      <a:pt x="-7167" y="242745"/>
                      <a:pt x="-5970" y="175507"/>
                      <a:pt x="20955" y="120471"/>
                    </a:cubicBezTo>
                    <a:cubicBezTo>
                      <a:pt x="47816" y="65392"/>
                      <a:pt x="99803" y="23389"/>
                      <a:pt x="159036" y="7664"/>
                    </a:cubicBezTo>
                    <a:cubicBezTo>
                      <a:pt x="164838" y="6110"/>
                      <a:pt x="170743" y="4806"/>
                      <a:pt x="176604" y="3842"/>
                    </a:cubicBezTo>
                    <a:cubicBezTo>
                      <a:pt x="205385" y="-1434"/>
                      <a:pt x="235050" y="-1000"/>
                      <a:pt x="264183" y="3462"/>
                    </a:cubicBezTo>
                    <a:cubicBezTo>
                      <a:pt x="285624" y="6736"/>
                      <a:pt x="306734" y="12254"/>
                      <a:pt x="327186" y="19425"/>
                    </a:cubicBezTo>
                    <a:cubicBezTo>
                      <a:pt x="359184" y="30577"/>
                      <a:pt x="391131" y="46807"/>
                      <a:pt x="410832" y="74385"/>
                    </a:cubicBezTo>
                    <a:close/>
                  </a:path>
                </a:pathLst>
              </a:custGeom>
              <a:solidFill>
                <a:srgbClr val="FCBA3A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2aa5fc4-bd80-423a-9c97-728ea06d8403" id="206" name="任意多边形: 形状 205">
                <a:extLst>
                  <a:ext uri="{FF2B5EF4-FFF2-40B4-BE49-F238E27FC236}">
                    <a16:creationId id="{0AB7942F-1394-6693-89D3-3B2588AA3A3E}"/>
                  </a:ext>
                </a:extLst>
              </p:cNvPr>
              <p:cNvSpPr/>
              <p:nvPr/>
            </p:nvSpPr>
            <p:spPr>
              <a:xfrm flipV="false" flipH="false">
                <a:off x="4828174" y="5050064"/>
                <a:ext cx="154869" cy="160475"/>
              </a:xfrm>
              <a:custGeom>
                <a:avLst/>
                <a:gdLst>
                  <a:gd fmla="*/ 209454 w 272194" name="connsiteX0"/>
                  <a:gd fmla="*/ 275287 h 282047" name="connsiteY0"/>
                  <a:gd fmla="*/ 117839 w 272194" name="connsiteX1"/>
                  <a:gd fmla="*/ 183573 h 282047" name="connsiteY1"/>
                  <a:gd fmla="*/ 95191 w 272194" name="connsiteX2"/>
                  <a:gd fmla="*/ 161819 h 282047" name="connsiteY2"/>
                  <a:gd fmla="*/ 84680 w 272194" name="connsiteX3"/>
                  <a:gd fmla="*/ 155101 h 282047" name="connsiteY3"/>
                  <a:gd fmla="*/ 71040 w 272194" name="connsiteX4"/>
                  <a:gd fmla="*/ 153816 h 282047" name="connsiteY4"/>
                  <a:gd fmla="*/ 32930 w 272194" name="connsiteX5"/>
                  <a:gd fmla="*/ 137176 h 282047" name="connsiteY5"/>
                  <a:gd fmla="*/ 11430 w 272194" name="connsiteX6"/>
                  <a:gd fmla="*/ 94446 h 282047" name="connsiteY6"/>
                  <a:gd fmla="*/ 6829 w 272194" name="connsiteX7"/>
                  <a:gd fmla="*/ 101245 h 282047" name="connsiteY7"/>
                  <a:gd fmla="*/ 66829 w 272194" name="connsiteX8"/>
                  <a:gd fmla="*/ 114853 h 282047" name="connsiteY8"/>
                  <a:gd fmla="*/ 73443 w 272194" name="connsiteX9"/>
                  <a:gd fmla="*/ 105083 h 282047" name="connsiteY9"/>
                  <a:gd fmla="*/ 59527 w 272194" name="connsiteX10"/>
                  <a:gd fmla="*/ 87090 h 282047" name="connsiteY10"/>
                  <a:gd fmla="*/ 56691 w 272194" name="connsiteX11"/>
                  <a:gd fmla="*/ 76263 h 282047" name="connsiteY11"/>
                  <a:gd fmla="*/ 57470 w 272194" name="connsiteX12"/>
                  <a:gd fmla="*/ 64468 h 282047" name="connsiteY12"/>
                  <a:gd fmla="*/ 74170 w 272194" name="connsiteX13"/>
                  <a:gd fmla="*/ 70308 h 282047" name="connsiteY13"/>
                  <a:gd fmla="*/ 96545 w 272194" name="connsiteX14"/>
                  <a:gd fmla="*/ 90224 h 282047" name="connsiteY14"/>
                  <a:gd fmla="*/ 106601 w 272194" name="connsiteX15"/>
                  <a:gd fmla="*/ 83679 h 282047" name="connsiteY15"/>
                  <a:gd fmla="*/ 96330 w 272194" name="connsiteX16"/>
                  <a:gd fmla="*/ 49938 h 282047" name="connsiteY16"/>
                  <a:gd fmla="*/ 94693 w 272194" name="connsiteX17"/>
                  <a:gd fmla="*/ 32267 h 282047" name="connsiteY17"/>
                  <a:gd fmla="*/ 100735 w 272194" name="connsiteX18"/>
                  <a:gd fmla="*/ 21841 h 282047" name="connsiteY18"/>
                  <a:gd fmla="*/ 113843 w 272194" name="connsiteX19"/>
                  <a:gd fmla="*/ 27587 h 282047" name="connsiteY19"/>
                  <a:gd fmla="*/ 127335 w 272194" name="connsiteX20"/>
                  <a:gd fmla="*/ 38474 h 282047" name="connsiteY20"/>
                  <a:gd fmla="*/ 146297 w 272194" name="connsiteX21"/>
                  <a:gd fmla="*/ 67382 h 282047" name="connsiteY21"/>
                  <a:gd fmla="*/ 157071 w 272194" name="connsiteX22"/>
                  <a:gd fmla="*/ 62218 h 282047" name="connsiteY22"/>
                  <a:gd fmla="*/ 156451 w 272194" name="connsiteX23"/>
                  <a:gd fmla="*/ 22942 h 282047" name="connsiteY23"/>
                  <a:gd fmla="*/ 168453 w 272194" name="connsiteX24"/>
                  <a:gd fmla="*/ 12274 h 282047" name="connsiteY24"/>
                  <a:gd fmla="*/ 183372 w 272194" name="connsiteX25"/>
                  <a:gd fmla="*/ 25116 h 282047" name="connsiteY25"/>
                  <a:gd fmla="*/ 177263 w 272194" name="connsiteX26"/>
                  <a:gd fmla="*/ 106224 h 282047" name="connsiteY26"/>
                  <a:gd fmla="*/ 176809 w 272194" name="connsiteX27"/>
                  <a:gd fmla="*/ 112352 h 282047" name="connsiteY27"/>
                  <a:gd fmla="*/ 220099 w 272194" name="connsiteX28"/>
                  <a:gd fmla="*/ 180377 h 282047" name="connsiteY28"/>
                  <a:gd fmla="*/ 241242 w 272194" name="connsiteX29"/>
                  <a:gd fmla="*/ 213597 h 282047" name="connsiteY29"/>
                  <a:gd fmla="*/ 264484 w 272194" name="connsiteX30"/>
                  <a:gd fmla="*/ 247066 h 282047" name="connsiteY30"/>
                  <a:gd fmla="*/ 271804 w 272194" name="connsiteX31"/>
                  <a:gd fmla="*/ 242302 h 282047" name="connsiteY31"/>
                  <a:gd fmla="*/ 252199 w 272194" name="connsiteX32"/>
                  <a:gd fmla="*/ 208346 h 282047" name="connsiteY32"/>
                  <a:gd fmla="*/ 230617 w 272194" name="connsiteX33"/>
                  <a:gd fmla="*/ 174305 h 282047" name="connsiteY33"/>
                  <a:gd fmla="*/ 187944 w 272194" name="connsiteX34"/>
                  <a:gd fmla="*/ 107017 h 282047" name="connsiteY34"/>
                  <a:gd fmla="*/ 187488 w 272194" name="connsiteX35"/>
                  <a:gd fmla="*/ 113146 h 282047" name="connsiteY35"/>
                  <a:gd fmla="*/ 199525 w 272194" name="connsiteX36"/>
                  <a:gd fmla="*/ 29846 h 282047" name="connsiteY36"/>
                  <a:gd fmla="*/ 172819 w 272194" name="connsiteX37"/>
                  <a:gd fmla="*/ 1459 h 282047" name="connsiteY37"/>
                  <a:gd fmla="*/ 144368 w 272194" name="connsiteX38"/>
                  <a:gd fmla="*/ 21911 h 282047" name="connsiteY38"/>
                  <a:gd fmla="*/ 146295 w 272194" name="connsiteX39"/>
                  <a:gd fmla="*/ 67385 h 282047" name="connsiteY39"/>
                  <a:gd fmla="*/ 157068 w 272194" name="connsiteX40"/>
                  <a:gd fmla="*/ 62220 h 282047" name="connsiteY40"/>
                  <a:gd fmla="*/ 131850 w 272194" name="connsiteX41"/>
                  <a:gd fmla="*/ 26305 h 282047" name="connsiteY41"/>
                  <a:gd fmla="*/ 96489 w 272194" name="connsiteX42"/>
                  <a:gd fmla="*/ 10298 h 282047" name="connsiteY42"/>
                  <a:gd fmla="*/ 84106 w 272194" name="connsiteX43"/>
                  <a:gd fmla="*/ 45773 h 282047" name="connsiteY43"/>
                  <a:gd fmla="*/ 95686 w 272194" name="connsiteX44"/>
                  <a:gd fmla="*/ 88910 h 282047" name="connsiteY44"/>
                  <a:gd fmla="*/ 105742 w 272194" name="connsiteX45"/>
                  <a:gd fmla="*/ 82365 h 282047" name="connsiteY45"/>
                  <a:gd fmla="*/ 74907 w 272194" name="connsiteX46"/>
                  <a:gd fmla="*/ 56672 h 282047" name="connsiteY46"/>
                  <a:gd fmla="*/ 48710 w 272194" name="connsiteX47"/>
                  <a:gd fmla="*/ 56798 h 282047" name="connsiteY47"/>
                  <a:gd fmla="*/ 47739 w 272194" name="connsiteX48"/>
                  <a:gd fmla="*/ 88832 h 282047" name="connsiteY48"/>
                  <a:gd fmla="*/ 66827 w 272194" name="connsiteX49"/>
                  <a:gd fmla="*/ 114853 h 282047" name="connsiteY49"/>
                  <a:gd fmla="*/ 73440 w 272194" name="connsiteX50"/>
                  <a:gd fmla="*/ 105083 h 282047" name="connsiteY50"/>
                  <a:gd fmla="*/ 4627 w 272194" name="connsiteX51"/>
                  <a:gd fmla="*/ 89844 h 282047" name="connsiteY51"/>
                  <a:gd fmla="*/ 28 w 272194" name="connsiteX52"/>
                  <a:gd fmla="*/ 96643 h 282047" name="connsiteY52"/>
                  <a:gd fmla="*/ 53938 w 272194" name="connsiteX53"/>
                  <a:gd fmla="*/ 162105 h 282047" name="connsiteY53"/>
                  <a:gd fmla="*/ 77719 w 272194" name="connsiteX54"/>
                  <a:gd fmla="*/ 165326 h 282047" name="connsiteY54"/>
                  <a:gd fmla="*/ 88983 w 272194" name="connsiteX55"/>
                  <a:gd fmla="*/ 171311 h 282047" name="connsiteY55"/>
                  <a:gd fmla="*/ 101281 w 272194" name="connsiteX56"/>
                  <a:gd fmla="*/ 182944 h 282047" name="connsiteY56"/>
                  <a:gd fmla="*/ 148681 w 272194" name="connsiteX57"/>
                  <a:gd fmla="*/ 228616 h 282047" name="connsiteY57"/>
                  <a:gd fmla="*/ 202976 w 272194" name="connsiteX58"/>
                  <a:gd fmla="*/ 280812 h 282047" name="connsiteY58"/>
                  <a:gd fmla="*/ 209454 w 272194" name="connsiteX59"/>
                  <a:gd fmla="*/ 275287 h 282047" name="connsiteY59"/>
                  <a:gd fmla="*/ 209454 w 272194" name="connsiteX60"/>
                  <a:gd fmla="*/ 275287 h 282047" name="connsiteY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b="b" l="l" r="r" t="t"/>
                <a:pathLst>
                  <a:path h="282047" w="272194">
                    <a:moveTo>
                      <a:pt x="209454" y="275287"/>
                    </a:moveTo>
                    <a:cubicBezTo>
                      <a:pt x="180510" y="243226"/>
                      <a:pt x="148849" y="213622"/>
                      <a:pt x="117839" y="183573"/>
                    </a:cubicBezTo>
                    <a:cubicBezTo>
                      <a:pt x="110329" y="176296"/>
                      <a:pt x="102939" y="168842"/>
                      <a:pt x="95191" y="161819"/>
                    </a:cubicBezTo>
                    <a:cubicBezTo>
                      <a:pt x="92085" y="159005"/>
                      <a:pt x="88732" y="156399"/>
                      <a:pt x="84680" y="155101"/>
                    </a:cubicBezTo>
                    <a:cubicBezTo>
                      <a:pt x="80260" y="153683"/>
                      <a:pt x="75598" y="154104"/>
                      <a:pt x="71040" y="153816"/>
                    </a:cubicBezTo>
                    <a:cubicBezTo>
                      <a:pt x="56935" y="152924"/>
                      <a:pt x="43359" y="146631"/>
                      <a:pt x="32930" y="137176"/>
                    </a:cubicBezTo>
                    <a:cubicBezTo>
                      <a:pt x="20670" y="126062"/>
                      <a:pt x="12784" y="110978"/>
                      <a:pt x="11430" y="94446"/>
                    </a:cubicBezTo>
                    <a:cubicBezTo>
                      <a:pt x="9896" y="96712"/>
                      <a:pt x="8362" y="98979"/>
                      <a:pt x="6829" y="101245"/>
                    </a:cubicBezTo>
                    <a:cubicBezTo>
                      <a:pt x="27807" y="98181"/>
                      <a:pt x="49211" y="103096"/>
                      <a:pt x="66829" y="114853"/>
                    </a:cubicBezTo>
                    <a:cubicBezTo>
                      <a:pt x="73173" y="119087"/>
                      <a:pt x="79501" y="109614"/>
                      <a:pt x="73443" y="105083"/>
                    </a:cubicBezTo>
                    <a:cubicBezTo>
                      <a:pt x="67227" y="100436"/>
                      <a:pt x="62511" y="94252"/>
                      <a:pt x="59527" y="87090"/>
                    </a:cubicBezTo>
                    <a:cubicBezTo>
                      <a:pt x="58085" y="83627"/>
                      <a:pt x="57178" y="79983"/>
                      <a:pt x="56691" y="76263"/>
                    </a:cubicBezTo>
                    <a:cubicBezTo>
                      <a:pt x="56290" y="73209"/>
                      <a:pt x="55456" y="67108"/>
                      <a:pt x="57470" y="64468"/>
                    </a:cubicBezTo>
                    <a:cubicBezTo>
                      <a:pt x="60931" y="59934"/>
                      <a:pt x="71399" y="68363"/>
                      <a:pt x="74170" y="70308"/>
                    </a:cubicBezTo>
                    <a:cubicBezTo>
                      <a:pt x="82415" y="76099"/>
                      <a:pt x="89725" y="82831"/>
                      <a:pt x="96545" y="90224"/>
                    </a:cubicBezTo>
                    <a:cubicBezTo>
                      <a:pt x="101179" y="95246"/>
                      <a:pt x="109447" y="90034"/>
                      <a:pt x="106601" y="83679"/>
                    </a:cubicBezTo>
                    <a:cubicBezTo>
                      <a:pt x="101761" y="72871"/>
                      <a:pt x="98186" y="61647"/>
                      <a:pt x="96330" y="49938"/>
                    </a:cubicBezTo>
                    <a:cubicBezTo>
                      <a:pt x="95404" y="44099"/>
                      <a:pt x="94783" y="38181"/>
                      <a:pt x="94693" y="32267"/>
                    </a:cubicBezTo>
                    <a:cubicBezTo>
                      <a:pt x="94622" y="27553"/>
                      <a:pt x="94652" y="21408"/>
                      <a:pt x="100735" y="21841"/>
                    </a:cubicBezTo>
                    <a:cubicBezTo>
                      <a:pt x="105489" y="22177"/>
                      <a:pt x="109956" y="25075"/>
                      <a:pt x="113843" y="27587"/>
                    </a:cubicBezTo>
                    <a:cubicBezTo>
                      <a:pt x="118708" y="30731"/>
                      <a:pt x="123259" y="34356"/>
                      <a:pt x="127335" y="38474"/>
                    </a:cubicBezTo>
                    <a:cubicBezTo>
                      <a:pt x="135580" y="46801"/>
                      <a:pt x="141931" y="56515"/>
                      <a:pt x="146297" y="67382"/>
                    </a:cubicBezTo>
                    <a:cubicBezTo>
                      <a:pt x="149889" y="65661"/>
                      <a:pt x="153480" y="63940"/>
                      <a:pt x="157071" y="62218"/>
                    </a:cubicBezTo>
                    <a:cubicBezTo>
                      <a:pt x="151896" y="49730"/>
                      <a:pt x="151706" y="35600"/>
                      <a:pt x="156451" y="22942"/>
                    </a:cubicBezTo>
                    <a:cubicBezTo>
                      <a:pt x="158479" y="17531"/>
                      <a:pt x="161403" y="9707"/>
                      <a:pt x="168453" y="12274"/>
                    </a:cubicBezTo>
                    <a:cubicBezTo>
                      <a:pt x="174538" y="14489"/>
                      <a:pt x="179716" y="19968"/>
                      <a:pt x="183372" y="25116"/>
                    </a:cubicBezTo>
                    <a:cubicBezTo>
                      <a:pt x="200978" y="49912"/>
                      <a:pt x="190849" y="82253"/>
                      <a:pt x="177263" y="106224"/>
                    </a:cubicBezTo>
                    <a:cubicBezTo>
                      <a:pt x="176272" y="107975"/>
                      <a:pt x="175618" y="110476"/>
                      <a:pt x="176809" y="112352"/>
                    </a:cubicBezTo>
                    <a:cubicBezTo>
                      <a:pt x="191208" y="135046"/>
                      <a:pt x="205667" y="157704"/>
                      <a:pt x="220099" y="180377"/>
                    </a:cubicBezTo>
                    <a:cubicBezTo>
                      <a:pt x="227146" y="191450"/>
                      <a:pt x="234194" y="202524"/>
                      <a:pt x="241242" y="213597"/>
                    </a:cubicBezTo>
                    <a:cubicBezTo>
                      <a:pt x="248573" y="225114"/>
                      <a:pt x="255410" y="236839"/>
                      <a:pt x="264484" y="247066"/>
                    </a:cubicBezTo>
                    <a:cubicBezTo>
                      <a:pt x="267837" y="250847"/>
                      <a:pt x="273772" y="246881"/>
                      <a:pt x="271804" y="242302"/>
                    </a:cubicBezTo>
                    <a:cubicBezTo>
                      <a:pt x="266598" y="230200"/>
                      <a:pt x="259242" y="219454"/>
                      <a:pt x="252199" y="208346"/>
                    </a:cubicBezTo>
                    <a:cubicBezTo>
                      <a:pt x="245005" y="196998"/>
                      <a:pt x="237811" y="185651"/>
                      <a:pt x="230617" y="174305"/>
                    </a:cubicBezTo>
                    <a:cubicBezTo>
                      <a:pt x="216393" y="151875"/>
                      <a:pt x="202197" y="129429"/>
                      <a:pt x="187944" y="107017"/>
                    </a:cubicBezTo>
                    <a:cubicBezTo>
                      <a:pt x="187793" y="109061"/>
                      <a:pt x="187639" y="111102"/>
                      <a:pt x="187488" y="113146"/>
                    </a:cubicBezTo>
                    <a:cubicBezTo>
                      <a:pt x="201758" y="87913"/>
                      <a:pt x="211345" y="57982"/>
                      <a:pt x="199525" y="29846"/>
                    </a:cubicBezTo>
                    <a:cubicBezTo>
                      <a:pt x="194521" y="17934"/>
                      <a:pt x="185125" y="6293"/>
                      <a:pt x="172819" y="1459"/>
                    </a:cubicBezTo>
                    <a:cubicBezTo>
                      <a:pt x="157530" y="-4547"/>
                      <a:pt x="148487" y="9119"/>
                      <a:pt x="144368" y="21911"/>
                    </a:cubicBezTo>
                    <a:cubicBezTo>
                      <a:pt x="139561" y="36834"/>
                      <a:pt x="140407" y="52914"/>
                      <a:pt x="146295" y="67385"/>
                    </a:cubicBezTo>
                    <a:cubicBezTo>
                      <a:pt x="149207" y="74540"/>
                      <a:pt x="159871" y="69323"/>
                      <a:pt x="157068" y="62220"/>
                    </a:cubicBezTo>
                    <a:cubicBezTo>
                      <a:pt x="151612" y="48399"/>
                      <a:pt x="142985" y="36135"/>
                      <a:pt x="131850" y="26305"/>
                    </a:cubicBezTo>
                    <a:cubicBezTo>
                      <a:pt x="122918" y="18421"/>
                      <a:pt x="109328" y="7882"/>
                      <a:pt x="96489" y="10298"/>
                    </a:cubicBezTo>
                    <a:cubicBezTo>
                      <a:pt x="80131" y="13378"/>
                      <a:pt x="82632" y="33531"/>
                      <a:pt x="84106" y="45773"/>
                    </a:cubicBezTo>
                    <a:cubicBezTo>
                      <a:pt x="85890" y="60586"/>
                      <a:pt x="89840" y="75187"/>
                      <a:pt x="95686" y="88910"/>
                    </a:cubicBezTo>
                    <a:cubicBezTo>
                      <a:pt x="99039" y="86729"/>
                      <a:pt x="102390" y="84548"/>
                      <a:pt x="105742" y="82365"/>
                    </a:cubicBezTo>
                    <a:cubicBezTo>
                      <a:pt x="96821" y="72496"/>
                      <a:pt x="86317" y="63542"/>
                      <a:pt x="74907" y="56672"/>
                    </a:cubicBezTo>
                    <a:cubicBezTo>
                      <a:pt x="67101" y="51972"/>
                      <a:pt x="55485" y="48383"/>
                      <a:pt x="48710" y="56798"/>
                    </a:cubicBezTo>
                    <a:cubicBezTo>
                      <a:pt x="42026" y="65101"/>
                      <a:pt x="44593" y="79587"/>
                      <a:pt x="47739" y="88832"/>
                    </a:cubicBezTo>
                    <a:cubicBezTo>
                      <a:pt x="51305" y="99311"/>
                      <a:pt x="57959" y="108260"/>
                      <a:pt x="66827" y="114853"/>
                    </a:cubicBezTo>
                    <a:cubicBezTo>
                      <a:pt x="69031" y="111596"/>
                      <a:pt x="71234" y="108341"/>
                      <a:pt x="73440" y="105083"/>
                    </a:cubicBezTo>
                    <a:cubicBezTo>
                      <a:pt x="53175" y="91641"/>
                      <a:pt x="28664" y="86265"/>
                      <a:pt x="4627" y="89844"/>
                    </a:cubicBezTo>
                    <a:cubicBezTo>
                      <a:pt x="1294" y="90341"/>
                      <a:pt x="-228" y="93628"/>
                      <a:pt x="28" y="96643"/>
                    </a:cubicBezTo>
                    <a:cubicBezTo>
                      <a:pt x="2562" y="126626"/>
                      <a:pt x="25396" y="153304"/>
                      <a:pt x="53938" y="162105"/>
                    </a:cubicBezTo>
                    <a:cubicBezTo>
                      <a:pt x="61900" y="164560"/>
                      <a:pt x="69533" y="164665"/>
                      <a:pt x="77719" y="165326"/>
                    </a:cubicBezTo>
                    <a:cubicBezTo>
                      <a:pt x="82502" y="165712"/>
                      <a:pt x="85569" y="168135"/>
                      <a:pt x="88983" y="171311"/>
                    </a:cubicBezTo>
                    <a:cubicBezTo>
                      <a:pt x="93114" y="175153"/>
                      <a:pt x="97185" y="179063"/>
                      <a:pt x="101281" y="182944"/>
                    </a:cubicBezTo>
                    <a:cubicBezTo>
                      <a:pt x="117207" y="198036"/>
                      <a:pt x="132993" y="213275"/>
                      <a:pt x="148681" y="228616"/>
                    </a:cubicBezTo>
                    <a:cubicBezTo>
                      <a:pt x="166645" y="246179"/>
                      <a:pt x="184404" y="263894"/>
                      <a:pt x="202976" y="280812"/>
                    </a:cubicBezTo>
                    <a:cubicBezTo>
                      <a:pt x="206908" y="284392"/>
                      <a:pt x="213227" y="279466"/>
                      <a:pt x="209454" y="275287"/>
                    </a:cubicBezTo>
                    <a:lnTo>
                      <a:pt x="209454" y="275287"/>
                    </a:lnTo>
                    <a:close/>
                  </a:path>
                </a:pathLst>
              </a:custGeom>
              <a:solidFill>
                <a:srgbClr val="8C877E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7cb210f-4505-4614-a4ba-9ff37bbae944" id="207" name="任意多边形: 形状 206">
                <a:extLst>
                  <a:ext uri="{FF2B5EF4-FFF2-40B4-BE49-F238E27FC236}">
                    <a16:creationId id="{4B79E534-0615-0C8A-D7F4-B7B8B55F65A9}"/>
                  </a:ext>
                </a:extLst>
              </p:cNvPr>
              <p:cNvSpPr/>
              <p:nvPr/>
            </p:nvSpPr>
            <p:spPr>
              <a:xfrm flipV="false" flipH="false">
                <a:off x="4861268" y="4937597"/>
                <a:ext cx="145149" cy="279163"/>
              </a:xfrm>
              <a:custGeom>
                <a:avLst/>
                <a:gdLst>
                  <a:gd fmla="*/ 165175 w 255110" name="connsiteX0"/>
                  <a:gd fmla="*/ 70925 h 490651" name="connsiteY0"/>
                  <a:gd fmla="*/ 190107 w 255110" name="connsiteX1"/>
                  <a:gd fmla="*/ 145707 h 490651" name="connsiteY1"/>
                  <a:gd fmla="*/ 193772 w 255110" name="connsiteX2"/>
                  <a:gd fmla="*/ 298625 h 490651" name="connsiteY2"/>
                  <a:gd fmla="*/ 255110 w 255110" name="connsiteX3"/>
                  <a:gd fmla="*/ 433938 h 490651" name="connsiteY3"/>
                  <a:gd fmla="*/ 139823 w 255110" name="connsiteX4"/>
                  <a:gd fmla="*/ 490651 h 490651" name="connsiteY4"/>
                  <a:gd fmla="*/ 53362 w 255110" name="connsiteX5"/>
                  <a:gd fmla="*/ 426479 h 490651" name="connsiteY5"/>
                  <a:gd fmla="*/ 0 w 255110" name="connsiteX6"/>
                  <a:gd fmla="*/ 415030 h 490651" name="connsiteY6"/>
                  <a:gd fmla="*/ 15359 w 255110" name="connsiteX7"/>
                  <a:gd fmla="*/ 399757 h 490651" name="connsiteY7"/>
                  <a:gd fmla="*/ 18524 w 255110" name="connsiteX8"/>
                  <a:gd fmla="*/ 0 h 490651" name="connsiteY8"/>
                  <a:gd fmla="*/ 81526 w 255110" name="connsiteX9"/>
                  <a:gd fmla="*/ 15963 h 490651" name="connsiteY9"/>
                  <a:gd fmla="*/ 165175 w 255110" name="connsiteX10"/>
                  <a:gd fmla="*/ 70925 h 490651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490651" w="255110">
                    <a:moveTo>
                      <a:pt x="165175" y="70925"/>
                    </a:moveTo>
                    <a:cubicBezTo>
                      <a:pt x="180571" y="92581"/>
                      <a:pt x="187143" y="119313"/>
                      <a:pt x="190107" y="145707"/>
                    </a:cubicBezTo>
                    <a:cubicBezTo>
                      <a:pt x="195905" y="196397"/>
                      <a:pt x="189738" y="247759"/>
                      <a:pt x="193772" y="298625"/>
                    </a:cubicBezTo>
                    <a:cubicBezTo>
                      <a:pt x="197910" y="349470"/>
                      <a:pt x="214642" y="402901"/>
                      <a:pt x="255110" y="433938"/>
                    </a:cubicBezTo>
                    <a:lnTo>
                      <a:pt x="139823" y="490651"/>
                    </a:lnTo>
                    <a:cubicBezTo>
                      <a:pt x="114235" y="465025"/>
                      <a:pt x="87137" y="439470"/>
                      <a:pt x="53362" y="426479"/>
                    </a:cubicBezTo>
                    <a:cubicBezTo>
                      <a:pt x="36223" y="419815"/>
                      <a:pt x="18262" y="416795"/>
                      <a:pt x="0" y="415030"/>
                    </a:cubicBezTo>
                    <a:cubicBezTo>
                      <a:pt x="4924" y="410049"/>
                      <a:pt x="10037" y="404924"/>
                      <a:pt x="15359" y="399757"/>
                    </a:cubicBezTo>
                    <a:cubicBezTo>
                      <a:pt x="192535" y="228369"/>
                      <a:pt x="93716" y="76366"/>
                      <a:pt x="18524" y="0"/>
                    </a:cubicBezTo>
                    <a:cubicBezTo>
                      <a:pt x="39964" y="3274"/>
                      <a:pt x="61075" y="8792"/>
                      <a:pt x="81526" y="15963"/>
                    </a:cubicBezTo>
                    <a:cubicBezTo>
                      <a:pt x="113526" y="27117"/>
                      <a:pt x="145474" y="43347"/>
                      <a:pt x="165175" y="70925"/>
                    </a:cubicBezTo>
                    <a:close/>
                  </a:path>
                </a:pathLst>
              </a:custGeom>
              <a:solidFill>
                <a:srgbClr val="FFB93E">
                  <a:alpha val="31000"/>
                </a:srgbClr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328e7de-5510-4cef-b2fd-ea6581a0cda9" id="208" name="任意多边形: 形状 207">
                <a:extLst>
                  <a:ext uri="{FF2B5EF4-FFF2-40B4-BE49-F238E27FC236}">
                    <a16:creationId id="{49EB9560-5567-9D53-E6D2-F0F511402CC9}"/>
                  </a:ext>
                </a:extLst>
              </p:cNvPr>
              <p:cNvSpPr/>
              <p:nvPr/>
            </p:nvSpPr>
            <p:spPr>
              <a:xfrm flipV="false" flipH="false">
                <a:off x="4920300" y="5154957"/>
                <a:ext cx="139625" cy="143063"/>
              </a:xfrm>
              <a:custGeom>
                <a:avLst/>
                <a:gdLst>
                  <a:gd fmla="*/ 158280 w 245402" name="connsiteX0"/>
                  <a:gd fmla="*/ 3346 h 251445" name="connsiteY0"/>
                  <a:gd fmla="*/ 161013 w 245402" name="connsiteX1"/>
                  <a:gd fmla="*/ 5378 h 251445" name="connsiteY1"/>
                  <a:gd fmla="*/ 158040 w 245402" name="connsiteX2"/>
                  <a:gd fmla="*/ 53238 h 251445" name="connsiteY2"/>
                  <a:gd fmla="*/ 181755 w 245402" name="connsiteX3"/>
                  <a:gd fmla="*/ 40331 h 251445" name="connsiteY3"/>
                  <a:gd fmla="*/ 195139 w 245402" name="connsiteX4"/>
                  <a:gd fmla="*/ 40527 h 251445" name="connsiteY4"/>
                  <a:gd fmla="*/ 206397 w 245402" name="connsiteX5"/>
                  <a:gd fmla="*/ 47781 h 251445" name="connsiteY5"/>
                  <a:gd fmla="*/ 211506 w 245402" name="connsiteX6"/>
                  <a:gd fmla="*/ 64391 h 251445" name="connsiteY6"/>
                  <a:gd fmla="*/ 201558 w 245402" name="connsiteX7"/>
                  <a:gd fmla="*/ 107439 h 251445" name="connsiteY7"/>
                  <a:gd fmla="*/ 202680 w 245402" name="connsiteX8"/>
                  <a:gd fmla="*/ 105914 h 251445" name="connsiteY8"/>
                  <a:gd fmla="*/ 231478 w 245402" name="connsiteX9"/>
                  <a:gd fmla="*/ 101561 h 251445" name="connsiteY9"/>
                  <a:gd fmla="*/ 235130 w 245402" name="connsiteX10"/>
                  <a:gd fmla="*/ 104126 h 251445" name="connsiteY10"/>
                  <a:gd fmla="*/ 244137 w 245402" name="connsiteX11"/>
                  <a:gd fmla="*/ 139543 h 251445" name="connsiteY11"/>
                  <a:gd fmla="*/ 225047 w 245402" name="connsiteX12"/>
                  <a:gd fmla="*/ 172478 h 251445" name="connsiteY12"/>
                  <a:gd fmla="*/ 136096 w 245402" name="connsiteX13"/>
                  <a:gd fmla="*/ 243723 h 251445" name="connsiteY13"/>
                  <a:gd fmla="*/ 103425 w 245402" name="connsiteX14"/>
                  <a:gd fmla="*/ 250296 h 251445" name="connsiteY14"/>
                  <a:gd fmla="*/ 85804 w 245402" name="connsiteX15"/>
                  <a:gd fmla="*/ 231521 h 251445" name="connsiteY15"/>
                  <a:gd fmla="*/ 84496 w 245402" name="connsiteX16"/>
                  <a:gd fmla="*/ 226162 h 251445" name="connsiteY16"/>
                  <a:gd fmla="*/ 90568 w 245402" name="connsiteX17"/>
                  <a:gd fmla="*/ 194922 h 251445" name="connsiteY17"/>
                  <a:gd fmla="*/ 42320 w 245402" name="connsiteX18"/>
                  <a:gd fmla="*/ 202646 h 251445" name="connsiteY18"/>
                  <a:gd fmla="*/ 33146 w 245402" name="connsiteX19"/>
                  <a:gd fmla="*/ 185293 h 251445" name="connsiteY19"/>
                  <a:gd fmla="*/ 39764 w 245402" name="connsiteX20"/>
                  <a:gd fmla="*/ 150678 h 251445" name="connsiteY20"/>
                  <a:gd fmla="*/ 4473 w 245402" name="connsiteX21"/>
                  <a:gd fmla="*/ 156940 h 251445" name="connsiteY21"/>
                  <a:gd fmla="*/ 358 w 245402" name="connsiteX22"/>
                  <a:gd fmla="*/ 148036 h 251445" name="connsiteY22"/>
                  <a:gd fmla="*/ 932 w 245402" name="connsiteX23"/>
                  <a:gd fmla="*/ 134905 h 251445" name="connsiteY23"/>
                  <a:gd fmla="*/ 8288 w 245402" name="connsiteX24"/>
                  <a:gd fmla="*/ 111750 h 251445" name="connsiteY24"/>
                  <a:gd fmla="*/ 125798 w 245402" name="connsiteX25"/>
                  <a:gd fmla="*/ 3565 h 251445" name="connsiteY25"/>
                  <a:gd fmla="*/ 158280 w 245402" name="connsiteX26"/>
                  <a:gd fmla="*/ 3346 h 251445" name="connsiteY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b="b" l="l" r="r" t="t"/>
                <a:pathLst>
                  <a:path h="251445" w="245402">
                    <a:moveTo>
                      <a:pt x="158280" y="3346"/>
                    </a:moveTo>
                    <a:cubicBezTo>
                      <a:pt x="159219" y="3981"/>
                      <a:pt x="160158" y="4617"/>
                      <a:pt x="161013" y="5378"/>
                    </a:cubicBezTo>
                    <a:cubicBezTo>
                      <a:pt x="174153" y="16737"/>
                      <a:pt x="166726" y="38107"/>
                      <a:pt x="158040" y="53238"/>
                    </a:cubicBezTo>
                    <a:cubicBezTo>
                      <a:pt x="165171" y="47559"/>
                      <a:pt x="172864" y="42263"/>
                      <a:pt x="181755" y="40331"/>
                    </a:cubicBezTo>
                    <a:cubicBezTo>
                      <a:pt x="186085" y="39332"/>
                      <a:pt x="190784" y="39407"/>
                      <a:pt x="195139" y="40527"/>
                    </a:cubicBezTo>
                    <a:cubicBezTo>
                      <a:pt x="199517" y="41753"/>
                      <a:pt x="203570" y="44133"/>
                      <a:pt x="206397" y="47781"/>
                    </a:cubicBezTo>
                    <a:cubicBezTo>
                      <a:pt x="210016" y="52422"/>
                      <a:pt x="211192" y="58514"/>
                      <a:pt x="211506" y="64391"/>
                    </a:cubicBezTo>
                    <a:cubicBezTo>
                      <a:pt x="212535" y="79337"/>
                      <a:pt x="209031" y="94505"/>
                      <a:pt x="201558" y="107439"/>
                    </a:cubicBezTo>
                    <a:cubicBezTo>
                      <a:pt x="201958" y="106979"/>
                      <a:pt x="202299" y="106478"/>
                      <a:pt x="202680" y="105914"/>
                    </a:cubicBezTo>
                    <a:cubicBezTo>
                      <a:pt x="209033" y="97609"/>
                      <a:pt x="222155" y="96438"/>
                      <a:pt x="231478" y="101561"/>
                    </a:cubicBezTo>
                    <a:cubicBezTo>
                      <a:pt x="232752" y="102243"/>
                      <a:pt x="233962" y="103152"/>
                      <a:pt x="235130" y="104126"/>
                    </a:cubicBezTo>
                    <a:cubicBezTo>
                      <a:pt x="244766" y="112564"/>
                      <a:pt x="247246" y="127121"/>
                      <a:pt x="244137" y="139543"/>
                    </a:cubicBezTo>
                    <a:cubicBezTo>
                      <a:pt x="241030" y="151963"/>
                      <a:pt x="233278" y="162611"/>
                      <a:pt x="225047" y="172478"/>
                    </a:cubicBezTo>
                    <a:cubicBezTo>
                      <a:pt x="200442" y="201682"/>
                      <a:pt x="170061" y="226062"/>
                      <a:pt x="136096" y="243723"/>
                    </a:cubicBezTo>
                    <a:cubicBezTo>
                      <a:pt x="125990" y="248942"/>
                      <a:pt x="114270" y="253706"/>
                      <a:pt x="103425" y="250296"/>
                    </a:cubicBezTo>
                    <a:cubicBezTo>
                      <a:pt x="94885" y="247529"/>
                      <a:pt x="88600" y="240079"/>
                      <a:pt x="85804" y="231521"/>
                    </a:cubicBezTo>
                    <a:cubicBezTo>
                      <a:pt x="85187" y="229733"/>
                      <a:pt x="84736" y="227968"/>
                      <a:pt x="84496" y="226162"/>
                    </a:cubicBezTo>
                    <a:cubicBezTo>
                      <a:pt x="82871" y="215473"/>
                      <a:pt x="85948" y="204582"/>
                      <a:pt x="90568" y="194922"/>
                    </a:cubicBezTo>
                    <a:cubicBezTo>
                      <a:pt x="75775" y="204093"/>
                      <a:pt x="56116" y="213168"/>
                      <a:pt x="42320" y="202646"/>
                    </a:cubicBezTo>
                    <a:cubicBezTo>
                      <a:pt x="36579" y="198305"/>
                      <a:pt x="33873" y="192181"/>
                      <a:pt x="33146" y="185293"/>
                    </a:cubicBezTo>
                    <a:cubicBezTo>
                      <a:pt x="31837" y="174268"/>
                      <a:pt x="35556" y="161349"/>
                      <a:pt x="39764" y="150678"/>
                    </a:cubicBezTo>
                    <a:cubicBezTo>
                      <a:pt x="29470" y="158874"/>
                      <a:pt x="13555" y="166463"/>
                      <a:pt x="4473" y="156940"/>
                    </a:cubicBezTo>
                    <a:cubicBezTo>
                      <a:pt x="2139" y="154448"/>
                      <a:pt x="840" y="151376"/>
                      <a:pt x="358" y="148036"/>
                    </a:cubicBezTo>
                    <a:cubicBezTo>
                      <a:pt x="-346" y="143814"/>
                      <a:pt x="64" y="139159"/>
                      <a:pt x="932" y="134905"/>
                    </a:cubicBezTo>
                    <a:cubicBezTo>
                      <a:pt x="2498" y="126922"/>
                      <a:pt x="5028" y="119134"/>
                      <a:pt x="8288" y="111750"/>
                    </a:cubicBezTo>
                    <a:cubicBezTo>
                      <a:pt x="24403" y="59995"/>
                      <a:pt x="73268" y="20719"/>
                      <a:pt x="125798" y="3565"/>
                    </a:cubicBezTo>
                    <a:cubicBezTo>
                      <a:pt x="136354" y="109"/>
                      <a:pt x="149086" y="-2237"/>
                      <a:pt x="158280" y="3346"/>
                    </a:cubicBezTo>
                    <a:close/>
                  </a:path>
                </a:pathLst>
              </a:custGeom>
              <a:solidFill>
                <a:srgbClr val="CEC5B6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1c22ed0-a6d3-4730-96cc-dbd65b3248ad" id="209" name="任意多边形: 形状 208">
                <a:extLst>
                  <a:ext uri="{FF2B5EF4-FFF2-40B4-BE49-F238E27FC236}">
                    <a16:creationId id="{D2F084F3-BD7B-4D7C-848A-387B29F4E01B}"/>
                  </a:ext>
                </a:extLst>
              </p:cNvPr>
              <p:cNvSpPr/>
              <p:nvPr/>
            </p:nvSpPr>
            <p:spPr>
              <a:xfrm flipV="false" flipH="false">
                <a:off x="4920503" y="5156861"/>
                <a:ext cx="95466" cy="89909"/>
              </a:xfrm>
              <a:custGeom>
                <a:avLst/>
                <a:gdLst>
                  <a:gd fmla="*/ 157922 w 167789" name="connsiteX0"/>
                  <a:gd fmla="*/ 0 h 158022" name="connsiteY0"/>
                  <a:gd fmla="*/ 160655 w 167789" name="connsiteX1"/>
                  <a:gd fmla="*/ 2032 h 158022" name="connsiteY1"/>
                  <a:gd fmla="*/ 157682 w 167789" name="connsiteX2"/>
                  <a:gd fmla="*/ 49892 h 158022" name="connsiteY2"/>
                  <a:gd fmla="*/ 39406 w 167789" name="connsiteX3"/>
                  <a:gd fmla="*/ 147331 h 158022" name="connsiteY3"/>
                  <a:gd fmla="*/ 4114 w 167789" name="connsiteX4"/>
                  <a:gd fmla="*/ 153592 h 158022" name="connsiteY4"/>
                  <a:gd fmla="*/ 0 w 167789" name="connsiteX5"/>
                  <a:gd fmla="*/ 144688 h 158022" name="connsiteY5"/>
                  <a:gd fmla="*/ 7898 w 167789" name="connsiteX6"/>
                  <a:gd fmla="*/ 146380 h 158022" name="connsiteY6"/>
                  <a:gd fmla="*/ 157922 w 167789" name="connsiteX7"/>
                  <a:gd fmla="*/ 0 h 158022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58022" w="167789">
                    <a:moveTo>
                      <a:pt x="157922" y="0"/>
                    </a:moveTo>
                    <a:cubicBezTo>
                      <a:pt x="158860" y="636"/>
                      <a:pt x="159800" y="1271"/>
                      <a:pt x="160655" y="2032"/>
                    </a:cubicBezTo>
                    <a:cubicBezTo>
                      <a:pt x="173795" y="13391"/>
                      <a:pt x="166368" y="34761"/>
                      <a:pt x="157682" y="49892"/>
                    </a:cubicBezTo>
                    <a:cubicBezTo>
                      <a:pt x="122785" y="92958"/>
                      <a:pt x="39406" y="147331"/>
                      <a:pt x="39406" y="147331"/>
                    </a:cubicBezTo>
                    <a:cubicBezTo>
                      <a:pt x="29112" y="155526"/>
                      <a:pt x="13197" y="163115"/>
                      <a:pt x="4114" y="153592"/>
                    </a:cubicBezTo>
                    <a:cubicBezTo>
                      <a:pt x="1780" y="151100"/>
                      <a:pt x="482" y="148028"/>
                      <a:pt x="0" y="144688"/>
                    </a:cubicBezTo>
                    <a:cubicBezTo>
                      <a:pt x="2029" y="145605"/>
                      <a:pt x="4647" y="146190"/>
                      <a:pt x="7898" y="146380"/>
                    </a:cubicBezTo>
                    <a:cubicBezTo>
                      <a:pt x="28015" y="147292"/>
                      <a:pt x="124333" y="72174"/>
                      <a:pt x="157922" y="0"/>
                    </a:cubicBezTo>
                    <a:close/>
                  </a:path>
                </a:pathLst>
              </a:custGeom>
              <a:solidFill>
                <a:srgbClr val="A89F92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0b4f087-4572-4f4a-a95a-4bbe4dfa2da7" id="210" name="任意多边形: 形状 209">
                <a:extLst>
                  <a:ext uri="{FF2B5EF4-FFF2-40B4-BE49-F238E27FC236}">
                    <a16:creationId id="{C170B1BB-632A-FFDA-534B-348BF9AE60A0}"/>
                  </a:ext>
                </a:extLst>
              </p:cNvPr>
              <p:cNvSpPr/>
              <p:nvPr/>
            </p:nvSpPr>
            <p:spPr>
              <a:xfrm flipV="false" flipH="false">
                <a:off x="4939158" y="5178017"/>
                <a:ext cx="101580" cy="94923"/>
              </a:xfrm>
              <a:custGeom>
                <a:avLst/>
                <a:gdLst>
                  <a:gd fmla="*/ 173249 w 178534" name="connsiteX0"/>
                  <a:gd fmla="*/ 7251 h 166834" name="connsiteY0"/>
                  <a:gd fmla="*/ 178358 w 178534" name="connsiteX1"/>
                  <a:gd fmla="*/ 23862 h 166834" name="connsiteY1"/>
                  <a:gd fmla="*/ 168409 w 178534" name="connsiteX2"/>
                  <a:gd fmla="*/ 66909 h 166834" name="connsiteY2"/>
                  <a:gd fmla="*/ 57422 w 178534" name="connsiteX3"/>
                  <a:gd fmla="*/ 154390 h 166834" name="connsiteY3"/>
                  <a:gd fmla="*/ 9174 w 178534" name="connsiteX4"/>
                  <a:gd fmla="*/ 162114 h 166834" name="connsiteY4"/>
                  <a:gd fmla="*/ 0 w 178534" name="connsiteX5"/>
                  <a:gd fmla="*/ 144761 h 166834" name="connsiteY5"/>
                  <a:gd fmla="*/ 161950 w 178534" name="connsiteX6"/>
                  <a:gd fmla="*/ 62 h 166834" name="connsiteY6"/>
                  <a:gd fmla="*/ 161993 w 178534" name="connsiteX7"/>
                  <a:gd fmla="*/ 0 h 166834" name="connsiteY7"/>
                  <a:gd fmla="*/ 173249 w 178534" name="connsiteX8"/>
                  <a:gd fmla="*/ 7251 h 166834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66834" w="178534">
                    <a:moveTo>
                      <a:pt x="173249" y="7251"/>
                    </a:moveTo>
                    <a:cubicBezTo>
                      <a:pt x="176868" y="11892"/>
                      <a:pt x="178043" y="17984"/>
                      <a:pt x="178358" y="23862"/>
                    </a:cubicBezTo>
                    <a:cubicBezTo>
                      <a:pt x="179387" y="38807"/>
                      <a:pt x="175882" y="53975"/>
                      <a:pt x="168409" y="66909"/>
                    </a:cubicBezTo>
                    <a:cubicBezTo>
                      <a:pt x="151297" y="86932"/>
                      <a:pt x="83867" y="156209"/>
                      <a:pt x="57422" y="154390"/>
                    </a:cubicBezTo>
                    <a:cubicBezTo>
                      <a:pt x="42629" y="163561"/>
                      <a:pt x="22971" y="172637"/>
                      <a:pt x="9174" y="162114"/>
                    </a:cubicBezTo>
                    <a:cubicBezTo>
                      <a:pt x="3433" y="157773"/>
                      <a:pt x="727" y="151649"/>
                      <a:pt x="0" y="144761"/>
                    </a:cubicBezTo>
                    <a:cubicBezTo>
                      <a:pt x="0" y="144761"/>
                      <a:pt x="91886" y="140445"/>
                      <a:pt x="161950" y="62"/>
                    </a:cubicBezTo>
                    <a:lnTo>
                      <a:pt x="161993" y="0"/>
                    </a:lnTo>
                    <a:cubicBezTo>
                      <a:pt x="166369" y="1223"/>
                      <a:pt x="170424" y="3603"/>
                      <a:pt x="173249" y="7251"/>
                    </a:cubicBezTo>
                    <a:close/>
                  </a:path>
                </a:pathLst>
              </a:custGeom>
              <a:solidFill>
                <a:srgbClr val="A89F92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4b0aedc-b4fd-4963-8e67-172b418d827c" id="211" name="任意多边形: 形状 210">
                <a:extLst>
                  <a:ext uri="{FF2B5EF4-FFF2-40B4-BE49-F238E27FC236}">
                    <a16:creationId id="{6B973C61-7C9D-4901-9447-9DCA64BD0719}"/>
                  </a:ext>
                </a:extLst>
              </p:cNvPr>
              <p:cNvSpPr/>
              <p:nvPr/>
            </p:nvSpPr>
            <p:spPr>
              <a:xfrm flipV="false" flipH="false">
                <a:off x="4955452" y="5196686"/>
                <a:ext cx="38104" cy="36368"/>
              </a:xfrm>
              <a:custGeom>
                <a:avLst/>
                <a:gdLst>
                  <a:gd fmla="*/ 63500 w 66971" name="connsiteX0"/>
                  <a:gd fmla="*/ 688 h 63920" name="connsiteY0"/>
                  <a:gd fmla="*/ 48628 w 66971" name="connsiteX1"/>
                  <a:gd fmla="*/ 16811 h 63920" name="connsiteY1"/>
                  <a:gd fmla="*/ 33437 w 66971" name="connsiteX2"/>
                  <a:gd fmla="*/ 31867 h 63920" name="connsiteY2"/>
                  <a:gd fmla="*/ 16836 w 66971" name="connsiteX3"/>
                  <a:gd fmla="*/ 45494 h 63920" name="connsiteY3"/>
                  <a:gd fmla="*/ 8094 w 66971" name="connsiteX4"/>
                  <a:gd fmla="*/ 51737 h 63920" name="connsiteY4"/>
                  <a:gd fmla="*/ 605 w 66971" name="connsiteX5"/>
                  <a:gd fmla="*/ 58524 h 63920" name="connsiteY5"/>
                  <a:gd fmla="*/ 3715 w 66971" name="connsiteX6"/>
                  <a:gd fmla="*/ 63917 h 63920" name="connsiteY6"/>
                  <a:gd fmla="*/ 23065 w 66971" name="connsiteX7"/>
                  <a:gd fmla="*/ 53751 h 63920" name="connsiteY7"/>
                  <a:gd fmla="*/ 40597 w 66971" name="connsiteX8"/>
                  <a:gd fmla="*/ 38828 h 63920" name="connsiteY8"/>
                  <a:gd fmla="*/ 55604 w 66971" name="connsiteX9"/>
                  <a:gd fmla="*/ 21713 h 63920" name="connsiteY9"/>
                  <a:gd fmla="*/ 66748 w 66971" name="connsiteX10"/>
                  <a:gd fmla="*/ 2556 h 63920" name="connsiteY10"/>
                  <a:gd fmla="*/ 63500 w 66971" name="connsiteX11"/>
                  <a:gd fmla="*/ 688 h 63920" name="connsiteY11"/>
                  <a:gd fmla="*/ 63500 w 66971" name="connsiteX12"/>
                  <a:gd fmla="*/ 688 h 63920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63920" w="66971">
                    <a:moveTo>
                      <a:pt x="63500" y="688"/>
                    </a:moveTo>
                    <a:cubicBezTo>
                      <a:pt x="59035" y="6634"/>
                      <a:pt x="53899" y="11606"/>
                      <a:pt x="48628" y="16811"/>
                    </a:cubicBezTo>
                    <a:cubicBezTo>
                      <a:pt x="43548" y="21827"/>
                      <a:pt x="38688" y="27019"/>
                      <a:pt x="33437" y="31867"/>
                    </a:cubicBezTo>
                    <a:cubicBezTo>
                      <a:pt x="28163" y="36734"/>
                      <a:pt x="22597" y="41224"/>
                      <a:pt x="16836" y="45494"/>
                    </a:cubicBezTo>
                    <a:cubicBezTo>
                      <a:pt x="13960" y="47624"/>
                      <a:pt x="10947" y="49579"/>
                      <a:pt x="8094" y="51737"/>
                    </a:cubicBezTo>
                    <a:cubicBezTo>
                      <a:pt x="5520" y="53685"/>
                      <a:pt x="2291" y="55758"/>
                      <a:pt x="605" y="58524"/>
                    </a:cubicBezTo>
                    <a:cubicBezTo>
                      <a:pt x="-961" y="61096"/>
                      <a:pt x="668" y="64029"/>
                      <a:pt x="3715" y="63917"/>
                    </a:cubicBezTo>
                    <a:cubicBezTo>
                      <a:pt x="10460" y="63670"/>
                      <a:pt x="17794" y="57628"/>
                      <a:pt x="23065" y="53751"/>
                    </a:cubicBezTo>
                    <a:cubicBezTo>
                      <a:pt x="29239" y="49209"/>
                      <a:pt x="35087" y="44150"/>
                      <a:pt x="40597" y="38828"/>
                    </a:cubicBezTo>
                    <a:cubicBezTo>
                      <a:pt x="45996" y="33611"/>
                      <a:pt x="51407" y="27951"/>
                      <a:pt x="55604" y="21713"/>
                    </a:cubicBezTo>
                    <a:cubicBezTo>
                      <a:pt x="59710" y="15612"/>
                      <a:pt x="63118" y="8948"/>
                      <a:pt x="66748" y="2556"/>
                    </a:cubicBezTo>
                    <a:cubicBezTo>
                      <a:pt x="67819" y="677"/>
                      <a:pt x="64750" y="-980"/>
                      <a:pt x="63500" y="688"/>
                    </a:cubicBezTo>
                    <a:lnTo>
                      <a:pt x="63500" y="688"/>
                    </a:lnTo>
                    <a:close/>
                  </a:path>
                </a:pathLst>
              </a:custGeom>
              <a:solidFill>
                <a:srgbClr val="8C877E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0ad915f-c042-4c1e-93b5-550961ca0007" id="212" name="任意多边形: 形状 211">
                <a:extLst>
                  <a:ext uri="{FF2B5EF4-FFF2-40B4-BE49-F238E27FC236}">
                    <a16:creationId id="{0B05D5B2-9163-643D-0A67-A56D0A17EF8A}"/>
                  </a:ext>
                </a:extLst>
              </p:cNvPr>
              <p:cNvSpPr/>
              <p:nvPr/>
            </p:nvSpPr>
            <p:spPr>
              <a:xfrm flipV="false" flipH="false">
                <a:off x="4986169" y="5231265"/>
                <a:ext cx="29936" cy="28377"/>
              </a:xfrm>
              <a:custGeom>
                <a:avLst/>
                <a:gdLst>
                  <a:gd fmla="*/ 45429 w 52614" name="connsiteX0"/>
                  <a:gd fmla="*/ 1929 h 49875" name="connsiteY0"/>
                  <a:gd fmla="*/ 24717 w 52614" name="connsiteX1"/>
                  <a:gd fmla="*/ 26700 h 49875" name="connsiteY1"/>
                  <a:gd fmla="*/ 12362 w 52614" name="connsiteX2"/>
                  <a:gd fmla="*/ 36806 h 49875" name="connsiteY2"/>
                  <a:gd fmla="*/ 348 w 52614" name="connsiteX3"/>
                  <a:gd fmla="*/ 46617 h 49875" name="connsiteY3"/>
                  <a:gd fmla="*/ 2340 w 52614" name="connsiteX4"/>
                  <a:gd fmla="*/ 49848 h 49875" name="connsiteY4"/>
                  <a:gd fmla="*/ 17777 w 52614" name="connsiteX5"/>
                  <a:gd fmla="*/ 44396 h 49875" name="connsiteY5"/>
                  <a:gd fmla="*/ 31968 w 52614" name="connsiteX6"/>
                  <a:gd fmla="*/ 33681 h 49875" name="connsiteY6"/>
                  <a:gd fmla="*/ 52182 w 52614" name="connsiteX7"/>
                  <a:gd fmla="*/ 5595 h 49875" name="connsiteY7"/>
                  <a:gd fmla="*/ 45429 w 52614" name="connsiteX8"/>
                  <a:gd fmla="*/ 1929 h 49875" name="connsiteY8"/>
                  <a:gd fmla="*/ 45429 w 52614" name="connsiteX9"/>
                  <a:gd fmla="*/ 1929 h 49875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49875" w="52614">
                    <a:moveTo>
                      <a:pt x="45429" y="1929"/>
                    </a:moveTo>
                    <a:cubicBezTo>
                      <a:pt x="39862" y="11127"/>
                      <a:pt x="32701" y="19503"/>
                      <a:pt x="24717" y="26700"/>
                    </a:cubicBezTo>
                    <a:cubicBezTo>
                      <a:pt x="20754" y="30275"/>
                      <a:pt x="16538" y="33491"/>
                      <a:pt x="12362" y="36806"/>
                    </a:cubicBezTo>
                    <a:cubicBezTo>
                      <a:pt x="8447" y="39910"/>
                      <a:pt x="3302" y="42537"/>
                      <a:pt x="348" y="46617"/>
                    </a:cubicBezTo>
                    <a:cubicBezTo>
                      <a:pt x="-730" y="48110"/>
                      <a:pt x="911" y="49745"/>
                      <a:pt x="2340" y="49848"/>
                    </a:cubicBezTo>
                    <a:cubicBezTo>
                      <a:pt x="7518" y="50220"/>
                      <a:pt x="13347" y="46753"/>
                      <a:pt x="17777" y="44396"/>
                    </a:cubicBezTo>
                    <a:cubicBezTo>
                      <a:pt x="22946" y="41646"/>
                      <a:pt x="27730" y="37698"/>
                      <a:pt x="31968" y="33681"/>
                    </a:cubicBezTo>
                    <a:cubicBezTo>
                      <a:pt x="40457" y="25637"/>
                      <a:pt x="47139" y="16127"/>
                      <a:pt x="52182" y="5595"/>
                    </a:cubicBezTo>
                    <a:cubicBezTo>
                      <a:pt x="54317" y="1137"/>
                      <a:pt x="47998" y="-2314"/>
                      <a:pt x="45429" y="1929"/>
                    </a:cubicBezTo>
                    <a:lnTo>
                      <a:pt x="45429" y="1929"/>
                    </a:lnTo>
                    <a:close/>
                  </a:path>
                </a:pathLst>
              </a:custGeom>
              <a:solidFill>
                <a:srgbClr val="8C877E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afc412e-5467-43df-885c-64f3c7cf4620" id="213" name="任意多边形: 形状 212">
                <a:extLst>
                  <a:ext uri="{FF2B5EF4-FFF2-40B4-BE49-F238E27FC236}">
                    <a16:creationId id="{A82FAE09-B66E-5CDE-1CED-390722946BA2}"/>
                  </a:ext>
                </a:extLst>
              </p:cNvPr>
              <p:cNvSpPr/>
              <p:nvPr/>
            </p:nvSpPr>
            <p:spPr>
              <a:xfrm flipV="false" flipH="false">
                <a:off x="4969118" y="5212742"/>
                <a:ext cx="90805" cy="85279"/>
              </a:xfrm>
              <a:custGeom>
                <a:avLst/>
                <a:gdLst>
                  <a:gd fmla="*/ 145673 w 159597" name="connsiteX0"/>
                  <a:gd fmla="*/ 0 h 149884" name="connsiteY0"/>
                  <a:gd fmla="*/ 149326 w 159597" name="connsiteX1"/>
                  <a:gd fmla="*/ 2565 h 149884" name="connsiteY1"/>
                  <a:gd fmla="*/ 158332 w 159597" name="connsiteX2"/>
                  <a:gd fmla="*/ 37982 h 149884" name="connsiteY2"/>
                  <a:gd fmla="*/ 139243 w 159597" name="connsiteX3"/>
                  <a:gd fmla="*/ 70917 h 149884" name="connsiteY3"/>
                  <a:gd fmla="*/ 50292 w 159597" name="connsiteX4"/>
                  <a:gd fmla="*/ 142162 h 149884" name="connsiteY4"/>
                  <a:gd fmla="*/ 17621 w 159597" name="connsiteX5"/>
                  <a:gd fmla="*/ 148734 h 149884" name="connsiteY5"/>
                  <a:gd fmla="*/ 0 w 159597" name="connsiteX6"/>
                  <a:gd fmla="*/ 129959 h 149884" name="connsiteY6"/>
                  <a:gd fmla="*/ 145673 w 159597" name="connsiteX7"/>
                  <a:gd fmla="*/ 0 h 14988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49884" w="159597">
                    <a:moveTo>
                      <a:pt x="145673" y="0"/>
                    </a:moveTo>
                    <a:cubicBezTo>
                      <a:pt x="146948" y="681"/>
                      <a:pt x="148158" y="1591"/>
                      <a:pt x="149326" y="2565"/>
                    </a:cubicBezTo>
                    <a:cubicBezTo>
                      <a:pt x="158962" y="11003"/>
                      <a:pt x="161442" y="25560"/>
                      <a:pt x="158332" y="37982"/>
                    </a:cubicBezTo>
                    <a:cubicBezTo>
                      <a:pt x="155226" y="50402"/>
                      <a:pt x="147474" y="61050"/>
                      <a:pt x="139243" y="70917"/>
                    </a:cubicBezTo>
                    <a:cubicBezTo>
                      <a:pt x="114638" y="100120"/>
                      <a:pt x="84257" y="124500"/>
                      <a:pt x="50292" y="142162"/>
                    </a:cubicBezTo>
                    <a:cubicBezTo>
                      <a:pt x="40186" y="147381"/>
                      <a:pt x="28466" y="152145"/>
                      <a:pt x="17621" y="148734"/>
                    </a:cubicBezTo>
                    <a:cubicBezTo>
                      <a:pt x="9079" y="145968"/>
                      <a:pt x="2796" y="138518"/>
                      <a:pt x="0" y="129959"/>
                    </a:cubicBezTo>
                    <a:cubicBezTo>
                      <a:pt x="26737" y="123387"/>
                      <a:pt x="106591" y="96222"/>
                      <a:pt x="145673" y="0"/>
                    </a:cubicBezTo>
                    <a:close/>
                  </a:path>
                </a:pathLst>
              </a:custGeom>
              <a:solidFill>
                <a:srgbClr val="A89F92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0a5580f-d712-41da-ae4d-00a52a1e7738" id="201" name="任意多边形: 形状 200">
                <a:extLst>
                  <a:ext uri="{FF2B5EF4-FFF2-40B4-BE49-F238E27FC236}">
                    <a16:creationId id="{6F4C48B3-1504-6A66-2BE9-7FA9E634EF6A}"/>
                  </a:ext>
                </a:extLst>
              </p:cNvPr>
              <p:cNvSpPr/>
              <p:nvPr/>
            </p:nvSpPr>
            <p:spPr>
              <a:xfrm flipV="false" flipH="false">
                <a:off x="4598704" y="4983194"/>
                <a:ext cx="112337" cy="29711"/>
              </a:xfrm>
              <a:custGeom>
                <a:avLst/>
                <a:gdLst>
                  <a:gd fmla="*/ 10956 w 197441" name="connsiteX0"/>
                  <a:gd fmla="*/ 24614 h 52220" name="connsiteY0"/>
                  <a:gd fmla="*/ 110515 w 197441" name="connsiteX1"/>
                  <a:gd fmla="*/ 43784 h 52220" name="connsiteY1"/>
                  <a:gd fmla="*/ 192819 w 197441" name="connsiteX2"/>
                  <a:gd fmla="*/ 42696 h 52220" name="connsiteY2"/>
                  <a:gd fmla="*/ 189549 w 197441" name="connsiteX3"/>
                  <a:gd fmla="*/ 23594 h 52220" name="connsiteY3"/>
                  <a:gd fmla="*/ 144733 w 197441" name="connsiteX4"/>
                  <a:gd fmla="*/ 19667 h 52220" name="connsiteY4"/>
                  <a:gd fmla="*/ 95051 w 197441" name="connsiteX5"/>
                  <a:gd fmla="*/ 9579 h 52220" name="connsiteY5"/>
                  <a:gd fmla="*/ 7291 w 197441" name="connsiteX6"/>
                  <a:gd fmla="*/ 3761 h 52220" name="connsiteY6"/>
                  <a:gd fmla="*/ 10956 w 197441" name="connsiteX7"/>
                  <a:gd fmla="*/ 24614 h 52220" name="connsiteY7"/>
                  <a:gd fmla="*/ 10956 w 197441" name="connsiteX8"/>
                  <a:gd fmla="*/ 24614 h 52220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52220" w="197441">
                    <a:moveTo>
                      <a:pt x="10956" y="24614"/>
                    </a:moveTo>
                    <a:cubicBezTo>
                      <a:pt x="46112" y="26283"/>
                      <a:pt x="76667" y="34745"/>
                      <a:pt x="110515" y="43784"/>
                    </a:cubicBezTo>
                    <a:cubicBezTo>
                      <a:pt x="136027" y="50597"/>
                      <a:pt x="169366" y="59251"/>
                      <a:pt x="192819" y="42696"/>
                    </a:cubicBezTo>
                    <a:cubicBezTo>
                      <a:pt x="200083" y="37569"/>
                      <a:pt x="198632" y="25739"/>
                      <a:pt x="189549" y="23594"/>
                    </a:cubicBezTo>
                    <a:cubicBezTo>
                      <a:pt x="175024" y="20165"/>
                      <a:pt x="159576" y="21457"/>
                      <a:pt x="144733" y="19667"/>
                    </a:cubicBezTo>
                    <a:cubicBezTo>
                      <a:pt x="127893" y="17637"/>
                      <a:pt x="111522" y="13488"/>
                      <a:pt x="95051" y="9579"/>
                    </a:cubicBezTo>
                    <a:cubicBezTo>
                      <a:pt x="66954" y="2908"/>
                      <a:pt x="35790" y="-4739"/>
                      <a:pt x="7291" y="3761"/>
                    </a:cubicBezTo>
                    <a:cubicBezTo>
                      <a:pt x="-4857" y="7389"/>
                      <a:pt x="-572" y="24068"/>
                      <a:pt x="10956" y="24614"/>
                    </a:cubicBezTo>
                    <a:lnTo>
                      <a:pt x="10956" y="24614"/>
                    </a:lnTo>
                    <a:close/>
                  </a:path>
                </a:pathLst>
              </a:custGeom>
              <a:solidFill>
                <a:srgbClr val="FCBA3A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6d18428-afb9-4aca-8eec-4360af92475c" id="202" name="任意多边形: 形状 201">
                <a:extLst>
                  <a:ext uri="{FF2B5EF4-FFF2-40B4-BE49-F238E27FC236}">
                    <a16:creationId id="{99CA62F0-01FD-94EB-19E9-F72BF27A9066}"/>
                  </a:ext>
                </a:extLst>
              </p:cNvPr>
              <p:cNvSpPr/>
              <p:nvPr/>
            </p:nvSpPr>
            <p:spPr>
              <a:xfrm flipV="false" flipH="false">
                <a:off x="4615350" y="4868723"/>
                <a:ext cx="103592" cy="90631"/>
              </a:xfrm>
              <a:custGeom>
                <a:avLst/>
                <a:gdLst>
                  <a:gd fmla="*/ 5361 w 182072" name="connsiteX0"/>
                  <a:gd fmla="*/ 20390 h 159292" name="connsiteY0"/>
                  <a:gd fmla="*/ 92498 w 182072" name="connsiteX1"/>
                  <a:gd fmla="*/ 85889 h 159292" name="connsiteY1"/>
                  <a:gd fmla="*/ 127915 w 182072" name="connsiteX2"/>
                  <a:gd fmla="*/ 121777 h 159292" name="connsiteY2"/>
                  <a:gd fmla="*/ 162418 w 182072" name="connsiteX3"/>
                  <a:gd fmla="*/ 157477 h 159292" name="connsiteY3"/>
                  <a:gd fmla="*/ 181420 w 182072" name="connsiteX4"/>
                  <a:gd fmla="*/ 141640 h 159292" name="connsiteY4"/>
                  <a:gd fmla="*/ 109173 w 182072" name="connsiteX5"/>
                  <a:gd fmla="*/ 62130 h 159292" name="connsiteY5"/>
                  <a:gd fmla="*/ 15561 w 182072" name="connsiteX6"/>
                  <a:gd fmla="*/ 1243 h 159292" name="connsiteY6"/>
                  <a:gd fmla="*/ 5361 w 182072" name="connsiteX7"/>
                  <a:gd fmla="*/ 20390 h 159292" name="connsiteY7"/>
                  <a:gd fmla="*/ 5361 w 182072" name="connsiteX8"/>
                  <a:gd fmla="*/ 20390 h 159292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59292" w="182072">
                    <a:moveTo>
                      <a:pt x="5361" y="20390"/>
                    </a:moveTo>
                    <a:cubicBezTo>
                      <a:pt x="35945" y="40231"/>
                      <a:pt x="65617" y="61177"/>
                      <a:pt x="92498" y="85889"/>
                    </a:cubicBezTo>
                    <a:cubicBezTo>
                      <a:pt x="104887" y="97278"/>
                      <a:pt x="116662" y="109272"/>
                      <a:pt x="127915" y="121777"/>
                    </a:cubicBezTo>
                    <a:cubicBezTo>
                      <a:pt x="139062" y="134160"/>
                      <a:pt x="148371" y="148374"/>
                      <a:pt x="162418" y="157477"/>
                    </a:cubicBezTo>
                    <a:cubicBezTo>
                      <a:pt x="172280" y="163869"/>
                      <a:pt x="185127" y="152133"/>
                      <a:pt x="181420" y="141640"/>
                    </a:cubicBezTo>
                    <a:cubicBezTo>
                      <a:pt x="170405" y="110473"/>
                      <a:pt x="134062" y="82714"/>
                      <a:pt x="109173" y="62130"/>
                    </a:cubicBezTo>
                    <a:cubicBezTo>
                      <a:pt x="80385" y="38324"/>
                      <a:pt x="49338" y="17261"/>
                      <a:pt x="15561" y="1243"/>
                    </a:cubicBezTo>
                    <a:cubicBezTo>
                      <a:pt x="2785" y="-4817"/>
                      <a:pt x="-6254" y="12856"/>
                      <a:pt x="5361" y="20390"/>
                    </a:cubicBezTo>
                    <a:lnTo>
                      <a:pt x="5361" y="20390"/>
                    </a:lnTo>
                    <a:close/>
                  </a:path>
                </a:pathLst>
              </a:custGeom>
              <a:solidFill>
                <a:srgbClr val="FCBA3A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5284894-adf0-4841-8e0d-c5bf96c6982a" id="203" name="任意多边形: 形状 202">
                <a:extLst>
                  <a:ext uri="{FF2B5EF4-FFF2-40B4-BE49-F238E27FC236}">
                    <a16:creationId id="{B110200C-A9E9-814C-36EC-951BEC5F94D1}"/>
                  </a:ext>
                </a:extLst>
              </p:cNvPr>
              <p:cNvSpPr/>
              <p:nvPr/>
            </p:nvSpPr>
            <p:spPr>
              <a:xfrm flipV="false" flipH="false">
                <a:off x="4717200" y="4839169"/>
                <a:ext cx="55322" cy="87678"/>
              </a:xfrm>
              <a:custGeom>
                <a:avLst/>
                <a:gdLst>
                  <a:gd fmla="*/ 422 w 97233" name="connsiteX0"/>
                  <a:gd fmla="*/ 10027 h 154102" name="connsiteY0"/>
                  <a:gd fmla="*/ 32627 w 97233" name="connsiteX1"/>
                  <a:gd fmla="*/ 78659 h 154102" name="connsiteY1"/>
                  <a:gd fmla="*/ 74847 w 97233" name="connsiteX2"/>
                  <a:gd fmla="*/ 149443 h 154102" name="connsiteY2"/>
                  <a:gd fmla="*/ 96124 w 97233" name="connsiteX3"/>
                  <a:gd fmla="*/ 139465 h 154102" name="connsiteY3"/>
                  <a:gd fmla="*/ 58687 w 97233" name="connsiteX4"/>
                  <a:gd fmla="*/ 72869 h 154102" name="connsiteY4"/>
                  <a:gd fmla="*/ 14807 w 97233" name="connsiteX5"/>
                  <a:gd fmla="*/ 3281 h 154102" name="connsiteY5"/>
                  <a:gd fmla="*/ 422 w 97233" name="connsiteX6"/>
                  <a:gd fmla="*/ 10027 h 154102" name="connsiteY6"/>
                  <a:gd fmla="*/ 422 w 97233" name="connsiteX7"/>
                  <a:gd fmla="*/ 10027 h 154102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54102" w="97233">
                    <a:moveTo>
                      <a:pt x="422" y="10027"/>
                    </a:moveTo>
                    <a:cubicBezTo>
                      <a:pt x="7568" y="33975"/>
                      <a:pt x="21190" y="56517"/>
                      <a:pt x="32627" y="78659"/>
                    </a:cubicBezTo>
                    <a:cubicBezTo>
                      <a:pt x="45355" y="103302"/>
                      <a:pt x="57857" y="127442"/>
                      <a:pt x="74847" y="149443"/>
                    </a:cubicBezTo>
                    <a:cubicBezTo>
                      <a:pt x="82354" y="159165"/>
                      <a:pt x="102098" y="152628"/>
                      <a:pt x="96124" y="139465"/>
                    </a:cubicBezTo>
                    <a:cubicBezTo>
                      <a:pt x="85458" y="115969"/>
                      <a:pt x="72222" y="94803"/>
                      <a:pt x="58687" y="72869"/>
                    </a:cubicBezTo>
                    <a:cubicBezTo>
                      <a:pt x="44443" y="49785"/>
                      <a:pt x="32016" y="24232"/>
                      <a:pt x="14807" y="3281"/>
                    </a:cubicBezTo>
                    <a:cubicBezTo>
                      <a:pt x="9337" y="-3374"/>
                      <a:pt x="-2361" y="707"/>
                      <a:pt x="422" y="10027"/>
                    </a:cubicBezTo>
                    <a:lnTo>
                      <a:pt x="422" y="10027"/>
                    </a:lnTo>
                    <a:close/>
                  </a:path>
                </a:pathLst>
              </a:custGeom>
              <a:solidFill>
                <a:srgbClr val="FCBA3A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a752629-21dc-48e6-81e9-2ecfe51dc007" id="204" name="任意多边形: 形状 203">
                <a:extLst>
                  <a:ext uri="{FF2B5EF4-FFF2-40B4-BE49-F238E27FC236}">
                    <a16:creationId id="{FF31AE9D-B35F-8947-6220-D79D9F8F8E4E}"/>
                  </a:ext>
                </a:extLst>
              </p:cNvPr>
              <p:cNvSpPr/>
              <p:nvPr/>
            </p:nvSpPr>
            <p:spPr>
              <a:xfrm flipV="false" flipH="false">
                <a:off x="4780194" y="4815583"/>
                <a:ext cx="34204" cy="96301"/>
              </a:xfrm>
              <a:custGeom>
                <a:avLst/>
                <a:gdLst>
                  <a:gd fmla="*/ 587 w 60117" name="connsiteX0"/>
                  <a:gd fmla="*/ 15511 h 169257" name="connsiteY0"/>
                  <a:gd fmla="*/ 22055 w 60117" name="connsiteX1"/>
                  <a:gd fmla="*/ 96891 h 169257" name="connsiteY1"/>
                  <a:gd fmla="*/ 41100 w 60117" name="connsiteX2"/>
                  <a:gd fmla="*/ 166214 h 169257" name="connsiteY2"/>
                  <a:gd fmla="*/ 52619 w 60117" name="connsiteX3"/>
                  <a:gd fmla="*/ 165759 h 169257" name="connsiteY3"/>
                  <a:gd fmla="*/ 21867 w 60117" name="connsiteX4"/>
                  <a:gd fmla="*/ 5535 h 169257" name="connsiteY4"/>
                  <a:gd fmla="*/ 587 w 60117" name="connsiteX5"/>
                  <a:gd fmla="*/ 15511 h 169257" name="connsiteY5"/>
                  <a:gd fmla="*/ 587 w 60117" name="connsiteX6"/>
                  <a:gd fmla="*/ 15511 h 169257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69257" w="60117">
                    <a:moveTo>
                      <a:pt x="587" y="15511"/>
                    </a:moveTo>
                    <a:cubicBezTo>
                      <a:pt x="9415" y="42164"/>
                      <a:pt x="16980" y="69255"/>
                      <a:pt x="22055" y="96891"/>
                    </a:cubicBezTo>
                    <a:cubicBezTo>
                      <a:pt x="26396" y="120528"/>
                      <a:pt x="29397" y="144849"/>
                      <a:pt x="41100" y="166214"/>
                    </a:cubicBezTo>
                    <a:cubicBezTo>
                      <a:pt x="43395" y="170406"/>
                      <a:pt x="50717" y="170280"/>
                      <a:pt x="52619" y="165759"/>
                    </a:cubicBezTo>
                    <a:cubicBezTo>
                      <a:pt x="73855" y="115252"/>
                      <a:pt x="45648" y="50483"/>
                      <a:pt x="21867" y="5535"/>
                    </a:cubicBezTo>
                    <a:cubicBezTo>
                      <a:pt x="15526" y="-6448"/>
                      <a:pt x="-3573" y="2943"/>
                      <a:pt x="587" y="15511"/>
                    </a:cubicBezTo>
                    <a:lnTo>
                      <a:pt x="587" y="15511"/>
                    </a:lnTo>
                    <a:close/>
                  </a:path>
                </a:pathLst>
              </a:custGeom>
              <a:solidFill>
                <a:srgbClr val="FCBA3A"/>
              </a:solidFill>
              <a:ln cap="flat" w="228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</p:grpSp>
        <p:grpSp>
          <p:nvGrpSpPr>
            <p:cNvPr descr="96ba4126-8f8e-433b-af72-0d898efa8dde" id="2" name="组合 1">
              <a:extLst>
                <a:ext uri="{FF2B5EF4-FFF2-40B4-BE49-F238E27FC236}">
                  <a16:creationId id="{82C58695-565A-2EAA-6306-F6D994A70A4C}"/>
                </a:ext>
              </a:extLst>
            </p:cNvPr>
            <p:cNvGrpSpPr/>
            <p:nvPr/>
          </p:nvGrpSpPr>
          <p:grpSpPr>
            <a:xfrm>
              <a:off x="5207589" y="1950475"/>
              <a:ext cx="6291666" cy="1249835"/>
              <a:chOff x="5207589" y="1950475"/>
              <a:chExt cx="6291666" cy="1249835"/>
            </a:xfrm>
          </p:grpSpPr>
          <p:sp>
            <p:nvSpPr>
              <p:cNvPr descr="473ac5b8-fda5-4faa-b93e-cb4969456b40" id="17" name="Bullet1">
                <a:extLst>
                  <a:ext uri="{FF2B5EF4-FFF2-40B4-BE49-F238E27FC236}">
                    <a16:creationId id="{2AAAE678-1118-7332-129B-6243B4FAA99E}"/>
                  </a:ext>
                </a:extLst>
              </p:cNvPr>
              <p:cNvSpPr txBox="1"/>
              <p:nvPr/>
            </p:nvSpPr>
            <p:spPr>
              <a:xfrm flipV="false" flipH="false">
                <a:off x="5207589" y="1950475"/>
                <a:ext cx="2747935" cy="573325"/>
              </a:xfrm>
              <a:prstGeom prst="roundRect">
                <a:avLst>
                  <a:gd fmla="val 50000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="ctr" anchorCtr="0" bIns="45720" lIns="91440" rIns="91440" tIns="45720" wrap="square">
                <a:normAutofit/>
              </a:bodyPr>
              <a:lstStyle/>
              <a:p>
                <a:pPr algn="ctr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600">
                    <a:solidFill>
                      <a:srgbClr val="FFFFFF"/>
                    </a:solidFill>
                    <a:ea typeface="微软雅黑"/>
                  </a:rPr>
                  <a:t>身体健康</a:t>
                </a:r>
              </a:p>
            </p:txBody>
          </p:sp>
          <p:sp>
            <p:nvSpPr>
              <p:cNvPr descr="c4d3be7b-012d-4ff2-a012-ced0a0c98cb2" id="18" name="Text1">
                <a:extLst>
                  <a:ext uri="{FF2B5EF4-FFF2-40B4-BE49-F238E27FC236}">
                    <a16:creationId id="{7230BC47-6EB0-7877-01C3-E08091052731}"/>
                  </a:ext>
                </a:extLst>
              </p:cNvPr>
              <p:cNvSpPr txBox="1"/>
              <p:nvPr/>
            </p:nvSpPr>
            <p:spPr>
              <a:xfrm flipV="false" flipH="false">
                <a:off x="5209179" y="2566626"/>
                <a:ext cx="6290076" cy="63368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制定科学指南以减少因舔脚引发的细菌、真菌等感染风险。</a:t>
                </a:r>
              </a:p>
            </p:txBody>
          </p:sp>
        </p:grpSp>
        <p:grpSp>
          <p:nvGrpSpPr>
            <p:cNvPr descr="38e41297-e275-4f99-a8f7-294a0d4407ca" id="11" name="组合 10">
              <a:extLst>
                <a:ext uri="{FF2B5EF4-FFF2-40B4-BE49-F238E27FC236}">
                  <a16:creationId id="{8CE1830E-85F2-CE53-D2FD-90AAACA3530F}"/>
                </a:ext>
              </a:extLst>
            </p:cNvPr>
            <p:cNvGrpSpPr/>
            <p:nvPr/>
          </p:nvGrpSpPr>
          <p:grpSpPr>
            <a:xfrm>
              <a:off x="5207589" y="3417370"/>
              <a:ext cx="6291666" cy="1249835"/>
              <a:chOff x="5207589" y="3417370"/>
              <a:chExt cx="6291666" cy="1249835"/>
            </a:xfrm>
          </p:grpSpPr>
          <p:sp>
            <p:nvSpPr>
              <p:cNvPr descr="71d8aa9a-2ed6-4e4c-b8d5-08a90c040d10" id="13" name="Bullet2">
                <a:extLst>
                  <a:ext uri="{FF2B5EF4-FFF2-40B4-BE49-F238E27FC236}">
                    <a16:creationId id="{3423BAA7-4B6A-7143-D73F-3563C924E9F7}"/>
                  </a:ext>
                </a:extLst>
              </p:cNvPr>
              <p:cNvSpPr txBox="1"/>
              <p:nvPr/>
            </p:nvSpPr>
            <p:spPr>
              <a:xfrm flipV="false" flipH="false">
                <a:off x="5207589" y="3417370"/>
                <a:ext cx="2747935" cy="573325"/>
              </a:xfrm>
              <a:prstGeom prst="roundRect">
                <a:avLst>
                  <a:gd fmla="val 50000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="ctr" anchorCtr="0" bIns="45720" lIns="91440" rIns="91440" tIns="45720" wrap="square">
                <a:normAutofit/>
              </a:bodyPr>
              <a:lstStyle/>
              <a:p>
                <a:pPr algn="ctr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600">
                    <a:solidFill>
                      <a:srgbClr val="FFFFFF"/>
                    </a:solidFill>
                    <a:ea typeface="微软雅黑"/>
                  </a:rPr>
                  <a:t>心理体验</a:t>
                </a:r>
              </a:p>
            </p:txBody>
          </p:sp>
          <p:sp>
            <p:nvSpPr>
              <p:cNvPr descr="e82c9a23-9866-4d4c-bba1-ea2cdfaccf79" id="14" name="Text2">
                <a:extLst>
                  <a:ext uri="{FF2B5EF4-FFF2-40B4-BE49-F238E27FC236}">
                    <a16:creationId id="{868D03A8-12E0-D4F9-BB69-448916A8C25C}"/>
                  </a:ext>
                </a:extLst>
              </p:cNvPr>
              <p:cNvSpPr txBox="1"/>
              <p:nvPr/>
            </p:nvSpPr>
            <p:spPr>
              <a:xfrm flipV="false" flipH="false">
                <a:off x="5209179" y="4033521"/>
                <a:ext cx="6290076" cy="63368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帮助参与者更好地享受舔脚带来的亲密感与愉悦体验。</a:t>
                </a:r>
              </a:p>
            </p:txBody>
          </p:sp>
        </p:grpSp>
        <p:grpSp>
          <p:nvGrpSpPr>
            <p:cNvPr descr="ab2c1bac-4fd8-4411-a7bd-f2236b884083" id="12" name="组合 11">
              <a:extLst>
                <a:ext uri="{FF2B5EF4-FFF2-40B4-BE49-F238E27FC236}">
                  <a16:creationId id="{480F750A-7AF4-8F66-70B2-7A233AB3B8E8}"/>
                </a:ext>
              </a:extLst>
            </p:cNvPr>
            <p:cNvGrpSpPr/>
            <p:nvPr/>
          </p:nvGrpSpPr>
          <p:grpSpPr>
            <a:xfrm>
              <a:off x="5207589" y="4884265"/>
              <a:ext cx="6291666" cy="1249835"/>
              <a:chOff x="5207589" y="4884265"/>
              <a:chExt cx="6291666" cy="1249835"/>
            </a:xfrm>
          </p:grpSpPr>
          <p:sp>
            <p:nvSpPr>
              <p:cNvPr descr="c589fb56-306a-473d-9531-fa28240e1fc7" id="9" name="Bullet3">
                <a:extLst>
                  <a:ext uri="{FF2B5EF4-FFF2-40B4-BE49-F238E27FC236}">
                    <a16:creationId id="{E3584D23-F235-19D3-519B-23808254506F}"/>
                  </a:ext>
                </a:extLst>
              </p:cNvPr>
              <p:cNvSpPr txBox="1"/>
              <p:nvPr/>
            </p:nvSpPr>
            <p:spPr>
              <a:xfrm flipV="false" flipH="false">
                <a:off x="5207589" y="4884265"/>
                <a:ext cx="2747935" cy="573325"/>
              </a:xfrm>
              <a:prstGeom prst="roundRect">
                <a:avLst>
                  <a:gd fmla="val 50000" name="adj"/>
                </a:avLst>
              </a:prstGeom>
              <a:solidFill>
                <a:schemeClr val="accent3"/>
              </a:solidFill>
              <a:ln>
                <a:noFill/>
              </a:ln>
            </p:spPr>
            <p:txBody>
              <a:bodyPr anchor="ctr" anchorCtr="0" bIns="45720" lIns="91440" rIns="91440" tIns="45720" wrap="square">
                <a:normAutofit/>
              </a:bodyPr>
              <a:lstStyle/>
              <a:p>
                <a:pPr algn="ctr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600">
                    <a:solidFill>
                      <a:srgbClr val="FFFFFF"/>
                    </a:solidFill>
                    <a:ea typeface="微软雅黑"/>
                  </a:rPr>
                  <a:t>规范行为</a:t>
                </a:r>
              </a:p>
            </p:txBody>
          </p:sp>
          <p:sp>
            <p:nvSpPr>
              <p:cNvPr descr="e321e84e-b19e-4d28-8f5f-66f17880b717" id="10" name="Text3">
                <a:extLst>
                  <a:ext uri="{FF2B5EF4-FFF2-40B4-BE49-F238E27FC236}">
                    <a16:creationId id="{0A17CD22-79A0-0116-8411-BA6A9F927BE9}"/>
                  </a:ext>
                </a:extLst>
              </p:cNvPr>
              <p:cNvSpPr txBox="1"/>
              <p:nvPr/>
            </p:nvSpPr>
            <p:spPr>
              <a:xfrm flipV="false" flipH="false">
                <a:off x="5209179" y="5500416"/>
                <a:ext cx="6290076" cy="63368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为舔脚行为提供系统的操作流程，确保互动有序进行。</a:t>
                </a:r>
              </a:p>
            </p:txBody>
          </p:sp>
        </p:grpSp>
      </p:grpSp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风险概述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认识舔脚行为可能带来的潜在危害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a14="http://schemas.microsoft.com/office/drawing/2010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常见感染风险</a:t>
            </a:r>
          </a:p>
        </p:txBody>
      </p:sp>
      <p:grpSp>
        <p:nvGrpSpPr>
          <p:cNvPr descr="01238fc1-7024-4dab-aca0-0ca37faa1f36" id="98" name="71ec0ab1-b5a8-4dc2-82d1-33cd9fe62c7b.source.3.zh-Hans.pptx">
            <a:extLst>
              <a:ext uri="{FF2B5EF4-FFF2-40B4-BE49-F238E27FC236}">
                <a16:creationId id="{D66AA43E-FEC8-76CC-D556-3EE8A6E50603}"/>
              </a:ext>
            </a:extLst>
          </p:cNvPr>
          <p:cNvGrpSpPr/>
          <p:nvPr/>
        </p:nvGrpSpPr>
        <p:grpSpPr>
          <a:xfrm>
            <a:off x="660400" y="1130300"/>
            <a:ext cx="10858500" cy="5242235"/>
            <a:chOff x="660400" y="1130300"/>
            <a:chExt cx="10858500" cy="5242235"/>
          </a:xfrm>
        </p:grpSpPr>
        <p:grpSp>
          <p:nvGrpSpPr>
            <p:cNvPr descr="69d9736e-5fe5-466e-b9fb-6932aa7d46f8" id="2" name="组合 1" title="iSlide™ 版权声明  COPYRIGHT NOTICE">
              <a:extLst>
                <a:ext uri="{FF2B5EF4-FFF2-40B4-BE49-F238E27FC236}">
                  <a16:creationId id="{45A0EC24-B120-0E8A-3738-C069BB769DE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389158" y="2127380"/>
              <a:ext cx="4225097" cy="3600320"/>
              <a:chOff x="3425825" y="1150938"/>
              <a:chExt cx="5335588" cy="4546600"/>
            </a:xfrm>
          </p:grpSpPr>
          <p:sp>
            <p:nvSpPr>
              <p:cNvPr descr="ffdcd2ce-db7a-454f-9cce-a12c2331f37c" id="3" name="íšļîḓé">
                <a:extLst>
                  <a:ext uri="{FF2B5EF4-FFF2-40B4-BE49-F238E27FC236}">
                    <a16:creationId id="{CC7447BE-32F1-F4F2-B454-8E40B3736B18}"/>
                  </a:ext>
                </a:extLst>
              </p:cNvPr>
              <p:cNvSpPr/>
              <p:nvPr/>
            </p:nvSpPr>
            <p:spPr bwMode="auto">
              <a:xfrm flipV="false" flipH="false">
                <a:off x="4946650" y="2365375"/>
                <a:ext cx="2451100" cy="3324225"/>
              </a:xfrm>
              <a:custGeom>
                <a:avLst/>
                <a:gdLst>
                  <a:gd fmla="*/ 69 w 559" name="T0"/>
                  <a:gd fmla="*/ 759 h 759" name="T1"/>
                  <a:gd fmla="*/ 472 w 559" name="T2"/>
                  <a:gd fmla="*/ 759 h 759" name="T3"/>
                  <a:gd fmla="*/ 472 w 559" name="T4"/>
                  <a:gd fmla="*/ 315 h 759" name="T5"/>
                  <a:gd fmla="*/ 491 w 559" name="T6"/>
                  <a:gd fmla="*/ 221 h 759" name="T7"/>
                  <a:gd fmla="*/ 559 w 559" name="T8"/>
                  <a:gd fmla="*/ 60 h 759" name="T9"/>
                  <a:gd fmla="*/ 280 w 559" name="T10"/>
                  <a:gd fmla="*/ 0 h 759" name="T11"/>
                  <a:gd fmla="*/ 0 w 559" name="T12"/>
                  <a:gd fmla="*/ 60 h 759" name="T13"/>
                  <a:gd fmla="*/ 69 w 559" name="T14"/>
                  <a:gd fmla="*/ 274 h 759" name="T15"/>
                  <a:gd fmla="*/ 69 w 559" name="T16"/>
                  <a:gd fmla="*/ 759 h 759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759" w="559">
                    <a:moveTo>
                      <a:pt x="69" y="759"/>
                    </a:moveTo>
                    <a:cubicBezTo>
                      <a:pt x="472" y="759"/>
                      <a:pt x="472" y="759"/>
                      <a:pt x="472" y="759"/>
                    </a:cubicBezTo>
                    <a:cubicBezTo>
                      <a:pt x="472" y="315"/>
                      <a:pt x="472" y="315"/>
                      <a:pt x="472" y="315"/>
                    </a:cubicBezTo>
                    <a:cubicBezTo>
                      <a:pt x="472" y="283"/>
                      <a:pt x="478" y="251"/>
                      <a:pt x="491" y="221"/>
                    </a:cubicBezTo>
                    <a:cubicBezTo>
                      <a:pt x="559" y="60"/>
                      <a:pt x="559" y="60"/>
                      <a:pt x="559" y="60"/>
                    </a:cubicBezTo>
                    <a:cubicBezTo>
                      <a:pt x="280" y="0"/>
                      <a:pt x="280" y="0"/>
                      <a:pt x="280" y="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69" y="274"/>
                      <a:pt x="69" y="274"/>
                      <a:pt x="69" y="274"/>
                    </a:cubicBezTo>
                    <a:lnTo>
                      <a:pt x="69" y="759"/>
                    </a:lnTo>
                    <a:close/>
                  </a:path>
                </a:pathLst>
              </a:custGeom>
              <a:solidFill>
                <a:srgbClr val="DD453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85ada80-5a8b-4482-876f-1380ec3b94b1" id="5" name="îsļïḓé">
                <a:extLst>
                  <a:ext uri="{FF2B5EF4-FFF2-40B4-BE49-F238E27FC236}">
                    <a16:creationId id="{11A05D58-69CF-45EC-9A8B-FB225CEC9438}"/>
                  </a:ext>
                </a:extLst>
              </p:cNvPr>
              <p:cNvSpPr/>
              <p:nvPr/>
            </p:nvSpPr>
            <p:spPr bwMode="auto">
              <a:xfrm flipV="false" flipH="false">
                <a:off x="4943475" y="1150938"/>
                <a:ext cx="612775" cy="1725613"/>
              </a:xfrm>
              <a:custGeom>
                <a:avLst/>
                <a:gdLst>
                  <a:gd fmla="*/ 70 w 140" name="T0"/>
                  <a:gd fmla="*/ 394 h 394" name="T1"/>
                  <a:gd fmla="*/ 70 w 140" name="T2"/>
                  <a:gd fmla="*/ 394 h 394" name="T3"/>
                  <a:gd fmla="*/ 0 w 140" name="T4"/>
                  <a:gd fmla="*/ 324 h 394" name="T5"/>
                  <a:gd fmla="*/ 0 w 140" name="T6"/>
                  <a:gd fmla="*/ 70 h 394" name="T7"/>
                  <a:gd fmla="*/ 70 w 140" name="T8"/>
                  <a:gd fmla="*/ 0 h 394" name="T9"/>
                  <a:gd fmla="*/ 70 w 140" name="T10"/>
                  <a:gd fmla="*/ 0 h 394" name="T11"/>
                  <a:gd fmla="*/ 140 w 140" name="T12"/>
                  <a:gd fmla="*/ 70 h 394" name="T13"/>
                  <a:gd fmla="*/ 140 w 140" name="T14"/>
                  <a:gd fmla="*/ 324 h 394" name="T15"/>
                  <a:gd fmla="*/ 70 w 140" name="T16"/>
                  <a:gd fmla="*/ 394 h 394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394" w="140">
                    <a:moveTo>
                      <a:pt x="70" y="394"/>
                    </a:moveTo>
                    <a:cubicBezTo>
                      <a:pt x="70" y="394"/>
                      <a:pt x="70" y="394"/>
                      <a:pt x="70" y="394"/>
                    </a:cubicBezTo>
                    <a:cubicBezTo>
                      <a:pt x="31" y="394"/>
                      <a:pt x="0" y="363"/>
                      <a:pt x="0" y="324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108" y="0"/>
                      <a:pt x="140" y="31"/>
                      <a:pt x="140" y="70"/>
                    </a:cubicBezTo>
                    <a:cubicBezTo>
                      <a:pt x="140" y="324"/>
                      <a:pt x="140" y="324"/>
                      <a:pt x="140" y="324"/>
                    </a:cubicBezTo>
                    <a:cubicBezTo>
                      <a:pt x="140" y="363"/>
                      <a:pt x="108" y="394"/>
                      <a:pt x="70" y="394"/>
                    </a:cubicBezTo>
                    <a:close/>
                  </a:path>
                </a:pathLst>
              </a:custGeom>
              <a:solidFill>
                <a:srgbClr val="F35E4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ad516fa-17ec-4815-8649-f79f5b1ca9f0" id="6" name="ïśḷïḓè">
                <a:extLst>
                  <a:ext uri="{FF2B5EF4-FFF2-40B4-BE49-F238E27FC236}">
                    <a16:creationId id="{69B6AAC3-821B-7F64-17A5-F6B833DC8BEC}"/>
                  </a:ext>
                </a:extLst>
              </p:cNvPr>
              <p:cNvSpPr/>
              <p:nvPr/>
            </p:nvSpPr>
            <p:spPr bwMode="auto">
              <a:xfrm flipV="false" flipH="false">
                <a:off x="5556250" y="1225550"/>
                <a:ext cx="614363" cy="1651000"/>
              </a:xfrm>
              <a:custGeom>
                <a:avLst/>
                <a:gdLst>
                  <a:gd fmla="*/ 70 w 140" name="T0"/>
                  <a:gd fmla="*/ 377 h 377" name="T1"/>
                  <a:gd fmla="*/ 70 w 140" name="T2"/>
                  <a:gd fmla="*/ 377 h 377" name="T3"/>
                  <a:gd fmla="*/ 0 w 140" name="T4"/>
                  <a:gd fmla="*/ 307 h 377" name="T5"/>
                  <a:gd fmla="*/ 0 w 140" name="T6"/>
                  <a:gd fmla="*/ 70 h 377" name="T7"/>
                  <a:gd fmla="*/ 70 w 140" name="T8"/>
                  <a:gd fmla="*/ 0 h 377" name="T9"/>
                  <a:gd fmla="*/ 70 w 140" name="T10"/>
                  <a:gd fmla="*/ 0 h 377" name="T11"/>
                  <a:gd fmla="*/ 140 w 140" name="T12"/>
                  <a:gd fmla="*/ 70 h 377" name="T13"/>
                  <a:gd fmla="*/ 140 w 140" name="T14"/>
                  <a:gd fmla="*/ 307 h 377" name="T15"/>
                  <a:gd fmla="*/ 70 w 140" name="T16"/>
                  <a:gd fmla="*/ 377 h 377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377" w="140">
                    <a:moveTo>
                      <a:pt x="70" y="377"/>
                    </a:moveTo>
                    <a:cubicBezTo>
                      <a:pt x="70" y="377"/>
                      <a:pt x="70" y="377"/>
                      <a:pt x="70" y="377"/>
                    </a:cubicBezTo>
                    <a:cubicBezTo>
                      <a:pt x="31" y="377"/>
                      <a:pt x="0" y="346"/>
                      <a:pt x="0" y="307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108" y="0"/>
                      <a:pt x="140" y="31"/>
                      <a:pt x="140" y="70"/>
                    </a:cubicBezTo>
                    <a:cubicBezTo>
                      <a:pt x="140" y="307"/>
                      <a:pt x="140" y="307"/>
                      <a:pt x="140" y="307"/>
                    </a:cubicBezTo>
                    <a:cubicBezTo>
                      <a:pt x="140" y="346"/>
                      <a:pt x="108" y="377"/>
                      <a:pt x="70" y="377"/>
                    </a:cubicBezTo>
                    <a:close/>
                  </a:path>
                </a:pathLst>
              </a:custGeom>
              <a:solidFill>
                <a:srgbClr val="F35E4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ea91054-0275-4d0d-b7c2-a0670e848de0" id="10" name="îSļiḋê">
                <a:extLst>
                  <a:ext uri="{FF2B5EF4-FFF2-40B4-BE49-F238E27FC236}">
                    <a16:creationId id="{5EBFDAD2-4353-3479-8AC8-0147E08F4C58}"/>
                  </a:ext>
                </a:extLst>
              </p:cNvPr>
              <p:cNvSpPr/>
              <p:nvPr/>
            </p:nvSpPr>
            <p:spPr bwMode="auto">
              <a:xfrm flipV="false" flipH="false">
                <a:off x="6170613" y="1352550"/>
                <a:ext cx="614363" cy="1524000"/>
              </a:xfrm>
              <a:custGeom>
                <a:avLst/>
                <a:gdLst>
                  <a:gd fmla="*/ 70 w 140" name="T0"/>
                  <a:gd fmla="*/ 348 h 348" name="T1"/>
                  <a:gd fmla="*/ 70 w 140" name="T2"/>
                  <a:gd fmla="*/ 348 h 348" name="T3"/>
                  <a:gd fmla="*/ 0 w 140" name="T4"/>
                  <a:gd fmla="*/ 278 h 348" name="T5"/>
                  <a:gd fmla="*/ 0 w 140" name="T6"/>
                  <a:gd fmla="*/ 70 h 348" name="T7"/>
                  <a:gd fmla="*/ 70 w 140" name="T8"/>
                  <a:gd fmla="*/ 0 h 348" name="T9"/>
                  <a:gd fmla="*/ 70 w 140" name="T10"/>
                  <a:gd fmla="*/ 0 h 348" name="T11"/>
                  <a:gd fmla="*/ 140 w 140" name="T12"/>
                  <a:gd fmla="*/ 70 h 348" name="T13"/>
                  <a:gd fmla="*/ 140 w 140" name="T14"/>
                  <a:gd fmla="*/ 278 h 348" name="T15"/>
                  <a:gd fmla="*/ 70 w 140" name="T16"/>
                  <a:gd fmla="*/ 348 h 348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348" w="140">
                    <a:moveTo>
                      <a:pt x="70" y="348"/>
                    </a:moveTo>
                    <a:cubicBezTo>
                      <a:pt x="70" y="348"/>
                      <a:pt x="70" y="348"/>
                      <a:pt x="70" y="348"/>
                    </a:cubicBezTo>
                    <a:cubicBezTo>
                      <a:pt x="31" y="348"/>
                      <a:pt x="0" y="317"/>
                      <a:pt x="0" y="278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32"/>
                      <a:pt x="31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108" y="0"/>
                      <a:pt x="140" y="32"/>
                      <a:pt x="140" y="70"/>
                    </a:cubicBezTo>
                    <a:cubicBezTo>
                      <a:pt x="140" y="278"/>
                      <a:pt x="140" y="278"/>
                      <a:pt x="140" y="278"/>
                    </a:cubicBezTo>
                    <a:cubicBezTo>
                      <a:pt x="140" y="317"/>
                      <a:pt x="108" y="348"/>
                      <a:pt x="70" y="348"/>
                    </a:cubicBezTo>
                    <a:close/>
                  </a:path>
                </a:pathLst>
              </a:custGeom>
              <a:solidFill>
                <a:srgbClr val="F35E4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45e037d-19b8-4ab1-909b-a680a5338fac" id="15" name="îšļiḓê">
                <a:extLst>
                  <a:ext uri="{FF2B5EF4-FFF2-40B4-BE49-F238E27FC236}">
                    <a16:creationId id="{F19D5047-82C4-7D9E-B33C-7A6228E2DE59}"/>
                  </a:ext>
                </a:extLst>
              </p:cNvPr>
              <p:cNvSpPr/>
              <p:nvPr/>
            </p:nvSpPr>
            <p:spPr bwMode="auto">
              <a:xfrm flipV="false" flipH="false">
                <a:off x="6784975" y="1531938"/>
                <a:ext cx="612775" cy="1344613"/>
              </a:xfrm>
              <a:custGeom>
                <a:avLst/>
                <a:gdLst>
                  <a:gd fmla="*/ 70 w 140" name="T0"/>
                  <a:gd fmla="*/ 307 h 307" name="T1"/>
                  <a:gd fmla="*/ 70 w 140" name="T2"/>
                  <a:gd fmla="*/ 307 h 307" name="T3"/>
                  <a:gd fmla="*/ 0 w 140" name="T4"/>
                  <a:gd fmla="*/ 237 h 307" name="T5"/>
                  <a:gd fmla="*/ 0 w 140" name="T6"/>
                  <a:gd fmla="*/ 70 h 307" name="T7"/>
                  <a:gd fmla="*/ 70 w 140" name="T8"/>
                  <a:gd fmla="*/ 0 h 307" name="T9"/>
                  <a:gd fmla="*/ 70 w 140" name="T10"/>
                  <a:gd fmla="*/ 0 h 307" name="T11"/>
                  <a:gd fmla="*/ 140 w 140" name="T12"/>
                  <a:gd fmla="*/ 70 h 307" name="T13"/>
                  <a:gd fmla="*/ 140 w 140" name="T14"/>
                  <a:gd fmla="*/ 237 h 307" name="T15"/>
                  <a:gd fmla="*/ 70 w 140" name="T16"/>
                  <a:gd fmla="*/ 307 h 307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307" w="140">
                    <a:moveTo>
                      <a:pt x="70" y="307"/>
                    </a:moveTo>
                    <a:cubicBezTo>
                      <a:pt x="70" y="307"/>
                      <a:pt x="70" y="307"/>
                      <a:pt x="70" y="307"/>
                    </a:cubicBezTo>
                    <a:cubicBezTo>
                      <a:pt x="31" y="307"/>
                      <a:pt x="0" y="276"/>
                      <a:pt x="0" y="237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32"/>
                      <a:pt x="31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108" y="0"/>
                      <a:pt x="140" y="32"/>
                      <a:pt x="140" y="70"/>
                    </a:cubicBezTo>
                    <a:cubicBezTo>
                      <a:pt x="140" y="237"/>
                      <a:pt x="140" y="237"/>
                      <a:pt x="140" y="237"/>
                    </a:cubicBezTo>
                    <a:cubicBezTo>
                      <a:pt x="140" y="276"/>
                      <a:pt x="108" y="307"/>
                      <a:pt x="70" y="307"/>
                    </a:cubicBezTo>
                    <a:close/>
                  </a:path>
                </a:pathLst>
              </a:custGeom>
              <a:solidFill>
                <a:srgbClr val="F35E4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4dfdbb4-f423-49d9-9f12-0a1f546d0795" id="17" name="ïs1íde">
                <a:extLst>
                  <a:ext uri="{FF2B5EF4-FFF2-40B4-BE49-F238E27FC236}">
                    <a16:creationId id="{8B2DC1DB-ADCA-BE8F-18AB-68F40E3F2D5B}"/>
                  </a:ext>
                </a:extLst>
              </p:cNvPr>
              <p:cNvSpPr/>
              <p:nvPr/>
            </p:nvSpPr>
            <p:spPr bwMode="auto">
              <a:xfrm flipV="false" flipH="false">
                <a:off x="4373563" y="1563688"/>
                <a:ext cx="1657350" cy="4125913"/>
              </a:xfrm>
              <a:custGeom>
                <a:avLst/>
                <a:gdLst>
                  <a:gd fmla="*/ 378 w 378" name="T0"/>
                  <a:gd fmla="*/ 942 h 942" name="T1"/>
                  <a:gd fmla="*/ 378 w 378" name="T2"/>
                  <a:gd fmla="*/ 419 h 942" name="T3"/>
                  <a:gd fmla="*/ 198 w 378" name="T4"/>
                  <a:gd fmla="*/ 239 h 942" name="T5"/>
                  <a:gd fmla="*/ 198 w 378" name="T6"/>
                  <a:gd fmla="*/ 239 h 942" name="T7"/>
                  <a:gd fmla="*/ 148 w 378" name="T8"/>
                  <a:gd fmla="*/ 202 h 942" name="T9"/>
                  <a:gd fmla="*/ 203 w 378" name="T10"/>
                  <a:gd fmla="*/ 167 h 942" name="T11"/>
                  <a:gd fmla="*/ 235 w 378" name="T12"/>
                  <a:gd fmla="*/ 0 h 942" name="T13"/>
                  <a:gd fmla="*/ 235 w 378" name="T14"/>
                  <a:gd fmla="*/ 0 h 942" name="T15"/>
                  <a:gd fmla="*/ 67 w 378" name="T16"/>
                  <a:gd fmla="*/ 114 h 942" name="T17"/>
                  <a:gd fmla="*/ 16 w 378" name="T18"/>
                  <a:gd fmla="*/ 256 h 942" name="T19"/>
                  <a:gd fmla="*/ 42 w 378" name="T20"/>
                  <a:gd fmla="*/ 344 h 942" name="T21"/>
                  <a:gd fmla="*/ 99 w 378" name="T22"/>
                  <a:gd fmla="*/ 418 h 942" name="T23"/>
                  <a:gd fmla="*/ 167 w 378" name="T24"/>
                  <a:gd fmla="*/ 458 h 942" name="T25"/>
                  <a:gd fmla="*/ 200 w 378" name="T26"/>
                  <a:gd fmla="*/ 517 h 942" name="T27"/>
                  <a:gd fmla="*/ 200 w 378" name="T28"/>
                  <a:gd fmla="*/ 942 h 942" name="T29"/>
                  <a:gd fmla="*/ 378 w 378" name="T30"/>
                  <a:gd fmla="*/ 942 h 942" name="T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b="b" l="0" r="r" t="0"/>
                <a:pathLst>
                  <a:path h="942" w="378">
                    <a:moveTo>
                      <a:pt x="378" y="942"/>
                    </a:moveTo>
                    <a:cubicBezTo>
                      <a:pt x="378" y="419"/>
                      <a:pt x="378" y="419"/>
                      <a:pt x="378" y="419"/>
                    </a:cubicBezTo>
                    <a:cubicBezTo>
                      <a:pt x="378" y="320"/>
                      <a:pt x="297" y="239"/>
                      <a:pt x="198" y="239"/>
                    </a:cubicBezTo>
                    <a:cubicBezTo>
                      <a:pt x="198" y="239"/>
                      <a:pt x="198" y="239"/>
                      <a:pt x="198" y="239"/>
                    </a:cubicBezTo>
                    <a:cubicBezTo>
                      <a:pt x="148" y="202"/>
                      <a:pt x="148" y="202"/>
                      <a:pt x="148" y="202"/>
                    </a:cubicBezTo>
                    <a:cubicBezTo>
                      <a:pt x="203" y="167"/>
                      <a:pt x="203" y="167"/>
                      <a:pt x="203" y="167"/>
                    </a:cubicBezTo>
                    <a:cubicBezTo>
                      <a:pt x="260" y="131"/>
                      <a:pt x="274" y="55"/>
                      <a:pt x="235" y="0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21" y="145"/>
                      <a:pt x="0" y="202"/>
                      <a:pt x="16" y="256"/>
                    </a:cubicBezTo>
                    <a:cubicBezTo>
                      <a:pt x="42" y="344"/>
                      <a:pt x="42" y="344"/>
                      <a:pt x="42" y="344"/>
                    </a:cubicBezTo>
                    <a:cubicBezTo>
                      <a:pt x="51" y="375"/>
                      <a:pt x="72" y="401"/>
                      <a:pt x="99" y="418"/>
                    </a:cubicBezTo>
                    <a:cubicBezTo>
                      <a:pt x="167" y="458"/>
                      <a:pt x="167" y="458"/>
                      <a:pt x="167" y="458"/>
                    </a:cubicBezTo>
                    <a:cubicBezTo>
                      <a:pt x="187" y="470"/>
                      <a:pt x="200" y="493"/>
                      <a:pt x="200" y="517"/>
                    </a:cubicBezTo>
                    <a:cubicBezTo>
                      <a:pt x="200" y="942"/>
                      <a:pt x="200" y="942"/>
                      <a:pt x="200" y="942"/>
                    </a:cubicBezTo>
                    <a:lnTo>
                      <a:pt x="378" y="942"/>
                    </a:lnTo>
                    <a:close/>
                  </a:path>
                </a:pathLst>
              </a:custGeom>
              <a:solidFill>
                <a:srgbClr val="F67C6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2a61323-a3e4-4c71-92d8-e3f9e69a13d8" id="18" name="iślîḓé">
                <a:extLst>
                  <a:ext uri="{FF2B5EF4-FFF2-40B4-BE49-F238E27FC236}">
                    <a16:creationId id="{855DE746-ADD0-F507-25DB-0B619DEF964A}"/>
                  </a:ext>
                </a:extLst>
              </p:cNvPr>
              <p:cNvSpPr/>
              <p:nvPr/>
            </p:nvSpPr>
            <p:spPr bwMode="auto">
              <a:xfrm flipV="false" flipH="false">
                <a:off x="5092700" y="1584325"/>
                <a:ext cx="354013" cy="342900"/>
              </a:xfrm>
              <a:custGeom>
                <a:avLst/>
                <a:gdLst>
                  <a:gd fmla="*/ 58 w 81" name="T0"/>
                  <a:gd fmla="*/ 62 h 78" name="T1"/>
                  <a:gd fmla="*/ 43 w 81" name="T2"/>
                  <a:gd fmla="*/ 72 h 78" name="T3"/>
                  <a:gd fmla="*/ 15 w 81" name="T4"/>
                  <a:gd fmla="*/ 67 h 78" name="T5"/>
                  <a:gd fmla="*/ 0 w 81" name="T6"/>
                  <a:gd fmla="*/ 43 h 78" name="T7"/>
                  <a:gd fmla="*/ 64 w 81" name="T8"/>
                  <a:gd fmla="*/ 0 h 78" name="T9"/>
                  <a:gd fmla="*/ 68 w 81" name="T10"/>
                  <a:gd fmla="*/ 7 h 78" name="T11"/>
                  <a:gd fmla="*/ 58 w 81" name="T12"/>
                  <a:gd fmla="*/ 62 h 78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78" w="81">
                    <a:moveTo>
                      <a:pt x="58" y="62"/>
                    </a:moveTo>
                    <a:cubicBezTo>
                      <a:pt x="43" y="72"/>
                      <a:pt x="43" y="72"/>
                      <a:pt x="43" y="72"/>
                    </a:cubicBezTo>
                    <a:cubicBezTo>
                      <a:pt x="34" y="78"/>
                      <a:pt x="22" y="76"/>
                      <a:pt x="15" y="67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8" y="7"/>
                      <a:pt x="68" y="7"/>
                      <a:pt x="68" y="7"/>
                    </a:cubicBezTo>
                    <a:cubicBezTo>
                      <a:pt x="81" y="25"/>
                      <a:pt x="76" y="50"/>
                      <a:pt x="58" y="62"/>
                    </a:cubicBezTo>
                    <a:close/>
                  </a:path>
                </a:pathLst>
              </a:custGeom>
              <a:solidFill>
                <a:srgbClr val="FCA49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7b5c323-5808-4f77-87d2-bb2ea16d4cb3" id="19" name="ïṥľiḍe">
                <a:extLst>
                  <a:ext uri="{FF2B5EF4-FFF2-40B4-BE49-F238E27FC236}">
                    <a16:creationId id="{0BABFAB1-5CD6-17A6-A25E-39280952F531}"/>
                  </a:ext>
                </a:extLst>
              </p:cNvPr>
              <p:cNvSpPr/>
              <p:nvPr/>
            </p:nvSpPr>
            <p:spPr bwMode="auto">
              <a:xfrm flipV="false" flipH="false">
                <a:off x="7981950" y="3902075"/>
                <a:ext cx="166688" cy="109538"/>
              </a:xfrm>
              <a:custGeom>
                <a:avLst/>
                <a:gdLst>
                  <a:gd fmla="*/ 4 w 38" name="T0"/>
                  <a:gd fmla="*/ 19 h 25" name="T1"/>
                  <a:gd fmla="*/ 1 w 38" name="T2"/>
                  <a:gd fmla="*/ 20 h 25" name="T3"/>
                  <a:gd fmla="*/ 0 w 38" name="T4"/>
                  <a:gd fmla="*/ 22 h 25" name="T5"/>
                  <a:gd fmla="*/ 0 w 38" name="T6"/>
                  <a:gd fmla="*/ 23 h 25" name="T7"/>
                  <a:gd fmla="*/ 7 w 38" name="T8"/>
                  <a:gd fmla="*/ 25 h 25" name="T9"/>
                  <a:gd fmla="*/ 34 w 38" name="T10"/>
                  <a:gd fmla="*/ 24 h 25" name="T11"/>
                  <a:gd fmla="*/ 35 w 38" name="T12"/>
                  <a:gd fmla="*/ 24 h 25" name="T13"/>
                  <a:gd fmla="*/ 36 w 38" name="T14"/>
                  <a:gd fmla="*/ 23 h 25" name="T15"/>
                  <a:gd fmla="*/ 37 w 38" name="T16"/>
                  <a:gd fmla="*/ 14 h 25" name="T17"/>
                  <a:gd fmla="*/ 35 w 38" name="T18"/>
                  <a:gd fmla="*/ 4 h 25" name="T19"/>
                  <a:gd fmla="*/ 34 w 38" name="T20"/>
                  <a:gd fmla="*/ 1 h 25" name="T21"/>
                  <a:gd fmla="*/ 33 w 38" name="T22"/>
                  <a:gd fmla="*/ 1 h 25" name="T23"/>
                  <a:gd fmla="*/ 24 w 38" name="T24"/>
                  <a:gd fmla="*/ 0 h 25" name="T25"/>
                  <a:gd fmla="*/ 24 w 38" name="T26"/>
                  <a:gd fmla="*/ 10 h 25" name="T27"/>
                  <a:gd fmla="*/ 4 w 38" name="T28"/>
                  <a:gd fmla="*/ 19 h 25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25" w="38">
                    <a:moveTo>
                      <a:pt x="4" y="19"/>
                    </a:moveTo>
                    <a:cubicBezTo>
                      <a:pt x="3" y="19"/>
                      <a:pt x="2" y="19"/>
                      <a:pt x="1" y="20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2"/>
                      <a:pt x="0" y="22"/>
                      <a:pt x="0" y="23"/>
                    </a:cubicBezTo>
                    <a:cubicBezTo>
                      <a:pt x="2" y="25"/>
                      <a:pt x="5" y="25"/>
                      <a:pt x="7" y="25"/>
                    </a:cubicBezTo>
                    <a:cubicBezTo>
                      <a:pt x="16" y="25"/>
                      <a:pt x="25" y="24"/>
                      <a:pt x="34" y="24"/>
                    </a:cubicBezTo>
                    <a:cubicBezTo>
                      <a:pt x="34" y="24"/>
                      <a:pt x="34" y="24"/>
                      <a:pt x="35" y="24"/>
                    </a:cubicBezTo>
                    <a:cubicBezTo>
                      <a:pt x="35" y="24"/>
                      <a:pt x="36" y="23"/>
                      <a:pt x="36" y="23"/>
                    </a:cubicBezTo>
                    <a:cubicBezTo>
                      <a:pt x="38" y="20"/>
                      <a:pt x="37" y="17"/>
                      <a:pt x="37" y="14"/>
                    </a:cubicBezTo>
                    <a:cubicBezTo>
                      <a:pt x="36" y="11"/>
                      <a:pt x="35" y="8"/>
                      <a:pt x="35" y="4"/>
                    </a:cubicBezTo>
                    <a:cubicBezTo>
                      <a:pt x="35" y="3"/>
                      <a:pt x="35" y="2"/>
                      <a:pt x="34" y="1"/>
                    </a:cubicBezTo>
                    <a:cubicBezTo>
                      <a:pt x="34" y="1"/>
                      <a:pt x="33" y="1"/>
                      <a:pt x="33" y="1"/>
                    </a:cubicBezTo>
                    <a:cubicBezTo>
                      <a:pt x="30" y="0"/>
                      <a:pt x="27" y="0"/>
                      <a:pt x="24" y="0"/>
                    </a:cubicBezTo>
                    <a:cubicBezTo>
                      <a:pt x="25" y="0"/>
                      <a:pt x="24" y="9"/>
                      <a:pt x="24" y="10"/>
                    </a:cubicBezTo>
                    <a:cubicBezTo>
                      <a:pt x="22" y="18"/>
                      <a:pt x="11" y="19"/>
                      <a:pt x="4" y="19"/>
                    </a:cubicBezTo>
                    <a:close/>
                  </a:path>
                </a:pathLst>
              </a:custGeom>
              <a:solidFill>
                <a:srgbClr val="004D7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04f1f90-6861-4523-b6e0-712e6ee2b44e" id="20" name="íṥlîḓe">
                <a:extLst>
                  <a:ext uri="{FF2B5EF4-FFF2-40B4-BE49-F238E27FC236}">
                    <a16:creationId id="{32696261-34C2-E7CD-237F-F648E66BAA26}"/>
                  </a:ext>
                </a:extLst>
              </p:cNvPr>
              <p:cNvSpPr/>
              <p:nvPr/>
            </p:nvSpPr>
            <p:spPr bwMode="auto">
              <a:xfrm flipV="false" flipH="false">
                <a:off x="7815263" y="3902075"/>
                <a:ext cx="166688" cy="109538"/>
              </a:xfrm>
              <a:custGeom>
                <a:avLst/>
                <a:gdLst>
                  <a:gd fmla="*/ 4 w 38" name="T0"/>
                  <a:gd fmla="*/ 19 h 25" name="T1"/>
                  <a:gd fmla="*/ 1 w 38" name="T2"/>
                  <a:gd fmla="*/ 20 h 25" name="T3"/>
                  <a:gd fmla="*/ 0 w 38" name="T4"/>
                  <a:gd fmla="*/ 22 h 25" name="T5"/>
                  <a:gd fmla="*/ 0 w 38" name="T6"/>
                  <a:gd fmla="*/ 23 h 25" name="T7"/>
                  <a:gd fmla="*/ 7 w 38" name="T8"/>
                  <a:gd fmla="*/ 25 h 25" name="T9"/>
                  <a:gd fmla="*/ 34 w 38" name="T10"/>
                  <a:gd fmla="*/ 24 h 25" name="T11"/>
                  <a:gd fmla="*/ 35 w 38" name="T12"/>
                  <a:gd fmla="*/ 24 h 25" name="T13"/>
                  <a:gd fmla="*/ 36 w 38" name="T14"/>
                  <a:gd fmla="*/ 23 h 25" name="T15"/>
                  <a:gd fmla="*/ 37 w 38" name="T16"/>
                  <a:gd fmla="*/ 14 h 25" name="T17"/>
                  <a:gd fmla="*/ 35 w 38" name="T18"/>
                  <a:gd fmla="*/ 4 h 25" name="T19"/>
                  <a:gd fmla="*/ 34 w 38" name="T20"/>
                  <a:gd fmla="*/ 1 h 25" name="T21"/>
                  <a:gd fmla="*/ 33 w 38" name="T22"/>
                  <a:gd fmla="*/ 1 h 25" name="T23"/>
                  <a:gd fmla="*/ 24 w 38" name="T24"/>
                  <a:gd fmla="*/ 0 h 25" name="T25"/>
                  <a:gd fmla="*/ 24 w 38" name="T26"/>
                  <a:gd fmla="*/ 10 h 25" name="T27"/>
                  <a:gd fmla="*/ 4 w 38" name="T28"/>
                  <a:gd fmla="*/ 19 h 25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25" w="38">
                    <a:moveTo>
                      <a:pt x="4" y="19"/>
                    </a:moveTo>
                    <a:cubicBezTo>
                      <a:pt x="3" y="19"/>
                      <a:pt x="2" y="19"/>
                      <a:pt x="1" y="20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2"/>
                      <a:pt x="0" y="22"/>
                      <a:pt x="0" y="23"/>
                    </a:cubicBezTo>
                    <a:cubicBezTo>
                      <a:pt x="2" y="25"/>
                      <a:pt x="5" y="25"/>
                      <a:pt x="7" y="25"/>
                    </a:cubicBezTo>
                    <a:cubicBezTo>
                      <a:pt x="16" y="25"/>
                      <a:pt x="25" y="24"/>
                      <a:pt x="34" y="24"/>
                    </a:cubicBezTo>
                    <a:cubicBezTo>
                      <a:pt x="34" y="24"/>
                      <a:pt x="34" y="24"/>
                      <a:pt x="35" y="24"/>
                    </a:cubicBezTo>
                    <a:cubicBezTo>
                      <a:pt x="35" y="24"/>
                      <a:pt x="36" y="23"/>
                      <a:pt x="36" y="23"/>
                    </a:cubicBezTo>
                    <a:cubicBezTo>
                      <a:pt x="38" y="20"/>
                      <a:pt x="37" y="17"/>
                      <a:pt x="37" y="14"/>
                    </a:cubicBezTo>
                    <a:cubicBezTo>
                      <a:pt x="36" y="11"/>
                      <a:pt x="35" y="8"/>
                      <a:pt x="35" y="4"/>
                    </a:cubicBezTo>
                    <a:cubicBezTo>
                      <a:pt x="35" y="3"/>
                      <a:pt x="35" y="2"/>
                      <a:pt x="34" y="1"/>
                    </a:cubicBezTo>
                    <a:cubicBezTo>
                      <a:pt x="34" y="1"/>
                      <a:pt x="33" y="1"/>
                      <a:pt x="33" y="1"/>
                    </a:cubicBezTo>
                    <a:cubicBezTo>
                      <a:pt x="30" y="0"/>
                      <a:pt x="27" y="0"/>
                      <a:pt x="24" y="0"/>
                    </a:cubicBezTo>
                    <a:cubicBezTo>
                      <a:pt x="25" y="0"/>
                      <a:pt x="24" y="9"/>
                      <a:pt x="24" y="10"/>
                    </a:cubicBezTo>
                    <a:cubicBezTo>
                      <a:pt x="22" y="18"/>
                      <a:pt x="10" y="19"/>
                      <a:pt x="4" y="19"/>
                    </a:cubicBezTo>
                    <a:close/>
                  </a:path>
                </a:pathLst>
              </a:custGeom>
              <a:solidFill>
                <a:srgbClr val="004D7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37224de-946a-4c77-882a-418000043265" id="21" name="î$ļîďê">
                <a:extLst>
                  <a:ext uri="{FF2B5EF4-FFF2-40B4-BE49-F238E27FC236}">
                    <a16:creationId id="{2E1FDF9A-5DB7-91A8-0094-15C0E3BEFFDC}"/>
                  </a:ext>
                </a:extLst>
              </p:cNvPr>
              <p:cNvSpPr/>
              <p:nvPr/>
            </p:nvSpPr>
            <p:spPr bwMode="auto">
              <a:xfrm flipV="false" flipH="false">
                <a:off x="7875588" y="3043238"/>
                <a:ext cx="276225" cy="885825"/>
              </a:xfrm>
              <a:custGeom>
                <a:avLst/>
                <a:gdLst>
                  <a:gd fmla="*/ 34 w 63" name="T0"/>
                  <a:gd fmla="*/ 0 h 202" name="T1"/>
                  <a:gd fmla="*/ 50 w 63" name="T2"/>
                  <a:gd fmla="*/ 4 h 202" name="T3"/>
                  <a:gd fmla="*/ 50 w 63" name="T4"/>
                  <a:gd fmla="*/ 49 h 202" name="T5"/>
                  <a:gd fmla="*/ 40 w 63" name="T6"/>
                  <a:gd fmla="*/ 87 h 202" name="T7"/>
                  <a:gd fmla="*/ 29 w 63" name="T8"/>
                  <a:gd fmla="*/ 152 h 202" name="T9"/>
                  <a:gd fmla="*/ 26 w 63" name="T10"/>
                  <a:gd fmla="*/ 201 h 202" name="T11"/>
                  <a:gd fmla="*/ 8 w 63" name="T12"/>
                  <a:gd fmla="*/ 202 h 202" name="T13"/>
                  <a:gd fmla="*/ 4 w 63" name="T14"/>
                  <a:gd fmla="*/ 175 h 202" name="T15"/>
                  <a:gd fmla="*/ 3 w 63" name="T16"/>
                  <a:gd fmla="*/ 149 h 202" name="T17"/>
                  <a:gd fmla="*/ 5 w 63" name="T18"/>
                  <a:gd fmla="*/ 26 h 202" name="T19"/>
                  <a:gd fmla="*/ 10 w 63" name="T20"/>
                  <a:gd fmla="*/ 6 h 202" name="T21"/>
                  <a:gd fmla="*/ 19 w 63" name="T22"/>
                  <a:gd fmla="*/ 3 h 202" name="T23"/>
                  <a:gd fmla="*/ 31 w 63" name="T24"/>
                  <a:gd fmla="*/ 0 h 202" name="T25"/>
                  <a:gd fmla="*/ 34 w 63" name="T26"/>
                  <a:gd fmla="*/ 0 h 202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202" w="63">
                    <a:moveTo>
                      <a:pt x="34" y="0"/>
                    </a:moveTo>
                    <a:cubicBezTo>
                      <a:pt x="39" y="1"/>
                      <a:pt x="45" y="2"/>
                      <a:pt x="50" y="4"/>
                    </a:cubicBezTo>
                    <a:cubicBezTo>
                      <a:pt x="63" y="10"/>
                      <a:pt x="53" y="38"/>
                      <a:pt x="50" y="49"/>
                    </a:cubicBezTo>
                    <a:cubicBezTo>
                      <a:pt x="47" y="62"/>
                      <a:pt x="43" y="75"/>
                      <a:pt x="40" y="87"/>
                    </a:cubicBezTo>
                    <a:cubicBezTo>
                      <a:pt x="34" y="109"/>
                      <a:pt x="31" y="130"/>
                      <a:pt x="29" y="152"/>
                    </a:cubicBezTo>
                    <a:cubicBezTo>
                      <a:pt x="29" y="156"/>
                      <a:pt x="26" y="201"/>
                      <a:pt x="26" y="201"/>
                    </a:cubicBezTo>
                    <a:cubicBezTo>
                      <a:pt x="20" y="201"/>
                      <a:pt x="14" y="202"/>
                      <a:pt x="8" y="202"/>
                    </a:cubicBezTo>
                    <a:cubicBezTo>
                      <a:pt x="6" y="202"/>
                      <a:pt x="4" y="178"/>
                      <a:pt x="4" y="175"/>
                    </a:cubicBezTo>
                    <a:cubicBezTo>
                      <a:pt x="4" y="167"/>
                      <a:pt x="3" y="158"/>
                      <a:pt x="3" y="149"/>
                    </a:cubicBezTo>
                    <a:cubicBezTo>
                      <a:pt x="0" y="108"/>
                      <a:pt x="3" y="66"/>
                      <a:pt x="5" y="26"/>
                    </a:cubicBezTo>
                    <a:cubicBezTo>
                      <a:pt x="5" y="19"/>
                      <a:pt x="6" y="12"/>
                      <a:pt x="10" y="6"/>
                    </a:cubicBezTo>
                    <a:cubicBezTo>
                      <a:pt x="12" y="4"/>
                      <a:pt x="17" y="4"/>
                      <a:pt x="19" y="3"/>
                    </a:cubicBezTo>
                    <a:cubicBezTo>
                      <a:pt x="23" y="1"/>
                      <a:pt x="26" y="0"/>
                      <a:pt x="31" y="0"/>
                    </a:cubicBezTo>
                    <a:cubicBezTo>
                      <a:pt x="32" y="0"/>
                      <a:pt x="33" y="0"/>
                      <a:pt x="34" y="0"/>
                    </a:cubicBezTo>
                    <a:close/>
                  </a:path>
                </a:pathLst>
              </a:custGeom>
              <a:solidFill>
                <a:srgbClr val="004D7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0e81455-f80b-462b-b12d-5252b1c9caf5" id="22" name="iṣľîďé">
                <a:extLst>
                  <a:ext uri="{FF2B5EF4-FFF2-40B4-BE49-F238E27FC236}">
                    <a16:creationId id="{EB2064AF-1667-1FC3-8B25-E1D6C44A6BB1}"/>
                  </a:ext>
                </a:extLst>
              </p:cNvPr>
              <p:cNvSpPr/>
              <p:nvPr/>
            </p:nvSpPr>
            <p:spPr bwMode="auto">
              <a:xfrm flipV="false" flipH="false">
                <a:off x="7999413" y="2978150"/>
                <a:ext cx="209550" cy="950913"/>
              </a:xfrm>
              <a:custGeom>
                <a:avLst/>
                <a:gdLst>
                  <a:gd fmla="*/ 44 w 48" name="T0"/>
                  <a:gd fmla="*/ 17 h 217" name="T1"/>
                  <a:gd fmla="*/ 45 w 48" name="T2"/>
                  <a:gd fmla="*/ 28 h 217" name="T3"/>
                  <a:gd fmla="*/ 41 w 48" name="T4"/>
                  <a:gd fmla="*/ 138 h 217" name="T5"/>
                  <a:gd fmla="*/ 36 w 48" name="T6"/>
                  <a:gd fmla="*/ 216 h 217" name="T7"/>
                  <a:gd fmla="*/ 18 w 48" name="T8"/>
                  <a:gd fmla="*/ 217 h 217" name="T9"/>
                  <a:gd fmla="*/ 14 w 48" name="T10"/>
                  <a:gd fmla="*/ 190 h 217" name="T11"/>
                  <a:gd fmla="*/ 13 w 48" name="T12"/>
                  <a:gd fmla="*/ 164 h 217" name="T13"/>
                  <a:gd fmla="*/ 11 w 48" name="T14"/>
                  <a:gd fmla="*/ 121 h 217" name="T15"/>
                  <a:gd fmla="*/ 7 w 48" name="T16"/>
                  <a:gd fmla="*/ 71 h 217" name="T17"/>
                  <a:gd fmla="*/ 3 w 48" name="T18"/>
                  <a:gd fmla="*/ 41 h 217" name="T19"/>
                  <a:gd fmla="*/ 4 w 48" name="T20"/>
                  <a:gd fmla="*/ 12 h 217" name="T21"/>
                  <a:gd fmla="*/ 15 w 48" name="T22"/>
                  <a:gd fmla="*/ 2 h 217" name="T23"/>
                  <a:gd fmla="*/ 29 w 48" name="T24"/>
                  <a:gd fmla="*/ 1 h 217" name="T25"/>
                  <a:gd fmla="*/ 36 w 48" name="T26"/>
                  <a:gd fmla="*/ 2 h 217" name="T27"/>
                  <a:gd fmla="*/ 44 w 48" name="T28"/>
                  <a:gd fmla="*/ 17 h 217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217" w="48">
                    <a:moveTo>
                      <a:pt x="44" y="17"/>
                    </a:moveTo>
                    <a:cubicBezTo>
                      <a:pt x="45" y="20"/>
                      <a:pt x="45" y="24"/>
                      <a:pt x="45" y="28"/>
                    </a:cubicBezTo>
                    <a:cubicBezTo>
                      <a:pt x="48" y="65"/>
                      <a:pt x="44" y="102"/>
                      <a:pt x="41" y="138"/>
                    </a:cubicBezTo>
                    <a:cubicBezTo>
                      <a:pt x="39" y="164"/>
                      <a:pt x="37" y="190"/>
                      <a:pt x="36" y="216"/>
                    </a:cubicBezTo>
                    <a:cubicBezTo>
                      <a:pt x="30" y="216"/>
                      <a:pt x="24" y="217"/>
                      <a:pt x="18" y="217"/>
                    </a:cubicBezTo>
                    <a:cubicBezTo>
                      <a:pt x="16" y="217"/>
                      <a:pt x="14" y="193"/>
                      <a:pt x="14" y="190"/>
                    </a:cubicBezTo>
                    <a:cubicBezTo>
                      <a:pt x="14" y="182"/>
                      <a:pt x="14" y="173"/>
                      <a:pt x="13" y="164"/>
                    </a:cubicBezTo>
                    <a:cubicBezTo>
                      <a:pt x="13" y="150"/>
                      <a:pt x="12" y="135"/>
                      <a:pt x="11" y="121"/>
                    </a:cubicBezTo>
                    <a:cubicBezTo>
                      <a:pt x="10" y="104"/>
                      <a:pt x="9" y="87"/>
                      <a:pt x="7" y="71"/>
                    </a:cubicBezTo>
                    <a:cubicBezTo>
                      <a:pt x="6" y="61"/>
                      <a:pt x="4" y="51"/>
                      <a:pt x="3" y="41"/>
                    </a:cubicBezTo>
                    <a:cubicBezTo>
                      <a:pt x="2" y="32"/>
                      <a:pt x="0" y="21"/>
                      <a:pt x="4" y="12"/>
                    </a:cubicBezTo>
                    <a:cubicBezTo>
                      <a:pt x="6" y="8"/>
                      <a:pt x="10" y="4"/>
                      <a:pt x="15" y="2"/>
                    </a:cubicBezTo>
                    <a:cubicBezTo>
                      <a:pt x="19" y="0"/>
                      <a:pt x="24" y="0"/>
                      <a:pt x="29" y="1"/>
                    </a:cubicBezTo>
                    <a:cubicBezTo>
                      <a:pt x="31" y="1"/>
                      <a:pt x="34" y="1"/>
                      <a:pt x="36" y="2"/>
                    </a:cubicBezTo>
                    <a:cubicBezTo>
                      <a:pt x="42" y="4"/>
                      <a:pt x="43" y="11"/>
                      <a:pt x="44" y="17"/>
                    </a:cubicBezTo>
                    <a:close/>
                  </a:path>
                </a:pathLst>
              </a:custGeom>
              <a:solidFill>
                <a:srgbClr val="004D7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3b49a97-0ad5-4a08-818a-96f2646bffc0" id="23" name="îṥlîḓè">
                <a:extLst>
                  <a:ext uri="{FF2B5EF4-FFF2-40B4-BE49-F238E27FC236}">
                    <a16:creationId id="{0B6DF79B-9559-E53E-4C8B-921D966AEA05}"/>
                  </a:ext>
                </a:extLst>
              </p:cNvPr>
              <p:cNvSpPr/>
              <p:nvPr/>
            </p:nvSpPr>
            <p:spPr bwMode="auto">
              <a:xfrm flipV="false" flipH="false">
                <a:off x="7989888" y="2505075"/>
                <a:ext cx="79375" cy="122238"/>
              </a:xfrm>
              <a:custGeom>
                <a:avLst/>
                <a:gdLst>
                  <a:gd fmla="*/ 0 w 18" name="T0"/>
                  <a:gd fmla="*/ 25 h 28" name="T1"/>
                  <a:gd fmla="*/ 0 w 18" name="T2"/>
                  <a:gd fmla="*/ 27 h 28" name="T3"/>
                  <a:gd fmla="*/ 2 w 18" name="T4"/>
                  <a:gd fmla="*/ 27 h 28" name="T5"/>
                  <a:gd fmla="*/ 17 w 18" name="T6"/>
                  <a:gd fmla="*/ 24 h 28" name="T7"/>
                  <a:gd fmla="*/ 18 w 18" name="T8"/>
                  <a:gd fmla="*/ 23 h 28" name="T9"/>
                  <a:gd fmla="*/ 18 w 18" name="T10"/>
                  <a:gd fmla="*/ 22 h 28" name="T11"/>
                  <a:gd fmla="*/ 17 w 18" name="T12"/>
                  <a:gd fmla="*/ 3 h 28" name="T13"/>
                  <a:gd fmla="*/ 17 w 18" name="T14"/>
                  <a:gd fmla="*/ 1 h 28" name="T15"/>
                  <a:gd fmla="*/ 15 w 18" name="T16"/>
                  <a:gd fmla="*/ 1 h 28" name="T17"/>
                  <a:gd fmla="*/ 9 w 18" name="T18"/>
                  <a:gd fmla="*/ 0 h 28" name="T19"/>
                  <a:gd fmla="*/ 3 w 18" name="T20"/>
                  <a:gd fmla="*/ 10 h 28" name="T21"/>
                  <a:gd fmla="*/ 0 w 18" name="T22"/>
                  <a:gd fmla="*/ 25 h 28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28" w="18">
                    <a:moveTo>
                      <a:pt x="0" y="25"/>
                    </a:moveTo>
                    <a:cubicBezTo>
                      <a:pt x="0" y="26"/>
                      <a:pt x="0" y="26"/>
                      <a:pt x="0" y="27"/>
                    </a:cubicBezTo>
                    <a:cubicBezTo>
                      <a:pt x="0" y="27"/>
                      <a:pt x="1" y="27"/>
                      <a:pt x="2" y="27"/>
                    </a:cubicBezTo>
                    <a:cubicBezTo>
                      <a:pt x="7" y="28"/>
                      <a:pt x="12" y="27"/>
                      <a:pt x="17" y="24"/>
                    </a:cubicBezTo>
                    <a:cubicBezTo>
                      <a:pt x="17" y="24"/>
                      <a:pt x="18" y="24"/>
                      <a:pt x="18" y="23"/>
                    </a:cubicBezTo>
                    <a:cubicBezTo>
                      <a:pt x="18" y="23"/>
                      <a:pt x="18" y="23"/>
                      <a:pt x="18" y="22"/>
                    </a:cubicBezTo>
                    <a:cubicBezTo>
                      <a:pt x="18" y="16"/>
                      <a:pt x="17" y="9"/>
                      <a:pt x="17" y="3"/>
                    </a:cubicBezTo>
                    <a:cubicBezTo>
                      <a:pt x="17" y="2"/>
                      <a:pt x="17" y="2"/>
                      <a:pt x="17" y="1"/>
                    </a:cubicBezTo>
                    <a:cubicBezTo>
                      <a:pt x="16" y="1"/>
                      <a:pt x="16" y="1"/>
                      <a:pt x="15" y="1"/>
                    </a:cubicBezTo>
                    <a:cubicBezTo>
                      <a:pt x="13" y="0"/>
                      <a:pt x="11" y="0"/>
                      <a:pt x="9" y="0"/>
                    </a:cubicBezTo>
                    <a:cubicBezTo>
                      <a:pt x="4" y="2"/>
                      <a:pt x="4" y="6"/>
                      <a:pt x="3" y="10"/>
                    </a:cubicBezTo>
                    <a:cubicBezTo>
                      <a:pt x="2" y="15"/>
                      <a:pt x="1" y="20"/>
                      <a:pt x="0" y="25"/>
                    </a:cubicBezTo>
                    <a:close/>
                  </a:path>
                </a:pathLst>
              </a:custGeom>
              <a:solidFill>
                <a:srgbClr val="D99481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e7395fc-41e8-43a2-9142-3adc82bfb590" id="24" name="iṧľïḋé">
                <a:extLst>
                  <a:ext uri="{FF2B5EF4-FFF2-40B4-BE49-F238E27FC236}">
                    <a16:creationId id="{B6C469B0-08E3-C209-AD07-7C35BEB14611}"/>
                  </a:ext>
                </a:extLst>
              </p:cNvPr>
              <p:cNvSpPr/>
              <p:nvPr/>
            </p:nvSpPr>
            <p:spPr bwMode="auto">
              <a:xfrm flipV="false" flipH="false">
                <a:off x="7875588" y="2206625"/>
                <a:ext cx="303213" cy="395288"/>
              </a:xfrm>
              <a:custGeom>
                <a:avLst/>
                <a:gdLst>
                  <a:gd fmla="*/ 24 w 69" name="T0"/>
                  <a:gd fmla="*/ 72 h 90" name="T1"/>
                  <a:gd fmla="*/ 45 w 69" name="T2"/>
                  <a:gd fmla="*/ 18 h 90" name="T3"/>
                  <a:gd fmla="*/ 25 w 69" name="T4"/>
                  <a:gd fmla="*/ 72 h 90" name="T5"/>
                  <a:gd fmla="*/ 24 w 69" name="T6"/>
                  <a:gd fmla="*/ 72 h 90" name="T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b="b" l="0" r="r" t="0"/>
                <a:pathLst>
                  <a:path h="90" w="69">
                    <a:moveTo>
                      <a:pt x="24" y="72"/>
                    </a:moveTo>
                    <a:cubicBezTo>
                      <a:pt x="0" y="55"/>
                      <a:pt x="11" y="0"/>
                      <a:pt x="45" y="18"/>
                    </a:cubicBezTo>
                    <a:cubicBezTo>
                      <a:pt x="69" y="30"/>
                      <a:pt x="54" y="90"/>
                      <a:pt x="25" y="72"/>
                    </a:cubicBezTo>
                    <a:cubicBezTo>
                      <a:pt x="25" y="72"/>
                      <a:pt x="24" y="72"/>
                      <a:pt x="24" y="72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6ce19f5-a798-4185-b7bd-f51660552dd8" id="25" name="îṣľíḓe">
                <a:extLst>
                  <a:ext uri="{FF2B5EF4-FFF2-40B4-BE49-F238E27FC236}">
                    <a16:creationId id="{B14A5E22-A97E-1A0B-D66F-25D1C3280835}"/>
                  </a:ext>
                </a:extLst>
              </p:cNvPr>
              <p:cNvSpPr/>
              <p:nvPr/>
            </p:nvSpPr>
            <p:spPr bwMode="auto">
              <a:xfrm flipV="false" flipH="false">
                <a:off x="7920038" y="2233613"/>
                <a:ext cx="241300" cy="244475"/>
              </a:xfrm>
              <a:custGeom>
                <a:avLst/>
                <a:gdLst>
                  <a:gd fmla="*/ 46 w 55" name="T0"/>
                  <a:gd fmla="*/ 7 h 56" name="T1"/>
                  <a:gd fmla="*/ 40 w 55" name="T2"/>
                  <a:gd fmla="*/ 4 h 56" name="T3"/>
                  <a:gd fmla="*/ 28 w 55" name="T4"/>
                  <a:gd fmla="*/ 3 h 56" name="T5"/>
                  <a:gd fmla="*/ 14 w 55" name="T6"/>
                  <a:gd fmla="*/ 2 h 56" name="T7"/>
                  <a:gd fmla="*/ 1 w 55" name="T8"/>
                  <a:gd fmla="*/ 10 h 56" name="T9"/>
                  <a:gd fmla="*/ 0 w 55" name="T10"/>
                  <a:gd fmla="*/ 18 h 56" name="T11"/>
                  <a:gd fmla="*/ 1 w 55" name="T12"/>
                  <a:gd fmla="*/ 22 h 56" name="T13"/>
                  <a:gd fmla="*/ 4 w 55" name="T14"/>
                  <a:gd fmla="*/ 23 h 56" name="T15"/>
                  <a:gd fmla="*/ 6 w 55" name="T16"/>
                  <a:gd fmla="*/ 24 h 56" name="T17"/>
                  <a:gd fmla="*/ 18 w 55" name="T18"/>
                  <a:gd fmla="*/ 24 h 56" name="T19"/>
                  <a:gd fmla="*/ 33 w 55" name="T20"/>
                  <a:gd fmla="*/ 26 h 56" name="T21"/>
                  <a:gd fmla="*/ 39 w 55" name="T22"/>
                  <a:gd fmla="*/ 38 h 56" name="T23"/>
                  <a:gd fmla="*/ 40 w 55" name="T24"/>
                  <a:gd fmla="*/ 51 h 56" name="T25"/>
                  <a:gd fmla="*/ 43 w 55" name="T26"/>
                  <a:gd fmla="*/ 54 h 56" name="T27"/>
                  <a:gd fmla="*/ 49 w 55" name="T28"/>
                  <a:gd fmla="*/ 44 h 56" name="T29"/>
                  <a:gd fmla="*/ 53 w 55" name="T30"/>
                  <a:gd fmla="*/ 33 h 56" name="T31"/>
                  <a:gd fmla="*/ 49 w 55" name="T32"/>
                  <a:gd fmla="*/ 11 h 56" name="T33"/>
                  <a:gd fmla="*/ 46 w 55" name="T34"/>
                  <a:gd fmla="*/ 7 h 56" name="T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b="b" l="0" r="r" t="0"/>
                <a:pathLst>
                  <a:path h="56" w="55">
                    <a:moveTo>
                      <a:pt x="46" y="7"/>
                    </a:moveTo>
                    <a:cubicBezTo>
                      <a:pt x="44" y="5"/>
                      <a:pt x="42" y="4"/>
                      <a:pt x="40" y="4"/>
                    </a:cubicBezTo>
                    <a:cubicBezTo>
                      <a:pt x="36" y="3"/>
                      <a:pt x="32" y="4"/>
                      <a:pt x="28" y="3"/>
                    </a:cubicBezTo>
                    <a:cubicBezTo>
                      <a:pt x="23" y="2"/>
                      <a:pt x="18" y="0"/>
                      <a:pt x="14" y="2"/>
                    </a:cubicBezTo>
                    <a:cubicBezTo>
                      <a:pt x="9" y="4"/>
                      <a:pt x="4" y="4"/>
                      <a:pt x="1" y="10"/>
                    </a:cubicBezTo>
                    <a:cubicBezTo>
                      <a:pt x="0" y="12"/>
                      <a:pt x="0" y="15"/>
                      <a:pt x="0" y="18"/>
                    </a:cubicBezTo>
                    <a:cubicBezTo>
                      <a:pt x="0" y="19"/>
                      <a:pt x="0" y="21"/>
                      <a:pt x="1" y="22"/>
                    </a:cubicBezTo>
                    <a:cubicBezTo>
                      <a:pt x="2" y="22"/>
                      <a:pt x="3" y="23"/>
                      <a:pt x="4" y="23"/>
                    </a:cubicBezTo>
                    <a:cubicBezTo>
                      <a:pt x="5" y="23"/>
                      <a:pt x="5" y="24"/>
                      <a:pt x="6" y="24"/>
                    </a:cubicBezTo>
                    <a:cubicBezTo>
                      <a:pt x="11" y="24"/>
                      <a:pt x="14" y="23"/>
                      <a:pt x="18" y="24"/>
                    </a:cubicBezTo>
                    <a:cubicBezTo>
                      <a:pt x="23" y="25"/>
                      <a:pt x="29" y="23"/>
                      <a:pt x="33" y="26"/>
                    </a:cubicBezTo>
                    <a:cubicBezTo>
                      <a:pt x="37" y="28"/>
                      <a:pt x="39" y="34"/>
                      <a:pt x="39" y="38"/>
                    </a:cubicBezTo>
                    <a:cubicBezTo>
                      <a:pt x="39" y="42"/>
                      <a:pt x="40" y="46"/>
                      <a:pt x="40" y="51"/>
                    </a:cubicBezTo>
                    <a:cubicBezTo>
                      <a:pt x="41" y="53"/>
                      <a:pt x="40" y="56"/>
                      <a:pt x="43" y="54"/>
                    </a:cubicBezTo>
                    <a:cubicBezTo>
                      <a:pt x="46" y="52"/>
                      <a:pt x="48" y="47"/>
                      <a:pt x="49" y="44"/>
                    </a:cubicBezTo>
                    <a:cubicBezTo>
                      <a:pt x="51" y="41"/>
                      <a:pt x="52" y="37"/>
                      <a:pt x="53" y="33"/>
                    </a:cubicBezTo>
                    <a:cubicBezTo>
                      <a:pt x="55" y="26"/>
                      <a:pt x="54" y="17"/>
                      <a:pt x="49" y="11"/>
                    </a:cubicBezTo>
                    <a:cubicBezTo>
                      <a:pt x="48" y="9"/>
                      <a:pt x="47" y="8"/>
                      <a:pt x="46" y="7"/>
                    </a:cubicBezTo>
                    <a:close/>
                  </a:path>
                </a:pathLst>
              </a:custGeom>
              <a:solidFill>
                <a:srgbClr val="004D7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ad08d72-9bb4-484c-9267-e8e9e676f01f" id="26" name="î$ľïḓê">
                <a:extLst>
                  <a:ext uri="{FF2B5EF4-FFF2-40B4-BE49-F238E27FC236}">
                    <a16:creationId id="{594942CA-5013-8A88-B15E-78F2BE1366B8}"/>
                  </a:ext>
                </a:extLst>
              </p:cNvPr>
              <p:cNvSpPr/>
              <p:nvPr/>
            </p:nvSpPr>
            <p:spPr bwMode="auto">
              <a:xfrm flipV="false" flipH="false">
                <a:off x="7415213" y="2605088"/>
                <a:ext cx="609600" cy="141288"/>
              </a:xfrm>
              <a:custGeom>
                <a:avLst/>
                <a:gdLst>
                  <a:gd fmla="*/ 70 w 139" name="T0"/>
                  <a:gd fmla="*/ 13 h 32" name="T1"/>
                  <a:gd fmla="*/ 59 w 139" name="T2"/>
                  <a:gd fmla="*/ 11 h 32" name="T3"/>
                  <a:gd fmla="*/ 5 w 139" name="T4"/>
                  <a:gd fmla="*/ 0 h 32" name="T5"/>
                  <a:gd fmla="*/ 4 w 139" name="T6"/>
                  <a:gd fmla="*/ 0 h 32" name="T7"/>
                  <a:gd fmla="*/ 3 w 139" name="T8"/>
                  <a:gd fmla="*/ 1 h 32" name="T9"/>
                  <a:gd fmla="*/ 1 w 139" name="T10"/>
                  <a:gd fmla="*/ 7 h 32" name="T11"/>
                  <a:gd fmla="*/ 3 w 139" name="T12"/>
                  <a:gd fmla="*/ 8 h 32" name="T13"/>
                  <a:gd fmla="*/ 45 w 139" name="T14"/>
                  <a:gd fmla="*/ 26 h 32" name="T15"/>
                  <a:gd fmla="*/ 64 w 139" name="T16"/>
                  <a:gd fmla="*/ 32 h 32" name="T17"/>
                  <a:gd fmla="*/ 84 w 139" name="T18"/>
                  <a:gd fmla="*/ 29 h 32" name="T19"/>
                  <a:gd fmla="*/ 121 w 139" name="T20"/>
                  <a:gd fmla="*/ 22 h 32" name="T21"/>
                  <a:gd fmla="*/ 135 w 139" name="T22"/>
                  <a:gd fmla="*/ 17 h 32" name="T23"/>
                  <a:gd fmla="*/ 132 w 139" name="T24"/>
                  <a:gd fmla="*/ 3 h 32" name="T25"/>
                  <a:gd fmla="*/ 107 w 139" name="T26"/>
                  <a:gd fmla="*/ 5 h 32" name="T27"/>
                  <a:gd fmla="*/ 76 w 139" name="T28"/>
                  <a:gd fmla="*/ 12 h 32" name="T29"/>
                  <a:gd fmla="*/ 70 w 139" name="T30"/>
                  <a:gd fmla="*/ 13 h 32" name="T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b="b" l="0" r="r" t="0"/>
                <a:pathLst>
                  <a:path h="32" w="139">
                    <a:moveTo>
                      <a:pt x="70" y="13"/>
                    </a:moveTo>
                    <a:cubicBezTo>
                      <a:pt x="66" y="12"/>
                      <a:pt x="63" y="12"/>
                      <a:pt x="59" y="11"/>
                    </a:cubicBezTo>
                    <a:cubicBezTo>
                      <a:pt x="41" y="7"/>
                      <a:pt x="23" y="1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1" y="3"/>
                      <a:pt x="0" y="5"/>
                      <a:pt x="1" y="7"/>
                    </a:cubicBezTo>
                    <a:cubicBezTo>
                      <a:pt x="2" y="7"/>
                      <a:pt x="2" y="8"/>
                      <a:pt x="3" y="8"/>
                    </a:cubicBezTo>
                    <a:cubicBezTo>
                      <a:pt x="16" y="17"/>
                      <a:pt x="31" y="21"/>
                      <a:pt x="45" y="26"/>
                    </a:cubicBezTo>
                    <a:cubicBezTo>
                      <a:pt x="51" y="28"/>
                      <a:pt x="58" y="32"/>
                      <a:pt x="64" y="32"/>
                    </a:cubicBezTo>
                    <a:cubicBezTo>
                      <a:pt x="71" y="32"/>
                      <a:pt x="78" y="30"/>
                      <a:pt x="84" y="29"/>
                    </a:cubicBezTo>
                    <a:cubicBezTo>
                      <a:pt x="97" y="27"/>
                      <a:pt x="109" y="25"/>
                      <a:pt x="121" y="22"/>
                    </a:cubicBezTo>
                    <a:cubicBezTo>
                      <a:pt x="125" y="21"/>
                      <a:pt x="131" y="21"/>
                      <a:pt x="135" y="17"/>
                    </a:cubicBezTo>
                    <a:cubicBezTo>
                      <a:pt x="139" y="13"/>
                      <a:pt x="138" y="5"/>
                      <a:pt x="132" y="3"/>
                    </a:cubicBezTo>
                    <a:cubicBezTo>
                      <a:pt x="125" y="0"/>
                      <a:pt x="114" y="3"/>
                      <a:pt x="107" y="5"/>
                    </a:cubicBezTo>
                    <a:cubicBezTo>
                      <a:pt x="96" y="7"/>
                      <a:pt x="86" y="9"/>
                      <a:pt x="76" y="12"/>
                    </a:cubicBezTo>
                    <a:cubicBezTo>
                      <a:pt x="74" y="12"/>
                      <a:pt x="72" y="13"/>
                      <a:pt x="70" y="13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cf95269-daae-4b92-a3e8-cb8be40b4703" id="27" name="íṩľíḑe">
                <a:extLst>
                  <a:ext uri="{FF2B5EF4-FFF2-40B4-BE49-F238E27FC236}">
                    <a16:creationId id="{424FE6AC-584B-62F1-F923-71808EEE5AD3}"/>
                  </a:ext>
                </a:extLst>
              </p:cNvPr>
              <p:cNvSpPr/>
              <p:nvPr/>
            </p:nvSpPr>
            <p:spPr bwMode="auto">
              <a:xfrm flipV="false" flipH="false">
                <a:off x="8081963" y="2395538"/>
                <a:ext cx="34925" cy="65088"/>
              </a:xfrm>
              <a:custGeom>
                <a:avLst/>
                <a:gdLst>
                  <a:gd fmla="*/ 0 w 8" name="T0"/>
                  <a:gd fmla="*/ 8 h 15" name="T1"/>
                  <a:gd fmla="*/ 3 w 8" name="T2"/>
                  <a:gd fmla="*/ 15 h 15" name="T3"/>
                  <a:gd fmla="*/ 8 w 8" name="T4"/>
                  <a:gd fmla="*/ 8 h 15" name="T5"/>
                  <a:gd fmla="*/ 4 w 8" name="T6"/>
                  <a:gd fmla="*/ 0 h 15" name="T7"/>
                  <a:gd fmla="*/ 0 w 8" name="T8"/>
                  <a:gd fmla="*/ 8 h 15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5" w="8">
                    <a:moveTo>
                      <a:pt x="0" y="8"/>
                    </a:moveTo>
                    <a:cubicBezTo>
                      <a:pt x="0" y="12"/>
                      <a:pt x="1" y="15"/>
                      <a:pt x="3" y="15"/>
                    </a:cubicBezTo>
                    <a:cubicBezTo>
                      <a:pt x="6" y="15"/>
                      <a:pt x="8" y="12"/>
                      <a:pt x="8" y="8"/>
                    </a:cubicBezTo>
                    <a:cubicBezTo>
                      <a:pt x="8" y="4"/>
                      <a:pt x="7" y="1"/>
                      <a:pt x="4" y="0"/>
                    </a:cubicBezTo>
                    <a:cubicBezTo>
                      <a:pt x="2" y="0"/>
                      <a:pt x="0" y="4"/>
                      <a:pt x="0" y="8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1d93a1b-04cd-4f83-996e-25636c94a3f4" id="28" name="íśļîḑê">
                <a:extLst>
                  <a:ext uri="{FF2B5EF4-FFF2-40B4-BE49-F238E27FC236}">
                    <a16:creationId id="{04101431-05C2-6F19-6FBC-FB1292AD0136}"/>
                  </a:ext>
                </a:extLst>
              </p:cNvPr>
              <p:cNvSpPr/>
              <p:nvPr/>
            </p:nvSpPr>
            <p:spPr bwMode="auto">
              <a:xfrm flipV="false" flipH="false">
                <a:off x="7380288" y="2460625"/>
                <a:ext cx="84138" cy="188913"/>
              </a:xfrm>
              <a:custGeom>
                <a:avLst/>
                <a:gdLst>
                  <a:gd fmla="*/ 19 w 19" name="T0"/>
                  <a:gd fmla="*/ 34 h 43" name="T1"/>
                  <a:gd fmla="*/ 15 w 19" name="T2"/>
                  <a:gd fmla="*/ 31 h 43" name="T3"/>
                  <a:gd fmla="*/ 12 w 19" name="T4"/>
                  <a:gd fmla="*/ 27 h 43" name="T5"/>
                  <a:gd fmla="*/ 8 w 19" name="T6"/>
                  <a:gd fmla="*/ 10 h 43" name="T7"/>
                  <a:gd fmla="*/ 6 w 19" name="T8"/>
                  <a:gd fmla="*/ 2 h 43" name="T9"/>
                  <a:gd fmla="*/ 1 w 19" name="T10"/>
                  <a:gd fmla="*/ 2 h 43" name="T11"/>
                  <a:gd fmla="*/ 1 w 19" name="T12"/>
                  <a:gd fmla="*/ 10 h 43" name="T13"/>
                  <a:gd fmla="*/ 1 w 19" name="T14"/>
                  <a:gd fmla="*/ 20 h 43" name="T15"/>
                  <a:gd fmla="*/ 2 w 19" name="T16"/>
                  <a:gd fmla="*/ 36 h 43" name="T17"/>
                  <a:gd fmla="*/ 3 w 19" name="T18"/>
                  <a:gd fmla="*/ 39 h 43" name="T19"/>
                  <a:gd fmla="*/ 13 w 19" name="T20"/>
                  <a:gd fmla="*/ 42 h 43" name="T21"/>
                  <a:gd fmla="*/ 14 w 19" name="T22"/>
                  <a:gd fmla="*/ 43 h 43" name="T23"/>
                  <a:gd fmla="*/ 18 w 19" name="T24"/>
                  <a:gd fmla="*/ 36 h 43" name="T25"/>
                  <a:gd fmla="*/ 19 w 19" name="T26"/>
                  <a:gd fmla="*/ 34 h 43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43" w="19">
                    <a:moveTo>
                      <a:pt x="19" y="34"/>
                    </a:moveTo>
                    <a:cubicBezTo>
                      <a:pt x="18" y="33"/>
                      <a:pt x="16" y="32"/>
                      <a:pt x="15" y="31"/>
                    </a:cubicBezTo>
                    <a:cubicBezTo>
                      <a:pt x="14" y="30"/>
                      <a:pt x="13" y="29"/>
                      <a:pt x="12" y="27"/>
                    </a:cubicBezTo>
                    <a:cubicBezTo>
                      <a:pt x="9" y="22"/>
                      <a:pt x="9" y="16"/>
                      <a:pt x="8" y="10"/>
                    </a:cubicBezTo>
                    <a:cubicBezTo>
                      <a:pt x="8" y="8"/>
                      <a:pt x="7" y="4"/>
                      <a:pt x="6" y="2"/>
                    </a:cubicBez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1" y="7"/>
                      <a:pt x="1" y="10"/>
                    </a:cubicBezTo>
                    <a:cubicBezTo>
                      <a:pt x="1" y="13"/>
                      <a:pt x="1" y="17"/>
                      <a:pt x="1" y="20"/>
                    </a:cubicBezTo>
                    <a:cubicBezTo>
                      <a:pt x="1" y="25"/>
                      <a:pt x="1" y="31"/>
                      <a:pt x="2" y="36"/>
                    </a:cubicBezTo>
                    <a:cubicBezTo>
                      <a:pt x="2" y="37"/>
                      <a:pt x="3" y="38"/>
                      <a:pt x="3" y="39"/>
                    </a:cubicBezTo>
                    <a:cubicBezTo>
                      <a:pt x="6" y="42"/>
                      <a:pt x="10" y="41"/>
                      <a:pt x="13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5" y="40"/>
                      <a:pt x="17" y="38"/>
                      <a:pt x="18" y="36"/>
                    </a:cubicBezTo>
                    <a:cubicBezTo>
                      <a:pt x="19" y="35"/>
                      <a:pt x="19" y="35"/>
                      <a:pt x="19" y="34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6f40629-f10d-42cd-a995-015da960926c" id="29" name="ïṣḷîḑê">
                <a:extLst>
                  <a:ext uri="{FF2B5EF4-FFF2-40B4-BE49-F238E27FC236}">
                    <a16:creationId id="{EBFB2ED7-FE7B-57E0-1683-3738B7D31A14}"/>
                  </a:ext>
                </a:extLst>
              </p:cNvPr>
              <p:cNvSpPr/>
              <p:nvPr/>
            </p:nvSpPr>
            <p:spPr bwMode="auto">
              <a:xfrm flipV="false" flipH="false">
                <a:off x="7561263" y="2552700"/>
                <a:ext cx="406400" cy="315913"/>
              </a:xfrm>
              <a:custGeom>
                <a:avLst/>
                <a:gdLst>
                  <a:gd fmla="*/ 17 w 93" name="T0"/>
                  <a:gd fmla="*/ 14 h 72" name="T1"/>
                  <a:gd fmla="*/ 1 w 93" name="T2"/>
                  <a:gd fmla="*/ 6 h 72" name="T3"/>
                  <a:gd fmla="*/ 2 w 93" name="T4"/>
                  <a:gd fmla="*/ 12 h 72" name="T5"/>
                  <a:gd fmla="*/ 19 w 93" name="T6"/>
                  <a:gd fmla="*/ 39 h 72" name="T7"/>
                  <a:gd fmla="*/ 39 w 93" name="T8"/>
                  <a:gd fmla="*/ 64 h 72" name="T9"/>
                  <a:gd fmla="*/ 55 w 93" name="T10"/>
                  <a:gd fmla="*/ 69 h 72" name="T11"/>
                  <a:gd fmla="*/ 82 w 93" name="T12"/>
                  <a:gd fmla="*/ 53 h 72" name="T13"/>
                  <a:gd fmla="*/ 90 w 93" name="T14"/>
                  <a:gd fmla="*/ 44 h 72" name="T15"/>
                  <a:gd fmla="*/ 93 w 93" name="T16"/>
                  <a:gd fmla="*/ 38 h 72" name="T17"/>
                  <a:gd fmla="*/ 92 w 93" name="T18"/>
                  <a:gd fmla="*/ 31 h 72" name="T19"/>
                  <a:gd fmla="*/ 85 w 93" name="T20"/>
                  <a:gd fmla="*/ 29 h 72" name="T21"/>
                  <a:gd fmla="*/ 78 w 93" name="T22"/>
                  <a:gd fmla="*/ 33 h 72" name="T23"/>
                  <a:gd fmla="*/ 57 w 93" name="T24"/>
                  <a:gd fmla="*/ 46 h 72" name="T25"/>
                  <a:gd fmla="*/ 45 w 93" name="T26"/>
                  <a:gd fmla="*/ 42 h 72" name="T27"/>
                  <a:gd fmla="*/ 17 w 93" name="T28"/>
                  <a:gd fmla="*/ 14 h 72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72" w="93">
                    <a:moveTo>
                      <a:pt x="17" y="14"/>
                    </a:moveTo>
                    <a:cubicBezTo>
                      <a:pt x="15" y="11"/>
                      <a:pt x="5" y="0"/>
                      <a:pt x="1" y="6"/>
                    </a:cubicBezTo>
                    <a:cubicBezTo>
                      <a:pt x="0" y="8"/>
                      <a:pt x="1" y="10"/>
                      <a:pt x="2" y="12"/>
                    </a:cubicBezTo>
                    <a:cubicBezTo>
                      <a:pt x="6" y="22"/>
                      <a:pt x="12" y="31"/>
                      <a:pt x="19" y="39"/>
                    </a:cubicBezTo>
                    <a:cubicBezTo>
                      <a:pt x="25" y="48"/>
                      <a:pt x="32" y="56"/>
                      <a:pt x="39" y="64"/>
                    </a:cubicBezTo>
                    <a:cubicBezTo>
                      <a:pt x="44" y="69"/>
                      <a:pt x="48" y="72"/>
                      <a:pt x="55" y="69"/>
                    </a:cubicBezTo>
                    <a:cubicBezTo>
                      <a:pt x="65" y="66"/>
                      <a:pt x="75" y="61"/>
                      <a:pt x="82" y="53"/>
                    </a:cubicBezTo>
                    <a:cubicBezTo>
                      <a:pt x="85" y="50"/>
                      <a:pt x="87" y="47"/>
                      <a:pt x="90" y="44"/>
                    </a:cubicBezTo>
                    <a:cubicBezTo>
                      <a:pt x="91" y="42"/>
                      <a:pt x="92" y="40"/>
                      <a:pt x="93" y="38"/>
                    </a:cubicBezTo>
                    <a:cubicBezTo>
                      <a:pt x="93" y="36"/>
                      <a:pt x="93" y="33"/>
                      <a:pt x="92" y="31"/>
                    </a:cubicBezTo>
                    <a:cubicBezTo>
                      <a:pt x="90" y="29"/>
                      <a:pt x="87" y="29"/>
                      <a:pt x="85" y="29"/>
                    </a:cubicBezTo>
                    <a:cubicBezTo>
                      <a:pt x="82" y="30"/>
                      <a:pt x="80" y="31"/>
                      <a:pt x="78" y="33"/>
                    </a:cubicBezTo>
                    <a:cubicBezTo>
                      <a:pt x="71" y="37"/>
                      <a:pt x="64" y="42"/>
                      <a:pt x="57" y="46"/>
                    </a:cubicBezTo>
                    <a:cubicBezTo>
                      <a:pt x="51" y="49"/>
                      <a:pt x="49" y="45"/>
                      <a:pt x="45" y="42"/>
                    </a:cubicBezTo>
                    <a:cubicBezTo>
                      <a:pt x="36" y="32"/>
                      <a:pt x="27" y="23"/>
                      <a:pt x="17" y="14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adedfd7-dbda-40c9-91a6-8fd2d848bb23" id="30" name="ïŝḻïdè">
                <a:extLst>
                  <a:ext uri="{FF2B5EF4-FFF2-40B4-BE49-F238E27FC236}">
                    <a16:creationId id="{41C2938A-7E9D-2CDE-DF89-959C00B03615}"/>
                  </a:ext>
                </a:extLst>
              </p:cNvPr>
              <p:cNvSpPr/>
              <p:nvPr/>
            </p:nvSpPr>
            <p:spPr bwMode="auto">
              <a:xfrm flipV="false" flipH="false">
                <a:off x="7827963" y="2574925"/>
                <a:ext cx="206375" cy="161925"/>
              </a:xfrm>
              <a:custGeom>
                <a:avLst/>
                <a:gdLst>
                  <a:gd fmla="*/ 0 w 47" name="T0"/>
                  <a:gd fmla="*/ 12 h 37" name="T1"/>
                  <a:gd fmla="*/ 6 w 47" name="T2"/>
                  <a:gd fmla="*/ 37 h 37" name="T3"/>
                  <a:gd fmla="*/ 28 w 47" name="T4"/>
                  <a:gd fmla="*/ 33 h 37" name="T5"/>
                  <a:gd fmla="*/ 42 w 47" name="T6"/>
                  <a:gd fmla="*/ 25 h 37" name="T7"/>
                  <a:gd fmla="*/ 46 w 47" name="T8"/>
                  <a:gd fmla="*/ 13 h 37" name="T9"/>
                  <a:gd fmla="*/ 36 w 47" name="T10"/>
                  <a:gd fmla="*/ 2 h 37" name="T11"/>
                  <a:gd fmla="*/ 14 w 47" name="T12"/>
                  <a:gd fmla="*/ 7 h 37" name="T13"/>
                  <a:gd fmla="*/ 0 w 47" name="T14"/>
                  <a:gd fmla="*/ 12 h 37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37" w="47">
                    <a:moveTo>
                      <a:pt x="0" y="12"/>
                    </a:moveTo>
                    <a:cubicBezTo>
                      <a:pt x="0" y="12"/>
                      <a:pt x="6" y="37"/>
                      <a:pt x="6" y="37"/>
                    </a:cubicBezTo>
                    <a:cubicBezTo>
                      <a:pt x="6" y="37"/>
                      <a:pt x="20" y="35"/>
                      <a:pt x="28" y="33"/>
                    </a:cubicBezTo>
                    <a:cubicBezTo>
                      <a:pt x="33" y="31"/>
                      <a:pt x="38" y="29"/>
                      <a:pt x="42" y="25"/>
                    </a:cubicBezTo>
                    <a:cubicBezTo>
                      <a:pt x="46" y="22"/>
                      <a:pt x="47" y="17"/>
                      <a:pt x="46" y="13"/>
                    </a:cubicBezTo>
                    <a:cubicBezTo>
                      <a:pt x="44" y="8"/>
                      <a:pt x="41" y="4"/>
                      <a:pt x="36" y="2"/>
                    </a:cubicBezTo>
                    <a:cubicBezTo>
                      <a:pt x="29" y="0"/>
                      <a:pt x="21" y="5"/>
                      <a:pt x="14" y="7"/>
                    </a:cubicBezTo>
                    <a:cubicBezTo>
                      <a:pt x="13" y="8"/>
                      <a:pt x="0" y="12"/>
                      <a:pt x="0" y="12"/>
                    </a:cubicBezTo>
                    <a:close/>
                  </a:path>
                </a:pathLst>
              </a:custGeom>
              <a:solidFill>
                <a:srgbClr val="F35E4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db63123-a69f-4157-a664-c827c5b123fc" id="31" name="íṥḷiďé">
                <a:extLst>
                  <a:ext uri="{FF2B5EF4-FFF2-40B4-BE49-F238E27FC236}">
                    <a16:creationId id="{E5FBB254-94D0-AB62-9E15-26900AEB25EF}"/>
                  </a:ext>
                </a:extLst>
              </p:cNvPr>
              <p:cNvSpPr/>
              <p:nvPr/>
            </p:nvSpPr>
            <p:spPr bwMode="auto">
              <a:xfrm flipV="false" flipH="false">
                <a:off x="7897813" y="2552700"/>
                <a:ext cx="303213" cy="587375"/>
              </a:xfrm>
              <a:custGeom>
                <a:avLst/>
                <a:gdLst>
                  <a:gd fmla="*/ 4 w 69" name="T0"/>
                  <a:gd fmla="*/ 21 h 134" name="T1"/>
                  <a:gd fmla="*/ 2 w 69" name="T2"/>
                  <a:gd fmla="*/ 51 h 134" name="T3"/>
                  <a:gd fmla="*/ 0 w 69" name="T4"/>
                  <a:gd fmla="*/ 123 h 134" name="T5"/>
                  <a:gd fmla="*/ 1 w 69" name="T6"/>
                  <a:gd fmla="*/ 127 h 134" name="T7"/>
                  <a:gd fmla="*/ 5 w 69" name="T8"/>
                  <a:gd fmla="*/ 130 h 134" name="T9"/>
                  <a:gd fmla="*/ 47 w 69" name="T10"/>
                  <a:gd fmla="*/ 133 h 134" name="T11"/>
                  <a:gd fmla="*/ 65 w 69" name="T12"/>
                  <a:gd fmla="*/ 130 h 134" name="T13"/>
                  <a:gd fmla="*/ 68 w 69" name="T14"/>
                  <a:gd fmla="*/ 128 h 134" name="T15"/>
                  <a:gd fmla="*/ 69 w 69" name="T16"/>
                  <a:gd fmla="*/ 125 h 134" name="T17"/>
                  <a:gd fmla="*/ 64 w 69" name="T18"/>
                  <a:gd fmla="*/ 65 h 134" name="T19"/>
                  <a:gd fmla="*/ 56 w 69" name="T20"/>
                  <a:gd fmla="*/ 18 h 134" name="T21"/>
                  <a:gd fmla="*/ 19 w 69" name="T22"/>
                  <a:gd fmla="*/ 5 h 134" name="T23"/>
                  <a:gd fmla="*/ 8 w 69" name="T24"/>
                  <a:gd fmla="*/ 13 h 134" name="T25"/>
                  <a:gd fmla="*/ 4 w 69" name="T26"/>
                  <a:gd fmla="*/ 21 h 134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134" w="69">
                    <a:moveTo>
                      <a:pt x="4" y="21"/>
                    </a:moveTo>
                    <a:cubicBezTo>
                      <a:pt x="2" y="30"/>
                      <a:pt x="2" y="41"/>
                      <a:pt x="2" y="51"/>
                    </a:cubicBezTo>
                    <a:cubicBezTo>
                      <a:pt x="1" y="75"/>
                      <a:pt x="1" y="99"/>
                      <a:pt x="0" y="123"/>
                    </a:cubicBezTo>
                    <a:cubicBezTo>
                      <a:pt x="0" y="124"/>
                      <a:pt x="0" y="126"/>
                      <a:pt x="1" y="127"/>
                    </a:cubicBezTo>
                    <a:cubicBezTo>
                      <a:pt x="2" y="129"/>
                      <a:pt x="3" y="129"/>
                      <a:pt x="5" y="130"/>
                    </a:cubicBezTo>
                    <a:cubicBezTo>
                      <a:pt x="19" y="134"/>
                      <a:pt x="33" y="133"/>
                      <a:pt x="47" y="133"/>
                    </a:cubicBezTo>
                    <a:cubicBezTo>
                      <a:pt x="53" y="133"/>
                      <a:pt x="60" y="133"/>
                      <a:pt x="65" y="130"/>
                    </a:cubicBezTo>
                    <a:cubicBezTo>
                      <a:pt x="66" y="130"/>
                      <a:pt x="68" y="129"/>
                      <a:pt x="68" y="128"/>
                    </a:cubicBezTo>
                    <a:cubicBezTo>
                      <a:pt x="69" y="127"/>
                      <a:pt x="69" y="126"/>
                      <a:pt x="69" y="125"/>
                    </a:cubicBezTo>
                    <a:cubicBezTo>
                      <a:pt x="68" y="105"/>
                      <a:pt x="67" y="85"/>
                      <a:pt x="64" y="65"/>
                    </a:cubicBezTo>
                    <a:cubicBezTo>
                      <a:pt x="62" y="49"/>
                      <a:pt x="63" y="32"/>
                      <a:pt x="56" y="18"/>
                    </a:cubicBezTo>
                    <a:cubicBezTo>
                      <a:pt x="49" y="4"/>
                      <a:pt x="33" y="0"/>
                      <a:pt x="19" y="5"/>
                    </a:cubicBezTo>
                    <a:cubicBezTo>
                      <a:pt x="15" y="6"/>
                      <a:pt x="11" y="9"/>
                      <a:pt x="8" y="13"/>
                    </a:cubicBezTo>
                    <a:cubicBezTo>
                      <a:pt x="7" y="15"/>
                      <a:pt x="5" y="18"/>
                      <a:pt x="4" y="21"/>
                    </a:cubicBezTo>
                    <a:close/>
                  </a:path>
                </a:pathLst>
              </a:custGeom>
              <a:solidFill>
                <a:srgbClr val="F35E4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28fa4ba-58db-4a94-a0ba-c673e9e42ddd" id="32" name="iṣḻíḋè">
                <a:extLst>
                  <a:ext uri="{FF2B5EF4-FFF2-40B4-BE49-F238E27FC236}">
                    <a16:creationId id="{303E0743-4AA0-D19C-6BE1-F3E02160C62A}"/>
                  </a:ext>
                </a:extLst>
              </p:cNvPr>
              <p:cNvSpPr/>
              <p:nvPr/>
            </p:nvSpPr>
            <p:spPr bwMode="auto">
              <a:xfrm flipV="false" flipH="false">
                <a:off x="7845425" y="2597150"/>
                <a:ext cx="193675" cy="204788"/>
              </a:xfrm>
              <a:custGeom>
                <a:avLst/>
                <a:gdLst>
                  <a:gd fmla="*/ 0 w 44" name="T0"/>
                  <a:gd fmla="*/ 29 h 47" name="T1"/>
                  <a:gd fmla="*/ 19 w 44" name="T2"/>
                  <a:gd fmla="*/ 47 h 47" name="T3"/>
                  <a:gd fmla="*/ 35 w 44" name="T4"/>
                  <a:gd fmla="*/ 31 h 47" name="T5"/>
                  <a:gd fmla="*/ 43 w 44" name="T6"/>
                  <a:gd fmla="*/ 17 h 47" name="T7"/>
                  <a:gd fmla="*/ 39 w 44" name="T8"/>
                  <a:gd fmla="*/ 5 h 47" name="T9"/>
                  <a:gd fmla="*/ 26 w 44" name="T10"/>
                  <a:gd fmla="*/ 1 h 47" name="T11"/>
                  <a:gd fmla="*/ 10 w 44" name="T12"/>
                  <a:gd fmla="*/ 17 h 47" name="T13"/>
                  <a:gd fmla="*/ 0 w 44" name="T14"/>
                  <a:gd fmla="*/ 29 h 47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47" w="44">
                    <a:moveTo>
                      <a:pt x="0" y="29"/>
                    </a:moveTo>
                    <a:cubicBezTo>
                      <a:pt x="0" y="29"/>
                      <a:pt x="19" y="47"/>
                      <a:pt x="19" y="47"/>
                    </a:cubicBezTo>
                    <a:cubicBezTo>
                      <a:pt x="19" y="47"/>
                      <a:pt x="30" y="37"/>
                      <a:pt x="35" y="31"/>
                    </a:cubicBezTo>
                    <a:cubicBezTo>
                      <a:pt x="38" y="27"/>
                      <a:pt x="42" y="23"/>
                      <a:pt x="43" y="17"/>
                    </a:cubicBezTo>
                    <a:cubicBezTo>
                      <a:pt x="44" y="13"/>
                      <a:pt x="43" y="8"/>
                      <a:pt x="39" y="5"/>
                    </a:cubicBezTo>
                    <a:cubicBezTo>
                      <a:pt x="36" y="2"/>
                      <a:pt x="31" y="0"/>
                      <a:pt x="26" y="1"/>
                    </a:cubicBezTo>
                    <a:cubicBezTo>
                      <a:pt x="18" y="3"/>
                      <a:pt x="14" y="11"/>
                      <a:pt x="10" y="17"/>
                    </a:cubicBezTo>
                    <a:cubicBezTo>
                      <a:pt x="9" y="18"/>
                      <a:pt x="0" y="29"/>
                      <a:pt x="0" y="29"/>
                    </a:cubicBezTo>
                    <a:close/>
                  </a:path>
                </a:pathLst>
              </a:custGeom>
              <a:solidFill>
                <a:srgbClr val="F35E4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8d3152a-9d5a-4c82-b082-fb151f4909cb" id="33" name="iṧ1íḑê">
                <a:extLst>
                  <a:ext uri="{FF2B5EF4-FFF2-40B4-BE49-F238E27FC236}">
                    <a16:creationId id="{0E40B470-4F10-EA43-6AEF-B8ED3BD46518}"/>
                  </a:ext>
                </a:extLst>
              </p:cNvPr>
              <p:cNvSpPr/>
              <p:nvPr/>
            </p:nvSpPr>
            <p:spPr bwMode="auto">
              <a:xfrm flipV="false" flipH="false">
                <a:off x="7499350" y="2378075"/>
                <a:ext cx="136525" cy="254000"/>
              </a:xfrm>
              <a:custGeom>
                <a:avLst/>
                <a:gdLst>
                  <a:gd fmla="*/ 14 w 86" name="T0"/>
                  <a:gd fmla="*/ 160 h 160" name="T1"/>
                  <a:gd fmla="*/ 86 w 86" name="T2"/>
                  <a:gd fmla="*/ 5 h 160" name="T3"/>
                  <a:gd fmla="*/ 72 w 86" name="T4"/>
                  <a:gd fmla="*/ 0 h 160" name="T5"/>
                  <a:gd fmla="*/ 0 w 86" name="T6"/>
                  <a:gd fmla="*/ 152 h 160" name="T7"/>
                  <a:gd fmla="*/ 14 w 86" name="T8"/>
                  <a:gd fmla="*/ 160 h 160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60" w="86">
                    <a:moveTo>
                      <a:pt x="14" y="160"/>
                    </a:moveTo>
                    <a:lnTo>
                      <a:pt x="86" y="5"/>
                    </a:lnTo>
                    <a:lnTo>
                      <a:pt x="72" y="0"/>
                    </a:lnTo>
                    <a:lnTo>
                      <a:pt x="0" y="152"/>
                    </a:lnTo>
                    <a:lnTo>
                      <a:pt x="14" y="160"/>
                    </a:lnTo>
                    <a:close/>
                  </a:path>
                </a:pathLst>
              </a:custGeom>
              <a:solidFill>
                <a:srgbClr val="FCB538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1753259-c133-4489-96f1-51f9a4b7faca" id="34" name="iṧ1íḓe">
                <a:extLst>
                  <a:ext uri="{FF2B5EF4-FFF2-40B4-BE49-F238E27FC236}">
                    <a16:creationId id="{A79EAF75-2AF1-9F45-7F49-E990A6B0951D}"/>
                  </a:ext>
                </a:extLst>
              </p:cNvPr>
              <p:cNvSpPr/>
              <p:nvPr/>
            </p:nvSpPr>
            <p:spPr bwMode="auto">
              <a:xfrm flipV="false" flipH="false">
                <a:off x="7556500" y="2360613"/>
                <a:ext cx="109538" cy="92075"/>
              </a:xfrm>
              <a:custGeom>
                <a:avLst/>
                <a:gdLst>
                  <a:gd fmla="*/ 55 w 69" name="T0"/>
                  <a:gd fmla="*/ 58 h 58" name="T1"/>
                  <a:gd fmla="*/ 69 w 69" name="T2"/>
                  <a:gd fmla="*/ 27 h 58" name="T3"/>
                  <a:gd fmla="*/ 14 w 69" name="T4"/>
                  <a:gd fmla="*/ 0 h 58" name="T5"/>
                  <a:gd fmla="*/ 0 w 69" name="T6"/>
                  <a:gd fmla="*/ 30 h 58" name="T7"/>
                  <a:gd fmla="*/ 55 w 69" name="T8"/>
                  <a:gd fmla="*/ 58 h 58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58" w="69">
                    <a:moveTo>
                      <a:pt x="55" y="58"/>
                    </a:moveTo>
                    <a:lnTo>
                      <a:pt x="69" y="27"/>
                    </a:lnTo>
                    <a:lnTo>
                      <a:pt x="14" y="0"/>
                    </a:lnTo>
                    <a:lnTo>
                      <a:pt x="0" y="30"/>
                    </a:lnTo>
                    <a:lnTo>
                      <a:pt x="55" y="58"/>
                    </a:lnTo>
                    <a:close/>
                  </a:path>
                </a:pathLst>
              </a:custGeom>
              <a:solidFill>
                <a:srgbClr val="004D7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297972f-f822-43a7-a181-e2707cd6c231" id="35" name="íSļîde">
                <a:extLst>
                  <a:ext uri="{FF2B5EF4-FFF2-40B4-BE49-F238E27FC236}">
                    <a16:creationId id="{D2E50083-2B23-8F12-42D1-779AF2103AFC}"/>
                  </a:ext>
                </a:extLst>
              </p:cNvPr>
              <p:cNvSpPr/>
              <p:nvPr/>
            </p:nvSpPr>
            <p:spPr bwMode="auto">
              <a:xfrm flipV="false" flipH="false">
                <a:off x="7858125" y="2328863"/>
                <a:ext cx="320675" cy="26988"/>
              </a:xfrm>
              <a:prstGeom prst="rect">
                <a:avLst/>
              </a:prstGeom>
              <a:solidFill>
                <a:srgbClr val="FCB538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8f3f9c9-6ebe-4219-9c6b-1584773b856e" id="36" name="ïṥľiďe">
                <a:extLst>
                  <a:ext uri="{FF2B5EF4-FFF2-40B4-BE49-F238E27FC236}">
                    <a16:creationId id="{B971E1A1-FD74-DFB5-8B59-4A39F69B714E}"/>
                  </a:ext>
                </a:extLst>
              </p:cNvPr>
              <p:cNvSpPr/>
              <p:nvPr/>
            </p:nvSpPr>
            <p:spPr bwMode="auto">
              <a:xfrm flipV="false" flipH="false">
                <a:off x="7907338" y="2198688"/>
                <a:ext cx="258763" cy="130175"/>
              </a:xfrm>
              <a:custGeom>
                <a:avLst/>
                <a:gdLst>
                  <a:gd fmla="*/ 59 w 59" name="T0"/>
                  <a:gd fmla="*/ 30 h 30" name="T1"/>
                  <a:gd fmla="*/ 29 w 59" name="T2"/>
                  <a:gd fmla="*/ 0 h 30" name="T3"/>
                  <a:gd fmla="*/ 0 w 59" name="T4"/>
                  <a:gd fmla="*/ 30 h 30" name="T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b="b" l="0" r="r" t="0"/>
                <a:pathLst>
                  <a:path h="30" w="59">
                    <a:moveTo>
                      <a:pt x="59" y="30"/>
                    </a:moveTo>
                    <a:cubicBezTo>
                      <a:pt x="59" y="14"/>
                      <a:pt x="46" y="0"/>
                      <a:pt x="29" y="0"/>
                    </a:cubicBezTo>
                    <a:cubicBezTo>
                      <a:pt x="13" y="0"/>
                      <a:pt x="0" y="14"/>
                      <a:pt x="0" y="30"/>
                    </a:cubicBezTo>
                  </a:path>
                </a:pathLst>
              </a:custGeom>
              <a:solidFill>
                <a:srgbClr val="FCB538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2b987ae-ee68-42ac-a1f6-ff95b707fefc" id="40" name="isľïḍê">
                <a:extLst>
                  <a:ext uri="{FF2B5EF4-FFF2-40B4-BE49-F238E27FC236}">
                    <a16:creationId id="{6D8925AC-E840-5866-03F4-2814A4FA9620}"/>
                  </a:ext>
                </a:extLst>
              </p:cNvPr>
              <p:cNvSpPr/>
              <p:nvPr/>
            </p:nvSpPr>
            <p:spPr bwMode="auto">
              <a:xfrm flipV="false" flipH="false">
                <a:off x="7481888" y="2522538"/>
                <a:ext cx="117475" cy="104775"/>
              </a:xfrm>
              <a:custGeom>
                <a:avLst/>
                <a:gdLst>
                  <a:gd fmla="*/ 2 w 27" name="T0"/>
                  <a:gd fmla="*/ 14 h 24" name="T1"/>
                  <a:gd fmla="*/ 15 w 27" name="T2"/>
                  <a:gd fmla="*/ 18 h 24" name="T3"/>
                  <a:gd fmla="*/ 24 w 27" name="T4"/>
                  <a:gd fmla="*/ 24 h 24" name="T5"/>
                  <a:gd fmla="*/ 27 w 27" name="T6"/>
                  <a:gd fmla="*/ 23 h 24" name="T7"/>
                  <a:gd fmla="*/ 27 w 27" name="T8"/>
                  <a:gd fmla="*/ 21 h 24" name="T9"/>
                  <a:gd fmla="*/ 11 w 27" name="T10"/>
                  <a:gd fmla="*/ 0 h 24" name="T11"/>
                  <a:gd fmla="*/ 0 w 27" name="T12"/>
                  <a:gd fmla="*/ 9 h 24" name="T13"/>
                  <a:gd fmla="*/ 1 w 27" name="T14"/>
                  <a:gd fmla="*/ 13 h 24" name="T15"/>
                  <a:gd fmla="*/ 2 w 27" name="T16"/>
                  <a:gd fmla="*/ 14 h 24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24" w="27">
                    <a:moveTo>
                      <a:pt x="2" y="14"/>
                    </a:moveTo>
                    <a:cubicBezTo>
                      <a:pt x="5" y="16"/>
                      <a:pt x="12" y="16"/>
                      <a:pt x="15" y="18"/>
                    </a:cubicBezTo>
                    <a:cubicBezTo>
                      <a:pt x="18" y="20"/>
                      <a:pt x="20" y="23"/>
                      <a:pt x="24" y="24"/>
                    </a:cubicBezTo>
                    <a:cubicBezTo>
                      <a:pt x="25" y="24"/>
                      <a:pt x="27" y="24"/>
                      <a:pt x="27" y="23"/>
                    </a:cubicBezTo>
                    <a:cubicBezTo>
                      <a:pt x="27" y="22"/>
                      <a:pt x="27" y="22"/>
                      <a:pt x="27" y="21"/>
                    </a:cubicBezTo>
                    <a:cubicBezTo>
                      <a:pt x="24" y="12"/>
                      <a:pt x="24" y="0"/>
                      <a:pt x="11" y="0"/>
                    </a:cubicBezTo>
                    <a:cubicBezTo>
                      <a:pt x="6" y="0"/>
                      <a:pt x="1" y="4"/>
                      <a:pt x="0" y="9"/>
                    </a:cubicBezTo>
                    <a:cubicBezTo>
                      <a:pt x="0" y="10"/>
                      <a:pt x="0" y="12"/>
                      <a:pt x="1" y="13"/>
                    </a:cubicBezTo>
                    <a:cubicBezTo>
                      <a:pt x="2" y="13"/>
                      <a:pt x="2" y="13"/>
                      <a:pt x="2" y="14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2c4e946-d1f1-4e34-b5e7-c180016ec2be" id="41" name="iṡľîḑê">
                <a:extLst>
                  <a:ext uri="{FF2B5EF4-FFF2-40B4-BE49-F238E27FC236}">
                    <a16:creationId id="{65A45026-AF51-5CF2-247A-46DC1DD67564}"/>
                  </a:ext>
                </a:extLst>
              </p:cNvPr>
              <p:cNvSpPr/>
              <p:nvPr/>
            </p:nvSpPr>
            <p:spPr bwMode="auto">
              <a:xfrm flipV="false" flipH="false">
                <a:off x="7235825" y="3730625"/>
                <a:ext cx="530225" cy="1954213"/>
              </a:xfrm>
              <a:custGeom>
                <a:avLst/>
                <a:gdLst>
                  <a:gd fmla="*/ 25 w 334" name="T0"/>
                  <a:gd fmla="*/ 1231 h 1231" name="T1"/>
                  <a:gd fmla="*/ 334 w 334" name="T2"/>
                  <a:gd fmla="*/ 6 h 1231" name="T3"/>
                  <a:gd fmla="*/ 310 w 334" name="T4"/>
                  <a:gd fmla="*/ 0 h 1231" name="T5"/>
                  <a:gd fmla="*/ 0 w 334" name="T6"/>
                  <a:gd fmla="*/ 1223 h 1231" name="T7"/>
                  <a:gd fmla="*/ 25 w 334" name="T8"/>
                  <a:gd fmla="*/ 1231 h 1231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231" w="334">
                    <a:moveTo>
                      <a:pt x="25" y="1231"/>
                    </a:moveTo>
                    <a:lnTo>
                      <a:pt x="334" y="6"/>
                    </a:lnTo>
                    <a:lnTo>
                      <a:pt x="310" y="0"/>
                    </a:lnTo>
                    <a:lnTo>
                      <a:pt x="0" y="1223"/>
                    </a:lnTo>
                    <a:lnTo>
                      <a:pt x="25" y="1231"/>
                    </a:lnTo>
                    <a:close/>
                  </a:path>
                </a:pathLst>
              </a:custGeom>
              <a:solidFill>
                <a:srgbClr val="F250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2c186fd-1b00-45be-b7ea-77355196f074" id="42" name="îṩ1iďe">
                <a:extLst>
                  <a:ext uri="{FF2B5EF4-FFF2-40B4-BE49-F238E27FC236}">
                    <a16:creationId id="{F7177B49-EEF8-BC32-899C-AC7E0712622E}"/>
                  </a:ext>
                </a:extLst>
              </p:cNvPr>
              <p:cNvSpPr/>
              <p:nvPr/>
            </p:nvSpPr>
            <p:spPr bwMode="auto">
              <a:xfrm flipV="false" flipH="false">
                <a:off x="7727950" y="3730625"/>
                <a:ext cx="542925" cy="1954213"/>
              </a:xfrm>
              <a:custGeom>
                <a:avLst/>
                <a:gdLst>
                  <a:gd fmla="*/ 24 w 342" name="T0"/>
                  <a:gd fmla="*/ 1231 h 1231" name="T1"/>
                  <a:gd fmla="*/ 342 w 342" name="T2"/>
                  <a:gd fmla="*/ 6 h 1231" name="T3"/>
                  <a:gd fmla="*/ 317 w 342" name="T4"/>
                  <a:gd fmla="*/ 0 h 1231" name="T5"/>
                  <a:gd fmla="*/ 0 w 342" name="T6"/>
                  <a:gd fmla="*/ 1223 h 1231" name="T7"/>
                  <a:gd fmla="*/ 24 w 342" name="T8"/>
                  <a:gd fmla="*/ 1231 h 1231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231" w="342">
                    <a:moveTo>
                      <a:pt x="24" y="1231"/>
                    </a:moveTo>
                    <a:lnTo>
                      <a:pt x="342" y="6"/>
                    </a:lnTo>
                    <a:lnTo>
                      <a:pt x="317" y="0"/>
                    </a:lnTo>
                    <a:lnTo>
                      <a:pt x="0" y="1223"/>
                    </a:lnTo>
                    <a:lnTo>
                      <a:pt x="24" y="1231"/>
                    </a:lnTo>
                    <a:close/>
                  </a:path>
                </a:pathLst>
              </a:custGeom>
              <a:solidFill>
                <a:srgbClr val="F250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737c20d-83e4-405f-bf6b-40d468b97863" id="43" name="iSḻîḓê">
                <a:extLst>
                  <a:ext uri="{FF2B5EF4-FFF2-40B4-BE49-F238E27FC236}">
                    <a16:creationId id="{2F341D0D-E8AC-9C85-ED26-FBC66E0A4D0E}"/>
                  </a:ext>
                </a:extLst>
              </p:cNvPr>
              <p:cNvSpPr/>
              <p:nvPr/>
            </p:nvSpPr>
            <p:spPr bwMode="auto">
              <a:xfrm flipV="false" flipH="false">
                <a:off x="7673975" y="4002088"/>
                <a:ext cx="504825" cy="39688"/>
              </a:xfrm>
              <a:prstGeom prst="rect">
                <a:avLst/>
              </a:prstGeom>
              <a:solidFill>
                <a:srgbClr val="F250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9f9a68b-ee68-4a14-bef7-b132094f312c" id="44" name="iŝļïḑé">
                <a:extLst>
                  <a:ext uri="{FF2B5EF4-FFF2-40B4-BE49-F238E27FC236}">
                    <a16:creationId id="{64C27DB9-9763-D01B-F595-16C78AFE2CDE}"/>
                  </a:ext>
                </a:extLst>
              </p:cNvPr>
              <p:cNvSpPr/>
              <p:nvPr/>
            </p:nvSpPr>
            <p:spPr bwMode="auto">
              <a:xfrm flipV="false" flipH="false">
                <a:off x="7608888" y="4270375"/>
                <a:ext cx="500063" cy="39688"/>
              </a:xfrm>
              <a:prstGeom prst="rect">
                <a:avLst/>
              </a:prstGeom>
              <a:solidFill>
                <a:srgbClr val="F250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149a667-50fd-4705-a6dc-7a51db9f3e3e" id="45" name="ïSḻidé">
                <a:extLst>
                  <a:ext uri="{FF2B5EF4-FFF2-40B4-BE49-F238E27FC236}">
                    <a16:creationId id="{764BA98B-7EC7-07BA-2AD6-E7D01B6EBE84}"/>
                  </a:ext>
                </a:extLst>
              </p:cNvPr>
              <p:cNvSpPr/>
              <p:nvPr/>
            </p:nvSpPr>
            <p:spPr bwMode="auto">
              <a:xfrm flipV="false" flipH="false">
                <a:off x="7539038" y="4532313"/>
                <a:ext cx="500063" cy="44450"/>
              </a:xfrm>
              <a:prstGeom prst="rect">
                <a:avLst/>
              </a:prstGeom>
              <a:solidFill>
                <a:srgbClr val="F250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4252c16-e408-400b-a28d-46fe46fdd804" id="46" name="î$ľiḋè">
                <a:extLst>
                  <a:ext uri="{FF2B5EF4-FFF2-40B4-BE49-F238E27FC236}">
                    <a16:creationId id="{79A9B8F3-E781-8A33-E003-DAB334BE76D2}"/>
                  </a:ext>
                </a:extLst>
              </p:cNvPr>
              <p:cNvSpPr/>
              <p:nvPr/>
            </p:nvSpPr>
            <p:spPr bwMode="auto">
              <a:xfrm flipV="false" flipH="false">
                <a:off x="7472363" y="4800600"/>
                <a:ext cx="495300" cy="42863"/>
              </a:xfrm>
              <a:prstGeom prst="rect">
                <a:avLst/>
              </a:prstGeom>
              <a:solidFill>
                <a:srgbClr val="F250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1e9973a-ee34-44a1-8f4e-67b452ba2829" id="47" name="ïşľïḓé">
                <a:extLst>
                  <a:ext uri="{FF2B5EF4-FFF2-40B4-BE49-F238E27FC236}">
                    <a16:creationId id="{1C54438A-35F5-D00C-A7D8-3E9D1E12B6FF}"/>
                  </a:ext>
                </a:extLst>
              </p:cNvPr>
              <p:cNvSpPr/>
              <p:nvPr/>
            </p:nvSpPr>
            <p:spPr bwMode="auto">
              <a:xfrm flipV="false" flipH="false">
                <a:off x="7402513" y="5067300"/>
                <a:ext cx="500063" cy="39688"/>
              </a:xfrm>
              <a:prstGeom prst="rect">
                <a:avLst/>
              </a:prstGeom>
              <a:solidFill>
                <a:srgbClr val="F250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3540aa4-22b6-4c86-a073-8cee92c6116a" id="48" name="ïṧļiďê">
                <a:extLst>
                  <a:ext uri="{FF2B5EF4-FFF2-40B4-BE49-F238E27FC236}">
                    <a16:creationId id="{4FA5DCC1-43CE-2335-81A4-251609A7E513}"/>
                  </a:ext>
                </a:extLst>
              </p:cNvPr>
              <p:cNvSpPr/>
              <p:nvPr/>
            </p:nvSpPr>
            <p:spPr bwMode="auto">
              <a:xfrm flipV="false" flipH="false">
                <a:off x="7337425" y="5334000"/>
                <a:ext cx="495300" cy="39688"/>
              </a:xfrm>
              <a:prstGeom prst="rect">
                <a:avLst/>
              </a:prstGeom>
              <a:solidFill>
                <a:srgbClr val="F250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67b524d-34e0-4ba4-9099-1e6d2353f10e" id="49" name="iṥľíḓé">
                <a:extLst>
                  <a:ext uri="{FF2B5EF4-FFF2-40B4-BE49-F238E27FC236}">
                    <a16:creationId id="{6A526C02-9AA4-EDC2-5732-D06F898F9159}"/>
                  </a:ext>
                </a:extLst>
              </p:cNvPr>
              <p:cNvSpPr/>
              <p:nvPr/>
            </p:nvSpPr>
            <p:spPr bwMode="auto">
              <a:xfrm flipV="false" flipH="false">
                <a:off x="8231188" y="3730625"/>
                <a:ext cx="530225" cy="1954213"/>
              </a:xfrm>
              <a:custGeom>
                <a:avLst/>
                <a:gdLst>
                  <a:gd fmla="*/ 312 w 334" name="T0"/>
                  <a:gd fmla="*/ 1231 h 1231" name="T1"/>
                  <a:gd fmla="*/ 334 w 334" name="T2"/>
                  <a:gd fmla="*/ 1223 h 1231" name="T3"/>
                  <a:gd fmla="*/ 25 w 334" name="T4"/>
                  <a:gd fmla="*/ 0 h 1231" name="T5"/>
                  <a:gd fmla="*/ 0 w 334" name="T6"/>
                  <a:gd fmla="*/ 6 h 1231" name="T7"/>
                  <a:gd fmla="*/ 312 w 334" name="T8"/>
                  <a:gd fmla="*/ 1231 h 1231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231" w="334">
                    <a:moveTo>
                      <a:pt x="312" y="1231"/>
                    </a:moveTo>
                    <a:lnTo>
                      <a:pt x="334" y="1223"/>
                    </a:lnTo>
                    <a:lnTo>
                      <a:pt x="25" y="0"/>
                    </a:lnTo>
                    <a:lnTo>
                      <a:pt x="0" y="6"/>
                    </a:lnTo>
                    <a:lnTo>
                      <a:pt x="312" y="1231"/>
                    </a:lnTo>
                    <a:close/>
                  </a:path>
                </a:pathLst>
              </a:custGeom>
              <a:solidFill>
                <a:srgbClr val="F67C6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8068679-8303-4bf7-80b3-83d1945e729e" id="50" name="íśḷïḑé">
                <a:extLst>
                  <a:ext uri="{FF2B5EF4-FFF2-40B4-BE49-F238E27FC236}">
                    <a16:creationId id="{3AFD056B-CA9B-8969-F79E-1A3E23A02B48}"/>
                  </a:ext>
                </a:extLst>
              </p:cNvPr>
              <p:cNvSpPr/>
              <p:nvPr/>
            </p:nvSpPr>
            <p:spPr bwMode="auto">
              <a:xfrm flipV="false" flipH="false">
                <a:off x="7727950" y="3730625"/>
                <a:ext cx="542925" cy="1954213"/>
              </a:xfrm>
              <a:custGeom>
                <a:avLst/>
                <a:gdLst>
                  <a:gd fmla="*/ 317 w 342" name="T0"/>
                  <a:gd fmla="*/ 1231 h 1231" name="T1"/>
                  <a:gd fmla="*/ 342 w 342" name="T2"/>
                  <a:gd fmla="*/ 1223 h 1231" name="T3"/>
                  <a:gd fmla="*/ 24 w 342" name="T4"/>
                  <a:gd fmla="*/ 0 h 1231" name="T5"/>
                  <a:gd fmla="*/ 0 w 342" name="T6"/>
                  <a:gd fmla="*/ 6 h 1231" name="T7"/>
                  <a:gd fmla="*/ 317 w 342" name="T8"/>
                  <a:gd fmla="*/ 1231 h 1231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231" w="342">
                    <a:moveTo>
                      <a:pt x="317" y="1231"/>
                    </a:moveTo>
                    <a:lnTo>
                      <a:pt x="342" y="1223"/>
                    </a:lnTo>
                    <a:lnTo>
                      <a:pt x="24" y="0"/>
                    </a:lnTo>
                    <a:lnTo>
                      <a:pt x="0" y="6"/>
                    </a:lnTo>
                    <a:lnTo>
                      <a:pt x="317" y="1231"/>
                    </a:lnTo>
                    <a:close/>
                  </a:path>
                </a:pathLst>
              </a:custGeom>
              <a:solidFill>
                <a:srgbClr val="F67C6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35ce2a3-c1db-40f5-815f-7a8fbea18bf9" id="51" name="ïṣlíḑé">
                <a:extLst>
                  <a:ext uri="{FF2B5EF4-FFF2-40B4-BE49-F238E27FC236}">
                    <a16:creationId id="{23DEC75D-6E38-5FA8-1956-8EACE5AA94CF}"/>
                  </a:ext>
                </a:extLst>
              </p:cNvPr>
              <p:cNvSpPr/>
              <p:nvPr/>
            </p:nvSpPr>
            <p:spPr bwMode="auto">
              <a:xfrm flipV="false" flipH="false">
                <a:off x="7823200" y="4002088"/>
                <a:ext cx="500063" cy="39688"/>
              </a:xfrm>
              <a:prstGeom prst="rect">
                <a:avLst/>
              </a:prstGeom>
              <a:solidFill>
                <a:srgbClr val="F67C6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23c3941-7291-492e-8861-a9918491b243" id="52" name="ïşḷîďê">
                <a:extLst>
                  <a:ext uri="{FF2B5EF4-FFF2-40B4-BE49-F238E27FC236}">
                    <a16:creationId id="{ED8F9EB8-1A19-D7A3-2100-C64BA869429A}"/>
                  </a:ext>
                </a:extLst>
              </p:cNvPr>
              <p:cNvSpPr/>
              <p:nvPr/>
            </p:nvSpPr>
            <p:spPr bwMode="auto">
              <a:xfrm flipV="false" flipH="false">
                <a:off x="7889875" y="4270375"/>
                <a:ext cx="503238" cy="39688"/>
              </a:xfrm>
              <a:prstGeom prst="rect">
                <a:avLst/>
              </a:prstGeom>
              <a:solidFill>
                <a:srgbClr val="F67C6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8099034-95d7-4fe4-982f-ec2d5c205be8" id="53" name="íṡḻïďê">
                <a:extLst>
                  <a:ext uri="{FF2B5EF4-FFF2-40B4-BE49-F238E27FC236}">
                    <a16:creationId id="{A4FC59D1-8934-93BE-A31A-62D3EDD7A5A4}"/>
                  </a:ext>
                </a:extLst>
              </p:cNvPr>
              <p:cNvSpPr/>
              <p:nvPr/>
            </p:nvSpPr>
            <p:spPr bwMode="auto">
              <a:xfrm flipV="false" flipH="false">
                <a:off x="7959725" y="4532313"/>
                <a:ext cx="500063" cy="44450"/>
              </a:xfrm>
              <a:prstGeom prst="rect">
                <a:avLst/>
              </a:prstGeom>
              <a:solidFill>
                <a:srgbClr val="F67C6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d67807f-5520-4ae0-a433-55a059ae2d02" id="54" name="iŝ1iďé">
                <a:extLst>
                  <a:ext uri="{FF2B5EF4-FFF2-40B4-BE49-F238E27FC236}">
                    <a16:creationId id="{EFFE365A-2532-D8C9-E1B1-DD6D15D59284}"/>
                  </a:ext>
                </a:extLst>
              </p:cNvPr>
              <p:cNvSpPr/>
              <p:nvPr/>
            </p:nvSpPr>
            <p:spPr bwMode="auto">
              <a:xfrm flipV="false" flipH="false">
                <a:off x="8029575" y="4800600"/>
                <a:ext cx="495300" cy="42863"/>
              </a:xfrm>
              <a:prstGeom prst="rect">
                <a:avLst/>
              </a:prstGeom>
              <a:solidFill>
                <a:srgbClr val="F67C6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0e68c81-0093-49eb-a0d1-1aea14d6e90f" id="55" name="iSľîďe">
                <a:extLst>
                  <a:ext uri="{FF2B5EF4-FFF2-40B4-BE49-F238E27FC236}">
                    <a16:creationId id="{0EECEDC9-9369-61AC-0F58-8DB5426B63A7}"/>
                  </a:ext>
                </a:extLst>
              </p:cNvPr>
              <p:cNvSpPr/>
              <p:nvPr/>
            </p:nvSpPr>
            <p:spPr bwMode="auto">
              <a:xfrm flipV="false" flipH="false">
                <a:off x="8099425" y="5067300"/>
                <a:ext cx="495300" cy="39688"/>
              </a:xfrm>
              <a:prstGeom prst="rect">
                <a:avLst/>
              </a:prstGeom>
              <a:solidFill>
                <a:srgbClr val="F67C6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816b737-a95c-40db-b854-c443ab371f50" id="56" name="îşlïďe">
                <a:extLst>
                  <a:ext uri="{FF2B5EF4-FFF2-40B4-BE49-F238E27FC236}">
                    <a16:creationId id="{D5B73AD1-FCDA-8AF0-03FB-B19A8EED9C29}"/>
                  </a:ext>
                </a:extLst>
              </p:cNvPr>
              <p:cNvSpPr/>
              <p:nvPr/>
            </p:nvSpPr>
            <p:spPr bwMode="auto">
              <a:xfrm flipV="false" flipH="false">
                <a:off x="8166100" y="5334000"/>
                <a:ext cx="495300" cy="39688"/>
              </a:xfrm>
              <a:prstGeom prst="rect">
                <a:avLst/>
              </a:prstGeom>
              <a:solidFill>
                <a:srgbClr val="F67C6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4daa06b-2562-432a-a0bc-f1dc4616b5ac" id="57" name="íṥlïḋê">
                <a:extLst>
                  <a:ext uri="{FF2B5EF4-FFF2-40B4-BE49-F238E27FC236}">
                    <a16:creationId id="{4AB1F04A-7CDE-17FF-120C-1454A1A40B8E}"/>
                  </a:ext>
                </a:extLst>
              </p:cNvPr>
              <p:cNvSpPr/>
              <p:nvPr/>
            </p:nvSpPr>
            <p:spPr bwMode="auto">
              <a:xfrm flipV="false" flipH="false">
                <a:off x="4759325" y="5580063"/>
                <a:ext cx="161925" cy="109538"/>
              </a:xfrm>
              <a:custGeom>
                <a:avLst/>
                <a:gdLst>
                  <a:gd fmla="*/ 34 w 37" name="T0"/>
                  <a:gd fmla="*/ 20 h 25" name="T1"/>
                  <a:gd fmla="*/ 36 w 37" name="T2"/>
                  <a:gd fmla="*/ 20 h 25" name="T3"/>
                  <a:gd fmla="*/ 37 w 37" name="T4"/>
                  <a:gd fmla="*/ 22 h 25" name="T5"/>
                  <a:gd fmla="*/ 37 w 37" name="T6"/>
                  <a:gd fmla="*/ 23 h 25" name="T7"/>
                  <a:gd fmla="*/ 30 w 37" name="T8"/>
                  <a:gd fmla="*/ 25 h 25" name="T9"/>
                  <a:gd fmla="*/ 4 w 37" name="T10"/>
                  <a:gd fmla="*/ 25 h 25" name="T11"/>
                  <a:gd fmla="*/ 2 w 37" name="T12"/>
                  <a:gd fmla="*/ 25 h 25" name="T13"/>
                  <a:gd fmla="*/ 1 w 37" name="T14"/>
                  <a:gd fmla="*/ 24 h 25" name="T15"/>
                  <a:gd fmla="*/ 1 w 37" name="T16"/>
                  <a:gd fmla="*/ 14 h 25" name="T17"/>
                  <a:gd fmla="*/ 2 w 37" name="T18"/>
                  <a:gd fmla="*/ 5 h 25" name="T19"/>
                  <a:gd fmla="*/ 3 w 37" name="T20"/>
                  <a:gd fmla="*/ 2 h 25" name="T21"/>
                  <a:gd fmla="*/ 4 w 37" name="T22"/>
                  <a:gd fmla="*/ 1 h 25" name="T23"/>
                  <a:gd fmla="*/ 13 w 37" name="T24"/>
                  <a:gd fmla="*/ 0 h 25" name="T25"/>
                  <a:gd fmla="*/ 13 w 37" name="T26"/>
                  <a:gd fmla="*/ 10 h 25" name="T27"/>
                  <a:gd fmla="*/ 34 w 37" name="T28"/>
                  <a:gd fmla="*/ 20 h 25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25" w="37">
                    <a:moveTo>
                      <a:pt x="34" y="20"/>
                    </a:moveTo>
                    <a:cubicBezTo>
                      <a:pt x="34" y="20"/>
                      <a:pt x="35" y="20"/>
                      <a:pt x="36" y="20"/>
                    </a:cubicBezTo>
                    <a:cubicBezTo>
                      <a:pt x="37" y="21"/>
                      <a:pt x="37" y="21"/>
                      <a:pt x="37" y="22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5" y="25"/>
                      <a:pt x="33" y="25"/>
                      <a:pt x="30" y="25"/>
                    </a:cubicBezTo>
                    <a:cubicBezTo>
                      <a:pt x="21" y="25"/>
                      <a:pt x="12" y="25"/>
                      <a:pt x="4" y="25"/>
                    </a:cubicBezTo>
                    <a:cubicBezTo>
                      <a:pt x="3" y="25"/>
                      <a:pt x="3" y="25"/>
                      <a:pt x="2" y="25"/>
                    </a:cubicBezTo>
                    <a:cubicBezTo>
                      <a:pt x="2" y="24"/>
                      <a:pt x="2" y="24"/>
                      <a:pt x="1" y="24"/>
                    </a:cubicBezTo>
                    <a:cubicBezTo>
                      <a:pt x="0" y="21"/>
                      <a:pt x="0" y="17"/>
                      <a:pt x="1" y="14"/>
                    </a:cubicBezTo>
                    <a:cubicBezTo>
                      <a:pt x="1" y="11"/>
                      <a:pt x="3" y="8"/>
                      <a:pt x="2" y="5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3" y="0"/>
                      <a:pt x="13" y="10"/>
                      <a:pt x="13" y="10"/>
                    </a:cubicBezTo>
                    <a:cubicBezTo>
                      <a:pt x="16" y="18"/>
                      <a:pt x="27" y="19"/>
                      <a:pt x="34" y="20"/>
                    </a:cubicBezTo>
                    <a:close/>
                  </a:path>
                </a:pathLst>
              </a:custGeom>
              <a:solidFill>
                <a:srgbClr val="004D7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72e2a23-d09a-43ca-92de-19dc6ac35f3f" id="58" name="iŝḷîdè">
                <a:extLst>
                  <a:ext uri="{FF2B5EF4-FFF2-40B4-BE49-F238E27FC236}">
                    <a16:creationId id="{87E81BDF-61AA-13E2-52DA-27107C969DD1}"/>
                  </a:ext>
                </a:extLst>
              </p:cNvPr>
              <p:cNvSpPr/>
              <p:nvPr/>
            </p:nvSpPr>
            <p:spPr bwMode="auto">
              <a:xfrm flipV="false" flipH="false">
                <a:off x="4587875" y="4725988"/>
                <a:ext cx="271463" cy="879475"/>
              </a:xfrm>
              <a:custGeom>
                <a:avLst/>
                <a:gdLst>
                  <a:gd fmla="*/ 28 w 62" name="T0"/>
                  <a:gd fmla="*/ 0 h 201" name="T1"/>
                  <a:gd fmla="*/ 13 w 62" name="T2"/>
                  <a:gd fmla="*/ 4 h 201" name="T3"/>
                  <a:gd fmla="*/ 12 w 62" name="T4"/>
                  <a:gd fmla="*/ 48 h 201" name="T5"/>
                  <a:gd fmla="*/ 23 w 62" name="T6"/>
                  <a:gd fmla="*/ 87 h 201" name="T7"/>
                  <a:gd fmla="*/ 33 w 62" name="T8"/>
                  <a:gd fmla="*/ 152 h 201" name="T9"/>
                  <a:gd fmla="*/ 36 w 62" name="T10"/>
                  <a:gd fmla="*/ 201 h 201" name="T11"/>
                  <a:gd fmla="*/ 54 w 62" name="T12"/>
                  <a:gd fmla="*/ 201 h 201" name="T13"/>
                  <a:gd fmla="*/ 58 w 62" name="T14"/>
                  <a:gd fmla="*/ 175 h 201" name="T15"/>
                  <a:gd fmla="*/ 59 w 62" name="T16"/>
                  <a:gd fmla="*/ 148 h 201" name="T17"/>
                  <a:gd fmla="*/ 57 w 62" name="T18"/>
                  <a:gd fmla="*/ 25 h 201" name="T19"/>
                  <a:gd fmla="*/ 52 w 62" name="T20"/>
                  <a:gd fmla="*/ 6 h 201" name="T21"/>
                  <a:gd fmla="*/ 43 w 62" name="T22"/>
                  <a:gd fmla="*/ 2 h 201" name="T23"/>
                  <a:gd fmla="*/ 32 w 62" name="T24"/>
                  <a:gd fmla="*/ 0 h 201" name="T25"/>
                  <a:gd fmla="*/ 28 w 62" name="T26"/>
                  <a:gd fmla="*/ 0 h 201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201" w="62">
                    <a:moveTo>
                      <a:pt x="28" y="0"/>
                    </a:moveTo>
                    <a:cubicBezTo>
                      <a:pt x="23" y="0"/>
                      <a:pt x="18" y="2"/>
                      <a:pt x="13" y="4"/>
                    </a:cubicBezTo>
                    <a:cubicBezTo>
                      <a:pt x="0" y="9"/>
                      <a:pt x="9" y="38"/>
                      <a:pt x="12" y="48"/>
                    </a:cubicBezTo>
                    <a:cubicBezTo>
                      <a:pt x="15" y="61"/>
                      <a:pt x="19" y="74"/>
                      <a:pt x="23" y="87"/>
                    </a:cubicBezTo>
                    <a:cubicBezTo>
                      <a:pt x="28" y="108"/>
                      <a:pt x="31" y="130"/>
                      <a:pt x="33" y="152"/>
                    </a:cubicBezTo>
                    <a:cubicBezTo>
                      <a:pt x="33" y="156"/>
                      <a:pt x="36" y="201"/>
                      <a:pt x="36" y="201"/>
                    </a:cubicBezTo>
                    <a:cubicBezTo>
                      <a:pt x="42" y="201"/>
                      <a:pt x="48" y="201"/>
                      <a:pt x="54" y="201"/>
                    </a:cubicBezTo>
                    <a:cubicBezTo>
                      <a:pt x="56" y="201"/>
                      <a:pt x="58" y="177"/>
                      <a:pt x="58" y="175"/>
                    </a:cubicBezTo>
                    <a:cubicBezTo>
                      <a:pt x="59" y="166"/>
                      <a:pt x="59" y="157"/>
                      <a:pt x="59" y="148"/>
                    </a:cubicBezTo>
                    <a:cubicBezTo>
                      <a:pt x="62" y="108"/>
                      <a:pt x="59" y="66"/>
                      <a:pt x="57" y="25"/>
                    </a:cubicBezTo>
                    <a:cubicBezTo>
                      <a:pt x="57" y="18"/>
                      <a:pt x="56" y="11"/>
                      <a:pt x="52" y="6"/>
                    </a:cubicBezTo>
                    <a:cubicBezTo>
                      <a:pt x="50" y="4"/>
                      <a:pt x="45" y="3"/>
                      <a:pt x="43" y="2"/>
                    </a:cubicBezTo>
                    <a:cubicBezTo>
                      <a:pt x="39" y="1"/>
                      <a:pt x="36" y="0"/>
                      <a:pt x="32" y="0"/>
                    </a:cubicBezTo>
                    <a:cubicBezTo>
                      <a:pt x="30" y="0"/>
                      <a:pt x="29" y="0"/>
                      <a:pt x="28" y="0"/>
                    </a:cubicBezTo>
                    <a:close/>
                  </a:path>
                </a:pathLst>
              </a:custGeom>
              <a:solidFill>
                <a:srgbClr val="004D7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cabc1ee-7ae3-4be1-b3c3-4b7c8d978a1b" id="59" name="ïṡľïḓê">
                <a:extLst>
                  <a:ext uri="{FF2B5EF4-FFF2-40B4-BE49-F238E27FC236}">
                    <a16:creationId id="{148D8E98-FEF7-6635-A5A9-4F3476E6ED76}"/>
                  </a:ext>
                </a:extLst>
              </p:cNvPr>
              <p:cNvSpPr/>
              <p:nvPr/>
            </p:nvSpPr>
            <p:spPr bwMode="auto">
              <a:xfrm flipV="false" flipH="false">
                <a:off x="4592638" y="5580063"/>
                <a:ext cx="161925" cy="109538"/>
              </a:xfrm>
              <a:custGeom>
                <a:avLst/>
                <a:gdLst>
                  <a:gd fmla="*/ 34 w 37" name="T0"/>
                  <a:gd fmla="*/ 20 h 25" name="T1"/>
                  <a:gd fmla="*/ 36 w 37" name="T2"/>
                  <a:gd fmla="*/ 20 h 25" name="T3"/>
                  <a:gd fmla="*/ 37 w 37" name="T4"/>
                  <a:gd fmla="*/ 22 h 25" name="T5"/>
                  <a:gd fmla="*/ 37 w 37" name="T6"/>
                  <a:gd fmla="*/ 23 h 25" name="T7"/>
                  <a:gd fmla="*/ 30 w 37" name="T8"/>
                  <a:gd fmla="*/ 25 h 25" name="T9"/>
                  <a:gd fmla="*/ 4 w 37" name="T10"/>
                  <a:gd fmla="*/ 25 h 25" name="T11"/>
                  <a:gd fmla="*/ 2 w 37" name="T12"/>
                  <a:gd fmla="*/ 25 h 25" name="T13"/>
                  <a:gd fmla="*/ 1 w 37" name="T14"/>
                  <a:gd fmla="*/ 24 h 25" name="T15"/>
                  <a:gd fmla="*/ 1 w 37" name="T16"/>
                  <a:gd fmla="*/ 14 h 25" name="T17"/>
                  <a:gd fmla="*/ 2 w 37" name="T18"/>
                  <a:gd fmla="*/ 5 h 25" name="T19"/>
                  <a:gd fmla="*/ 3 w 37" name="T20"/>
                  <a:gd fmla="*/ 2 h 25" name="T21"/>
                  <a:gd fmla="*/ 4 w 37" name="T22"/>
                  <a:gd fmla="*/ 1 h 25" name="T23"/>
                  <a:gd fmla="*/ 13 w 37" name="T24"/>
                  <a:gd fmla="*/ 0 h 25" name="T25"/>
                  <a:gd fmla="*/ 13 w 37" name="T26"/>
                  <a:gd fmla="*/ 10 h 25" name="T27"/>
                  <a:gd fmla="*/ 34 w 37" name="T28"/>
                  <a:gd fmla="*/ 20 h 25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25" w="37">
                    <a:moveTo>
                      <a:pt x="34" y="20"/>
                    </a:moveTo>
                    <a:cubicBezTo>
                      <a:pt x="34" y="20"/>
                      <a:pt x="35" y="20"/>
                      <a:pt x="36" y="20"/>
                    </a:cubicBezTo>
                    <a:cubicBezTo>
                      <a:pt x="37" y="21"/>
                      <a:pt x="37" y="21"/>
                      <a:pt x="37" y="22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5" y="25"/>
                      <a:pt x="33" y="25"/>
                      <a:pt x="30" y="25"/>
                    </a:cubicBezTo>
                    <a:cubicBezTo>
                      <a:pt x="21" y="25"/>
                      <a:pt x="12" y="25"/>
                      <a:pt x="4" y="25"/>
                    </a:cubicBezTo>
                    <a:cubicBezTo>
                      <a:pt x="3" y="25"/>
                      <a:pt x="3" y="25"/>
                      <a:pt x="2" y="25"/>
                    </a:cubicBezTo>
                    <a:cubicBezTo>
                      <a:pt x="2" y="24"/>
                      <a:pt x="2" y="24"/>
                      <a:pt x="1" y="24"/>
                    </a:cubicBezTo>
                    <a:cubicBezTo>
                      <a:pt x="0" y="21"/>
                      <a:pt x="0" y="17"/>
                      <a:pt x="1" y="14"/>
                    </a:cubicBezTo>
                    <a:cubicBezTo>
                      <a:pt x="1" y="11"/>
                      <a:pt x="3" y="8"/>
                      <a:pt x="2" y="5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3" y="0"/>
                      <a:pt x="13" y="10"/>
                      <a:pt x="13" y="10"/>
                    </a:cubicBezTo>
                    <a:cubicBezTo>
                      <a:pt x="16" y="18"/>
                      <a:pt x="27" y="19"/>
                      <a:pt x="34" y="20"/>
                    </a:cubicBezTo>
                    <a:close/>
                  </a:path>
                </a:pathLst>
              </a:custGeom>
              <a:solidFill>
                <a:srgbClr val="004D7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ccf1115-540e-402a-815a-3b110e58626a" id="60" name="íṧḷïḋé">
                <a:extLst>
                  <a:ext uri="{FF2B5EF4-FFF2-40B4-BE49-F238E27FC236}">
                    <a16:creationId id="{0BF07A0C-5CAF-C726-46F8-FC2D894F5D20}"/>
                  </a:ext>
                </a:extLst>
              </p:cNvPr>
              <p:cNvSpPr/>
              <p:nvPr/>
            </p:nvSpPr>
            <p:spPr bwMode="auto">
              <a:xfrm flipV="false" flipH="false">
                <a:off x="4670425" y="4160838"/>
                <a:ext cx="79375" cy="127000"/>
              </a:xfrm>
              <a:custGeom>
                <a:avLst/>
                <a:gdLst>
                  <a:gd fmla="*/ 17 w 18" name="T0"/>
                  <a:gd fmla="*/ 27 h 29" name="T1"/>
                  <a:gd fmla="*/ 17 w 18" name="T2"/>
                  <a:gd fmla="*/ 28 h 29" name="T3"/>
                  <a:gd fmla="*/ 15 w 18" name="T4"/>
                  <a:gd fmla="*/ 29 h 29" name="T5"/>
                  <a:gd fmla="*/ 1 w 18" name="T6"/>
                  <a:gd fmla="*/ 23 h 29" name="T7"/>
                  <a:gd fmla="*/ 0 w 18" name="T8"/>
                  <a:gd fmla="*/ 22 h 29" name="T9"/>
                  <a:gd fmla="*/ 0 w 18" name="T10"/>
                  <a:gd fmla="*/ 21 h 29" name="T11"/>
                  <a:gd fmla="*/ 5 w 18" name="T12"/>
                  <a:gd fmla="*/ 2 h 29" name="T13"/>
                  <a:gd fmla="*/ 6 w 18" name="T14"/>
                  <a:gd fmla="*/ 1 h 29" name="T15"/>
                  <a:gd fmla="*/ 7 w 18" name="T16"/>
                  <a:gd fmla="*/ 0 h 29" name="T17"/>
                  <a:gd fmla="*/ 14 w 18" name="T18"/>
                  <a:gd fmla="*/ 1 h 29" name="T19"/>
                  <a:gd fmla="*/ 17 w 18" name="T20"/>
                  <a:gd fmla="*/ 12 h 29" name="T21"/>
                  <a:gd fmla="*/ 17 w 18" name="T22"/>
                  <a:gd fmla="*/ 27 h 29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29" w="18">
                    <a:moveTo>
                      <a:pt x="17" y="27"/>
                    </a:move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9"/>
                      <a:pt x="16" y="29"/>
                      <a:pt x="15" y="29"/>
                    </a:cubicBezTo>
                    <a:cubicBezTo>
                      <a:pt x="10" y="29"/>
                      <a:pt x="5" y="27"/>
                      <a:pt x="1" y="23"/>
                    </a:cubicBezTo>
                    <a:cubicBezTo>
                      <a:pt x="1" y="23"/>
                      <a:pt x="0" y="22"/>
                      <a:pt x="0" y="22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14"/>
                      <a:pt x="4" y="8"/>
                      <a:pt x="5" y="2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10" y="0"/>
                      <a:pt x="12" y="0"/>
                      <a:pt x="14" y="1"/>
                    </a:cubicBezTo>
                    <a:cubicBezTo>
                      <a:pt x="18" y="3"/>
                      <a:pt x="17" y="8"/>
                      <a:pt x="17" y="12"/>
                    </a:cubicBezTo>
                    <a:cubicBezTo>
                      <a:pt x="17" y="17"/>
                      <a:pt x="18" y="22"/>
                      <a:pt x="17" y="27"/>
                    </a:cubicBezTo>
                    <a:close/>
                  </a:path>
                </a:pathLst>
              </a:custGeom>
              <a:solidFill>
                <a:srgbClr val="D99481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0fab6a8-378d-4137-956e-863b59cc44cf" id="61" name="iś1îďê">
                <a:extLst>
                  <a:ext uri="{FF2B5EF4-FFF2-40B4-BE49-F238E27FC236}">
                    <a16:creationId id="{B87C624C-1BF6-F40B-87BC-D6A6D10FD3B4}"/>
                  </a:ext>
                </a:extLst>
              </p:cNvPr>
              <p:cNvSpPr/>
              <p:nvPr/>
            </p:nvSpPr>
            <p:spPr bwMode="auto">
              <a:xfrm flipV="false" flipH="false">
                <a:off x="4530725" y="4659313"/>
                <a:ext cx="206375" cy="946150"/>
              </a:xfrm>
              <a:custGeom>
                <a:avLst/>
                <a:gdLst>
                  <a:gd fmla="*/ 3 w 47" name="T0"/>
                  <a:gd fmla="*/ 16 h 216" name="T1"/>
                  <a:gd fmla="*/ 2 w 47" name="T2"/>
                  <a:gd fmla="*/ 28 h 216" name="T3"/>
                  <a:gd fmla="*/ 6 w 47" name="T4"/>
                  <a:gd fmla="*/ 138 h 216" name="T5"/>
                  <a:gd fmla="*/ 11 w 47" name="T6"/>
                  <a:gd fmla="*/ 216 h 216" name="T7"/>
                  <a:gd fmla="*/ 29 w 47" name="T8"/>
                  <a:gd fmla="*/ 216 h 216" name="T9"/>
                  <a:gd fmla="*/ 33 w 47" name="T10"/>
                  <a:gd fmla="*/ 190 h 216" name="T11"/>
                  <a:gd fmla="*/ 34 w 47" name="T12"/>
                  <a:gd fmla="*/ 163 h 216" name="T13"/>
                  <a:gd fmla="*/ 36 w 47" name="T14"/>
                  <a:gd fmla="*/ 121 h 216" name="T15"/>
                  <a:gd fmla="*/ 40 w 47" name="T16"/>
                  <a:gd fmla="*/ 70 h 216" name="T17"/>
                  <a:gd fmla="*/ 44 w 47" name="T18"/>
                  <a:gd fmla="*/ 40 h 216" name="T19"/>
                  <a:gd fmla="*/ 43 w 47" name="T20"/>
                  <a:gd fmla="*/ 12 h 216" name="T21"/>
                  <a:gd fmla="*/ 32 w 47" name="T22"/>
                  <a:gd fmla="*/ 2 h 216" name="T23"/>
                  <a:gd fmla="*/ 18 w 47" name="T24"/>
                  <a:gd fmla="*/ 0 h 216" name="T25"/>
                  <a:gd fmla="*/ 11 w 47" name="T26"/>
                  <a:gd fmla="*/ 1 h 216" name="T27"/>
                  <a:gd fmla="*/ 3 w 47" name="T28"/>
                  <a:gd fmla="*/ 16 h 216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216" w="47">
                    <a:moveTo>
                      <a:pt x="3" y="16"/>
                    </a:moveTo>
                    <a:cubicBezTo>
                      <a:pt x="3" y="20"/>
                      <a:pt x="2" y="24"/>
                      <a:pt x="2" y="28"/>
                    </a:cubicBezTo>
                    <a:cubicBezTo>
                      <a:pt x="0" y="65"/>
                      <a:pt x="3" y="101"/>
                      <a:pt x="6" y="138"/>
                    </a:cubicBezTo>
                    <a:cubicBezTo>
                      <a:pt x="8" y="164"/>
                      <a:pt x="10" y="190"/>
                      <a:pt x="11" y="216"/>
                    </a:cubicBezTo>
                    <a:cubicBezTo>
                      <a:pt x="17" y="216"/>
                      <a:pt x="23" y="216"/>
                      <a:pt x="29" y="216"/>
                    </a:cubicBezTo>
                    <a:cubicBezTo>
                      <a:pt x="31" y="216"/>
                      <a:pt x="33" y="192"/>
                      <a:pt x="33" y="190"/>
                    </a:cubicBezTo>
                    <a:cubicBezTo>
                      <a:pt x="34" y="181"/>
                      <a:pt x="34" y="172"/>
                      <a:pt x="34" y="163"/>
                    </a:cubicBezTo>
                    <a:cubicBezTo>
                      <a:pt x="34" y="149"/>
                      <a:pt x="36" y="135"/>
                      <a:pt x="36" y="121"/>
                    </a:cubicBezTo>
                    <a:cubicBezTo>
                      <a:pt x="37" y="104"/>
                      <a:pt x="38" y="87"/>
                      <a:pt x="40" y="70"/>
                    </a:cubicBezTo>
                    <a:cubicBezTo>
                      <a:pt x="41" y="60"/>
                      <a:pt x="43" y="50"/>
                      <a:pt x="44" y="40"/>
                    </a:cubicBezTo>
                    <a:cubicBezTo>
                      <a:pt x="45" y="31"/>
                      <a:pt x="47" y="20"/>
                      <a:pt x="43" y="12"/>
                    </a:cubicBezTo>
                    <a:cubicBezTo>
                      <a:pt x="41" y="7"/>
                      <a:pt x="37" y="4"/>
                      <a:pt x="32" y="2"/>
                    </a:cubicBezTo>
                    <a:cubicBezTo>
                      <a:pt x="28" y="0"/>
                      <a:pt x="23" y="0"/>
                      <a:pt x="18" y="0"/>
                    </a:cubicBezTo>
                    <a:cubicBezTo>
                      <a:pt x="16" y="0"/>
                      <a:pt x="13" y="0"/>
                      <a:pt x="11" y="1"/>
                    </a:cubicBezTo>
                    <a:cubicBezTo>
                      <a:pt x="5" y="3"/>
                      <a:pt x="4" y="11"/>
                      <a:pt x="3" y="16"/>
                    </a:cubicBezTo>
                    <a:close/>
                  </a:path>
                </a:pathLst>
              </a:custGeom>
              <a:solidFill>
                <a:srgbClr val="004D7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8d7d674-5db1-4477-8147-9924ea791593" id="62" name="íṥľïḓè">
                <a:extLst>
                  <a:ext uri="{FF2B5EF4-FFF2-40B4-BE49-F238E27FC236}">
                    <a16:creationId id="{7F25A511-BBA6-FC7B-9616-F4F6A4306DBC}"/>
                  </a:ext>
                </a:extLst>
              </p:cNvPr>
              <p:cNvSpPr/>
              <p:nvPr/>
            </p:nvSpPr>
            <p:spPr bwMode="auto">
              <a:xfrm flipV="false" flipH="false">
                <a:off x="4578350" y="3857625"/>
                <a:ext cx="312738" cy="412750"/>
              </a:xfrm>
              <a:custGeom>
                <a:avLst/>
                <a:gdLst>
                  <a:gd fmla="*/ 49 w 71" name="T0"/>
                  <a:gd fmla="*/ 73 h 94" name="T1"/>
                  <a:gd fmla="*/ 22 w 71" name="T2"/>
                  <a:gd fmla="*/ 21 h 94" name="T3"/>
                  <a:gd fmla="*/ 48 w 71" name="T4"/>
                  <a:gd fmla="*/ 73 h 94" name="T5"/>
                  <a:gd fmla="*/ 49 w 71" name="T6"/>
                  <a:gd fmla="*/ 73 h 94" name="T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b="b" l="0" r="r" t="0"/>
                <a:pathLst>
                  <a:path h="94" w="71">
                    <a:moveTo>
                      <a:pt x="49" y="73"/>
                    </a:moveTo>
                    <a:cubicBezTo>
                      <a:pt x="71" y="53"/>
                      <a:pt x="54" y="0"/>
                      <a:pt x="22" y="21"/>
                    </a:cubicBezTo>
                    <a:cubicBezTo>
                      <a:pt x="0" y="37"/>
                      <a:pt x="21" y="94"/>
                      <a:pt x="48" y="73"/>
                    </a:cubicBezTo>
                    <a:cubicBezTo>
                      <a:pt x="48" y="73"/>
                      <a:pt x="49" y="73"/>
                      <a:pt x="49" y="73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58a9f5a-cfe1-4407-af52-6e6413c6242f" id="63" name="îSľiďe">
                <a:extLst>
                  <a:ext uri="{FF2B5EF4-FFF2-40B4-BE49-F238E27FC236}">
                    <a16:creationId id="{E94D331A-744C-9434-EFBE-CE5B49F44541}"/>
                  </a:ext>
                </a:extLst>
              </p:cNvPr>
              <p:cNvSpPr/>
              <p:nvPr/>
            </p:nvSpPr>
            <p:spPr bwMode="auto">
              <a:xfrm flipV="false" flipH="false">
                <a:off x="4535488" y="4221163"/>
                <a:ext cx="301625" cy="587375"/>
              </a:xfrm>
              <a:custGeom>
                <a:avLst/>
                <a:gdLst>
                  <a:gd fmla="*/ 65 w 69" name="T0"/>
                  <a:gd fmla="*/ 21 h 134" name="T1"/>
                  <a:gd fmla="*/ 67 w 69" name="T2"/>
                  <a:gd fmla="*/ 51 h 134" name="T3"/>
                  <a:gd fmla="*/ 69 w 69" name="T4"/>
                  <a:gd fmla="*/ 123 h 134" name="T5"/>
                  <a:gd fmla="*/ 68 w 69" name="T6"/>
                  <a:gd fmla="*/ 128 h 134" name="T7"/>
                  <a:gd fmla="*/ 64 w 69" name="T8"/>
                  <a:gd fmla="*/ 130 h 134" name="T9"/>
                  <a:gd fmla="*/ 22 w 69" name="T10"/>
                  <a:gd fmla="*/ 133 h 134" name="T11"/>
                  <a:gd fmla="*/ 4 w 69" name="T12"/>
                  <a:gd fmla="*/ 131 h 134" name="T13"/>
                  <a:gd fmla="*/ 1 w 69" name="T14"/>
                  <a:gd fmla="*/ 129 h 134" name="T15"/>
                  <a:gd fmla="*/ 0 w 69" name="T16"/>
                  <a:gd fmla="*/ 125 h 134" name="T17"/>
                  <a:gd fmla="*/ 5 w 69" name="T18"/>
                  <a:gd fmla="*/ 65 h 134" name="T19"/>
                  <a:gd fmla="*/ 13 w 69" name="T20"/>
                  <a:gd fmla="*/ 18 h 134" name="T21"/>
                  <a:gd fmla="*/ 50 w 69" name="T22"/>
                  <a:gd fmla="*/ 5 h 134" name="T23"/>
                  <a:gd fmla="*/ 61 w 69" name="T24"/>
                  <a:gd fmla="*/ 13 h 134" name="T25"/>
                  <a:gd fmla="*/ 65 w 69" name="T26"/>
                  <a:gd fmla="*/ 21 h 134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134" w="69">
                    <a:moveTo>
                      <a:pt x="65" y="21"/>
                    </a:moveTo>
                    <a:cubicBezTo>
                      <a:pt x="67" y="31"/>
                      <a:pt x="67" y="42"/>
                      <a:pt x="67" y="51"/>
                    </a:cubicBezTo>
                    <a:cubicBezTo>
                      <a:pt x="68" y="75"/>
                      <a:pt x="68" y="99"/>
                      <a:pt x="69" y="123"/>
                    </a:cubicBezTo>
                    <a:cubicBezTo>
                      <a:pt x="69" y="125"/>
                      <a:pt x="69" y="126"/>
                      <a:pt x="68" y="128"/>
                    </a:cubicBezTo>
                    <a:cubicBezTo>
                      <a:pt x="67" y="129"/>
                      <a:pt x="66" y="130"/>
                      <a:pt x="64" y="130"/>
                    </a:cubicBezTo>
                    <a:cubicBezTo>
                      <a:pt x="50" y="134"/>
                      <a:pt x="36" y="134"/>
                      <a:pt x="22" y="133"/>
                    </a:cubicBezTo>
                    <a:cubicBezTo>
                      <a:pt x="16" y="133"/>
                      <a:pt x="9" y="133"/>
                      <a:pt x="4" y="131"/>
                    </a:cubicBezTo>
                    <a:cubicBezTo>
                      <a:pt x="3" y="130"/>
                      <a:pt x="1" y="130"/>
                      <a:pt x="1" y="129"/>
                    </a:cubicBezTo>
                    <a:cubicBezTo>
                      <a:pt x="0" y="128"/>
                      <a:pt x="0" y="126"/>
                      <a:pt x="0" y="125"/>
                    </a:cubicBezTo>
                    <a:cubicBezTo>
                      <a:pt x="1" y="105"/>
                      <a:pt x="2" y="85"/>
                      <a:pt x="5" y="65"/>
                    </a:cubicBezTo>
                    <a:cubicBezTo>
                      <a:pt x="7" y="50"/>
                      <a:pt x="6" y="33"/>
                      <a:pt x="13" y="18"/>
                    </a:cubicBezTo>
                    <a:cubicBezTo>
                      <a:pt x="20" y="4"/>
                      <a:pt x="36" y="0"/>
                      <a:pt x="50" y="5"/>
                    </a:cubicBezTo>
                    <a:cubicBezTo>
                      <a:pt x="54" y="7"/>
                      <a:pt x="58" y="9"/>
                      <a:pt x="61" y="13"/>
                    </a:cubicBezTo>
                    <a:cubicBezTo>
                      <a:pt x="62" y="15"/>
                      <a:pt x="64" y="18"/>
                      <a:pt x="65" y="21"/>
                    </a:cubicBezTo>
                    <a:close/>
                  </a:path>
                </a:pathLst>
              </a:custGeom>
              <a:solidFill>
                <a:srgbClr val="36BD8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07f421f-502b-4174-bb19-daa3dc6572ad" id="64" name="ïṩḻiḓé">
                <a:extLst>
                  <a:ext uri="{FF2B5EF4-FFF2-40B4-BE49-F238E27FC236}">
                    <a16:creationId id="{9A3D0D09-AEEB-FB66-F347-F3BE18B1D476}"/>
                  </a:ext>
                </a:extLst>
              </p:cNvPr>
              <p:cNvSpPr/>
              <p:nvPr/>
            </p:nvSpPr>
            <p:spPr bwMode="auto">
              <a:xfrm flipV="false" flipH="false">
                <a:off x="4483100" y="4348163"/>
                <a:ext cx="288925" cy="407988"/>
              </a:xfrm>
              <a:custGeom>
                <a:avLst/>
                <a:gdLst>
                  <a:gd fmla="*/ 2 w 66" name="T0"/>
                  <a:gd fmla="*/ 45 h 93" name="T1"/>
                  <a:gd fmla="*/ 1 w 66" name="T2"/>
                  <a:gd fmla="*/ 62 h 93" name="T3"/>
                  <a:gd fmla="*/ 1 w 66" name="T4"/>
                  <a:gd fmla="*/ 67 h 93" name="T5"/>
                  <a:gd fmla="*/ 4 w 66" name="T6"/>
                  <a:gd fmla="*/ 69 h 93" name="T7"/>
                  <a:gd fmla="*/ 28 w 66" name="T8"/>
                  <a:gd fmla="*/ 84 h 93" name="T9"/>
                  <a:gd fmla="*/ 61 w 66" name="T10"/>
                  <a:gd fmla="*/ 93 h 93" name="T11"/>
                  <a:gd fmla="*/ 64 w 66" name="T12"/>
                  <a:gd fmla="*/ 93 h 93" name="T13"/>
                  <a:gd fmla="*/ 65 w 66" name="T14"/>
                  <a:gd fmla="*/ 88 h 93" name="T15"/>
                  <a:gd fmla="*/ 59 w 66" name="T16"/>
                  <a:gd fmla="*/ 83 h 93" name="T17"/>
                  <a:gd fmla="*/ 51 w 66" name="T18"/>
                  <a:gd fmla="*/ 78 h 93" name="T19"/>
                  <a:gd fmla="*/ 35 w 66" name="T20"/>
                  <a:gd fmla="*/ 67 h 93" name="T21"/>
                  <a:gd fmla="*/ 21 w 66" name="T22"/>
                  <a:gd fmla="*/ 59 h 93" name="T23"/>
                  <a:gd fmla="*/ 20 w 66" name="T24"/>
                  <a:gd fmla="*/ 48 h 93" name="T25"/>
                  <a:gd fmla="*/ 26 w 66" name="T26"/>
                  <a:gd fmla="*/ 26 h 93" name="T27"/>
                  <a:gd fmla="*/ 28 w 66" name="T28"/>
                  <a:gd fmla="*/ 18 h 93" name="T29"/>
                  <a:gd fmla="*/ 24 w 66" name="T30"/>
                  <a:gd fmla="*/ 10 h 93" name="T31"/>
                  <a:gd fmla="*/ 2 w 66" name="T32"/>
                  <a:gd fmla="*/ 45 h 93" name="T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b="b" l="0" r="r" t="0"/>
                <a:pathLst>
                  <a:path h="93" w="66">
                    <a:moveTo>
                      <a:pt x="2" y="45"/>
                    </a:moveTo>
                    <a:cubicBezTo>
                      <a:pt x="1" y="53"/>
                      <a:pt x="0" y="60"/>
                      <a:pt x="1" y="62"/>
                    </a:cubicBezTo>
                    <a:cubicBezTo>
                      <a:pt x="1" y="64"/>
                      <a:pt x="1" y="66"/>
                      <a:pt x="1" y="67"/>
                    </a:cubicBezTo>
                    <a:cubicBezTo>
                      <a:pt x="2" y="68"/>
                      <a:pt x="3" y="69"/>
                      <a:pt x="4" y="69"/>
                    </a:cubicBezTo>
                    <a:cubicBezTo>
                      <a:pt x="12" y="77"/>
                      <a:pt x="17" y="81"/>
                      <a:pt x="28" y="84"/>
                    </a:cubicBezTo>
                    <a:cubicBezTo>
                      <a:pt x="39" y="88"/>
                      <a:pt x="50" y="90"/>
                      <a:pt x="61" y="93"/>
                    </a:cubicBezTo>
                    <a:cubicBezTo>
                      <a:pt x="62" y="93"/>
                      <a:pt x="63" y="93"/>
                      <a:pt x="64" y="93"/>
                    </a:cubicBezTo>
                    <a:cubicBezTo>
                      <a:pt x="66" y="92"/>
                      <a:pt x="66" y="90"/>
                      <a:pt x="65" y="88"/>
                    </a:cubicBezTo>
                    <a:cubicBezTo>
                      <a:pt x="64" y="86"/>
                      <a:pt x="61" y="85"/>
                      <a:pt x="59" y="83"/>
                    </a:cubicBezTo>
                    <a:cubicBezTo>
                      <a:pt x="57" y="81"/>
                      <a:pt x="54" y="80"/>
                      <a:pt x="51" y="78"/>
                    </a:cubicBezTo>
                    <a:cubicBezTo>
                      <a:pt x="46" y="74"/>
                      <a:pt x="40" y="70"/>
                      <a:pt x="35" y="67"/>
                    </a:cubicBezTo>
                    <a:cubicBezTo>
                      <a:pt x="30" y="64"/>
                      <a:pt x="25" y="62"/>
                      <a:pt x="21" y="59"/>
                    </a:cubicBezTo>
                    <a:cubicBezTo>
                      <a:pt x="17" y="56"/>
                      <a:pt x="19" y="51"/>
                      <a:pt x="20" y="48"/>
                    </a:cubicBezTo>
                    <a:cubicBezTo>
                      <a:pt x="22" y="40"/>
                      <a:pt x="24" y="33"/>
                      <a:pt x="26" y="26"/>
                    </a:cubicBezTo>
                    <a:cubicBezTo>
                      <a:pt x="27" y="23"/>
                      <a:pt x="28" y="21"/>
                      <a:pt x="28" y="18"/>
                    </a:cubicBezTo>
                    <a:cubicBezTo>
                      <a:pt x="27" y="15"/>
                      <a:pt x="26" y="12"/>
                      <a:pt x="24" y="10"/>
                    </a:cubicBezTo>
                    <a:cubicBezTo>
                      <a:pt x="11" y="0"/>
                      <a:pt x="4" y="26"/>
                      <a:pt x="2" y="45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ca7c58f-e5e6-4ba6-bb24-77e52e37f615" id="65" name="îṥlíḑe">
                <a:extLst>
                  <a:ext uri="{FF2B5EF4-FFF2-40B4-BE49-F238E27FC236}">
                    <a16:creationId id="{E090B805-AD0E-B9BE-328B-FB9F49C5849F}"/>
                  </a:ext>
                </a:extLst>
              </p:cNvPr>
              <p:cNvSpPr/>
              <p:nvPr/>
            </p:nvSpPr>
            <p:spPr bwMode="auto">
              <a:xfrm flipV="false" flipH="false">
                <a:off x="4500563" y="4230688"/>
                <a:ext cx="174625" cy="244475"/>
              </a:xfrm>
              <a:custGeom>
                <a:avLst/>
                <a:gdLst>
                  <a:gd fmla="*/ 38 w 40" name="T0"/>
                  <a:gd fmla="*/ 14 h 56" name="T1"/>
                  <a:gd fmla="*/ 36 w 40" name="T2"/>
                  <a:gd fmla="*/ 36 h 56" name="T3"/>
                  <a:gd fmla="*/ 31 w 40" name="T4"/>
                  <a:gd fmla="*/ 56 h 56" name="T5"/>
                  <a:gd fmla="*/ 2 w 40" name="T6"/>
                  <a:gd fmla="*/ 48 h 56" name="T7"/>
                  <a:gd fmla="*/ 0 w 40" name="T8"/>
                  <a:gd fmla="*/ 47 h 56" name="T9"/>
                  <a:gd fmla="*/ 0 w 40" name="T10"/>
                  <a:gd fmla="*/ 46 h 56" name="T11"/>
                  <a:gd fmla="*/ 6 w 40" name="T12"/>
                  <a:gd fmla="*/ 26 h 56" name="T13"/>
                  <a:gd fmla="*/ 33 w 40" name="T14"/>
                  <a:gd fmla="*/ 7 h 56" name="T15"/>
                  <a:gd fmla="*/ 38 w 40" name="T16"/>
                  <a:gd fmla="*/ 14 h 56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56" w="40">
                    <a:moveTo>
                      <a:pt x="38" y="14"/>
                    </a:moveTo>
                    <a:cubicBezTo>
                      <a:pt x="40" y="21"/>
                      <a:pt x="38" y="31"/>
                      <a:pt x="36" y="36"/>
                    </a:cubicBezTo>
                    <a:cubicBezTo>
                      <a:pt x="35" y="38"/>
                      <a:pt x="31" y="56"/>
                      <a:pt x="31" y="56"/>
                    </a:cubicBezTo>
                    <a:cubicBezTo>
                      <a:pt x="21" y="54"/>
                      <a:pt x="11" y="52"/>
                      <a:pt x="2" y="48"/>
                    </a:cubicBezTo>
                    <a:cubicBezTo>
                      <a:pt x="1" y="48"/>
                      <a:pt x="1" y="48"/>
                      <a:pt x="0" y="47"/>
                    </a:cubicBezTo>
                    <a:cubicBezTo>
                      <a:pt x="0" y="47"/>
                      <a:pt x="0" y="47"/>
                      <a:pt x="0" y="46"/>
                    </a:cubicBezTo>
                    <a:cubicBezTo>
                      <a:pt x="0" y="39"/>
                      <a:pt x="4" y="32"/>
                      <a:pt x="6" y="26"/>
                    </a:cubicBezTo>
                    <a:cubicBezTo>
                      <a:pt x="9" y="16"/>
                      <a:pt x="21" y="0"/>
                      <a:pt x="33" y="7"/>
                    </a:cubicBezTo>
                    <a:cubicBezTo>
                      <a:pt x="36" y="9"/>
                      <a:pt x="38" y="11"/>
                      <a:pt x="38" y="14"/>
                    </a:cubicBezTo>
                    <a:close/>
                  </a:path>
                </a:pathLst>
              </a:custGeom>
              <a:solidFill>
                <a:srgbClr val="36BD8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659518b-7de3-4f0c-ac7c-359cfb09eb45" id="66" name="íṥlîḓê">
                <a:extLst>
                  <a:ext uri="{FF2B5EF4-FFF2-40B4-BE49-F238E27FC236}">
                    <a16:creationId id="{8370BE56-0B7E-F8D1-FEBA-611AD0329B48}"/>
                  </a:ext>
                </a:extLst>
              </p:cNvPr>
              <p:cNvSpPr/>
              <p:nvPr/>
            </p:nvSpPr>
            <p:spPr bwMode="auto">
              <a:xfrm flipV="false" flipH="false">
                <a:off x="4595813" y="3892550"/>
                <a:ext cx="220663" cy="254000"/>
              </a:xfrm>
              <a:custGeom>
                <a:avLst/>
                <a:gdLst>
                  <a:gd fmla="*/ 7 w 50" name="T0"/>
                  <a:gd fmla="*/ 10 h 58" name="T1"/>
                  <a:gd fmla="*/ 12 w 50" name="T2"/>
                  <a:gd fmla="*/ 6 h 58" name="T3"/>
                  <a:gd fmla="*/ 24 w 50" name="T4"/>
                  <a:gd fmla="*/ 4 h 58" name="T5"/>
                  <a:gd fmla="*/ 37 w 50" name="T6"/>
                  <a:gd fmla="*/ 1 h 58" name="T7"/>
                  <a:gd fmla="*/ 44 w 50" name="T8"/>
                  <a:gd fmla="*/ 6 h 58" name="T9"/>
                  <a:gd fmla="*/ 47 w 50" name="T10"/>
                  <a:gd fmla="*/ 9 h 58" name="T11"/>
                  <a:gd fmla="*/ 49 w 50" name="T12"/>
                  <a:gd fmla="*/ 12 h 58" name="T13"/>
                  <a:gd fmla="*/ 50 w 50" name="T14"/>
                  <a:gd fmla="*/ 16 h 58" name="T15"/>
                  <a:gd fmla="*/ 49 w 50" name="T16"/>
                  <a:gd fmla="*/ 21 h 58" name="T17"/>
                  <a:gd fmla="*/ 42 w 50" name="T18"/>
                  <a:gd fmla="*/ 22 h 58" name="T19"/>
                  <a:gd fmla="*/ 36 w 50" name="T20"/>
                  <a:gd fmla="*/ 24 h 58" name="T21"/>
                  <a:gd fmla="*/ 21 w 50" name="T22"/>
                  <a:gd fmla="*/ 27 h 58" name="T23"/>
                  <a:gd fmla="*/ 17 w 50" name="T24"/>
                  <a:gd fmla="*/ 40 h 58" name="T25"/>
                  <a:gd fmla="*/ 17 w 50" name="T26"/>
                  <a:gd fmla="*/ 53 h 58" name="T27"/>
                  <a:gd fmla="*/ 15 w 50" name="T28"/>
                  <a:gd fmla="*/ 56 h 58" name="T29"/>
                  <a:gd fmla="*/ 7 w 50" name="T30"/>
                  <a:gd fmla="*/ 47 h 58" name="T31"/>
                  <a:gd fmla="*/ 2 w 50" name="T32"/>
                  <a:gd fmla="*/ 37 h 58" name="T33"/>
                  <a:gd fmla="*/ 3 w 50" name="T34"/>
                  <a:gd fmla="*/ 14 h 58" name="T35"/>
                  <a:gd fmla="*/ 7 w 50" name="T36"/>
                  <a:gd fmla="*/ 10 h 58" name="T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b="b" l="0" r="r" t="0"/>
                <a:pathLst>
                  <a:path h="58" w="50">
                    <a:moveTo>
                      <a:pt x="7" y="10"/>
                    </a:moveTo>
                    <a:cubicBezTo>
                      <a:pt x="8" y="8"/>
                      <a:pt x="10" y="7"/>
                      <a:pt x="12" y="6"/>
                    </a:cubicBezTo>
                    <a:cubicBezTo>
                      <a:pt x="16" y="5"/>
                      <a:pt x="20" y="5"/>
                      <a:pt x="24" y="4"/>
                    </a:cubicBezTo>
                    <a:cubicBezTo>
                      <a:pt x="29" y="3"/>
                      <a:pt x="33" y="0"/>
                      <a:pt x="37" y="1"/>
                    </a:cubicBezTo>
                    <a:cubicBezTo>
                      <a:pt x="40" y="2"/>
                      <a:pt x="42" y="3"/>
                      <a:pt x="44" y="6"/>
                    </a:cubicBezTo>
                    <a:cubicBezTo>
                      <a:pt x="45" y="7"/>
                      <a:pt x="46" y="8"/>
                      <a:pt x="47" y="9"/>
                    </a:cubicBezTo>
                    <a:cubicBezTo>
                      <a:pt x="48" y="10"/>
                      <a:pt x="49" y="11"/>
                      <a:pt x="49" y="12"/>
                    </a:cubicBezTo>
                    <a:cubicBezTo>
                      <a:pt x="50" y="13"/>
                      <a:pt x="50" y="14"/>
                      <a:pt x="50" y="16"/>
                    </a:cubicBezTo>
                    <a:cubicBezTo>
                      <a:pt x="50" y="17"/>
                      <a:pt x="50" y="19"/>
                      <a:pt x="49" y="21"/>
                    </a:cubicBezTo>
                    <a:cubicBezTo>
                      <a:pt x="47" y="24"/>
                      <a:pt x="45" y="23"/>
                      <a:pt x="42" y="22"/>
                    </a:cubicBezTo>
                    <a:cubicBezTo>
                      <a:pt x="40" y="22"/>
                      <a:pt x="38" y="23"/>
                      <a:pt x="36" y="24"/>
                    </a:cubicBezTo>
                    <a:cubicBezTo>
                      <a:pt x="31" y="26"/>
                      <a:pt x="25" y="24"/>
                      <a:pt x="21" y="27"/>
                    </a:cubicBezTo>
                    <a:cubicBezTo>
                      <a:pt x="17" y="30"/>
                      <a:pt x="17" y="36"/>
                      <a:pt x="17" y="40"/>
                    </a:cubicBezTo>
                    <a:cubicBezTo>
                      <a:pt x="17" y="44"/>
                      <a:pt x="17" y="49"/>
                      <a:pt x="17" y="53"/>
                    </a:cubicBezTo>
                    <a:cubicBezTo>
                      <a:pt x="17" y="55"/>
                      <a:pt x="18" y="58"/>
                      <a:pt x="15" y="56"/>
                    </a:cubicBezTo>
                    <a:cubicBezTo>
                      <a:pt x="12" y="55"/>
                      <a:pt x="9" y="50"/>
                      <a:pt x="7" y="47"/>
                    </a:cubicBezTo>
                    <a:cubicBezTo>
                      <a:pt x="5" y="44"/>
                      <a:pt x="4" y="41"/>
                      <a:pt x="2" y="37"/>
                    </a:cubicBezTo>
                    <a:cubicBezTo>
                      <a:pt x="0" y="30"/>
                      <a:pt x="0" y="21"/>
                      <a:pt x="3" y="14"/>
                    </a:cubicBezTo>
                    <a:cubicBezTo>
                      <a:pt x="4" y="12"/>
                      <a:pt x="5" y="11"/>
                      <a:pt x="7" y="10"/>
                    </a:cubicBezTo>
                    <a:close/>
                  </a:path>
                </a:pathLst>
              </a:custGeom>
              <a:solidFill>
                <a:srgbClr val="004D7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68e0cc4-144e-40a0-94d0-e01788defd39" id="67" name="ïṩḷïḋé">
                <a:extLst>
                  <a:ext uri="{FF2B5EF4-FFF2-40B4-BE49-F238E27FC236}">
                    <a16:creationId id="{0235A4C9-A9F6-8A5E-8B39-F1881EBDFA56}"/>
                  </a:ext>
                </a:extLst>
              </p:cNvPr>
              <p:cNvSpPr/>
              <p:nvPr/>
            </p:nvSpPr>
            <p:spPr bwMode="auto">
              <a:xfrm flipV="false" flipH="false">
                <a:off x="4645025" y="4064000"/>
                <a:ext cx="42863" cy="69850"/>
              </a:xfrm>
              <a:custGeom>
                <a:avLst/>
                <a:gdLst>
                  <a:gd fmla="*/ 9 w 10" name="T0"/>
                  <a:gd fmla="*/ 7 h 16" name="T1"/>
                  <a:gd fmla="*/ 6 w 10" name="T2"/>
                  <a:gd fmla="*/ 15 h 16" name="T3"/>
                  <a:gd fmla="*/ 1 w 10" name="T4"/>
                  <a:gd fmla="*/ 9 h 16" name="T5"/>
                  <a:gd fmla="*/ 3 w 10" name="T6"/>
                  <a:gd fmla="*/ 1 h 16" name="T7"/>
                  <a:gd fmla="*/ 9 w 10" name="T8"/>
                  <a:gd fmla="*/ 7 h 16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6" w="10">
                    <a:moveTo>
                      <a:pt x="9" y="7"/>
                    </a:moveTo>
                    <a:cubicBezTo>
                      <a:pt x="10" y="11"/>
                      <a:pt x="8" y="15"/>
                      <a:pt x="6" y="15"/>
                    </a:cubicBezTo>
                    <a:cubicBezTo>
                      <a:pt x="4" y="16"/>
                      <a:pt x="1" y="13"/>
                      <a:pt x="1" y="9"/>
                    </a:cubicBezTo>
                    <a:cubicBezTo>
                      <a:pt x="0" y="5"/>
                      <a:pt x="1" y="1"/>
                      <a:pt x="3" y="1"/>
                    </a:cubicBezTo>
                    <a:cubicBezTo>
                      <a:pt x="6" y="0"/>
                      <a:pt x="8" y="3"/>
                      <a:pt x="9" y="7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b4a3f0a-1ce8-4e86-bd9c-2beae6db3190" id="68" name="iSḷiḍé">
                <a:extLst>
                  <a:ext uri="{FF2B5EF4-FFF2-40B4-BE49-F238E27FC236}">
                    <a16:creationId id="{366A2892-88BF-3F86-C90D-375A7E17B019}"/>
                  </a:ext>
                </a:extLst>
              </p:cNvPr>
              <p:cNvSpPr/>
              <p:nvPr/>
            </p:nvSpPr>
            <p:spPr bwMode="auto">
              <a:xfrm flipV="false" flipH="false">
                <a:off x="4789488" y="4230688"/>
                <a:ext cx="407988" cy="311150"/>
              </a:xfrm>
              <a:custGeom>
                <a:avLst/>
                <a:gdLst>
                  <a:gd fmla="*/ 76 w 93" name="T0"/>
                  <a:gd fmla="*/ 14 h 71" name="T1"/>
                  <a:gd fmla="*/ 92 w 93" name="T2"/>
                  <a:gd fmla="*/ 6 h 71" name="T3"/>
                  <a:gd fmla="*/ 91 w 93" name="T4"/>
                  <a:gd fmla="*/ 11 h 71" name="T5"/>
                  <a:gd fmla="*/ 74 w 93" name="T6"/>
                  <a:gd fmla="*/ 39 h 71" name="T7"/>
                  <a:gd fmla="*/ 54 w 93" name="T8"/>
                  <a:gd fmla="*/ 63 h 71" name="T9"/>
                  <a:gd fmla="*/ 38 w 93" name="T10"/>
                  <a:gd fmla="*/ 69 h 71" name="T11"/>
                  <a:gd fmla="*/ 11 w 93" name="T12"/>
                  <a:gd fmla="*/ 53 h 71" name="T13"/>
                  <a:gd fmla="*/ 3 w 93" name="T14"/>
                  <a:gd fmla="*/ 43 h 71" name="T15"/>
                  <a:gd fmla="*/ 0 w 93" name="T16"/>
                  <a:gd fmla="*/ 38 h 71" name="T17"/>
                  <a:gd fmla="*/ 1 w 93" name="T18"/>
                  <a:gd fmla="*/ 31 h 71" name="T19"/>
                  <a:gd fmla="*/ 8 w 93" name="T20"/>
                  <a:gd fmla="*/ 29 h 71" name="T21"/>
                  <a:gd fmla="*/ 15 w 93" name="T22"/>
                  <a:gd fmla="*/ 32 h 71" name="T23"/>
                  <a:gd fmla="*/ 36 w 93" name="T24"/>
                  <a:gd fmla="*/ 46 h 71" name="T25"/>
                  <a:gd fmla="*/ 48 w 93" name="T26"/>
                  <a:gd fmla="*/ 41 h 71" name="T27"/>
                  <a:gd fmla="*/ 76 w 93" name="T28"/>
                  <a:gd fmla="*/ 14 h 71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71" w="93">
                    <a:moveTo>
                      <a:pt x="76" y="14"/>
                    </a:moveTo>
                    <a:cubicBezTo>
                      <a:pt x="78" y="11"/>
                      <a:pt x="88" y="0"/>
                      <a:pt x="92" y="6"/>
                    </a:cubicBezTo>
                    <a:cubicBezTo>
                      <a:pt x="93" y="7"/>
                      <a:pt x="92" y="10"/>
                      <a:pt x="91" y="11"/>
                    </a:cubicBezTo>
                    <a:cubicBezTo>
                      <a:pt x="87" y="21"/>
                      <a:pt x="81" y="31"/>
                      <a:pt x="74" y="39"/>
                    </a:cubicBezTo>
                    <a:cubicBezTo>
                      <a:pt x="68" y="47"/>
                      <a:pt x="61" y="56"/>
                      <a:pt x="54" y="63"/>
                    </a:cubicBezTo>
                    <a:cubicBezTo>
                      <a:pt x="49" y="68"/>
                      <a:pt x="45" y="71"/>
                      <a:pt x="38" y="69"/>
                    </a:cubicBezTo>
                    <a:cubicBezTo>
                      <a:pt x="28" y="65"/>
                      <a:pt x="18" y="60"/>
                      <a:pt x="11" y="53"/>
                    </a:cubicBezTo>
                    <a:cubicBezTo>
                      <a:pt x="8" y="50"/>
                      <a:pt x="6" y="47"/>
                      <a:pt x="3" y="43"/>
                    </a:cubicBezTo>
                    <a:cubicBezTo>
                      <a:pt x="2" y="42"/>
                      <a:pt x="1" y="40"/>
                      <a:pt x="0" y="38"/>
                    </a:cubicBezTo>
                    <a:cubicBezTo>
                      <a:pt x="0" y="35"/>
                      <a:pt x="0" y="33"/>
                      <a:pt x="1" y="31"/>
                    </a:cubicBezTo>
                    <a:cubicBezTo>
                      <a:pt x="3" y="29"/>
                      <a:pt x="6" y="28"/>
                      <a:pt x="8" y="29"/>
                    </a:cubicBezTo>
                    <a:cubicBezTo>
                      <a:pt x="11" y="29"/>
                      <a:pt x="13" y="31"/>
                      <a:pt x="15" y="32"/>
                    </a:cubicBezTo>
                    <a:cubicBezTo>
                      <a:pt x="22" y="37"/>
                      <a:pt x="29" y="41"/>
                      <a:pt x="36" y="46"/>
                    </a:cubicBezTo>
                    <a:cubicBezTo>
                      <a:pt x="42" y="49"/>
                      <a:pt x="44" y="45"/>
                      <a:pt x="48" y="41"/>
                    </a:cubicBezTo>
                    <a:cubicBezTo>
                      <a:pt x="57" y="32"/>
                      <a:pt x="66" y="23"/>
                      <a:pt x="76" y="14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e486dc6-3515-4338-879c-a4877c676489" id="69" name="ísḷîďê">
                <a:extLst>
                  <a:ext uri="{FF2B5EF4-FFF2-40B4-BE49-F238E27FC236}">
                    <a16:creationId id="{25A0462E-C012-D53A-80BD-D89BCBF92004}"/>
                  </a:ext>
                </a:extLst>
              </p:cNvPr>
              <p:cNvSpPr/>
              <p:nvPr/>
            </p:nvSpPr>
            <p:spPr bwMode="auto">
              <a:xfrm flipV="false" flipH="false">
                <a:off x="4719638" y="4273550"/>
                <a:ext cx="192088" cy="206375"/>
              </a:xfrm>
              <a:custGeom>
                <a:avLst/>
                <a:gdLst>
                  <a:gd fmla="*/ 44 w 44" name="T0"/>
                  <a:gd fmla="*/ 29 h 47" name="T1"/>
                  <a:gd fmla="*/ 25 w 44" name="T2"/>
                  <a:gd fmla="*/ 47 h 47" name="T3"/>
                  <a:gd fmla="*/ 9 w 44" name="T4"/>
                  <a:gd fmla="*/ 31 h 47" name="T5"/>
                  <a:gd fmla="*/ 1 w 44" name="T6"/>
                  <a:gd fmla="*/ 17 h 47" name="T7"/>
                  <a:gd fmla="*/ 5 w 44" name="T8"/>
                  <a:gd fmla="*/ 5 h 47" name="T9"/>
                  <a:gd fmla="*/ 18 w 44" name="T10"/>
                  <a:gd fmla="*/ 1 h 47" name="T11"/>
                  <a:gd fmla="*/ 34 w 44" name="T12"/>
                  <a:gd fmla="*/ 17 h 47" name="T13"/>
                  <a:gd fmla="*/ 44 w 44" name="T14"/>
                  <a:gd fmla="*/ 29 h 47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47" w="44">
                    <a:moveTo>
                      <a:pt x="44" y="29"/>
                    </a:moveTo>
                    <a:cubicBezTo>
                      <a:pt x="44" y="29"/>
                      <a:pt x="25" y="47"/>
                      <a:pt x="25" y="47"/>
                    </a:cubicBezTo>
                    <a:cubicBezTo>
                      <a:pt x="25" y="47"/>
                      <a:pt x="14" y="37"/>
                      <a:pt x="9" y="31"/>
                    </a:cubicBezTo>
                    <a:cubicBezTo>
                      <a:pt x="6" y="27"/>
                      <a:pt x="2" y="22"/>
                      <a:pt x="1" y="17"/>
                    </a:cubicBezTo>
                    <a:cubicBezTo>
                      <a:pt x="0" y="12"/>
                      <a:pt x="1" y="8"/>
                      <a:pt x="5" y="5"/>
                    </a:cubicBezTo>
                    <a:cubicBezTo>
                      <a:pt x="8" y="1"/>
                      <a:pt x="13" y="0"/>
                      <a:pt x="18" y="1"/>
                    </a:cubicBezTo>
                    <a:cubicBezTo>
                      <a:pt x="26" y="3"/>
                      <a:pt x="30" y="11"/>
                      <a:pt x="34" y="17"/>
                    </a:cubicBezTo>
                    <a:cubicBezTo>
                      <a:pt x="35" y="18"/>
                      <a:pt x="44" y="28"/>
                      <a:pt x="44" y="29"/>
                    </a:cubicBezTo>
                    <a:close/>
                  </a:path>
                </a:pathLst>
              </a:custGeom>
              <a:solidFill>
                <a:srgbClr val="36BD8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66808a3-44a7-4abe-980a-ce2f24eef184" id="70" name="î$ľîdè">
                <a:extLst>
                  <a:ext uri="{FF2B5EF4-FFF2-40B4-BE49-F238E27FC236}">
                    <a16:creationId id="{A82E9100-D8A4-30BE-4F5C-C6E87DF2531D}"/>
                  </a:ext>
                </a:extLst>
              </p:cNvPr>
              <p:cNvSpPr/>
              <p:nvPr/>
            </p:nvSpPr>
            <p:spPr bwMode="auto">
              <a:xfrm flipV="false" flipH="false">
                <a:off x="5140325" y="4103688"/>
                <a:ext cx="136525" cy="201613"/>
              </a:xfrm>
              <a:custGeom>
                <a:avLst/>
                <a:gdLst>
                  <a:gd fmla="*/ 22 w 31" name="T0"/>
                  <a:gd fmla="*/ 4 h 46" name="T1"/>
                  <a:gd fmla="*/ 22 w 31" name="T2"/>
                  <a:gd fmla="*/ 2 h 46" name="T3"/>
                  <a:gd fmla="*/ 23 w 31" name="T4"/>
                  <a:gd fmla="*/ 1 h 46" name="T5"/>
                  <a:gd fmla="*/ 25 w 31" name="T6"/>
                  <a:gd fmla="*/ 0 h 46" name="T7"/>
                  <a:gd fmla="*/ 26 w 31" name="T8"/>
                  <a:gd fmla="*/ 1 h 46" name="T9"/>
                  <a:gd fmla="*/ 27 w 31" name="T10"/>
                  <a:gd fmla="*/ 6 h 46" name="T11"/>
                  <a:gd fmla="*/ 27 w 31" name="T12"/>
                  <a:gd fmla="*/ 15 h 46" name="T13"/>
                  <a:gd fmla="*/ 24 w 31" name="T14"/>
                  <a:gd fmla="*/ 25 h 46" name="T15"/>
                  <a:gd fmla="*/ 29 w 31" name="T16"/>
                  <a:gd fmla="*/ 36 h 46" name="T17"/>
                  <a:gd fmla="*/ 31 w 31" name="T18"/>
                  <a:gd fmla="*/ 41 h 46" name="T19"/>
                  <a:gd fmla="*/ 29 w 31" name="T20"/>
                  <a:gd fmla="*/ 43 h 46" name="T21"/>
                  <a:gd fmla="*/ 28 w 31" name="T22"/>
                  <a:gd fmla="*/ 42 h 46" name="T23"/>
                  <a:gd fmla="*/ 21 w 31" name="T24"/>
                  <a:gd fmla="*/ 39 h 46" name="T25"/>
                  <a:gd fmla="*/ 15 w 31" name="T26"/>
                  <a:gd fmla="*/ 41 h 46" name="T27"/>
                  <a:gd fmla="*/ 11 w 31" name="T28"/>
                  <a:gd fmla="*/ 44 h 46" name="T29"/>
                  <a:gd fmla="*/ 8 w 31" name="T30"/>
                  <a:gd fmla="*/ 46 h 46" name="T31"/>
                  <a:gd fmla="*/ 6 w 31" name="T32"/>
                  <a:gd fmla="*/ 45 h 46" name="T33"/>
                  <a:gd fmla="*/ 2 w 31" name="T34"/>
                  <a:gd fmla="*/ 43 h 46" name="T35"/>
                  <a:gd fmla="*/ 0 w 31" name="T36"/>
                  <a:gd fmla="*/ 40 h 46" name="T37"/>
                  <a:gd fmla="*/ 2 w 31" name="T38"/>
                  <a:gd fmla="*/ 37 h 46" name="T39"/>
                  <a:gd fmla="*/ 10 w 31" name="T40"/>
                  <a:gd fmla="*/ 28 h 46" name="T41"/>
                  <a:gd fmla="*/ 16 w 31" name="T42"/>
                  <a:gd fmla="*/ 20 h 46" name="T43"/>
                  <a:gd fmla="*/ 20 w 31" name="T44"/>
                  <a:gd fmla="*/ 11 h 46" name="T45"/>
                  <a:gd fmla="*/ 22 w 31" name="T46"/>
                  <a:gd fmla="*/ 7 h 46" name="T47"/>
                  <a:gd fmla="*/ 22 w 31" name="T48"/>
                  <a:gd fmla="*/ 4 h 46" name="T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b="b" l="0" r="r" t="0"/>
                <a:pathLst>
                  <a:path h="46" w="31">
                    <a:moveTo>
                      <a:pt x="22" y="4"/>
                    </a:moveTo>
                    <a:cubicBezTo>
                      <a:pt x="22" y="3"/>
                      <a:pt x="22" y="3"/>
                      <a:pt x="22" y="2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4" y="0"/>
                      <a:pt x="25" y="0"/>
                      <a:pt x="25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3"/>
                      <a:pt x="27" y="5"/>
                      <a:pt x="27" y="6"/>
                    </a:cubicBezTo>
                    <a:cubicBezTo>
                      <a:pt x="27" y="9"/>
                      <a:pt x="27" y="12"/>
                      <a:pt x="27" y="15"/>
                    </a:cubicBezTo>
                    <a:cubicBezTo>
                      <a:pt x="26" y="18"/>
                      <a:pt x="24" y="21"/>
                      <a:pt x="24" y="25"/>
                    </a:cubicBezTo>
                    <a:cubicBezTo>
                      <a:pt x="23" y="30"/>
                      <a:pt x="27" y="32"/>
                      <a:pt x="29" y="36"/>
                    </a:cubicBezTo>
                    <a:cubicBezTo>
                      <a:pt x="30" y="37"/>
                      <a:pt x="31" y="39"/>
                      <a:pt x="31" y="41"/>
                    </a:cubicBezTo>
                    <a:cubicBezTo>
                      <a:pt x="30" y="42"/>
                      <a:pt x="30" y="43"/>
                      <a:pt x="29" y="43"/>
                    </a:cubicBezTo>
                    <a:cubicBezTo>
                      <a:pt x="29" y="43"/>
                      <a:pt x="28" y="42"/>
                      <a:pt x="28" y="42"/>
                    </a:cubicBezTo>
                    <a:cubicBezTo>
                      <a:pt x="26" y="41"/>
                      <a:pt x="24" y="40"/>
                      <a:pt x="21" y="39"/>
                    </a:cubicBezTo>
                    <a:cubicBezTo>
                      <a:pt x="19" y="38"/>
                      <a:pt x="17" y="40"/>
                      <a:pt x="15" y="41"/>
                    </a:cubicBezTo>
                    <a:cubicBezTo>
                      <a:pt x="14" y="42"/>
                      <a:pt x="12" y="43"/>
                      <a:pt x="11" y="44"/>
                    </a:cubicBezTo>
                    <a:cubicBezTo>
                      <a:pt x="10" y="45"/>
                      <a:pt x="9" y="46"/>
                      <a:pt x="8" y="46"/>
                    </a:cubicBezTo>
                    <a:cubicBezTo>
                      <a:pt x="7" y="46"/>
                      <a:pt x="7" y="45"/>
                      <a:pt x="6" y="45"/>
                    </a:cubicBezTo>
                    <a:cubicBezTo>
                      <a:pt x="5" y="44"/>
                      <a:pt x="4" y="44"/>
                      <a:pt x="2" y="43"/>
                    </a:cubicBezTo>
                    <a:cubicBezTo>
                      <a:pt x="1" y="43"/>
                      <a:pt x="0" y="42"/>
                      <a:pt x="0" y="40"/>
                    </a:cubicBezTo>
                    <a:cubicBezTo>
                      <a:pt x="0" y="39"/>
                      <a:pt x="1" y="38"/>
                      <a:pt x="2" y="37"/>
                    </a:cubicBezTo>
                    <a:cubicBezTo>
                      <a:pt x="4" y="34"/>
                      <a:pt x="7" y="31"/>
                      <a:pt x="10" y="28"/>
                    </a:cubicBezTo>
                    <a:cubicBezTo>
                      <a:pt x="12" y="25"/>
                      <a:pt x="14" y="23"/>
                      <a:pt x="16" y="20"/>
                    </a:cubicBezTo>
                    <a:cubicBezTo>
                      <a:pt x="18" y="17"/>
                      <a:pt x="19" y="14"/>
                      <a:pt x="20" y="11"/>
                    </a:cubicBezTo>
                    <a:cubicBezTo>
                      <a:pt x="20" y="10"/>
                      <a:pt x="21" y="8"/>
                      <a:pt x="22" y="7"/>
                    </a:cubicBezTo>
                    <a:cubicBezTo>
                      <a:pt x="22" y="6"/>
                      <a:pt x="22" y="5"/>
                      <a:pt x="22" y="4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9dbc6ab-2c1e-4761-b4cd-21fde60a3c39" id="71" name="îsḻíḍe">
                <a:extLst>
                  <a:ext uri="{FF2B5EF4-FFF2-40B4-BE49-F238E27FC236}">
                    <a16:creationId id="{B8DD75C6-BD74-79EC-182E-F6C61D7DF525}"/>
                  </a:ext>
                </a:extLst>
              </p:cNvPr>
              <p:cNvSpPr/>
              <p:nvPr/>
            </p:nvSpPr>
            <p:spPr bwMode="auto">
              <a:xfrm flipV="false" flipH="false">
                <a:off x="4737100" y="4559300"/>
                <a:ext cx="157163" cy="258763"/>
              </a:xfrm>
              <a:custGeom>
                <a:avLst/>
                <a:gdLst>
                  <a:gd fmla="*/ 36 w 36" name="T0"/>
                  <a:gd fmla="*/ 12 h 59" name="T1"/>
                  <a:gd fmla="*/ 22 w 36" name="T2"/>
                  <a:gd fmla="*/ 6 h 59" name="T3"/>
                  <a:gd fmla="*/ 14 w 36" name="T4"/>
                  <a:gd fmla="*/ 2 h 59" name="T5"/>
                  <a:gd fmla="*/ 7 w 36" name="T6"/>
                  <a:gd fmla="*/ 0 h 59" name="T7"/>
                  <a:gd fmla="*/ 0 w 36" name="T8"/>
                  <a:gd fmla="*/ 15 h 59" name="T9"/>
                  <a:gd fmla="*/ 0 w 36" name="T10"/>
                  <a:gd fmla="*/ 15 h 59" name="T11"/>
                  <a:gd fmla="*/ 1 w 36" name="T12"/>
                  <a:gd fmla="*/ 15 h 59" name="T13"/>
                  <a:gd fmla="*/ 27 w 36" name="T14"/>
                  <a:gd fmla="*/ 27 h 59" name="T15"/>
                  <a:gd fmla="*/ 29 w 36" name="T16"/>
                  <a:gd fmla="*/ 29 h 59" name="T17"/>
                  <a:gd fmla="*/ 29 w 36" name="T18"/>
                  <a:gd fmla="*/ 31 h 59" name="T19"/>
                  <a:gd fmla="*/ 17 w 36" name="T20"/>
                  <a:gd fmla="*/ 59 h 59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59" w="36">
                    <a:moveTo>
                      <a:pt x="36" y="12"/>
                    </a:moveTo>
                    <a:cubicBezTo>
                      <a:pt x="32" y="10"/>
                      <a:pt x="27" y="8"/>
                      <a:pt x="22" y="6"/>
                    </a:cubicBezTo>
                    <a:cubicBezTo>
                      <a:pt x="19" y="5"/>
                      <a:pt x="17" y="3"/>
                      <a:pt x="14" y="2"/>
                    </a:cubicBezTo>
                    <a:cubicBezTo>
                      <a:pt x="12" y="1"/>
                      <a:pt x="10" y="1"/>
                      <a:pt x="7" y="0"/>
                    </a:cubicBezTo>
                    <a:cubicBezTo>
                      <a:pt x="5" y="5"/>
                      <a:pt x="3" y="10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0" y="19"/>
                      <a:pt x="18" y="24"/>
                      <a:pt x="27" y="27"/>
                    </a:cubicBezTo>
                    <a:cubicBezTo>
                      <a:pt x="28" y="27"/>
                      <a:pt x="29" y="28"/>
                      <a:pt x="29" y="29"/>
                    </a:cubicBezTo>
                    <a:cubicBezTo>
                      <a:pt x="30" y="29"/>
                      <a:pt x="29" y="30"/>
                      <a:pt x="29" y="31"/>
                    </a:cubicBezTo>
                    <a:cubicBezTo>
                      <a:pt x="25" y="40"/>
                      <a:pt x="21" y="50"/>
                      <a:pt x="17" y="59"/>
                    </a:cubicBezTo>
                  </a:path>
                </a:pathLst>
              </a:custGeom>
              <a:noFill/>
              <a:ln cap="flat" w="17463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efd3c9a-c029-43e1-a4bb-0bce83ac2127" id="72" name="işlíḍé">
                <a:extLst>
                  <a:ext uri="{FF2B5EF4-FFF2-40B4-BE49-F238E27FC236}">
                    <a16:creationId id="{C55BE33A-83DA-CA6D-325E-27B783BB24A3}"/>
                  </a:ext>
                </a:extLst>
              </p:cNvPr>
              <p:cNvSpPr/>
              <p:nvPr/>
            </p:nvSpPr>
            <p:spPr bwMode="auto">
              <a:xfrm flipV="false" flipH="false">
                <a:off x="4772025" y="4537075"/>
                <a:ext cx="249238" cy="153988"/>
              </a:xfrm>
              <a:custGeom>
                <a:avLst/>
                <a:gdLst>
                  <a:gd fmla="*/ 9 w 57" name="T0"/>
                  <a:gd fmla="*/ 0 h 35" name="T1"/>
                  <a:gd fmla="*/ 7 w 57" name="T2"/>
                  <a:gd fmla="*/ 0 h 35" name="T3"/>
                  <a:gd fmla="*/ 4 w 57" name="T4"/>
                  <a:gd fmla="*/ 3 h 35" name="T5"/>
                  <a:gd fmla="*/ 1 w 57" name="T6"/>
                  <a:gd fmla="*/ 11 h 35" name="T7"/>
                  <a:gd fmla="*/ 0 w 57" name="T8"/>
                  <a:gd fmla="*/ 14 h 35" name="T9"/>
                  <a:gd fmla="*/ 3 w 57" name="T10"/>
                  <a:gd fmla="*/ 16 h 35" name="T11"/>
                  <a:gd fmla="*/ 47 w 57" name="T12"/>
                  <a:gd fmla="*/ 34 h 35" name="T13"/>
                  <a:gd fmla="*/ 51 w 57" name="T14"/>
                  <a:gd fmla="*/ 34 h 35" name="T15"/>
                  <a:gd fmla="*/ 53 w 57" name="T16"/>
                  <a:gd fmla="*/ 32 h 35" name="T17"/>
                  <a:gd fmla="*/ 56 w 57" name="T18"/>
                  <a:gd fmla="*/ 24 h 35" name="T19"/>
                  <a:gd fmla="*/ 52 w 57" name="T20"/>
                  <a:gd fmla="*/ 18 h 35" name="T21"/>
                  <a:gd fmla="*/ 38 w 57" name="T22"/>
                  <a:gd fmla="*/ 12 h 35" name="T23"/>
                  <a:gd fmla="*/ 11 w 57" name="T24"/>
                  <a:gd fmla="*/ 1 h 35" name="T25"/>
                  <a:gd fmla="*/ 9 w 57" name="T26"/>
                  <a:gd fmla="*/ 0 h 35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35" w="57">
                    <a:moveTo>
                      <a:pt x="9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5" y="0"/>
                      <a:pt x="5" y="2"/>
                      <a:pt x="4" y="3"/>
                    </a:cubicBezTo>
                    <a:cubicBezTo>
                      <a:pt x="3" y="6"/>
                      <a:pt x="2" y="9"/>
                      <a:pt x="1" y="11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17" y="23"/>
                      <a:pt x="32" y="29"/>
                      <a:pt x="47" y="34"/>
                    </a:cubicBezTo>
                    <a:cubicBezTo>
                      <a:pt x="49" y="34"/>
                      <a:pt x="50" y="35"/>
                      <a:pt x="51" y="34"/>
                    </a:cubicBezTo>
                    <a:cubicBezTo>
                      <a:pt x="52" y="34"/>
                      <a:pt x="52" y="33"/>
                      <a:pt x="53" y="32"/>
                    </a:cubicBezTo>
                    <a:cubicBezTo>
                      <a:pt x="54" y="30"/>
                      <a:pt x="55" y="27"/>
                      <a:pt x="56" y="24"/>
                    </a:cubicBezTo>
                    <a:cubicBezTo>
                      <a:pt x="57" y="21"/>
                      <a:pt x="55" y="19"/>
                      <a:pt x="52" y="18"/>
                    </a:cubicBezTo>
                    <a:cubicBezTo>
                      <a:pt x="47" y="16"/>
                      <a:pt x="43" y="14"/>
                      <a:pt x="38" y="12"/>
                    </a:cubicBezTo>
                    <a:cubicBezTo>
                      <a:pt x="29" y="8"/>
                      <a:pt x="20" y="4"/>
                      <a:pt x="11" y="1"/>
                    </a:cubicBezTo>
                    <a:cubicBezTo>
                      <a:pt x="10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F67C6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916e7f1-59d1-4e56-a71a-6e362c32135e" id="73" name="íşlíďê">
                <a:extLst>
                  <a:ext uri="{FF2B5EF4-FFF2-40B4-BE49-F238E27FC236}">
                    <a16:creationId id="{3FF5F815-2A69-3C0C-1DBD-84E0A8AB0F84}"/>
                  </a:ext>
                </a:extLst>
              </p:cNvPr>
              <p:cNvSpPr/>
              <p:nvPr/>
            </p:nvSpPr>
            <p:spPr bwMode="auto">
              <a:xfrm flipV="false" flipH="false">
                <a:off x="4789488" y="4729163"/>
                <a:ext cx="74613" cy="109538"/>
              </a:xfrm>
              <a:custGeom>
                <a:avLst/>
                <a:gdLst>
                  <a:gd fmla="*/ 9 w 17" name="T0"/>
                  <a:gd fmla="*/ 1 h 25" name="T1"/>
                  <a:gd fmla="*/ 0 w 17" name="T2"/>
                  <a:gd fmla="*/ 21 h 25" name="T3"/>
                  <a:gd fmla="*/ 0 w 17" name="T4"/>
                  <a:gd fmla="*/ 22 h 25" name="T5"/>
                  <a:gd fmla="*/ 1 w 17" name="T6"/>
                  <a:gd fmla="*/ 23 h 25" name="T7"/>
                  <a:gd fmla="*/ 5 w 17" name="T8"/>
                  <a:gd fmla="*/ 25 h 25" name="T9"/>
                  <a:gd fmla="*/ 7 w 17" name="T10"/>
                  <a:gd fmla="*/ 25 h 25" name="T11"/>
                  <a:gd fmla="*/ 8 w 17" name="T12"/>
                  <a:gd fmla="*/ 24 h 25" name="T13"/>
                  <a:gd fmla="*/ 17 w 17" name="T14"/>
                  <a:gd fmla="*/ 3 h 25" name="T15"/>
                  <a:gd fmla="*/ 9 w 17" name="T16"/>
                  <a:gd fmla="*/ 0 h 25" name="T17"/>
                  <a:gd fmla="*/ 9 w 17" name="T18"/>
                  <a:gd fmla="*/ 1 h 25" name="T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b="b" l="0" r="r" t="0"/>
                <a:pathLst>
                  <a:path h="25" w="17">
                    <a:moveTo>
                      <a:pt x="9" y="1"/>
                    </a:moveTo>
                    <a:cubicBezTo>
                      <a:pt x="6" y="7"/>
                      <a:pt x="3" y="14"/>
                      <a:pt x="0" y="21"/>
                    </a:cubicBezTo>
                    <a:cubicBezTo>
                      <a:pt x="0" y="21"/>
                      <a:pt x="0" y="21"/>
                      <a:pt x="0" y="22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2" y="24"/>
                      <a:pt x="4" y="25"/>
                      <a:pt x="5" y="25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7" y="25"/>
                      <a:pt x="7" y="24"/>
                      <a:pt x="8" y="24"/>
                    </a:cubicBezTo>
                    <a:cubicBezTo>
                      <a:pt x="11" y="17"/>
                      <a:pt x="14" y="10"/>
                      <a:pt x="17" y="3"/>
                    </a:cubicBezTo>
                    <a:cubicBezTo>
                      <a:pt x="14" y="2"/>
                      <a:pt x="11" y="1"/>
                      <a:pt x="9" y="0"/>
                    </a:cubicBezTo>
                    <a:cubicBezTo>
                      <a:pt x="9" y="0"/>
                      <a:pt x="9" y="0"/>
                      <a:pt x="9" y="1"/>
                    </a:cubicBezTo>
                    <a:close/>
                  </a:path>
                </a:pathLst>
              </a:custGeom>
              <a:solidFill>
                <a:srgbClr val="004D7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bf9e68f-cd6f-461b-b197-743e9d6ccd6a" id="74" name="ïṥlîďè">
                <a:extLst>
                  <a:ext uri="{FF2B5EF4-FFF2-40B4-BE49-F238E27FC236}">
                    <a16:creationId id="{0DD31B2D-DA16-62F8-9F31-DF3246EADDB7}"/>
                  </a:ext>
                </a:extLst>
              </p:cNvPr>
              <p:cNvSpPr/>
              <p:nvPr/>
            </p:nvSpPr>
            <p:spPr bwMode="auto">
              <a:xfrm flipV="false" flipH="false">
                <a:off x="4724400" y="4716463"/>
                <a:ext cx="134938" cy="114300"/>
              </a:xfrm>
              <a:custGeom>
                <a:avLst/>
                <a:gdLst>
                  <a:gd fmla="*/ 12 w 31" name="T0"/>
                  <a:gd fmla="*/ 3 h 26" name="T1"/>
                  <a:gd fmla="*/ 13 w 31" name="T2"/>
                  <a:gd fmla="*/ 3 h 26" name="T3"/>
                  <a:gd fmla="*/ 15 w 31" name="T4"/>
                  <a:gd fmla="*/ 3 h 26" name="T5"/>
                  <a:gd fmla="*/ 19 w 31" name="T6"/>
                  <a:gd fmla="*/ 3 h 26" name="T7"/>
                  <a:gd fmla="*/ 23 w 31" name="T8"/>
                  <a:gd fmla="*/ 5 h 26" name="T9"/>
                  <a:gd fmla="*/ 23 w 31" name="T10"/>
                  <a:gd fmla="*/ 5 h 26" name="T11"/>
                  <a:gd fmla="*/ 23 w 31" name="T12"/>
                  <a:gd fmla="*/ 5 h 26" name="T13"/>
                  <a:gd fmla="*/ 23 w 31" name="T14"/>
                  <a:gd fmla="*/ 9 h 26" name="T15"/>
                  <a:gd fmla="*/ 24 w 31" name="T16"/>
                  <a:gd fmla="*/ 9 h 26" name="T17"/>
                  <a:gd fmla="*/ 30 w 31" name="T18"/>
                  <a:gd fmla="*/ 12 h 26" name="T19"/>
                  <a:gd fmla="*/ 31 w 31" name="T20"/>
                  <a:gd fmla="*/ 17 h 26" name="T21"/>
                  <a:gd fmla="*/ 29 w 31" name="T22"/>
                  <a:gd fmla="*/ 22 h 26" name="T23"/>
                  <a:gd fmla="*/ 24 w 31" name="T24"/>
                  <a:gd fmla="*/ 25 h 26" name="T25"/>
                  <a:gd fmla="*/ 22 w 31" name="T26"/>
                  <a:gd fmla="*/ 25 h 26" name="T27"/>
                  <a:gd fmla="*/ 16 w 31" name="T28"/>
                  <a:gd fmla="*/ 22 h 26" name="T29"/>
                  <a:gd fmla="*/ 11 w 31" name="T30"/>
                  <a:gd fmla="*/ 17 h 26" name="T31"/>
                  <a:gd fmla="*/ 1 w 31" name="T32"/>
                  <a:gd fmla="*/ 8 h 26" name="T33"/>
                  <a:gd fmla="*/ 0 w 31" name="T34"/>
                  <a:gd fmla="*/ 7 h 26" name="T35"/>
                  <a:gd fmla="*/ 0 w 31" name="T36"/>
                  <a:gd fmla="*/ 6 h 26" name="T37"/>
                  <a:gd fmla="*/ 4 w 31" name="T38"/>
                  <a:gd fmla="*/ 0 h 26" name="T39"/>
                  <a:gd fmla="*/ 4 w 31" name="T40"/>
                  <a:gd fmla="*/ 0 h 26" name="T41"/>
                  <a:gd fmla="*/ 5 w 31" name="T42"/>
                  <a:gd fmla="*/ 0 h 26" name="T43"/>
                  <a:gd fmla="*/ 12 w 31" name="T44"/>
                  <a:gd fmla="*/ 3 h 26" name="T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b="b" l="0" r="r" t="0"/>
                <a:pathLst>
                  <a:path h="26" w="31">
                    <a:moveTo>
                      <a:pt x="12" y="3"/>
                    </a:moveTo>
                    <a:cubicBezTo>
                      <a:pt x="12" y="3"/>
                      <a:pt x="12" y="3"/>
                      <a:pt x="13" y="3"/>
                    </a:cubicBezTo>
                    <a:cubicBezTo>
                      <a:pt x="14" y="3"/>
                      <a:pt x="14" y="3"/>
                      <a:pt x="15" y="3"/>
                    </a:cubicBezTo>
                    <a:cubicBezTo>
                      <a:pt x="17" y="3"/>
                      <a:pt x="18" y="3"/>
                      <a:pt x="19" y="3"/>
                    </a:cubicBezTo>
                    <a:cubicBezTo>
                      <a:pt x="20" y="3"/>
                      <a:pt x="22" y="4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1" y="8"/>
                      <a:pt x="23" y="9"/>
                    </a:cubicBezTo>
                    <a:cubicBezTo>
                      <a:pt x="23" y="9"/>
                      <a:pt x="24" y="9"/>
                      <a:pt x="24" y="9"/>
                    </a:cubicBezTo>
                    <a:cubicBezTo>
                      <a:pt x="26" y="10"/>
                      <a:pt x="28" y="11"/>
                      <a:pt x="30" y="12"/>
                    </a:cubicBezTo>
                    <a:cubicBezTo>
                      <a:pt x="31" y="13"/>
                      <a:pt x="31" y="15"/>
                      <a:pt x="31" y="17"/>
                    </a:cubicBezTo>
                    <a:cubicBezTo>
                      <a:pt x="31" y="19"/>
                      <a:pt x="30" y="21"/>
                      <a:pt x="29" y="22"/>
                    </a:cubicBezTo>
                    <a:cubicBezTo>
                      <a:pt x="28" y="23"/>
                      <a:pt x="26" y="26"/>
                      <a:pt x="24" y="25"/>
                    </a:cubicBezTo>
                    <a:cubicBezTo>
                      <a:pt x="23" y="25"/>
                      <a:pt x="22" y="25"/>
                      <a:pt x="22" y="25"/>
                    </a:cubicBezTo>
                    <a:cubicBezTo>
                      <a:pt x="20" y="24"/>
                      <a:pt x="17" y="24"/>
                      <a:pt x="16" y="22"/>
                    </a:cubicBezTo>
                    <a:cubicBezTo>
                      <a:pt x="14" y="21"/>
                      <a:pt x="13" y="19"/>
                      <a:pt x="11" y="17"/>
                    </a:cubicBezTo>
                    <a:cubicBezTo>
                      <a:pt x="8" y="13"/>
                      <a:pt x="4" y="11"/>
                      <a:pt x="1" y="8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1" y="4"/>
                      <a:pt x="2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7" y="1"/>
                      <a:pt x="10" y="2"/>
                      <a:pt x="12" y="3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e1c0881-d646-4d81-b226-c38cd529717b" id="75" name="íŝļídè">
                <a:extLst>
                  <a:ext uri="{FF2B5EF4-FFF2-40B4-BE49-F238E27FC236}">
                    <a16:creationId id="{5DEFB50A-3ADB-3ECC-5546-4A7062D39CE1}"/>
                  </a:ext>
                </a:extLst>
              </p:cNvPr>
              <p:cNvSpPr/>
              <p:nvPr/>
            </p:nvSpPr>
            <p:spPr bwMode="auto">
              <a:xfrm flipV="false" flipH="false">
                <a:off x="4575175" y="3967163"/>
                <a:ext cx="319088" cy="96838"/>
              </a:xfrm>
              <a:custGeom>
                <a:avLst/>
                <a:gdLst>
                  <a:gd fmla="*/ 201 w 201" name="T0"/>
                  <a:gd fmla="*/ 17 h 61" name="T1"/>
                  <a:gd fmla="*/ 2 w 201" name="T2"/>
                  <a:gd fmla="*/ 61 h 61" name="T3"/>
                  <a:gd fmla="*/ 0 w 201" name="T4"/>
                  <a:gd fmla="*/ 47 h 61" name="T5"/>
                  <a:gd fmla="*/ 199 w 201" name="T6"/>
                  <a:gd fmla="*/ 0 h 61" name="T7"/>
                  <a:gd fmla="*/ 201 w 201" name="T8"/>
                  <a:gd fmla="*/ 17 h 61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61" w="201">
                    <a:moveTo>
                      <a:pt x="201" y="17"/>
                    </a:moveTo>
                    <a:lnTo>
                      <a:pt x="2" y="61"/>
                    </a:lnTo>
                    <a:lnTo>
                      <a:pt x="0" y="47"/>
                    </a:lnTo>
                    <a:lnTo>
                      <a:pt x="199" y="0"/>
                    </a:lnTo>
                    <a:lnTo>
                      <a:pt x="201" y="17"/>
                    </a:lnTo>
                    <a:close/>
                  </a:path>
                </a:pathLst>
              </a:custGeom>
              <a:solidFill>
                <a:srgbClr val="FCB538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78f452f-2c44-4513-b93d-f300298c0c9a" id="76" name="îśľíḋe">
                <a:extLst>
                  <a:ext uri="{FF2B5EF4-FFF2-40B4-BE49-F238E27FC236}">
                    <a16:creationId id="{E6BF90F6-DEEA-62E2-4FDF-81D098D27BCE}"/>
                  </a:ext>
                </a:extLst>
              </p:cNvPr>
              <p:cNvSpPr/>
              <p:nvPr/>
            </p:nvSpPr>
            <p:spPr bwMode="auto">
              <a:xfrm flipV="false" flipH="false">
                <a:off x="4570413" y="3867150"/>
                <a:ext cx="271463" cy="169863"/>
              </a:xfrm>
              <a:custGeom>
                <a:avLst/>
                <a:gdLst>
                  <a:gd fmla="*/ 4 w 62" name="T0"/>
                  <a:gd fmla="*/ 39 h 39" name="T1"/>
                  <a:gd fmla="*/ 26 w 62" name="T2"/>
                  <a:gd fmla="*/ 3 h 39" name="T3"/>
                  <a:gd fmla="*/ 62 w 62" name="T4"/>
                  <a:gd fmla="*/ 26 h 39" name="T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b="b" l="0" r="r" t="0"/>
                <a:pathLst>
                  <a:path h="39" w="62">
                    <a:moveTo>
                      <a:pt x="4" y="39"/>
                    </a:moveTo>
                    <a:cubicBezTo>
                      <a:pt x="0" y="23"/>
                      <a:pt x="10" y="7"/>
                      <a:pt x="26" y="3"/>
                    </a:cubicBezTo>
                    <a:cubicBezTo>
                      <a:pt x="42" y="0"/>
                      <a:pt x="58" y="10"/>
                      <a:pt x="62" y="26"/>
                    </a:cubicBezTo>
                  </a:path>
                </a:pathLst>
              </a:custGeom>
              <a:solidFill>
                <a:srgbClr val="FCB538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be8cf7b-b6c6-4d89-ba00-675b668f2dcd" id="77" name="îŝļíďè">
                <a:extLst>
                  <a:ext uri="{FF2B5EF4-FFF2-40B4-BE49-F238E27FC236}">
                    <a16:creationId id="{BBFC1D54-ACAE-7F43-92CF-A0E4A1CC7768}"/>
                  </a:ext>
                </a:extLst>
              </p:cNvPr>
              <p:cNvSpPr/>
              <p:nvPr/>
            </p:nvSpPr>
            <p:spPr bwMode="auto">
              <a:xfrm flipV="false" flipH="false">
                <a:off x="3425825" y="1419225"/>
                <a:ext cx="495300" cy="485775"/>
              </a:xfrm>
              <a:custGeom>
                <a:avLst/>
                <a:gdLst>
                  <a:gd fmla="*/ 26 w 113" name="T0"/>
                  <a:gd fmla="*/ 111 h 111" name="T1"/>
                  <a:gd fmla="*/ 36 w 113" name="T2"/>
                  <a:gd fmla="*/ 110 h 111" name="T3"/>
                  <a:gd fmla="*/ 43 w 113" name="T4"/>
                  <a:gd fmla="*/ 110 h 111" name="T5"/>
                  <a:gd fmla="*/ 59 w 113" name="T6"/>
                  <a:gd fmla="*/ 109 h 111" name="T7"/>
                  <a:gd fmla="*/ 89 w 113" name="T8"/>
                  <a:gd fmla="*/ 97 h 111" name="T9"/>
                  <a:gd fmla="*/ 96 w 113" name="T10"/>
                  <a:gd fmla="*/ 90 h 111" name="T11"/>
                  <a:gd fmla="*/ 101 w 113" name="T12"/>
                  <a:gd fmla="*/ 66 h 111" name="T13"/>
                  <a:gd fmla="*/ 109 w 113" name="T14"/>
                  <a:gd fmla="*/ 57 h 111" name="T15"/>
                  <a:gd fmla="*/ 112 w 113" name="T16"/>
                  <a:gd fmla="*/ 41 h 111" name="T17"/>
                  <a:gd fmla="*/ 85 w 113" name="T18"/>
                  <a:gd fmla="*/ 5 h 111" name="T19"/>
                  <a:gd fmla="*/ 51 w 113" name="T20"/>
                  <a:gd fmla="*/ 16 h 111" name="T21"/>
                  <a:gd fmla="*/ 43 w 113" name="T22"/>
                  <a:gd fmla="*/ 29 h 111" name="T23"/>
                  <a:gd fmla="*/ 27 w 113" name="T24"/>
                  <a:gd fmla="*/ 37 h 111" name="T25"/>
                  <a:gd fmla="*/ 17 w 113" name="T26"/>
                  <a:gd fmla="*/ 52 h 111" name="T27"/>
                  <a:gd fmla="*/ 15 w 113" name="T28"/>
                  <a:gd fmla="*/ 62 h 111" name="T29"/>
                  <a:gd fmla="*/ 9 w 113" name="T30"/>
                  <a:gd fmla="*/ 69 h 111" name="T31"/>
                  <a:gd fmla="*/ 4 w 113" name="T32"/>
                  <a:gd fmla="*/ 96 h 111" name="T33"/>
                  <a:gd fmla="*/ 26 w 113" name="T34"/>
                  <a:gd fmla="*/ 111 h 111" name="T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b="b" l="0" r="r" t="0"/>
                <a:pathLst>
                  <a:path h="111" w="113">
                    <a:moveTo>
                      <a:pt x="26" y="111"/>
                    </a:moveTo>
                    <a:cubicBezTo>
                      <a:pt x="30" y="111"/>
                      <a:pt x="32" y="110"/>
                      <a:pt x="36" y="110"/>
                    </a:cubicBezTo>
                    <a:cubicBezTo>
                      <a:pt x="38" y="109"/>
                      <a:pt x="40" y="110"/>
                      <a:pt x="43" y="110"/>
                    </a:cubicBezTo>
                    <a:cubicBezTo>
                      <a:pt x="48" y="111"/>
                      <a:pt x="54" y="110"/>
                      <a:pt x="59" y="109"/>
                    </a:cubicBezTo>
                    <a:cubicBezTo>
                      <a:pt x="70" y="108"/>
                      <a:pt x="80" y="104"/>
                      <a:pt x="89" y="97"/>
                    </a:cubicBezTo>
                    <a:cubicBezTo>
                      <a:pt x="92" y="95"/>
                      <a:pt x="94" y="93"/>
                      <a:pt x="96" y="90"/>
                    </a:cubicBezTo>
                    <a:cubicBezTo>
                      <a:pt x="100" y="83"/>
                      <a:pt x="97" y="73"/>
                      <a:pt x="101" y="66"/>
                    </a:cubicBezTo>
                    <a:cubicBezTo>
                      <a:pt x="103" y="62"/>
                      <a:pt x="106" y="60"/>
                      <a:pt x="109" y="57"/>
                    </a:cubicBezTo>
                    <a:cubicBezTo>
                      <a:pt x="112" y="52"/>
                      <a:pt x="113" y="47"/>
                      <a:pt x="112" y="41"/>
                    </a:cubicBezTo>
                    <a:cubicBezTo>
                      <a:pt x="111" y="24"/>
                      <a:pt x="100" y="11"/>
                      <a:pt x="85" y="5"/>
                    </a:cubicBezTo>
                    <a:cubicBezTo>
                      <a:pt x="73" y="0"/>
                      <a:pt x="58" y="5"/>
                      <a:pt x="51" y="16"/>
                    </a:cubicBezTo>
                    <a:cubicBezTo>
                      <a:pt x="49" y="20"/>
                      <a:pt x="47" y="25"/>
                      <a:pt x="43" y="29"/>
                    </a:cubicBezTo>
                    <a:cubicBezTo>
                      <a:pt x="39" y="33"/>
                      <a:pt x="32" y="33"/>
                      <a:pt x="27" y="37"/>
                    </a:cubicBezTo>
                    <a:cubicBezTo>
                      <a:pt x="22" y="41"/>
                      <a:pt x="18" y="45"/>
                      <a:pt x="17" y="52"/>
                    </a:cubicBezTo>
                    <a:cubicBezTo>
                      <a:pt x="16" y="55"/>
                      <a:pt x="17" y="59"/>
                      <a:pt x="15" y="62"/>
                    </a:cubicBezTo>
                    <a:cubicBezTo>
                      <a:pt x="14" y="65"/>
                      <a:pt x="11" y="67"/>
                      <a:pt x="9" y="69"/>
                    </a:cubicBezTo>
                    <a:cubicBezTo>
                      <a:pt x="2" y="76"/>
                      <a:pt x="0" y="87"/>
                      <a:pt x="4" y="96"/>
                    </a:cubicBezTo>
                    <a:cubicBezTo>
                      <a:pt x="8" y="105"/>
                      <a:pt x="17" y="111"/>
                      <a:pt x="26" y="111"/>
                    </a:cubicBezTo>
                    <a:close/>
                  </a:path>
                </a:pathLst>
              </a:custGeom>
              <a:solidFill>
                <a:srgbClr val="D18E5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5bb6294-7e3f-4c32-89ee-a4320121ae5b" id="78" name="íSḷídê">
                <a:extLst>
                  <a:ext uri="{FF2B5EF4-FFF2-40B4-BE49-F238E27FC236}">
                    <a16:creationId id="{E7C4AB69-88B1-1EBB-9B16-B6A6B11D7ACC}"/>
                  </a:ext>
                </a:extLst>
              </p:cNvPr>
              <p:cNvSpPr/>
              <p:nvPr/>
            </p:nvSpPr>
            <p:spPr bwMode="auto">
              <a:xfrm flipV="false" flipH="false">
                <a:off x="3662363" y="3073400"/>
                <a:ext cx="166688" cy="109538"/>
              </a:xfrm>
              <a:custGeom>
                <a:avLst/>
                <a:gdLst>
                  <a:gd fmla="*/ 34 w 38" name="T0"/>
                  <a:gd fmla="*/ 19 h 25" name="T1"/>
                  <a:gd fmla="*/ 37 w 38" name="T2"/>
                  <a:gd fmla="*/ 20 h 25" name="T3"/>
                  <a:gd fmla="*/ 38 w 38" name="T4"/>
                  <a:gd fmla="*/ 21 h 25" name="T5"/>
                  <a:gd fmla="*/ 37 w 38" name="T6"/>
                  <a:gd fmla="*/ 23 h 25" name="T7"/>
                  <a:gd fmla="*/ 31 w 38" name="T8"/>
                  <a:gd fmla="*/ 25 h 25" name="T9"/>
                  <a:gd fmla="*/ 4 w 38" name="T10"/>
                  <a:gd fmla="*/ 24 h 25" name="T11"/>
                  <a:gd fmla="*/ 3 w 38" name="T12"/>
                  <a:gd fmla="*/ 24 h 25" name="T13"/>
                  <a:gd fmla="*/ 2 w 38" name="T14"/>
                  <a:gd fmla="*/ 23 h 25" name="T15"/>
                  <a:gd fmla="*/ 1 w 38" name="T16"/>
                  <a:gd fmla="*/ 14 h 25" name="T17"/>
                  <a:gd fmla="*/ 3 w 38" name="T18"/>
                  <a:gd fmla="*/ 4 h 25" name="T19"/>
                  <a:gd fmla="*/ 4 w 38" name="T20"/>
                  <a:gd fmla="*/ 1 h 25" name="T21"/>
                  <a:gd fmla="*/ 5 w 38" name="T22"/>
                  <a:gd fmla="*/ 1 h 25" name="T23"/>
                  <a:gd fmla="*/ 14 w 38" name="T24"/>
                  <a:gd fmla="*/ 0 h 25" name="T25"/>
                  <a:gd fmla="*/ 14 w 38" name="T26"/>
                  <a:gd fmla="*/ 10 h 25" name="T27"/>
                  <a:gd fmla="*/ 34 w 38" name="T28"/>
                  <a:gd fmla="*/ 19 h 25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25" w="38">
                    <a:moveTo>
                      <a:pt x="34" y="19"/>
                    </a:moveTo>
                    <a:cubicBezTo>
                      <a:pt x="35" y="19"/>
                      <a:pt x="36" y="19"/>
                      <a:pt x="37" y="20"/>
                    </a:cubicBezTo>
                    <a:cubicBezTo>
                      <a:pt x="37" y="20"/>
                      <a:pt x="38" y="21"/>
                      <a:pt x="38" y="21"/>
                    </a:cubicBezTo>
                    <a:cubicBezTo>
                      <a:pt x="38" y="22"/>
                      <a:pt x="38" y="22"/>
                      <a:pt x="37" y="23"/>
                    </a:cubicBezTo>
                    <a:cubicBezTo>
                      <a:pt x="36" y="25"/>
                      <a:pt x="33" y="25"/>
                      <a:pt x="31" y="25"/>
                    </a:cubicBezTo>
                    <a:cubicBezTo>
                      <a:pt x="22" y="24"/>
                      <a:pt x="13" y="24"/>
                      <a:pt x="4" y="24"/>
                    </a:cubicBezTo>
                    <a:cubicBezTo>
                      <a:pt x="4" y="24"/>
                      <a:pt x="3" y="24"/>
                      <a:pt x="3" y="24"/>
                    </a:cubicBezTo>
                    <a:cubicBezTo>
                      <a:pt x="3" y="24"/>
                      <a:pt x="2" y="23"/>
                      <a:pt x="2" y="23"/>
                    </a:cubicBezTo>
                    <a:cubicBezTo>
                      <a:pt x="0" y="20"/>
                      <a:pt x="1" y="17"/>
                      <a:pt x="1" y="14"/>
                    </a:cubicBezTo>
                    <a:cubicBezTo>
                      <a:pt x="2" y="11"/>
                      <a:pt x="3" y="7"/>
                      <a:pt x="3" y="4"/>
                    </a:cubicBezTo>
                    <a:cubicBezTo>
                      <a:pt x="3" y="3"/>
                      <a:pt x="3" y="2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3" y="0"/>
                      <a:pt x="13" y="9"/>
                      <a:pt x="14" y="10"/>
                    </a:cubicBezTo>
                    <a:cubicBezTo>
                      <a:pt x="16" y="18"/>
                      <a:pt x="27" y="19"/>
                      <a:pt x="34" y="19"/>
                    </a:cubicBezTo>
                    <a:close/>
                  </a:path>
                </a:pathLst>
              </a:custGeom>
              <a:solidFill>
                <a:srgbClr val="004D7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305b6a7-1010-4d83-a770-cbe29d0e6c73" id="79" name="îSlîḑé">
                <a:extLst>
                  <a:ext uri="{FF2B5EF4-FFF2-40B4-BE49-F238E27FC236}">
                    <a16:creationId id="{3A7AC260-827D-305C-7C8F-FBBDD7EC3E4D}"/>
                  </a:ext>
                </a:extLst>
              </p:cNvPr>
              <p:cNvSpPr/>
              <p:nvPr/>
            </p:nvSpPr>
            <p:spPr bwMode="auto">
              <a:xfrm flipV="false" flipH="false">
                <a:off x="3741738" y="1658938"/>
                <a:ext cx="79375" cy="127000"/>
              </a:xfrm>
              <a:custGeom>
                <a:avLst/>
                <a:gdLst>
                  <a:gd fmla="*/ 18 w 18" name="T0"/>
                  <a:gd fmla="*/ 26 h 29" name="T1"/>
                  <a:gd fmla="*/ 18 w 18" name="T2"/>
                  <a:gd fmla="*/ 27 h 29" name="T3"/>
                  <a:gd fmla="*/ 16 w 18" name="T4"/>
                  <a:gd fmla="*/ 28 h 29" name="T5"/>
                  <a:gd fmla="*/ 1 w 18" name="T6"/>
                  <a:gd fmla="*/ 25 h 29" name="T7"/>
                  <a:gd fmla="*/ 0 w 18" name="T8"/>
                  <a:gd fmla="*/ 24 h 29" name="T9"/>
                  <a:gd fmla="*/ 0 w 18" name="T10"/>
                  <a:gd fmla="*/ 23 h 29" name="T11"/>
                  <a:gd fmla="*/ 1 w 18" name="T12"/>
                  <a:gd fmla="*/ 3 h 29" name="T13"/>
                  <a:gd fmla="*/ 1 w 18" name="T14"/>
                  <a:gd fmla="*/ 2 h 29" name="T15"/>
                  <a:gd fmla="*/ 3 w 18" name="T16"/>
                  <a:gd fmla="*/ 1 h 29" name="T17"/>
                  <a:gd fmla="*/ 9 w 18" name="T18"/>
                  <a:gd fmla="*/ 1 h 29" name="T19"/>
                  <a:gd fmla="*/ 15 w 18" name="T20"/>
                  <a:gd fmla="*/ 10 h 29" name="T21"/>
                  <a:gd fmla="*/ 18 w 18" name="T22"/>
                  <a:gd fmla="*/ 26 h 29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29" w="18">
                    <a:moveTo>
                      <a:pt x="18" y="26"/>
                    </a:moveTo>
                    <a:cubicBezTo>
                      <a:pt x="18" y="26"/>
                      <a:pt x="18" y="27"/>
                      <a:pt x="18" y="27"/>
                    </a:cubicBezTo>
                    <a:cubicBezTo>
                      <a:pt x="17" y="28"/>
                      <a:pt x="17" y="28"/>
                      <a:pt x="16" y="28"/>
                    </a:cubicBezTo>
                    <a:cubicBezTo>
                      <a:pt x="11" y="29"/>
                      <a:pt x="5" y="28"/>
                      <a:pt x="1" y="25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6"/>
                      <a:pt x="1" y="10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5" y="1"/>
                      <a:pt x="7" y="0"/>
                      <a:pt x="9" y="1"/>
                    </a:cubicBezTo>
                    <a:cubicBezTo>
                      <a:pt x="14" y="2"/>
                      <a:pt x="14" y="7"/>
                      <a:pt x="15" y="10"/>
                    </a:cubicBezTo>
                    <a:cubicBezTo>
                      <a:pt x="15" y="16"/>
                      <a:pt x="17" y="21"/>
                      <a:pt x="18" y="26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9f037df-8e30-405c-a3e4-b39b476a08dc" id="80" name="islîďé">
                <a:extLst>
                  <a:ext uri="{FF2B5EF4-FFF2-40B4-BE49-F238E27FC236}">
                    <a16:creationId id="{E230CC14-F00E-721A-4A00-9F3AA2B34CF7}"/>
                  </a:ext>
                </a:extLst>
              </p:cNvPr>
              <p:cNvSpPr/>
              <p:nvPr/>
            </p:nvSpPr>
            <p:spPr bwMode="auto">
              <a:xfrm flipV="false" flipH="false">
                <a:off x="3995738" y="1541463"/>
                <a:ext cx="104775" cy="152400"/>
              </a:xfrm>
              <a:custGeom>
                <a:avLst/>
                <a:gdLst>
                  <a:gd fmla="*/ 7 w 24" name="T0"/>
                  <a:gd fmla="*/ 18 h 35" name="T1"/>
                  <a:gd fmla="*/ 13 w 24" name="T2"/>
                  <a:gd fmla="*/ 31 h 35" name="T3"/>
                  <a:gd fmla="*/ 14 w 24" name="T4"/>
                  <a:gd fmla="*/ 33 h 35" name="T5"/>
                  <a:gd fmla="*/ 23 w 24" name="T6"/>
                  <a:gd fmla="*/ 32 h 35" name="T7"/>
                  <a:gd fmla="*/ 24 w 24" name="T8"/>
                  <a:gd fmla="*/ 32 h 35" name="T9"/>
                  <a:gd fmla="*/ 23 w 24" name="T10"/>
                  <a:gd fmla="*/ 26 h 35" name="T11"/>
                  <a:gd fmla="*/ 21 w 24" name="T12"/>
                  <a:gd fmla="*/ 19 h 35" name="T13"/>
                  <a:gd fmla="*/ 18 w 24" name="T14"/>
                  <a:gd fmla="*/ 6 h 35" name="T15"/>
                  <a:gd fmla="*/ 16 w 24" name="T16"/>
                  <a:gd fmla="*/ 1 h 35" name="T17"/>
                  <a:gd fmla="*/ 4 w 24" name="T18"/>
                  <a:gd fmla="*/ 4 h 35" name="T19"/>
                  <a:gd fmla="*/ 5 w 24" name="T20"/>
                  <a:gd fmla="*/ 14 h 35" name="T21"/>
                  <a:gd fmla="*/ 7 w 24" name="T22"/>
                  <a:gd fmla="*/ 18 h 35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35" w="24">
                    <a:moveTo>
                      <a:pt x="7" y="18"/>
                    </a:moveTo>
                    <a:cubicBezTo>
                      <a:pt x="9" y="22"/>
                      <a:pt x="11" y="26"/>
                      <a:pt x="13" y="31"/>
                    </a:cubicBezTo>
                    <a:cubicBezTo>
                      <a:pt x="13" y="32"/>
                      <a:pt x="14" y="33"/>
                      <a:pt x="14" y="33"/>
                    </a:cubicBezTo>
                    <a:cubicBezTo>
                      <a:pt x="16" y="35"/>
                      <a:pt x="21" y="32"/>
                      <a:pt x="23" y="32"/>
                    </a:cubicBezTo>
                    <a:cubicBezTo>
                      <a:pt x="23" y="32"/>
                      <a:pt x="23" y="32"/>
                      <a:pt x="24" y="32"/>
                    </a:cubicBezTo>
                    <a:cubicBezTo>
                      <a:pt x="24" y="31"/>
                      <a:pt x="23" y="27"/>
                      <a:pt x="23" y="26"/>
                    </a:cubicBezTo>
                    <a:cubicBezTo>
                      <a:pt x="22" y="24"/>
                      <a:pt x="22" y="21"/>
                      <a:pt x="21" y="19"/>
                    </a:cubicBezTo>
                    <a:cubicBezTo>
                      <a:pt x="20" y="15"/>
                      <a:pt x="19" y="10"/>
                      <a:pt x="18" y="6"/>
                    </a:cubicBezTo>
                    <a:cubicBezTo>
                      <a:pt x="18" y="4"/>
                      <a:pt x="18" y="2"/>
                      <a:pt x="16" y="1"/>
                    </a:cubicBezTo>
                    <a:cubicBezTo>
                      <a:pt x="12" y="0"/>
                      <a:pt x="6" y="1"/>
                      <a:pt x="4" y="4"/>
                    </a:cubicBezTo>
                    <a:cubicBezTo>
                      <a:pt x="0" y="7"/>
                      <a:pt x="4" y="11"/>
                      <a:pt x="5" y="14"/>
                    </a:cubicBezTo>
                    <a:cubicBezTo>
                      <a:pt x="6" y="15"/>
                      <a:pt x="6" y="17"/>
                      <a:pt x="7" y="18"/>
                    </a:cubicBezTo>
                    <a:close/>
                  </a:path>
                </a:pathLst>
              </a:custGeom>
              <a:solidFill>
                <a:srgbClr val="00944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6195e1e-45c0-4c1d-ae07-c7edc9ddcbaf" id="81" name="îṧḻïďe">
                <a:extLst>
                  <a:ext uri="{FF2B5EF4-FFF2-40B4-BE49-F238E27FC236}">
                    <a16:creationId id="{27B46C13-53F3-50CA-68CE-F1C60A2A3F5D}"/>
                  </a:ext>
                </a:extLst>
              </p:cNvPr>
              <p:cNvSpPr/>
              <p:nvPr/>
            </p:nvSpPr>
            <p:spPr bwMode="auto">
              <a:xfrm flipV="false" flipH="false">
                <a:off x="3811588" y="1720850"/>
                <a:ext cx="293688" cy="266700"/>
              </a:xfrm>
              <a:custGeom>
                <a:avLst/>
                <a:gdLst>
                  <a:gd fmla="*/ 53 w 67" name="T0"/>
                  <a:gd fmla="*/ 33 h 61" name="T1"/>
                  <a:gd fmla="*/ 54 w 67" name="T2"/>
                  <a:gd fmla="*/ 22 h 61" name="T3"/>
                  <a:gd fmla="*/ 55 w 67" name="T4"/>
                  <a:gd fmla="*/ 7 h 61" name="T5"/>
                  <a:gd fmla="*/ 56 w 67" name="T6"/>
                  <a:gd fmla="*/ 2 h 61" name="T7"/>
                  <a:gd fmla="*/ 61 w 67" name="T8"/>
                  <a:gd fmla="*/ 1 h 61" name="T9"/>
                  <a:gd fmla="*/ 64 w 67" name="T10"/>
                  <a:gd fmla="*/ 4 h 61" name="T11"/>
                  <a:gd fmla="*/ 65 w 67" name="T12"/>
                  <a:gd fmla="*/ 10 h 61" name="T13"/>
                  <a:gd fmla="*/ 67 w 67" name="T14"/>
                  <a:gd fmla="*/ 37 h 61" name="T15"/>
                  <a:gd fmla="*/ 66 w 67" name="T16"/>
                  <a:gd fmla="*/ 53 h 61" name="T17"/>
                  <a:gd fmla="*/ 48 w 67" name="T18"/>
                  <a:gd fmla="*/ 53 h 61" name="T19"/>
                  <a:gd fmla="*/ 6 w 67" name="T20"/>
                  <a:gd fmla="*/ 29 h 61" name="T21"/>
                  <a:gd fmla="*/ 1 w 67" name="T22"/>
                  <a:gd fmla="*/ 24 h 61" name="T23"/>
                  <a:gd fmla="*/ 1 w 67" name="T24"/>
                  <a:gd fmla="*/ 15 h 61" name="T25"/>
                  <a:gd fmla="*/ 4 w 67" name="T26"/>
                  <a:gd fmla="*/ 12 h 61" name="T27"/>
                  <a:gd fmla="*/ 10 w 67" name="T28"/>
                  <a:gd fmla="*/ 12 h 61" name="T29"/>
                  <a:gd fmla="*/ 40 w 67" name="T30"/>
                  <a:gd fmla="*/ 28 h 61" name="T31"/>
                  <a:gd fmla="*/ 53 w 67" name="T32"/>
                  <a:gd fmla="*/ 36 h 61" name="T33"/>
                  <a:gd fmla="*/ 53 w 67" name="T34"/>
                  <a:gd fmla="*/ 33 h 61" name="T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b="b" l="0" r="r" t="0"/>
                <a:pathLst>
                  <a:path h="61" w="67">
                    <a:moveTo>
                      <a:pt x="53" y="33"/>
                    </a:moveTo>
                    <a:cubicBezTo>
                      <a:pt x="54" y="30"/>
                      <a:pt x="54" y="26"/>
                      <a:pt x="54" y="22"/>
                    </a:cubicBezTo>
                    <a:cubicBezTo>
                      <a:pt x="54" y="17"/>
                      <a:pt x="54" y="12"/>
                      <a:pt x="55" y="7"/>
                    </a:cubicBezTo>
                    <a:cubicBezTo>
                      <a:pt x="55" y="5"/>
                      <a:pt x="55" y="4"/>
                      <a:pt x="56" y="2"/>
                    </a:cubicBezTo>
                    <a:cubicBezTo>
                      <a:pt x="57" y="1"/>
                      <a:pt x="59" y="0"/>
                      <a:pt x="61" y="1"/>
                    </a:cubicBezTo>
                    <a:cubicBezTo>
                      <a:pt x="62" y="1"/>
                      <a:pt x="64" y="3"/>
                      <a:pt x="64" y="4"/>
                    </a:cubicBezTo>
                    <a:cubicBezTo>
                      <a:pt x="65" y="6"/>
                      <a:pt x="65" y="8"/>
                      <a:pt x="65" y="10"/>
                    </a:cubicBezTo>
                    <a:cubicBezTo>
                      <a:pt x="66" y="19"/>
                      <a:pt x="66" y="28"/>
                      <a:pt x="67" y="37"/>
                    </a:cubicBezTo>
                    <a:cubicBezTo>
                      <a:pt x="67" y="42"/>
                      <a:pt x="67" y="48"/>
                      <a:pt x="66" y="53"/>
                    </a:cubicBezTo>
                    <a:cubicBezTo>
                      <a:pt x="65" y="61"/>
                      <a:pt x="53" y="56"/>
                      <a:pt x="48" y="53"/>
                    </a:cubicBezTo>
                    <a:cubicBezTo>
                      <a:pt x="33" y="47"/>
                      <a:pt x="19" y="39"/>
                      <a:pt x="6" y="29"/>
                    </a:cubicBezTo>
                    <a:cubicBezTo>
                      <a:pt x="4" y="28"/>
                      <a:pt x="2" y="26"/>
                      <a:pt x="1" y="24"/>
                    </a:cubicBezTo>
                    <a:cubicBezTo>
                      <a:pt x="0" y="21"/>
                      <a:pt x="0" y="18"/>
                      <a:pt x="1" y="15"/>
                    </a:cubicBezTo>
                    <a:cubicBezTo>
                      <a:pt x="2" y="14"/>
                      <a:pt x="3" y="13"/>
                      <a:pt x="4" y="12"/>
                    </a:cubicBezTo>
                    <a:cubicBezTo>
                      <a:pt x="5" y="11"/>
                      <a:pt x="8" y="11"/>
                      <a:pt x="10" y="12"/>
                    </a:cubicBezTo>
                    <a:cubicBezTo>
                      <a:pt x="20" y="16"/>
                      <a:pt x="30" y="22"/>
                      <a:pt x="40" y="28"/>
                    </a:cubicBezTo>
                    <a:cubicBezTo>
                      <a:pt x="44" y="30"/>
                      <a:pt x="48" y="34"/>
                      <a:pt x="53" y="36"/>
                    </a:cubicBezTo>
                    <a:cubicBezTo>
                      <a:pt x="53" y="35"/>
                      <a:pt x="53" y="34"/>
                      <a:pt x="53" y="33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f5da639-0ad2-434f-8a0b-bb9d71a40185" id="82" name="i$ḷiďe">
                <a:extLst>
                  <a:ext uri="{FF2B5EF4-FFF2-40B4-BE49-F238E27FC236}">
                    <a16:creationId id="{502E56B6-C767-8C49-2B3E-3092D005200F}"/>
                  </a:ext>
                </a:extLst>
              </p:cNvPr>
              <p:cNvSpPr/>
              <p:nvPr/>
            </p:nvSpPr>
            <p:spPr bwMode="auto">
              <a:xfrm flipV="false" flipH="false">
                <a:off x="3973513" y="1409700"/>
                <a:ext cx="307975" cy="219075"/>
              </a:xfrm>
              <a:custGeom>
                <a:avLst/>
                <a:gdLst>
                  <a:gd fmla="*/ 32 w 70" name="T0"/>
                  <a:gd fmla="*/ 43 h 50" name="T1"/>
                  <a:gd fmla="*/ 56 w 70" name="T2"/>
                  <a:gd fmla="*/ 48 h 50" name="T3"/>
                  <a:gd fmla="*/ 62 w 70" name="T4"/>
                  <a:gd fmla="*/ 49 h 50" name="T5"/>
                  <a:gd fmla="*/ 63 w 70" name="T6"/>
                  <a:gd fmla="*/ 47 h 50" name="T7"/>
                  <a:gd fmla="*/ 58 w 70" name="T8"/>
                  <a:gd fmla="*/ 6 h 50" name="T9"/>
                  <a:gd fmla="*/ 48 w 70" name="T10"/>
                  <a:gd fmla="*/ 2 h 50" name="T11"/>
                  <a:gd fmla="*/ 45 w 70" name="T12"/>
                  <a:gd fmla="*/ 5 h 50" name="T13"/>
                  <a:gd fmla="*/ 32 w 70" name="T14"/>
                  <a:gd fmla="*/ 19 h 50" name="T15"/>
                  <a:gd fmla="*/ 16 w 70" name="T16"/>
                  <a:gd fmla="*/ 29 h 50" name="T17"/>
                  <a:gd fmla="*/ 1 w 70" name="T18"/>
                  <a:gd fmla="*/ 37 h 50" name="T19"/>
                  <a:gd fmla="*/ 1 w 70" name="T20"/>
                  <a:gd fmla="*/ 42 h 50" name="T21"/>
                  <a:gd fmla="*/ 3 w 70" name="T22"/>
                  <a:gd fmla="*/ 45 h 50" name="T23"/>
                  <a:gd fmla="*/ 17 w 70" name="T24"/>
                  <a:gd fmla="*/ 45 h 50" name="T25"/>
                  <a:gd fmla="*/ 32 w 70" name="T26"/>
                  <a:gd fmla="*/ 43 h 50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50" w="70">
                    <a:moveTo>
                      <a:pt x="32" y="43"/>
                    </a:moveTo>
                    <a:cubicBezTo>
                      <a:pt x="40" y="42"/>
                      <a:pt x="49" y="43"/>
                      <a:pt x="56" y="48"/>
                    </a:cubicBezTo>
                    <a:cubicBezTo>
                      <a:pt x="58" y="49"/>
                      <a:pt x="60" y="50"/>
                      <a:pt x="62" y="49"/>
                    </a:cubicBezTo>
                    <a:cubicBezTo>
                      <a:pt x="63" y="49"/>
                      <a:pt x="63" y="48"/>
                      <a:pt x="63" y="47"/>
                    </a:cubicBezTo>
                    <a:cubicBezTo>
                      <a:pt x="70" y="34"/>
                      <a:pt x="67" y="17"/>
                      <a:pt x="58" y="6"/>
                    </a:cubicBezTo>
                    <a:cubicBezTo>
                      <a:pt x="55" y="3"/>
                      <a:pt x="52" y="0"/>
                      <a:pt x="48" y="2"/>
                    </a:cubicBezTo>
                    <a:cubicBezTo>
                      <a:pt x="47" y="2"/>
                      <a:pt x="46" y="4"/>
                      <a:pt x="45" y="5"/>
                    </a:cubicBezTo>
                    <a:cubicBezTo>
                      <a:pt x="41" y="9"/>
                      <a:pt x="37" y="14"/>
                      <a:pt x="32" y="19"/>
                    </a:cubicBezTo>
                    <a:cubicBezTo>
                      <a:pt x="27" y="23"/>
                      <a:pt x="22" y="26"/>
                      <a:pt x="16" y="29"/>
                    </a:cubicBezTo>
                    <a:cubicBezTo>
                      <a:pt x="11" y="31"/>
                      <a:pt x="3" y="32"/>
                      <a:pt x="1" y="37"/>
                    </a:cubicBezTo>
                    <a:cubicBezTo>
                      <a:pt x="0" y="39"/>
                      <a:pt x="0" y="40"/>
                      <a:pt x="1" y="42"/>
                    </a:cubicBezTo>
                    <a:cubicBezTo>
                      <a:pt x="1" y="43"/>
                      <a:pt x="2" y="44"/>
                      <a:pt x="3" y="45"/>
                    </a:cubicBezTo>
                    <a:cubicBezTo>
                      <a:pt x="6" y="49"/>
                      <a:pt x="12" y="46"/>
                      <a:pt x="17" y="45"/>
                    </a:cubicBezTo>
                    <a:cubicBezTo>
                      <a:pt x="22" y="45"/>
                      <a:pt x="27" y="43"/>
                      <a:pt x="32" y="43"/>
                    </a:cubicBezTo>
                    <a:close/>
                  </a:path>
                </a:pathLst>
              </a:custGeom>
              <a:solidFill>
                <a:srgbClr val="00B66D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ed6bb54-06dc-4ae0-b94f-f80d2b89f557" id="83" name="iṡļïdê">
                <a:extLst>
                  <a:ext uri="{FF2B5EF4-FFF2-40B4-BE49-F238E27FC236}">
                    <a16:creationId id="{4B6AF458-F153-0106-8333-0DED39E2BAEC}"/>
                  </a:ext>
                </a:extLst>
              </p:cNvPr>
              <p:cNvSpPr/>
              <p:nvPr/>
            </p:nvSpPr>
            <p:spPr bwMode="auto">
              <a:xfrm flipV="false" flipH="false">
                <a:off x="4035425" y="1638300"/>
                <a:ext cx="82550" cy="109538"/>
              </a:xfrm>
              <a:custGeom>
                <a:avLst/>
                <a:gdLst>
                  <a:gd fmla="*/ 14 w 19" name="T0"/>
                  <a:gd fmla="*/ 1 h 25" name="T1"/>
                  <a:gd fmla="*/ 15 w 19" name="T2"/>
                  <a:gd fmla="*/ 1 h 25" name="T3"/>
                  <a:gd fmla="*/ 16 w 19" name="T4"/>
                  <a:gd fmla="*/ 3 h 25" name="T5"/>
                  <a:gd fmla="*/ 18 w 19" name="T6"/>
                  <a:gd fmla="*/ 10 h 25" name="T7"/>
                  <a:gd fmla="*/ 19 w 19" name="T8"/>
                  <a:gd fmla="*/ 13 h 25" name="T9"/>
                  <a:gd fmla="*/ 14 w 19" name="T10"/>
                  <a:gd fmla="*/ 25 h 25" name="T11"/>
                  <a:gd fmla="*/ 6 w 19" name="T12"/>
                  <a:gd fmla="*/ 24 h 25" name="T13"/>
                  <a:gd fmla="*/ 4 w 19" name="T14"/>
                  <a:gd fmla="*/ 24 h 25" name="T15"/>
                  <a:gd fmla="*/ 4 w 19" name="T16"/>
                  <a:gd fmla="*/ 22 h 25" name="T17"/>
                  <a:gd fmla="*/ 1 w 19" name="T18"/>
                  <a:gd fmla="*/ 11 h 25" name="T19"/>
                  <a:gd fmla="*/ 1 w 19" name="T20"/>
                  <a:gd fmla="*/ 7 h 25" name="T21"/>
                  <a:gd fmla="*/ 5 w 19" name="T22"/>
                  <a:gd fmla="*/ 4 h 25" name="T23"/>
                  <a:gd fmla="*/ 10 w 19" name="T24"/>
                  <a:gd fmla="*/ 1 h 25" name="T25"/>
                  <a:gd fmla="*/ 14 w 19" name="T26"/>
                  <a:gd fmla="*/ 1 h 25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25" w="19">
                    <a:moveTo>
                      <a:pt x="14" y="1"/>
                    </a:moveTo>
                    <a:cubicBezTo>
                      <a:pt x="14" y="1"/>
                      <a:pt x="14" y="1"/>
                      <a:pt x="15" y="1"/>
                    </a:cubicBezTo>
                    <a:cubicBezTo>
                      <a:pt x="15" y="1"/>
                      <a:pt x="16" y="2"/>
                      <a:pt x="16" y="3"/>
                    </a:cubicBezTo>
                    <a:cubicBezTo>
                      <a:pt x="17" y="5"/>
                      <a:pt x="18" y="8"/>
                      <a:pt x="18" y="10"/>
                    </a:cubicBezTo>
                    <a:cubicBezTo>
                      <a:pt x="19" y="11"/>
                      <a:pt x="19" y="12"/>
                      <a:pt x="19" y="13"/>
                    </a:cubicBezTo>
                    <a:cubicBezTo>
                      <a:pt x="19" y="16"/>
                      <a:pt x="13" y="20"/>
                      <a:pt x="14" y="25"/>
                    </a:cubicBezTo>
                    <a:cubicBezTo>
                      <a:pt x="14" y="25"/>
                      <a:pt x="8" y="23"/>
                      <a:pt x="6" y="24"/>
                    </a:cubicBezTo>
                    <a:cubicBezTo>
                      <a:pt x="5" y="24"/>
                      <a:pt x="4" y="24"/>
                      <a:pt x="4" y="24"/>
                    </a:cubicBezTo>
                    <a:cubicBezTo>
                      <a:pt x="4" y="24"/>
                      <a:pt x="4" y="23"/>
                      <a:pt x="4" y="22"/>
                    </a:cubicBezTo>
                    <a:cubicBezTo>
                      <a:pt x="3" y="19"/>
                      <a:pt x="2" y="15"/>
                      <a:pt x="1" y="11"/>
                    </a:cubicBezTo>
                    <a:cubicBezTo>
                      <a:pt x="1" y="10"/>
                      <a:pt x="0" y="8"/>
                      <a:pt x="1" y="7"/>
                    </a:cubicBezTo>
                    <a:cubicBezTo>
                      <a:pt x="2" y="5"/>
                      <a:pt x="4" y="5"/>
                      <a:pt x="5" y="4"/>
                    </a:cubicBezTo>
                    <a:cubicBezTo>
                      <a:pt x="7" y="3"/>
                      <a:pt x="8" y="2"/>
                      <a:pt x="10" y="1"/>
                    </a:cubicBezTo>
                    <a:cubicBezTo>
                      <a:pt x="11" y="0"/>
                      <a:pt x="13" y="0"/>
                      <a:pt x="14" y="1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b61f8c6-93e0-438f-a55c-83eb98113b7a" id="84" name="îSļîďe">
                <a:extLst>
                  <a:ext uri="{FF2B5EF4-FFF2-40B4-BE49-F238E27FC236}">
                    <a16:creationId id="{721D1B79-6C09-4B31-3B38-7AA91631AD78}"/>
                  </a:ext>
                </a:extLst>
              </p:cNvPr>
              <p:cNvSpPr/>
              <p:nvPr/>
            </p:nvSpPr>
            <p:spPr bwMode="auto">
              <a:xfrm flipV="false" flipH="false">
                <a:off x="3829050" y="3073400"/>
                <a:ext cx="166688" cy="109538"/>
              </a:xfrm>
              <a:custGeom>
                <a:avLst/>
                <a:gdLst>
                  <a:gd fmla="*/ 34 w 38" name="T0"/>
                  <a:gd fmla="*/ 19 h 25" name="T1"/>
                  <a:gd fmla="*/ 37 w 38" name="T2"/>
                  <a:gd fmla="*/ 20 h 25" name="T3"/>
                  <a:gd fmla="*/ 38 w 38" name="T4"/>
                  <a:gd fmla="*/ 21 h 25" name="T5"/>
                  <a:gd fmla="*/ 38 w 38" name="T6"/>
                  <a:gd fmla="*/ 23 h 25" name="T7"/>
                  <a:gd fmla="*/ 31 w 38" name="T8"/>
                  <a:gd fmla="*/ 25 h 25" name="T9"/>
                  <a:gd fmla="*/ 4 w 38" name="T10"/>
                  <a:gd fmla="*/ 24 h 25" name="T11"/>
                  <a:gd fmla="*/ 3 w 38" name="T12"/>
                  <a:gd fmla="*/ 24 h 25" name="T13"/>
                  <a:gd fmla="*/ 2 w 38" name="T14"/>
                  <a:gd fmla="*/ 23 h 25" name="T15"/>
                  <a:gd fmla="*/ 1 w 38" name="T16"/>
                  <a:gd fmla="*/ 14 h 25" name="T17"/>
                  <a:gd fmla="*/ 3 w 38" name="T18"/>
                  <a:gd fmla="*/ 4 h 25" name="T19"/>
                  <a:gd fmla="*/ 4 w 38" name="T20"/>
                  <a:gd fmla="*/ 1 h 25" name="T21"/>
                  <a:gd fmla="*/ 5 w 38" name="T22"/>
                  <a:gd fmla="*/ 1 h 25" name="T23"/>
                  <a:gd fmla="*/ 14 w 38" name="T24"/>
                  <a:gd fmla="*/ 0 h 25" name="T25"/>
                  <a:gd fmla="*/ 14 w 38" name="T26"/>
                  <a:gd fmla="*/ 10 h 25" name="T27"/>
                  <a:gd fmla="*/ 34 w 38" name="T28"/>
                  <a:gd fmla="*/ 19 h 25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25" w="38">
                    <a:moveTo>
                      <a:pt x="34" y="19"/>
                    </a:moveTo>
                    <a:cubicBezTo>
                      <a:pt x="35" y="19"/>
                      <a:pt x="36" y="19"/>
                      <a:pt x="37" y="20"/>
                    </a:cubicBezTo>
                    <a:cubicBezTo>
                      <a:pt x="37" y="20"/>
                      <a:pt x="38" y="21"/>
                      <a:pt x="38" y="21"/>
                    </a:cubicBezTo>
                    <a:cubicBezTo>
                      <a:pt x="38" y="22"/>
                      <a:pt x="38" y="22"/>
                      <a:pt x="38" y="23"/>
                    </a:cubicBezTo>
                    <a:cubicBezTo>
                      <a:pt x="36" y="25"/>
                      <a:pt x="33" y="25"/>
                      <a:pt x="31" y="25"/>
                    </a:cubicBezTo>
                    <a:cubicBezTo>
                      <a:pt x="22" y="24"/>
                      <a:pt x="13" y="24"/>
                      <a:pt x="4" y="24"/>
                    </a:cubicBezTo>
                    <a:cubicBezTo>
                      <a:pt x="4" y="24"/>
                      <a:pt x="3" y="24"/>
                      <a:pt x="3" y="24"/>
                    </a:cubicBezTo>
                    <a:cubicBezTo>
                      <a:pt x="3" y="24"/>
                      <a:pt x="2" y="23"/>
                      <a:pt x="2" y="23"/>
                    </a:cubicBezTo>
                    <a:cubicBezTo>
                      <a:pt x="0" y="20"/>
                      <a:pt x="1" y="17"/>
                      <a:pt x="1" y="14"/>
                    </a:cubicBezTo>
                    <a:cubicBezTo>
                      <a:pt x="2" y="11"/>
                      <a:pt x="3" y="7"/>
                      <a:pt x="3" y="4"/>
                    </a:cubicBezTo>
                    <a:cubicBezTo>
                      <a:pt x="3" y="3"/>
                      <a:pt x="3" y="2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3" y="0"/>
                      <a:pt x="13" y="9"/>
                      <a:pt x="14" y="10"/>
                    </a:cubicBezTo>
                    <a:cubicBezTo>
                      <a:pt x="16" y="18"/>
                      <a:pt x="27" y="19"/>
                      <a:pt x="34" y="19"/>
                    </a:cubicBezTo>
                    <a:close/>
                  </a:path>
                </a:pathLst>
              </a:custGeom>
              <a:solidFill>
                <a:srgbClr val="004D7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7c16b29-4cbe-4301-b207-44d552f580bf" id="85" name="išḷïde">
                <a:extLst>
                  <a:ext uri="{FF2B5EF4-FFF2-40B4-BE49-F238E27FC236}">
                    <a16:creationId id="{5381C51C-B938-5F9B-155D-1FF65353469C}"/>
                  </a:ext>
                </a:extLst>
              </p:cNvPr>
              <p:cNvSpPr/>
              <p:nvPr/>
            </p:nvSpPr>
            <p:spPr bwMode="auto">
              <a:xfrm flipV="false" flipH="false">
                <a:off x="3657600" y="2216150"/>
                <a:ext cx="273050" cy="884238"/>
              </a:xfrm>
              <a:custGeom>
                <a:avLst/>
                <a:gdLst>
                  <a:gd fmla="*/ 29 w 62" name="T0"/>
                  <a:gd fmla="*/ 0 h 202" name="T1"/>
                  <a:gd fmla="*/ 13 w 62" name="T2"/>
                  <a:gd fmla="*/ 4 h 202" name="T3"/>
                  <a:gd fmla="*/ 13 w 62" name="T4"/>
                  <a:gd fmla="*/ 48 h 202" name="T5"/>
                  <a:gd fmla="*/ 23 w 62" name="T6"/>
                  <a:gd fmla="*/ 87 h 202" name="T7"/>
                  <a:gd fmla="*/ 34 w 62" name="T8"/>
                  <a:gd fmla="*/ 152 h 202" name="T9"/>
                  <a:gd fmla="*/ 37 w 62" name="T10"/>
                  <a:gd fmla="*/ 201 h 202" name="T11"/>
                  <a:gd fmla="*/ 55 w 62" name="T12"/>
                  <a:gd fmla="*/ 201 h 202" name="T13"/>
                  <a:gd fmla="*/ 59 w 62" name="T14"/>
                  <a:gd fmla="*/ 175 h 202" name="T15"/>
                  <a:gd fmla="*/ 60 w 62" name="T16"/>
                  <a:gd fmla="*/ 149 h 202" name="T17"/>
                  <a:gd fmla="*/ 58 w 62" name="T18"/>
                  <a:gd fmla="*/ 25 h 202" name="T19"/>
                  <a:gd fmla="*/ 53 w 62" name="T20"/>
                  <a:gd fmla="*/ 6 h 202" name="T21"/>
                  <a:gd fmla="*/ 43 w 62" name="T22"/>
                  <a:gd fmla="*/ 2 h 202" name="T23"/>
                  <a:gd fmla="*/ 32 w 62" name="T24"/>
                  <a:gd fmla="*/ 0 h 202" name="T25"/>
                  <a:gd fmla="*/ 29 w 62" name="T26"/>
                  <a:gd fmla="*/ 0 h 202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202" w="62">
                    <a:moveTo>
                      <a:pt x="29" y="0"/>
                    </a:moveTo>
                    <a:cubicBezTo>
                      <a:pt x="24" y="1"/>
                      <a:pt x="18" y="2"/>
                      <a:pt x="13" y="4"/>
                    </a:cubicBezTo>
                    <a:cubicBezTo>
                      <a:pt x="0" y="10"/>
                      <a:pt x="10" y="38"/>
                      <a:pt x="13" y="48"/>
                    </a:cubicBezTo>
                    <a:cubicBezTo>
                      <a:pt x="16" y="61"/>
                      <a:pt x="20" y="74"/>
                      <a:pt x="23" y="87"/>
                    </a:cubicBezTo>
                    <a:cubicBezTo>
                      <a:pt x="29" y="109"/>
                      <a:pt x="32" y="130"/>
                      <a:pt x="34" y="152"/>
                    </a:cubicBezTo>
                    <a:cubicBezTo>
                      <a:pt x="34" y="156"/>
                      <a:pt x="37" y="201"/>
                      <a:pt x="37" y="201"/>
                    </a:cubicBezTo>
                    <a:cubicBezTo>
                      <a:pt x="43" y="201"/>
                      <a:pt x="49" y="201"/>
                      <a:pt x="55" y="201"/>
                    </a:cubicBezTo>
                    <a:cubicBezTo>
                      <a:pt x="56" y="202"/>
                      <a:pt x="58" y="178"/>
                      <a:pt x="59" y="175"/>
                    </a:cubicBezTo>
                    <a:cubicBezTo>
                      <a:pt x="59" y="166"/>
                      <a:pt x="59" y="158"/>
                      <a:pt x="60" y="149"/>
                    </a:cubicBezTo>
                    <a:cubicBezTo>
                      <a:pt x="62" y="108"/>
                      <a:pt x="60" y="66"/>
                      <a:pt x="58" y="25"/>
                    </a:cubicBezTo>
                    <a:cubicBezTo>
                      <a:pt x="58" y="19"/>
                      <a:pt x="57" y="12"/>
                      <a:pt x="53" y="6"/>
                    </a:cubicBezTo>
                    <a:cubicBezTo>
                      <a:pt x="51" y="4"/>
                      <a:pt x="46" y="3"/>
                      <a:pt x="43" y="2"/>
                    </a:cubicBezTo>
                    <a:cubicBezTo>
                      <a:pt x="40" y="1"/>
                      <a:pt x="37" y="0"/>
                      <a:pt x="32" y="0"/>
                    </a:cubicBezTo>
                    <a:cubicBezTo>
                      <a:pt x="31" y="0"/>
                      <a:pt x="30" y="0"/>
                      <a:pt x="29" y="0"/>
                    </a:cubicBezTo>
                    <a:close/>
                  </a:path>
                </a:pathLst>
              </a:custGeom>
              <a:solidFill>
                <a:srgbClr val="F35E4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82e5f6b-bb80-471d-af10-ccbfeaa47f40" id="86" name="ïşḷïďe">
                <a:extLst>
                  <a:ext uri="{FF2B5EF4-FFF2-40B4-BE49-F238E27FC236}">
                    <a16:creationId id="{C3A90A73-3011-5167-0BCF-1FDBDD2946AE}"/>
                  </a:ext>
                </a:extLst>
              </p:cNvPr>
              <p:cNvSpPr/>
              <p:nvPr/>
            </p:nvSpPr>
            <p:spPr bwMode="auto">
              <a:xfrm flipV="false" flipH="false">
                <a:off x="3602038" y="2149475"/>
                <a:ext cx="209550" cy="950913"/>
              </a:xfrm>
              <a:custGeom>
                <a:avLst/>
                <a:gdLst>
                  <a:gd fmla="*/ 4 w 48" name="T0"/>
                  <a:gd fmla="*/ 16 h 217" name="T1"/>
                  <a:gd fmla="*/ 3 w 48" name="T2"/>
                  <a:gd fmla="*/ 28 h 217" name="T3"/>
                  <a:gd fmla="*/ 7 w 48" name="T4"/>
                  <a:gd fmla="*/ 138 h 217" name="T5"/>
                  <a:gd fmla="*/ 12 w 48" name="T6"/>
                  <a:gd fmla="*/ 216 h 217" name="T7"/>
                  <a:gd fmla="*/ 30 w 48" name="T8"/>
                  <a:gd fmla="*/ 216 h 217" name="T9"/>
                  <a:gd fmla="*/ 34 w 48" name="T10"/>
                  <a:gd fmla="*/ 190 h 217" name="T11"/>
                  <a:gd fmla="*/ 35 w 48" name="T12"/>
                  <a:gd fmla="*/ 164 h 217" name="T13"/>
                  <a:gd fmla="*/ 37 w 48" name="T14"/>
                  <a:gd fmla="*/ 121 h 217" name="T15"/>
                  <a:gd fmla="*/ 41 w 48" name="T16"/>
                  <a:gd fmla="*/ 71 h 217" name="T17"/>
                  <a:gd fmla="*/ 45 w 48" name="T18"/>
                  <a:gd fmla="*/ 41 h 217" name="T19"/>
                  <a:gd fmla="*/ 44 w 48" name="T20"/>
                  <a:gd fmla="*/ 12 h 217" name="T21"/>
                  <a:gd fmla="*/ 33 w 48" name="T22"/>
                  <a:gd fmla="*/ 2 h 217" name="T23"/>
                  <a:gd fmla="*/ 19 w 48" name="T24"/>
                  <a:gd fmla="*/ 0 h 217" name="T25"/>
                  <a:gd fmla="*/ 12 w 48" name="T26"/>
                  <a:gd fmla="*/ 1 h 217" name="T27"/>
                  <a:gd fmla="*/ 4 w 48" name="T28"/>
                  <a:gd fmla="*/ 16 h 217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217" w="48">
                    <a:moveTo>
                      <a:pt x="4" y="16"/>
                    </a:moveTo>
                    <a:cubicBezTo>
                      <a:pt x="3" y="20"/>
                      <a:pt x="3" y="24"/>
                      <a:pt x="3" y="28"/>
                    </a:cubicBezTo>
                    <a:cubicBezTo>
                      <a:pt x="0" y="65"/>
                      <a:pt x="4" y="102"/>
                      <a:pt x="7" y="138"/>
                    </a:cubicBezTo>
                    <a:cubicBezTo>
                      <a:pt x="8" y="164"/>
                      <a:pt x="10" y="190"/>
                      <a:pt x="12" y="216"/>
                    </a:cubicBezTo>
                    <a:cubicBezTo>
                      <a:pt x="18" y="216"/>
                      <a:pt x="24" y="216"/>
                      <a:pt x="30" y="216"/>
                    </a:cubicBezTo>
                    <a:cubicBezTo>
                      <a:pt x="31" y="217"/>
                      <a:pt x="33" y="193"/>
                      <a:pt x="34" y="190"/>
                    </a:cubicBezTo>
                    <a:cubicBezTo>
                      <a:pt x="34" y="181"/>
                      <a:pt x="34" y="173"/>
                      <a:pt x="35" y="164"/>
                    </a:cubicBezTo>
                    <a:cubicBezTo>
                      <a:pt x="35" y="149"/>
                      <a:pt x="36" y="135"/>
                      <a:pt x="37" y="121"/>
                    </a:cubicBezTo>
                    <a:cubicBezTo>
                      <a:pt x="38" y="104"/>
                      <a:pt x="39" y="87"/>
                      <a:pt x="41" y="71"/>
                    </a:cubicBezTo>
                    <a:cubicBezTo>
                      <a:pt x="42" y="61"/>
                      <a:pt x="43" y="51"/>
                      <a:pt x="45" y="41"/>
                    </a:cubicBezTo>
                    <a:cubicBezTo>
                      <a:pt x="46" y="32"/>
                      <a:pt x="48" y="21"/>
                      <a:pt x="44" y="12"/>
                    </a:cubicBezTo>
                    <a:cubicBezTo>
                      <a:pt x="42" y="8"/>
                      <a:pt x="38" y="4"/>
                      <a:pt x="33" y="2"/>
                    </a:cubicBezTo>
                    <a:cubicBezTo>
                      <a:pt x="29" y="0"/>
                      <a:pt x="24" y="0"/>
                      <a:pt x="19" y="0"/>
                    </a:cubicBezTo>
                    <a:cubicBezTo>
                      <a:pt x="17" y="0"/>
                      <a:pt x="14" y="1"/>
                      <a:pt x="12" y="1"/>
                    </a:cubicBezTo>
                    <a:cubicBezTo>
                      <a:pt x="6" y="4"/>
                      <a:pt x="5" y="11"/>
                      <a:pt x="4" y="16"/>
                    </a:cubicBezTo>
                    <a:close/>
                  </a:path>
                </a:pathLst>
              </a:custGeom>
              <a:solidFill>
                <a:srgbClr val="F35E4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7ff08d1-1515-4489-b3d2-0864a7b68be9" id="87" name="îṥ1îḋê">
                <a:extLst>
                  <a:ext uri="{FF2B5EF4-FFF2-40B4-BE49-F238E27FC236}">
                    <a16:creationId id="{4C8FA011-310F-A966-D400-0A56B0062D85}"/>
                  </a:ext>
                </a:extLst>
              </p:cNvPr>
              <p:cNvSpPr/>
              <p:nvPr/>
            </p:nvSpPr>
            <p:spPr bwMode="auto">
              <a:xfrm flipV="false" flipH="false">
                <a:off x="3609975" y="1357313"/>
                <a:ext cx="311150" cy="415925"/>
              </a:xfrm>
              <a:custGeom>
                <a:avLst/>
                <a:gdLst>
                  <a:gd fmla="*/ 49 w 71" name="T0"/>
                  <a:gd fmla="*/ 73 h 95" name="T1"/>
                  <a:gd fmla="*/ 22 w 71" name="T2"/>
                  <a:gd fmla="*/ 23 h 95" name="T3"/>
                  <a:gd fmla="*/ 48 w 71" name="T4"/>
                  <a:gd fmla="*/ 74 h 95" name="T5"/>
                  <a:gd fmla="*/ 49 w 71" name="T6"/>
                  <a:gd fmla="*/ 73 h 95" name="T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b="b" l="0" r="r" t="0"/>
                <a:pathLst>
                  <a:path h="95" w="71">
                    <a:moveTo>
                      <a:pt x="49" y="73"/>
                    </a:moveTo>
                    <a:cubicBezTo>
                      <a:pt x="71" y="54"/>
                      <a:pt x="53" y="0"/>
                      <a:pt x="22" y="23"/>
                    </a:cubicBezTo>
                    <a:cubicBezTo>
                      <a:pt x="0" y="38"/>
                      <a:pt x="22" y="95"/>
                      <a:pt x="48" y="74"/>
                    </a:cubicBezTo>
                    <a:cubicBezTo>
                      <a:pt x="48" y="74"/>
                      <a:pt x="49" y="73"/>
                      <a:pt x="49" y="73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eac563e-c82c-40c5-af65-488389940b27" id="88" name="iś1ïḍe">
                <a:extLst>
                  <a:ext uri="{FF2B5EF4-FFF2-40B4-BE49-F238E27FC236}">
                    <a16:creationId id="{4E29461B-41AB-BE48-5E5D-C01A90F549F4}"/>
                  </a:ext>
                </a:extLst>
              </p:cNvPr>
              <p:cNvSpPr/>
              <p:nvPr/>
            </p:nvSpPr>
            <p:spPr bwMode="auto">
              <a:xfrm flipV="false" flipH="false">
                <a:off x="3579813" y="1711325"/>
                <a:ext cx="341313" cy="587375"/>
              </a:xfrm>
              <a:custGeom>
                <a:avLst/>
                <a:gdLst>
                  <a:gd fmla="*/ 10 w 78" name="T0"/>
                  <a:gd fmla="*/ 131 h 134" name="T1"/>
                  <a:gd fmla="*/ 12 w 78" name="T2"/>
                  <a:gd fmla="*/ 104 h 134" name="T3"/>
                  <a:gd fmla="*/ 13 w 78" name="T4"/>
                  <a:gd fmla="*/ 60 h 134" name="T5"/>
                  <a:gd fmla="*/ 12 w 78" name="T6"/>
                  <a:gd fmla="*/ 48 h 134" name="T7"/>
                  <a:gd fmla="*/ 14 w 78" name="T8"/>
                  <a:gd fmla="*/ 40 h 134" name="T9"/>
                  <a:gd fmla="*/ 20 w 78" name="T10"/>
                  <a:gd fmla="*/ 18 h 134" name="T11"/>
                  <a:gd fmla="*/ 57 w 78" name="T12"/>
                  <a:gd fmla="*/ 5 h 134" name="T13"/>
                  <a:gd fmla="*/ 67 w 78" name="T14"/>
                  <a:gd fmla="*/ 15 h 134" name="T15"/>
                  <a:gd fmla="*/ 69 w 78" name="T16"/>
                  <a:gd fmla="*/ 22 h 134" name="T17"/>
                  <a:gd fmla="*/ 74 w 78" name="T18"/>
                  <a:gd fmla="*/ 34 h 134" name="T19"/>
                  <a:gd fmla="*/ 76 w 78" name="T20"/>
                  <a:gd fmla="*/ 54 h 134" name="T21"/>
                  <a:gd fmla="*/ 71 w 78" name="T22"/>
                  <a:gd fmla="*/ 63 h 134" name="T23"/>
                  <a:gd fmla="*/ 70 w 78" name="T24"/>
                  <a:gd fmla="*/ 68 h 134" name="T25"/>
                  <a:gd fmla="*/ 75 w 78" name="T26"/>
                  <a:gd fmla="*/ 111 h 134" name="T27"/>
                  <a:gd fmla="*/ 76 w 78" name="T28"/>
                  <a:gd fmla="*/ 124 h 134" name="T29"/>
                  <a:gd fmla="*/ 75 w 78" name="T30"/>
                  <a:gd fmla="*/ 128 h 134" name="T31"/>
                  <a:gd fmla="*/ 71 w 78" name="T32"/>
                  <a:gd fmla="*/ 130 h 134" name="T33"/>
                  <a:gd fmla="*/ 29 w 78" name="T34"/>
                  <a:gd fmla="*/ 134 h 134" name="T35"/>
                  <a:gd fmla="*/ 10 w 78" name="T36"/>
                  <a:gd fmla="*/ 131 h 134" name="T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b="b" l="0" r="r" t="0"/>
                <a:pathLst>
                  <a:path h="134" w="78">
                    <a:moveTo>
                      <a:pt x="10" y="131"/>
                    </a:moveTo>
                    <a:cubicBezTo>
                      <a:pt x="0" y="127"/>
                      <a:pt x="9" y="111"/>
                      <a:pt x="12" y="104"/>
                    </a:cubicBezTo>
                    <a:cubicBezTo>
                      <a:pt x="17" y="90"/>
                      <a:pt x="15" y="75"/>
                      <a:pt x="13" y="60"/>
                    </a:cubicBezTo>
                    <a:cubicBezTo>
                      <a:pt x="13" y="56"/>
                      <a:pt x="12" y="52"/>
                      <a:pt x="12" y="48"/>
                    </a:cubicBezTo>
                    <a:cubicBezTo>
                      <a:pt x="13" y="46"/>
                      <a:pt x="14" y="43"/>
                      <a:pt x="14" y="40"/>
                    </a:cubicBezTo>
                    <a:cubicBezTo>
                      <a:pt x="15" y="33"/>
                      <a:pt x="17" y="25"/>
                      <a:pt x="20" y="18"/>
                    </a:cubicBezTo>
                    <a:cubicBezTo>
                      <a:pt x="27" y="5"/>
                      <a:pt x="43" y="0"/>
                      <a:pt x="57" y="5"/>
                    </a:cubicBezTo>
                    <a:cubicBezTo>
                      <a:pt x="62" y="7"/>
                      <a:pt x="65" y="10"/>
                      <a:pt x="67" y="15"/>
                    </a:cubicBezTo>
                    <a:cubicBezTo>
                      <a:pt x="68" y="18"/>
                      <a:pt x="69" y="20"/>
                      <a:pt x="69" y="22"/>
                    </a:cubicBezTo>
                    <a:cubicBezTo>
                      <a:pt x="71" y="26"/>
                      <a:pt x="72" y="30"/>
                      <a:pt x="74" y="34"/>
                    </a:cubicBezTo>
                    <a:cubicBezTo>
                      <a:pt x="76" y="40"/>
                      <a:pt x="78" y="47"/>
                      <a:pt x="76" y="54"/>
                    </a:cubicBezTo>
                    <a:cubicBezTo>
                      <a:pt x="74" y="57"/>
                      <a:pt x="71" y="60"/>
                      <a:pt x="71" y="63"/>
                    </a:cubicBezTo>
                    <a:cubicBezTo>
                      <a:pt x="70" y="65"/>
                      <a:pt x="70" y="66"/>
                      <a:pt x="70" y="68"/>
                    </a:cubicBezTo>
                    <a:cubicBezTo>
                      <a:pt x="70" y="83"/>
                      <a:pt x="72" y="97"/>
                      <a:pt x="75" y="111"/>
                    </a:cubicBezTo>
                    <a:cubicBezTo>
                      <a:pt x="76" y="115"/>
                      <a:pt x="76" y="119"/>
                      <a:pt x="76" y="124"/>
                    </a:cubicBezTo>
                    <a:cubicBezTo>
                      <a:pt x="76" y="125"/>
                      <a:pt x="76" y="127"/>
                      <a:pt x="75" y="128"/>
                    </a:cubicBezTo>
                    <a:cubicBezTo>
                      <a:pt x="74" y="129"/>
                      <a:pt x="72" y="130"/>
                      <a:pt x="71" y="130"/>
                    </a:cubicBezTo>
                    <a:cubicBezTo>
                      <a:pt x="57" y="134"/>
                      <a:pt x="43" y="134"/>
                      <a:pt x="29" y="134"/>
                    </a:cubicBezTo>
                    <a:cubicBezTo>
                      <a:pt x="23" y="133"/>
                      <a:pt x="16" y="133"/>
                      <a:pt x="10" y="131"/>
                    </a:cubicBezTo>
                    <a:close/>
                  </a:path>
                </a:pathLst>
              </a:custGeom>
              <a:solidFill>
                <a:srgbClr val="004D7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16956f0-5f75-45a0-ad64-6f41e30ce14b" id="89" name="ïśḻíḓê">
                <a:extLst>
                  <a:ext uri="{FF2B5EF4-FFF2-40B4-BE49-F238E27FC236}">
                    <a16:creationId id="{A6F09A24-E190-6A51-074F-E366BD5141B5}"/>
                  </a:ext>
                </a:extLst>
              </p:cNvPr>
              <p:cNvSpPr/>
              <p:nvPr/>
            </p:nvSpPr>
            <p:spPr bwMode="auto">
              <a:xfrm flipV="false" flipH="false">
                <a:off x="3530600" y="1765300"/>
                <a:ext cx="263525" cy="458788"/>
              </a:xfrm>
              <a:custGeom>
                <a:avLst/>
                <a:gdLst>
                  <a:gd fmla="*/ 4 w 60" name="T0"/>
                  <a:gd fmla="*/ 48 h 105" name="T1"/>
                  <a:gd fmla="*/ 0 w 60" name="T2"/>
                  <a:gd fmla="*/ 64 h 105" name="T3"/>
                  <a:gd fmla="*/ 0 w 60" name="T4"/>
                  <a:gd fmla="*/ 69 h 105" name="T5"/>
                  <a:gd fmla="*/ 2 w 60" name="T6"/>
                  <a:gd fmla="*/ 71 h 105" name="T7"/>
                  <a:gd fmla="*/ 23 w 60" name="T8"/>
                  <a:gd fmla="*/ 90 h 105" name="T9"/>
                  <a:gd fmla="*/ 55 w 60" name="T10"/>
                  <a:gd fmla="*/ 104 h 105" name="T11"/>
                  <a:gd fmla="*/ 57 w 60" name="T12"/>
                  <a:gd fmla="*/ 105 h 105" name="T13"/>
                  <a:gd fmla="*/ 59 w 60" name="T14"/>
                  <a:gd fmla="*/ 100 h 105" name="T15"/>
                  <a:gd fmla="*/ 54 w 60" name="T16"/>
                  <a:gd fmla="*/ 95 h 105" name="T17"/>
                  <a:gd fmla="*/ 47 w 60" name="T18"/>
                  <a:gd fmla="*/ 88 h 105" name="T19"/>
                  <a:gd fmla="*/ 33 w 60" name="T20"/>
                  <a:gd fmla="*/ 74 h 105" name="T21"/>
                  <a:gd fmla="*/ 21 w 60" name="T22"/>
                  <a:gd fmla="*/ 64 h 105" name="T23"/>
                  <a:gd fmla="*/ 22 w 60" name="T24"/>
                  <a:gd fmla="*/ 53 h 105" name="T25"/>
                  <a:gd fmla="*/ 34 w 60" name="T26"/>
                  <a:gd fmla="*/ 31 h 105" name="T27"/>
                  <a:gd fmla="*/ 40 w 60" name="T28"/>
                  <a:gd fmla="*/ 7 h 105" name="T29"/>
                  <a:gd fmla="*/ 37 w 60" name="T30"/>
                  <a:gd fmla="*/ 1 h 105" name="T31"/>
                  <a:gd fmla="*/ 30 w 60" name="T32"/>
                  <a:gd fmla="*/ 1 h 105" name="T33"/>
                  <a:gd fmla="*/ 24 w 60" name="T34"/>
                  <a:gd fmla="*/ 7 h 105" name="T35"/>
                  <a:gd fmla="*/ 4 w 60" name="T36"/>
                  <a:gd fmla="*/ 48 h 105" name="T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b="b" l="0" r="r" t="0"/>
                <a:pathLst>
                  <a:path h="105" w="60">
                    <a:moveTo>
                      <a:pt x="4" y="48"/>
                    </a:moveTo>
                    <a:cubicBezTo>
                      <a:pt x="2" y="55"/>
                      <a:pt x="1" y="61"/>
                      <a:pt x="0" y="64"/>
                    </a:cubicBezTo>
                    <a:cubicBezTo>
                      <a:pt x="0" y="66"/>
                      <a:pt x="0" y="67"/>
                      <a:pt x="0" y="69"/>
                    </a:cubicBezTo>
                    <a:cubicBezTo>
                      <a:pt x="1" y="70"/>
                      <a:pt x="1" y="71"/>
                      <a:pt x="2" y="71"/>
                    </a:cubicBezTo>
                    <a:cubicBezTo>
                      <a:pt x="9" y="80"/>
                      <a:pt x="13" y="86"/>
                      <a:pt x="23" y="90"/>
                    </a:cubicBezTo>
                    <a:cubicBezTo>
                      <a:pt x="34" y="96"/>
                      <a:pt x="44" y="100"/>
                      <a:pt x="55" y="104"/>
                    </a:cubicBezTo>
                    <a:cubicBezTo>
                      <a:pt x="56" y="105"/>
                      <a:pt x="56" y="105"/>
                      <a:pt x="57" y="105"/>
                    </a:cubicBezTo>
                    <a:cubicBezTo>
                      <a:pt x="59" y="105"/>
                      <a:pt x="60" y="102"/>
                      <a:pt x="59" y="100"/>
                    </a:cubicBezTo>
                    <a:cubicBezTo>
                      <a:pt x="59" y="98"/>
                      <a:pt x="56" y="96"/>
                      <a:pt x="54" y="95"/>
                    </a:cubicBezTo>
                    <a:cubicBezTo>
                      <a:pt x="52" y="92"/>
                      <a:pt x="50" y="90"/>
                      <a:pt x="47" y="88"/>
                    </a:cubicBezTo>
                    <a:cubicBezTo>
                      <a:pt x="43" y="83"/>
                      <a:pt x="38" y="79"/>
                      <a:pt x="33" y="74"/>
                    </a:cubicBezTo>
                    <a:cubicBezTo>
                      <a:pt x="29" y="71"/>
                      <a:pt x="25" y="67"/>
                      <a:pt x="21" y="64"/>
                    </a:cubicBezTo>
                    <a:cubicBezTo>
                      <a:pt x="18" y="61"/>
                      <a:pt x="21" y="56"/>
                      <a:pt x="22" y="53"/>
                    </a:cubicBezTo>
                    <a:cubicBezTo>
                      <a:pt x="26" y="45"/>
                      <a:pt x="29" y="37"/>
                      <a:pt x="34" y="31"/>
                    </a:cubicBezTo>
                    <a:cubicBezTo>
                      <a:pt x="39" y="24"/>
                      <a:pt x="42" y="15"/>
                      <a:pt x="40" y="7"/>
                    </a:cubicBezTo>
                    <a:cubicBezTo>
                      <a:pt x="40" y="5"/>
                      <a:pt x="39" y="3"/>
                      <a:pt x="37" y="1"/>
                    </a:cubicBezTo>
                    <a:cubicBezTo>
                      <a:pt x="35" y="0"/>
                      <a:pt x="32" y="0"/>
                      <a:pt x="30" y="1"/>
                    </a:cubicBezTo>
                    <a:cubicBezTo>
                      <a:pt x="28" y="3"/>
                      <a:pt x="26" y="5"/>
                      <a:pt x="24" y="7"/>
                    </a:cubicBezTo>
                    <a:cubicBezTo>
                      <a:pt x="16" y="19"/>
                      <a:pt x="9" y="33"/>
                      <a:pt x="4" y="48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0a13269-3d1f-49f2-b3d3-fce326872391" id="90" name="işḻïḑe">
                <a:extLst>
                  <a:ext uri="{FF2B5EF4-FFF2-40B4-BE49-F238E27FC236}">
                    <a16:creationId id="{D27BAD48-E5B4-0AF5-A7FD-11109438E264}"/>
                  </a:ext>
                </a:extLst>
              </p:cNvPr>
              <p:cNvSpPr/>
              <p:nvPr/>
            </p:nvSpPr>
            <p:spPr bwMode="auto">
              <a:xfrm flipV="false" flipH="false">
                <a:off x="3614738" y="1397000"/>
                <a:ext cx="219075" cy="296863"/>
              </a:xfrm>
              <a:custGeom>
                <a:avLst/>
                <a:gdLst>
                  <a:gd fmla="*/ 18 w 50" name="T0"/>
                  <a:gd fmla="*/ 57 h 68" name="T1"/>
                  <a:gd fmla="*/ 12 w 50" name="T2"/>
                  <a:gd fmla="*/ 66 h 68" name="T3"/>
                  <a:gd fmla="*/ 10 w 50" name="T4"/>
                  <a:gd fmla="*/ 55 h 68" name="T5"/>
                  <a:gd fmla="*/ 8 w 50" name="T6"/>
                  <a:gd fmla="*/ 49 h 68" name="T7"/>
                  <a:gd fmla="*/ 6 w 50" name="T8"/>
                  <a:gd fmla="*/ 14 h 68" name="T9"/>
                  <a:gd fmla="*/ 9 w 50" name="T10"/>
                  <a:gd fmla="*/ 10 h 68" name="T11"/>
                  <a:gd fmla="*/ 37 w 50" name="T12"/>
                  <a:gd fmla="*/ 1 h 68" name="T13"/>
                  <a:gd fmla="*/ 47 w 50" name="T14"/>
                  <a:gd fmla="*/ 5 h 68" name="T15"/>
                  <a:gd fmla="*/ 50 w 50" name="T16"/>
                  <a:gd fmla="*/ 12 h 68" name="T17"/>
                  <a:gd fmla="*/ 41 w 50" name="T18"/>
                  <a:gd fmla="*/ 22 h 68" name="T19"/>
                  <a:gd fmla="*/ 29 w 50" name="T20"/>
                  <a:gd fmla="*/ 27 h 68" name="T21"/>
                  <a:gd fmla="*/ 20 w 50" name="T22"/>
                  <a:gd fmla="*/ 40 h 68" name="T23"/>
                  <a:gd fmla="*/ 18 w 50" name="T24"/>
                  <a:gd fmla="*/ 57 h 68" name="T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b="b" l="0" r="r" t="0"/>
                <a:pathLst>
                  <a:path h="68" w="50">
                    <a:moveTo>
                      <a:pt x="18" y="57"/>
                    </a:moveTo>
                    <a:cubicBezTo>
                      <a:pt x="17" y="59"/>
                      <a:pt x="15" y="68"/>
                      <a:pt x="12" y="66"/>
                    </a:cubicBezTo>
                    <a:cubicBezTo>
                      <a:pt x="9" y="65"/>
                      <a:pt x="10" y="58"/>
                      <a:pt x="10" y="55"/>
                    </a:cubicBezTo>
                    <a:cubicBezTo>
                      <a:pt x="9" y="53"/>
                      <a:pt x="9" y="51"/>
                      <a:pt x="8" y="49"/>
                    </a:cubicBezTo>
                    <a:cubicBezTo>
                      <a:pt x="5" y="37"/>
                      <a:pt x="0" y="26"/>
                      <a:pt x="6" y="14"/>
                    </a:cubicBezTo>
                    <a:cubicBezTo>
                      <a:pt x="7" y="13"/>
                      <a:pt x="8" y="11"/>
                      <a:pt x="9" y="10"/>
                    </a:cubicBezTo>
                    <a:cubicBezTo>
                      <a:pt x="15" y="3"/>
                      <a:pt x="28" y="0"/>
                      <a:pt x="37" y="1"/>
                    </a:cubicBezTo>
                    <a:cubicBezTo>
                      <a:pt x="41" y="1"/>
                      <a:pt x="45" y="2"/>
                      <a:pt x="47" y="5"/>
                    </a:cubicBezTo>
                    <a:cubicBezTo>
                      <a:pt x="49" y="7"/>
                      <a:pt x="50" y="10"/>
                      <a:pt x="50" y="12"/>
                    </a:cubicBezTo>
                    <a:cubicBezTo>
                      <a:pt x="49" y="17"/>
                      <a:pt x="45" y="20"/>
                      <a:pt x="41" y="22"/>
                    </a:cubicBezTo>
                    <a:cubicBezTo>
                      <a:pt x="37" y="24"/>
                      <a:pt x="33" y="25"/>
                      <a:pt x="29" y="27"/>
                    </a:cubicBezTo>
                    <a:cubicBezTo>
                      <a:pt x="23" y="30"/>
                      <a:pt x="19" y="34"/>
                      <a:pt x="20" y="40"/>
                    </a:cubicBezTo>
                    <a:cubicBezTo>
                      <a:pt x="20" y="46"/>
                      <a:pt x="19" y="51"/>
                      <a:pt x="18" y="57"/>
                    </a:cubicBezTo>
                    <a:close/>
                  </a:path>
                </a:pathLst>
              </a:custGeom>
              <a:solidFill>
                <a:srgbClr val="D18E5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76d0f08-7303-4f14-bfd8-25e99b1eaaae" id="91" name="íslîḍê">
                <a:extLst>
                  <a:ext uri="{FF2B5EF4-FFF2-40B4-BE49-F238E27FC236}">
                    <a16:creationId id="{846F6454-7614-FBE7-0340-EEA93B38410E}"/>
                  </a:ext>
                </a:extLst>
              </p:cNvPr>
              <p:cNvSpPr/>
              <p:nvPr/>
            </p:nvSpPr>
            <p:spPr bwMode="auto">
              <a:xfrm flipV="false" flipH="false">
                <a:off x="3675063" y="1566863"/>
                <a:ext cx="39688" cy="71438"/>
              </a:xfrm>
              <a:custGeom>
                <a:avLst/>
                <a:gdLst>
                  <a:gd fmla="*/ 9 w 9" name="T0"/>
                  <a:gd fmla="*/ 7 h 16" name="T1"/>
                  <a:gd fmla="*/ 6 w 9" name="T2"/>
                  <a:gd fmla="*/ 16 h 16" name="T3"/>
                  <a:gd fmla="*/ 1 w 9" name="T4"/>
                  <a:gd fmla="*/ 9 h 16" name="T5"/>
                  <a:gd fmla="*/ 3 w 9" name="T6"/>
                  <a:gd fmla="*/ 1 h 16" name="T7"/>
                  <a:gd fmla="*/ 9 w 9" name="T8"/>
                  <a:gd fmla="*/ 7 h 16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6" w="9">
                    <a:moveTo>
                      <a:pt x="9" y="7"/>
                    </a:moveTo>
                    <a:cubicBezTo>
                      <a:pt x="9" y="11"/>
                      <a:pt x="8" y="15"/>
                      <a:pt x="6" y="16"/>
                    </a:cubicBezTo>
                    <a:cubicBezTo>
                      <a:pt x="4" y="16"/>
                      <a:pt x="1" y="13"/>
                      <a:pt x="1" y="9"/>
                    </a:cubicBezTo>
                    <a:cubicBezTo>
                      <a:pt x="0" y="5"/>
                      <a:pt x="1" y="1"/>
                      <a:pt x="3" y="1"/>
                    </a:cubicBezTo>
                    <a:cubicBezTo>
                      <a:pt x="5" y="0"/>
                      <a:pt x="8" y="3"/>
                      <a:pt x="9" y="7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d3b0337-60e3-4963-8ec5-6262d8053b3f" id="92" name="íṩļíḍé">
                <a:extLst>
                  <a:ext uri="{FF2B5EF4-FFF2-40B4-BE49-F238E27FC236}">
                    <a16:creationId id="{731F0A9E-8F38-4D47-2AED-A79BCB4C8A8A}"/>
                  </a:ext>
                </a:extLst>
              </p:cNvPr>
              <p:cNvSpPr/>
              <p:nvPr/>
            </p:nvSpPr>
            <p:spPr bwMode="auto">
              <a:xfrm flipV="false" flipH="false">
                <a:off x="3746500" y="2181225"/>
                <a:ext cx="149225" cy="134938"/>
              </a:xfrm>
              <a:custGeom>
                <a:avLst/>
                <a:gdLst>
                  <a:gd fmla="*/ 12 w 34" name="T0"/>
                  <a:gd fmla="*/ 4 h 31" name="T1"/>
                  <a:gd fmla="*/ 13 w 34" name="T2"/>
                  <a:gd fmla="*/ 5 h 31" name="T3"/>
                  <a:gd fmla="*/ 21 w 34" name="T4"/>
                  <a:gd fmla="*/ 5 h 31" name="T5"/>
                  <a:gd fmla="*/ 30 w 34" name="T6"/>
                  <a:gd fmla="*/ 10 h 31" name="T7"/>
                  <a:gd fmla="*/ 30 w 34" name="T8"/>
                  <a:gd fmla="*/ 11 h 31" name="T9"/>
                  <a:gd fmla="*/ 29 w 34" name="T10"/>
                  <a:gd fmla="*/ 12 h 31" name="T11"/>
                  <a:gd fmla="*/ 28 w 34" name="T12"/>
                  <a:gd fmla="*/ 12 h 31" name="T13"/>
                  <a:gd fmla="*/ 22 w 34" name="T14"/>
                  <a:gd fmla="*/ 11 h 31" name="T15"/>
                  <a:gd fmla="*/ 29 w 34" name="T16"/>
                  <a:gd fmla="*/ 20 h 31" name="T17"/>
                  <a:gd fmla="*/ 32 w 34" name="T18"/>
                  <a:gd fmla="*/ 21 h 31" name="T19"/>
                  <a:gd fmla="*/ 34 w 34" name="T20"/>
                  <a:gd fmla="*/ 22 h 31" name="T21"/>
                  <a:gd fmla="*/ 33 w 34" name="T22"/>
                  <a:gd fmla="*/ 25 h 31" name="T23"/>
                  <a:gd fmla="*/ 31 w 34" name="T24"/>
                  <a:gd fmla="*/ 26 h 31" name="T25"/>
                  <a:gd fmla="*/ 24 w 34" name="T26"/>
                  <a:gd fmla="*/ 29 h 31" name="T27"/>
                  <a:gd fmla="*/ 9 w 34" name="T28"/>
                  <a:gd fmla="*/ 19 h 31" name="T29"/>
                  <a:gd fmla="*/ 1 w 34" name="T30"/>
                  <a:gd fmla="*/ 7 h 31" name="T31"/>
                  <a:gd fmla="*/ 0 w 34" name="T32"/>
                  <a:gd fmla="*/ 6 h 31" name="T33"/>
                  <a:gd fmla="*/ 0 w 34" name="T34"/>
                  <a:gd fmla="*/ 6 h 31" name="T35"/>
                  <a:gd fmla="*/ 5 w 34" name="T36"/>
                  <a:gd fmla="*/ 1 h 31" name="T37"/>
                  <a:gd fmla="*/ 5 w 34" name="T38"/>
                  <a:gd fmla="*/ 0 h 31" name="T39"/>
                  <a:gd fmla="*/ 6 w 34" name="T40"/>
                  <a:gd fmla="*/ 0 h 31" name="T41"/>
                  <a:gd fmla="*/ 12 w 34" name="T42"/>
                  <a:gd fmla="*/ 4 h 31" name="T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b="b" l="0" r="r" t="0"/>
                <a:pathLst>
                  <a:path h="31" w="34">
                    <a:moveTo>
                      <a:pt x="12" y="4"/>
                    </a:moveTo>
                    <a:cubicBezTo>
                      <a:pt x="13" y="4"/>
                      <a:pt x="13" y="5"/>
                      <a:pt x="13" y="5"/>
                    </a:cubicBezTo>
                    <a:cubicBezTo>
                      <a:pt x="16" y="5"/>
                      <a:pt x="18" y="4"/>
                      <a:pt x="21" y="5"/>
                    </a:cubicBezTo>
                    <a:cubicBezTo>
                      <a:pt x="24" y="5"/>
                      <a:pt x="29" y="7"/>
                      <a:pt x="30" y="10"/>
                    </a:cubicBezTo>
                    <a:cubicBezTo>
                      <a:pt x="30" y="10"/>
                      <a:pt x="30" y="11"/>
                      <a:pt x="30" y="11"/>
                    </a:cubicBezTo>
                    <a:cubicBezTo>
                      <a:pt x="30" y="12"/>
                      <a:pt x="29" y="12"/>
                      <a:pt x="29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7" y="12"/>
                      <a:pt x="22" y="9"/>
                      <a:pt x="22" y="11"/>
                    </a:cubicBezTo>
                    <a:cubicBezTo>
                      <a:pt x="21" y="13"/>
                      <a:pt x="27" y="20"/>
                      <a:pt x="29" y="20"/>
                    </a:cubicBezTo>
                    <a:cubicBezTo>
                      <a:pt x="30" y="21"/>
                      <a:pt x="31" y="21"/>
                      <a:pt x="32" y="21"/>
                    </a:cubicBezTo>
                    <a:cubicBezTo>
                      <a:pt x="33" y="21"/>
                      <a:pt x="33" y="21"/>
                      <a:pt x="34" y="22"/>
                    </a:cubicBezTo>
                    <a:cubicBezTo>
                      <a:pt x="34" y="23"/>
                      <a:pt x="34" y="24"/>
                      <a:pt x="33" y="25"/>
                    </a:cubicBezTo>
                    <a:cubicBezTo>
                      <a:pt x="33" y="25"/>
                      <a:pt x="32" y="26"/>
                      <a:pt x="31" y="26"/>
                    </a:cubicBezTo>
                    <a:cubicBezTo>
                      <a:pt x="29" y="28"/>
                      <a:pt x="27" y="29"/>
                      <a:pt x="24" y="29"/>
                    </a:cubicBezTo>
                    <a:cubicBezTo>
                      <a:pt x="17" y="31"/>
                      <a:pt x="13" y="25"/>
                      <a:pt x="9" y="19"/>
                    </a:cubicBezTo>
                    <a:cubicBezTo>
                      <a:pt x="7" y="14"/>
                      <a:pt x="4" y="11"/>
                      <a:pt x="1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3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8" y="2"/>
                      <a:pt x="10" y="3"/>
                      <a:pt x="12" y="4"/>
                    </a:cubicBezTo>
                    <a:close/>
                  </a:path>
                </a:pathLst>
              </a:cu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3964ba1-4c56-460a-8b2c-4093416f3f44" id="93" name="îsḻîḍé">
                <a:extLst>
                  <a:ext uri="{FF2B5EF4-FFF2-40B4-BE49-F238E27FC236}">
                    <a16:creationId id="{7176ED8E-70C2-ED43-C384-7D086905793A}"/>
                  </a:ext>
                </a:extLst>
              </p:cNvPr>
              <p:cNvSpPr/>
              <p:nvPr/>
            </p:nvSpPr>
            <p:spPr bwMode="auto">
              <a:xfrm flipV="false" flipH="false">
                <a:off x="3602038" y="1444625"/>
                <a:ext cx="319088" cy="96838"/>
              </a:xfrm>
              <a:custGeom>
                <a:avLst/>
                <a:gdLst>
                  <a:gd fmla="*/ 201 w 201" name="T0"/>
                  <a:gd fmla="*/ 14 h 61" name="T1"/>
                  <a:gd fmla="*/ 2 w 201" name="T2"/>
                  <a:gd fmla="*/ 61 h 61" name="T3"/>
                  <a:gd fmla="*/ 0 w 201" name="T4"/>
                  <a:gd fmla="*/ 47 h 61" name="T5"/>
                  <a:gd fmla="*/ 198 w 201" name="T6"/>
                  <a:gd fmla="*/ 0 h 61" name="T7"/>
                  <a:gd fmla="*/ 201 w 201" name="T8"/>
                  <a:gd fmla="*/ 14 h 61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61" w="201">
                    <a:moveTo>
                      <a:pt x="201" y="14"/>
                    </a:moveTo>
                    <a:lnTo>
                      <a:pt x="2" y="61"/>
                    </a:lnTo>
                    <a:lnTo>
                      <a:pt x="0" y="47"/>
                    </a:lnTo>
                    <a:lnTo>
                      <a:pt x="198" y="0"/>
                    </a:lnTo>
                    <a:lnTo>
                      <a:pt x="201" y="14"/>
                    </a:lnTo>
                    <a:close/>
                  </a:path>
                </a:pathLst>
              </a:custGeom>
              <a:solidFill>
                <a:srgbClr val="FCB538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6141276-ccd2-4633-8d73-c3e0c7f5adc3" id="94" name="ï$ľídé">
                <a:extLst>
                  <a:ext uri="{FF2B5EF4-FFF2-40B4-BE49-F238E27FC236}">
                    <a16:creationId id="{515B96C2-EB37-7FBF-7334-8451B89DCA7A}"/>
                  </a:ext>
                </a:extLst>
              </p:cNvPr>
              <p:cNvSpPr/>
              <p:nvPr/>
            </p:nvSpPr>
            <p:spPr bwMode="auto">
              <a:xfrm flipV="false" flipH="false">
                <a:off x="3597275" y="1344613"/>
                <a:ext cx="271463" cy="169863"/>
              </a:xfrm>
              <a:custGeom>
                <a:avLst/>
                <a:gdLst>
                  <a:gd fmla="*/ 4 w 62" name="T0"/>
                  <a:gd fmla="*/ 39 h 39" name="T1"/>
                  <a:gd fmla="*/ 26 w 62" name="T2"/>
                  <a:gd fmla="*/ 4 h 39" name="T3"/>
                  <a:gd fmla="*/ 62 w 62" name="T4"/>
                  <a:gd fmla="*/ 26 h 39" name="T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b="b" l="0" r="r" t="0"/>
                <a:pathLst>
                  <a:path h="39" w="62">
                    <a:moveTo>
                      <a:pt x="4" y="39"/>
                    </a:moveTo>
                    <a:cubicBezTo>
                      <a:pt x="0" y="23"/>
                      <a:pt x="10" y="7"/>
                      <a:pt x="26" y="4"/>
                    </a:cubicBezTo>
                    <a:cubicBezTo>
                      <a:pt x="42" y="0"/>
                      <a:pt x="58" y="10"/>
                      <a:pt x="62" y="26"/>
                    </a:cubicBezTo>
                  </a:path>
                </a:pathLst>
              </a:custGeom>
              <a:solidFill>
                <a:srgbClr val="FCB538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568ef9b-26f1-4644-a5c6-896e344a2e10" id="95" name="iṩlïḑê">
                <a:extLst>
                  <a:ext uri="{FF2B5EF4-FFF2-40B4-BE49-F238E27FC236}">
                    <a16:creationId id="{1D4C7BD0-A076-2EAB-ED07-913DE2F6CD13}"/>
                  </a:ext>
                </a:extLst>
              </p:cNvPr>
              <p:cNvSpPr/>
              <p:nvPr/>
            </p:nvSpPr>
            <p:spPr bwMode="auto">
              <a:xfrm flipV="false" flipH="false">
                <a:off x="4167188" y="1397000"/>
                <a:ext cx="109538" cy="244475"/>
              </a:xfrm>
              <a:custGeom>
                <a:avLst/>
                <a:gdLst>
                  <a:gd fmla="*/ 22 w 25" name="T0"/>
                  <a:gd fmla="*/ 26 h 56" name="T1"/>
                  <a:gd fmla="*/ 19 w 25" name="T2"/>
                  <a:gd fmla="*/ 55 h 56" name="T3"/>
                  <a:gd fmla="*/ 4 w 25" name="T4"/>
                  <a:gd fmla="*/ 30 h 56" name="T5"/>
                  <a:gd fmla="*/ 6 w 25" name="T6"/>
                  <a:gd fmla="*/ 1 h 56" name="T7"/>
                  <a:gd fmla="*/ 22 w 25" name="T8"/>
                  <a:gd fmla="*/ 26 h 56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56" w="25">
                    <a:moveTo>
                      <a:pt x="22" y="26"/>
                    </a:moveTo>
                    <a:cubicBezTo>
                      <a:pt x="25" y="41"/>
                      <a:pt x="24" y="54"/>
                      <a:pt x="19" y="55"/>
                    </a:cubicBezTo>
                    <a:cubicBezTo>
                      <a:pt x="14" y="56"/>
                      <a:pt x="7" y="45"/>
                      <a:pt x="4" y="30"/>
                    </a:cubicBezTo>
                    <a:cubicBezTo>
                      <a:pt x="0" y="15"/>
                      <a:pt x="1" y="2"/>
                      <a:pt x="6" y="1"/>
                    </a:cubicBezTo>
                    <a:cubicBezTo>
                      <a:pt x="11" y="0"/>
                      <a:pt x="18" y="11"/>
                      <a:pt x="22" y="26"/>
                    </a:cubicBezTo>
                    <a:close/>
                  </a:path>
                </a:pathLst>
              </a:custGeom>
              <a:solidFill>
                <a:srgbClr val="00944B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7c9446c-a75f-49b4-b496-cb3d92537378" id="96" name="iṣḻiḋe">
                <a:extLst>
                  <a:ext uri="{FF2B5EF4-FFF2-40B4-BE49-F238E27FC236}">
                    <a16:creationId id="{8FDFCC04-F7D9-80D7-F4DE-FCB3766A9728}"/>
                  </a:ext>
                </a:extLst>
              </p:cNvPr>
              <p:cNvSpPr/>
              <p:nvPr/>
            </p:nvSpPr>
            <p:spPr bwMode="auto">
              <a:xfrm flipV="false" flipH="false">
                <a:off x="5003800" y="5400675"/>
                <a:ext cx="2214563" cy="296863"/>
              </a:xfrm>
              <a:prstGeom prst="rect">
                <a:avLst/>
              </a:prstGeom>
              <a:solidFill>
                <a:srgbClr val="F8613E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3a526ed-6a28-4afe-a430-73b7ef66f90c" id="97" name="îṥḻiḑê">
                <a:extLst>
                  <a:ext uri="{FF2B5EF4-FFF2-40B4-BE49-F238E27FC236}">
                    <a16:creationId id="{BDF74681-76C9-8F05-75F6-76F33FCB6375}"/>
                  </a:ext>
                </a:extLst>
              </p:cNvPr>
              <p:cNvSpPr/>
              <p:nvPr/>
            </p:nvSpPr>
            <p:spPr bwMode="auto">
              <a:xfrm flipV="false" flipH="false">
                <a:off x="3425825" y="3182938"/>
                <a:ext cx="741363" cy="2514600"/>
              </a:xfrm>
              <a:prstGeom prst="rect">
                <a:avLst/>
              </a:prstGeom>
              <a:solidFill>
                <a:srgbClr val="FAAA9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</p:grpSp>
        <p:grpSp>
          <p:nvGrpSpPr>
            <p:cNvPr descr="9a15afa3-8bb2-4018-ad11-cc3f88f96a8f" id="16" name="组合 15">
              <a:extLst>
                <a:ext uri="{FF2B5EF4-FFF2-40B4-BE49-F238E27FC236}">
                  <a16:creationId id="{88E85435-F23D-0451-9919-4F06E1ECDE26}"/>
                </a:ext>
              </a:extLst>
            </p:cNvPr>
            <p:cNvGrpSpPr/>
            <p:nvPr/>
          </p:nvGrpSpPr>
          <p:grpSpPr>
            <a:xfrm>
              <a:off x="660400" y="1130300"/>
              <a:ext cx="10858500" cy="5242235"/>
              <a:chOff x="660400" y="1130300"/>
              <a:chExt cx="10858500" cy="5242235"/>
            </a:xfrm>
          </p:grpSpPr>
          <p:sp>
            <p:nvSpPr>
              <p:cNvPr descr="18769768-3684-4c7b-8b26-b2bfc55b56fc" id="4" name="Title">
                <a:extLst>
                  <a:ext uri="{FF2B5EF4-FFF2-40B4-BE49-F238E27FC236}">
                    <a16:creationId id="{772DB4A5-63D0-0415-A4A0-B0B8612FBD47}"/>
                  </a:ext>
                </a:extLst>
              </p:cNvPr>
              <p:cNvSpPr txBox="1"/>
              <p:nvPr/>
            </p:nvSpPr>
            <p:spPr>
              <a:xfrm flipV="false" flipH="false">
                <a:off x="660400" y="1130300"/>
                <a:ext cx="10858500" cy="461665"/>
              </a:xfrm>
              <a:prstGeom prst="rect">
                <a:avLst/>
              </a:prstGeom>
              <a:noFill/>
            </p:spPr>
            <p:txBody>
              <a:bodyPr anchor="t" anchorCtr="1" rtlCol="0" vert="horz" wrap="squar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2F2F2F"/>
                    </a:solidFill>
                    <a:ea typeface="微软雅黑"/>
                  </a:rPr>
                  <a:t>各类病菌可能造成的感染情况</a:t>
                </a:r>
              </a:p>
            </p:txBody>
          </p:sp>
          <p:grpSp>
            <p:nvGrpSpPr>
              <p:cNvPr descr="c08347e9-0437-4581-941a-ff3dace5329d" id="9" name="组合 8">
                <a:extLst>
                  <a:ext uri="{FF2B5EF4-FFF2-40B4-BE49-F238E27FC236}">
                    <a16:creationId id="{9660F91E-AE5B-EE82-E231-63EE5EC7792B}"/>
                  </a:ext>
                </a:extLst>
              </p:cNvPr>
              <p:cNvGrpSpPr/>
              <p:nvPr/>
            </p:nvGrpSpPr>
            <p:grpSpPr>
              <a:xfrm>
                <a:off x="6133523" y="2068699"/>
                <a:ext cx="5055177" cy="1548950"/>
                <a:chOff x="6133523" y="2068699"/>
                <a:chExt cx="5055177" cy="1548950"/>
              </a:xfrm>
            </p:grpSpPr>
            <p:sp>
              <p:nvSpPr>
                <p:cNvPr descr="0b68705c-453c-484e-9766-3d65444e44bc" id="38" name="Text1">
                  <a:extLst>
                    <a:ext uri="{FF2B5EF4-FFF2-40B4-BE49-F238E27FC236}">
                      <a16:creationId id="{C2FB12B8-53C0-9854-15ED-F6A73A7074CC}"/>
                    </a:ext>
                  </a:extLst>
                </p:cNvPr>
                <p:cNvSpPr/>
                <p:nvPr/>
              </p:nvSpPr>
              <p:spPr>
                <a:xfrm flipV="false" flipH="false">
                  <a:off x="6133523" y="2530364"/>
                  <a:ext cx="5055177" cy="1087285"/>
                </a:xfrm>
                <a:prstGeom prst="roundRect">
                  <a:avLst>
                    <a:gd fmla="val 10544" name="adj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t" anchorCtr="0" bIns="45720" lIns="91440" rIns="91440" rtlCol="0" tIns="45720" wrap="square">
                  <a:normAutofit/>
                </a:bodyPr>
                <a:lstStyle>
                  <a:defPPr>
                    <a:defRPr lang="zh-CN"/>
                  </a:defPPr>
                  <a:lvl1pPr algn="l" defTabSz="914400" eaLnBrk="1" hangingPunct="1" latinLnBrk="0" marL="0" rtl="0">
                    <a:defRPr kern="1200" sz="1800">
                      <a:solidFill>
                        <a:schemeClr val="lt1"/>
                      </a:solidFill>
                    </a:defRPr>
                  </a:lvl1pPr>
                  <a:lvl2pPr algn="l" defTabSz="914400" eaLnBrk="1" hangingPunct="1" latinLnBrk="0" marL="457200" rtl="0">
                    <a:defRPr kern="1200" sz="1800">
                      <a:solidFill>
                        <a:schemeClr val="lt1"/>
                      </a:solidFill>
                    </a:defRPr>
                  </a:lvl2pPr>
                  <a:lvl3pPr algn="l" defTabSz="914400" eaLnBrk="1" hangingPunct="1" latinLnBrk="0" marL="914400" rtl="0">
                    <a:defRPr kern="1200" sz="1800">
                      <a:solidFill>
                        <a:schemeClr val="lt1"/>
                      </a:solidFill>
                    </a:defRPr>
                  </a:lvl3pPr>
                  <a:lvl4pPr algn="l" defTabSz="914400" eaLnBrk="1" hangingPunct="1" latinLnBrk="0" marL="1371600" rtl="0">
                    <a:defRPr kern="1200" sz="1800">
                      <a:solidFill>
                        <a:schemeClr val="lt1"/>
                      </a:solidFill>
                    </a:defRPr>
                  </a:lvl4pPr>
                  <a:lvl5pPr algn="l" defTabSz="914400" eaLnBrk="1" hangingPunct="1" latinLnBrk="0" marL="1828800" rtl="0">
                    <a:defRPr kern="1200" sz="1800">
                      <a:solidFill>
                        <a:schemeClr val="lt1"/>
                      </a:solidFill>
                    </a:defRPr>
                  </a:lvl5pPr>
                  <a:lvl6pPr algn="l" defTabSz="914400" eaLnBrk="1" hangingPunct="1" latinLnBrk="0" marL="2286000" rtl="0">
                    <a:defRPr kern="1200" sz="1800">
                      <a:solidFill>
                        <a:schemeClr val="lt1"/>
                      </a:solidFill>
                    </a:defRPr>
                  </a:lvl6pPr>
                  <a:lvl7pPr algn="l" defTabSz="914400" eaLnBrk="1" hangingPunct="1" latinLnBrk="0" marL="2743200" rtl="0">
                    <a:defRPr kern="1200" sz="1800">
                      <a:solidFill>
                        <a:schemeClr val="lt1"/>
                      </a:solidFill>
                    </a:defRPr>
                  </a:lvl7pPr>
                  <a:lvl8pPr algn="l" defTabSz="914400" eaLnBrk="1" hangingPunct="1" latinLnBrk="0" marL="3200400" rtl="0">
                    <a:defRPr kern="1200" sz="1800">
                      <a:solidFill>
                        <a:schemeClr val="lt1"/>
                      </a:solidFill>
                    </a:defRPr>
                  </a:lvl8pPr>
                  <a:lvl9pPr algn="l" defTabSz="914400" eaLnBrk="1" hangingPunct="1" latinLnBrk="0" marL="3657600" rtl="0">
                    <a:defRPr kern="1200" sz="1800">
                      <a:solidFill>
                        <a:schemeClr val="lt1"/>
                      </a:solidFill>
                    </a:defRPr>
                  </a:lvl9pPr>
                </a:lstStyle>
                <a:p>
                  <a:pPr algn="l">
                    <a:lnSpc>
                      <a:spcPct val="120000"/>
                    </a:lnSpc>
                  </a:pPr>
                  <a:r>
                    <a:rPr lang="en-US" b="false" i="false" u="none" sz="1200">
                      <a:solidFill>
                        <a:srgbClr val="2F2F2F"/>
                      </a:solidFill>
                      <a:ea typeface="微软雅黑"/>
                    </a:rPr>
                    <a:t>金黄色葡萄球菌、大肠杆菌等常见细菌易在足部滋生，通过舔舐传播。</a:t>
                  </a:r>
                </a:p>
              </p:txBody>
            </p:sp>
            <p:sp>
              <p:nvSpPr>
                <p:cNvPr descr="5a4fec95-9003-4d4f-aa08-d82eb9cda2dc" id="39" name="Bullet1">
                  <a:extLst>
                    <a:ext uri="{FF2B5EF4-FFF2-40B4-BE49-F238E27FC236}">
                      <a16:creationId id="{60CE4C01-45F8-D82D-CE1F-DE376EE85882}"/>
                    </a:ext>
                  </a:extLst>
                </p:cNvPr>
                <p:cNvSpPr/>
                <p:nvPr/>
              </p:nvSpPr>
              <p:spPr>
                <a:xfrm flipV="false" flipH="false">
                  <a:off x="6133523" y="2068699"/>
                  <a:ext cx="2019299" cy="461665"/>
                </a:xfrm>
                <a:prstGeom prst="roundRect">
                  <a:avLst>
                    <a:gd fmla="val 16000" name="adj"/>
                  </a:avLst>
                </a:prstGeom>
                <a:solidFill>
                  <a:schemeClr val="accent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anchorCtr="1" bIns="45720" lIns="91440" rIns="91440" rtlCol="0" tIns="45720" wrap="square">
                  <a:normAutofit/>
                </a:bodyPr>
                <a:lstStyle>
                  <a:defPPr>
                    <a:defRPr lang="zh-CN"/>
                  </a:defPPr>
                  <a:lvl1pPr algn="l" defTabSz="914400" eaLnBrk="1" hangingPunct="1" latinLnBrk="0" marL="0" rtl="0">
                    <a:defRPr kern="1200" sz="1800">
                      <a:solidFill>
                        <a:schemeClr val="lt1"/>
                      </a:solidFill>
                    </a:defRPr>
                  </a:lvl1pPr>
                  <a:lvl2pPr algn="l" defTabSz="914400" eaLnBrk="1" hangingPunct="1" latinLnBrk="0" marL="457200" rtl="0">
                    <a:defRPr kern="1200" sz="1800">
                      <a:solidFill>
                        <a:schemeClr val="lt1"/>
                      </a:solidFill>
                    </a:defRPr>
                  </a:lvl2pPr>
                  <a:lvl3pPr algn="l" defTabSz="914400" eaLnBrk="1" hangingPunct="1" latinLnBrk="0" marL="914400" rtl="0">
                    <a:defRPr kern="1200" sz="1800">
                      <a:solidFill>
                        <a:schemeClr val="lt1"/>
                      </a:solidFill>
                    </a:defRPr>
                  </a:lvl3pPr>
                  <a:lvl4pPr algn="l" defTabSz="914400" eaLnBrk="1" hangingPunct="1" latinLnBrk="0" marL="1371600" rtl="0">
                    <a:defRPr kern="1200" sz="1800">
                      <a:solidFill>
                        <a:schemeClr val="lt1"/>
                      </a:solidFill>
                    </a:defRPr>
                  </a:lvl4pPr>
                  <a:lvl5pPr algn="l" defTabSz="914400" eaLnBrk="1" hangingPunct="1" latinLnBrk="0" marL="1828800" rtl="0">
                    <a:defRPr kern="1200" sz="1800">
                      <a:solidFill>
                        <a:schemeClr val="lt1"/>
                      </a:solidFill>
                    </a:defRPr>
                  </a:lvl5pPr>
                  <a:lvl6pPr algn="l" defTabSz="914400" eaLnBrk="1" hangingPunct="1" latinLnBrk="0" marL="2286000" rtl="0">
                    <a:defRPr kern="1200" sz="1800">
                      <a:solidFill>
                        <a:schemeClr val="lt1"/>
                      </a:solidFill>
                    </a:defRPr>
                  </a:lvl6pPr>
                  <a:lvl7pPr algn="l" defTabSz="914400" eaLnBrk="1" hangingPunct="1" latinLnBrk="0" marL="2743200" rtl="0">
                    <a:defRPr kern="1200" sz="1800">
                      <a:solidFill>
                        <a:schemeClr val="lt1"/>
                      </a:solidFill>
                    </a:defRPr>
                  </a:lvl7pPr>
                  <a:lvl8pPr algn="l" defTabSz="914400" eaLnBrk="1" hangingPunct="1" latinLnBrk="0" marL="3200400" rtl="0">
                    <a:defRPr kern="1200" sz="1800">
                      <a:solidFill>
                        <a:schemeClr val="lt1"/>
                      </a:solidFill>
                    </a:defRPr>
                  </a:lvl8pPr>
                  <a:lvl9pPr algn="l" defTabSz="914400" eaLnBrk="1" hangingPunct="1" latinLnBrk="0" marL="3657600" rtl="0">
                    <a:defRPr kern="1200" sz="1800"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en-US" b="true" i="false" u="none" sz="1800">
                      <a:solidFill>
                        <a:srgbClr val="FFFFFF"/>
                      </a:solidFill>
                      <a:ea typeface="微软雅黑"/>
                    </a:rPr>
                    <a:t>细菌感染</a:t>
                  </a:r>
                </a:p>
              </p:txBody>
            </p:sp>
          </p:grpSp>
          <p:grpSp>
            <p:nvGrpSpPr>
              <p:cNvPr descr="bf1c9ce7-0098-411b-8818-6fc10640f1b1" id="13" name="组合 12">
                <a:extLst>
                  <a:ext uri="{FF2B5EF4-FFF2-40B4-BE49-F238E27FC236}">
                    <a16:creationId id="{FFA99A08-1C6E-850E-B7C6-FBBCF47A035E}"/>
                  </a:ext>
                </a:extLst>
              </p:cNvPr>
              <p:cNvGrpSpPr/>
              <p:nvPr/>
            </p:nvGrpSpPr>
            <p:grpSpPr>
              <a:xfrm>
                <a:off x="6133523" y="3441208"/>
                <a:ext cx="5055177" cy="1548950"/>
                <a:chOff x="6133523" y="3441208"/>
                <a:chExt cx="5055177" cy="1548950"/>
              </a:xfrm>
            </p:grpSpPr>
            <p:sp>
              <p:nvSpPr>
                <p:cNvPr descr="32677229-8828-42d5-8d3d-e054b82208ba" id="7" name="Text2">
                  <a:extLst>
                    <a:ext uri="{FF2B5EF4-FFF2-40B4-BE49-F238E27FC236}">
                      <a16:creationId id="{23200032-31BC-28D7-F785-54DAF809E888}"/>
                    </a:ext>
                  </a:extLst>
                </p:cNvPr>
                <p:cNvSpPr/>
                <p:nvPr/>
              </p:nvSpPr>
              <p:spPr>
                <a:xfrm flipV="false" flipH="false">
                  <a:off x="6133523" y="3902873"/>
                  <a:ext cx="5055177" cy="1087285"/>
                </a:xfrm>
                <a:prstGeom prst="roundRect">
                  <a:avLst>
                    <a:gd fmla="val 10544" name="adj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t" anchorCtr="0" bIns="45720" lIns="91440" rIns="91440" rtlCol="0" tIns="45720" wrap="square">
                  <a:normAutofit/>
                </a:bodyPr>
                <a:lstStyle>
                  <a:defPPr>
                    <a:defRPr lang="zh-CN"/>
                  </a:defPPr>
                  <a:lvl1pPr algn="l" defTabSz="914400" eaLnBrk="1" hangingPunct="1" latinLnBrk="0" marL="0" rtl="0">
                    <a:defRPr kern="1200" sz="1800">
                      <a:solidFill>
                        <a:schemeClr val="lt1"/>
                      </a:solidFill>
                    </a:defRPr>
                  </a:lvl1pPr>
                  <a:lvl2pPr algn="l" defTabSz="914400" eaLnBrk="1" hangingPunct="1" latinLnBrk="0" marL="457200" rtl="0">
                    <a:defRPr kern="1200" sz="1800">
                      <a:solidFill>
                        <a:schemeClr val="lt1"/>
                      </a:solidFill>
                    </a:defRPr>
                  </a:lvl2pPr>
                  <a:lvl3pPr algn="l" defTabSz="914400" eaLnBrk="1" hangingPunct="1" latinLnBrk="0" marL="914400" rtl="0">
                    <a:defRPr kern="1200" sz="1800">
                      <a:solidFill>
                        <a:schemeClr val="lt1"/>
                      </a:solidFill>
                    </a:defRPr>
                  </a:lvl3pPr>
                  <a:lvl4pPr algn="l" defTabSz="914400" eaLnBrk="1" hangingPunct="1" latinLnBrk="0" marL="1371600" rtl="0">
                    <a:defRPr kern="1200" sz="1800">
                      <a:solidFill>
                        <a:schemeClr val="lt1"/>
                      </a:solidFill>
                    </a:defRPr>
                  </a:lvl4pPr>
                  <a:lvl5pPr algn="l" defTabSz="914400" eaLnBrk="1" hangingPunct="1" latinLnBrk="0" marL="1828800" rtl="0">
                    <a:defRPr kern="1200" sz="1800">
                      <a:solidFill>
                        <a:schemeClr val="lt1"/>
                      </a:solidFill>
                    </a:defRPr>
                  </a:lvl5pPr>
                  <a:lvl6pPr algn="l" defTabSz="914400" eaLnBrk="1" hangingPunct="1" latinLnBrk="0" marL="2286000" rtl="0">
                    <a:defRPr kern="1200" sz="1800">
                      <a:solidFill>
                        <a:schemeClr val="lt1"/>
                      </a:solidFill>
                    </a:defRPr>
                  </a:lvl6pPr>
                  <a:lvl7pPr algn="l" defTabSz="914400" eaLnBrk="1" hangingPunct="1" latinLnBrk="0" marL="2743200" rtl="0">
                    <a:defRPr kern="1200" sz="1800">
                      <a:solidFill>
                        <a:schemeClr val="lt1"/>
                      </a:solidFill>
                    </a:defRPr>
                  </a:lvl7pPr>
                  <a:lvl8pPr algn="l" defTabSz="914400" eaLnBrk="1" hangingPunct="1" latinLnBrk="0" marL="3200400" rtl="0">
                    <a:defRPr kern="1200" sz="1800">
                      <a:solidFill>
                        <a:schemeClr val="lt1"/>
                      </a:solidFill>
                    </a:defRPr>
                  </a:lvl8pPr>
                  <a:lvl9pPr algn="l" defTabSz="914400" eaLnBrk="1" hangingPunct="1" latinLnBrk="0" marL="3657600" rtl="0">
                    <a:defRPr kern="1200" sz="1800">
                      <a:solidFill>
                        <a:schemeClr val="lt1"/>
                      </a:solidFill>
                    </a:defRPr>
                  </a:lvl9pPr>
                </a:lstStyle>
                <a:p>
                  <a:pPr algn="l">
                    <a:lnSpc>
                      <a:spcPct val="120000"/>
                    </a:lnSpc>
                  </a:pPr>
                  <a:r>
                    <a:rPr lang="en-US" b="false" i="false" u="none" sz="1200">
                      <a:solidFill>
                        <a:srgbClr val="2F2F2F"/>
                      </a:solidFill>
                      <a:ea typeface="微软雅黑"/>
                    </a:rPr>
                    <a:t>脚气、甲癣等真菌病，经口舌接触可感染口腔或喉咙。</a:t>
                  </a:r>
                </a:p>
              </p:txBody>
            </p:sp>
            <p:sp>
              <p:nvSpPr>
                <p:cNvPr descr="0ec954fa-04cc-41ae-a611-e1bc614a4ecf" id="8" name="Bullet2">
                  <a:extLst>
                    <a:ext uri="{FF2B5EF4-FFF2-40B4-BE49-F238E27FC236}">
                      <a16:creationId id="{4D6E8F8F-52E7-8B5A-AB3B-68A81DE6C5AA}"/>
                    </a:ext>
                  </a:extLst>
                </p:cNvPr>
                <p:cNvSpPr/>
                <p:nvPr/>
              </p:nvSpPr>
              <p:spPr>
                <a:xfrm flipV="false" flipH="false">
                  <a:off x="6133523" y="3441208"/>
                  <a:ext cx="2019299" cy="461665"/>
                </a:xfrm>
                <a:prstGeom prst="roundRect">
                  <a:avLst>
                    <a:gd fmla="val 16000" name="adj"/>
                  </a:avLst>
                </a:prstGeom>
                <a:solidFill>
                  <a:schemeClr val="accent2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anchorCtr="1" bIns="45720" lIns="91440" rIns="91440" rtlCol="0" tIns="45720" wrap="square">
                  <a:normAutofit/>
                </a:bodyPr>
                <a:lstStyle>
                  <a:defPPr>
                    <a:defRPr lang="zh-CN"/>
                  </a:defPPr>
                  <a:lvl1pPr algn="l" defTabSz="914400" eaLnBrk="1" hangingPunct="1" latinLnBrk="0" marL="0" rtl="0">
                    <a:defRPr kern="1200" sz="1800">
                      <a:solidFill>
                        <a:schemeClr val="lt1"/>
                      </a:solidFill>
                    </a:defRPr>
                  </a:lvl1pPr>
                  <a:lvl2pPr algn="l" defTabSz="914400" eaLnBrk="1" hangingPunct="1" latinLnBrk="0" marL="457200" rtl="0">
                    <a:defRPr kern="1200" sz="1800">
                      <a:solidFill>
                        <a:schemeClr val="lt1"/>
                      </a:solidFill>
                    </a:defRPr>
                  </a:lvl2pPr>
                  <a:lvl3pPr algn="l" defTabSz="914400" eaLnBrk="1" hangingPunct="1" latinLnBrk="0" marL="914400" rtl="0">
                    <a:defRPr kern="1200" sz="1800">
                      <a:solidFill>
                        <a:schemeClr val="lt1"/>
                      </a:solidFill>
                    </a:defRPr>
                  </a:lvl3pPr>
                  <a:lvl4pPr algn="l" defTabSz="914400" eaLnBrk="1" hangingPunct="1" latinLnBrk="0" marL="1371600" rtl="0">
                    <a:defRPr kern="1200" sz="1800">
                      <a:solidFill>
                        <a:schemeClr val="lt1"/>
                      </a:solidFill>
                    </a:defRPr>
                  </a:lvl4pPr>
                  <a:lvl5pPr algn="l" defTabSz="914400" eaLnBrk="1" hangingPunct="1" latinLnBrk="0" marL="1828800" rtl="0">
                    <a:defRPr kern="1200" sz="1800">
                      <a:solidFill>
                        <a:schemeClr val="lt1"/>
                      </a:solidFill>
                    </a:defRPr>
                  </a:lvl5pPr>
                  <a:lvl6pPr algn="l" defTabSz="914400" eaLnBrk="1" hangingPunct="1" latinLnBrk="0" marL="2286000" rtl="0">
                    <a:defRPr kern="1200" sz="1800">
                      <a:solidFill>
                        <a:schemeClr val="lt1"/>
                      </a:solidFill>
                    </a:defRPr>
                  </a:lvl6pPr>
                  <a:lvl7pPr algn="l" defTabSz="914400" eaLnBrk="1" hangingPunct="1" latinLnBrk="0" marL="2743200" rtl="0">
                    <a:defRPr kern="1200" sz="1800">
                      <a:solidFill>
                        <a:schemeClr val="lt1"/>
                      </a:solidFill>
                    </a:defRPr>
                  </a:lvl7pPr>
                  <a:lvl8pPr algn="l" defTabSz="914400" eaLnBrk="1" hangingPunct="1" latinLnBrk="0" marL="3200400" rtl="0">
                    <a:defRPr kern="1200" sz="1800">
                      <a:solidFill>
                        <a:schemeClr val="lt1"/>
                      </a:solidFill>
                    </a:defRPr>
                  </a:lvl8pPr>
                  <a:lvl9pPr algn="l" defTabSz="914400" eaLnBrk="1" hangingPunct="1" latinLnBrk="0" marL="3657600" rtl="0">
                    <a:defRPr kern="1200" sz="1800"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en-US" b="true" i="false" u="none" sz="1800">
                      <a:solidFill>
                        <a:srgbClr val="FFFFFF"/>
                      </a:solidFill>
                      <a:ea typeface="微软雅黑"/>
                    </a:rPr>
                    <a:t>真菌感染</a:t>
                  </a:r>
                </a:p>
              </p:txBody>
            </p:sp>
          </p:grpSp>
          <p:grpSp>
            <p:nvGrpSpPr>
              <p:cNvPr descr="1bcd2fa5-8da3-4bc3-a699-b84c916cd2e1" id="14" name="组合 13">
                <a:extLst>
                  <a:ext uri="{FF2B5EF4-FFF2-40B4-BE49-F238E27FC236}">
                    <a16:creationId id="{F4ECB946-44AC-BD23-70A8-04CA97C05088}"/>
                  </a:ext>
                </a:extLst>
              </p:cNvPr>
              <p:cNvGrpSpPr/>
              <p:nvPr/>
            </p:nvGrpSpPr>
            <p:grpSpPr>
              <a:xfrm>
                <a:off x="6133523" y="4823585"/>
                <a:ext cx="5055177" cy="1548950"/>
                <a:chOff x="6133523" y="4823585"/>
                <a:chExt cx="5055177" cy="1548950"/>
              </a:xfrm>
            </p:grpSpPr>
            <p:sp>
              <p:nvSpPr>
                <p:cNvPr descr="829915d3-b157-4cf4-a038-d71478cede1a" id="11" name="Text3">
                  <a:extLst>
                    <a:ext uri="{FF2B5EF4-FFF2-40B4-BE49-F238E27FC236}">
                      <a16:creationId id="{53C67E48-E76A-DC94-979E-8F6B4B3658FE}"/>
                    </a:ext>
                  </a:extLst>
                </p:cNvPr>
                <p:cNvSpPr/>
                <p:nvPr/>
              </p:nvSpPr>
              <p:spPr>
                <a:xfrm flipV="false" flipH="false">
                  <a:off x="6133523" y="5285250"/>
                  <a:ext cx="5055177" cy="1087285"/>
                </a:xfrm>
                <a:prstGeom prst="roundRect">
                  <a:avLst>
                    <a:gd fmla="val 10544" name="adj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t" anchorCtr="0" bIns="45720" lIns="91440" rIns="91440" rtlCol="0" tIns="45720" wrap="square">
                  <a:normAutofit/>
                </a:bodyPr>
                <a:lstStyle>
                  <a:defPPr>
                    <a:defRPr lang="zh-CN"/>
                  </a:defPPr>
                  <a:lvl1pPr algn="l" defTabSz="914400" eaLnBrk="1" hangingPunct="1" latinLnBrk="0" marL="0" rtl="0">
                    <a:defRPr kern="1200" sz="1800">
                      <a:solidFill>
                        <a:schemeClr val="lt1"/>
                      </a:solidFill>
                    </a:defRPr>
                  </a:lvl1pPr>
                  <a:lvl2pPr algn="l" defTabSz="914400" eaLnBrk="1" hangingPunct="1" latinLnBrk="0" marL="457200" rtl="0">
                    <a:defRPr kern="1200" sz="1800">
                      <a:solidFill>
                        <a:schemeClr val="lt1"/>
                      </a:solidFill>
                    </a:defRPr>
                  </a:lvl2pPr>
                  <a:lvl3pPr algn="l" defTabSz="914400" eaLnBrk="1" hangingPunct="1" latinLnBrk="0" marL="914400" rtl="0">
                    <a:defRPr kern="1200" sz="1800">
                      <a:solidFill>
                        <a:schemeClr val="lt1"/>
                      </a:solidFill>
                    </a:defRPr>
                  </a:lvl3pPr>
                  <a:lvl4pPr algn="l" defTabSz="914400" eaLnBrk="1" hangingPunct="1" latinLnBrk="0" marL="1371600" rtl="0">
                    <a:defRPr kern="1200" sz="1800">
                      <a:solidFill>
                        <a:schemeClr val="lt1"/>
                      </a:solidFill>
                    </a:defRPr>
                  </a:lvl4pPr>
                  <a:lvl5pPr algn="l" defTabSz="914400" eaLnBrk="1" hangingPunct="1" latinLnBrk="0" marL="1828800" rtl="0">
                    <a:defRPr kern="1200" sz="1800">
                      <a:solidFill>
                        <a:schemeClr val="lt1"/>
                      </a:solidFill>
                    </a:defRPr>
                  </a:lvl5pPr>
                  <a:lvl6pPr algn="l" defTabSz="914400" eaLnBrk="1" hangingPunct="1" latinLnBrk="0" marL="2286000" rtl="0">
                    <a:defRPr kern="1200" sz="1800">
                      <a:solidFill>
                        <a:schemeClr val="lt1"/>
                      </a:solidFill>
                    </a:defRPr>
                  </a:lvl6pPr>
                  <a:lvl7pPr algn="l" defTabSz="914400" eaLnBrk="1" hangingPunct="1" latinLnBrk="0" marL="2743200" rtl="0">
                    <a:defRPr kern="1200" sz="1800">
                      <a:solidFill>
                        <a:schemeClr val="lt1"/>
                      </a:solidFill>
                    </a:defRPr>
                  </a:lvl7pPr>
                  <a:lvl8pPr algn="l" defTabSz="914400" eaLnBrk="1" hangingPunct="1" latinLnBrk="0" marL="3200400" rtl="0">
                    <a:defRPr kern="1200" sz="1800">
                      <a:solidFill>
                        <a:schemeClr val="lt1"/>
                      </a:solidFill>
                    </a:defRPr>
                  </a:lvl8pPr>
                  <a:lvl9pPr algn="l" defTabSz="914400" eaLnBrk="1" hangingPunct="1" latinLnBrk="0" marL="3657600" rtl="0">
                    <a:defRPr kern="1200" sz="1800">
                      <a:solidFill>
                        <a:schemeClr val="lt1"/>
                      </a:solidFill>
                    </a:defRPr>
                  </a:lvl9pPr>
                </a:lstStyle>
                <a:p>
                  <a:pPr algn="l">
                    <a:lnSpc>
                      <a:spcPct val="120000"/>
                    </a:lnSpc>
                  </a:pPr>
                  <a:r>
                    <a:rPr lang="en-US" b="false" i="false" u="none" sz="1200">
                      <a:solidFill>
                        <a:srgbClr val="2F2F2F"/>
                      </a:solidFill>
                      <a:ea typeface="微软雅黑"/>
                    </a:rPr>
                    <a:t>极少数情况下，足部可能携带钩虫幼虫或疥虫，舔舐有感染风险。</a:t>
                  </a:r>
                </a:p>
              </p:txBody>
            </p:sp>
            <p:sp>
              <p:nvSpPr>
                <p:cNvPr descr="c6d0cc29-e48e-4e5f-b99a-2a5e4f8bc44b" id="12" name="Bullet3">
                  <a:extLst>
                    <a:ext uri="{FF2B5EF4-FFF2-40B4-BE49-F238E27FC236}">
                      <a16:creationId id="{F72F96C8-8E7F-5B5D-FFF6-5FF9F3E77BCB}"/>
                    </a:ext>
                  </a:extLst>
                </p:cNvPr>
                <p:cNvSpPr/>
                <p:nvPr/>
              </p:nvSpPr>
              <p:spPr>
                <a:xfrm flipV="false" flipH="false">
                  <a:off x="6133523" y="4823585"/>
                  <a:ext cx="2019299" cy="461665"/>
                </a:xfrm>
                <a:prstGeom prst="roundRect">
                  <a:avLst>
                    <a:gd fmla="val 16000" name="adj"/>
                  </a:avLst>
                </a:prstGeom>
                <a:solidFill>
                  <a:schemeClr val="accent2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anchorCtr="1" bIns="45720" lIns="91440" rIns="91440" rtlCol="0" tIns="45720" wrap="square">
                  <a:normAutofit/>
                </a:bodyPr>
                <a:lstStyle>
                  <a:defPPr>
                    <a:defRPr lang="zh-CN"/>
                  </a:defPPr>
                  <a:lvl1pPr algn="l" defTabSz="914400" eaLnBrk="1" hangingPunct="1" latinLnBrk="0" marL="0" rtl="0">
                    <a:defRPr kern="1200" sz="1800">
                      <a:solidFill>
                        <a:schemeClr val="lt1"/>
                      </a:solidFill>
                    </a:defRPr>
                  </a:lvl1pPr>
                  <a:lvl2pPr algn="l" defTabSz="914400" eaLnBrk="1" hangingPunct="1" latinLnBrk="0" marL="457200" rtl="0">
                    <a:defRPr kern="1200" sz="1800">
                      <a:solidFill>
                        <a:schemeClr val="lt1"/>
                      </a:solidFill>
                    </a:defRPr>
                  </a:lvl2pPr>
                  <a:lvl3pPr algn="l" defTabSz="914400" eaLnBrk="1" hangingPunct="1" latinLnBrk="0" marL="914400" rtl="0">
                    <a:defRPr kern="1200" sz="1800">
                      <a:solidFill>
                        <a:schemeClr val="lt1"/>
                      </a:solidFill>
                    </a:defRPr>
                  </a:lvl3pPr>
                  <a:lvl4pPr algn="l" defTabSz="914400" eaLnBrk="1" hangingPunct="1" latinLnBrk="0" marL="1371600" rtl="0">
                    <a:defRPr kern="1200" sz="1800">
                      <a:solidFill>
                        <a:schemeClr val="lt1"/>
                      </a:solidFill>
                    </a:defRPr>
                  </a:lvl4pPr>
                  <a:lvl5pPr algn="l" defTabSz="914400" eaLnBrk="1" hangingPunct="1" latinLnBrk="0" marL="1828800" rtl="0">
                    <a:defRPr kern="1200" sz="1800">
                      <a:solidFill>
                        <a:schemeClr val="lt1"/>
                      </a:solidFill>
                    </a:defRPr>
                  </a:lvl5pPr>
                  <a:lvl6pPr algn="l" defTabSz="914400" eaLnBrk="1" hangingPunct="1" latinLnBrk="0" marL="2286000" rtl="0">
                    <a:defRPr kern="1200" sz="1800">
                      <a:solidFill>
                        <a:schemeClr val="lt1"/>
                      </a:solidFill>
                    </a:defRPr>
                  </a:lvl6pPr>
                  <a:lvl7pPr algn="l" defTabSz="914400" eaLnBrk="1" hangingPunct="1" latinLnBrk="0" marL="2743200" rtl="0">
                    <a:defRPr kern="1200" sz="1800">
                      <a:solidFill>
                        <a:schemeClr val="lt1"/>
                      </a:solidFill>
                    </a:defRPr>
                  </a:lvl7pPr>
                  <a:lvl8pPr algn="l" defTabSz="914400" eaLnBrk="1" hangingPunct="1" latinLnBrk="0" marL="3200400" rtl="0">
                    <a:defRPr kern="1200" sz="1800">
                      <a:solidFill>
                        <a:schemeClr val="lt1"/>
                      </a:solidFill>
                    </a:defRPr>
                  </a:lvl8pPr>
                  <a:lvl9pPr algn="l" defTabSz="914400" eaLnBrk="1" hangingPunct="1" latinLnBrk="0" marL="3657600" rtl="0">
                    <a:defRPr kern="1200" sz="1800">
                      <a:solidFill>
                        <a:schemeClr val="lt1"/>
                      </a:solidFill>
                    </a:defRPr>
                  </a:lvl9pPr>
                </a:lstStyle>
                <a:p>
                  <a:pPr algn="l"/>
                  <a:r>
                    <a:rPr lang="en-US" b="true" i="false" u="none" sz="1800">
                      <a:solidFill>
                        <a:srgbClr val="FFFFFF"/>
                      </a:solidFill>
                      <a:ea typeface="微软雅黑"/>
                    </a:rPr>
                    <a:t>寄生虫感染</a:t>
                  </a:r>
                </a:p>
              </p:txBody>
            </p:sp>
          </p:grpSp>
        </p:grpSp>
      </p:grpSp>
    </p:spTree>
  </p:cSld>
  <p:clrMapOvr>
    <a:masterClrMapping/>
  </p:clrMapOvr>
</p:sld>
</file>

<file path=ppt/slides/slide13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心理排斥因素</a:t>
            </a:r>
          </a:p>
        </p:txBody>
      </p:sp>
      <p:grpSp>
        <p:nvGrpSpPr>
          <p:cNvPr descr="439245c9-cfd4-4096-9c72-fb87cbabf784" id="20" name="4a7abd2c-33a4-4a65-be50-a1a1340a624c.source.3.zh-Hans.pptx">
            <a:extLst>
              <a:ext uri="{FF2B5EF4-FFF2-40B4-BE49-F238E27FC236}">
                <a16:creationId id="{667E7A81-E694-6CFA-5294-6B5A77540C3B}"/>
              </a:ext>
            </a:extLst>
          </p:cNvPr>
          <p:cNvGrpSpPr/>
          <p:nvPr/>
        </p:nvGrpSpPr>
        <p:grpSpPr>
          <a:xfrm>
            <a:off x="1524148" y="1201476"/>
            <a:ext cx="9494235" cy="4492981"/>
            <a:chOff x="1524148" y="1201476"/>
            <a:chExt cx="9494235" cy="4492981"/>
          </a:xfrm>
        </p:grpSpPr>
        <p:sp>
          <p:nvSpPr>
            <p:cNvPr descr="aa4c7119-128f-40fa-ac1e-537a236a5e84" id="72" name="图形 70">
              <a:extLst>
                <a:ext uri="{FF2B5EF4-FFF2-40B4-BE49-F238E27FC236}">
                  <a16:creationId id="{FF6F4E6F-AF71-6339-726D-B949604EDECA}"/>
                </a:ext>
              </a:extLst>
            </p:cNvPr>
            <p:cNvSpPr/>
            <p:nvPr/>
          </p:nvSpPr>
          <p:spPr>
            <a:xfrm flipV="true" flipH="false">
              <a:off x="1524148" y="3593293"/>
              <a:ext cx="9143700" cy="487892"/>
            </a:xfrm>
            <a:custGeom>
              <a:avLst/>
              <a:gdLst>
                <a:gd fmla="*/ 15596 w 12191333" name="connsiteX0"/>
                <a:gd fmla="*/ 639057 h 664913" name="connsiteY0"/>
                <a:gd fmla="*/ 1022266 w 12191333" name="connsiteX1"/>
                <a:gd fmla="*/ 337904 h 664913" name="connsiteY1"/>
                <a:gd fmla="*/ 2236699 w 12191333" name="connsiteX2"/>
                <a:gd fmla="*/ 493590 h 664913" name="connsiteY2"/>
                <a:gd fmla="*/ 3562435 w 12191333" name="connsiteX3"/>
                <a:gd fmla="*/ 629739 h 664913" name="connsiteY3"/>
                <a:gd fmla="*/ 4848193 w 12191333" name="connsiteX4"/>
                <a:gd fmla="*/ 463291 h 664913" name="connsiteY4"/>
                <a:gd fmla="*/ 6112752 w 12191333" name="connsiteX5"/>
                <a:gd fmla="*/ 117249 h 664913" name="connsiteY5"/>
                <a:gd fmla="*/ 7448960 w 12191333" name="connsiteX6"/>
                <a:gd fmla="*/ 36535 h 664913" name="connsiteY6"/>
                <a:gd fmla="*/ 8115151 w 12191333" name="connsiteX7"/>
                <a:gd fmla="*/ 140542 h 664913" name="connsiteY7"/>
                <a:gd fmla="*/ 8727964 w 12191333" name="connsiteX8"/>
                <a:gd fmla="*/ 353505 h 664913" name="connsiteY8"/>
                <a:gd fmla="*/ 9847165 w 12191333" name="connsiteX9"/>
                <a:gd fmla="*/ 650035 h 664913" name="connsiteY9"/>
                <a:gd fmla="*/ 11959711 w 12191333" name="connsiteX10"/>
                <a:gd fmla="*/ 168928 h 664913" name="connsiteY10"/>
                <a:gd fmla="*/ 12187408 w 12191333" name="connsiteX11"/>
                <a:gd fmla="*/ 17286 h 664913" name="connsiteY11"/>
                <a:gd fmla="*/ 12178307 w 12191333" name="connsiteX12"/>
                <a:gd fmla="*/ 1685 h 664913" name="connsiteY12"/>
                <a:gd fmla="*/ 10042107 w 12191333" name="connsiteX13"/>
                <a:gd fmla="*/ 644582 h 664913" name="connsiteY13"/>
                <a:gd fmla="*/ 8891921 w 12191333" name="connsiteX14"/>
                <a:gd fmla="*/ 398033 h 664913" name="connsiteY14"/>
                <a:gd fmla="*/ 8284705 w 12191333" name="connsiteX15"/>
                <a:gd fmla="*/ 170770 h 664913" name="connsiteY15"/>
                <a:gd fmla="*/ 7666509 w 12191333" name="connsiteX16"/>
                <a:gd fmla="*/ 38738 h 664913" name="connsiteY16"/>
                <a:gd fmla="*/ 6360564 w 12191333" name="connsiteX17"/>
                <a:gd fmla="*/ 59792 h 664913" name="connsiteY17"/>
                <a:gd fmla="*/ 5084485 w 12191333" name="connsiteX18"/>
                <a:gd fmla="*/ 373440 h 664913" name="connsiteY18"/>
                <a:gd fmla="*/ 4442816 w 12191333" name="connsiteX19"/>
                <a:gd fmla="*/ 543175 h 664913" name="connsiteY19"/>
                <a:gd fmla="*/ 3760844 w 12191333" name="connsiteX20"/>
                <a:gd fmla="*/ 611466 h 664913" name="connsiteY20"/>
                <a:gd fmla="*/ 2405495 w 12191333" name="connsiteX21"/>
                <a:gd fmla="*/ 500994 h 664913" name="connsiteY21"/>
                <a:gd fmla="*/ 1182106 w 12191333" name="connsiteX22"/>
                <a:gd fmla="*/ 327431 h 664913" name="connsiteY22"/>
                <a:gd fmla="*/ 193023 w 12191333" name="connsiteX23"/>
                <a:gd fmla="*/ 488715 h 664913" name="connsiteY23"/>
                <a:gd fmla="*/ 2884 w 12191333" name="connsiteX24"/>
                <a:gd fmla="*/ 626272 h 664913" name="connsiteY24"/>
                <a:gd fmla="*/ 15668 w 12191333" name="connsiteX25"/>
                <a:gd fmla="*/ 639057 h 664913" name="connsiteY25"/>
                <a:gd fmla="*/ 15668 w 12191333" name="connsiteX26"/>
                <a:gd fmla="*/ 639057 h 664913" name="connsiteY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b="b" l="l" r="r" t="t"/>
              <a:pathLst>
                <a:path h="664913" w="12191333">
                  <a:moveTo>
                    <a:pt x="15596" y="639057"/>
                  </a:moveTo>
                  <a:cubicBezTo>
                    <a:pt x="290530" y="391858"/>
                    <a:pt x="663982" y="330031"/>
                    <a:pt x="1022266" y="337904"/>
                  </a:cubicBezTo>
                  <a:cubicBezTo>
                    <a:pt x="1429991" y="346860"/>
                    <a:pt x="1834826" y="431583"/>
                    <a:pt x="2236699" y="493590"/>
                  </a:cubicBezTo>
                  <a:cubicBezTo>
                    <a:pt x="2675734" y="561340"/>
                    <a:pt x="3117586" y="621903"/>
                    <a:pt x="3562435" y="629739"/>
                  </a:cubicBezTo>
                  <a:cubicBezTo>
                    <a:pt x="3999845" y="637432"/>
                    <a:pt x="4427504" y="583441"/>
                    <a:pt x="4848193" y="463291"/>
                  </a:cubicBezTo>
                  <a:cubicBezTo>
                    <a:pt x="5269532" y="342960"/>
                    <a:pt x="5680326" y="195796"/>
                    <a:pt x="6112752" y="117249"/>
                  </a:cubicBezTo>
                  <a:cubicBezTo>
                    <a:pt x="6551895" y="37474"/>
                    <a:pt x="7003317" y="6596"/>
                    <a:pt x="7448960" y="36535"/>
                  </a:cubicBezTo>
                  <a:cubicBezTo>
                    <a:pt x="7673516" y="51630"/>
                    <a:pt x="7897132" y="84133"/>
                    <a:pt x="8115151" y="140542"/>
                  </a:cubicBezTo>
                  <a:cubicBezTo>
                    <a:pt x="8324935" y="194857"/>
                    <a:pt x="8526667" y="274308"/>
                    <a:pt x="8727964" y="353505"/>
                  </a:cubicBezTo>
                  <a:cubicBezTo>
                    <a:pt x="9091919" y="496696"/>
                    <a:pt x="9455873" y="613416"/>
                    <a:pt x="9847165" y="650035"/>
                  </a:cubicBezTo>
                  <a:cubicBezTo>
                    <a:pt x="10578036" y="718399"/>
                    <a:pt x="11331585" y="550000"/>
                    <a:pt x="11959711" y="168928"/>
                  </a:cubicBezTo>
                  <a:cubicBezTo>
                    <a:pt x="12037717" y="121583"/>
                    <a:pt x="12113520" y="70807"/>
                    <a:pt x="12187408" y="17286"/>
                  </a:cubicBezTo>
                  <a:cubicBezTo>
                    <a:pt x="12196726" y="10533"/>
                    <a:pt x="12187733" y="-5140"/>
                    <a:pt x="12178307" y="1685"/>
                  </a:cubicBezTo>
                  <a:cubicBezTo>
                    <a:pt x="11563290" y="447437"/>
                    <a:pt x="10800279" y="671920"/>
                    <a:pt x="10042107" y="644582"/>
                  </a:cubicBezTo>
                  <a:cubicBezTo>
                    <a:pt x="9644134" y="630245"/>
                    <a:pt x="9262953" y="539635"/>
                    <a:pt x="8891921" y="398033"/>
                  </a:cubicBezTo>
                  <a:cubicBezTo>
                    <a:pt x="8690009" y="321003"/>
                    <a:pt x="8490769" y="236424"/>
                    <a:pt x="8284705" y="170770"/>
                  </a:cubicBezTo>
                  <a:cubicBezTo>
                    <a:pt x="8083443" y="106668"/>
                    <a:pt x="7876113" y="64017"/>
                    <a:pt x="7666509" y="38738"/>
                  </a:cubicBezTo>
                  <a:cubicBezTo>
                    <a:pt x="7233939" y="-13447"/>
                    <a:pt x="6791726" y="1360"/>
                    <a:pt x="6360564" y="59792"/>
                  </a:cubicBezTo>
                  <a:cubicBezTo>
                    <a:pt x="5922721" y="119127"/>
                    <a:pt x="5505138" y="242564"/>
                    <a:pt x="5084485" y="373440"/>
                  </a:cubicBezTo>
                  <a:cubicBezTo>
                    <a:pt x="4873184" y="439203"/>
                    <a:pt x="4660437" y="501788"/>
                    <a:pt x="4442816" y="543175"/>
                  </a:cubicBezTo>
                  <a:cubicBezTo>
                    <a:pt x="4218044" y="585933"/>
                    <a:pt x="3989480" y="606807"/>
                    <a:pt x="3760844" y="611466"/>
                  </a:cubicBezTo>
                  <a:cubicBezTo>
                    <a:pt x="3306678" y="620711"/>
                    <a:pt x="2853992" y="567443"/>
                    <a:pt x="2405495" y="500994"/>
                  </a:cubicBezTo>
                  <a:cubicBezTo>
                    <a:pt x="1998963" y="440756"/>
                    <a:pt x="1592539" y="356683"/>
                    <a:pt x="1182106" y="327431"/>
                  </a:cubicBezTo>
                  <a:cubicBezTo>
                    <a:pt x="848776" y="303704"/>
                    <a:pt x="490817" y="321147"/>
                    <a:pt x="193023" y="488715"/>
                  </a:cubicBezTo>
                  <a:cubicBezTo>
                    <a:pt x="124479" y="527285"/>
                    <a:pt x="61316" y="573727"/>
                    <a:pt x="2884" y="626272"/>
                  </a:cubicBezTo>
                  <a:cubicBezTo>
                    <a:pt x="-5784" y="634073"/>
                    <a:pt x="7037" y="646785"/>
                    <a:pt x="15668" y="639057"/>
                  </a:cubicBezTo>
                  <a:lnTo>
                    <a:pt x="15668" y="639057"/>
                  </a:lnTo>
                  <a:close/>
                </a:path>
              </a:pathLst>
            </a:custGeom>
            <a:solidFill>
              <a:schemeClr val="tx1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776d3cca-493c-4070-9093-c9125770816e" id="32" name="Title">
              <a:extLst>
                <a:ext uri="{FF2B5EF4-FFF2-40B4-BE49-F238E27FC236}">
                  <a16:creationId id="{D6C10587-F830-ED74-3242-FC009AA367CD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1722234" y="1201476"/>
              <a:ext cx="8624444" cy="63691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心理层面的不适因素分析</a:t>
              </a:r>
            </a:p>
          </p:txBody>
        </p:sp>
        <p:grpSp>
          <p:nvGrpSpPr>
            <p:cNvPr descr="199cc9ae-6365-4626-a75a-79a79a9cc258" id="116" name="组合 115">
              <a:extLst>
                <a:ext uri="{FF2B5EF4-FFF2-40B4-BE49-F238E27FC236}">
                  <a16:creationId id="{DF4D85F9-FF54-408B-A1F9-544A35036E82}"/>
                </a:ext>
              </a:extLst>
            </p:cNvPr>
            <p:cNvGrpSpPr/>
            <p:nvPr/>
          </p:nvGrpSpPr>
          <p:grpSpPr>
            <a:xfrm>
              <a:off x="1524148" y="3396337"/>
              <a:ext cx="3217975" cy="2298120"/>
              <a:chOff x="1524148" y="3396337"/>
              <a:chExt cx="3217975" cy="2298120"/>
            </a:xfrm>
          </p:grpSpPr>
          <p:grpSp>
            <p:nvGrpSpPr>
              <p:cNvPr descr="5d7e62c3-f31a-4ba7-b438-756727bad309" id="109" name="组合 108">
                <a:extLst>
                  <a:ext uri="{FF2B5EF4-FFF2-40B4-BE49-F238E27FC236}">
                    <a16:creationId id="{F06AA66F-40A2-FC57-D0B1-F9CAB92B3EF1}"/>
                  </a:ext>
                </a:extLst>
              </p:cNvPr>
              <p:cNvGrpSpPr/>
              <p:nvPr/>
            </p:nvGrpSpPr>
            <p:grpSpPr>
              <a:xfrm>
                <a:off x="1524148" y="3396337"/>
                <a:ext cx="3217975" cy="2298120"/>
                <a:chOff x="1524148" y="3396337"/>
                <a:chExt cx="3217975" cy="2298120"/>
              </a:xfrm>
            </p:grpSpPr>
            <p:grpSp>
              <p:nvGrpSpPr>
                <p:cNvPr descr="9ef06dd8-bec2-4750-95cd-29d272aa3797" id="98" name="组合 97">
                  <a:extLst>
                    <a:ext uri="{FF2B5EF4-FFF2-40B4-BE49-F238E27FC236}">
                      <a16:creationId id="{20DC5197-2FAB-4E4D-FE0B-7F8F70855216}"/>
                    </a:ext>
                  </a:extLst>
                </p:cNvPr>
                <p:cNvGrpSpPr/>
                <p:nvPr/>
              </p:nvGrpSpPr>
              <p:grpSpPr>
                <a:xfrm>
                  <a:off x="1524148" y="3396337"/>
                  <a:ext cx="580764" cy="564244"/>
                  <a:chOff x="1524147" y="3359167"/>
                  <a:chExt cx="761853" cy="740183"/>
                </a:xfrm>
              </p:grpSpPr>
              <p:sp>
                <p:nvSpPr>
                  <p:cNvPr descr="739a2e1f-7a02-4137-aa98-1c6f1701d3d4" id="66" name="图形 49">
                    <a:extLst>
                      <a:ext uri="{FF2B5EF4-FFF2-40B4-BE49-F238E27FC236}">
                        <a16:creationId id="{5EC596E6-120B-2BEE-626C-F25AE1D332B5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1524147" y="3374396"/>
                    <a:ext cx="748261" cy="724954"/>
                  </a:xfrm>
                  <a:custGeom>
                    <a:avLst/>
                    <a:gdLst>
                      <a:gd fmla="*/ 1224244 w 3459897" name="connsiteX0"/>
                      <a:gd fmla="*/ 3350918 h 3352124" name="connsiteY0"/>
                      <a:gd fmla="*/ 824735 w 3459897" name="connsiteX1"/>
                      <a:gd fmla="*/ 3322228 h 3352124" name="connsiteY1"/>
                      <a:gd fmla="*/ 247955 w 3459897" name="connsiteX2"/>
                      <a:gd fmla="*/ 2870089 h 3352124" name="connsiteY2"/>
                      <a:gd fmla="*/ 106405 w 3459897" name="connsiteX3"/>
                      <a:gd fmla="*/ 2315603 h 3352124" name="connsiteY3"/>
                      <a:gd fmla="*/ 99121 w 3459897" name="connsiteX4"/>
                      <a:gd fmla="*/ 1844147 h 3352124" name="connsiteY4"/>
                      <a:gd fmla="*/ 72964 w 3459897" name="connsiteX5"/>
                      <a:gd fmla="*/ 1551355 h 3352124" name="connsiteY5"/>
                      <a:gd fmla="*/ 12544 w 3459897" name="connsiteX6"/>
                      <a:gd fmla="*/ 1362938 h 3352124" name="connsiteY6"/>
                      <a:gd fmla="*/ 105898 w 3459897" name="connsiteX7"/>
                      <a:gd fmla="*/ 857788 h 3352124" name="connsiteY7"/>
                      <a:gd fmla="*/ 269679 w 3459897" name="connsiteX8"/>
                      <a:gd fmla="*/ 574117 h 3352124" name="connsiteY8"/>
                      <a:gd fmla="*/ 714914 w 3459897" name="connsiteX9"/>
                      <a:gd fmla="*/ 325089 h 3352124" name="connsiteY9"/>
                      <a:gd fmla="*/ 1090673 w 3459897" name="connsiteX10"/>
                      <a:gd fmla="*/ 226542 h 3352124" name="connsiteY10"/>
                      <a:gd fmla="*/ 1587209 w 3459897" name="connsiteX11"/>
                      <a:gd fmla="*/ 67764 h 3352124" name="connsiteY11"/>
                      <a:gd fmla="*/ 1933644 w 3459897" name="connsiteX12"/>
                      <a:gd fmla="*/ 820 h 3352124" name="connsiteY12"/>
                      <a:gd fmla="*/ 2418400 w 3459897" name="connsiteX13"/>
                      <a:gd fmla="*/ 89994 h 3352124" name="connsiteY13"/>
                      <a:gd fmla="*/ 2983273 w 3459897" name="connsiteX14"/>
                      <a:gd fmla="*/ 413693 h 3352124" name="connsiteY14"/>
                      <a:gd fmla="*/ 3381262 w 3459897" name="connsiteX15"/>
                      <a:gd fmla="*/ 1066156 h 3352124" name="connsiteY15"/>
                      <a:gd fmla="*/ 3330911 w 3459897" name="connsiteX16"/>
                      <a:gd fmla="*/ 2246316 h 3352124" name="connsiteY16"/>
                      <a:gd fmla="*/ 2267476 w 3459897" name="connsiteX17"/>
                      <a:gd fmla="*/ 3211014 h 3352124" name="connsiteY17"/>
                      <a:gd fmla="*/ 1703806 w 3459897" name="connsiteX18"/>
                      <a:gd fmla="*/ 3319504 h 3352124" name="connsiteY18"/>
                      <a:gd fmla="*/ 1224244 w 3459897" name="connsiteX19"/>
                      <a:gd fmla="*/ 3350728 h 3352124" name="connsiteY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b="b" l="l" r="r" t="t"/>
                    <a:pathLst>
                      <a:path h="3352124" w="3459897">
                        <a:moveTo>
                          <a:pt x="1224244" y="3350918"/>
                        </a:moveTo>
                        <a:cubicBezTo>
                          <a:pt x="1090103" y="3354148"/>
                          <a:pt x="956342" y="3352818"/>
                          <a:pt x="824735" y="3322228"/>
                        </a:cubicBezTo>
                        <a:cubicBezTo>
                          <a:pt x="562280" y="3261238"/>
                          <a:pt x="377219" y="3100370"/>
                          <a:pt x="247955" y="2870089"/>
                        </a:cubicBezTo>
                        <a:cubicBezTo>
                          <a:pt x="151498" y="2698265"/>
                          <a:pt x="108495" y="2512000"/>
                          <a:pt x="106405" y="2315603"/>
                        </a:cubicBezTo>
                        <a:cubicBezTo>
                          <a:pt x="104694" y="2158408"/>
                          <a:pt x="105011" y="2001151"/>
                          <a:pt x="99121" y="1844147"/>
                        </a:cubicBezTo>
                        <a:cubicBezTo>
                          <a:pt x="96461" y="1773656"/>
                          <a:pt x="101338" y="1676629"/>
                          <a:pt x="72964" y="1551355"/>
                        </a:cubicBezTo>
                        <a:cubicBezTo>
                          <a:pt x="48264" y="1442105"/>
                          <a:pt x="29517" y="1438431"/>
                          <a:pt x="12544" y="1362938"/>
                        </a:cubicBezTo>
                        <a:cubicBezTo>
                          <a:pt x="-29700" y="1174900"/>
                          <a:pt x="43197" y="1004406"/>
                          <a:pt x="105898" y="857788"/>
                        </a:cubicBezTo>
                        <a:cubicBezTo>
                          <a:pt x="155615" y="741571"/>
                          <a:pt x="187345" y="657844"/>
                          <a:pt x="269679" y="574117"/>
                        </a:cubicBezTo>
                        <a:cubicBezTo>
                          <a:pt x="393813" y="447956"/>
                          <a:pt x="548917" y="376706"/>
                          <a:pt x="714914" y="325089"/>
                        </a:cubicBezTo>
                        <a:cubicBezTo>
                          <a:pt x="838668" y="286645"/>
                          <a:pt x="965336" y="258905"/>
                          <a:pt x="1090673" y="226542"/>
                        </a:cubicBezTo>
                        <a:cubicBezTo>
                          <a:pt x="1259267" y="183031"/>
                          <a:pt x="1421211" y="119191"/>
                          <a:pt x="1587209" y="67764"/>
                        </a:cubicBezTo>
                        <a:cubicBezTo>
                          <a:pt x="1700196" y="32804"/>
                          <a:pt x="1814640" y="5760"/>
                          <a:pt x="1933644" y="820"/>
                        </a:cubicBezTo>
                        <a:cubicBezTo>
                          <a:pt x="2102112" y="-6146"/>
                          <a:pt x="2262156" y="31917"/>
                          <a:pt x="2418400" y="89994"/>
                        </a:cubicBezTo>
                        <a:cubicBezTo>
                          <a:pt x="2624551" y="166565"/>
                          <a:pt x="2817085" y="267392"/>
                          <a:pt x="2983273" y="413693"/>
                        </a:cubicBezTo>
                        <a:cubicBezTo>
                          <a:pt x="3183471" y="589887"/>
                          <a:pt x="3308048" y="812885"/>
                          <a:pt x="3381262" y="1066156"/>
                        </a:cubicBezTo>
                        <a:cubicBezTo>
                          <a:pt x="3496592" y="1464841"/>
                          <a:pt x="3489372" y="1860867"/>
                          <a:pt x="3330911" y="2246316"/>
                        </a:cubicBezTo>
                        <a:cubicBezTo>
                          <a:pt x="3130207" y="2734555"/>
                          <a:pt x="2772055" y="3055087"/>
                          <a:pt x="2267476" y="3211014"/>
                        </a:cubicBezTo>
                        <a:cubicBezTo>
                          <a:pt x="2083618" y="3267824"/>
                          <a:pt x="1894947" y="3299618"/>
                          <a:pt x="1703806" y="3319504"/>
                        </a:cubicBezTo>
                        <a:cubicBezTo>
                          <a:pt x="1544269" y="3336098"/>
                          <a:pt x="1384351" y="3344775"/>
                          <a:pt x="1224244" y="3350728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 cap="flat" w="0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cf029f4e-82fd-4886-81ab-4165f5799cf6" id="67" name="图形 49">
                    <a:extLst>
                      <a:ext uri="{FF2B5EF4-FFF2-40B4-BE49-F238E27FC236}">
                        <a16:creationId id="{4F08EF66-F260-C787-9216-9D6EBF22DB99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1537738" y="3359167"/>
                    <a:ext cx="748262" cy="724954"/>
                  </a:xfrm>
                  <a:custGeom>
                    <a:avLst/>
                    <a:gdLst>
                      <a:gd fmla="*/ 1224244 w 3459897" name="connsiteX0"/>
                      <a:gd fmla="*/ 3350918 h 3352124" name="connsiteY0"/>
                      <a:gd fmla="*/ 824735 w 3459897" name="connsiteX1"/>
                      <a:gd fmla="*/ 3322228 h 3352124" name="connsiteY1"/>
                      <a:gd fmla="*/ 247955 w 3459897" name="connsiteX2"/>
                      <a:gd fmla="*/ 2870089 h 3352124" name="connsiteY2"/>
                      <a:gd fmla="*/ 106405 w 3459897" name="connsiteX3"/>
                      <a:gd fmla="*/ 2315603 h 3352124" name="connsiteY3"/>
                      <a:gd fmla="*/ 99121 w 3459897" name="connsiteX4"/>
                      <a:gd fmla="*/ 1844147 h 3352124" name="connsiteY4"/>
                      <a:gd fmla="*/ 72964 w 3459897" name="connsiteX5"/>
                      <a:gd fmla="*/ 1551355 h 3352124" name="connsiteY5"/>
                      <a:gd fmla="*/ 12544 w 3459897" name="connsiteX6"/>
                      <a:gd fmla="*/ 1362938 h 3352124" name="connsiteY6"/>
                      <a:gd fmla="*/ 105898 w 3459897" name="connsiteX7"/>
                      <a:gd fmla="*/ 857788 h 3352124" name="connsiteY7"/>
                      <a:gd fmla="*/ 269679 w 3459897" name="connsiteX8"/>
                      <a:gd fmla="*/ 574117 h 3352124" name="connsiteY8"/>
                      <a:gd fmla="*/ 714914 w 3459897" name="connsiteX9"/>
                      <a:gd fmla="*/ 325089 h 3352124" name="connsiteY9"/>
                      <a:gd fmla="*/ 1090673 w 3459897" name="connsiteX10"/>
                      <a:gd fmla="*/ 226542 h 3352124" name="connsiteY10"/>
                      <a:gd fmla="*/ 1587209 w 3459897" name="connsiteX11"/>
                      <a:gd fmla="*/ 67764 h 3352124" name="connsiteY11"/>
                      <a:gd fmla="*/ 1933644 w 3459897" name="connsiteX12"/>
                      <a:gd fmla="*/ 820 h 3352124" name="connsiteY12"/>
                      <a:gd fmla="*/ 2418400 w 3459897" name="connsiteX13"/>
                      <a:gd fmla="*/ 89994 h 3352124" name="connsiteY13"/>
                      <a:gd fmla="*/ 2983273 w 3459897" name="connsiteX14"/>
                      <a:gd fmla="*/ 413693 h 3352124" name="connsiteY14"/>
                      <a:gd fmla="*/ 3381262 w 3459897" name="connsiteX15"/>
                      <a:gd fmla="*/ 1066156 h 3352124" name="connsiteY15"/>
                      <a:gd fmla="*/ 3330911 w 3459897" name="connsiteX16"/>
                      <a:gd fmla="*/ 2246316 h 3352124" name="connsiteY16"/>
                      <a:gd fmla="*/ 2267476 w 3459897" name="connsiteX17"/>
                      <a:gd fmla="*/ 3211014 h 3352124" name="connsiteY17"/>
                      <a:gd fmla="*/ 1703806 w 3459897" name="connsiteX18"/>
                      <a:gd fmla="*/ 3319504 h 3352124" name="connsiteY18"/>
                      <a:gd fmla="*/ 1224244 w 3459897" name="connsiteX19"/>
                      <a:gd fmla="*/ 3350728 h 3352124" name="connsiteY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b="b" l="l" r="r" t="t"/>
                    <a:pathLst>
                      <a:path h="3352124" w="3459897">
                        <a:moveTo>
                          <a:pt x="1224244" y="3350918"/>
                        </a:moveTo>
                        <a:cubicBezTo>
                          <a:pt x="1090103" y="3354148"/>
                          <a:pt x="956342" y="3352818"/>
                          <a:pt x="824735" y="3322228"/>
                        </a:cubicBezTo>
                        <a:cubicBezTo>
                          <a:pt x="562280" y="3261238"/>
                          <a:pt x="377219" y="3100370"/>
                          <a:pt x="247955" y="2870089"/>
                        </a:cubicBezTo>
                        <a:cubicBezTo>
                          <a:pt x="151498" y="2698265"/>
                          <a:pt x="108495" y="2512000"/>
                          <a:pt x="106405" y="2315603"/>
                        </a:cubicBezTo>
                        <a:cubicBezTo>
                          <a:pt x="104694" y="2158408"/>
                          <a:pt x="105011" y="2001151"/>
                          <a:pt x="99121" y="1844147"/>
                        </a:cubicBezTo>
                        <a:cubicBezTo>
                          <a:pt x="96461" y="1773656"/>
                          <a:pt x="101338" y="1676629"/>
                          <a:pt x="72964" y="1551355"/>
                        </a:cubicBezTo>
                        <a:cubicBezTo>
                          <a:pt x="48264" y="1442105"/>
                          <a:pt x="29517" y="1438431"/>
                          <a:pt x="12544" y="1362938"/>
                        </a:cubicBezTo>
                        <a:cubicBezTo>
                          <a:pt x="-29700" y="1174900"/>
                          <a:pt x="43197" y="1004406"/>
                          <a:pt x="105898" y="857788"/>
                        </a:cubicBezTo>
                        <a:cubicBezTo>
                          <a:pt x="155615" y="741571"/>
                          <a:pt x="187345" y="657844"/>
                          <a:pt x="269679" y="574117"/>
                        </a:cubicBezTo>
                        <a:cubicBezTo>
                          <a:pt x="393813" y="447956"/>
                          <a:pt x="548917" y="376706"/>
                          <a:pt x="714914" y="325089"/>
                        </a:cubicBezTo>
                        <a:cubicBezTo>
                          <a:pt x="838668" y="286645"/>
                          <a:pt x="965336" y="258905"/>
                          <a:pt x="1090673" y="226542"/>
                        </a:cubicBezTo>
                        <a:cubicBezTo>
                          <a:pt x="1259267" y="183031"/>
                          <a:pt x="1421211" y="119191"/>
                          <a:pt x="1587209" y="67764"/>
                        </a:cubicBezTo>
                        <a:cubicBezTo>
                          <a:pt x="1700196" y="32804"/>
                          <a:pt x="1814640" y="5760"/>
                          <a:pt x="1933644" y="820"/>
                        </a:cubicBezTo>
                        <a:cubicBezTo>
                          <a:pt x="2102112" y="-6146"/>
                          <a:pt x="2262156" y="31917"/>
                          <a:pt x="2418400" y="89994"/>
                        </a:cubicBezTo>
                        <a:cubicBezTo>
                          <a:pt x="2624551" y="166565"/>
                          <a:pt x="2817085" y="267392"/>
                          <a:pt x="2983273" y="413693"/>
                        </a:cubicBezTo>
                        <a:cubicBezTo>
                          <a:pt x="3183471" y="589887"/>
                          <a:pt x="3308048" y="812885"/>
                          <a:pt x="3381262" y="1066156"/>
                        </a:cubicBezTo>
                        <a:cubicBezTo>
                          <a:pt x="3496592" y="1464841"/>
                          <a:pt x="3489372" y="1860867"/>
                          <a:pt x="3330911" y="2246316"/>
                        </a:cubicBezTo>
                        <a:cubicBezTo>
                          <a:pt x="3130207" y="2734555"/>
                          <a:pt x="2772055" y="3055087"/>
                          <a:pt x="2267476" y="3211014"/>
                        </a:cubicBezTo>
                        <a:cubicBezTo>
                          <a:pt x="2083618" y="3267824"/>
                          <a:pt x="1894947" y="3299618"/>
                          <a:pt x="1703806" y="3319504"/>
                        </a:cubicBezTo>
                        <a:cubicBezTo>
                          <a:pt x="1544269" y="3336098"/>
                          <a:pt x="1384351" y="3344775"/>
                          <a:pt x="1224244" y="3350728"/>
                        </a:cubicBezTo>
                        <a:close/>
                      </a:path>
                    </a:pathLst>
                  </a:custGeom>
                  <a:noFill/>
                  <a:ln cap="flat" w="9525">
                    <a:solidFill>
                      <a:schemeClr val="accent1">
                        <a:lumMod val="50000"/>
                      </a:schemeClr>
                    </a:solidFill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</p:grpSp>
            <p:grpSp>
              <p:nvGrpSpPr>
                <p:cNvPr descr="28f23dc7-cdad-4516-8246-5a3de0f9d0dc" id="102" name="组合 101">
                  <a:extLst>
                    <a:ext uri="{FF2B5EF4-FFF2-40B4-BE49-F238E27FC236}">
                      <a16:creationId id="{84673F99-157B-0D97-1D73-821CFB909D04}"/>
                    </a:ext>
                  </a:extLst>
                </p:cNvPr>
                <p:cNvGrpSpPr/>
                <p:nvPr/>
              </p:nvGrpSpPr>
              <p:grpSpPr>
                <a:xfrm>
                  <a:off x="1524148" y="4195044"/>
                  <a:ext cx="3217975" cy="1499413"/>
                  <a:chOff x="1524148" y="4195044"/>
                  <a:chExt cx="3217975" cy="1499413"/>
                </a:xfrm>
              </p:grpSpPr>
              <p:sp>
                <p:nvSpPr>
                  <p:cNvPr descr="96ae06ce-e538-49c3-ae63-2ae37bf6ff37" id="73" name="Text1">
                    <a:extLst>
                      <a:ext uri="{FF2B5EF4-FFF2-40B4-BE49-F238E27FC236}">
                        <a16:creationId id="{AC4B2468-2F86-A729-55BA-8339413DF194}"/>
                      </a:ext>
                    </a:extLst>
                  </p:cNvPr>
                  <p:cNvSpPr txBox="1"/>
                  <p:nvPr/>
                </p:nvSpPr>
                <p:spPr>
                  <a:xfrm flipV="false" flipH="false">
                    <a:off x="1524148" y="4773209"/>
                    <a:ext cx="3217975" cy="921248"/>
                  </a:xfrm>
                  <a:prstGeom prst="rect">
                    <a:avLst/>
                  </a:prstGeom>
                  <a:noFill/>
                </p:spPr>
                <p:txBody>
                  <a:bodyPr anchor="t" anchorCtr="0" rtlCol="0" wrap="square">
                    <a:normAutofit/>
                  </a:bodyPr>
                  <a:lstStyle>
                    <a:defPPr>
                      <a:defRPr lang="zh-CN"/>
                    </a:defPPr>
                    <a:lvl1pPr algn="ctr" defTabSz="914400" eaLnBrk="1" hangingPunct="1" latinLnBrk="0" marL="0" rtl="0">
                      <a:lnSpc>
                        <a:spcPct val="150000"/>
                      </a:lnSpc>
                      <a:defRPr kern="1200" sz="1200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>
                      <a:lnSpc>
                        <a:spcPct val="120000"/>
                      </a:lnSpc>
                    </a:pPr>
                    <a:r>
                      <a:rPr lang="en-US" b="false" i="false" u="none" sz="1400">
                        <a:solidFill>
                          <a:srgbClr val="2F2F2F"/>
                        </a:solidFill>
                        <a:ea typeface="微软雅黑"/>
                      </a:rPr>
                      <a:t>脚部气味可能引发心理排斥，影响舔脚体验。</a:t>
                    </a:r>
                  </a:p>
                </p:txBody>
              </p:sp>
              <p:sp>
                <p:nvSpPr>
                  <p:cNvPr descr="93eac875-4517-4994-b3fd-5ae8d7917152" id="74" name="Bullet1">
                    <a:extLst>
                      <a:ext uri="{FF2B5EF4-FFF2-40B4-BE49-F238E27FC236}">
                        <a16:creationId id="{A8F35C83-4099-9A70-EE80-A1F110B5A862}"/>
                      </a:ext>
                    </a:extLst>
                  </p:cNvPr>
                  <p:cNvSpPr txBox="1"/>
                  <p:nvPr/>
                </p:nvSpPr>
                <p:spPr>
                  <a:xfrm flipV="false" flipH="false">
                    <a:off x="1524149" y="4195044"/>
                    <a:ext cx="3217972" cy="578163"/>
                  </a:xfrm>
                  <a:prstGeom prst="rect">
                    <a:avLst/>
                  </a:prstGeom>
                  <a:noFill/>
                </p:spPr>
                <p:txBody>
                  <a:bodyPr anchor="b" anchorCtr="0" rtlCol="0" wrap="square">
                    <a:normAutofit/>
                  </a:bodyPr>
                  <a:lstStyle>
                    <a:defPPr>
                      <a:defRPr lang="zh-CN"/>
                    </a:defPPr>
                    <a:lvl1pPr algn="ctr" defTabSz="914400" eaLnBrk="1" hangingPunct="1" latinLnBrk="0" marL="0" rtl="0">
                      <a:lnSpc>
                        <a:spcPct val="150000"/>
                      </a:lnSpc>
                      <a:defRPr kern="1200" sz="1200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>
                      <a:lnSpc>
                        <a:spcPct val="100000"/>
                      </a:lnSpc>
                    </a:pPr>
                    <a:r>
                      <a:rPr lang="en-US" b="true" i="false" u="none" sz="2000">
                        <a:solidFill>
                          <a:srgbClr val="2F2F2F"/>
                        </a:solidFill>
                        <a:ea typeface="微软雅黑"/>
                      </a:rPr>
                      <a:t>气味</a:t>
                    </a:r>
                  </a:p>
                </p:txBody>
              </p:sp>
            </p:grpSp>
          </p:grpSp>
          <p:sp>
            <p:nvSpPr>
              <p:cNvPr descr="cf66298c-5441-442c-bc3d-1cab838fd1ed" id="112" name="Number1">
                <a:extLst>
                  <a:ext uri="{FF2B5EF4-FFF2-40B4-BE49-F238E27FC236}">
                    <a16:creationId id="{D79C0962-F835-34D6-812F-F683FEB16D0D}"/>
                  </a:ext>
                </a:extLst>
              </p:cNvPr>
              <p:cNvSpPr/>
              <p:nvPr/>
            </p:nvSpPr>
            <p:spPr>
              <a:xfrm flipV="false" flipH="false">
                <a:off x="1547409" y="3441799"/>
                <a:ext cx="523765" cy="4849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01</a:t>
                </a:r>
              </a:p>
            </p:txBody>
          </p:sp>
        </p:grpSp>
        <p:grpSp>
          <p:nvGrpSpPr>
            <p:cNvPr descr="c4414b23-ba13-40e2-9e3c-38b867446512" id="117" name="组合 116">
              <a:extLst>
                <a:ext uri="{FF2B5EF4-FFF2-40B4-BE49-F238E27FC236}">
                  <a16:creationId id="{722546C3-675D-5949-38F2-D7185823924D}"/>
                </a:ext>
              </a:extLst>
            </p:cNvPr>
            <p:cNvGrpSpPr/>
            <p:nvPr/>
          </p:nvGrpSpPr>
          <p:grpSpPr>
            <a:xfrm>
              <a:off x="4326426" y="1889029"/>
              <a:ext cx="3217975" cy="2071552"/>
              <a:chOff x="3697493" y="1889029"/>
              <a:chExt cx="3217975" cy="2071552"/>
            </a:xfrm>
          </p:grpSpPr>
          <p:grpSp>
            <p:nvGrpSpPr>
              <p:cNvPr descr="7f41fc98-50fd-40d4-a17a-5de2db9cccfc" id="108" name="组合 107">
                <a:extLst>
                  <a:ext uri="{FF2B5EF4-FFF2-40B4-BE49-F238E27FC236}">
                    <a16:creationId id="{E353481C-B4B7-05B0-D2F7-0D3E6A55A96D}"/>
                  </a:ext>
                </a:extLst>
              </p:cNvPr>
              <p:cNvGrpSpPr/>
              <p:nvPr/>
            </p:nvGrpSpPr>
            <p:grpSpPr>
              <a:xfrm>
                <a:off x="3697493" y="1889029"/>
                <a:ext cx="3217975" cy="2071552"/>
                <a:chOff x="3697493" y="1889029"/>
                <a:chExt cx="3217975" cy="2071552"/>
              </a:xfrm>
            </p:grpSpPr>
            <p:grpSp>
              <p:nvGrpSpPr>
                <p:cNvPr descr="3b96b52e-ddf5-4ab1-8c24-8551bbc5745d" id="99" name="组合 98">
                  <a:extLst>
                    <a:ext uri="{FF2B5EF4-FFF2-40B4-BE49-F238E27FC236}">
                      <a16:creationId id="{20D01773-AD19-F5CD-2CEE-547209555422}"/>
                    </a:ext>
                  </a:extLst>
                </p:cNvPr>
                <p:cNvGrpSpPr/>
                <p:nvPr/>
              </p:nvGrpSpPr>
              <p:grpSpPr>
                <a:xfrm>
                  <a:off x="3697493" y="3396337"/>
                  <a:ext cx="580764" cy="564244"/>
                  <a:chOff x="3697492" y="3359167"/>
                  <a:chExt cx="761853" cy="740183"/>
                </a:xfrm>
              </p:grpSpPr>
              <p:sp>
                <p:nvSpPr>
                  <p:cNvPr descr="f30b41aa-2628-4140-9708-bd1670d9b85e" id="80" name="图形 49">
                    <a:extLst>
                      <a:ext uri="{FF2B5EF4-FFF2-40B4-BE49-F238E27FC236}">
                        <a16:creationId id="{1F21328E-5FA5-6C34-C789-740B7064BA3E}"/>
                      </a:ext>
                    </a:extLst>
                  </p:cNvPr>
                  <p:cNvSpPr/>
                  <p:nvPr/>
                </p:nvSpPr>
                <p:spPr>
                  <a:xfrm flipV="true" flipH="false">
                    <a:off x="3697492" y="3359167"/>
                    <a:ext cx="748261" cy="724954"/>
                  </a:xfrm>
                  <a:custGeom>
                    <a:avLst/>
                    <a:gdLst>
                      <a:gd fmla="*/ 1224244 w 3459897" name="connsiteX0"/>
                      <a:gd fmla="*/ 3350918 h 3352124" name="connsiteY0"/>
                      <a:gd fmla="*/ 824735 w 3459897" name="connsiteX1"/>
                      <a:gd fmla="*/ 3322228 h 3352124" name="connsiteY1"/>
                      <a:gd fmla="*/ 247955 w 3459897" name="connsiteX2"/>
                      <a:gd fmla="*/ 2870089 h 3352124" name="connsiteY2"/>
                      <a:gd fmla="*/ 106405 w 3459897" name="connsiteX3"/>
                      <a:gd fmla="*/ 2315603 h 3352124" name="connsiteY3"/>
                      <a:gd fmla="*/ 99121 w 3459897" name="connsiteX4"/>
                      <a:gd fmla="*/ 1844147 h 3352124" name="connsiteY4"/>
                      <a:gd fmla="*/ 72964 w 3459897" name="connsiteX5"/>
                      <a:gd fmla="*/ 1551355 h 3352124" name="connsiteY5"/>
                      <a:gd fmla="*/ 12544 w 3459897" name="connsiteX6"/>
                      <a:gd fmla="*/ 1362938 h 3352124" name="connsiteY6"/>
                      <a:gd fmla="*/ 105898 w 3459897" name="connsiteX7"/>
                      <a:gd fmla="*/ 857788 h 3352124" name="connsiteY7"/>
                      <a:gd fmla="*/ 269679 w 3459897" name="connsiteX8"/>
                      <a:gd fmla="*/ 574117 h 3352124" name="connsiteY8"/>
                      <a:gd fmla="*/ 714914 w 3459897" name="connsiteX9"/>
                      <a:gd fmla="*/ 325089 h 3352124" name="connsiteY9"/>
                      <a:gd fmla="*/ 1090673 w 3459897" name="connsiteX10"/>
                      <a:gd fmla="*/ 226542 h 3352124" name="connsiteY10"/>
                      <a:gd fmla="*/ 1587209 w 3459897" name="connsiteX11"/>
                      <a:gd fmla="*/ 67764 h 3352124" name="connsiteY11"/>
                      <a:gd fmla="*/ 1933644 w 3459897" name="connsiteX12"/>
                      <a:gd fmla="*/ 820 h 3352124" name="connsiteY12"/>
                      <a:gd fmla="*/ 2418400 w 3459897" name="connsiteX13"/>
                      <a:gd fmla="*/ 89994 h 3352124" name="connsiteY13"/>
                      <a:gd fmla="*/ 2983273 w 3459897" name="connsiteX14"/>
                      <a:gd fmla="*/ 413693 h 3352124" name="connsiteY14"/>
                      <a:gd fmla="*/ 3381262 w 3459897" name="connsiteX15"/>
                      <a:gd fmla="*/ 1066156 h 3352124" name="connsiteY15"/>
                      <a:gd fmla="*/ 3330911 w 3459897" name="connsiteX16"/>
                      <a:gd fmla="*/ 2246316 h 3352124" name="connsiteY16"/>
                      <a:gd fmla="*/ 2267476 w 3459897" name="connsiteX17"/>
                      <a:gd fmla="*/ 3211014 h 3352124" name="connsiteY17"/>
                      <a:gd fmla="*/ 1703806 w 3459897" name="connsiteX18"/>
                      <a:gd fmla="*/ 3319504 h 3352124" name="connsiteY18"/>
                      <a:gd fmla="*/ 1224244 w 3459897" name="connsiteX19"/>
                      <a:gd fmla="*/ 3350728 h 3352124" name="connsiteY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b="b" l="l" r="r" t="t"/>
                    <a:pathLst>
                      <a:path h="3352124" w="3459897">
                        <a:moveTo>
                          <a:pt x="1224244" y="3350918"/>
                        </a:moveTo>
                        <a:cubicBezTo>
                          <a:pt x="1090103" y="3354148"/>
                          <a:pt x="956342" y="3352818"/>
                          <a:pt x="824735" y="3322228"/>
                        </a:cubicBezTo>
                        <a:cubicBezTo>
                          <a:pt x="562280" y="3261238"/>
                          <a:pt x="377219" y="3100370"/>
                          <a:pt x="247955" y="2870089"/>
                        </a:cubicBezTo>
                        <a:cubicBezTo>
                          <a:pt x="151498" y="2698265"/>
                          <a:pt x="108495" y="2512000"/>
                          <a:pt x="106405" y="2315603"/>
                        </a:cubicBezTo>
                        <a:cubicBezTo>
                          <a:pt x="104694" y="2158408"/>
                          <a:pt x="105011" y="2001151"/>
                          <a:pt x="99121" y="1844147"/>
                        </a:cubicBezTo>
                        <a:cubicBezTo>
                          <a:pt x="96461" y="1773656"/>
                          <a:pt x="101338" y="1676629"/>
                          <a:pt x="72964" y="1551355"/>
                        </a:cubicBezTo>
                        <a:cubicBezTo>
                          <a:pt x="48264" y="1442105"/>
                          <a:pt x="29517" y="1438431"/>
                          <a:pt x="12544" y="1362938"/>
                        </a:cubicBezTo>
                        <a:cubicBezTo>
                          <a:pt x="-29700" y="1174900"/>
                          <a:pt x="43197" y="1004406"/>
                          <a:pt x="105898" y="857788"/>
                        </a:cubicBezTo>
                        <a:cubicBezTo>
                          <a:pt x="155615" y="741571"/>
                          <a:pt x="187345" y="657844"/>
                          <a:pt x="269679" y="574117"/>
                        </a:cubicBezTo>
                        <a:cubicBezTo>
                          <a:pt x="393813" y="447956"/>
                          <a:pt x="548917" y="376706"/>
                          <a:pt x="714914" y="325089"/>
                        </a:cubicBezTo>
                        <a:cubicBezTo>
                          <a:pt x="838668" y="286645"/>
                          <a:pt x="965336" y="258905"/>
                          <a:pt x="1090673" y="226542"/>
                        </a:cubicBezTo>
                        <a:cubicBezTo>
                          <a:pt x="1259267" y="183031"/>
                          <a:pt x="1421211" y="119191"/>
                          <a:pt x="1587209" y="67764"/>
                        </a:cubicBezTo>
                        <a:cubicBezTo>
                          <a:pt x="1700196" y="32804"/>
                          <a:pt x="1814640" y="5760"/>
                          <a:pt x="1933644" y="820"/>
                        </a:cubicBezTo>
                        <a:cubicBezTo>
                          <a:pt x="2102112" y="-6146"/>
                          <a:pt x="2262156" y="31917"/>
                          <a:pt x="2418400" y="89994"/>
                        </a:cubicBezTo>
                        <a:cubicBezTo>
                          <a:pt x="2624551" y="166565"/>
                          <a:pt x="2817085" y="267392"/>
                          <a:pt x="2983273" y="413693"/>
                        </a:cubicBezTo>
                        <a:cubicBezTo>
                          <a:pt x="3183471" y="589887"/>
                          <a:pt x="3308048" y="812885"/>
                          <a:pt x="3381262" y="1066156"/>
                        </a:cubicBezTo>
                        <a:cubicBezTo>
                          <a:pt x="3496592" y="1464841"/>
                          <a:pt x="3489372" y="1860867"/>
                          <a:pt x="3330911" y="2246316"/>
                        </a:cubicBezTo>
                        <a:cubicBezTo>
                          <a:pt x="3130207" y="2734555"/>
                          <a:pt x="2772055" y="3055087"/>
                          <a:pt x="2267476" y="3211014"/>
                        </a:cubicBezTo>
                        <a:cubicBezTo>
                          <a:pt x="2083618" y="3267824"/>
                          <a:pt x="1894947" y="3299618"/>
                          <a:pt x="1703806" y="3319504"/>
                        </a:cubicBezTo>
                        <a:cubicBezTo>
                          <a:pt x="1544269" y="3336098"/>
                          <a:pt x="1384351" y="3344775"/>
                          <a:pt x="1224244" y="335072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 cap="flat" w="0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6f604a45-e50f-4846-a772-4ae4d6f95fb4" id="81" name="图形 49">
                    <a:extLst>
                      <a:ext uri="{FF2B5EF4-FFF2-40B4-BE49-F238E27FC236}">
                        <a16:creationId id="{64B5CC05-5F6C-63BC-B10D-FC98FC55BFA4}"/>
                      </a:ext>
                    </a:extLst>
                  </p:cNvPr>
                  <p:cNvSpPr/>
                  <p:nvPr/>
                </p:nvSpPr>
                <p:spPr>
                  <a:xfrm flipV="true" flipH="false">
                    <a:off x="3711083" y="3374396"/>
                    <a:ext cx="748262" cy="724954"/>
                  </a:xfrm>
                  <a:custGeom>
                    <a:avLst/>
                    <a:gdLst>
                      <a:gd fmla="*/ 1224244 w 3459897" name="connsiteX0"/>
                      <a:gd fmla="*/ 3350918 h 3352124" name="connsiteY0"/>
                      <a:gd fmla="*/ 824735 w 3459897" name="connsiteX1"/>
                      <a:gd fmla="*/ 3322228 h 3352124" name="connsiteY1"/>
                      <a:gd fmla="*/ 247955 w 3459897" name="connsiteX2"/>
                      <a:gd fmla="*/ 2870089 h 3352124" name="connsiteY2"/>
                      <a:gd fmla="*/ 106405 w 3459897" name="connsiteX3"/>
                      <a:gd fmla="*/ 2315603 h 3352124" name="connsiteY3"/>
                      <a:gd fmla="*/ 99121 w 3459897" name="connsiteX4"/>
                      <a:gd fmla="*/ 1844147 h 3352124" name="connsiteY4"/>
                      <a:gd fmla="*/ 72964 w 3459897" name="connsiteX5"/>
                      <a:gd fmla="*/ 1551355 h 3352124" name="connsiteY5"/>
                      <a:gd fmla="*/ 12544 w 3459897" name="connsiteX6"/>
                      <a:gd fmla="*/ 1362938 h 3352124" name="connsiteY6"/>
                      <a:gd fmla="*/ 105898 w 3459897" name="connsiteX7"/>
                      <a:gd fmla="*/ 857788 h 3352124" name="connsiteY7"/>
                      <a:gd fmla="*/ 269679 w 3459897" name="connsiteX8"/>
                      <a:gd fmla="*/ 574117 h 3352124" name="connsiteY8"/>
                      <a:gd fmla="*/ 714914 w 3459897" name="connsiteX9"/>
                      <a:gd fmla="*/ 325089 h 3352124" name="connsiteY9"/>
                      <a:gd fmla="*/ 1090673 w 3459897" name="connsiteX10"/>
                      <a:gd fmla="*/ 226542 h 3352124" name="connsiteY10"/>
                      <a:gd fmla="*/ 1587209 w 3459897" name="connsiteX11"/>
                      <a:gd fmla="*/ 67764 h 3352124" name="connsiteY11"/>
                      <a:gd fmla="*/ 1933644 w 3459897" name="connsiteX12"/>
                      <a:gd fmla="*/ 820 h 3352124" name="connsiteY12"/>
                      <a:gd fmla="*/ 2418400 w 3459897" name="connsiteX13"/>
                      <a:gd fmla="*/ 89994 h 3352124" name="connsiteY13"/>
                      <a:gd fmla="*/ 2983273 w 3459897" name="connsiteX14"/>
                      <a:gd fmla="*/ 413693 h 3352124" name="connsiteY14"/>
                      <a:gd fmla="*/ 3381262 w 3459897" name="connsiteX15"/>
                      <a:gd fmla="*/ 1066156 h 3352124" name="connsiteY15"/>
                      <a:gd fmla="*/ 3330911 w 3459897" name="connsiteX16"/>
                      <a:gd fmla="*/ 2246316 h 3352124" name="connsiteY16"/>
                      <a:gd fmla="*/ 2267476 w 3459897" name="connsiteX17"/>
                      <a:gd fmla="*/ 3211014 h 3352124" name="connsiteY17"/>
                      <a:gd fmla="*/ 1703806 w 3459897" name="connsiteX18"/>
                      <a:gd fmla="*/ 3319504 h 3352124" name="connsiteY18"/>
                      <a:gd fmla="*/ 1224244 w 3459897" name="connsiteX19"/>
                      <a:gd fmla="*/ 3350728 h 3352124" name="connsiteY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b="b" l="l" r="r" t="t"/>
                    <a:pathLst>
                      <a:path h="3352124" w="3459897">
                        <a:moveTo>
                          <a:pt x="1224244" y="3350918"/>
                        </a:moveTo>
                        <a:cubicBezTo>
                          <a:pt x="1090103" y="3354148"/>
                          <a:pt x="956342" y="3352818"/>
                          <a:pt x="824735" y="3322228"/>
                        </a:cubicBezTo>
                        <a:cubicBezTo>
                          <a:pt x="562280" y="3261238"/>
                          <a:pt x="377219" y="3100370"/>
                          <a:pt x="247955" y="2870089"/>
                        </a:cubicBezTo>
                        <a:cubicBezTo>
                          <a:pt x="151498" y="2698265"/>
                          <a:pt x="108495" y="2512000"/>
                          <a:pt x="106405" y="2315603"/>
                        </a:cubicBezTo>
                        <a:cubicBezTo>
                          <a:pt x="104694" y="2158408"/>
                          <a:pt x="105011" y="2001151"/>
                          <a:pt x="99121" y="1844147"/>
                        </a:cubicBezTo>
                        <a:cubicBezTo>
                          <a:pt x="96461" y="1773656"/>
                          <a:pt x="101338" y="1676629"/>
                          <a:pt x="72964" y="1551355"/>
                        </a:cubicBezTo>
                        <a:cubicBezTo>
                          <a:pt x="48264" y="1442105"/>
                          <a:pt x="29517" y="1438431"/>
                          <a:pt x="12544" y="1362938"/>
                        </a:cubicBezTo>
                        <a:cubicBezTo>
                          <a:pt x="-29700" y="1174900"/>
                          <a:pt x="43197" y="1004406"/>
                          <a:pt x="105898" y="857788"/>
                        </a:cubicBezTo>
                        <a:cubicBezTo>
                          <a:pt x="155615" y="741571"/>
                          <a:pt x="187345" y="657844"/>
                          <a:pt x="269679" y="574117"/>
                        </a:cubicBezTo>
                        <a:cubicBezTo>
                          <a:pt x="393813" y="447956"/>
                          <a:pt x="548917" y="376706"/>
                          <a:pt x="714914" y="325089"/>
                        </a:cubicBezTo>
                        <a:cubicBezTo>
                          <a:pt x="838668" y="286645"/>
                          <a:pt x="965336" y="258905"/>
                          <a:pt x="1090673" y="226542"/>
                        </a:cubicBezTo>
                        <a:cubicBezTo>
                          <a:pt x="1259267" y="183031"/>
                          <a:pt x="1421211" y="119191"/>
                          <a:pt x="1587209" y="67764"/>
                        </a:cubicBezTo>
                        <a:cubicBezTo>
                          <a:pt x="1700196" y="32804"/>
                          <a:pt x="1814640" y="5760"/>
                          <a:pt x="1933644" y="820"/>
                        </a:cubicBezTo>
                        <a:cubicBezTo>
                          <a:pt x="2102112" y="-6146"/>
                          <a:pt x="2262156" y="31917"/>
                          <a:pt x="2418400" y="89994"/>
                        </a:cubicBezTo>
                        <a:cubicBezTo>
                          <a:pt x="2624551" y="166565"/>
                          <a:pt x="2817085" y="267392"/>
                          <a:pt x="2983273" y="413693"/>
                        </a:cubicBezTo>
                        <a:cubicBezTo>
                          <a:pt x="3183471" y="589887"/>
                          <a:pt x="3308048" y="812885"/>
                          <a:pt x="3381262" y="1066156"/>
                        </a:cubicBezTo>
                        <a:cubicBezTo>
                          <a:pt x="3496592" y="1464841"/>
                          <a:pt x="3489372" y="1860867"/>
                          <a:pt x="3330911" y="2246316"/>
                        </a:cubicBezTo>
                        <a:cubicBezTo>
                          <a:pt x="3130207" y="2734555"/>
                          <a:pt x="2772055" y="3055087"/>
                          <a:pt x="2267476" y="3211014"/>
                        </a:cubicBezTo>
                        <a:cubicBezTo>
                          <a:pt x="2083618" y="3267824"/>
                          <a:pt x="1894947" y="3299618"/>
                          <a:pt x="1703806" y="3319504"/>
                        </a:cubicBezTo>
                        <a:cubicBezTo>
                          <a:pt x="1544269" y="3336098"/>
                          <a:pt x="1384351" y="3344775"/>
                          <a:pt x="1224244" y="3350728"/>
                        </a:cubicBezTo>
                        <a:close/>
                      </a:path>
                    </a:pathLst>
                  </a:custGeom>
                  <a:noFill/>
                  <a:ln cap="flat" w="9525">
                    <a:solidFill>
                      <a:schemeClr val="accent2">
                        <a:lumMod val="50000"/>
                      </a:schemeClr>
                    </a:solidFill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</p:grpSp>
            <p:grpSp>
              <p:nvGrpSpPr>
                <p:cNvPr descr="8ac24d30-3dfd-4f47-8994-4b790516cf6b" id="103" name="组合 102">
                  <a:extLst>
                    <a:ext uri="{FF2B5EF4-FFF2-40B4-BE49-F238E27FC236}">
                      <a16:creationId id="{E5C59E95-5FBC-080C-832D-6BCBDF7421AC}"/>
                    </a:ext>
                  </a:extLst>
                </p:cNvPr>
                <p:cNvGrpSpPr/>
                <p:nvPr/>
              </p:nvGrpSpPr>
              <p:grpSpPr>
                <a:xfrm>
                  <a:off x="3697493" y="1889029"/>
                  <a:ext cx="3217975" cy="1470137"/>
                  <a:chOff x="3697493" y="1889029"/>
                  <a:chExt cx="3217975" cy="1470137"/>
                </a:xfrm>
              </p:grpSpPr>
              <p:sp>
                <p:nvSpPr>
                  <p:cNvPr descr="70100105-3d2d-46c5-9d33-9bdf52569339" id="78" name="Text2">
                    <a:extLst>
                      <a:ext uri="{FF2B5EF4-FFF2-40B4-BE49-F238E27FC236}">
                        <a16:creationId id="{85A7D028-FA20-2E91-EBA2-F7074B295B4B}"/>
                      </a:ext>
                    </a:extLst>
                  </p:cNvPr>
                  <p:cNvSpPr txBox="1"/>
                  <p:nvPr/>
                </p:nvSpPr>
                <p:spPr>
                  <a:xfrm flipV="false" flipH="false">
                    <a:off x="3697493" y="2467194"/>
                    <a:ext cx="3217975" cy="891972"/>
                  </a:xfrm>
                  <a:prstGeom prst="rect">
                    <a:avLst/>
                  </a:prstGeom>
                  <a:noFill/>
                </p:spPr>
                <p:txBody>
                  <a:bodyPr anchor="t" anchorCtr="0" rtlCol="0" wrap="square">
                    <a:normAutofit/>
                  </a:bodyPr>
                  <a:lstStyle>
                    <a:defPPr>
                      <a:defRPr lang="zh-CN"/>
                    </a:defPPr>
                    <a:lvl1pPr algn="ctr" defTabSz="914400" eaLnBrk="1" hangingPunct="1" latinLnBrk="0" marL="0" rtl="0">
                      <a:lnSpc>
                        <a:spcPct val="150000"/>
                      </a:lnSpc>
                      <a:defRPr kern="1200" sz="1200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>
                      <a:lnSpc>
                        <a:spcPct val="120000"/>
                      </a:lnSpc>
                    </a:pPr>
                    <a:r>
                      <a:rPr lang="en-US" b="false" i="false" u="none" sz="1400">
                        <a:solidFill>
                          <a:srgbClr val="2F2F2F"/>
                        </a:solidFill>
                        <a:ea typeface="微软雅黑"/>
                      </a:rPr>
                      <a:t>足部结构异常如趾过长、趾缝狭窄等，可能增加清洁难度和心理不适。</a:t>
                    </a:r>
                  </a:p>
                </p:txBody>
              </p:sp>
              <p:sp>
                <p:nvSpPr>
                  <p:cNvPr descr="60447d0c-d00b-4799-b53b-d91fdbba58cc" id="79" name="Bullet2">
                    <a:extLst>
                      <a:ext uri="{FF2B5EF4-FFF2-40B4-BE49-F238E27FC236}">
                        <a16:creationId id="{26C2293B-8BB6-11CE-D1A2-79D240706AA3}"/>
                      </a:ext>
                    </a:extLst>
                  </p:cNvPr>
                  <p:cNvSpPr txBox="1"/>
                  <p:nvPr/>
                </p:nvSpPr>
                <p:spPr>
                  <a:xfrm flipV="false" flipH="false">
                    <a:off x="3697494" y="1889029"/>
                    <a:ext cx="3217972" cy="578163"/>
                  </a:xfrm>
                  <a:prstGeom prst="rect">
                    <a:avLst/>
                  </a:prstGeom>
                  <a:noFill/>
                </p:spPr>
                <p:txBody>
                  <a:bodyPr anchor="b" anchorCtr="0" rtlCol="0" wrap="square">
                    <a:normAutofit/>
                  </a:bodyPr>
                  <a:lstStyle>
                    <a:defPPr>
                      <a:defRPr lang="zh-CN"/>
                    </a:defPPr>
                    <a:lvl1pPr algn="ctr" defTabSz="914400" eaLnBrk="1" hangingPunct="1" latinLnBrk="0" marL="0" rtl="0">
                      <a:lnSpc>
                        <a:spcPct val="150000"/>
                      </a:lnSpc>
                      <a:defRPr kern="1200" sz="1200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>
                      <a:lnSpc>
                        <a:spcPct val="100000"/>
                      </a:lnSpc>
                    </a:pPr>
                    <a:r>
                      <a:rPr lang="en-US" b="true" i="false" u="none" sz="2000">
                        <a:solidFill>
                          <a:srgbClr val="2F2F2F"/>
                        </a:solidFill>
                        <a:ea typeface="微软雅黑"/>
                      </a:rPr>
                      <a:t>结构异常</a:t>
                    </a:r>
                  </a:p>
                </p:txBody>
              </p:sp>
            </p:grpSp>
          </p:grpSp>
          <p:sp>
            <p:nvSpPr>
              <p:cNvPr descr="1341f7f5-3d26-4552-b622-b5b51b6b6e9e" id="113" name="Number2">
                <a:extLst>
                  <a:ext uri="{FF2B5EF4-FFF2-40B4-BE49-F238E27FC236}">
                    <a16:creationId id="{FC894F2A-57CD-E493-4885-758DA3EBB8C6}"/>
                  </a:ext>
                </a:extLst>
              </p:cNvPr>
              <p:cNvSpPr/>
              <p:nvPr/>
            </p:nvSpPr>
            <p:spPr>
              <a:xfrm flipV="false" flipH="false">
                <a:off x="3720811" y="3441799"/>
                <a:ext cx="523765" cy="4849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02</a:t>
                </a:r>
              </a:p>
            </p:txBody>
          </p:sp>
        </p:grpSp>
        <p:grpSp>
          <p:nvGrpSpPr>
            <p:cNvPr descr="79eca2b8-144c-48a6-91c3-586815605c3d" id="118" name="组合 117">
              <a:extLst>
                <a:ext uri="{FF2B5EF4-FFF2-40B4-BE49-F238E27FC236}">
                  <a16:creationId id="{F84F4D9C-92DE-5565-42A2-980CE7F6E9C5}"/>
                </a:ext>
              </a:extLst>
            </p:cNvPr>
            <p:cNvGrpSpPr/>
            <p:nvPr/>
          </p:nvGrpSpPr>
          <p:grpSpPr>
            <a:xfrm>
              <a:off x="7128702" y="3705845"/>
              <a:ext cx="3217976" cy="1988612"/>
              <a:chOff x="5870837" y="3705845"/>
              <a:chExt cx="3217976" cy="1988612"/>
            </a:xfrm>
          </p:grpSpPr>
          <p:grpSp>
            <p:nvGrpSpPr>
              <p:cNvPr descr="f3916c8b-ae5e-4d9d-bf03-763d05e8ba7e" id="107" name="组合 106">
                <a:extLst>
                  <a:ext uri="{FF2B5EF4-FFF2-40B4-BE49-F238E27FC236}">
                    <a16:creationId id="{78D317E5-024B-4808-15A3-CE84D891DA75}"/>
                  </a:ext>
                </a:extLst>
              </p:cNvPr>
              <p:cNvGrpSpPr/>
              <p:nvPr/>
            </p:nvGrpSpPr>
            <p:grpSpPr>
              <a:xfrm>
                <a:off x="5870837" y="3705845"/>
                <a:ext cx="3217976" cy="1988612"/>
                <a:chOff x="5870837" y="3705845"/>
                <a:chExt cx="3217976" cy="1988612"/>
              </a:xfrm>
            </p:grpSpPr>
            <p:grpSp>
              <p:nvGrpSpPr>
                <p:cNvPr descr="3121697f-22d9-492d-8f37-c30746638cfb" id="100" name="组合 99">
                  <a:extLst>
                    <a:ext uri="{FF2B5EF4-FFF2-40B4-BE49-F238E27FC236}">
                      <a16:creationId id="{33EFCA12-793C-BE62-FB34-9A33715D5ABF}"/>
                    </a:ext>
                  </a:extLst>
                </p:cNvPr>
                <p:cNvGrpSpPr/>
                <p:nvPr/>
              </p:nvGrpSpPr>
              <p:grpSpPr>
                <a:xfrm>
                  <a:off x="5870837" y="3705845"/>
                  <a:ext cx="580763" cy="564244"/>
                  <a:chOff x="5870838" y="3359167"/>
                  <a:chExt cx="761852" cy="740183"/>
                </a:xfrm>
              </p:grpSpPr>
              <p:sp>
                <p:nvSpPr>
                  <p:cNvPr descr="e959885e-4129-4f8f-9d15-54bd546d1274" id="86" name="图形 49">
                    <a:extLst>
                      <a:ext uri="{FF2B5EF4-FFF2-40B4-BE49-F238E27FC236}">
                        <a16:creationId id="{BAC9B19F-B5DD-139F-3E33-C1358B4E115B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5870838" y="3374396"/>
                    <a:ext cx="748261" cy="724954"/>
                  </a:xfrm>
                  <a:custGeom>
                    <a:avLst/>
                    <a:gdLst>
                      <a:gd fmla="*/ 1224244 w 3459897" name="connsiteX0"/>
                      <a:gd fmla="*/ 3350918 h 3352124" name="connsiteY0"/>
                      <a:gd fmla="*/ 824735 w 3459897" name="connsiteX1"/>
                      <a:gd fmla="*/ 3322228 h 3352124" name="connsiteY1"/>
                      <a:gd fmla="*/ 247955 w 3459897" name="connsiteX2"/>
                      <a:gd fmla="*/ 2870089 h 3352124" name="connsiteY2"/>
                      <a:gd fmla="*/ 106405 w 3459897" name="connsiteX3"/>
                      <a:gd fmla="*/ 2315603 h 3352124" name="connsiteY3"/>
                      <a:gd fmla="*/ 99121 w 3459897" name="connsiteX4"/>
                      <a:gd fmla="*/ 1844147 h 3352124" name="connsiteY4"/>
                      <a:gd fmla="*/ 72964 w 3459897" name="connsiteX5"/>
                      <a:gd fmla="*/ 1551355 h 3352124" name="connsiteY5"/>
                      <a:gd fmla="*/ 12544 w 3459897" name="connsiteX6"/>
                      <a:gd fmla="*/ 1362938 h 3352124" name="connsiteY6"/>
                      <a:gd fmla="*/ 105898 w 3459897" name="connsiteX7"/>
                      <a:gd fmla="*/ 857788 h 3352124" name="connsiteY7"/>
                      <a:gd fmla="*/ 269679 w 3459897" name="connsiteX8"/>
                      <a:gd fmla="*/ 574117 h 3352124" name="connsiteY8"/>
                      <a:gd fmla="*/ 714914 w 3459897" name="connsiteX9"/>
                      <a:gd fmla="*/ 325089 h 3352124" name="connsiteY9"/>
                      <a:gd fmla="*/ 1090673 w 3459897" name="connsiteX10"/>
                      <a:gd fmla="*/ 226542 h 3352124" name="connsiteY10"/>
                      <a:gd fmla="*/ 1587209 w 3459897" name="connsiteX11"/>
                      <a:gd fmla="*/ 67764 h 3352124" name="connsiteY11"/>
                      <a:gd fmla="*/ 1933644 w 3459897" name="connsiteX12"/>
                      <a:gd fmla="*/ 820 h 3352124" name="connsiteY12"/>
                      <a:gd fmla="*/ 2418400 w 3459897" name="connsiteX13"/>
                      <a:gd fmla="*/ 89994 h 3352124" name="connsiteY13"/>
                      <a:gd fmla="*/ 2983273 w 3459897" name="connsiteX14"/>
                      <a:gd fmla="*/ 413693 h 3352124" name="connsiteY14"/>
                      <a:gd fmla="*/ 3381262 w 3459897" name="connsiteX15"/>
                      <a:gd fmla="*/ 1066156 h 3352124" name="connsiteY15"/>
                      <a:gd fmla="*/ 3330911 w 3459897" name="connsiteX16"/>
                      <a:gd fmla="*/ 2246316 h 3352124" name="connsiteY16"/>
                      <a:gd fmla="*/ 2267476 w 3459897" name="connsiteX17"/>
                      <a:gd fmla="*/ 3211014 h 3352124" name="connsiteY17"/>
                      <a:gd fmla="*/ 1703806 w 3459897" name="connsiteX18"/>
                      <a:gd fmla="*/ 3319504 h 3352124" name="connsiteY18"/>
                      <a:gd fmla="*/ 1224244 w 3459897" name="connsiteX19"/>
                      <a:gd fmla="*/ 3350728 h 3352124" name="connsiteY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b="b" l="l" r="r" t="t"/>
                    <a:pathLst>
                      <a:path h="3352124" w="3459897">
                        <a:moveTo>
                          <a:pt x="1224244" y="3350918"/>
                        </a:moveTo>
                        <a:cubicBezTo>
                          <a:pt x="1090103" y="3354148"/>
                          <a:pt x="956342" y="3352818"/>
                          <a:pt x="824735" y="3322228"/>
                        </a:cubicBezTo>
                        <a:cubicBezTo>
                          <a:pt x="562280" y="3261238"/>
                          <a:pt x="377219" y="3100370"/>
                          <a:pt x="247955" y="2870089"/>
                        </a:cubicBezTo>
                        <a:cubicBezTo>
                          <a:pt x="151498" y="2698265"/>
                          <a:pt x="108495" y="2512000"/>
                          <a:pt x="106405" y="2315603"/>
                        </a:cubicBezTo>
                        <a:cubicBezTo>
                          <a:pt x="104694" y="2158408"/>
                          <a:pt x="105011" y="2001151"/>
                          <a:pt x="99121" y="1844147"/>
                        </a:cubicBezTo>
                        <a:cubicBezTo>
                          <a:pt x="96461" y="1773656"/>
                          <a:pt x="101338" y="1676629"/>
                          <a:pt x="72964" y="1551355"/>
                        </a:cubicBezTo>
                        <a:cubicBezTo>
                          <a:pt x="48264" y="1442105"/>
                          <a:pt x="29517" y="1438431"/>
                          <a:pt x="12544" y="1362938"/>
                        </a:cubicBezTo>
                        <a:cubicBezTo>
                          <a:pt x="-29700" y="1174900"/>
                          <a:pt x="43197" y="1004406"/>
                          <a:pt x="105898" y="857788"/>
                        </a:cubicBezTo>
                        <a:cubicBezTo>
                          <a:pt x="155615" y="741571"/>
                          <a:pt x="187345" y="657844"/>
                          <a:pt x="269679" y="574117"/>
                        </a:cubicBezTo>
                        <a:cubicBezTo>
                          <a:pt x="393813" y="447956"/>
                          <a:pt x="548917" y="376706"/>
                          <a:pt x="714914" y="325089"/>
                        </a:cubicBezTo>
                        <a:cubicBezTo>
                          <a:pt x="838668" y="286645"/>
                          <a:pt x="965336" y="258905"/>
                          <a:pt x="1090673" y="226542"/>
                        </a:cubicBezTo>
                        <a:cubicBezTo>
                          <a:pt x="1259267" y="183031"/>
                          <a:pt x="1421211" y="119191"/>
                          <a:pt x="1587209" y="67764"/>
                        </a:cubicBezTo>
                        <a:cubicBezTo>
                          <a:pt x="1700196" y="32804"/>
                          <a:pt x="1814640" y="5760"/>
                          <a:pt x="1933644" y="820"/>
                        </a:cubicBezTo>
                        <a:cubicBezTo>
                          <a:pt x="2102112" y="-6146"/>
                          <a:pt x="2262156" y="31917"/>
                          <a:pt x="2418400" y="89994"/>
                        </a:cubicBezTo>
                        <a:cubicBezTo>
                          <a:pt x="2624551" y="166565"/>
                          <a:pt x="2817085" y="267392"/>
                          <a:pt x="2983273" y="413693"/>
                        </a:cubicBezTo>
                        <a:cubicBezTo>
                          <a:pt x="3183471" y="589887"/>
                          <a:pt x="3308048" y="812885"/>
                          <a:pt x="3381262" y="1066156"/>
                        </a:cubicBezTo>
                        <a:cubicBezTo>
                          <a:pt x="3496592" y="1464841"/>
                          <a:pt x="3489372" y="1860867"/>
                          <a:pt x="3330911" y="2246316"/>
                        </a:cubicBezTo>
                        <a:cubicBezTo>
                          <a:pt x="3130207" y="2734555"/>
                          <a:pt x="2772055" y="3055087"/>
                          <a:pt x="2267476" y="3211014"/>
                        </a:cubicBezTo>
                        <a:cubicBezTo>
                          <a:pt x="2083618" y="3267824"/>
                          <a:pt x="1894947" y="3299618"/>
                          <a:pt x="1703806" y="3319504"/>
                        </a:cubicBezTo>
                        <a:cubicBezTo>
                          <a:pt x="1544269" y="3336098"/>
                          <a:pt x="1384351" y="3344775"/>
                          <a:pt x="1224244" y="3350728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 cap="flat" w="0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6ed23b31-31c1-414c-831a-ead7f5530267" id="87" name="图形 49">
                    <a:extLst>
                      <a:ext uri="{FF2B5EF4-FFF2-40B4-BE49-F238E27FC236}">
                        <a16:creationId id="{EE2DD83C-E81A-ABA7-7F88-462D7ABD2A70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5884428" y="3359167"/>
                    <a:ext cx="748262" cy="724954"/>
                  </a:xfrm>
                  <a:custGeom>
                    <a:avLst/>
                    <a:gdLst>
                      <a:gd fmla="*/ 1224244 w 3459897" name="connsiteX0"/>
                      <a:gd fmla="*/ 3350918 h 3352124" name="connsiteY0"/>
                      <a:gd fmla="*/ 824735 w 3459897" name="connsiteX1"/>
                      <a:gd fmla="*/ 3322228 h 3352124" name="connsiteY1"/>
                      <a:gd fmla="*/ 247955 w 3459897" name="connsiteX2"/>
                      <a:gd fmla="*/ 2870089 h 3352124" name="connsiteY2"/>
                      <a:gd fmla="*/ 106405 w 3459897" name="connsiteX3"/>
                      <a:gd fmla="*/ 2315603 h 3352124" name="connsiteY3"/>
                      <a:gd fmla="*/ 99121 w 3459897" name="connsiteX4"/>
                      <a:gd fmla="*/ 1844147 h 3352124" name="connsiteY4"/>
                      <a:gd fmla="*/ 72964 w 3459897" name="connsiteX5"/>
                      <a:gd fmla="*/ 1551355 h 3352124" name="connsiteY5"/>
                      <a:gd fmla="*/ 12544 w 3459897" name="connsiteX6"/>
                      <a:gd fmla="*/ 1362938 h 3352124" name="connsiteY6"/>
                      <a:gd fmla="*/ 105898 w 3459897" name="connsiteX7"/>
                      <a:gd fmla="*/ 857788 h 3352124" name="connsiteY7"/>
                      <a:gd fmla="*/ 269679 w 3459897" name="connsiteX8"/>
                      <a:gd fmla="*/ 574117 h 3352124" name="connsiteY8"/>
                      <a:gd fmla="*/ 714914 w 3459897" name="connsiteX9"/>
                      <a:gd fmla="*/ 325089 h 3352124" name="connsiteY9"/>
                      <a:gd fmla="*/ 1090673 w 3459897" name="connsiteX10"/>
                      <a:gd fmla="*/ 226542 h 3352124" name="connsiteY10"/>
                      <a:gd fmla="*/ 1587209 w 3459897" name="connsiteX11"/>
                      <a:gd fmla="*/ 67764 h 3352124" name="connsiteY11"/>
                      <a:gd fmla="*/ 1933644 w 3459897" name="connsiteX12"/>
                      <a:gd fmla="*/ 820 h 3352124" name="connsiteY12"/>
                      <a:gd fmla="*/ 2418400 w 3459897" name="connsiteX13"/>
                      <a:gd fmla="*/ 89994 h 3352124" name="connsiteY13"/>
                      <a:gd fmla="*/ 2983273 w 3459897" name="connsiteX14"/>
                      <a:gd fmla="*/ 413693 h 3352124" name="connsiteY14"/>
                      <a:gd fmla="*/ 3381262 w 3459897" name="connsiteX15"/>
                      <a:gd fmla="*/ 1066156 h 3352124" name="connsiteY15"/>
                      <a:gd fmla="*/ 3330911 w 3459897" name="connsiteX16"/>
                      <a:gd fmla="*/ 2246316 h 3352124" name="connsiteY16"/>
                      <a:gd fmla="*/ 2267476 w 3459897" name="connsiteX17"/>
                      <a:gd fmla="*/ 3211014 h 3352124" name="connsiteY17"/>
                      <a:gd fmla="*/ 1703806 w 3459897" name="connsiteX18"/>
                      <a:gd fmla="*/ 3319504 h 3352124" name="connsiteY18"/>
                      <a:gd fmla="*/ 1224244 w 3459897" name="connsiteX19"/>
                      <a:gd fmla="*/ 3350728 h 3352124" name="connsiteY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b="b" l="l" r="r" t="t"/>
                    <a:pathLst>
                      <a:path h="3352124" w="3459897">
                        <a:moveTo>
                          <a:pt x="1224244" y="3350918"/>
                        </a:moveTo>
                        <a:cubicBezTo>
                          <a:pt x="1090103" y="3354148"/>
                          <a:pt x="956342" y="3352818"/>
                          <a:pt x="824735" y="3322228"/>
                        </a:cubicBezTo>
                        <a:cubicBezTo>
                          <a:pt x="562280" y="3261238"/>
                          <a:pt x="377219" y="3100370"/>
                          <a:pt x="247955" y="2870089"/>
                        </a:cubicBezTo>
                        <a:cubicBezTo>
                          <a:pt x="151498" y="2698265"/>
                          <a:pt x="108495" y="2512000"/>
                          <a:pt x="106405" y="2315603"/>
                        </a:cubicBezTo>
                        <a:cubicBezTo>
                          <a:pt x="104694" y="2158408"/>
                          <a:pt x="105011" y="2001151"/>
                          <a:pt x="99121" y="1844147"/>
                        </a:cubicBezTo>
                        <a:cubicBezTo>
                          <a:pt x="96461" y="1773656"/>
                          <a:pt x="101338" y="1676629"/>
                          <a:pt x="72964" y="1551355"/>
                        </a:cubicBezTo>
                        <a:cubicBezTo>
                          <a:pt x="48264" y="1442105"/>
                          <a:pt x="29517" y="1438431"/>
                          <a:pt x="12544" y="1362938"/>
                        </a:cubicBezTo>
                        <a:cubicBezTo>
                          <a:pt x="-29700" y="1174900"/>
                          <a:pt x="43197" y="1004406"/>
                          <a:pt x="105898" y="857788"/>
                        </a:cubicBezTo>
                        <a:cubicBezTo>
                          <a:pt x="155615" y="741571"/>
                          <a:pt x="187345" y="657844"/>
                          <a:pt x="269679" y="574117"/>
                        </a:cubicBezTo>
                        <a:cubicBezTo>
                          <a:pt x="393813" y="447956"/>
                          <a:pt x="548917" y="376706"/>
                          <a:pt x="714914" y="325089"/>
                        </a:cubicBezTo>
                        <a:cubicBezTo>
                          <a:pt x="838668" y="286645"/>
                          <a:pt x="965336" y="258905"/>
                          <a:pt x="1090673" y="226542"/>
                        </a:cubicBezTo>
                        <a:cubicBezTo>
                          <a:pt x="1259267" y="183031"/>
                          <a:pt x="1421211" y="119191"/>
                          <a:pt x="1587209" y="67764"/>
                        </a:cubicBezTo>
                        <a:cubicBezTo>
                          <a:pt x="1700196" y="32804"/>
                          <a:pt x="1814640" y="5760"/>
                          <a:pt x="1933644" y="820"/>
                        </a:cubicBezTo>
                        <a:cubicBezTo>
                          <a:pt x="2102112" y="-6146"/>
                          <a:pt x="2262156" y="31917"/>
                          <a:pt x="2418400" y="89994"/>
                        </a:cubicBezTo>
                        <a:cubicBezTo>
                          <a:pt x="2624551" y="166565"/>
                          <a:pt x="2817085" y="267392"/>
                          <a:pt x="2983273" y="413693"/>
                        </a:cubicBezTo>
                        <a:cubicBezTo>
                          <a:pt x="3183471" y="589887"/>
                          <a:pt x="3308048" y="812885"/>
                          <a:pt x="3381262" y="1066156"/>
                        </a:cubicBezTo>
                        <a:cubicBezTo>
                          <a:pt x="3496592" y="1464841"/>
                          <a:pt x="3489372" y="1860867"/>
                          <a:pt x="3330911" y="2246316"/>
                        </a:cubicBezTo>
                        <a:cubicBezTo>
                          <a:pt x="3130207" y="2734555"/>
                          <a:pt x="2772055" y="3055087"/>
                          <a:pt x="2267476" y="3211014"/>
                        </a:cubicBezTo>
                        <a:cubicBezTo>
                          <a:pt x="2083618" y="3267824"/>
                          <a:pt x="1894947" y="3299618"/>
                          <a:pt x="1703806" y="3319504"/>
                        </a:cubicBezTo>
                        <a:cubicBezTo>
                          <a:pt x="1544269" y="3336098"/>
                          <a:pt x="1384351" y="3344775"/>
                          <a:pt x="1224244" y="3350728"/>
                        </a:cubicBezTo>
                        <a:close/>
                      </a:path>
                    </a:pathLst>
                  </a:custGeom>
                  <a:noFill/>
                  <a:ln cap="flat" w="9525">
                    <a:solidFill>
                      <a:schemeClr val="accent3">
                        <a:lumMod val="50000"/>
                      </a:schemeClr>
                    </a:solidFill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</p:grpSp>
            <p:grpSp>
              <p:nvGrpSpPr>
                <p:cNvPr descr="eee0f14e-93c7-43df-b4b2-ab9f532f8b70" id="104" name="组合 103">
                  <a:extLst>
                    <a:ext uri="{FF2B5EF4-FFF2-40B4-BE49-F238E27FC236}">
                      <a16:creationId id="{21825184-C23B-AE63-2574-5EFBADA8CCAA}"/>
                    </a:ext>
                  </a:extLst>
                </p:cNvPr>
                <p:cNvGrpSpPr/>
                <p:nvPr/>
              </p:nvGrpSpPr>
              <p:grpSpPr>
                <a:xfrm>
                  <a:off x="5870838" y="4195044"/>
                  <a:ext cx="3217975" cy="1499413"/>
                  <a:chOff x="5870838" y="4195044"/>
                  <a:chExt cx="3217975" cy="1499413"/>
                </a:xfrm>
              </p:grpSpPr>
              <p:sp>
                <p:nvSpPr>
                  <p:cNvPr descr="dc20ed85-a567-4ed4-bad1-f85295ebf6b2" id="84" name="Text3">
                    <a:extLst>
                      <a:ext uri="{FF2B5EF4-FFF2-40B4-BE49-F238E27FC236}">
                        <a16:creationId id="{02B78579-36C2-0918-DC6F-3583BA7263DF}"/>
                      </a:ext>
                    </a:extLst>
                  </p:cNvPr>
                  <p:cNvSpPr txBox="1"/>
                  <p:nvPr/>
                </p:nvSpPr>
                <p:spPr>
                  <a:xfrm flipV="false" flipH="false">
                    <a:off x="5870838" y="4773209"/>
                    <a:ext cx="3217975" cy="921248"/>
                  </a:xfrm>
                  <a:prstGeom prst="rect">
                    <a:avLst/>
                  </a:prstGeom>
                  <a:noFill/>
                </p:spPr>
                <p:txBody>
                  <a:bodyPr anchor="t" anchorCtr="0" rtlCol="0" wrap="square">
                    <a:normAutofit/>
                  </a:bodyPr>
                  <a:lstStyle>
                    <a:defPPr>
                      <a:defRPr lang="zh-CN"/>
                    </a:defPPr>
                    <a:lvl1pPr algn="ctr" defTabSz="914400" eaLnBrk="1" hangingPunct="1" latinLnBrk="0" marL="0" rtl="0">
                      <a:lnSpc>
                        <a:spcPct val="150000"/>
                      </a:lnSpc>
                      <a:defRPr kern="1200" sz="1200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>
                      <a:lnSpc>
                        <a:spcPct val="120000"/>
                      </a:lnSpc>
                    </a:pPr>
                    <a:r>
                      <a:rPr lang="en-US" b="false" i="false" u="none" sz="1400">
                        <a:solidFill>
                          <a:srgbClr val="2F2F2F"/>
                        </a:solidFill>
                        <a:ea typeface="微软雅黑"/>
                      </a:rPr>
                      <a:t>卫生不佳的足部容易让人产生心理抵触，降低互动意愿。</a:t>
                    </a:r>
                  </a:p>
                </p:txBody>
              </p:sp>
              <p:sp>
                <p:nvSpPr>
                  <p:cNvPr descr="2d983017-3d02-4875-9f61-072ead7b5884" id="85" name="Bullet3">
                    <a:extLst>
                      <a:ext uri="{FF2B5EF4-FFF2-40B4-BE49-F238E27FC236}">
                        <a16:creationId id="{0B36FC6A-0607-7DCE-7A82-F0FB9F2025C8}"/>
                      </a:ext>
                    </a:extLst>
                  </p:cNvPr>
                  <p:cNvSpPr txBox="1"/>
                  <p:nvPr/>
                </p:nvSpPr>
                <p:spPr>
                  <a:xfrm flipV="false" flipH="false">
                    <a:off x="5870839" y="4195044"/>
                    <a:ext cx="3217972" cy="578163"/>
                  </a:xfrm>
                  <a:prstGeom prst="rect">
                    <a:avLst/>
                  </a:prstGeom>
                  <a:noFill/>
                </p:spPr>
                <p:txBody>
                  <a:bodyPr anchor="b" anchorCtr="0" rtlCol="0" wrap="square">
                    <a:normAutofit/>
                  </a:bodyPr>
                  <a:lstStyle>
                    <a:defPPr>
                      <a:defRPr lang="zh-CN"/>
                    </a:defPPr>
                    <a:lvl1pPr algn="ctr" defTabSz="914400" eaLnBrk="1" hangingPunct="1" latinLnBrk="0" marL="0" rtl="0">
                      <a:lnSpc>
                        <a:spcPct val="150000"/>
                      </a:lnSpc>
                      <a:defRPr kern="1200" sz="1200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>
                      <a:lnSpc>
                        <a:spcPct val="100000"/>
                      </a:lnSpc>
                    </a:pPr>
                    <a:r>
                      <a:rPr lang="en-US" b="true" i="false" u="none" sz="2000">
                        <a:solidFill>
                          <a:srgbClr val="2F2F2F"/>
                        </a:solidFill>
                        <a:ea typeface="微软雅黑"/>
                      </a:rPr>
                      <a:t>卫生情况</a:t>
                    </a:r>
                  </a:p>
                </p:txBody>
              </p:sp>
            </p:grpSp>
          </p:grpSp>
          <p:sp>
            <p:nvSpPr>
              <p:cNvPr descr="412f1e76-ab40-4606-a1e0-07607eb19181" id="114" name="Number3">
                <a:extLst>
                  <a:ext uri="{FF2B5EF4-FFF2-40B4-BE49-F238E27FC236}">
                    <a16:creationId id="{67DB71E0-B505-4E9A-E7CC-FE2705591F29}"/>
                  </a:ext>
                </a:extLst>
              </p:cNvPr>
              <p:cNvSpPr/>
              <p:nvPr/>
            </p:nvSpPr>
            <p:spPr>
              <a:xfrm flipV="false" flipH="false">
                <a:off x="5917476" y="3736315"/>
                <a:ext cx="523765" cy="4849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03</a:t>
                </a:r>
              </a:p>
            </p:txBody>
          </p:sp>
        </p:grpSp>
        <p:grpSp>
          <p:nvGrpSpPr>
            <p:cNvPr descr="c368ee08-6c1a-4893-b0df-7639f3e01c05" id="18" name="组合 17">
              <a:extLst>
                <a:ext uri="{FF2B5EF4-FFF2-40B4-BE49-F238E27FC236}">
                  <a16:creationId id="{786B2B8B-7F8F-58D1-3BDF-871E78F9B5BB}"/>
                </a:ext>
              </a:extLst>
            </p:cNvPr>
            <p:cNvGrpSpPr/>
            <p:nvPr/>
          </p:nvGrpSpPr>
          <p:grpSpPr>
            <a:xfrm>
              <a:off x="10171728" y="3593293"/>
              <a:ext cx="846655" cy="905540"/>
              <a:chOff x="9885116" y="3338291"/>
              <a:chExt cx="1069623" cy="1144015"/>
            </a:xfrm>
          </p:grpSpPr>
          <p:sp>
            <p:nvSpPr>
              <p:cNvPr descr="8071e4b5-0a94-4965-b388-62edbb848687" id="14" name="art-palette_103461">
                <a:extLst>
                  <a:ext uri="{FF2B5EF4-FFF2-40B4-BE49-F238E27FC236}">
                    <a16:creationId id="{86FBF67D-F27E-F0B4-F517-466514E8B926}"/>
                  </a:ext>
                </a:extLst>
              </p:cNvPr>
              <p:cNvSpPr/>
              <p:nvPr/>
            </p:nvSpPr>
            <p:spPr>
              <a:xfrm flipH="true" flipV="false">
                <a:off x="9885116" y="3338291"/>
                <a:ext cx="1069623" cy="1144015"/>
              </a:xfrm>
              <a:custGeom>
                <a:avLst/>
                <a:gdLst>
                  <a:gd fmla="*/ 6771 w 6851" name="T0"/>
                  <a:gd fmla="*/ 3232 h 7338" name="T1"/>
                  <a:gd fmla="*/ 5359 w 6851" name="T2"/>
                  <a:gd fmla="*/ 2155 h 7338" name="T3"/>
                  <a:gd fmla="*/ 5172 w 6851" name="T4"/>
                  <a:gd fmla="*/ 349 h 7338" name="T5"/>
                  <a:gd fmla="*/ 3385 w 6851" name="T6"/>
                  <a:gd fmla="*/ 1425 h 7338" name="T7"/>
                  <a:gd fmla="*/ 1835 w 6851" name="T8"/>
                  <a:gd fmla="*/ 962 h 7338" name="T9"/>
                  <a:gd fmla="*/ 905 w 6851" name="T10"/>
                  <a:gd fmla="*/ 3403 h 7338" name="T11"/>
                  <a:gd fmla="*/ 1542 w 6851" name="T12"/>
                  <a:gd fmla="*/ 4632 h 7338" name="T13"/>
                  <a:gd fmla="*/ 892 w 6851" name="T14"/>
                  <a:gd fmla="*/ 6785 h 7338" name="T15"/>
                  <a:gd fmla="*/ 3505 w 6851" name="T16"/>
                  <a:gd fmla="*/ 6100 h 7338" name="T17"/>
                  <a:gd fmla="*/ 5359 w 6851" name="T18"/>
                  <a:gd fmla="*/ 6785 h 7338" name="T19"/>
                  <a:gd fmla="*/ 5671 w 6851" name="T20"/>
                  <a:gd fmla="*/ 4779 h 7338" name="T21"/>
                  <a:gd fmla="*/ 6771 w 6851" name="T22"/>
                  <a:gd fmla="*/ 3232 h 7338" name="T23"/>
                  <a:gd fmla="*/ 1803 w 6851" name="T24"/>
                  <a:gd fmla="*/ 1597 h 7338" name="T25"/>
                  <a:gd fmla="*/ 1789 w 6851" name="T26"/>
                  <a:gd fmla="*/ 1597 h 7338" name="T27"/>
                  <a:gd fmla="*/ 1185 w 6851" name="T28"/>
                  <a:gd fmla="*/ 1837 h 7338" name="T29"/>
                  <a:gd fmla="*/ 1467 w 6851" name="T30"/>
                  <a:gd fmla="*/ 2997 h 7338" name="T31"/>
                  <a:gd fmla="*/ 1521 w 6851" name="T32"/>
                  <a:gd fmla="*/ 3074 h 7338" name="T33"/>
                  <a:gd fmla="*/ 1501 w 6851" name="T34"/>
                  <a:gd fmla="*/ 3228 h 7338" name="T35"/>
                  <a:gd fmla="*/ 1434 w 6851" name="T36"/>
                  <a:gd fmla="*/ 3251 h 7338" name="T37"/>
                  <a:gd fmla="*/ 1347 w 6851" name="T38"/>
                  <a:gd fmla="*/ 3208 h 7338" name="T39"/>
                  <a:gd fmla="*/ 992 w 6851" name="T40"/>
                  <a:gd fmla="*/ 1730 h 7338" name="T41"/>
                  <a:gd fmla="*/ 1825 w 6851" name="T42"/>
                  <a:gd fmla="*/ 1378 h 7338" name="T43"/>
                  <a:gd fmla="*/ 1923 w 6851" name="T44"/>
                  <a:gd fmla="*/ 1499 h 7338" name="T45"/>
                  <a:gd fmla="*/ 1803 w 6851" name="T46"/>
                  <a:gd fmla="*/ 1597 h 7338" name="T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b="b" l="0" r="r" t="0"/>
                <a:pathLst>
                  <a:path h="7338" w="6851">
                    <a:moveTo>
                      <a:pt x="6771" y="3232"/>
                    </a:moveTo>
                    <a:cubicBezTo>
                      <a:pt x="6684" y="2694"/>
                      <a:pt x="5688" y="2590"/>
                      <a:pt x="5359" y="2155"/>
                    </a:cubicBezTo>
                    <a:cubicBezTo>
                      <a:pt x="5017" y="1702"/>
                      <a:pt x="5594" y="728"/>
                      <a:pt x="5172" y="349"/>
                    </a:cubicBezTo>
                    <a:cubicBezTo>
                      <a:pt x="4784" y="0"/>
                      <a:pt x="3879" y="1257"/>
                      <a:pt x="3385" y="1425"/>
                    </a:cubicBezTo>
                    <a:cubicBezTo>
                      <a:pt x="3085" y="1527"/>
                      <a:pt x="2144" y="1037"/>
                      <a:pt x="1835" y="962"/>
                    </a:cubicBezTo>
                    <a:cubicBezTo>
                      <a:pt x="551" y="650"/>
                      <a:pt x="0" y="1806"/>
                      <a:pt x="905" y="3403"/>
                    </a:cubicBezTo>
                    <a:cubicBezTo>
                      <a:pt x="1073" y="3700"/>
                      <a:pt x="1440" y="4306"/>
                      <a:pt x="1542" y="4632"/>
                    </a:cubicBezTo>
                    <a:cubicBezTo>
                      <a:pt x="1721" y="5208"/>
                      <a:pt x="502" y="6325"/>
                      <a:pt x="892" y="6785"/>
                    </a:cubicBezTo>
                    <a:cubicBezTo>
                      <a:pt x="1361" y="7338"/>
                      <a:pt x="2780" y="6136"/>
                      <a:pt x="3505" y="6100"/>
                    </a:cubicBezTo>
                    <a:cubicBezTo>
                      <a:pt x="4053" y="6073"/>
                      <a:pt x="4854" y="6999"/>
                      <a:pt x="5359" y="6785"/>
                    </a:cubicBezTo>
                    <a:cubicBezTo>
                      <a:pt x="5851" y="6576"/>
                      <a:pt x="5529" y="5295"/>
                      <a:pt x="5671" y="4779"/>
                    </a:cubicBezTo>
                    <a:cubicBezTo>
                      <a:pt x="5803" y="4297"/>
                      <a:pt x="6851" y="3725"/>
                      <a:pt x="6771" y="3232"/>
                    </a:cubicBezTo>
                    <a:close/>
                    <a:moveTo>
                      <a:pt x="1803" y="1597"/>
                    </a:moveTo>
                    <a:cubicBezTo>
                      <a:pt x="1798" y="1597"/>
                      <a:pt x="1793" y="1597"/>
                      <a:pt x="1789" y="1597"/>
                    </a:cubicBezTo>
                    <a:cubicBezTo>
                      <a:pt x="1500" y="1572"/>
                      <a:pt x="1286" y="1656"/>
                      <a:pt x="1185" y="1837"/>
                    </a:cubicBezTo>
                    <a:cubicBezTo>
                      <a:pt x="1035" y="2107"/>
                      <a:pt x="1145" y="2546"/>
                      <a:pt x="1467" y="2997"/>
                    </a:cubicBezTo>
                    <a:cubicBezTo>
                      <a:pt x="1485" y="3023"/>
                      <a:pt x="1502" y="3048"/>
                      <a:pt x="1521" y="3074"/>
                    </a:cubicBezTo>
                    <a:cubicBezTo>
                      <a:pt x="1558" y="3122"/>
                      <a:pt x="1549" y="3191"/>
                      <a:pt x="1501" y="3228"/>
                    </a:cubicBezTo>
                    <a:cubicBezTo>
                      <a:pt x="1481" y="3244"/>
                      <a:pt x="1457" y="3251"/>
                      <a:pt x="1434" y="3251"/>
                    </a:cubicBezTo>
                    <a:cubicBezTo>
                      <a:pt x="1401" y="3251"/>
                      <a:pt x="1368" y="3236"/>
                      <a:pt x="1347" y="3208"/>
                    </a:cubicBezTo>
                    <a:cubicBezTo>
                      <a:pt x="919" y="2651"/>
                      <a:pt x="787" y="2098"/>
                      <a:pt x="992" y="1730"/>
                    </a:cubicBezTo>
                    <a:cubicBezTo>
                      <a:pt x="1138" y="1468"/>
                      <a:pt x="1441" y="1340"/>
                      <a:pt x="1825" y="1378"/>
                    </a:cubicBezTo>
                    <a:cubicBezTo>
                      <a:pt x="1885" y="1384"/>
                      <a:pt x="1929" y="1438"/>
                      <a:pt x="1923" y="1499"/>
                    </a:cubicBezTo>
                    <a:cubicBezTo>
                      <a:pt x="1917" y="1559"/>
                      <a:pt x="1864" y="1604"/>
                      <a:pt x="1803" y="159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</a:p>
            </p:txBody>
          </p:sp>
          <p:sp>
            <p:nvSpPr>
              <p:cNvPr descr="52ae907e-3b78-4d8d-baaa-fbe4149a828a" id="17" name="任意多边形: 形状 16">
                <a:extLst>
                  <a:ext uri="{FF2B5EF4-FFF2-40B4-BE49-F238E27FC236}">
                    <a16:creationId id="{D462BD21-869E-6237-4F7B-36D6CCDB4502}"/>
                  </a:ext>
                </a:extLst>
              </p:cNvPr>
              <p:cNvSpPr/>
              <p:nvPr/>
            </p:nvSpPr>
            <p:spPr>
              <a:xfrm flipH="true" flipV="false">
                <a:off x="9942878" y="3383201"/>
                <a:ext cx="986240" cy="1035529"/>
              </a:xfrm>
              <a:custGeom>
                <a:avLst/>
                <a:gdLst>
                  <a:gd fmla="*/ 709697 w 986240" name="connsiteX0"/>
                  <a:gd fmla="*/ 10 h 1035529" name="connsiteY0"/>
                  <a:gd fmla="*/ 456916 w 986240" name="connsiteX1"/>
                  <a:gd fmla="*/ 177250 h 1035529" name="connsiteY1"/>
                  <a:gd fmla="*/ 214920 w 986240" name="connsiteX2"/>
                  <a:gd fmla="*/ 105067 h 1035529" name="connsiteY2"/>
                  <a:gd fmla="*/ 69723 w 986240" name="connsiteX3"/>
                  <a:gd fmla="*/ 485626 h 1035529" name="connsiteY3"/>
                  <a:gd fmla="*/ 169175 w 986240" name="connsiteX4"/>
                  <a:gd fmla="*/ 677230 h 1035529" name="connsiteY4"/>
                  <a:gd fmla="*/ 67693 w 986240" name="connsiteX5"/>
                  <a:gd fmla="*/ 1012889 h 1035529" name="connsiteY5"/>
                  <a:gd fmla="*/ 475652 w 986240" name="connsiteX6"/>
                  <a:gd fmla="*/ 906096 h 1035529" name="connsiteY6"/>
                  <a:gd fmla="*/ 765110 w 986240" name="connsiteX7"/>
                  <a:gd fmla="*/ 1012889 h 1035529" name="connsiteY7"/>
                  <a:gd fmla="*/ 813822 w 986240" name="connsiteX8"/>
                  <a:gd fmla="*/ 700148 h 1035529" name="connsiteY8"/>
                  <a:gd fmla="*/ 985561 w 986240" name="connsiteX9"/>
                  <a:gd fmla="*/ 458966 h 1035529" name="connsiteY9"/>
                  <a:gd fmla="*/ 765110 w 986240" name="connsiteX10"/>
                  <a:gd fmla="*/ 291059 h 1035529" name="connsiteY10"/>
                  <a:gd fmla="*/ 735914 w 986240" name="connsiteX11"/>
                  <a:gd fmla="*/ 9498 h 1035529" name="connsiteY11"/>
                  <a:gd fmla="*/ 709697 w 986240" name="connsiteX12"/>
                  <a:gd fmla="*/ 10 h 1035529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1035529" w="986240">
                    <a:moveTo>
                      <a:pt x="709697" y="10"/>
                    </a:moveTo>
                    <a:cubicBezTo>
                      <a:pt x="641016" y="1428"/>
                      <a:pt x="524402" y="154332"/>
                      <a:pt x="456916" y="177250"/>
                    </a:cubicBezTo>
                    <a:cubicBezTo>
                      <a:pt x="410078" y="193152"/>
                      <a:pt x="263163" y="116759"/>
                      <a:pt x="214920" y="105067"/>
                    </a:cubicBezTo>
                    <a:cubicBezTo>
                      <a:pt x="14454" y="56425"/>
                      <a:pt x="-71572" y="236649"/>
                      <a:pt x="69723" y="485626"/>
                    </a:cubicBezTo>
                    <a:cubicBezTo>
                      <a:pt x="95952" y="531929"/>
                      <a:pt x="153250" y="626406"/>
                      <a:pt x="169175" y="677230"/>
                    </a:cubicBezTo>
                    <a:cubicBezTo>
                      <a:pt x="197122" y="767030"/>
                      <a:pt x="6804" y="941174"/>
                      <a:pt x="67693" y="1012889"/>
                    </a:cubicBezTo>
                    <a:cubicBezTo>
                      <a:pt x="140916" y="1099103"/>
                      <a:pt x="362460" y="911708"/>
                      <a:pt x="475652" y="906096"/>
                    </a:cubicBezTo>
                    <a:cubicBezTo>
                      <a:pt x="561209" y="901886"/>
                      <a:pt x="686266" y="1046252"/>
                      <a:pt x="765110" y="1012889"/>
                    </a:cubicBezTo>
                    <a:cubicBezTo>
                      <a:pt x="841924" y="980305"/>
                      <a:pt x="791652" y="780594"/>
                      <a:pt x="813822" y="700148"/>
                    </a:cubicBezTo>
                    <a:cubicBezTo>
                      <a:pt x="834430" y="625003"/>
                      <a:pt x="998051" y="535826"/>
                      <a:pt x="985561" y="458966"/>
                    </a:cubicBezTo>
                    <a:cubicBezTo>
                      <a:pt x="971978" y="375090"/>
                      <a:pt x="816476" y="358876"/>
                      <a:pt x="765110" y="291059"/>
                    </a:cubicBezTo>
                    <a:cubicBezTo>
                      <a:pt x="711715" y="220435"/>
                      <a:pt x="801800" y="68585"/>
                      <a:pt x="735914" y="9498"/>
                    </a:cubicBezTo>
                    <a:cubicBezTo>
                      <a:pt x="728342" y="2697"/>
                      <a:pt x="719509" y="-192"/>
                      <a:pt x="709697" y="10"/>
                    </a:cubicBezTo>
                    <a:close/>
                  </a:path>
                </a:pathLst>
              </a:custGeom>
              <a:noFill/>
              <a:ln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</a:p>
            </p:txBody>
          </p:sp>
        </p:grpSp>
      </p:grp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舔脚前的足部处理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做好足部清洁与检查，为舔脚做好准备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清洁步骤</a:t>
            </a:r>
          </a:p>
        </p:txBody>
      </p:sp>
      <p:grpSp>
        <p:nvGrpSpPr>
          <p:cNvPr descr="ad45c8bc-a987-4c24-b99a-e329842a7e51" id="12" name="13ec45c5-e07a-4979-8b97-6a673ba840ae.source.4.zh-Hans.pptx">
            <a:extLst>
              <a:ext uri="{FF2B5EF4-FFF2-40B4-BE49-F238E27FC236}">
                <a16:creationId id="{1775EA31-0E18-F794-3A7E-B80A02A535EF}"/>
              </a:ext>
            </a:extLst>
          </p:cNvPr>
          <p:cNvGrpSpPr/>
          <p:nvPr/>
        </p:nvGrpSpPr>
        <p:grpSpPr>
          <a:xfrm>
            <a:off x="1300261" y="1163540"/>
            <a:ext cx="9578778" cy="4970560"/>
            <a:chOff x="1699353" y="1163540"/>
            <a:chExt cx="8647325" cy="4487216"/>
          </a:xfrm>
        </p:grpSpPr>
        <p:sp>
          <p:nvSpPr>
            <p:cNvPr descr="41991334-43ab-4e3e-ba5a-5df7ae041ed5" id="4" name="Title">
              <a:extLst>
                <a:ext uri="{FF2B5EF4-FFF2-40B4-BE49-F238E27FC236}">
                  <a16:creationId id="{F2BAFD88-87BE-225E-F76E-A08FD5789369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1722234" y="1163540"/>
              <a:ext cx="8624444" cy="6542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有效清洁足部的具体方法</a:t>
              </a:r>
            </a:p>
          </p:txBody>
        </p:sp>
        <p:grpSp>
          <p:nvGrpSpPr>
            <p:cNvPr descr="d19e294d-553f-42b1-870c-26148c27f29d" id="2" name="组合 1">
              <a:extLst>
                <a:ext uri="{FF2B5EF4-FFF2-40B4-BE49-F238E27FC236}">
                  <a16:creationId id="{0B5E7EC5-42C4-2CB4-EBFC-7CBBC809AF38}"/>
                </a:ext>
              </a:extLst>
            </p:cNvPr>
            <p:cNvGrpSpPr/>
            <p:nvPr/>
          </p:nvGrpSpPr>
          <p:grpSpPr>
            <a:xfrm>
              <a:off x="1908970" y="1941152"/>
              <a:ext cx="3928707" cy="1707980"/>
              <a:chOff x="1908970" y="1941152"/>
              <a:chExt cx="3928707" cy="1707980"/>
            </a:xfrm>
          </p:grpSpPr>
          <p:sp>
            <p:nvSpPr>
              <p:cNvPr descr="98c89a56-eab2-43df-a9a5-ac5a8c3e3022" id="19" name="ComponentBackground1">
                <a:extLst>
                  <a:ext uri="{FF2B5EF4-FFF2-40B4-BE49-F238E27FC236}">
                    <a16:creationId id="{25259688-549D-0608-1311-BB1BFCD5D245}"/>
                  </a:ext>
                </a:extLst>
              </p:cNvPr>
              <p:cNvSpPr/>
              <p:nvPr/>
            </p:nvSpPr>
            <p:spPr>
              <a:xfrm flipV="false" flipH="false">
                <a:off x="1908970" y="2004481"/>
                <a:ext cx="3207549" cy="1644651"/>
              </a:xfrm>
              <a:custGeom>
                <a:avLst/>
                <a:gdLst>
                  <a:gd fmla="*/ 4721249 w 9082714" name="connsiteX0"/>
                  <a:gd fmla="*/ 10304 h 6856112" name="connsiteY0"/>
                  <a:gd fmla="*/ 8136702 w 9082714" name="connsiteX1"/>
                  <a:gd fmla="*/ 145848 h 6856112" name="connsiteY1"/>
                  <a:gd fmla="*/ 8729214 w 9082714" name="connsiteX2"/>
                  <a:gd fmla="*/ 422939 h 6856112" name="connsiteY2"/>
                  <a:gd fmla="*/ 9002842 w 9082714" name="connsiteX3"/>
                  <a:gd fmla="*/ 1192251 h 6856112" name="connsiteY3"/>
                  <a:gd fmla="*/ 9077348 w 9082714" name="connsiteX4"/>
                  <a:gd fmla="*/ 5214534 h 6856112" name="connsiteY4"/>
                  <a:gd fmla="*/ 9031629 w 9082714" name="connsiteX5"/>
                  <a:gd fmla="*/ 6002011 h 6856112" name="connsiteY5"/>
                  <a:gd fmla="*/ 8626075 w 9082714" name="connsiteX6"/>
                  <a:gd fmla="*/ 6658639 h 6856112" name="connsiteY6"/>
                  <a:gd fmla="*/ 7743079 w 9082714" name="connsiteX7"/>
                  <a:gd fmla="*/ 6837671 h 6856112" name="connsiteY7"/>
                  <a:gd fmla="*/ 3200712 w 9082714" name="connsiteX8"/>
                  <a:gd fmla="*/ 6855066 h 6856112" name="connsiteY8"/>
                  <a:gd fmla="*/ 1505378 w 9082714" name="connsiteX9"/>
                  <a:gd fmla="*/ 6824971 h 6856112" name="connsiteY9"/>
                  <a:gd fmla="*/ 528555 w 9082714" name="connsiteX10"/>
                  <a:gd fmla="*/ 6647864 h 6856112" name="connsiteY10"/>
                  <a:gd fmla="*/ 94677 w 9082714" name="connsiteX11"/>
                  <a:gd fmla="*/ 6310275 h 6856112" name="connsiteY11"/>
                  <a:gd fmla="*/ 4 w 9082714" name="connsiteX12"/>
                  <a:gd fmla="*/ 5920038 h 6856112" name="connsiteY12"/>
                  <a:gd fmla="*/ 76974 w 9082714" name="connsiteX13"/>
                  <a:gd fmla="*/ 1347576 h 6856112" name="connsiteY13"/>
                  <a:gd fmla="*/ 274555 w 9082714" name="connsiteX14"/>
                  <a:gd fmla="*/ 716732 h 6856112" name="connsiteY14"/>
                  <a:gd fmla="*/ 709434 w 9082714" name="connsiteX15"/>
                  <a:gd fmla="*/ 308485 h 6856112" name="connsiteY15"/>
                  <a:gd fmla="*/ 4721249 w 9082714" name="connsiteX16"/>
                  <a:gd fmla="*/ 10304 h 6856112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6856112" w="9082714">
                    <a:moveTo>
                      <a:pt x="4721249" y="10304"/>
                    </a:moveTo>
                    <a:cubicBezTo>
                      <a:pt x="4721249" y="10304"/>
                      <a:pt x="6848691" y="-55582"/>
                      <a:pt x="8136702" y="145848"/>
                    </a:cubicBezTo>
                    <a:cubicBezTo>
                      <a:pt x="8250232" y="163628"/>
                      <a:pt x="8522474" y="210657"/>
                      <a:pt x="8729214" y="422939"/>
                    </a:cubicBezTo>
                    <a:cubicBezTo>
                      <a:pt x="8972901" y="673168"/>
                      <a:pt x="8985524" y="1019069"/>
                      <a:pt x="9002842" y="1192251"/>
                    </a:cubicBezTo>
                    <a:cubicBezTo>
                      <a:pt x="9136384" y="2527214"/>
                      <a:pt x="9057413" y="3873106"/>
                      <a:pt x="9077348" y="5214534"/>
                    </a:cubicBezTo>
                    <a:cubicBezTo>
                      <a:pt x="9081274" y="5478078"/>
                      <a:pt x="9088740" y="5744701"/>
                      <a:pt x="9031629" y="6002011"/>
                    </a:cubicBezTo>
                    <a:cubicBezTo>
                      <a:pt x="8974517" y="6259320"/>
                      <a:pt x="8844438" y="6511011"/>
                      <a:pt x="8626075" y="6658639"/>
                    </a:cubicBezTo>
                    <a:cubicBezTo>
                      <a:pt x="8373384" y="6829435"/>
                      <a:pt x="8048110" y="6836516"/>
                      <a:pt x="7743079" y="6837671"/>
                    </a:cubicBezTo>
                    <a:cubicBezTo>
                      <a:pt x="6228931" y="6843443"/>
                      <a:pt x="4714860" y="6849293"/>
                      <a:pt x="3200712" y="6855066"/>
                    </a:cubicBezTo>
                    <a:cubicBezTo>
                      <a:pt x="2635370" y="6857221"/>
                      <a:pt x="2069643" y="6859376"/>
                      <a:pt x="1505378" y="6824971"/>
                    </a:cubicBezTo>
                    <a:cubicBezTo>
                      <a:pt x="1173638" y="6804728"/>
                      <a:pt x="837435" y="6770707"/>
                      <a:pt x="528555" y="6647864"/>
                    </a:cubicBezTo>
                    <a:cubicBezTo>
                      <a:pt x="354758" y="6578744"/>
                      <a:pt x="184347" y="6474451"/>
                      <a:pt x="94677" y="6310275"/>
                    </a:cubicBezTo>
                    <a:cubicBezTo>
                      <a:pt x="3160" y="6142942"/>
                      <a:pt x="-149" y="5979997"/>
                      <a:pt x="4" y="5920038"/>
                    </a:cubicBezTo>
                    <a:cubicBezTo>
                      <a:pt x="9549" y="2159375"/>
                      <a:pt x="32024" y="1888827"/>
                      <a:pt x="76974" y="1347576"/>
                    </a:cubicBezTo>
                    <a:cubicBezTo>
                      <a:pt x="86134" y="1237278"/>
                      <a:pt x="107146" y="976736"/>
                      <a:pt x="274555" y="716732"/>
                    </a:cubicBezTo>
                    <a:cubicBezTo>
                      <a:pt x="274555" y="716732"/>
                      <a:pt x="429572" y="476125"/>
                      <a:pt x="709434" y="308485"/>
                    </a:cubicBezTo>
                    <a:cubicBezTo>
                      <a:pt x="1376915" y="-91296"/>
                      <a:pt x="3369892" y="52176"/>
                      <a:pt x="4721249" y="10304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a2382c0-3a12-46ae-9eac-14cdf9aaa0b5" id="20" name="Bullet1">
                <a:extLst>
                  <a:ext uri="{FF2B5EF4-FFF2-40B4-BE49-F238E27FC236}">
                    <a16:creationId id="{B11BCCEB-9648-9814-5833-F66375D7681A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2146829" y="2150630"/>
                <a:ext cx="2945108" cy="521955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使用温水</a:t>
                </a:r>
              </a:p>
            </p:txBody>
          </p:sp>
          <p:sp>
            <p:nvSpPr>
              <p:cNvPr descr="44198a02-f9c8-43d4-baa6-8429e3af5889" id="21" name="Text1">
                <a:extLst>
                  <a:ext uri="{FF2B5EF4-FFF2-40B4-BE49-F238E27FC236}">
                    <a16:creationId id="{C64EA570-98A6-6B7E-1B2C-8BD93410D620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2146829" y="2672585"/>
                <a:ext cx="2945108" cy="811813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用温水充分湿润足部，利于清洁污垢和汗渍。</a:t>
                </a:r>
              </a:p>
            </p:txBody>
          </p:sp>
          <p:sp>
            <p:nvSpPr>
              <p:cNvPr descr="024cdd8f-059f-4ed2-99a9-3204290d1a06" id="26" name="Shape1">
                <a:extLst>
                  <a:ext uri="{FF2B5EF4-FFF2-40B4-BE49-F238E27FC236}">
                    <a16:creationId id="{63727F35-0AB8-1029-B752-497C05DB7CA3}"/>
                  </a:ext>
                </a:extLst>
              </p:cNvPr>
              <p:cNvSpPr/>
              <p:nvPr/>
            </p:nvSpPr>
            <p:spPr>
              <a:xfrm rot="21351842" flipV="false" flipH="false">
                <a:off x="4971623" y="1941152"/>
                <a:ext cx="866054" cy="297110"/>
              </a:xfrm>
              <a:custGeom>
                <a:avLst/>
                <a:gdLst>
                  <a:gd fmla="*/ 6359155 w 7613202" name="connsiteX0"/>
                  <a:gd fmla="*/ 1651060 h 2611788" name="connsiteY0"/>
                  <a:gd fmla="*/ 5787274 w 7613202" name="connsiteX1"/>
                  <a:gd fmla="*/ 1185383 h 2611788" name="connsiteY1"/>
                  <a:gd fmla="*/ 4121447 w 7613202" name="connsiteX2"/>
                  <a:gd fmla="*/ 512537 h 2611788" name="connsiteY2"/>
                  <a:gd fmla="*/ 2936632 w 7613202" name="connsiteX3"/>
                  <a:gd fmla="*/ 460816 h 2611788" name="connsiteY3"/>
                  <a:gd fmla="*/ 1536266 w 7613202" name="connsiteX4"/>
                  <a:gd fmla="*/ 834672 h 2611788" name="connsiteY4"/>
                  <a:gd fmla="*/ 503471 w 7613202" name="connsiteX5"/>
                  <a:gd fmla="*/ 1672396 h 2611788" name="connsiteY5"/>
                  <a:gd fmla="*/ 413078 w 7613202" name="connsiteX6"/>
                  <a:gd fmla="*/ 1806413 h 2611788" name="connsiteY6"/>
                  <a:gd fmla="*/ 103897 w 7613202" name="connsiteX7"/>
                  <a:gd fmla="*/ 1885280 h 2611788" name="connsiteY7"/>
                  <a:gd fmla="*/ 39413 w 7613202" name="connsiteX8"/>
                  <a:gd fmla="*/ 1569050 h 2611788" name="connsiteY8"/>
                  <a:gd fmla="*/ 933905 w 7613202" name="connsiteX9"/>
                  <a:gd fmla="*/ 672938 h 2611788" name="connsiteY9"/>
                  <a:gd fmla="*/ 2373609 w 7613202" name="connsiteX10"/>
                  <a:gd fmla="*/ 90865 h 2611788" name="connsiteY10"/>
                  <a:gd fmla="*/ 3576045 w 7613202" name="connsiteX11"/>
                  <a:gd fmla="*/ 7521 h 2611788" name="connsiteY11"/>
                  <a:gd fmla="*/ 6646143 w 7613202" name="connsiteX12"/>
                  <a:gd fmla="*/ 1312065 h 2611788" name="connsiteY12"/>
                  <a:gd fmla="*/ 6673575 w 7613202" name="connsiteX13"/>
                  <a:gd fmla="*/ 1335973 h 2611788" name="connsiteY13"/>
                  <a:gd fmla="*/ 7023809 w 7613202" name="connsiteX14"/>
                  <a:gd fmla="*/ 985453 h 2611788" name="connsiteY14"/>
                  <a:gd fmla="*/ 7226311 w 7613202" name="connsiteX15"/>
                  <a:gd fmla="*/ 917540 h 2611788" name="connsiteY15"/>
                  <a:gd fmla="*/ 7402428 w 7613202" name="connsiteX16"/>
                  <a:gd fmla="*/ 1087847 h 2611788" name="connsiteY16"/>
                  <a:gd fmla="*/ 7497488 w 7613202" name="connsiteX17"/>
                  <a:gd fmla="*/ 1654394 h 2611788" name="connsiteY17"/>
                  <a:gd fmla="*/ 7607597 w 7613202" name="connsiteX18"/>
                  <a:gd fmla="*/ 2324382 h 2611788" name="connsiteY18"/>
                  <a:gd fmla="*/ 7331562 w 7613202" name="connsiteX19"/>
                  <a:gd fmla="*/ 2607084 h 2611788" name="connsiteY19"/>
                  <a:gd fmla="*/ 6104075 w 7613202" name="connsiteX20"/>
                  <a:gd fmla="*/ 2406298 h 2611788" name="connsiteY20"/>
                  <a:gd fmla="*/ 5925387 w 7613202" name="connsiteX21"/>
                  <a:gd fmla="*/ 2255803 h 2611788" name="connsiteY21"/>
                  <a:gd fmla="*/ 5981108 w 7613202" name="connsiteX22"/>
                  <a:gd fmla="*/ 2028441 h 2611788" name="connsiteY22"/>
                  <a:gd fmla="*/ 6359060 w 7613202" name="connsiteX23"/>
                  <a:gd fmla="*/ 1651060 h 2611788" name="connsiteY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b="b" l="l" r="r" t="t"/>
                <a:pathLst>
                  <a:path h="2611788" w="7613202">
                    <a:moveTo>
                      <a:pt x="6359155" y="1651060"/>
                    </a:moveTo>
                    <a:cubicBezTo>
                      <a:pt x="6180942" y="1474371"/>
                      <a:pt x="5990537" y="1322067"/>
                      <a:pt x="5787274" y="1185383"/>
                    </a:cubicBezTo>
                    <a:cubicBezTo>
                      <a:pt x="5279401" y="843816"/>
                      <a:pt x="4723808" y="619503"/>
                      <a:pt x="4121447" y="512537"/>
                    </a:cubicBezTo>
                    <a:cubicBezTo>
                      <a:pt x="3729112" y="442814"/>
                      <a:pt x="3334110" y="427860"/>
                      <a:pt x="2936632" y="460816"/>
                    </a:cubicBezTo>
                    <a:cubicBezTo>
                      <a:pt x="2447047" y="501393"/>
                      <a:pt x="1977179" y="614645"/>
                      <a:pt x="1536266" y="834672"/>
                    </a:cubicBezTo>
                    <a:cubicBezTo>
                      <a:pt x="1130406" y="1037174"/>
                      <a:pt x="778743" y="1308256"/>
                      <a:pt x="503471" y="1672396"/>
                    </a:cubicBezTo>
                    <a:cubicBezTo>
                      <a:pt x="470990" y="1715354"/>
                      <a:pt x="442225" y="1761074"/>
                      <a:pt x="413078" y="1806413"/>
                    </a:cubicBezTo>
                    <a:cubicBezTo>
                      <a:pt x="341260" y="1918427"/>
                      <a:pt x="211339" y="1951955"/>
                      <a:pt x="103897" y="1885280"/>
                    </a:cubicBezTo>
                    <a:cubicBezTo>
                      <a:pt x="-4212" y="1818224"/>
                      <a:pt x="-31834" y="1683445"/>
                      <a:pt x="39413" y="1569050"/>
                    </a:cubicBezTo>
                    <a:cubicBezTo>
                      <a:pt x="268489" y="1201385"/>
                      <a:pt x="577575" y="912873"/>
                      <a:pt x="933905" y="672938"/>
                    </a:cubicBezTo>
                    <a:cubicBezTo>
                      <a:pt x="1372341" y="377568"/>
                      <a:pt x="1856687" y="193449"/>
                      <a:pt x="2373609" y="90865"/>
                    </a:cubicBezTo>
                    <a:cubicBezTo>
                      <a:pt x="2770992" y="11998"/>
                      <a:pt x="3172757" y="-14672"/>
                      <a:pt x="3576045" y="7521"/>
                    </a:cubicBezTo>
                    <a:cubicBezTo>
                      <a:pt x="4755526" y="72291"/>
                      <a:pt x="5783750" y="498440"/>
                      <a:pt x="6646143" y="1312065"/>
                    </a:cubicBezTo>
                    <a:cubicBezTo>
                      <a:pt x="6654144" y="1319590"/>
                      <a:pt x="6662621" y="1326448"/>
                      <a:pt x="6673575" y="1335973"/>
                    </a:cubicBezTo>
                    <a:cubicBezTo>
                      <a:pt x="6791018" y="1218435"/>
                      <a:pt x="6907509" y="1102039"/>
                      <a:pt x="7023809" y="985453"/>
                    </a:cubicBezTo>
                    <a:cubicBezTo>
                      <a:pt x="7080102" y="929065"/>
                      <a:pt x="7146206" y="901824"/>
                      <a:pt x="7226311" y="917540"/>
                    </a:cubicBezTo>
                    <a:cubicBezTo>
                      <a:pt x="7321466" y="936209"/>
                      <a:pt x="7384902" y="992692"/>
                      <a:pt x="7402428" y="1087847"/>
                    </a:cubicBezTo>
                    <a:cubicBezTo>
                      <a:pt x="7437099" y="1276156"/>
                      <a:pt x="7466436" y="1465418"/>
                      <a:pt x="7497488" y="1654394"/>
                    </a:cubicBezTo>
                    <a:cubicBezTo>
                      <a:pt x="7534159" y="1877755"/>
                      <a:pt x="7568163" y="2101498"/>
                      <a:pt x="7607597" y="2324382"/>
                    </a:cubicBezTo>
                    <a:cubicBezTo>
                      <a:pt x="7641030" y="2513073"/>
                      <a:pt x="7521872" y="2638041"/>
                      <a:pt x="7331562" y="2607084"/>
                    </a:cubicBezTo>
                    <a:cubicBezTo>
                      <a:pt x="6922368" y="2540409"/>
                      <a:pt x="6513270" y="2473258"/>
                      <a:pt x="6104075" y="2406298"/>
                    </a:cubicBezTo>
                    <a:cubicBezTo>
                      <a:pt x="6014636" y="2391629"/>
                      <a:pt x="5952724" y="2342194"/>
                      <a:pt x="5925387" y="2255803"/>
                    </a:cubicBezTo>
                    <a:cubicBezTo>
                      <a:pt x="5898240" y="2170173"/>
                      <a:pt x="5916909" y="2092735"/>
                      <a:pt x="5981108" y="2028441"/>
                    </a:cubicBezTo>
                    <a:cubicBezTo>
                      <a:pt x="6105504" y="1903854"/>
                      <a:pt x="6230282" y="1779648"/>
                      <a:pt x="6359060" y="165106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10bf5c8-115d-498f-a459-ca48112c7017" id="35" name="Icon1">
                <a:extLst>
                  <a:ext uri="{FF2B5EF4-FFF2-40B4-BE49-F238E27FC236}">
                    <a16:creationId id="{DE5687CB-B431-C7CF-6CC0-3C7119BA8F3B}"/>
                  </a:ext>
                </a:extLst>
              </p:cNvPr>
              <p:cNvSpPr/>
              <p:nvPr/>
            </p:nvSpPr>
            <p:spPr>
              <a:xfrm flipV="false" flipH="false">
                <a:off x="5134402" y="2143900"/>
                <a:ext cx="345708" cy="312184"/>
              </a:xfrm>
              <a:custGeom>
                <a:avLst/>
                <a:gdLst>
                  <a:gd fmla="*/ 7773 w 8679" name="T0"/>
                  <a:gd fmla="*/ 4113 h 8409" name="T1"/>
                  <a:gd fmla="*/ 6818 w 8679" name="T2"/>
                  <a:gd fmla="*/ 4140 h 8409" name="T3"/>
                  <a:gd fmla="*/ 5871 w 8679" name="T4"/>
                  <a:gd fmla="*/ 3246 h 8409" name="T5"/>
                  <a:gd fmla="*/ 7211 w 8679" name="T6"/>
                  <a:gd fmla="*/ 1941 h 8409" name="T7"/>
                  <a:gd fmla="*/ 6619 w 8679" name="T8"/>
                  <a:gd fmla="*/ 310 h 8409" name="T9"/>
                  <a:gd fmla="*/ 4889 w 8679" name="T10"/>
                  <a:gd fmla="*/ 773 h 8409" name="T11"/>
                  <a:gd fmla="*/ 4425 w 8679" name="T12"/>
                  <a:gd fmla="*/ 2895 h 8409" name="T13"/>
                  <a:gd fmla="*/ 3364 w 8679" name="T14"/>
                  <a:gd fmla="*/ 2470 h 8409" name="T15"/>
                  <a:gd fmla="*/ 1901 w 8679" name="T16"/>
                  <a:gd fmla="*/ 83 h 8409" name="T17"/>
                  <a:gd fmla="*/ 1527 w 8679" name="T18"/>
                  <a:gd fmla="*/ 131 h 8409" name="T19"/>
                  <a:gd fmla="*/ 1406 w 8679" name="T20"/>
                  <a:gd fmla="*/ 2998 h 8409" name="T21"/>
                  <a:gd fmla="*/ 3499 w 8679" name="T22"/>
                  <a:gd fmla="*/ 4166 h 8409" name="T23"/>
                  <a:gd fmla="*/ 1101 w 8679" name="T24"/>
                  <a:gd fmla="*/ 4637 h 8409" name="T25"/>
                  <a:gd fmla="*/ 2266 w 8679" name="T26"/>
                  <a:gd fmla="*/ 6418 h 8409" name="T27"/>
                  <a:gd fmla="*/ 2885 w 8679" name="T28"/>
                  <a:gd fmla="*/ 5781 h 8409" name="T29"/>
                  <a:gd fmla="*/ 3376 w 8679" name="T30"/>
                  <a:gd fmla="*/ 6164 h 8409" name="T31"/>
                  <a:gd fmla="*/ 3660 w 8679" name="T32"/>
                  <a:gd fmla="*/ 7959 h 8409" name="T33"/>
                  <a:gd fmla="*/ 5643 w 8679" name="T34"/>
                  <a:gd fmla="*/ 7833 h 8409" name="T35"/>
                  <a:gd fmla="*/ 5801 w 8679" name="T36"/>
                  <a:gd fmla="*/ 6460 h 8409" name="T37"/>
                  <a:gd fmla="*/ 5787 w 8679" name="T38"/>
                  <a:gd fmla="*/ 5013 h 8409" name="T39"/>
                  <a:gd fmla="*/ 7655 w 8679" name="T40"/>
                  <a:gd fmla="*/ 6205 h 8409" name="T41"/>
                  <a:gd fmla="*/ 7773 w 8679" name="T42"/>
                  <a:gd fmla="*/ 4113 h 8409" name="T43"/>
                  <a:gd fmla="*/ 1329 w 8679" name="T44"/>
                  <a:gd fmla="*/ 593 h 8409" name="T45"/>
                  <a:gd fmla="*/ 1850 w 8679" name="T46"/>
                  <a:gd fmla="*/ 2738 h 8409" name="T47"/>
                  <a:gd fmla="*/ 1329 w 8679" name="T48"/>
                  <a:gd fmla="*/ 593 h 8409" name="T49"/>
                  <a:gd fmla="*/ 1559 w 8679" name="T50"/>
                  <a:gd fmla="*/ 6228 h 8409" name="T51"/>
                  <a:gd fmla="*/ 1260 w 8679" name="T52"/>
                  <a:gd fmla="*/ 5536 h 8409" name="T53"/>
                  <a:gd fmla="*/ 2510 w 8679" name="T54"/>
                  <a:gd fmla="*/ 5733 h 8409" name="T55"/>
                  <a:gd fmla="*/ 1559 w 8679" name="T56"/>
                  <a:gd fmla="*/ 6228 h 8409" name="T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b="b" l="0" r="r" t="0"/>
                <a:pathLst>
                  <a:path h="8409" w="8679">
                    <a:moveTo>
                      <a:pt x="7773" y="4113"/>
                    </a:moveTo>
                    <a:cubicBezTo>
                      <a:pt x="7494" y="3946"/>
                      <a:pt x="7158" y="4065"/>
                      <a:pt x="6818" y="4140"/>
                    </a:cubicBezTo>
                    <a:cubicBezTo>
                      <a:pt x="6184" y="4280"/>
                      <a:pt x="5364" y="3993"/>
                      <a:pt x="5871" y="3246"/>
                    </a:cubicBezTo>
                    <a:cubicBezTo>
                      <a:pt x="6156" y="2827"/>
                      <a:pt x="6992" y="2428"/>
                      <a:pt x="7211" y="1941"/>
                    </a:cubicBezTo>
                    <a:cubicBezTo>
                      <a:pt x="7446" y="1418"/>
                      <a:pt x="7410" y="771"/>
                      <a:pt x="6619" y="310"/>
                    </a:cubicBezTo>
                    <a:cubicBezTo>
                      <a:pt x="6089" y="1"/>
                      <a:pt x="5322" y="204"/>
                      <a:pt x="4889" y="773"/>
                    </a:cubicBezTo>
                    <a:cubicBezTo>
                      <a:pt x="4457" y="1342"/>
                      <a:pt x="4589" y="2189"/>
                      <a:pt x="4425" y="2895"/>
                    </a:cubicBezTo>
                    <a:cubicBezTo>
                      <a:pt x="4175" y="3973"/>
                      <a:pt x="3375" y="3254"/>
                      <a:pt x="3364" y="2470"/>
                    </a:cubicBezTo>
                    <a:cubicBezTo>
                      <a:pt x="3349" y="1448"/>
                      <a:pt x="3625" y="0"/>
                      <a:pt x="1901" y="83"/>
                    </a:cubicBezTo>
                    <a:cubicBezTo>
                      <a:pt x="1767" y="90"/>
                      <a:pt x="1642" y="106"/>
                      <a:pt x="1527" y="131"/>
                    </a:cubicBezTo>
                    <a:cubicBezTo>
                      <a:pt x="0" y="467"/>
                      <a:pt x="161" y="2353"/>
                      <a:pt x="1406" y="2998"/>
                    </a:cubicBezTo>
                    <a:cubicBezTo>
                      <a:pt x="2309" y="3465"/>
                      <a:pt x="3445" y="3650"/>
                      <a:pt x="3499" y="4166"/>
                    </a:cubicBezTo>
                    <a:cubicBezTo>
                      <a:pt x="3486" y="4707"/>
                      <a:pt x="1781" y="3403"/>
                      <a:pt x="1101" y="4637"/>
                    </a:cubicBezTo>
                    <a:cubicBezTo>
                      <a:pt x="578" y="5587"/>
                      <a:pt x="1237" y="7153"/>
                      <a:pt x="2266" y="6418"/>
                    </a:cubicBezTo>
                    <a:cubicBezTo>
                      <a:pt x="2457" y="6282"/>
                      <a:pt x="2663" y="6071"/>
                      <a:pt x="2885" y="5781"/>
                    </a:cubicBezTo>
                    <a:cubicBezTo>
                      <a:pt x="3733" y="4790"/>
                      <a:pt x="4290" y="5377"/>
                      <a:pt x="3376" y="6164"/>
                    </a:cubicBezTo>
                    <a:cubicBezTo>
                      <a:pt x="2659" y="6781"/>
                      <a:pt x="3155" y="7690"/>
                      <a:pt x="3660" y="7959"/>
                    </a:cubicBezTo>
                    <a:cubicBezTo>
                      <a:pt x="4301" y="8300"/>
                      <a:pt x="4950" y="8409"/>
                      <a:pt x="5643" y="7833"/>
                    </a:cubicBezTo>
                    <a:cubicBezTo>
                      <a:pt x="6180" y="7387"/>
                      <a:pt x="6081" y="6766"/>
                      <a:pt x="5801" y="6460"/>
                    </a:cubicBezTo>
                    <a:cubicBezTo>
                      <a:pt x="5010" y="5594"/>
                      <a:pt x="4864" y="4633"/>
                      <a:pt x="5787" y="5013"/>
                    </a:cubicBezTo>
                    <a:cubicBezTo>
                      <a:pt x="6401" y="5265"/>
                      <a:pt x="6899" y="6222"/>
                      <a:pt x="7655" y="6205"/>
                    </a:cubicBezTo>
                    <a:cubicBezTo>
                      <a:pt x="8551" y="5951"/>
                      <a:pt x="8679" y="4595"/>
                      <a:pt x="7773" y="4113"/>
                    </a:cubicBezTo>
                    <a:close/>
                    <a:moveTo>
                      <a:pt x="1329" y="593"/>
                    </a:moveTo>
                    <a:cubicBezTo>
                      <a:pt x="498" y="1472"/>
                      <a:pt x="1166" y="2174"/>
                      <a:pt x="1850" y="2738"/>
                    </a:cubicBezTo>
                    <a:cubicBezTo>
                      <a:pt x="450" y="1905"/>
                      <a:pt x="478" y="1138"/>
                      <a:pt x="1329" y="593"/>
                    </a:cubicBezTo>
                    <a:close/>
                    <a:moveTo>
                      <a:pt x="1559" y="6228"/>
                    </a:moveTo>
                    <a:cubicBezTo>
                      <a:pt x="1286" y="6107"/>
                      <a:pt x="1237" y="5845"/>
                      <a:pt x="1260" y="5536"/>
                    </a:cubicBezTo>
                    <a:cubicBezTo>
                      <a:pt x="1568" y="6396"/>
                      <a:pt x="2170" y="6100"/>
                      <a:pt x="2510" y="5733"/>
                    </a:cubicBezTo>
                    <a:cubicBezTo>
                      <a:pt x="2335" y="5961"/>
                      <a:pt x="2014" y="6429"/>
                      <a:pt x="1559" y="62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</a:p>
            </p:txBody>
          </p:sp>
        </p:grpSp>
        <p:grpSp>
          <p:nvGrpSpPr>
            <p:cNvPr descr="1298e919-5593-4f7d-9112-1838e11a1c15" id="3" name="组合 2">
              <a:extLst>
                <a:ext uri="{FF2B5EF4-FFF2-40B4-BE49-F238E27FC236}">
                  <a16:creationId id="{6A0D91E4-066B-95C9-62C0-82787F62136B}"/>
                </a:ext>
              </a:extLst>
            </p:cNvPr>
            <p:cNvGrpSpPr/>
            <p:nvPr/>
          </p:nvGrpSpPr>
          <p:grpSpPr>
            <a:xfrm>
              <a:off x="6327951" y="1872722"/>
              <a:ext cx="3862861" cy="1785152"/>
              <a:chOff x="6327951" y="1872722"/>
              <a:chExt cx="3862861" cy="1785152"/>
            </a:xfrm>
          </p:grpSpPr>
          <p:sp>
            <p:nvSpPr>
              <p:cNvPr descr="52ce0b2d-68d9-4fad-a4c0-ceed18adb97f" id="28" name="Shape2">
                <a:extLst>
                  <a:ext uri="{FF2B5EF4-FFF2-40B4-BE49-F238E27FC236}">
                    <a16:creationId id="{7E866898-97D5-7591-D100-35C1A80105A4}"/>
                  </a:ext>
                </a:extLst>
              </p:cNvPr>
              <p:cNvSpPr/>
              <p:nvPr/>
            </p:nvSpPr>
            <p:spPr>
              <a:xfrm rot="3376188" flipV="false" flipH="false">
                <a:off x="9219159" y="3076291"/>
                <a:ext cx="866054" cy="297111"/>
              </a:xfrm>
              <a:custGeom>
                <a:avLst/>
                <a:gdLst>
                  <a:gd fmla="*/ 6359155 w 7613202" name="connsiteX0"/>
                  <a:gd fmla="*/ 1651060 h 2611788" name="connsiteY0"/>
                  <a:gd fmla="*/ 5787274 w 7613202" name="connsiteX1"/>
                  <a:gd fmla="*/ 1185383 h 2611788" name="connsiteY1"/>
                  <a:gd fmla="*/ 4121447 w 7613202" name="connsiteX2"/>
                  <a:gd fmla="*/ 512537 h 2611788" name="connsiteY2"/>
                  <a:gd fmla="*/ 2936632 w 7613202" name="connsiteX3"/>
                  <a:gd fmla="*/ 460816 h 2611788" name="connsiteY3"/>
                  <a:gd fmla="*/ 1536266 w 7613202" name="connsiteX4"/>
                  <a:gd fmla="*/ 834672 h 2611788" name="connsiteY4"/>
                  <a:gd fmla="*/ 503471 w 7613202" name="connsiteX5"/>
                  <a:gd fmla="*/ 1672396 h 2611788" name="connsiteY5"/>
                  <a:gd fmla="*/ 413078 w 7613202" name="connsiteX6"/>
                  <a:gd fmla="*/ 1806413 h 2611788" name="connsiteY6"/>
                  <a:gd fmla="*/ 103897 w 7613202" name="connsiteX7"/>
                  <a:gd fmla="*/ 1885280 h 2611788" name="connsiteY7"/>
                  <a:gd fmla="*/ 39413 w 7613202" name="connsiteX8"/>
                  <a:gd fmla="*/ 1569050 h 2611788" name="connsiteY8"/>
                  <a:gd fmla="*/ 933905 w 7613202" name="connsiteX9"/>
                  <a:gd fmla="*/ 672938 h 2611788" name="connsiteY9"/>
                  <a:gd fmla="*/ 2373609 w 7613202" name="connsiteX10"/>
                  <a:gd fmla="*/ 90865 h 2611788" name="connsiteY10"/>
                  <a:gd fmla="*/ 3576045 w 7613202" name="connsiteX11"/>
                  <a:gd fmla="*/ 7521 h 2611788" name="connsiteY11"/>
                  <a:gd fmla="*/ 6646143 w 7613202" name="connsiteX12"/>
                  <a:gd fmla="*/ 1312065 h 2611788" name="connsiteY12"/>
                  <a:gd fmla="*/ 6673575 w 7613202" name="connsiteX13"/>
                  <a:gd fmla="*/ 1335973 h 2611788" name="connsiteY13"/>
                  <a:gd fmla="*/ 7023809 w 7613202" name="connsiteX14"/>
                  <a:gd fmla="*/ 985453 h 2611788" name="connsiteY14"/>
                  <a:gd fmla="*/ 7226311 w 7613202" name="connsiteX15"/>
                  <a:gd fmla="*/ 917540 h 2611788" name="connsiteY15"/>
                  <a:gd fmla="*/ 7402428 w 7613202" name="connsiteX16"/>
                  <a:gd fmla="*/ 1087847 h 2611788" name="connsiteY16"/>
                  <a:gd fmla="*/ 7497488 w 7613202" name="connsiteX17"/>
                  <a:gd fmla="*/ 1654394 h 2611788" name="connsiteY17"/>
                  <a:gd fmla="*/ 7607597 w 7613202" name="connsiteX18"/>
                  <a:gd fmla="*/ 2324382 h 2611788" name="connsiteY18"/>
                  <a:gd fmla="*/ 7331562 w 7613202" name="connsiteX19"/>
                  <a:gd fmla="*/ 2607084 h 2611788" name="connsiteY19"/>
                  <a:gd fmla="*/ 6104075 w 7613202" name="connsiteX20"/>
                  <a:gd fmla="*/ 2406298 h 2611788" name="connsiteY20"/>
                  <a:gd fmla="*/ 5925387 w 7613202" name="connsiteX21"/>
                  <a:gd fmla="*/ 2255803 h 2611788" name="connsiteY21"/>
                  <a:gd fmla="*/ 5981108 w 7613202" name="connsiteX22"/>
                  <a:gd fmla="*/ 2028441 h 2611788" name="connsiteY22"/>
                  <a:gd fmla="*/ 6359060 w 7613202" name="connsiteX23"/>
                  <a:gd fmla="*/ 1651060 h 2611788" name="connsiteY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b="b" l="l" r="r" t="t"/>
                <a:pathLst>
                  <a:path h="2611788" w="7613202">
                    <a:moveTo>
                      <a:pt x="6359155" y="1651060"/>
                    </a:moveTo>
                    <a:cubicBezTo>
                      <a:pt x="6180942" y="1474371"/>
                      <a:pt x="5990537" y="1322067"/>
                      <a:pt x="5787274" y="1185383"/>
                    </a:cubicBezTo>
                    <a:cubicBezTo>
                      <a:pt x="5279401" y="843816"/>
                      <a:pt x="4723808" y="619503"/>
                      <a:pt x="4121447" y="512537"/>
                    </a:cubicBezTo>
                    <a:cubicBezTo>
                      <a:pt x="3729112" y="442814"/>
                      <a:pt x="3334110" y="427860"/>
                      <a:pt x="2936632" y="460816"/>
                    </a:cubicBezTo>
                    <a:cubicBezTo>
                      <a:pt x="2447047" y="501393"/>
                      <a:pt x="1977179" y="614645"/>
                      <a:pt x="1536266" y="834672"/>
                    </a:cubicBezTo>
                    <a:cubicBezTo>
                      <a:pt x="1130406" y="1037174"/>
                      <a:pt x="778743" y="1308256"/>
                      <a:pt x="503471" y="1672396"/>
                    </a:cubicBezTo>
                    <a:cubicBezTo>
                      <a:pt x="470990" y="1715354"/>
                      <a:pt x="442225" y="1761074"/>
                      <a:pt x="413078" y="1806413"/>
                    </a:cubicBezTo>
                    <a:cubicBezTo>
                      <a:pt x="341260" y="1918427"/>
                      <a:pt x="211339" y="1951955"/>
                      <a:pt x="103897" y="1885280"/>
                    </a:cubicBezTo>
                    <a:cubicBezTo>
                      <a:pt x="-4212" y="1818224"/>
                      <a:pt x="-31834" y="1683445"/>
                      <a:pt x="39413" y="1569050"/>
                    </a:cubicBezTo>
                    <a:cubicBezTo>
                      <a:pt x="268489" y="1201385"/>
                      <a:pt x="577575" y="912873"/>
                      <a:pt x="933905" y="672938"/>
                    </a:cubicBezTo>
                    <a:cubicBezTo>
                      <a:pt x="1372341" y="377568"/>
                      <a:pt x="1856687" y="193449"/>
                      <a:pt x="2373609" y="90865"/>
                    </a:cubicBezTo>
                    <a:cubicBezTo>
                      <a:pt x="2770992" y="11998"/>
                      <a:pt x="3172757" y="-14672"/>
                      <a:pt x="3576045" y="7521"/>
                    </a:cubicBezTo>
                    <a:cubicBezTo>
                      <a:pt x="4755526" y="72291"/>
                      <a:pt x="5783750" y="498440"/>
                      <a:pt x="6646143" y="1312065"/>
                    </a:cubicBezTo>
                    <a:cubicBezTo>
                      <a:pt x="6654144" y="1319590"/>
                      <a:pt x="6662621" y="1326448"/>
                      <a:pt x="6673575" y="1335973"/>
                    </a:cubicBezTo>
                    <a:cubicBezTo>
                      <a:pt x="6791018" y="1218435"/>
                      <a:pt x="6907509" y="1102039"/>
                      <a:pt x="7023809" y="985453"/>
                    </a:cubicBezTo>
                    <a:cubicBezTo>
                      <a:pt x="7080102" y="929065"/>
                      <a:pt x="7146206" y="901824"/>
                      <a:pt x="7226311" y="917540"/>
                    </a:cubicBezTo>
                    <a:cubicBezTo>
                      <a:pt x="7321466" y="936209"/>
                      <a:pt x="7384902" y="992692"/>
                      <a:pt x="7402428" y="1087847"/>
                    </a:cubicBezTo>
                    <a:cubicBezTo>
                      <a:pt x="7437099" y="1276156"/>
                      <a:pt x="7466436" y="1465418"/>
                      <a:pt x="7497488" y="1654394"/>
                    </a:cubicBezTo>
                    <a:cubicBezTo>
                      <a:pt x="7534159" y="1877755"/>
                      <a:pt x="7568163" y="2101498"/>
                      <a:pt x="7607597" y="2324382"/>
                    </a:cubicBezTo>
                    <a:cubicBezTo>
                      <a:pt x="7641030" y="2513073"/>
                      <a:pt x="7521872" y="2638041"/>
                      <a:pt x="7331562" y="2607084"/>
                    </a:cubicBezTo>
                    <a:cubicBezTo>
                      <a:pt x="6922368" y="2540409"/>
                      <a:pt x="6513270" y="2473258"/>
                      <a:pt x="6104075" y="2406298"/>
                    </a:cubicBezTo>
                    <a:cubicBezTo>
                      <a:pt x="6014636" y="2391629"/>
                      <a:pt x="5952724" y="2342194"/>
                      <a:pt x="5925387" y="2255803"/>
                    </a:cubicBezTo>
                    <a:cubicBezTo>
                      <a:pt x="5898240" y="2170173"/>
                      <a:pt x="5916909" y="2092735"/>
                      <a:pt x="5981108" y="2028441"/>
                    </a:cubicBezTo>
                    <a:cubicBezTo>
                      <a:pt x="6105504" y="1903854"/>
                      <a:pt x="6230282" y="1779648"/>
                      <a:pt x="6359060" y="1651060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4ce9271-a123-4269-8514-be8b54649c9f" id="16" name="ComponentBackground2">
                <a:extLst>
                  <a:ext uri="{FF2B5EF4-FFF2-40B4-BE49-F238E27FC236}">
                    <a16:creationId id="{FED8DDAC-6491-DD7D-501F-57D080D3452C}"/>
                  </a:ext>
                </a:extLst>
              </p:cNvPr>
              <p:cNvSpPr/>
              <p:nvPr/>
            </p:nvSpPr>
            <p:spPr>
              <a:xfrm flipV="false" flipH="false">
                <a:off x="6327951" y="1872722"/>
                <a:ext cx="3207549" cy="1644651"/>
              </a:xfrm>
              <a:custGeom>
                <a:avLst/>
                <a:gdLst>
                  <a:gd fmla="*/ 4721249 w 9082714" name="connsiteX0"/>
                  <a:gd fmla="*/ 10304 h 6856112" name="connsiteY0"/>
                  <a:gd fmla="*/ 8136702 w 9082714" name="connsiteX1"/>
                  <a:gd fmla="*/ 145848 h 6856112" name="connsiteY1"/>
                  <a:gd fmla="*/ 8729214 w 9082714" name="connsiteX2"/>
                  <a:gd fmla="*/ 422939 h 6856112" name="connsiteY2"/>
                  <a:gd fmla="*/ 9002842 w 9082714" name="connsiteX3"/>
                  <a:gd fmla="*/ 1192251 h 6856112" name="connsiteY3"/>
                  <a:gd fmla="*/ 9077348 w 9082714" name="connsiteX4"/>
                  <a:gd fmla="*/ 5214534 h 6856112" name="connsiteY4"/>
                  <a:gd fmla="*/ 9031629 w 9082714" name="connsiteX5"/>
                  <a:gd fmla="*/ 6002011 h 6856112" name="connsiteY5"/>
                  <a:gd fmla="*/ 8626075 w 9082714" name="connsiteX6"/>
                  <a:gd fmla="*/ 6658639 h 6856112" name="connsiteY6"/>
                  <a:gd fmla="*/ 7743079 w 9082714" name="connsiteX7"/>
                  <a:gd fmla="*/ 6837671 h 6856112" name="connsiteY7"/>
                  <a:gd fmla="*/ 3200712 w 9082714" name="connsiteX8"/>
                  <a:gd fmla="*/ 6855066 h 6856112" name="connsiteY8"/>
                  <a:gd fmla="*/ 1505378 w 9082714" name="connsiteX9"/>
                  <a:gd fmla="*/ 6824971 h 6856112" name="connsiteY9"/>
                  <a:gd fmla="*/ 528555 w 9082714" name="connsiteX10"/>
                  <a:gd fmla="*/ 6647864 h 6856112" name="connsiteY10"/>
                  <a:gd fmla="*/ 94677 w 9082714" name="connsiteX11"/>
                  <a:gd fmla="*/ 6310275 h 6856112" name="connsiteY11"/>
                  <a:gd fmla="*/ 4 w 9082714" name="connsiteX12"/>
                  <a:gd fmla="*/ 5920038 h 6856112" name="connsiteY12"/>
                  <a:gd fmla="*/ 76974 w 9082714" name="connsiteX13"/>
                  <a:gd fmla="*/ 1347576 h 6856112" name="connsiteY13"/>
                  <a:gd fmla="*/ 274555 w 9082714" name="connsiteX14"/>
                  <a:gd fmla="*/ 716732 h 6856112" name="connsiteY14"/>
                  <a:gd fmla="*/ 709434 w 9082714" name="connsiteX15"/>
                  <a:gd fmla="*/ 308485 h 6856112" name="connsiteY15"/>
                  <a:gd fmla="*/ 4721249 w 9082714" name="connsiteX16"/>
                  <a:gd fmla="*/ 10304 h 6856112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6856112" w="9082714">
                    <a:moveTo>
                      <a:pt x="4721249" y="10304"/>
                    </a:moveTo>
                    <a:cubicBezTo>
                      <a:pt x="4721249" y="10304"/>
                      <a:pt x="6848691" y="-55582"/>
                      <a:pt x="8136702" y="145848"/>
                    </a:cubicBezTo>
                    <a:cubicBezTo>
                      <a:pt x="8250232" y="163628"/>
                      <a:pt x="8522474" y="210657"/>
                      <a:pt x="8729214" y="422939"/>
                    </a:cubicBezTo>
                    <a:cubicBezTo>
                      <a:pt x="8972901" y="673168"/>
                      <a:pt x="8985524" y="1019069"/>
                      <a:pt x="9002842" y="1192251"/>
                    </a:cubicBezTo>
                    <a:cubicBezTo>
                      <a:pt x="9136384" y="2527214"/>
                      <a:pt x="9057413" y="3873106"/>
                      <a:pt x="9077348" y="5214534"/>
                    </a:cubicBezTo>
                    <a:cubicBezTo>
                      <a:pt x="9081274" y="5478078"/>
                      <a:pt x="9088740" y="5744701"/>
                      <a:pt x="9031629" y="6002011"/>
                    </a:cubicBezTo>
                    <a:cubicBezTo>
                      <a:pt x="8974517" y="6259320"/>
                      <a:pt x="8844438" y="6511011"/>
                      <a:pt x="8626075" y="6658639"/>
                    </a:cubicBezTo>
                    <a:cubicBezTo>
                      <a:pt x="8373384" y="6829435"/>
                      <a:pt x="8048110" y="6836516"/>
                      <a:pt x="7743079" y="6837671"/>
                    </a:cubicBezTo>
                    <a:cubicBezTo>
                      <a:pt x="6228931" y="6843443"/>
                      <a:pt x="4714860" y="6849293"/>
                      <a:pt x="3200712" y="6855066"/>
                    </a:cubicBezTo>
                    <a:cubicBezTo>
                      <a:pt x="2635370" y="6857221"/>
                      <a:pt x="2069643" y="6859376"/>
                      <a:pt x="1505378" y="6824971"/>
                    </a:cubicBezTo>
                    <a:cubicBezTo>
                      <a:pt x="1173638" y="6804728"/>
                      <a:pt x="837435" y="6770707"/>
                      <a:pt x="528555" y="6647864"/>
                    </a:cubicBezTo>
                    <a:cubicBezTo>
                      <a:pt x="354758" y="6578744"/>
                      <a:pt x="184347" y="6474451"/>
                      <a:pt x="94677" y="6310275"/>
                    </a:cubicBezTo>
                    <a:cubicBezTo>
                      <a:pt x="3160" y="6142942"/>
                      <a:pt x="-149" y="5979997"/>
                      <a:pt x="4" y="5920038"/>
                    </a:cubicBezTo>
                    <a:cubicBezTo>
                      <a:pt x="9549" y="2159375"/>
                      <a:pt x="32024" y="1888827"/>
                      <a:pt x="76974" y="1347576"/>
                    </a:cubicBezTo>
                    <a:cubicBezTo>
                      <a:pt x="86134" y="1237278"/>
                      <a:pt x="107146" y="976736"/>
                      <a:pt x="274555" y="716732"/>
                    </a:cubicBezTo>
                    <a:cubicBezTo>
                      <a:pt x="274555" y="716732"/>
                      <a:pt x="429572" y="476125"/>
                      <a:pt x="709434" y="308485"/>
                    </a:cubicBezTo>
                    <a:cubicBezTo>
                      <a:pt x="1376915" y="-91296"/>
                      <a:pt x="3369892" y="52176"/>
                      <a:pt x="4721249" y="10304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7f312e5-a0de-49ad-939b-fc0bff3ea822" id="17" name="Bullet2">
                <a:extLst>
                  <a:ext uri="{FF2B5EF4-FFF2-40B4-BE49-F238E27FC236}">
                    <a16:creationId id="{E70ADDFB-9D80-2385-16D0-B5C3B1F2360D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6543270" y="2050679"/>
                <a:ext cx="2945108" cy="521955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中性抗菌香皂</a:t>
                </a:r>
              </a:p>
            </p:txBody>
          </p:sp>
          <p:sp>
            <p:nvSpPr>
              <p:cNvPr descr="8021f2ae-b565-4186-a51f-84c2a9967a1a" id="18" name="Text2">
                <a:extLst>
                  <a:ext uri="{FF2B5EF4-FFF2-40B4-BE49-F238E27FC236}">
                    <a16:creationId id="{C5301177-ADBA-8E62-D5F9-13E039A73A81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6543270" y="2572634"/>
                <a:ext cx="2945108" cy="811813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选择温和且具有抗菌效果的香皂，全面清洁足部皮肤。</a:t>
                </a:r>
              </a:p>
            </p:txBody>
          </p:sp>
          <p:sp>
            <p:nvSpPr>
              <p:cNvPr descr="26af72ac-c8c5-41e3-827a-605b68e48a45" id="44" name="Icon2">
                <a:extLst>
                  <a:ext uri="{FF2B5EF4-FFF2-40B4-BE49-F238E27FC236}">
                    <a16:creationId id="{D9B03D18-9B8B-E237-BCA2-C8710DDB74AA}"/>
                  </a:ext>
                </a:extLst>
              </p:cNvPr>
              <p:cNvSpPr/>
              <p:nvPr/>
            </p:nvSpPr>
            <p:spPr>
              <a:xfrm flipV="false" flipH="false">
                <a:off x="9924773" y="3157737"/>
                <a:ext cx="266039" cy="291629"/>
              </a:xfrm>
              <a:custGeom>
                <a:avLst/>
                <a:gdLst>
                  <a:gd fmla="*/ 1160 w 1187" name="T0"/>
                  <a:gd fmla="*/ 0 h 1303" name="T1"/>
                  <a:gd fmla="*/ 1098 w 1187" name="T2"/>
                  <a:gd fmla="*/ 0 h 1303" name="T3"/>
                  <a:gd fmla="*/ 1071 w 1187" name="T4"/>
                  <a:gd fmla="*/ 27 h 1303" name="T5"/>
                  <a:gd fmla="*/ 1071 w 1187" name="T6"/>
                  <a:gd fmla="*/ 1187 h 1303" name="T7"/>
                  <a:gd fmla="*/ 342 w 1187" name="T8"/>
                  <a:gd fmla="*/ 1187 h 1303" name="T9"/>
                  <a:gd fmla="*/ 246 w 1187" name="T10"/>
                  <a:gd fmla="*/ 1091 h 1303" name="T11"/>
                  <a:gd fmla="*/ 342 w 1187" name="T12"/>
                  <a:gd fmla="*/ 994 h 1303" name="T13"/>
                  <a:gd fmla="*/ 911 w 1187" name="T14"/>
                  <a:gd fmla="*/ 994 h 1303" name="T15"/>
                  <a:gd fmla="*/ 938 w 1187" name="T16"/>
                  <a:gd fmla="*/ 968 h 1303" name="T17"/>
                  <a:gd fmla="*/ 938 w 1187" name="T18"/>
                  <a:gd fmla="*/ 27 h 1303" name="T19"/>
                  <a:gd fmla="*/ 911 w 1187" name="T20"/>
                  <a:gd fmla="*/ 0 h 1303" name="T21"/>
                  <a:gd fmla="*/ 306 w 1187" name="T22"/>
                  <a:gd fmla="*/ 0 h 1303" name="T23"/>
                  <a:gd fmla="*/ 0 w 1187" name="T24"/>
                  <a:gd fmla="*/ 306 h 1303" name="T25"/>
                  <a:gd fmla="*/ 0 w 1187" name="T26"/>
                  <a:gd fmla="*/ 996 h 1303" name="T27"/>
                  <a:gd fmla="*/ 307 w 1187" name="T28"/>
                  <a:gd fmla="*/ 1303 h 1303" name="T29"/>
                  <a:gd fmla="*/ 1160 w 1187" name="T30"/>
                  <a:gd fmla="*/ 1303 h 1303" name="T31"/>
                  <a:gd fmla="*/ 1187 w 1187" name="T32"/>
                  <a:gd fmla="*/ 1276 h 1303" name="T33"/>
                  <a:gd fmla="*/ 1187 w 1187" name="T34"/>
                  <a:gd fmla="*/ 27 h 1303" name="T35"/>
                  <a:gd fmla="*/ 1160 w 1187" name="T36"/>
                  <a:gd fmla="*/ 0 h 1303" name="T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b="b" l="0" r="r" t="0"/>
                <a:pathLst>
                  <a:path h="1303" w="1187">
                    <a:moveTo>
                      <a:pt x="1160" y="0"/>
                    </a:moveTo>
                    <a:lnTo>
                      <a:pt x="1098" y="0"/>
                    </a:lnTo>
                    <a:cubicBezTo>
                      <a:pt x="1083" y="0"/>
                      <a:pt x="1071" y="12"/>
                      <a:pt x="1071" y="27"/>
                    </a:cubicBezTo>
                    <a:lnTo>
                      <a:pt x="1071" y="1187"/>
                    </a:lnTo>
                    <a:lnTo>
                      <a:pt x="342" y="1187"/>
                    </a:lnTo>
                    <a:cubicBezTo>
                      <a:pt x="289" y="1187"/>
                      <a:pt x="246" y="1144"/>
                      <a:pt x="246" y="1091"/>
                    </a:cubicBezTo>
                    <a:cubicBezTo>
                      <a:pt x="246" y="1037"/>
                      <a:pt x="289" y="994"/>
                      <a:pt x="342" y="994"/>
                    </a:cubicBezTo>
                    <a:lnTo>
                      <a:pt x="911" y="994"/>
                    </a:lnTo>
                    <a:cubicBezTo>
                      <a:pt x="926" y="994"/>
                      <a:pt x="938" y="982"/>
                      <a:pt x="938" y="968"/>
                    </a:cubicBezTo>
                    <a:lnTo>
                      <a:pt x="938" y="27"/>
                    </a:lnTo>
                    <a:cubicBezTo>
                      <a:pt x="938" y="12"/>
                      <a:pt x="926" y="0"/>
                      <a:pt x="911" y="0"/>
                    </a:cubicBezTo>
                    <a:lnTo>
                      <a:pt x="306" y="0"/>
                    </a:lnTo>
                    <a:cubicBezTo>
                      <a:pt x="138" y="0"/>
                      <a:pt x="0" y="137"/>
                      <a:pt x="0" y="306"/>
                    </a:cubicBezTo>
                    <a:lnTo>
                      <a:pt x="0" y="996"/>
                    </a:lnTo>
                    <a:cubicBezTo>
                      <a:pt x="0" y="1165"/>
                      <a:pt x="138" y="1303"/>
                      <a:pt x="307" y="1303"/>
                    </a:cubicBezTo>
                    <a:lnTo>
                      <a:pt x="1160" y="1303"/>
                    </a:lnTo>
                    <a:cubicBezTo>
                      <a:pt x="1175" y="1303"/>
                      <a:pt x="1187" y="1291"/>
                      <a:pt x="1187" y="1276"/>
                    </a:cubicBezTo>
                    <a:lnTo>
                      <a:pt x="1187" y="27"/>
                    </a:lnTo>
                    <a:cubicBezTo>
                      <a:pt x="1187" y="12"/>
                      <a:pt x="1175" y="0"/>
                      <a:pt x="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</a:p>
            </p:txBody>
          </p:sp>
        </p:grpSp>
        <p:grpSp>
          <p:nvGrpSpPr>
            <p:cNvPr descr="8e899371-47f5-427c-a9f3-0b8d5c9483ef" id="5" name="组合 4">
              <a:extLst>
                <a:ext uri="{FF2B5EF4-FFF2-40B4-BE49-F238E27FC236}">
                  <a16:creationId id="{35ACE2FC-E281-47EF-1017-EBC865527497}"/>
                </a:ext>
              </a:extLst>
            </p:cNvPr>
            <p:cNvGrpSpPr/>
            <p:nvPr/>
          </p:nvGrpSpPr>
          <p:grpSpPr>
            <a:xfrm>
              <a:off x="1699353" y="3912589"/>
              <a:ext cx="3955095" cy="1644651"/>
              <a:chOff x="1699353" y="3912589"/>
              <a:chExt cx="3955095" cy="1644651"/>
            </a:xfrm>
          </p:grpSpPr>
          <p:sp>
            <p:nvSpPr>
              <p:cNvPr descr="d85b791a-01ea-4a98-b3ed-aed2a856ffef" id="29" name="Shape3">
                <a:extLst>
                  <a:ext uri="{FF2B5EF4-FFF2-40B4-BE49-F238E27FC236}">
                    <a16:creationId id="{9CBA8D2D-B36E-5FC0-5481-021841B503F6}"/>
                  </a:ext>
                </a:extLst>
              </p:cNvPr>
              <p:cNvSpPr/>
              <p:nvPr/>
            </p:nvSpPr>
            <p:spPr>
              <a:xfrm flipH="true" flipV="true" rot="2840613">
                <a:off x="1893886" y="4839385"/>
                <a:ext cx="866054" cy="297111"/>
              </a:xfrm>
              <a:custGeom>
                <a:avLst/>
                <a:gdLst>
                  <a:gd fmla="*/ 6359155 w 7613202" name="connsiteX0"/>
                  <a:gd fmla="*/ 1651060 h 2611788" name="connsiteY0"/>
                  <a:gd fmla="*/ 5787274 w 7613202" name="connsiteX1"/>
                  <a:gd fmla="*/ 1185383 h 2611788" name="connsiteY1"/>
                  <a:gd fmla="*/ 4121447 w 7613202" name="connsiteX2"/>
                  <a:gd fmla="*/ 512537 h 2611788" name="connsiteY2"/>
                  <a:gd fmla="*/ 2936632 w 7613202" name="connsiteX3"/>
                  <a:gd fmla="*/ 460816 h 2611788" name="connsiteY3"/>
                  <a:gd fmla="*/ 1536266 w 7613202" name="connsiteX4"/>
                  <a:gd fmla="*/ 834672 h 2611788" name="connsiteY4"/>
                  <a:gd fmla="*/ 503471 w 7613202" name="connsiteX5"/>
                  <a:gd fmla="*/ 1672396 h 2611788" name="connsiteY5"/>
                  <a:gd fmla="*/ 413078 w 7613202" name="connsiteX6"/>
                  <a:gd fmla="*/ 1806413 h 2611788" name="connsiteY6"/>
                  <a:gd fmla="*/ 103897 w 7613202" name="connsiteX7"/>
                  <a:gd fmla="*/ 1885280 h 2611788" name="connsiteY7"/>
                  <a:gd fmla="*/ 39413 w 7613202" name="connsiteX8"/>
                  <a:gd fmla="*/ 1569050 h 2611788" name="connsiteY8"/>
                  <a:gd fmla="*/ 933905 w 7613202" name="connsiteX9"/>
                  <a:gd fmla="*/ 672938 h 2611788" name="connsiteY9"/>
                  <a:gd fmla="*/ 2373609 w 7613202" name="connsiteX10"/>
                  <a:gd fmla="*/ 90865 h 2611788" name="connsiteY10"/>
                  <a:gd fmla="*/ 3576045 w 7613202" name="connsiteX11"/>
                  <a:gd fmla="*/ 7521 h 2611788" name="connsiteY11"/>
                  <a:gd fmla="*/ 6646143 w 7613202" name="connsiteX12"/>
                  <a:gd fmla="*/ 1312065 h 2611788" name="connsiteY12"/>
                  <a:gd fmla="*/ 6673575 w 7613202" name="connsiteX13"/>
                  <a:gd fmla="*/ 1335973 h 2611788" name="connsiteY13"/>
                  <a:gd fmla="*/ 7023809 w 7613202" name="connsiteX14"/>
                  <a:gd fmla="*/ 985453 h 2611788" name="connsiteY14"/>
                  <a:gd fmla="*/ 7226311 w 7613202" name="connsiteX15"/>
                  <a:gd fmla="*/ 917540 h 2611788" name="connsiteY15"/>
                  <a:gd fmla="*/ 7402428 w 7613202" name="connsiteX16"/>
                  <a:gd fmla="*/ 1087847 h 2611788" name="connsiteY16"/>
                  <a:gd fmla="*/ 7497488 w 7613202" name="connsiteX17"/>
                  <a:gd fmla="*/ 1654394 h 2611788" name="connsiteY17"/>
                  <a:gd fmla="*/ 7607597 w 7613202" name="connsiteX18"/>
                  <a:gd fmla="*/ 2324382 h 2611788" name="connsiteY18"/>
                  <a:gd fmla="*/ 7331562 w 7613202" name="connsiteX19"/>
                  <a:gd fmla="*/ 2607084 h 2611788" name="connsiteY19"/>
                  <a:gd fmla="*/ 6104075 w 7613202" name="connsiteX20"/>
                  <a:gd fmla="*/ 2406298 h 2611788" name="connsiteY20"/>
                  <a:gd fmla="*/ 5925387 w 7613202" name="connsiteX21"/>
                  <a:gd fmla="*/ 2255803 h 2611788" name="connsiteY21"/>
                  <a:gd fmla="*/ 5981108 w 7613202" name="connsiteX22"/>
                  <a:gd fmla="*/ 2028441 h 2611788" name="connsiteY22"/>
                  <a:gd fmla="*/ 6359060 w 7613202" name="connsiteX23"/>
                  <a:gd fmla="*/ 1651060 h 2611788" name="connsiteY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b="b" l="l" r="r" t="t"/>
                <a:pathLst>
                  <a:path h="2611788" w="7613202">
                    <a:moveTo>
                      <a:pt x="6359155" y="1651060"/>
                    </a:moveTo>
                    <a:cubicBezTo>
                      <a:pt x="6180942" y="1474371"/>
                      <a:pt x="5990537" y="1322067"/>
                      <a:pt x="5787274" y="1185383"/>
                    </a:cubicBezTo>
                    <a:cubicBezTo>
                      <a:pt x="5279401" y="843816"/>
                      <a:pt x="4723808" y="619503"/>
                      <a:pt x="4121447" y="512537"/>
                    </a:cubicBezTo>
                    <a:cubicBezTo>
                      <a:pt x="3729112" y="442814"/>
                      <a:pt x="3334110" y="427860"/>
                      <a:pt x="2936632" y="460816"/>
                    </a:cubicBezTo>
                    <a:cubicBezTo>
                      <a:pt x="2447047" y="501393"/>
                      <a:pt x="1977179" y="614645"/>
                      <a:pt x="1536266" y="834672"/>
                    </a:cubicBezTo>
                    <a:cubicBezTo>
                      <a:pt x="1130406" y="1037174"/>
                      <a:pt x="778743" y="1308256"/>
                      <a:pt x="503471" y="1672396"/>
                    </a:cubicBezTo>
                    <a:cubicBezTo>
                      <a:pt x="470990" y="1715354"/>
                      <a:pt x="442225" y="1761074"/>
                      <a:pt x="413078" y="1806413"/>
                    </a:cubicBezTo>
                    <a:cubicBezTo>
                      <a:pt x="341260" y="1918427"/>
                      <a:pt x="211339" y="1951955"/>
                      <a:pt x="103897" y="1885280"/>
                    </a:cubicBezTo>
                    <a:cubicBezTo>
                      <a:pt x="-4212" y="1818224"/>
                      <a:pt x="-31834" y="1683445"/>
                      <a:pt x="39413" y="1569050"/>
                    </a:cubicBezTo>
                    <a:cubicBezTo>
                      <a:pt x="268489" y="1201385"/>
                      <a:pt x="577575" y="912873"/>
                      <a:pt x="933905" y="672938"/>
                    </a:cubicBezTo>
                    <a:cubicBezTo>
                      <a:pt x="1372341" y="377568"/>
                      <a:pt x="1856687" y="193449"/>
                      <a:pt x="2373609" y="90865"/>
                    </a:cubicBezTo>
                    <a:cubicBezTo>
                      <a:pt x="2770992" y="11998"/>
                      <a:pt x="3172757" y="-14672"/>
                      <a:pt x="3576045" y="7521"/>
                    </a:cubicBezTo>
                    <a:cubicBezTo>
                      <a:pt x="4755526" y="72291"/>
                      <a:pt x="5783750" y="498440"/>
                      <a:pt x="6646143" y="1312065"/>
                    </a:cubicBezTo>
                    <a:cubicBezTo>
                      <a:pt x="6654144" y="1319590"/>
                      <a:pt x="6662621" y="1326448"/>
                      <a:pt x="6673575" y="1335973"/>
                    </a:cubicBezTo>
                    <a:cubicBezTo>
                      <a:pt x="6791018" y="1218435"/>
                      <a:pt x="6907509" y="1102039"/>
                      <a:pt x="7023809" y="985453"/>
                    </a:cubicBezTo>
                    <a:cubicBezTo>
                      <a:pt x="7080102" y="929065"/>
                      <a:pt x="7146206" y="901824"/>
                      <a:pt x="7226311" y="917540"/>
                    </a:cubicBezTo>
                    <a:cubicBezTo>
                      <a:pt x="7321466" y="936209"/>
                      <a:pt x="7384902" y="992692"/>
                      <a:pt x="7402428" y="1087847"/>
                    </a:cubicBezTo>
                    <a:cubicBezTo>
                      <a:pt x="7437099" y="1276156"/>
                      <a:pt x="7466436" y="1465418"/>
                      <a:pt x="7497488" y="1654394"/>
                    </a:cubicBezTo>
                    <a:cubicBezTo>
                      <a:pt x="7534159" y="1877755"/>
                      <a:pt x="7568163" y="2101498"/>
                      <a:pt x="7607597" y="2324382"/>
                    </a:cubicBezTo>
                    <a:cubicBezTo>
                      <a:pt x="7641030" y="2513073"/>
                      <a:pt x="7521872" y="2638041"/>
                      <a:pt x="7331562" y="2607084"/>
                    </a:cubicBezTo>
                    <a:cubicBezTo>
                      <a:pt x="6922368" y="2540409"/>
                      <a:pt x="6513270" y="2473258"/>
                      <a:pt x="6104075" y="2406298"/>
                    </a:cubicBezTo>
                    <a:cubicBezTo>
                      <a:pt x="6014636" y="2391629"/>
                      <a:pt x="5952724" y="2342194"/>
                      <a:pt x="5925387" y="2255803"/>
                    </a:cubicBezTo>
                    <a:cubicBezTo>
                      <a:pt x="5898240" y="2170173"/>
                      <a:pt x="5916909" y="2092735"/>
                      <a:pt x="5981108" y="2028441"/>
                    </a:cubicBezTo>
                    <a:cubicBezTo>
                      <a:pt x="6105504" y="1903854"/>
                      <a:pt x="6230282" y="1779648"/>
                      <a:pt x="6359060" y="165106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d5f2f7b-b197-4459-aef6-d4b39ae1632a" id="13" name="ComponentBackground3">
                <a:extLst>
                  <a:ext uri="{FF2B5EF4-FFF2-40B4-BE49-F238E27FC236}">
                    <a16:creationId id="{36B2C3F9-260C-2863-0E2A-E37E69381877}"/>
                  </a:ext>
                </a:extLst>
              </p:cNvPr>
              <p:cNvSpPr/>
              <p:nvPr/>
            </p:nvSpPr>
            <p:spPr>
              <a:xfrm flipV="false" flipH="false">
                <a:off x="2446899" y="3912589"/>
                <a:ext cx="3207549" cy="1644651"/>
              </a:xfrm>
              <a:custGeom>
                <a:avLst/>
                <a:gdLst>
                  <a:gd fmla="*/ 4721249 w 9082714" name="connsiteX0"/>
                  <a:gd fmla="*/ 10304 h 6856112" name="connsiteY0"/>
                  <a:gd fmla="*/ 8136702 w 9082714" name="connsiteX1"/>
                  <a:gd fmla="*/ 145848 h 6856112" name="connsiteY1"/>
                  <a:gd fmla="*/ 8729214 w 9082714" name="connsiteX2"/>
                  <a:gd fmla="*/ 422939 h 6856112" name="connsiteY2"/>
                  <a:gd fmla="*/ 9002842 w 9082714" name="connsiteX3"/>
                  <a:gd fmla="*/ 1192251 h 6856112" name="connsiteY3"/>
                  <a:gd fmla="*/ 9077348 w 9082714" name="connsiteX4"/>
                  <a:gd fmla="*/ 5214534 h 6856112" name="connsiteY4"/>
                  <a:gd fmla="*/ 9031629 w 9082714" name="connsiteX5"/>
                  <a:gd fmla="*/ 6002011 h 6856112" name="connsiteY5"/>
                  <a:gd fmla="*/ 8626075 w 9082714" name="connsiteX6"/>
                  <a:gd fmla="*/ 6658639 h 6856112" name="connsiteY6"/>
                  <a:gd fmla="*/ 7743079 w 9082714" name="connsiteX7"/>
                  <a:gd fmla="*/ 6837671 h 6856112" name="connsiteY7"/>
                  <a:gd fmla="*/ 3200712 w 9082714" name="connsiteX8"/>
                  <a:gd fmla="*/ 6855066 h 6856112" name="connsiteY8"/>
                  <a:gd fmla="*/ 1505378 w 9082714" name="connsiteX9"/>
                  <a:gd fmla="*/ 6824971 h 6856112" name="connsiteY9"/>
                  <a:gd fmla="*/ 528555 w 9082714" name="connsiteX10"/>
                  <a:gd fmla="*/ 6647864 h 6856112" name="connsiteY10"/>
                  <a:gd fmla="*/ 94677 w 9082714" name="connsiteX11"/>
                  <a:gd fmla="*/ 6310275 h 6856112" name="connsiteY11"/>
                  <a:gd fmla="*/ 4 w 9082714" name="connsiteX12"/>
                  <a:gd fmla="*/ 5920038 h 6856112" name="connsiteY12"/>
                  <a:gd fmla="*/ 76974 w 9082714" name="connsiteX13"/>
                  <a:gd fmla="*/ 1347576 h 6856112" name="connsiteY13"/>
                  <a:gd fmla="*/ 274555 w 9082714" name="connsiteX14"/>
                  <a:gd fmla="*/ 716732 h 6856112" name="connsiteY14"/>
                  <a:gd fmla="*/ 709434 w 9082714" name="connsiteX15"/>
                  <a:gd fmla="*/ 308485 h 6856112" name="connsiteY15"/>
                  <a:gd fmla="*/ 4721249 w 9082714" name="connsiteX16"/>
                  <a:gd fmla="*/ 10304 h 6856112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6856112" w="9082714">
                    <a:moveTo>
                      <a:pt x="4721249" y="10304"/>
                    </a:moveTo>
                    <a:cubicBezTo>
                      <a:pt x="4721249" y="10304"/>
                      <a:pt x="6848691" y="-55582"/>
                      <a:pt x="8136702" y="145848"/>
                    </a:cubicBezTo>
                    <a:cubicBezTo>
                      <a:pt x="8250232" y="163628"/>
                      <a:pt x="8522474" y="210657"/>
                      <a:pt x="8729214" y="422939"/>
                    </a:cubicBezTo>
                    <a:cubicBezTo>
                      <a:pt x="8972901" y="673168"/>
                      <a:pt x="8985524" y="1019069"/>
                      <a:pt x="9002842" y="1192251"/>
                    </a:cubicBezTo>
                    <a:cubicBezTo>
                      <a:pt x="9136384" y="2527214"/>
                      <a:pt x="9057413" y="3873106"/>
                      <a:pt x="9077348" y="5214534"/>
                    </a:cubicBezTo>
                    <a:cubicBezTo>
                      <a:pt x="9081274" y="5478078"/>
                      <a:pt x="9088740" y="5744701"/>
                      <a:pt x="9031629" y="6002011"/>
                    </a:cubicBezTo>
                    <a:cubicBezTo>
                      <a:pt x="8974517" y="6259320"/>
                      <a:pt x="8844438" y="6511011"/>
                      <a:pt x="8626075" y="6658639"/>
                    </a:cubicBezTo>
                    <a:cubicBezTo>
                      <a:pt x="8373384" y="6829435"/>
                      <a:pt x="8048110" y="6836516"/>
                      <a:pt x="7743079" y="6837671"/>
                    </a:cubicBezTo>
                    <a:cubicBezTo>
                      <a:pt x="6228931" y="6843443"/>
                      <a:pt x="4714860" y="6849293"/>
                      <a:pt x="3200712" y="6855066"/>
                    </a:cubicBezTo>
                    <a:cubicBezTo>
                      <a:pt x="2635370" y="6857221"/>
                      <a:pt x="2069643" y="6859376"/>
                      <a:pt x="1505378" y="6824971"/>
                    </a:cubicBezTo>
                    <a:cubicBezTo>
                      <a:pt x="1173638" y="6804728"/>
                      <a:pt x="837435" y="6770707"/>
                      <a:pt x="528555" y="6647864"/>
                    </a:cubicBezTo>
                    <a:cubicBezTo>
                      <a:pt x="354758" y="6578744"/>
                      <a:pt x="184347" y="6474451"/>
                      <a:pt x="94677" y="6310275"/>
                    </a:cubicBezTo>
                    <a:cubicBezTo>
                      <a:pt x="3160" y="6142942"/>
                      <a:pt x="-149" y="5979997"/>
                      <a:pt x="4" y="5920038"/>
                    </a:cubicBezTo>
                    <a:cubicBezTo>
                      <a:pt x="9549" y="2159375"/>
                      <a:pt x="32024" y="1888827"/>
                      <a:pt x="76974" y="1347576"/>
                    </a:cubicBezTo>
                    <a:cubicBezTo>
                      <a:pt x="86134" y="1237278"/>
                      <a:pt x="107146" y="976736"/>
                      <a:pt x="274555" y="716732"/>
                    </a:cubicBezTo>
                    <a:cubicBezTo>
                      <a:pt x="274555" y="716732"/>
                      <a:pt x="429572" y="476125"/>
                      <a:pt x="709434" y="308485"/>
                    </a:cubicBezTo>
                    <a:cubicBezTo>
                      <a:pt x="1376915" y="-91296"/>
                      <a:pt x="3369892" y="52176"/>
                      <a:pt x="4721249" y="10304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4060686-a39d-4051-b8a4-53591f8372f7" id="14" name="Bullet3">
                <a:extLst>
                  <a:ext uri="{FF2B5EF4-FFF2-40B4-BE49-F238E27FC236}">
                    <a16:creationId id="{AE68C186-7D9F-135B-A6EF-058B75C1BF4D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2618304" y="4099310"/>
                <a:ext cx="2945108" cy="521955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清洁时间</a:t>
                </a:r>
              </a:p>
            </p:txBody>
          </p:sp>
          <p:sp>
            <p:nvSpPr>
              <p:cNvPr descr="4f5a7ed4-4246-492c-a575-cc620888559e" id="15" name="Text3">
                <a:extLst>
                  <a:ext uri="{FF2B5EF4-FFF2-40B4-BE49-F238E27FC236}">
                    <a16:creationId id="{6AFB9502-1411-BD38-9206-973F82F3C088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2618304" y="4621265"/>
                <a:ext cx="2945108" cy="811813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建议清洁时间不少于5分钟，确保彻底清除污垢。</a:t>
                </a:r>
              </a:p>
            </p:txBody>
          </p:sp>
          <p:sp>
            <p:nvSpPr>
              <p:cNvPr descr="3ecaa668-e073-4544-8376-666b54de4264" id="45" name="Icon3">
                <a:extLst>
                  <a:ext uri="{FF2B5EF4-FFF2-40B4-BE49-F238E27FC236}">
                    <a16:creationId id="{B7C6C144-C431-9D3C-A780-F6E88E1DB090}"/>
                  </a:ext>
                </a:extLst>
              </p:cNvPr>
              <p:cNvSpPr/>
              <p:nvPr/>
            </p:nvSpPr>
            <p:spPr>
              <a:xfrm flipV="false" flipH="false">
                <a:off x="1699353" y="4866845"/>
                <a:ext cx="380439" cy="368817"/>
              </a:xfrm>
              <a:custGeom>
                <a:avLst/>
                <a:gdLst>
                  <a:gd fmla="*/ 88862 h 440259" name="T0"/>
                  <a:gd fmla="*/ 88862 h 440259" name="T1"/>
                  <a:gd fmla="*/ 278945 h 440259" name="T2"/>
                  <a:gd fmla="*/ 278945 h 440259" name="T3"/>
                  <a:gd fmla="*/ 278945 h 440259" name="T4"/>
                  <a:gd fmla="*/ 278945 h 440259" name="T5"/>
                  <a:gd fmla="*/ 278945 h 440259" name="T6"/>
                  <a:gd fmla="*/ 278945 h 440259" name="T7"/>
                  <a:gd fmla="*/ 278945 h 440259" name="T8"/>
                  <a:gd fmla="*/ 278945 h 440259" name="T9"/>
                  <a:gd fmla="*/ 278945 h 440259" name="T10"/>
                  <a:gd fmla="*/ 278945 h 440259" name="T11"/>
                  <a:gd fmla="*/ 278945 h 440259" name="T12"/>
                  <a:gd fmla="*/ 278945 h 440259" name="T13"/>
                  <a:gd fmla="*/ 278945 h 440259" name="T14"/>
                  <a:gd fmla="*/ 278945 h 440259" name="T15"/>
                  <a:gd fmla="*/ 88862 h 440259" name="T16"/>
                  <a:gd fmla="*/ 88862 h 440259" name="T17"/>
                  <a:gd fmla="*/ 278945 h 440259" name="T18"/>
                  <a:gd fmla="*/ 278945 h 440259" name="T19"/>
                  <a:gd fmla="*/ 278945 h 440259" name="T20"/>
                  <a:gd fmla="*/ 278945 h 440259" name="T21"/>
                  <a:gd fmla="*/ 278945 h 440259" name="T22"/>
                  <a:gd fmla="*/ 278945 h 440259" name="T23"/>
                  <a:gd fmla="*/ 278945 h 440259" name="T24"/>
                  <a:gd fmla="*/ 278945 h 440259" name="T25"/>
                  <a:gd fmla="*/ 278945 h 440259" name="T26"/>
                  <a:gd fmla="*/ 278945 h 440259" name="T27"/>
                  <a:gd fmla="*/ 88862 h 440259" name="T28"/>
                  <a:gd fmla="*/ 88862 h 440259" name="T29"/>
                  <a:gd fmla="*/ 278945 h 440259" name="T30"/>
                  <a:gd fmla="*/ 278945 h 440259" name="T31"/>
                  <a:gd fmla="*/ 278945 h 440259" name="T32"/>
                  <a:gd fmla="*/ 278945 h 440259" name="T33"/>
                  <a:gd fmla="*/ 278945 h 440259" name="T34"/>
                  <a:gd fmla="*/ 278945 h 440259" name="T35"/>
                  <a:gd fmla="*/ 278945 h 440259" name="T36"/>
                  <a:gd fmla="*/ 278945 h 440259" name="T37"/>
                  <a:gd fmla="*/ 278945 h 440259" name="T38"/>
                  <a:gd fmla="*/ 278945 h 440259" name="T39"/>
                  <a:gd fmla="*/ 88862 h 440259" name="T40"/>
                  <a:gd fmla="*/ 88862 h 440259" name="T41"/>
                  <a:gd fmla="*/ 278945 h 440259" name="T42"/>
                  <a:gd fmla="*/ 278945 h 440259" name="T43"/>
                  <a:gd fmla="*/ 278945 h 440259" name="T44"/>
                  <a:gd fmla="*/ 278945 h 440259" name="T45"/>
                  <a:gd fmla="*/ 278945 h 440259" name="T46"/>
                  <a:gd fmla="*/ 278945 h 440259" name="T47"/>
                  <a:gd fmla="*/ 278945 h 440259" name="T48"/>
                  <a:gd fmla="*/ 278945 h 440259" name="T49"/>
                  <a:gd fmla="*/ 88862 h 440259" name="T50"/>
                  <a:gd fmla="*/ 88862 h 440259" name="T51"/>
                  <a:gd fmla="*/ 278945 h 440259" name="T52"/>
                  <a:gd fmla="*/ 278945 h 440259" name="T53"/>
                  <a:gd fmla="*/ 278945 h 440259" name="T54"/>
                  <a:gd fmla="*/ 278945 h 440259" name="T55"/>
                  <a:gd fmla="*/ 278945 h 440259" name="T56"/>
                  <a:gd fmla="*/ 278945 h 440259" name="T57"/>
                  <a:gd fmla="*/ 278945 h 440259" name="T58"/>
                  <a:gd fmla="*/ 278945 h 440259" name="T59"/>
                  <a:gd fmla="*/ 278945 h 440259" name="T60"/>
                  <a:gd fmla="*/ 278945 h 440259" name="T61"/>
                  <a:gd fmla="*/ 88862 h 440259" name="T62"/>
                  <a:gd fmla="*/ 88862 h 440259" name="T63"/>
                  <a:gd fmla="*/ 278945 h 440259" name="T64"/>
                  <a:gd fmla="*/ 278945 h 440259" name="T65"/>
                  <a:gd fmla="*/ 278945 h 440259" name="T66"/>
                  <a:gd fmla="*/ 278945 h 440259" name="T67"/>
                  <a:gd fmla="*/ 278945 h 440259" name="T68"/>
                  <a:gd fmla="*/ 278945 h 440259" name="T69"/>
                  <a:gd fmla="*/ 278945 h 440259" name="T70"/>
                  <a:gd fmla="*/ 278945 h 440259" name="T71"/>
                  <a:gd fmla="*/ 278945 h 440259" name="T72"/>
                  <a:gd fmla="*/ 278945 h 440259" name="T73"/>
                  <a:gd fmla="*/ 88862 h 440259" name="T74"/>
                  <a:gd fmla="*/ 88862 h 440259" name="T75"/>
                  <a:gd fmla="*/ 278945 h 440259" name="T76"/>
                  <a:gd fmla="*/ 278945 h 440259" name="T77"/>
                  <a:gd fmla="*/ 278945 h 440259" name="T78"/>
                  <a:gd fmla="*/ 278945 h 440259" name="T79"/>
                  <a:gd fmla="*/ 278945 h 440259" name="T80"/>
                  <a:gd fmla="*/ 278945 h 440259" name="T81"/>
                  <a:gd fmla="*/ 278945 h 440259" name="T82"/>
                  <a:gd fmla="*/ 278945 h 440259" name="T83"/>
                  <a:gd fmla="*/ 278945 h 440259" name="T84"/>
                  <a:gd fmla="*/ 278945 h 440259" name="T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b="b" l="0" r="r" t="0"/>
                <a:pathLst>
                  <a:path h="5781" w="5954">
                    <a:moveTo>
                      <a:pt x="3474" y="348"/>
                    </a:moveTo>
                    <a:cubicBezTo>
                      <a:pt x="2033" y="0"/>
                      <a:pt x="394" y="636"/>
                      <a:pt x="155" y="2164"/>
                    </a:cubicBezTo>
                    <a:cubicBezTo>
                      <a:pt x="138" y="2177"/>
                      <a:pt x="124" y="2195"/>
                      <a:pt x="118" y="2220"/>
                    </a:cubicBezTo>
                    <a:cubicBezTo>
                      <a:pt x="0" y="2712"/>
                      <a:pt x="225" y="3135"/>
                      <a:pt x="739" y="3274"/>
                    </a:cubicBezTo>
                    <a:cubicBezTo>
                      <a:pt x="1128" y="3380"/>
                      <a:pt x="1588" y="3067"/>
                      <a:pt x="1852" y="3360"/>
                    </a:cubicBezTo>
                    <a:cubicBezTo>
                      <a:pt x="2111" y="3649"/>
                      <a:pt x="1670" y="3888"/>
                      <a:pt x="1793" y="4315"/>
                    </a:cubicBezTo>
                    <a:cubicBezTo>
                      <a:pt x="2215" y="5781"/>
                      <a:pt x="4508" y="4374"/>
                      <a:pt x="4989" y="3699"/>
                    </a:cubicBezTo>
                    <a:cubicBezTo>
                      <a:pt x="5954" y="2345"/>
                      <a:pt x="4951" y="704"/>
                      <a:pt x="3474" y="348"/>
                    </a:cubicBezTo>
                    <a:close/>
                    <a:moveTo>
                      <a:pt x="1379" y="2111"/>
                    </a:moveTo>
                    <a:cubicBezTo>
                      <a:pt x="1252" y="2232"/>
                      <a:pt x="1050" y="2176"/>
                      <a:pt x="988" y="2018"/>
                    </a:cubicBezTo>
                    <a:cubicBezTo>
                      <a:pt x="926" y="1862"/>
                      <a:pt x="1014" y="1699"/>
                      <a:pt x="1168" y="1647"/>
                    </a:cubicBezTo>
                    <a:cubicBezTo>
                      <a:pt x="1234" y="1625"/>
                      <a:pt x="1296" y="1630"/>
                      <a:pt x="1355" y="1645"/>
                    </a:cubicBezTo>
                    <a:cubicBezTo>
                      <a:pt x="1354" y="1663"/>
                      <a:pt x="1356" y="1681"/>
                      <a:pt x="1362" y="1701"/>
                    </a:cubicBezTo>
                    <a:cubicBezTo>
                      <a:pt x="1408" y="1840"/>
                      <a:pt x="1514" y="1983"/>
                      <a:pt x="1379" y="2111"/>
                    </a:cubicBezTo>
                    <a:close/>
                    <a:moveTo>
                      <a:pt x="2054" y="1471"/>
                    </a:moveTo>
                    <a:cubicBezTo>
                      <a:pt x="1969" y="1442"/>
                      <a:pt x="1848" y="1373"/>
                      <a:pt x="1795" y="1300"/>
                    </a:cubicBezTo>
                    <a:cubicBezTo>
                      <a:pt x="1723" y="1202"/>
                      <a:pt x="1786" y="1098"/>
                      <a:pt x="1861" y="1020"/>
                    </a:cubicBezTo>
                    <a:cubicBezTo>
                      <a:pt x="1989" y="887"/>
                      <a:pt x="2171" y="889"/>
                      <a:pt x="2282" y="1010"/>
                    </a:cubicBezTo>
                    <a:cubicBezTo>
                      <a:pt x="2252" y="1033"/>
                      <a:pt x="2231" y="1068"/>
                      <a:pt x="2234" y="1117"/>
                    </a:cubicBezTo>
                    <a:cubicBezTo>
                      <a:pt x="2245" y="1267"/>
                      <a:pt x="2295" y="1554"/>
                      <a:pt x="2054" y="1471"/>
                    </a:cubicBezTo>
                    <a:close/>
                    <a:moveTo>
                      <a:pt x="3057" y="4239"/>
                    </a:moveTo>
                    <a:cubicBezTo>
                      <a:pt x="2946" y="4260"/>
                      <a:pt x="2849" y="4235"/>
                      <a:pt x="2753" y="4205"/>
                    </a:cubicBezTo>
                    <a:cubicBezTo>
                      <a:pt x="2707" y="4052"/>
                      <a:pt x="2712" y="3859"/>
                      <a:pt x="2780" y="3773"/>
                    </a:cubicBezTo>
                    <a:cubicBezTo>
                      <a:pt x="2908" y="3611"/>
                      <a:pt x="3135" y="3660"/>
                      <a:pt x="3243" y="3812"/>
                    </a:cubicBezTo>
                    <a:cubicBezTo>
                      <a:pt x="3384" y="4009"/>
                      <a:pt x="3281" y="4197"/>
                      <a:pt x="3057" y="4239"/>
                    </a:cubicBezTo>
                    <a:close/>
                    <a:moveTo>
                      <a:pt x="3034" y="1498"/>
                    </a:moveTo>
                    <a:cubicBezTo>
                      <a:pt x="2829" y="1478"/>
                      <a:pt x="2723" y="1261"/>
                      <a:pt x="2820" y="1086"/>
                    </a:cubicBezTo>
                    <a:cubicBezTo>
                      <a:pt x="2924" y="899"/>
                      <a:pt x="3193" y="877"/>
                      <a:pt x="3322" y="1054"/>
                    </a:cubicBezTo>
                    <a:cubicBezTo>
                      <a:pt x="3330" y="1065"/>
                      <a:pt x="3335" y="1077"/>
                      <a:pt x="3342" y="1089"/>
                    </a:cubicBezTo>
                    <a:cubicBezTo>
                      <a:pt x="3342" y="1090"/>
                      <a:pt x="3341" y="1090"/>
                      <a:pt x="3341" y="1091"/>
                    </a:cubicBezTo>
                    <a:cubicBezTo>
                      <a:pt x="3359" y="1264"/>
                      <a:pt x="3240" y="1517"/>
                      <a:pt x="3034" y="1498"/>
                    </a:cubicBezTo>
                    <a:close/>
                    <a:moveTo>
                      <a:pt x="3799" y="1854"/>
                    </a:moveTo>
                    <a:cubicBezTo>
                      <a:pt x="3680" y="1642"/>
                      <a:pt x="3878" y="1458"/>
                      <a:pt x="4087" y="1460"/>
                    </a:cubicBezTo>
                    <a:cubicBezTo>
                      <a:pt x="4280" y="1461"/>
                      <a:pt x="4537" y="1598"/>
                      <a:pt x="4556" y="1812"/>
                    </a:cubicBezTo>
                    <a:cubicBezTo>
                      <a:pt x="4563" y="1886"/>
                      <a:pt x="4543" y="1946"/>
                      <a:pt x="4509" y="1996"/>
                    </a:cubicBezTo>
                    <a:cubicBezTo>
                      <a:pt x="4482" y="1986"/>
                      <a:pt x="4452" y="1979"/>
                      <a:pt x="4421" y="1984"/>
                    </a:cubicBezTo>
                    <a:cubicBezTo>
                      <a:pt x="4211" y="2017"/>
                      <a:pt x="3930" y="2088"/>
                      <a:pt x="3799" y="1854"/>
                    </a:cubicBezTo>
                    <a:close/>
                    <a:moveTo>
                      <a:pt x="4476" y="3184"/>
                    </a:moveTo>
                    <a:cubicBezTo>
                      <a:pt x="4476" y="3187"/>
                      <a:pt x="4476" y="3189"/>
                      <a:pt x="4476" y="3191"/>
                    </a:cubicBezTo>
                    <a:cubicBezTo>
                      <a:pt x="4379" y="3210"/>
                      <a:pt x="4282" y="3216"/>
                      <a:pt x="4189" y="3180"/>
                    </a:cubicBezTo>
                    <a:cubicBezTo>
                      <a:pt x="3990" y="3104"/>
                      <a:pt x="3930" y="2784"/>
                      <a:pt x="4085" y="2633"/>
                    </a:cubicBezTo>
                    <a:cubicBezTo>
                      <a:pt x="4197" y="2522"/>
                      <a:pt x="4404" y="2555"/>
                      <a:pt x="4497" y="2671"/>
                    </a:cubicBezTo>
                    <a:cubicBezTo>
                      <a:pt x="4634" y="2843"/>
                      <a:pt x="4528" y="3008"/>
                      <a:pt x="4476" y="318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</a:p>
            </p:txBody>
          </p:sp>
        </p:grpSp>
        <p:grpSp>
          <p:nvGrpSpPr>
            <p:cNvPr descr="726d51ad-2c02-4528-9bf7-02828e0ed130" id="8" name="组合 7">
              <a:extLst>
                <a:ext uri="{FF2B5EF4-FFF2-40B4-BE49-F238E27FC236}">
                  <a16:creationId id="{37E01305-03C6-3A40-2BBD-17D99A0C2808}"/>
                </a:ext>
              </a:extLst>
            </p:cNvPr>
            <p:cNvGrpSpPr/>
            <p:nvPr/>
          </p:nvGrpSpPr>
          <p:grpSpPr>
            <a:xfrm>
              <a:off x="6246817" y="4006105"/>
              <a:ext cx="3977967" cy="1644651"/>
              <a:chOff x="6246817" y="4006105"/>
              <a:chExt cx="3977967" cy="1644651"/>
            </a:xfrm>
          </p:grpSpPr>
          <p:sp>
            <p:nvSpPr>
              <p:cNvPr descr="04642a90-d235-49cb-abf2-2ec5b9355c8e" id="27" name="Shape4">
                <a:extLst>
                  <a:ext uri="{FF2B5EF4-FFF2-40B4-BE49-F238E27FC236}">
                    <a16:creationId id="{97C10970-0B16-912C-1015-113531319239}"/>
                  </a:ext>
                </a:extLst>
              </p:cNvPr>
              <p:cNvSpPr/>
              <p:nvPr/>
            </p:nvSpPr>
            <p:spPr>
              <a:xfrm flipH="true" flipV="true" rot="21351842">
                <a:off x="6246817" y="5219098"/>
                <a:ext cx="866054" cy="297110"/>
              </a:xfrm>
              <a:custGeom>
                <a:avLst/>
                <a:gdLst>
                  <a:gd fmla="*/ 6359155 w 7613202" name="connsiteX0"/>
                  <a:gd fmla="*/ 1651060 h 2611788" name="connsiteY0"/>
                  <a:gd fmla="*/ 5787274 w 7613202" name="connsiteX1"/>
                  <a:gd fmla="*/ 1185383 h 2611788" name="connsiteY1"/>
                  <a:gd fmla="*/ 4121447 w 7613202" name="connsiteX2"/>
                  <a:gd fmla="*/ 512537 h 2611788" name="connsiteY2"/>
                  <a:gd fmla="*/ 2936632 w 7613202" name="connsiteX3"/>
                  <a:gd fmla="*/ 460816 h 2611788" name="connsiteY3"/>
                  <a:gd fmla="*/ 1536266 w 7613202" name="connsiteX4"/>
                  <a:gd fmla="*/ 834672 h 2611788" name="connsiteY4"/>
                  <a:gd fmla="*/ 503471 w 7613202" name="connsiteX5"/>
                  <a:gd fmla="*/ 1672396 h 2611788" name="connsiteY5"/>
                  <a:gd fmla="*/ 413078 w 7613202" name="connsiteX6"/>
                  <a:gd fmla="*/ 1806413 h 2611788" name="connsiteY6"/>
                  <a:gd fmla="*/ 103897 w 7613202" name="connsiteX7"/>
                  <a:gd fmla="*/ 1885280 h 2611788" name="connsiteY7"/>
                  <a:gd fmla="*/ 39413 w 7613202" name="connsiteX8"/>
                  <a:gd fmla="*/ 1569050 h 2611788" name="connsiteY8"/>
                  <a:gd fmla="*/ 933905 w 7613202" name="connsiteX9"/>
                  <a:gd fmla="*/ 672938 h 2611788" name="connsiteY9"/>
                  <a:gd fmla="*/ 2373609 w 7613202" name="connsiteX10"/>
                  <a:gd fmla="*/ 90865 h 2611788" name="connsiteY10"/>
                  <a:gd fmla="*/ 3576045 w 7613202" name="connsiteX11"/>
                  <a:gd fmla="*/ 7521 h 2611788" name="connsiteY11"/>
                  <a:gd fmla="*/ 6646143 w 7613202" name="connsiteX12"/>
                  <a:gd fmla="*/ 1312065 h 2611788" name="connsiteY12"/>
                  <a:gd fmla="*/ 6673575 w 7613202" name="connsiteX13"/>
                  <a:gd fmla="*/ 1335973 h 2611788" name="connsiteY13"/>
                  <a:gd fmla="*/ 7023809 w 7613202" name="connsiteX14"/>
                  <a:gd fmla="*/ 985453 h 2611788" name="connsiteY14"/>
                  <a:gd fmla="*/ 7226311 w 7613202" name="connsiteX15"/>
                  <a:gd fmla="*/ 917540 h 2611788" name="connsiteY15"/>
                  <a:gd fmla="*/ 7402428 w 7613202" name="connsiteX16"/>
                  <a:gd fmla="*/ 1087847 h 2611788" name="connsiteY16"/>
                  <a:gd fmla="*/ 7497488 w 7613202" name="connsiteX17"/>
                  <a:gd fmla="*/ 1654394 h 2611788" name="connsiteY17"/>
                  <a:gd fmla="*/ 7607597 w 7613202" name="connsiteX18"/>
                  <a:gd fmla="*/ 2324382 h 2611788" name="connsiteY18"/>
                  <a:gd fmla="*/ 7331562 w 7613202" name="connsiteX19"/>
                  <a:gd fmla="*/ 2607084 h 2611788" name="connsiteY19"/>
                  <a:gd fmla="*/ 6104075 w 7613202" name="connsiteX20"/>
                  <a:gd fmla="*/ 2406298 h 2611788" name="connsiteY20"/>
                  <a:gd fmla="*/ 5925387 w 7613202" name="connsiteX21"/>
                  <a:gd fmla="*/ 2255803 h 2611788" name="connsiteY21"/>
                  <a:gd fmla="*/ 5981108 w 7613202" name="connsiteX22"/>
                  <a:gd fmla="*/ 2028441 h 2611788" name="connsiteY22"/>
                  <a:gd fmla="*/ 6359060 w 7613202" name="connsiteX23"/>
                  <a:gd fmla="*/ 1651060 h 2611788" name="connsiteY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b="b" l="l" r="r" t="t"/>
                <a:pathLst>
                  <a:path h="2611788" w="7613202">
                    <a:moveTo>
                      <a:pt x="6359155" y="1651060"/>
                    </a:moveTo>
                    <a:cubicBezTo>
                      <a:pt x="6180942" y="1474371"/>
                      <a:pt x="5990537" y="1322067"/>
                      <a:pt x="5787274" y="1185383"/>
                    </a:cubicBezTo>
                    <a:cubicBezTo>
                      <a:pt x="5279401" y="843816"/>
                      <a:pt x="4723808" y="619503"/>
                      <a:pt x="4121447" y="512537"/>
                    </a:cubicBezTo>
                    <a:cubicBezTo>
                      <a:pt x="3729112" y="442814"/>
                      <a:pt x="3334110" y="427860"/>
                      <a:pt x="2936632" y="460816"/>
                    </a:cubicBezTo>
                    <a:cubicBezTo>
                      <a:pt x="2447047" y="501393"/>
                      <a:pt x="1977179" y="614645"/>
                      <a:pt x="1536266" y="834672"/>
                    </a:cubicBezTo>
                    <a:cubicBezTo>
                      <a:pt x="1130406" y="1037174"/>
                      <a:pt x="778743" y="1308256"/>
                      <a:pt x="503471" y="1672396"/>
                    </a:cubicBezTo>
                    <a:cubicBezTo>
                      <a:pt x="470990" y="1715354"/>
                      <a:pt x="442225" y="1761074"/>
                      <a:pt x="413078" y="1806413"/>
                    </a:cubicBezTo>
                    <a:cubicBezTo>
                      <a:pt x="341260" y="1918427"/>
                      <a:pt x="211339" y="1951955"/>
                      <a:pt x="103897" y="1885280"/>
                    </a:cubicBezTo>
                    <a:cubicBezTo>
                      <a:pt x="-4212" y="1818224"/>
                      <a:pt x="-31834" y="1683445"/>
                      <a:pt x="39413" y="1569050"/>
                    </a:cubicBezTo>
                    <a:cubicBezTo>
                      <a:pt x="268489" y="1201385"/>
                      <a:pt x="577575" y="912873"/>
                      <a:pt x="933905" y="672938"/>
                    </a:cubicBezTo>
                    <a:cubicBezTo>
                      <a:pt x="1372341" y="377568"/>
                      <a:pt x="1856687" y="193449"/>
                      <a:pt x="2373609" y="90865"/>
                    </a:cubicBezTo>
                    <a:cubicBezTo>
                      <a:pt x="2770992" y="11998"/>
                      <a:pt x="3172757" y="-14672"/>
                      <a:pt x="3576045" y="7521"/>
                    </a:cubicBezTo>
                    <a:cubicBezTo>
                      <a:pt x="4755526" y="72291"/>
                      <a:pt x="5783750" y="498440"/>
                      <a:pt x="6646143" y="1312065"/>
                    </a:cubicBezTo>
                    <a:cubicBezTo>
                      <a:pt x="6654144" y="1319590"/>
                      <a:pt x="6662621" y="1326448"/>
                      <a:pt x="6673575" y="1335973"/>
                    </a:cubicBezTo>
                    <a:cubicBezTo>
                      <a:pt x="6791018" y="1218435"/>
                      <a:pt x="6907509" y="1102039"/>
                      <a:pt x="7023809" y="985453"/>
                    </a:cubicBezTo>
                    <a:cubicBezTo>
                      <a:pt x="7080102" y="929065"/>
                      <a:pt x="7146206" y="901824"/>
                      <a:pt x="7226311" y="917540"/>
                    </a:cubicBezTo>
                    <a:cubicBezTo>
                      <a:pt x="7321466" y="936209"/>
                      <a:pt x="7384902" y="992692"/>
                      <a:pt x="7402428" y="1087847"/>
                    </a:cubicBezTo>
                    <a:cubicBezTo>
                      <a:pt x="7437099" y="1276156"/>
                      <a:pt x="7466436" y="1465418"/>
                      <a:pt x="7497488" y="1654394"/>
                    </a:cubicBezTo>
                    <a:cubicBezTo>
                      <a:pt x="7534159" y="1877755"/>
                      <a:pt x="7568163" y="2101498"/>
                      <a:pt x="7607597" y="2324382"/>
                    </a:cubicBezTo>
                    <a:cubicBezTo>
                      <a:pt x="7641030" y="2513073"/>
                      <a:pt x="7521872" y="2638041"/>
                      <a:pt x="7331562" y="2607084"/>
                    </a:cubicBezTo>
                    <a:cubicBezTo>
                      <a:pt x="6922368" y="2540409"/>
                      <a:pt x="6513270" y="2473258"/>
                      <a:pt x="6104075" y="2406298"/>
                    </a:cubicBezTo>
                    <a:cubicBezTo>
                      <a:pt x="6014636" y="2391629"/>
                      <a:pt x="5952724" y="2342194"/>
                      <a:pt x="5925387" y="2255803"/>
                    </a:cubicBezTo>
                    <a:cubicBezTo>
                      <a:pt x="5898240" y="2170173"/>
                      <a:pt x="5916909" y="2092735"/>
                      <a:pt x="5981108" y="2028441"/>
                    </a:cubicBezTo>
                    <a:cubicBezTo>
                      <a:pt x="6105504" y="1903854"/>
                      <a:pt x="6230282" y="1779648"/>
                      <a:pt x="6359060" y="1651060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ff0a671-ba96-4871-8b03-07daba76bdab" id="22" name="ComponentBackground4">
                <a:extLst>
                  <a:ext uri="{FF2B5EF4-FFF2-40B4-BE49-F238E27FC236}">
                    <a16:creationId id="{3FBE210A-0DB3-1593-51E8-164D2EE2045A}"/>
                  </a:ext>
                </a:extLst>
              </p:cNvPr>
              <p:cNvSpPr/>
              <p:nvPr/>
            </p:nvSpPr>
            <p:spPr>
              <a:xfrm flipV="false" flipH="false">
                <a:off x="7017235" y="4006105"/>
                <a:ext cx="3207549" cy="1644651"/>
              </a:xfrm>
              <a:custGeom>
                <a:avLst/>
                <a:gdLst>
                  <a:gd fmla="*/ 4721249 w 9082714" name="connsiteX0"/>
                  <a:gd fmla="*/ 10304 h 6856112" name="connsiteY0"/>
                  <a:gd fmla="*/ 8136702 w 9082714" name="connsiteX1"/>
                  <a:gd fmla="*/ 145848 h 6856112" name="connsiteY1"/>
                  <a:gd fmla="*/ 8729214 w 9082714" name="connsiteX2"/>
                  <a:gd fmla="*/ 422939 h 6856112" name="connsiteY2"/>
                  <a:gd fmla="*/ 9002842 w 9082714" name="connsiteX3"/>
                  <a:gd fmla="*/ 1192251 h 6856112" name="connsiteY3"/>
                  <a:gd fmla="*/ 9077348 w 9082714" name="connsiteX4"/>
                  <a:gd fmla="*/ 5214534 h 6856112" name="connsiteY4"/>
                  <a:gd fmla="*/ 9031629 w 9082714" name="connsiteX5"/>
                  <a:gd fmla="*/ 6002011 h 6856112" name="connsiteY5"/>
                  <a:gd fmla="*/ 8626075 w 9082714" name="connsiteX6"/>
                  <a:gd fmla="*/ 6658639 h 6856112" name="connsiteY6"/>
                  <a:gd fmla="*/ 7743079 w 9082714" name="connsiteX7"/>
                  <a:gd fmla="*/ 6837671 h 6856112" name="connsiteY7"/>
                  <a:gd fmla="*/ 3200712 w 9082714" name="connsiteX8"/>
                  <a:gd fmla="*/ 6855066 h 6856112" name="connsiteY8"/>
                  <a:gd fmla="*/ 1505378 w 9082714" name="connsiteX9"/>
                  <a:gd fmla="*/ 6824971 h 6856112" name="connsiteY9"/>
                  <a:gd fmla="*/ 528555 w 9082714" name="connsiteX10"/>
                  <a:gd fmla="*/ 6647864 h 6856112" name="connsiteY10"/>
                  <a:gd fmla="*/ 94677 w 9082714" name="connsiteX11"/>
                  <a:gd fmla="*/ 6310275 h 6856112" name="connsiteY11"/>
                  <a:gd fmla="*/ 4 w 9082714" name="connsiteX12"/>
                  <a:gd fmla="*/ 5920038 h 6856112" name="connsiteY12"/>
                  <a:gd fmla="*/ 76974 w 9082714" name="connsiteX13"/>
                  <a:gd fmla="*/ 1347576 h 6856112" name="connsiteY13"/>
                  <a:gd fmla="*/ 274555 w 9082714" name="connsiteX14"/>
                  <a:gd fmla="*/ 716732 h 6856112" name="connsiteY14"/>
                  <a:gd fmla="*/ 709434 w 9082714" name="connsiteX15"/>
                  <a:gd fmla="*/ 308485 h 6856112" name="connsiteY15"/>
                  <a:gd fmla="*/ 4721249 w 9082714" name="connsiteX16"/>
                  <a:gd fmla="*/ 10304 h 6856112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6856112" w="9082714">
                    <a:moveTo>
                      <a:pt x="4721249" y="10304"/>
                    </a:moveTo>
                    <a:cubicBezTo>
                      <a:pt x="4721249" y="10304"/>
                      <a:pt x="6848691" y="-55582"/>
                      <a:pt x="8136702" y="145848"/>
                    </a:cubicBezTo>
                    <a:cubicBezTo>
                      <a:pt x="8250232" y="163628"/>
                      <a:pt x="8522474" y="210657"/>
                      <a:pt x="8729214" y="422939"/>
                    </a:cubicBezTo>
                    <a:cubicBezTo>
                      <a:pt x="8972901" y="673168"/>
                      <a:pt x="8985524" y="1019069"/>
                      <a:pt x="9002842" y="1192251"/>
                    </a:cubicBezTo>
                    <a:cubicBezTo>
                      <a:pt x="9136384" y="2527214"/>
                      <a:pt x="9057413" y="3873106"/>
                      <a:pt x="9077348" y="5214534"/>
                    </a:cubicBezTo>
                    <a:cubicBezTo>
                      <a:pt x="9081274" y="5478078"/>
                      <a:pt x="9088740" y="5744701"/>
                      <a:pt x="9031629" y="6002011"/>
                    </a:cubicBezTo>
                    <a:cubicBezTo>
                      <a:pt x="8974517" y="6259320"/>
                      <a:pt x="8844438" y="6511011"/>
                      <a:pt x="8626075" y="6658639"/>
                    </a:cubicBezTo>
                    <a:cubicBezTo>
                      <a:pt x="8373384" y="6829435"/>
                      <a:pt x="8048110" y="6836516"/>
                      <a:pt x="7743079" y="6837671"/>
                    </a:cubicBezTo>
                    <a:cubicBezTo>
                      <a:pt x="6228931" y="6843443"/>
                      <a:pt x="4714860" y="6849293"/>
                      <a:pt x="3200712" y="6855066"/>
                    </a:cubicBezTo>
                    <a:cubicBezTo>
                      <a:pt x="2635370" y="6857221"/>
                      <a:pt x="2069643" y="6859376"/>
                      <a:pt x="1505378" y="6824971"/>
                    </a:cubicBezTo>
                    <a:cubicBezTo>
                      <a:pt x="1173638" y="6804728"/>
                      <a:pt x="837435" y="6770707"/>
                      <a:pt x="528555" y="6647864"/>
                    </a:cubicBezTo>
                    <a:cubicBezTo>
                      <a:pt x="354758" y="6578744"/>
                      <a:pt x="184347" y="6474451"/>
                      <a:pt x="94677" y="6310275"/>
                    </a:cubicBezTo>
                    <a:cubicBezTo>
                      <a:pt x="3160" y="6142942"/>
                      <a:pt x="-149" y="5979997"/>
                      <a:pt x="4" y="5920038"/>
                    </a:cubicBezTo>
                    <a:cubicBezTo>
                      <a:pt x="9549" y="2159375"/>
                      <a:pt x="32024" y="1888827"/>
                      <a:pt x="76974" y="1347576"/>
                    </a:cubicBezTo>
                    <a:cubicBezTo>
                      <a:pt x="86134" y="1237278"/>
                      <a:pt x="107146" y="976736"/>
                      <a:pt x="274555" y="716732"/>
                    </a:cubicBezTo>
                    <a:cubicBezTo>
                      <a:pt x="274555" y="716732"/>
                      <a:pt x="429572" y="476125"/>
                      <a:pt x="709434" y="308485"/>
                    </a:cubicBezTo>
                    <a:cubicBezTo>
                      <a:pt x="1376915" y="-91296"/>
                      <a:pt x="3369892" y="52176"/>
                      <a:pt x="4721249" y="10304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edf214a-bf4a-4221-939a-35c77b73d698" id="23" name="Bullet4">
                <a:extLst>
                  <a:ext uri="{FF2B5EF4-FFF2-40B4-BE49-F238E27FC236}">
                    <a16:creationId id="{1B1F54E4-8477-006D-E54A-C0FC921D2CEE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7112685" y="4156200"/>
                <a:ext cx="2945108" cy="521955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软毛刷辅助</a:t>
                </a:r>
              </a:p>
            </p:txBody>
          </p:sp>
          <p:sp>
            <p:nvSpPr>
              <p:cNvPr descr="f305f5b8-75e9-42f5-96b2-19a8211689e6" id="24" name="Text4">
                <a:extLst>
                  <a:ext uri="{FF2B5EF4-FFF2-40B4-BE49-F238E27FC236}">
                    <a16:creationId id="{5D1791E1-42DF-4EC4-FF23-DBB978A48B42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7112685" y="4678155"/>
                <a:ext cx="2945108" cy="811813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使用软毛刷轻轻刷洗角质堆积区，如趾缝和脚趾甲缝隙。</a:t>
                </a:r>
              </a:p>
            </p:txBody>
          </p:sp>
          <p:sp>
            <p:nvSpPr>
              <p:cNvPr descr="066d6c67-6aac-47ba-97b6-c0cbd0ca3000" id="46" name="Icon4">
                <a:extLst>
                  <a:ext uri="{FF2B5EF4-FFF2-40B4-BE49-F238E27FC236}">
                    <a16:creationId id="{2F1377E3-BE48-7073-6C87-AAD622A34ACB}"/>
                  </a:ext>
                </a:extLst>
              </p:cNvPr>
              <p:cNvSpPr/>
              <p:nvPr/>
            </p:nvSpPr>
            <p:spPr>
              <a:xfrm rot="18939546" flipV="false" flipH="false">
                <a:off x="6559076" y="4953026"/>
                <a:ext cx="329406" cy="352316"/>
              </a:xfrm>
              <a:custGeom>
                <a:avLst/>
                <a:gdLst>
                  <a:gd fmla="*/ 6771 w 6851" name="T0"/>
                  <a:gd fmla="*/ 3232 h 7338" name="T1"/>
                  <a:gd fmla="*/ 5359 w 6851" name="T2"/>
                  <a:gd fmla="*/ 2155 h 7338" name="T3"/>
                  <a:gd fmla="*/ 5172 w 6851" name="T4"/>
                  <a:gd fmla="*/ 349 h 7338" name="T5"/>
                  <a:gd fmla="*/ 3385 w 6851" name="T6"/>
                  <a:gd fmla="*/ 1425 h 7338" name="T7"/>
                  <a:gd fmla="*/ 1835 w 6851" name="T8"/>
                  <a:gd fmla="*/ 962 h 7338" name="T9"/>
                  <a:gd fmla="*/ 905 w 6851" name="T10"/>
                  <a:gd fmla="*/ 3403 h 7338" name="T11"/>
                  <a:gd fmla="*/ 1542 w 6851" name="T12"/>
                  <a:gd fmla="*/ 4632 h 7338" name="T13"/>
                  <a:gd fmla="*/ 892 w 6851" name="T14"/>
                  <a:gd fmla="*/ 6785 h 7338" name="T15"/>
                  <a:gd fmla="*/ 3505 w 6851" name="T16"/>
                  <a:gd fmla="*/ 6100 h 7338" name="T17"/>
                  <a:gd fmla="*/ 5359 w 6851" name="T18"/>
                  <a:gd fmla="*/ 6785 h 7338" name="T19"/>
                  <a:gd fmla="*/ 5671 w 6851" name="T20"/>
                  <a:gd fmla="*/ 4779 h 7338" name="T21"/>
                  <a:gd fmla="*/ 6771 w 6851" name="T22"/>
                  <a:gd fmla="*/ 3232 h 7338" name="T23"/>
                  <a:gd fmla="*/ 1803 w 6851" name="T24"/>
                  <a:gd fmla="*/ 1597 h 7338" name="T25"/>
                  <a:gd fmla="*/ 1789 w 6851" name="T26"/>
                  <a:gd fmla="*/ 1597 h 7338" name="T27"/>
                  <a:gd fmla="*/ 1185 w 6851" name="T28"/>
                  <a:gd fmla="*/ 1837 h 7338" name="T29"/>
                  <a:gd fmla="*/ 1467 w 6851" name="T30"/>
                  <a:gd fmla="*/ 2997 h 7338" name="T31"/>
                  <a:gd fmla="*/ 1521 w 6851" name="T32"/>
                  <a:gd fmla="*/ 3074 h 7338" name="T33"/>
                  <a:gd fmla="*/ 1501 w 6851" name="T34"/>
                  <a:gd fmla="*/ 3228 h 7338" name="T35"/>
                  <a:gd fmla="*/ 1434 w 6851" name="T36"/>
                  <a:gd fmla="*/ 3251 h 7338" name="T37"/>
                  <a:gd fmla="*/ 1347 w 6851" name="T38"/>
                  <a:gd fmla="*/ 3208 h 7338" name="T39"/>
                  <a:gd fmla="*/ 992 w 6851" name="T40"/>
                  <a:gd fmla="*/ 1730 h 7338" name="T41"/>
                  <a:gd fmla="*/ 1825 w 6851" name="T42"/>
                  <a:gd fmla="*/ 1378 h 7338" name="T43"/>
                  <a:gd fmla="*/ 1923 w 6851" name="T44"/>
                  <a:gd fmla="*/ 1499 h 7338" name="T45"/>
                  <a:gd fmla="*/ 1803 w 6851" name="T46"/>
                  <a:gd fmla="*/ 1597 h 7338" name="T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b="b" l="0" r="r" t="0"/>
                <a:pathLst>
                  <a:path h="7338" w="6851">
                    <a:moveTo>
                      <a:pt x="6771" y="3232"/>
                    </a:moveTo>
                    <a:cubicBezTo>
                      <a:pt x="6684" y="2694"/>
                      <a:pt x="5688" y="2590"/>
                      <a:pt x="5359" y="2155"/>
                    </a:cubicBezTo>
                    <a:cubicBezTo>
                      <a:pt x="5017" y="1702"/>
                      <a:pt x="5594" y="728"/>
                      <a:pt x="5172" y="349"/>
                    </a:cubicBezTo>
                    <a:cubicBezTo>
                      <a:pt x="4784" y="0"/>
                      <a:pt x="3879" y="1257"/>
                      <a:pt x="3385" y="1425"/>
                    </a:cubicBezTo>
                    <a:cubicBezTo>
                      <a:pt x="3085" y="1527"/>
                      <a:pt x="2144" y="1037"/>
                      <a:pt x="1835" y="962"/>
                    </a:cubicBezTo>
                    <a:cubicBezTo>
                      <a:pt x="551" y="650"/>
                      <a:pt x="0" y="1806"/>
                      <a:pt x="905" y="3403"/>
                    </a:cubicBezTo>
                    <a:cubicBezTo>
                      <a:pt x="1073" y="3700"/>
                      <a:pt x="1440" y="4306"/>
                      <a:pt x="1542" y="4632"/>
                    </a:cubicBezTo>
                    <a:cubicBezTo>
                      <a:pt x="1721" y="5208"/>
                      <a:pt x="502" y="6325"/>
                      <a:pt x="892" y="6785"/>
                    </a:cubicBezTo>
                    <a:cubicBezTo>
                      <a:pt x="1361" y="7338"/>
                      <a:pt x="2780" y="6136"/>
                      <a:pt x="3505" y="6100"/>
                    </a:cubicBezTo>
                    <a:cubicBezTo>
                      <a:pt x="4053" y="6073"/>
                      <a:pt x="4854" y="6999"/>
                      <a:pt x="5359" y="6785"/>
                    </a:cubicBezTo>
                    <a:cubicBezTo>
                      <a:pt x="5851" y="6576"/>
                      <a:pt x="5529" y="5295"/>
                      <a:pt x="5671" y="4779"/>
                    </a:cubicBezTo>
                    <a:cubicBezTo>
                      <a:pt x="5803" y="4297"/>
                      <a:pt x="6851" y="3725"/>
                      <a:pt x="6771" y="3232"/>
                    </a:cubicBezTo>
                    <a:close/>
                    <a:moveTo>
                      <a:pt x="1803" y="1597"/>
                    </a:moveTo>
                    <a:cubicBezTo>
                      <a:pt x="1798" y="1597"/>
                      <a:pt x="1793" y="1597"/>
                      <a:pt x="1789" y="1597"/>
                    </a:cubicBezTo>
                    <a:cubicBezTo>
                      <a:pt x="1500" y="1572"/>
                      <a:pt x="1286" y="1656"/>
                      <a:pt x="1185" y="1837"/>
                    </a:cubicBezTo>
                    <a:cubicBezTo>
                      <a:pt x="1035" y="2107"/>
                      <a:pt x="1145" y="2546"/>
                      <a:pt x="1467" y="2997"/>
                    </a:cubicBezTo>
                    <a:cubicBezTo>
                      <a:pt x="1485" y="3023"/>
                      <a:pt x="1502" y="3048"/>
                      <a:pt x="1521" y="3074"/>
                    </a:cubicBezTo>
                    <a:cubicBezTo>
                      <a:pt x="1558" y="3122"/>
                      <a:pt x="1549" y="3191"/>
                      <a:pt x="1501" y="3228"/>
                    </a:cubicBezTo>
                    <a:cubicBezTo>
                      <a:pt x="1481" y="3244"/>
                      <a:pt x="1457" y="3251"/>
                      <a:pt x="1434" y="3251"/>
                    </a:cubicBezTo>
                    <a:cubicBezTo>
                      <a:pt x="1401" y="3251"/>
                      <a:pt x="1368" y="3236"/>
                      <a:pt x="1347" y="3208"/>
                    </a:cubicBezTo>
                    <a:cubicBezTo>
                      <a:pt x="919" y="2651"/>
                      <a:pt x="787" y="2098"/>
                      <a:pt x="992" y="1730"/>
                    </a:cubicBezTo>
                    <a:cubicBezTo>
                      <a:pt x="1138" y="1468"/>
                      <a:pt x="1441" y="1340"/>
                      <a:pt x="1825" y="1378"/>
                    </a:cubicBezTo>
                    <a:cubicBezTo>
                      <a:pt x="1885" y="1384"/>
                      <a:pt x="1929" y="1438"/>
                      <a:pt x="1923" y="1499"/>
                    </a:cubicBezTo>
                    <a:cubicBezTo>
                      <a:pt x="1917" y="1559"/>
                      <a:pt x="1864" y="1604"/>
                      <a:pt x="1803" y="15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</a:p>
            </p:txBody>
          </p:sp>
        </p:grpSp>
      </p:grpSp>
    </p:spTree>
  </p:cSld>
  <p:clrMapOvr>
    <a:masterClrMapping/>
  </p:clrMapOvr>
</p:sld>
</file>

<file path=ppt/slides/slide16.xml><?xml version="1.0" encoding="utf-8"?>
<p:sld xmlns:a="http://schemas.openxmlformats.org/drawingml/2006/main" xmlns:a14="http://schemas.microsoft.com/office/drawing/2010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消毒方法</a:t>
            </a:r>
          </a:p>
        </p:txBody>
      </p:sp>
      <p:grpSp>
        <p:nvGrpSpPr>
          <p:cNvPr descr="f9348916-74b5-404e-90be-4b2720919753" id="23" name="7308f3db-08de-4623-b8af-fc84304b925f.source.4.zh-Hans.pptx">
            <a:extLst>
              <a:ext uri="{FF2B5EF4-FFF2-40B4-BE49-F238E27FC236}">
                <a16:creationId id="{03DD606B-C9B3-E696-DB6D-7A3EEAEDA82C}"/>
              </a:ext>
            </a:extLst>
          </p:cNvPr>
          <p:cNvGrpSpPr/>
          <p:nvPr/>
        </p:nvGrpSpPr>
        <p:grpSpPr>
          <a:xfrm>
            <a:off x="658839" y="1130300"/>
            <a:ext cx="10860061" cy="4541711"/>
            <a:chOff x="658839" y="1130300"/>
            <a:chExt cx="10860061" cy="4541711"/>
          </a:xfrm>
        </p:grpSpPr>
        <p:grpSp>
          <p:nvGrpSpPr>
            <p:cNvPr descr="e5c8be5e-28f7-4d0a-83a0-d10c08050d6d" id="22" name="组合 21">
              <a:extLst>
                <a:ext uri="{FF2B5EF4-FFF2-40B4-BE49-F238E27FC236}">
                  <a16:creationId id="{0D27BB9D-9FCC-F6BA-14B0-05B630BBD51C}"/>
                </a:ext>
              </a:extLst>
            </p:cNvPr>
            <p:cNvGrpSpPr/>
            <p:nvPr/>
          </p:nvGrpSpPr>
          <p:grpSpPr>
            <a:xfrm>
              <a:off x="658839" y="2262753"/>
              <a:ext cx="4379601" cy="3409258"/>
              <a:chOff x="658839" y="2262753"/>
              <a:chExt cx="4379601" cy="3409258"/>
            </a:xfrm>
          </p:grpSpPr>
          <p:sp>
            <p:nvSpPr>
              <p:cNvPr descr="de166a90-0328-474d-8277-3b221811a8c4" id="84" name="îṥḻíďè">
                <a:extLst>
                  <a:ext uri="{FF2B5EF4-FFF2-40B4-BE49-F238E27FC236}">
                    <a16:creationId id="{FA309616-B828-59C9-0383-D96CB1265434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658839" y="5363357"/>
                <a:ext cx="4135070" cy="308654"/>
              </a:xfrm>
              <a:prstGeom prst="ellipse">
                <a:avLst/>
              </a:pr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b0c9a35-3f40-481a-a008-05e70578a301" id="85" name="ï$ḻïḓé">
                <a:extLst>
                  <a:ext uri="{FF2B5EF4-FFF2-40B4-BE49-F238E27FC236}">
                    <a16:creationId id="{1FB681DC-90B1-BE11-1DBE-DA876FA0C82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665603" y="5340009"/>
                <a:ext cx="4372837" cy="19199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3f58883-ef49-4d0c-b903-d9c720a61794" id="86" name="îşļîḍé">
                <a:extLst>
                  <a:ext uri="{FF2B5EF4-FFF2-40B4-BE49-F238E27FC236}">
                    <a16:creationId id="{6D90D938-BC56-88A0-17A1-F4621785373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029563" y="4553297"/>
                <a:ext cx="454858" cy="448950"/>
              </a:xfrm>
              <a:custGeom>
                <a:avLst/>
                <a:gdLst>
                  <a:gd fmla="*/ 96 w 97" name="T0"/>
                  <a:gd fmla="*/ 40 h 96" name="T1"/>
                  <a:gd fmla="*/ 91 w 97" name="T2"/>
                  <a:gd fmla="*/ 39 h 96" name="T3"/>
                  <a:gd fmla="*/ 93 w 97" name="T4"/>
                  <a:gd fmla="*/ 29 h 96" name="T5"/>
                  <a:gd fmla="*/ 77 w 97" name="T6"/>
                  <a:gd fmla="*/ 16 h 96" name="T7"/>
                  <a:gd fmla="*/ 73 w 97" name="T8"/>
                  <a:gd fmla="*/ 7 h 96" name="T9"/>
                  <a:gd fmla="*/ 58 w 97" name="T10"/>
                  <a:gd fmla="*/ 1 h 96" name="T11"/>
                  <a:gd fmla="*/ 53 w 97" name="T12"/>
                  <a:gd fmla="*/ 5 h 96" name="T13"/>
                  <a:gd fmla="*/ 45 w 97" name="T14"/>
                  <a:gd fmla="*/ 5 h 96" name="T15"/>
                  <a:gd fmla="*/ 24 w 97" name="T16"/>
                  <a:gd fmla="*/ 7 h 96" name="T17"/>
                  <a:gd fmla="*/ 20 w 97" name="T18"/>
                  <a:gd fmla="*/ 16 h 96" name="T19"/>
                  <a:gd fmla="*/ 15 w 97" name="T20"/>
                  <a:gd fmla="*/ 14 h 96" name="T21"/>
                  <a:gd fmla="*/ 12 w 97" name="T22"/>
                  <a:gd fmla="*/ 18 h 96" name="T23"/>
                  <a:gd fmla="*/ 5 w 97" name="T24"/>
                  <a:gd fmla="*/ 29 h 96" name="T25"/>
                  <a:gd fmla="*/ 7 w 97" name="T26"/>
                  <a:gd fmla="*/ 39 h 96" name="T27"/>
                  <a:gd fmla="*/ 2 w 97" name="T28"/>
                  <a:gd fmla="*/ 59 h 96" name="T29"/>
                  <a:gd fmla="*/ 9 w 97" name="T30"/>
                  <a:gd fmla="*/ 65 h 96" name="T31"/>
                  <a:gd fmla="*/ 10 w 97" name="T32"/>
                  <a:gd fmla="*/ 76 h 96" name="T33"/>
                  <a:gd fmla="*/ 13 w 97" name="T34"/>
                  <a:gd fmla="*/ 80 h 96" name="T35"/>
                  <a:gd fmla="*/ 17 w 97" name="T36"/>
                  <a:gd fmla="*/ 84 h 96" name="T37"/>
                  <a:gd fmla="*/ 27 w 97" name="T38"/>
                  <a:gd fmla="*/ 85 h 96" name="T39"/>
                  <a:gd fmla="*/ 44 w 97" name="T40"/>
                  <a:gd fmla="*/ 96 h 96" name="T41"/>
                  <a:gd fmla="*/ 49 w 97" name="T42"/>
                  <a:gd fmla="*/ 91 h 96" name="T43"/>
                  <a:gd fmla="*/ 53 w 97" name="T44"/>
                  <a:gd fmla="*/ 96 h 96" name="T45"/>
                  <a:gd fmla="*/ 64 w 97" name="T46"/>
                  <a:gd fmla="*/ 94 h 96" name="T47"/>
                  <a:gd fmla="*/ 71 w 97" name="T48"/>
                  <a:gd fmla="*/ 85 h 96" name="T49"/>
                  <a:gd fmla="*/ 80 w 97" name="T50"/>
                  <a:gd fmla="*/ 84 h 96" name="T51"/>
                  <a:gd fmla="*/ 89 w 97" name="T52"/>
                  <a:gd fmla="*/ 65 h 96" name="T53"/>
                  <a:gd fmla="*/ 95 w 97" name="T54"/>
                  <a:gd fmla="*/ 59 h 96" name="T55"/>
                  <a:gd fmla="*/ 96 w 97" name="T56"/>
                  <a:gd fmla="*/ 53 h 96" name="T57"/>
                  <a:gd fmla="*/ 96 w 97" name="T58"/>
                  <a:gd fmla="*/ 43 h 96" name="T59"/>
                  <a:gd fmla="*/ 15 w 97" name="T60"/>
                  <a:gd fmla="*/ 48 h 96" name="T61"/>
                  <a:gd fmla="*/ 83 w 97" name="T62"/>
                  <a:gd fmla="*/ 48 h 96" name="T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b="b" l="0" r="r" t="0"/>
                <a:pathLst>
                  <a:path h="96" w="97">
                    <a:moveTo>
                      <a:pt x="96" y="43"/>
                    </a:moveTo>
                    <a:cubicBezTo>
                      <a:pt x="96" y="40"/>
                      <a:pt x="96" y="40"/>
                      <a:pt x="96" y="40"/>
                    </a:cubicBezTo>
                    <a:cubicBezTo>
                      <a:pt x="96" y="39"/>
                      <a:pt x="96" y="38"/>
                      <a:pt x="95" y="38"/>
                    </a:cubicBezTo>
                    <a:cubicBezTo>
                      <a:pt x="91" y="39"/>
                      <a:pt x="91" y="39"/>
                      <a:pt x="91" y="39"/>
                    </a:cubicBezTo>
                    <a:cubicBezTo>
                      <a:pt x="90" y="36"/>
                      <a:pt x="90" y="33"/>
                      <a:pt x="89" y="31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0" y="23"/>
                      <a:pt x="86" y="17"/>
                      <a:pt x="80" y="12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5" y="14"/>
                      <a:pt x="73" y="12"/>
                      <a:pt x="71" y="11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0" y="5"/>
                      <a:pt x="67" y="4"/>
                      <a:pt x="64" y="3"/>
                    </a:cubicBezTo>
                    <a:cubicBezTo>
                      <a:pt x="62" y="2"/>
                      <a:pt x="60" y="2"/>
                      <a:pt x="58" y="1"/>
                    </a:cubicBezTo>
                    <a:cubicBezTo>
                      <a:pt x="57" y="1"/>
                      <a:pt x="55" y="1"/>
                      <a:pt x="53" y="0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1" y="5"/>
                      <a:pt x="50" y="5"/>
                      <a:pt x="49" y="5"/>
                    </a:cubicBezTo>
                    <a:cubicBezTo>
                      <a:pt x="47" y="5"/>
                      <a:pt x="46" y="5"/>
                      <a:pt x="45" y="5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37" y="1"/>
                      <a:pt x="30" y="3"/>
                      <a:pt x="24" y="7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4" y="12"/>
                      <a:pt x="22" y="14"/>
                      <a:pt x="20" y="16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5"/>
                      <a:pt x="14" y="15"/>
                      <a:pt x="13" y="16"/>
                    </a:cubicBezTo>
                    <a:cubicBezTo>
                      <a:pt x="13" y="17"/>
                      <a:pt x="12" y="17"/>
                      <a:pt x="12" y="18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8" y="23"/>
                      <a:pt x="6" y="26"/>
                      <a:pt x="5" y="29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33"/>
                      <a:pt x="7" y="36"/>
                      <a:pt x="7" y="39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0" y="44"/>
                      <a:pt x="0" y="52"/>
                      <a:pt x="2" y="59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7" y="60"/>
                      <a:pt x="8" y="63"/>
                      <a:pt x="9" y="65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6" y="70"/>
                      <a:pt x="8" y="73"/>
                      <a:pt x="10" y="76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2" y="79"/>
                      <a:pt x="13" y="80"/>
                      <a:pt x="13" y="80"/>
                    </a:cubicBezTo>
                    <a:cubicBezTo>
                      <a:pt x="14" y="81"/>
                      <a:pt x="15" y="82"/>
                      <a:pt x="15" y="82"/>
                    </a:cubicBezTo>
                    <a:cubicBezTo>
                      <a:pt x="17" y="84"/>
                      <a:pt x="17" y="84"/>
                      <a:pt x="17" y="84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2" y="82"/>
                      <a:pt x="24" y="84"/>
                      <a:pt x="27" y="85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30" y="93"/>
                      <a:pt x="37" y="95"/>
                      <a:pt x="44" y="96"/>
                    </a:cubicBezTo>
                    <a:cubicBezTo>
                      <a:pt x="45" y="91"/>
                      <a:pt x="45" y="91"/>
                      <a:pt x="45" y="91"/>
                    </a:cubicBezTo>
                    <a:cubicBezTo>
                      <a:pt x="46" y="91"/>
                      <a:pt x="47" y="91"/>
                      <a:pt x="49" y="91"/>
                    </a:cubicBezTo>
                    <a:cubicBezTo>
                      <a:pt x="50" y="91"/>
                      <a:pt x="51" y="91"/>
                      <a:pt x="53" y="91"/>
                    </a:cubicBezTo>
                    <a:cubicBezTo>
                      <a:pt x="53" y="96"/>
                      <a:pt x="53" y="96"/>
                      <a:pt x="53" y="96"/>
                    </a:cubicBezTo>
                    <a:cubicBezTo>
                      <a:pt x="55" y="96"/>
                      <a:pt x="57" y="95"/>
                      <a:pt x="58" y="95"/>
                    </a:cubicBezTo>
                    <a:cubicBezTo>
                      <a:pt x="60" y="95"/>
                      <a:pt x="62" y="94"/>
                      <a:pt x="64" y="94"/>
                    </a:cubicBezTo>
                    <a:cubicBezTo>
                      <a:pt x="67" y="93"/>
                      <a:pt x="70" y="91"/>
                      <a:pt x="73" y="89"/>
                    </a:cubicBezTo>
                    <a:cubicBezTo>
                      <a:pt x="71" y="85"/>
                      <a:pt x="71" y="85"/>
                      <a:pt x="71" y="85"/>
                    </a:cubicBezTo>
                    <a:cubicBezTo>
                      <a:pt x="73" y="84"/>
                      <a:pt x="75" y="82"/>
                      <a:pt x="77" y="81"/>
                    </a:cubicBezTo>
                    <a:cubicBezTo>
                      <a:pt x="80" y="84"/>
                      <a:pt x="80" y="84"/>
                      <a:pt x="80" y="84"/>
                    </a:cubicBezTo>
                    <a:cubicBezTo>
                      <a:pt x="86" y="79"/>
                      <a:pt x="90" y="74"/>
                      <a:pt x="93" y="67"/>
                    </a:cubicBezTo>
                    <a:cubicBezTo>
                      <a:pt x="89" y="65"/>
                      <a:pt x="89" y="65"/>
                      <a:pt x="89" y="65"/>
                    </a:cubicBezTo>
                    <a:cubicBezTo>
                      <a:pt x="90" y="63"/>
                      <a:pt x="90" y="60"/>
                      <a:pt x="91" y="58"/>
                    </a:cubicBezTo>
                    <a:cubicBezTo>
                      <a:pt x="95" y="59"/>
                      <a:pt x="95" y="59"/>
                      <a:pt x="95" y="59"/>
                    </a:cubicBezTo>
                    <a:cubicBezTo>
                      <a:pt x="96" y="58"/>
                      <a:pt x="96" y="57"/>
                      <a:pt x="96" y="56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97" y="52"/>
                      <a:pt x="97" y="50"/>
                      <a:pt x="97" y="48"/>
                    </a:cubicBezTo>
                    <a:cubicBezTo>
                      <a:pt x="97" y="46"/>
                      <a:pt x="97" y="45"/>
                      <a:pt x="96" y="43"/>
                    </a:cubicBezTo>
                    <a:close/>
                    <a:moveTo>
                      <a:pt x="49" y="82"/>
                    </a:moveTo>
                    <a:cubicBezTo>
                      <a:pt x="30" y="82"/>
                      <a:pt x="15" y="67"/>
                      <a:pt x="15" y="48"/>
                    </a:cubicBezTo>
                    <a:cubicBezTo>
                      <a:pt x="15" y="29"/>
                      <a:pt x="30" y="14"/>
                      <a:pt x="49" y="14"/>
                    </a:cubicBezTo>
                    <a:cubicBezTo>
                      <a:pt x="68" y="14"/>
                      <a:pt x="83" y="29"/>
                      <a:pt x="83" y="48"/>
                    </a:cubicBezTo>
                    <a:cubicBezTo>
                      <a:pt x="83" y="67"/>
                      <a:pt x="68" y="82"/>
                      <a:pt x="49" y="82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e14ddfc-9a4b-4f94-9f1a-f44af780645b" id="87" name="îSľïḑè">
                <a:extLst>
                  <a:ext uri="{FF2B5EF4-FFF2-40B4-BE49-F238E27FC236}">
                    <a16:creationId id="{6A8EFDE7-D503-899A-55B1-8AD70F140E95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870003" y="3988862"/>
                <a:ext cx="773849" cy="778280"/>
              </a:xfrm>
              <a:custGeom>
                <a:avLst/>
                <a:gdLst>
                  <a:gd fmla="*/ 163 w 165" name="T0"/>
                  <a:gd fmla="*/ 68 h 166" name="T1"/>
                  <a:gd fmla="*/ 149 w 165" name="T2"/>
                  <a:gd fmla="*/ 60 h 166" name="T3"/>
                  <a:gd fmla="*/ 145 w 165" name="T4"/>
                  <a:gd fmla="*/ 30 h 166" name="T5"/>
                  <a:gd fmla="*/ 128 w 165" name="T6"/>
                  <a:gd fmla="*/ 30 h 166" name="T7"/>
                  <a:gd fmla="*/ 123 w 165" name="T8"/>
                  <a:gd fmla="*/ 12 h 166" name="T9"/>
                  <a:gd fmla="*/ 110 w 165" name="T10"/>
                  <a:gd fmla="*/ 6 h 166" name="T11"/>
                  <a:gd fmla="*/ 95 w 165" name="T12"/>
                  <a:gd fmla="*/ 14 h 166" name="T13"/>
                  <a:gd fmla="*/ 67 w 165" name="T14"/>
                  <a:gd fmla="*/ 2 h 166" name="T15"/>
                  <a:gd fmla="*/ 59 w 165" name="T16"/>
                  <a:gd fmla="*/ 17 h 166" name="T17"/>
                  <a:gd fmla="*/ 48 w 165" name="T18"/>
                  <a:gd fmla="*/ 8 h 166" name="T19"/>
                  <a:gd fmla="*/ 29 w 165" name="T20"/>
                  <a:gd fmla="*/ 21 h 166" name="T21"/>
                  <a:gd fmla="*/ 29 w 165" name="T22"/>
                  <a:gd fmla="*/ 37 h 166" name="T23"/>
                  <a:gd fmla="*/ 5 w 165" name="T24"/>
                  <a:gd fmla="*/ 56 h 166" name="T25"/>
                  <a:gd fmla="*/ 13 w 165" name="T26"/>
                  <a:gd fmla="*/ 70 h 166" name="T27"/>
                  <a:gd fmla="*/ 1 w 165" name="T28"/>
                  <a:gd fmla="*/ 75 h 166" name="T29"/>
                  <a:gd fmla="*/ 1 w 165" name="T30"/>
                  <a:gd fmla="*/ 91 h 166" name="T31"/>
                  <a:gd fmla="*/ 13 w 165" name="T32"/>
                  <a:gd fmla="*/ 96 h 166" name="T33"/>
                  <a:gd fmla="*/ 5 w 165" name="T34"/>
                  <a:gd fmla="*/ 110 h 166" name="T35"/>
                  <a:gd fmla="*/ 29 w 165" name="T36"/>
                  <a:gd fmla="*/ 129 h 166" name="T37"/>
                  <a:gd fmla="*/ 29 w 165" name="T38"/>
                  <a:gd fmla="*/ 145 h 166" name="T39"/>
                  <a:gd fmla="*/ 48 w 165" name="T40"/>
                  <a:gd fmla="*/ 158 h 166" name="T41"/>
                  <a:gd fmla="*/ 59 w 165" name="T42"/>
                  <a:gd fmla="*/ 149 h 166" name="T43"/>
                  <a:gd fmla="*/ 67 w 165" name="T44"/>
                  <a:gd fmla="*/ 164 h 166" name="T45"/>
                  <a:gd fmla="*/ 95 w 165" name="T46"/>
                  <a:gd fmla="*/ 152 h 166" name="T47"/>
                  <a:gd fmla="*/ 110 w 165" name="T48"/>
                  <a:gd fmla="*/ 161 h 166" name="T49"/>
                  <a:gd fmla="*/ 123 w 165" name="T50"/>
                  <a:gd fmla="*/ 154 h 166" name="T51"/>
                  <a:gd fmla="*/ 128 w 165" name="T52"/>
                  <a:gd fmla="*/ 136 h 166" name="T53"/>
                  <a:gd fmla="*/ 145 w 165" name="T54"/>
                  <a:gd fmla="*/ 137 h 166" name="T55"/>
                  <a:gd fmla="*/ 149 w 165" name="T56"/>
                  <a:gd fmla="*/ 106 h 166" name="T57"/>
                  <a:gd fmla="*/ 163 w 165" name="T58"/>
                  <a:gd fmla="*/ 98 h 166" name="T59"/>
                  <a:gd fmla="*/ 165 w 165" name="T60"/>
                  <a:gd fmla="*/ 83 h 166" name="T61"/>
                  <a:gd fmla="*/ 82 w 165" name="T62"/>
                  <a:gd fmla="*/ 125 h 166" name="T63"/>
                  <a:gd fmla="*/ 82 w 165" name="T64"/>
                  <a:gd fmla="*/ 42 h 166" name="T65"/>
                  <a:gd fmla="*/ 82 w 165" name="T66"/>
                  <a:gd fmla="*/ 125 h 166" name="T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b="b" l="0" r="r" t="0"/>
                <a:pathLst>
                  <a:path h="166" w="165">
                    <a:moveTo>
                      <a:pt x="164" y="75"/>
                    </a:moveTo>
                    <a:cubicBezTo>
                      <a:pt x="164" y="73"/>
                      <a:pt x="163" y="70"/>
                      <a:pt x="163" y="68"/>
                    </a:cubicBezTo>
                    <a:cubicBezTo>
                      <a:pt x="151" y="70"/>
                      <a:pt x="151" y="70"/>
                      <a:pt x="151" y="70"/>
                    </a:cubicBezTo>
                    <a:cubicBezTo>
                      <a:pt x="151" y="67"/>
                      <a:pt x="150" y="63"/>
                      <a:pt x="149" y="60"/>
                    </a:cubicBezTo>
                    <a:cubicBezTo>
                      <a:pt x="160" y="56"/>
                      <a:pt x="160" y="56"/>
                      <a:pt x="160" y="56"/>
                    </a:cubicBezTo>
                    <a:cubicBezTo>
                      <a:pt x="157" y="46"/>
                      <a:pt x="151" y="37"/>
                      <a:pt x="145" y="30"/>
                    </a:cubicBezTo>
                    <a:cubicBezTo>
                      <a:pt x="136" y="37"/>
                      <a:pt x="136" y="37"/>
                      <a:pt x="136" y="37"/>
                    </a:cubicBezTo>
                    <a:cubicBezTo>
                      <a:pt x="133" y="35"/>
                      <a:pt x="131" y="32"/>
                      <a:pt x="128" y="30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132" y="17"/>
                      <a:pt x="128" y="15"/>
                      <a:pt x="123" y="12"/>
                    </a:cubicBezTo>
                    <a:cubicBezTo>
                      <a:pt x="121" y="11"/>
                      <a:pt x="119" y="10"/>
                      <a:pt x="117" y="8"/>
                    </a:cubicBezTo>
                    <a:cubicBezTo>
                      <a:pt x="114" y="7"/>
                      <a:pt x="112" y="6"/>
                      <a:pt x="110" y="6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2" y="16"/>
                      <a:pt x="99" y="15"/>
                      <a:pt x="95" y="14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88" y="0"/>
                      <a:pt x="77" y="0"/>
                      <a:pt x="67" y="2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6" y="15"/>
                      <a:pt x="62" y="16"/>
                      <a:pt x="59" y="17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3" y="6"/>
                      <a:pt x="50" y="7"/>
                      <a:pt x="48" y="8"/>
                    </a:cubicBezTo>
                    <a:cubicBezTo>
                      <a:pt x="46" y="10"/>
                      <a:pt x="43" y="11"/>
                      <a:pt x="41" y="12"/>
                    </a:cubicBezTo>
                    <a:cubicBezTo>
                      <a:pt x="37" y="15"/>
                      <a:pt x="33" y="17"/>
                      <a:pt x="29" y="21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4" y="32"/>
                      <a:pt x="31" y="35"/>
                      <a:pt x="29" y="37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13" y="37"/>
                      <a:pt x="8" y="46"/>
                      <a:pt x="5" y="56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5" y="63"/>
                      <a:pt x="14" y="67"/>
                      <a:pt x="13" y="70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1" y="70"/>
                      <a:pt x="1" y="73"/>
                      <a:pt x="1" y="75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3"/>
                      <a:pt x="1" y="96"/>
                      <a:pt x="2" y="98"/>
                    </a:cubicBezTo>
                    <a:cubicBezTo>
                      <a:pt x="13" y="96"/>
                      <a:pt x="13" y="96"/>
                      <a:pt x="13" y="96"/>
                    </a:cubicBezTo>
                    <a:cubicBezTo>
                      <a:pt x="14" y="100"/>
                      <a:pt x="15" y="103"/>
                      <a:pt x="16" y="106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8" y="120"/>
                      <a:pt x="13" y="129"/>
                      <a:pt x="20" y="137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1" y="132"/>
                      <a:pt x="34" y="134"/>
                      <a:pt x="37" y="136"/>
                    </a:cubicBezTo>
                    <a:cubicBezTo>
                      <a:pt x="29" y="145"/>
                      <a:pt x="29" y="145"/>
                      <a:pt x="29" y="145"/>
                    </a:cubicBezTo>
                    <a:cubicBezTo>
                      <a:pt x="33" y="149"/>
                      <a:pt x="37" y="152"/>
                      <a:pt x="41" y="154"/>
                    </a:cubicBezTo>
                    <a:cubicBezTo>
                      <a:pt x="43" y="156"/>
                      <a:pt x="46" y="157"/>
                      <a:pt x="48" y="158"/>
                    </a:cubicBezTo>
                    <a:cubicBezTo>
                      <a:pt x="50" y="159"/>
                      <a:pt x="53" y="160"/>
                      <a:pt x="55" y="161"/>
                    </a:cubicBezTo>
                    <a:cubicBezTo>
                      <a:pt x="59" y="149"/>
                      <a:pt x="59" y="149"/>
                      <a:pt x="59" y="149"/>
                    </a:cubicBezTo>
                    <a:cubicBezTo>
                      <a:pt x="62" y="150"/>
                      <a:pt x="66" y="151"/>
                      <a:pt x="69" y="152"/>
                    </a:cubicBezTo>
                    <a:cubicBezTo>
                      <a:pt x="67" y="164"/>
                      <a:pt x="67" y="164"/>
                      <a:pt x="67" y="164"/>
                    </a:cubicBezTo>
                    <a:cubicBezTo>
                      <a:pt x="77" y="166"/>
                      <a:pt x="88" y="166"/>
                      <a:pt x="98" y="164"/>
                    </a:cubicBezTo>
                    <a:cubicBezTo>
                      <a:pt x="95" y="152"/>
                      <a:pt x="95" y="152"/>
                      <a:pt x="95" y="152"/>
                    </a:cubicBezTo>
                    <a:cubicBezTo>
                      <a:pt x="99" y="151"/>
                      <a:pt x="102" y="150"/>
                      <a:pt x="106" y="149"/>
                    </a:cubicBezTo>
                    <a:cubicBezTo>
                      <a:pt x="110" y="161"/>
                      <a:pt x="110" y="161"/>
                      <a:pt x="110" y="161"/>
                    </a:cubicBezTo>
                    <a:cubicBezTo>
                      <a:pt x="112" y="160"/>
                      <a:pt x="114" y="159"/>
                      <a:pt x="117" y="158"/>
                    </a:cubicBezTo>
                    <a:cubicBezTo>
                      <a:pt x="119" y="157"/>
                      <a:pt x="121" y="156"/>
                      <a:pt x="123" y="154"/>
                    </a:cubicBezTo>
                    <a:cubicBezTo>
                      <a:pt x="128" y="152"/>
                      <a:pt x="132" y="149"/>
                      <a:pt x="136" y="145"/>
                    </a:cubicBezTo>
                    <a:cubicBezTo>
                      <a:pt x="128" y="136"/>
                      <a:pt x="128" y="136"/>
                      <a:pt x="128" y="136"/>
                    </a:cubicBezTo>
                    <a:cubicBezTo>
                      <a:pt x="131" y="134"/>
                      <a:pt x="133" y="132"/>
                      <a:pt x="136" y="129"/>
                    </a:cubicBezTo>
                    <a:cubicBezTo>
                      <a:pt x="145" y="137"/>
                      <a:pt x="145" y="137"/>
                      <a:pt x="145" y="137"/>
                    </a:cubicBezTo>
                    <a:cubicBezTo>
                      <a:pt x="151" y="129"/>
                      <a:pt x="157" y="120"/>
                      <a:pt x="160" y="110"/>
                    </a:cubicBezTo>
                    <a:cubicBezTo>
                      <a:pt x="149" y="106"/>
                      <a:pt x="149" y="106"/>
                      <a:pt x="149" y="106"/>
                    </a:cubicBezTo>
                    <a:cubicBezTo>
                      <a:pt x="150" y="103"/>
                      <a:pt x="151" y="100"/>
                      <a:pt x="151" y="96"/>
                    </a:cubicBezTo>
                    <a:cubicBezTo>
                      <a:pt x="163" y="98"/>
                      <a:pt x="163" y="98"/>
                      <a:pt x="163" y="98"/>
                    </a:cubicBezTo>
                    <a:cubicBezTo>
                      <a:pt x="163" y="96"/>
                      <a:pt x="164" y="93"/>
                      <a:pt x="164" y="91"/>
                    </a:cubicBezTo>
                    <a:cubicBezTo>
                      <a:pt x="165" y="83"/>
                      <a:pt x="165" y="83"/>
                      <a:pt x="165" y="83"/>
                    </a:cubicBezTo>
                    <a:lnTo>
                      <a:pt x="164" y="75"/>
                    </a:lnTo>
                    <a:close/>
                    <a:moveTo>
                      <a:pt x="82" y="125"/>
                    </a:moveTo>
                    <a:cubicBezTo>
                      <a:pt x="59" y="125"/>
                      <a:pt x="41" y="106"/>
                      <a:pt x="41" y="83"/>
                    </a:cubicBezTo>
                    <a:cubicBezTo>
                      <a:pt x="41" y="60"/>
                      <a:pt x="59" y="42"/>
                      <a:pt x="82" y="42"/>
                    </a:cubicBezTo>
                    <a:cubicBezTo>
                      <a:pt x="105" y="42"/>
                      <a:pt x="124" y="60"/>
                      <a:pt x="124" y="83"/>
                    </a:cubicBezTo>
                    <a:cubicBezTo>
                      <a:pt x="124" y="106"/>
                      <a:pt x="105" y="125"/>
                      <a:pt x="82" y="125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17a0d7e-a14f-4554-a09a-40f45ebbd0cf" id="88" name="íṣḷîdê">
                <a:extLst>
                  <a:ext uri="{FF2B5EF4-FFF2-40B4-BE49-F238E27FC236}">
                    <a16:creationId id="{AB88E2F4-7ACD-B1E2-2D7E-28A9D460708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221634" y="4729049"/>
                <a:ext cx="1134190" cy="623214"/>
              </a:xfrm>
              <a:custGeom>
                <a:avLst/>
                <a:gdLst>
                  <a:gd fmla="*/ 226 w 242" name="T0"/>
                  <a:gd fmla="*/ 104 h 133" name="T1"/>
                  <a:gd fmla="*/ 237 w 242" name="T2"/>
                  <a:gd fmla="*/ 86 h 133" name="T3"/>
                  <a:gd fmla="*/ 208 w 242" name="T4"/>
                  <a:gd fmla="*/ 60 h 133" name="T5"/>
                  <a:gd fmla="*/ 211 w 242" name="T6"/>
                  <a:gd fmla="*/ 39 h 133" name="T7"/>
                  <a:gd fmla="*/ 204 w 242" name="T8"/>
                  <a:gd fmla="*/ 33 h 133" name="T9"/>
                  <a:gd fmla="*/ 197 w 242" name="T10"/>
                  <a:gd fmla="*/ 26 h 133" name="T11"/>
                  <a:gd fmla="*/ 181 w 242" name="T12"/>
                  <a:gd fmla="*/ 15 h 133" name="T13"/>
                  <a:gd fmla="*/ 161 w 242" name="T14"/>
                  <a:gd fmla="*/ 22 h 133" name="T15"/>
                  <a:gd fmla="*/ 158 w 242" name="T16"/>
                  <a:gd fmla="*/ 5 h 133" name="T17"/>
                  <a:gd fmla="*/ 146 w 242" name="T18"/>
                  <a:gd fmla="*/ 2 h 133" name="T19"/>
                  <a:gd fmla="*/ 139 w 242" name="T20"/>
                  <a:gd fmla="*/ 1 h 133" name="T21"/>
                  <a:gd fmla="*/ 129 w 242" name="T22"/>
                  <a:gd fmla="*/ 0 h 133" name="T23"/>
                  <a:gd fmla="*/ 121 w 242" name="T24"/>
                  <a:gd fmla="*/ 15 h 133" name="T25"/>
                  <a:gd fmla="*/ 114 w 242" name="T26"/>
                  <a:gd fmla="*/ 0 h 133" name="T27"/>
                  <a:gd fmla="*/ 104 w 242" name="T28"/>
                  <a:gd fmla="*/ 1 h 133" name="T29"/>
                  <a:gd fmla="*/ 97 w 242" name="T30"/>
                  <a:gd fmla="*/ 2 h 133" name="T31"/>
                  <a:gd fmla="*/ 85 w 242" name="T32"/>
                  <a:gd fmla="*/ 5 h 133" name="T33"/>
                  <a:gd fmla="*/ 82 w 242" name="T34"/>
                  <a:gd fmla="*/ 22 h 133" name="T35"/>
                  <a:gd fmla="*/ 62 w 242" name="T36"/>
                  <a:gd fmla="*/ 15 h 133" name="T37"/>
                  <a:gd fmla="*/ 46 w 242" name="T38"/>
                  <a:gd fmla="*/ 26 h 133" name="T39"/>
                  <a:gd fmla="*/ 39 w 242" name="T40"/>
                  <a:gd fmla="*/ 33 h 133" name="T41"/>
                  <a:gd fmla="*/ 32 w 242" name="T42"/>
                  <a:gd fmla="*/ 39 h 133" name="T43"/>
                  <a:gd fmla="*/ 34 w 242" name="T44"/>
                  <a:gd fmla="*/ 60 h 133" name="T45"/>
                  <a:gd fmla="*/ 20 w 242" name="T46"/>
                  <a:gd fmla="*/ 56 h 133" name="T47"/>
                  <a:gd fmla="*/ 15 w 242" name="T48"/>
                  <a:gd fmla="*/ 64 h 133" name="T49"/>
                  <a:gd fmla="*/ 9 w 242" name="T50"/>
                  <a:gd fmla="*/ 77 h 133" name="T51"/>
                  <a:gd fmla="*/ 20 w 242" name="T52"/>
                  <a:gd fmla="*/ 90 h 133" name="T53"/>
                  <a:gd fmla="*/ 2 w 242" name="T54"/>
                  <a:gd fmla="*/ 102 h 133" name="T55"/>
                  <a:gd fmla="*/ 1 w 242" name="T56"/>
                  <a:gd fmla="*/ 129 h 133" name="T57"/>
                  <a:gd fmla="*/ 36 w 242" name="T58"/>
                  <a:gd fmla="*/ 133 h 133" name="T59"/>
                  <a:gd fmla="*/ 35 w 242" name="T60"/>
                  <a:gd fmla="*/ 122 h 133" name="T61"/>
                  <a:gd fmla="*/ 207 w 242" name="T62"/>
                  <a:gd fmla="*/ 122 h 133" name="T63"/>
                  <a:gd fmla="*/ 206 w 242" name="T64"/>
                  <a:gd fmla="*/ 133 h 133" name="T65"/>
                  <a:gd fmla="*/ 242 w 242" name="T66"/>
                  <a:gd fmla="*/ 129 h 133" name="T67"/>
                  <a:gd fmla="*/ 241 w 242" name="T68"/>
                  <a:gd fmla="*/ 102 h 133" name="T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b="b" l="0" r="r" t="0"/>
                <a:pathLst>
                  <a:path h="133" w="242">
                    <a:moveTo>
                      <a:pt x="241" y="102"/>
                    </a:moveTo>
                    <a:cubicBezTo>
                      <a:pt x="226" y="104"/>
                      <a:pt x="226" y="104"/>
                      <a:pt x="226" y="104"/>
                    </a:cubicBezTo>
                    <a:cubicBezTo>
                      <a:pt x="225" y="99"/>
                      <a:pt x="224" y="95"/>
                      <a:pt x="223" y="90"/>
                    </a:cubicBezTo>
                    <a:cubicBezTo>
                      <a:pt x="237" y="86"/>
                      <a:pt x="237" y="86"/>
                      <a:pt x="237" y="86"/>
                    </a:cubicBezTo>
                    <a:cubicBezTo>
                      <a:pt x="234" y="74"/>
                      <a:pt x="228" y="62"/>
                      <a:pt x="221" y="52"/>
                    </a:cubicBezTo>
                    <a:cubicBezTo>
                      <a:pt x="208" y="60"/>
                      <a:pt x="208" y="60"/>
                      <a:pt x="208" y="60"/>
                    </a:cubicBezTo>
                    <a:cubicBezTo>
                      <a:pt x="206" y="56"/>
                      <a:pt x="203" y="53"/>
                      <a:pt x="200" y="49"/>
                    </a:cubicBezTo>
                    <a:cubicBezTo>
                      <a:pt x="211" y="39"/>
                      <a:pt x="211" y="39"/>
                      <a:pt x="211" y="39"/>
                    </a:cubicBezTo>
                    <a:cubicBezTo>
                      <a:pt x="208" y="36"/>
                      <a:pt x="208" y="36"/>
                      <a:pt x="208" y="36"/>
                    </a:cubicBezTo>
                    <a:cubicBezTo>
                      <a:pt x="206" y="35"/>
                      <a:pt x="205" y="34"/>
                      <a:pt x="204" y="33"/>
                    </a:cubicBezTo>
                    <a:cubicBezTo>
                      <a:pt x="200" y="29"/>
                      <a:pt x="200" y="29"/>
                      <a:pt x="200" y="29"/>
                    </a:cubicBezTo>
                    <a:cubicBezTo>
                      <a:pt x="199" y="28"/>
                      <a:pt x="198" y="27"/>
                      <a:pt x="197" y="26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81" y="15"/>
                      <a:pt x="181" y="15"/>
                      <a:pt x="181" y="15"/>
                    </a:cubicBezTo>
                    <a:cubicBezTo>
                      <a:pt x="173" y="28"/>
                      <a:pt x="173" y="28"/>
                      <a:pt x="173" y="28"/>
                    </a:cubicBezTo>
                    <a:cubicBezTo>
                      <a:pt x="170" y="26"/>
                      <a:pt x="165" y="24"/>
                      <a:pt x="161" y="22"/>
                    </a:cubicBezTo>
                    <a:cubicBezTo>
                      <a:pt x="167" y="9"/>
                      <a:pt x="167" y="9"/>
                      <a:pt x="167" y="9"/>
                    </a:cubicBezTo>
                    <a:cubicBezTo>
                      <a:pt x="158" y="5"/>
                      <a:pt x="158" y="5"/>
                      <a:pt x="158" y="5"/>
                    </a:cubicBezTo>
                    <a:cubicBezTo>
                      <a:pt x="155" y="4"/>
                      <a:pt x="151" y="4"/>
                      <a:pt x="148" y="3"/>
                    </a:cubicBezTo>
                    <a:cubicBezTo>
                      <a:pt x="146" y="2"/>
                      <a:pt x="146" y="2"/>
                      <a:pt x="146" y="2"/>
                    </a:cubicBezTo>
                    <a:cubicBezTo>
                      <a:pt x="145" y="2"/>
                      <a:pt x="144" y="2"/>
                      <a:pt x="144" y="2"/>
                    </a:cubicBezTo>
                    <a:cubicBezTo>
                      <a:pt x="139" y="1"/>
                      <a:pt x="139" y="1"/>
                      <a:pt x="139" y="1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2" y="0"/>
                      <a:pt x="131" y="0"/>
                      <a:pt x="129" y="0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6" y="15"/>
                      <a:pt x="124" y="15"/>
                      <a:pt x="121" y="15"/>
                    </a:cubicBezTo>
                    <a:cubicBezTo>
                      <a:pt x="119" y="15"/>
                      <a:pt x="117" y="15"/>
                      <a:pt x="115" y="15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2" y="0"/>
                      <a:pt x="110" y="0"/>
                      <a:pt x="109" y="0"/>
                    </a:cubicBezTo>
                    <a:cubicBezTo>
                      <a:pt x="104" y="1"/>
                      <a:pt x="104" y="1"/>
                      <a:pt x="104" y="1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8" y="2"/>
                      <a:pt x="98" y="2"/>
                      <a:pt x="97" y="2"/>
                    </a:cubicBezTo>
                    <a:cubicBezTo>
                      <a:pt x="95" y="3"/>
                      <a:pt x="95" y="3"/>
                      <a:pt x="95" y="3"/>
                    </a:cubicBezTo>
                    <a:cubicBezTo>
                      <a:pt x="91" y="4"/>
                      <a:pt x="88" y="4"/>
                      <a:pt x="85" y="5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77" y="24"/>
                      <a:pt x="73" y="26"/>
                      <a:pt x="69" y="28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3" y="28"/>
                      <a:pt x="42" y="29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8" y="34"/>
                      <a:pt x="36" y="35"/>
                      <a:pt x="35" y="36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0" y="53"/>
                      <a:pt x="37" y="56"/>
                      <a:pt x="34" y="60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1" y="53"/>
                      <a:pt x="20" y="54"/>
                      <a:pt x="20" y="56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6" y="61"/>
                      <a:pt x="15" y="62"/>
                      <a:pt x="15" y="64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1" y="71"/>
                      <a:pt x="10" y="74"/>
                      <a:pt x="9" y="77"/>
                    </a:cubicBezTo>
                    <a:cubicBezTo>
                      <a:pt x="8" y="80"/>
                      <a:pt x="6" y="83"/>
                      <a:pt x="5" y="86"/>
                    </a:cubicBezTo>
                    <a:cubicBezTo>
                      <a:pt x="20" y="90"/>
                      <a:pt x="20" y="90"/>
                      <a:pt x="20" y="90"/>
                    </a:cubicBezTo>
                    <a:cubicBezTo>
                      <a:pt x="18" y="95"/>
                      <a:pt x="17" y="99"/>
                      <a:pt x="17" y="104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1" y="108"/>
                      <a:pt x="1" y="114"/>
                      <a:pt x="0" y="121"/>
                    </a:cubicBezTo>
                    <a:cubicBezTo>
                      <a:pt x="1" y="123"/>
                      <a:pt x="1" y="126"/>
                      <a:pt x="1" y="129"/>
                    </a:cubicBezTo>
                    <a:cubicBezTo>
                      <a:pt x="1" y="130"/>
                      <a:pt x="1" y="132"/>
                      <a:pt x="1" y="133"/>
                    </a:cubicBezTo>
                    <a:cubicBezTo>
                      <a:pt x="36" y="133"/>
                      <a:pt x="36" y="133"/>
                      <a:pt x="36" y="133"/>
                    </a:cubicBezTo>
                    <a:cubicBezTo>
                      <a:pt x="36" y="132"/>
                      <a:pt x="36" y="130"/>
                      <a:pt x="36" y="129"/>
                    </a:cubicBezTo>
                    <a:cubicBezTo>
                      <a:pt x="35" y="127"/>
                      <a:pt x="35" y="124"/>
                      <a:pt x="35" y="122"/>
                    </a:cubicBezTo>
                    <a:cubicBezTo>
                      <a:pt x="35" y="74"/>
                      <a:pt x="74" y="36"/>
                      <a:pt x="121" y="36"/>
                    </a:cubicBezTo>
                    <a:cubicBezTo>
                      <a:pt x="169" y="36"/>
                      <a:pt x="207" y="74"/>
                      <a:pt x="207" y="122"/>
                    </a:cubicBezTo>
                    <a:cubicBezTo>
                      <a:pt x="207" y="124"/>
                      <a:pt x="207" y="127"/>
                      <a:pt x="207" y="129"/>
                    </a:cubicBezTo>
                    <a:cubicBezTo>
                      <a:pt x="207" y="130"/>
                      <a:pt x="206" y="132"/>
                      <a:pt x="206" y="133"/>
                    </a:cubicBezTo>
                    <a:cubicBezTo>
                      <a:pt x="242" y="133"/>
                      <a:pt x="242" y="133"/>
                      <a:pt x="242" y="133"/>
                    </a:cubicBezTo>
                    <a:cubicBezTo>
                      <a:pt x="242" y="132"/>
                      <a:pt x="242" y="130"/>
                      <a:pt x="242" y="129"/>
                    </a:cubicBezTo>
                    <a:cubicBezTo>
                      <a:pt x="242" y="126"/>
                      <a:pt x="242" y="123"/>
                      <a:pt x="242" y="121"/>
                    </a:cubicBezTo>
                    <a:cubicBezTo>
                      <a:pt x="242" y="114"/>
                      <a:pt x="242" y="108"/>
                      <a:pt x="241" y="102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00fcaf4-e141-4908-b6c9-c2bcf7f0b2a6" id="89" name="íSļîḋè">
                <a:extLst>
                  <a:ext uri="{FF2B5EF4-FFF2-40B4-BE49-F238E27FC236}">
                    <a16:creationId id="{982C9694-9249-E253-F84A-AB26D063B91C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448445" y="4972163"/>
                <a:ext cx="657181" cy="379541"/>
              </a:xfrm>
              <a:custGeom>
                <a:avLst/>
                <a:gdLst>
                  <a:gd fmla="*/ 70 w 140" name="T0"/>
                  <a:gd fmla="*/ 0 h 81" name="T1"/>
                  <a:gd fmla="*/ 0 w 140" name="T2"/>
                  <a:gd fmla="*/ 70 h 81" name="T3"/>
                  <a:gd fmla="*/ 1 w 140" name="T4"/>
                  <a:gd fmla="*/ 77 h 81" name="T5"/>
                  <a:gd fmla="*/ 1 w 140" name="T6"/>
                  <a:gd fmla="*/ 81 h 81" name="T7"/>
                  <a:gd fmla="*/ 37 w 140" name="T8"/>
                  <a:gd fmla="*/ 81 h 81" name="T9"/>
                  <a:gd fmla="*/ 35 w 140" name="T10"/>
                  <a:gd fmla="*/ 77 h 81" name="T11"/>
                  <a:gd fmla="*/ 35 w 140" name="T12"/>
                  <a:gd fmla="*/ 69 h 81" name="T13"/>
                  <a:gd fmla="*/ 70 w 140" name="T14"/>
                  <a:gd fmla="*/ 33 h 81" name="T15"/>
                  <a:gd fmla="*/ 106 w 140" name="T16"/>
                  <a:gd fmla="*/ 69 h 81" name="T17"/>
                  <a:gd fmla="*/ 105 w 140" name="T18"/>
                  <a:gd fmla="*/ 77 h 81" name="T19"/>
                  <a:gd fmla="*/ 104 w 140" name="T20"/>
                  <a:gd fmla="*/ 81 h 81" name="T21"/>
                  <a:gd fmla="*/ 139 w 140" name="T22"/>
                  <a:gd fmla="*/ 81 h 81" name="T23"/>
                  <a:gd fmla="*/ 139 w 140" name="T24"/>
                  <a:gd fmla="*/ 77 h 81" name="T25"/>
                  <a:gd fmla="*/ 140 w 140" name="T26"/>
                  <a:gd fmla="*/ 70 h 81" name="T27"/>
                  <a:gd fmla="*/ 70 w 140" name="T28"/>
                  <a:gd fmla="*/ 0 h 81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81" w="140">
                    <a:moveTo>
                      <a:pt x="70" y="0"/>
                    </a:moveTo>
                    <a:cubicBezTo>
                      <a:pt x="32" y="0"/>
                      <a:pt x="0" y="31"/>
                      <a:pt x="0" y="70"/>
                    </a:cubicBezTo>
                    <a:cubicBezTo>
                      <a:pt x="0" y="72"/>
                      <a:pt x="0" y="75"/>
                      <a:pt x="1" y="77"/>
                    </a:cubicBezTo>
                    <a:cubicBezTo>
                      <a:pt x="1" y="78"/>
                      <a:pt x="1" y="80"/>
                      <a:pt x="1" y="81"/>
                    </a:cubicBezTo>
                    <a:cubicBezTo>
                      <a:pt x="37" y="81"/>
                      <a:pt x="37" y="81"/>
                      <a:pt x="37" y="81"/>
                    </a:cubicBezTo>
                    <a:cubicBezTo>
                      <a:pt x="36" y="80"/>
                      <a:pt x="36" y="78"/>
                      <a:pt x="35" y="77"/>
                    </a:cubicBezTo>
                    <a:cubicBezTo>
                      <a:pt x="35" y="74"/>
                      <a:pt x="35" y="72"/>
                      <a:pt x="35" y="69"/>
                    </a:cubicBezTo>
                    <a:cubicBezTo>
                      <a:pt x="35" y="49"/>
                      <a:pt x="51" y="33"/>
                      <a:pt x="70" y="33"/>
                    </a:cubicBezTo>
                    <a:cubicBezTo>
                      <a:pt x="90" y="33"/>
                      <a:pt x="106" y="49"/>
                      <a:pt x="106" y="69"/>
                    </a:cubicBezTo>
                    <a:cubicBezTo>
                      <a:pt x="106" y="72"/>
                      <a:pt x="106" y="74"/>
                      <a:pt x="105" y="77"/>
                    </a:cubicBezTo>
                    <a:cubicBezTo>
                      <a:pt x="105" y="78"/>
                      <a:pt x="105" y="80"/>
                      <a:pt x="104" y="81"/>
                    </a:cubicBezTo>
                    <a:cubicBezTo>
                      <a:pt x="139" y="81"/>
                      <a:pt x="139" y="81"/>
                      <a:pt x="139" y="81"/>
                    </a:cubicBezTo>
                    <a:cubicBezTo>
                      <a:pt x="139" y="80"/>
                      <a:pt x="139" y="78"/>
                      <a:pt x="139" y="77"/>
                    </a:cubicBezTo>
                    <a:cubicBezTo>
                      <a:pt x="140" y="75"/>
                      <a:pt x="140" y="72"/>
                      <a:pt x="140" y="70"/>
                    </a:cubicBezTo>
                    <a:cubicBezTo>
                      <a:pt x="140" y="31"/>
                      <a:pt x="109" y="0"/>
                      <a:pt x="70" y="0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5b4fcef-bd4c-4f1d-8626-51e66b2ae42b" id="90" name="iṣ1íḑè">
                <a:extLst>
                  <a:ext uri="{FF2B5EF4-FFF2-40B4-BE49-F238E27FC236}">
                    <a16:creationId id="{B4EF4279-4DAB-E14A-F0D2-A5B1A05A15DE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816076" y="3761366"/>
                <a:ext cx="735452" cy="731022"/>
              </a:xfrm>
              <a:custGeom>
                <a:avLst/>
                <a:gdLst>
                  <a:gd fmla="*/ 157 w 157" name="T0"/>
                  <a:gd fmla="*/ 78 h 156" name="T1"/>
                  <a:gd fmla="*/ 146 w 157" name="T2"/>
                  <a:gd fmla="*/ 67 h 156" name="T3"/>
                  <a:gd fmla="*/ 154 w 157" name="T4"/>
                  <a:gd fmla="*/ 55 h 156" name="T5"/>
                  <a:gd fmla="*/ 135 w 157" name="T6"/>
                  <a:gd fmla="*/ 38 h 156" name="T7"/>
                  <a:gd fmla="*/ 136 w 157" name="T8"/>
                  <a:gd fmla="*/ 25 h 156" name="T9"/>
                  <a:gd fmla="*/ 132 w 157" name="T10"/>
                  <a:gd fmla="*/ 21 h 156" name="T11"/>
                  <a:gd fmla="*/ 127 w 157" name="T12"/>
                  <a:gd fmla="*/ 16 h 156" name="T13"/>
                  <a:gd fmla="*/ 117 w 157" name="T14"/>
                  <a:gd fmla="*/ 9 h 156" name="T15"/>
                  <a:gd fmla="*/ 104 w 157" name="T16"/>
                  <a:gd fmla="*/ 14 h 156" name="T17"/>
                  <a:gd fmla="*/ 102 w 157" name="T18"/>
                  <a:gd fmla="*/ 3 h 156" name="T19"/>
                  <a:gd fmla="*/ 94 w 157" name="T20"/>
                  <a:gd fmla="*/ 1 h 156" name="T21"/>
                  <a:gd fmla="*/ 90 w 157" name="T22"/>
                  <a:gd fmla="*/ 0 h 156" name="T23"/>
                  <a:gd fmla="*/ 84 w 157" name="T24"/>
                  <a:gd fmla="*/ 0 h 156" name="T25"/>
                  <a:gd fmla="*/ 78 w 157" name="T26"/>
                  <a:gd fmla="*/ 9 h 156" name="T27"/>
                  <a:gd fmla="*/ 73 w 157" name="T28"/>
                  <a:gd fmla="*/ 0 h 156" name="T29"/>
                  <a:gd fmla="*/ 67 w 157" name="T30"/>
                  <a:gd fmla="*/ 0 h 156" name="T31"/>
                  <a:gd fmla="*/ 63 w 157" name="T32"/>
                  <a:gd fmla="*/ 1 h 156" name="T33"/>
                  <a:gd fmla="*/ 55 w 157" name="T34"/>
                  <a:gd fmla="*/ 3 h 156" name="T35"/>
                  <a:gd fmla="*/ 53 w 157" name="T36"/>
                  <a:gd fmla="*/ 14 h 156" name="T37"/>
                  <a:gd fmla="*/ 40 w 157" name="T38"/>
                  <a:gd fmla="*/ 9 h 156" name="T39"/>
                  <a:gd fmla="*/ 30 w 157" name="T40"/>
                  <a:gd fmla="*/ 16 h 156" name="T41"/>
                  <a:gd fmla="*/ 25 w 157" name="T42"/>
                  <a:gd fmla="*/ 21 h 156" name="T43"/>
                  <a:gd fmla="*/ 21 w 157" name="T44"/>
                  <a:gd fmla="*/ 25 h 156" name="T45"/>
                  <a:gd fmla="*/ 22 w 157" name="T46"/>
                  <a:gd fmla="*/ 38 h 156" name="T47"/>
                  <a:gd fmla="*/ 12 w 157" name="T48"/>
                  <a:gd fmla="*/ 36 h 156" name="T49"/>
                  <a:gd fmla="*/ 9 w 157" name="T50"/>
                  <a:gd fmla="*/ 41 h 156" name="T51"/>
                  <a:gd fmla="*/ 5 w 157" name="T52"/>
                  <a:gd fmla="*/ 49 h 156" name="T53"/>
                  <a:gd fmla="*/ 13 w 157" name="T54"/>
                  <a:gd fmla="*/ 58 h 156" name="T55"/>
                  <a:gd fmla="*/ 1 w 157" name="T56"/>
                  <a:gd fmla="*/ 65 h 156" name="T57"/>
                  <a:gd fmla="*/ 1 w 157" name="T58"/>
                  <a:gd fmla="*/ 90 h 156" name="T59"/>
                  <a:gd fmla="*/ 13 w 157" name="T60"/>
                  <a:gd fmla="*/ 97 h 156" name="T61"/>
                  <a:gd fmla="*/ 5 w 157" name="T62"/>
                  <a:gd fmla="*/ 106 h 156" name="T63"/>
                  <a:gd fmla="*/ 9 w 157" name="T64"/>
                  <a:gd fmla="*/ 114 h 156" name="T65"/>
                  <a:gd fmla="*/ 12 w 157" name="T66"/>
                  <a:gd fmla="*/ 120 h 156" name="T67"/>
                  <a:gd fmla="*/ 22 w 157" name="T68"/>
                  <a:gd fmla="*/ 117 h 156" name="T69"/>
                  <a:gd fmla="*/ 21 w 157" name="T70"/>
                  <a:gd fmla="*/ 130 h 156" name="T71"/>
                  <a:gd fmla="*/ 25 w 157" name="T72"/>
                  <a:gd fmla="*/ 135 h 156" name="T73"/>
                  <a:gd fmla="*/ 30 w 157" name="T74"/>
                  <a:gd fmla="*/ 139 h 156" name="T75"/>
                  <a:gd fmla="*/ 40 w 157" name="T76"/>
                  <a:gd fmla="*/ 146 h 156" name="T77"/>
                  <a:gd fmla="*/ 53 w 157" name="T78"/>
                  <a:gd fmla="*/ 141 h 156" name="T79"/>
                  <a:gd fmla="*/ 55 w 157" name="T80"/>
                  <a:gd fmla="*/ 153 h 156" name="T81"/>
                  <a:gd fmla="*/ 63 w 157" name="T82"/>
                  <a:gd fmla="*/ 154 h 156" name="T83"/>
                  <a:gd fmla="*/ 67 w 157" name="T84"/>
                  <a:gd fmla="*/ 155 h 156" name="T85"/>
                  <a:gd fmla="*/ 73 w 157" name="T86"/>
                  <a:gd fmla="*/ 156 h 156" name="T87"/>
                  <a:gd fmla="*/ 78 w 157" name="T88"/>
                  <a:gd fmla="*/ 146 h 156" name="T89"/>
                  <a:gd fmla="*/ 84 w 157" name="T90"/>
                  <a:gd fmla="*/ 156 h 156" name="T91"/>
                  <a:gd fmla="*/ 90 w 157" name="T92"/>
                  <a:gd fmla="*/ 155 h 156" name="T93"/>
                  <a:gd fmla="*/ 94 w 157" name="T94"/>
                  <a:gd fmla="*/ 154 h 156" name="T95"/>
                  <a:gd fmla="*/ 102 w 157" name="T96"/>
                  <a:gd fmla="*/ 153 h 156" name="T97"/>
                  <a:gd fmla="*/ 104 w 157" name="T98"/>
                  <a:gd fmla="*/ 141 h 156" name="T99"/>
                  <a:gd fmla="*/ 117 w 157" name="T100"/>
                  <a:gd fmla="*/ 146 h 156" name="T101"/>
                  <a:gd fmla="*/ 127 w 157" name="T102"/>
                  <a:gd fmla="*/ 139 h 156" name="T103"/>
                  <a:gd fmla="*/ 132 w 157" name="T104"/>
                  <a:gd fmla="*/ 135 h 156" name="T105"/>
                  <a:gd fmla="*/ 136 w 157" name="T106"/>
                  <a:gd fmla="*/ 130 h 156" name="T107"/>
                  <a:gd fmla="*/ 135 w 157" name="T108"/>
                  <a:gd fmla="*/ 117 h 156" name="T109"/>
                  <a:gd fmla="*/ 154 w 157" name="T110"/>
                  <a:gd fmla="*/ 100 h 156" name="T111"/>
                  <a:gd fmla="*/ 146 w 157" name="T112"/>
                  <a:gd fmla="*/ 89 h 156" name="T113"/>
                  <a:gd fmla="*/ 78 w 157" name="T114"/>
                  <a:gd fmla="*/ 134 h 156" name="T115"/>
                  <a:gd fmla="*/ 78 w 157" name="T116"/>
                  <a:gd fmla="*/ 23 h 156" name="T117"/>
                  <a:gd fmla="*/ 78 w 157" name="T118"/>
                  <a:gd fmla="*/ 134 h 156" name="T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b="b" l="0" r="r" t="0"/>
                <a:pathLst>
                  <a:path h="156" w="157">
                    <a:moveTo>
                      <a:pt x="156" y="90"/>
                    </a:moveTo>
                    <a:cubicBezTo>
                      <a:pt x="157" y="86"/>
                      <a:pt x="157" y="82"/>
                      <a:pt x="157" y="78"/>
                    </a:cubicBezTo>
                    <a:cubicBezTo>
                      <a:pt x="157" y="74"/>
                      <a:pt x="157" y="69"/>
                      <a:pt x="156" y="65"/>
                    </a:cubicBezTo>
                    <a:cubicBezTo>
                      <a:pt x="146" y="67"/>
                      <a:pt x="146" y="67"/>
                      <a:pt x="146" y="67"/>
                    </a:cubicBezTo>
                    <a:cubicBezTo>
                      <a:pt x="146" y="64"/>
                      <a:pt x="145" y="61"/>
                      <a:pt x="144" y="58"/>
                    </a:cubicBezTo>
                    <a:cubicBezTo>
                      <a:pt x="154" y="55"/>
                      <a:pt x="154" y="55"/>
                      <a:pt x="154" y="55"/>
                    </a:cubicBezTo>
                    <a:cubicBezTo>
                      <a:pt x="151" y="47"/>
                      <a:pt x="147" y="40"/>
                      <a:pt x="143" y="33"/>
                    </a:cubicBezTo>
                    <a:cubicBezTo>
                      <a:pt x="135" y="38"/>
                      <a:pt x="135" y="38"/>
                      <a:pt x="135" y="38"/>
                    </a:cubicBezTo>
                    <a:cubicBezTo>
                      <a:pt x="133" y="36"/>
                      <a:pt x="131" y="34"/>
                      <a:pt x="129" y="31"/>
                    </a:cubicBezTo>
                    <a:cubicBezTo>
                      <a:pt x="136" y="25"/>
                      <a:pt x="136" y="25"/>
                      <a:pt x="136" y="25"/>
                    </a:cubicBezTo>
                    <a:cubicBezTo>
                      <a:pt x="134" y="23"/>
                      <a:pt x="134" y="23"/>
                      <a:pt x="134" y="23"/>
                    </a:cubicBezTo>
                    <a:cubicBezTo>
                      <a:pt x="134" y="22"/>
                      <a:pt x="133" y="21"/>
                      <a:pt x="132" y="21"/>
                    </a:cubicBezTo>
                    <a:cubicBezTo>
                      <a:pt x="130" y="18"/>
                      <a:pt x="130" y="18"/>
                      <a:pt x="130" y="18"/>
                    </a:cubicBezTo>
                    <a:cubicBezTo>
                      <a:pt x="129" y="18"/>
                      <a:pt x="128" y="17"/>
                      <a:pt x="127" y="16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0" y="16"/>
                      <a:pt x="107" y="15"/>
                      <a:pt x="104" y="14"/>
                    </a:cubicBezTo>
                    <a:cubicBezTo>
                      <a:pt x="108" y="5"/>
                      <a:pt x="108" y="5"/>
                      <a:pt x="108" y="5"/>
                    </a:cubicBezTo>
                    <a:cubicBezTo>
                      <a:pt x="102" y="3"/>
                      <a:pt x="102" y="3"/>
                      <a:pt x="102" y="3"/>
                    </a:cubicBezTo>
                    <a:cubicBezTo>
                      <a:pt x="100" y="2"/>
                      <a:pt x="98" y="2"/>
                      <a:pt x="96" y="1"/>
                    </a:cubicBezTo>
                    <a:cubicBezTo>
                      <a:pt x="94" y="1"/>
                      <a:pt x="94" y="1"/>
                      <a:pt x="94" y="1"/>
                    </a:cubicBezTo>
                    <a:cubicBezTo>
                      <a:pt x="94" y="1"/>
                      <a:pt x="93" y="1"/>
                      <a:pt x="93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83" y="9"/>
                      <a:pt x="83" y="9"/>
                      <a:pt x="83" y="9"/>
                    </a:cubicBezTo>
                    <a:cubicBezTo>
                      <a:pt x="81" y="9"/>
                      <a:pt x="80" y="9"/>
                      <a:pt x="78" y="9"/>
                    </a:cubicBezTo>
                    <a:cubicBezTo>
                      <a:pt x="77" y="9"/>
                      <a:pt x="75" y="9"/>
                      <a:pt x="74" y="9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2" y="0"/>
                      <a:pt x="71" y="0"/>
                      <a:pt x="70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4" y="1"/>
                      <a:pt x="63" y="1"/>
                      <a:pt x="63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59" y="2"/>
                      <a:pt x="57" y="2"/>
                      <a:pt x="55" y="3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53" y="14"/>
                      <a:pt x="53" y="14"/>
                      <a:pt x="53" y="14"/>
                    </a:cubicBezTo>
                    <a:cubicBezTo>
                      <a:pt x="50" y="15"/>
                      <a:pt x="47" y="16"/>
                      <a:pt x="45" y="18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9" y="17"/>
                      <a:pt x="28" y="18"/>
                      <a:pt x="27" y="18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1"/>
                      <a:pt x="23" y="22"/>
                      <a:pt x="23" y="23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6" y="34"/>
                      <a:pt x="24" y="36"/>
                      <a:pt x="22" y="38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4"/>
                      <a:pt x="13" y="35"/>
                      <a:pt x="12" y="36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0" y="39"/>
                      <a:pt x="10" y="40"/>
                      <a:pt x="9" y="41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7" y="46"/>
                      <a:pt x="6" y="47"/>
                      <a:pt x="5" y="49"/>
                    </a:cubicBezTo>
                    <a:cubicBezTo>
                      <a:pt x="5" y="51"/>
                      <a:pt x="4" y="53"/>
                      <a:pt x="3" y="55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2" y="61"/>
                      <a:pt x="11" y="64"/>
                      <a:pt x="11" y="67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0" y="69"/>
                      <a:pt x="0" y="74"/>
                      <a:pt x="0" y="78"/>
                    </a:cubicBezTo>
                    <a:cubicBezTo>
                      <a:pt x="0" y="82"/>
                      <a:pt x="0" y="86"/>
                      <a:pt x="1" y="90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1" y="92"/>
                      <a:pt x="12" y="94"/>
                      <a:pt x="13" y="97"/>
                    </a:cubicBezTo>
                    <a:cubicBezTo>
                      <a:pt x="3" y="100"/>
                      <a:pt x="3" y="100"/>
                      <a:pt x="3" y="100"/>
                    </a:cubicBezTo>
                    <a:cubicBezTo>
                      <a:pt x="4" y="102"/>
                      <a:pt x="5" y="104"/>
                      <a:pt x="5" y="106"/>
                    </a:cubicBezTo>
                    <a:cubicBezTo>
                      <a:pt x="6" y="108"/>
                      <a:pt x="7" y="110"/>
                      <a:pt x="8" y="112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10" y="115"/>
                      <a:pt x="10" y="116"/>
                      <a:pt x="11" y="117"/>
                    </a:cubicBezTo>
                    <a:cubicBezTo>
                      <a:pt x="12" y="120"/>
                      <a:pt x="12" y="120"/>
                      <a:pt x="12" y="120"/>
                    </a:cubicBezTo>
                    <a:cubicBezTo>
                      <a:pt x="13" y="121"/>
                      <a:pt x="14" y="122"/>
                      <a:pt x="14" y="122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4" y="119"/>
                      <a:pt x="26" y="122"/>
                      <a:pt x="28" y="124"/>
                    </a:cubicBezTo>
                    <a:cubicBezTo>
                      <a:pt x="21" y="130"/>
                      <a:pt x="21" y="130"/>
                      <a:pt x="21" y="130"/>
                    </a:cubicBezTo>
                    <a:cubicBezTo>
                      <a:pt x="23" y="133"/>
                      <a:pt x="23" y="133"/>
                      <a:pt x="23" y="133"/>
                    </a:cubicBezTo>
                    <a:cubicBezTo>
                      <a:pt x="23" y="133"/>
                      <a:pt x="24" y="134"/>
                      <a:pt x="25" y="135"/>
                    </a:cubicBezTo>
                    <a:cubicBezTo>
                      <a:pt x="27" y="137"/>
                      <a:pt x="27" y="137"/>
                      <a:pt x="27" y="137"/>
                    </a:cubicBezTo>
                    <a:cubicBezTo>
                      <a:pt x="28" y="138"/>
                      <a:pt x="29" y="138"/>
                      <a:pt x="30" y="139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40" y="146"/>
                      <a:pt x="40" y="146"/>
                      <a:pt x="40" y="146"/>
                    </a:cubicBezTo>
                    <a:cubicBezTo>
                      <a:pt x="45" y="138"/>
                      <a:pt x="45" y="138"/>
                      <a:pt x="45" y="138"/>
                    </a:cubicBezTo>
                    <a:cubicBezTo>
                      <a:pt x="47" y="139"/>
                      <a:pt x="50" y="140"/>
                      <a:pt x="53" y="141"/>
                    </a:cubicBezTo>
                    <a:cubicBezTo>
                      <a:pt x="49" y="150"/>
                      <a:pt x="49" y="150"/>
                      <a:pt x="49" y="150"/>
                    </a:cubicBezTo>
                    <a:cubicBezTo>
                      <a:pt x="55" y="153"/>
                      <a:pt x="55" y="153"/>
                      <a:pt x="55" y="153"/>
                    </a:cubicBezTo>
                    <a:cubicBezTo>
                      <a:pt x="57" y="153"/>
                      <a:pt x="59" y="154"/>
                      <a:pt x="61" y="154"/>
                    </a:cubicBezTo>
                    <a:cubicBezTo>
                      <a:pt x="63" y="154"/>
                      <a:pt x="63" y="154"/>
                      <a:pt x="63" y="154"/>
                    </a:cubicBezTo>
                    <a:cubicBezTo>
                      <a:pt x="63" y="155"/>
                      <a:pt x="64" y="155"/>
                      <a:pt x="64" y="155"/>
                    </a:cubicBezTo>
                    <a:cubicBezTo>
                      <a:pt x="67" y="155"/>
                      <a:pt x="67" y="155"/>
                      <a:pt x="67" y="155"/>
                    </a:cubicBezTo>
                    <a:cubicBezTo>
                      <a:pt x="70" y="156"/>
                      <a:pt x="70" y="156"/>
                      <a:pt x="70" y="156"/>
                    </a:cubicBezTo>
                    <a:cubicBezTo>
                      <a:pt x="71" y="156"/>
                      <a:pt x="72" y="156"/>
                      <a:pt x="73" y="156"/>
                    </a:cubicBezTo>
                    <a:cubicBezTo>
                      <a:pt x="74" y="146"/>
                      <a:pt x="74" y="146"/>
                      <a:pt x="74" y="146"/>
                    </a:cubicBezTo>
                    <a:cubicBezTo>
                      <a:pt x="75" y="146"/>
                      <a:pt x="77" y="146"/>
                      <a:pt x="78" y="146"/>
                    </a:cubicBezTo>
                    <a:cubicBezTo>
                      <a:pt x="80" y="146"/>
                      <a:pt x="81" y="146"/>
                      <a:pt x="83" y="146"/>
                    </a:cubicBezTo>
                    <a:cubicBezTo>
                      <a:pt x="84" y="156"/>
                      <a:pt x="84" y="156"/>
                      <a:pt x="84" y="156"/>
                    </a:cubicBezTo>
                    <a:cubicBezTo>
                      <a:pt x="85" y="156"/>
                      <a:pt x="86" y="156"/>
                      <a:pt x="87" y="156"/>
                    </a:cubicBezTo>
                    <a:cubicBezTo>
                      <a:pt x="90" y="155"/>
                      <a:pt x="90" y="155"/>
                      <a:pt x="90" y="155"/>
                    </a:cubicBezTo>
                    <a:cubicBezTo>
                      <a:pt x="93" y="155"/>
                      <a:pt x="93" y="155"/>
                      <a:pt x="93" y="155"/>
                    </a:cubicBezTo>
                    <a:cubicBezTo>
                      <a:pt x="93" y="155"/>
                      <a:pt x="94" y="155"/>
                      <a:pt x="94" y="154"/>
                    </a:cubicBezTo>
                    <a:cubicBezTo>
                      <a:pt x="96" y="154"/>
                      <a:pt x="96" y="154"/>
                      <a:pt x="96" y="154"/>
                    </a:cubicBezTo>
                    <a:cubicBezTo>
                      <a:pt x="98" y="154"/>
                      <a:pt x="100" y="153"/>
                      <a:pt x="102" y="153"/>
                    </a:cubicBezTo>
                    <a:cubicBezTo>
                      <a:pt x="108" y="150"/>
                      <a:pt x="108" y="150"/>
                      <a:pt x="108" y="150"/>
                    </a:cubicBezTo>
                    <a:cubicBezTo>
                      <a:pt x="104" y="141"/>
                      <a:pt x="104" y="141"/>
                      <a:pt x="104" y="141"/>
                    </a:cubicBezTo>
                    <a:cubicBezTo>
                      <a:pt x="107" y="140"/>
                      <a:pt x="110" y="139"/>
                      <a:pt x="112" y="138"/>
                    </a:cubicBezTo>
                    <a:cubicBezTo>
                      <a:pt x="117" y="146"/>
                      <a:pt x="117" y="146"/>
                      <a:pt x="117" y="146"/>
                    </a:cubicBezTo>
                    <a:cubicBezTo>
                      <a:pt x="122" y="143"/>
                      <a:pt x="122" y="143"/>
                      <a:pt x="122" y="143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8" y="138"/>
                      <a:pt x="129" y="138"/>
                      <a:pt x="130" y="137"/>
                    </a:cubicBezTo>
                    <a:cubicBezTo>
                      <a:pt x="132" y="135"/>
                      <a:pt x="132" y="135"/>
                      <a:pt x="132" y="135"/>
                    </a:cubicBezTo>
                    <a:cubicBezTo>
                      <a:pt x="133" y="134"/>
                      <a:pt x="134" y="133"/>
                      <a:pt x="134" y="133"/>
                    </a:cubicBezTo>
                    <a:cubicBezTo>
                      <a:pt x="136" y="130"/>
                      <a:pt x="136" y="130"/>
                      <a:pt x="136" y="130"/>
                    </a:cubicBezTo>
                    <a:cubicBezTo>
                      <a:pt x="129" y="124"/>
                      <a:pt x="129" y="124"/>
                      <a:pt x="129" y="124"/>
                    </a:cubicBezTo>
                    <a:cubicBezTo>
                      <a:pt x="131" y="122"/>
                      <a:pt x="133" y="119"/>
                      <a:pt x="135" y="117"/>
                    </a:cubicBezTo>
                    <a:cubicBezTo>
                      <a:pt x="143" y="122"/>
                      <a:pt x="143" y="122"/>
                      <a:pt x="143" y="122"/>
                    </a:cubicBezTo>
                    <a:cubicBezTo>
                      <a:pt x="147" y="116"/>
                      <a:pt x="151" y="108"/>
                      <a:pt x="154" y="100"/>
                    </a:cubicBezTo>
                    <a:cubicBezTo>
                      <a:pt x="144" y="97"/>
                      <a:pt x="144" y="97"/>
                      <a:pt x="144" y="97"/>
                    </a:cubicBezTo>
                    <a:cubicBezTo>
                      <a:pt x="145" y="94"/>
                      <a:pt x="146" y="92"/>
                      <a:pt x="146" y="89"/>
                    </a:cubicBezTo>
                    <a:lnTo>
                      <a:pt x="156" y="90"/>
                    </a:lnTo>
                    <a:close/>
                    <a:moveTo>
                      <a:pt x="78" y="134"/>
                    </a:moveTo>
                    <a:cubicBezTo>
                      <a:pt x="48" y="134"/>
                      <a:pt x="23" y="109"/>
                      <a:pt x="23" y="78"/>
                    </a:cubicBezTo>
                    <a:cubicBezTo>
                      <a:pt x="23" y="48"/>
                      <a:pt x="48" y="23"/>
                      <a:pt x="78" y="23"/>
                    </a:cubicBezTo>
                    <a:cubicBezTo>
                      <a:pt x="109" y="23"/>
                      <a:pt x="134" y="48"/>
                      <a:pt x="134" y="78"/>
                    </a:cubicBezTo>
                    <a:cubicBezTo>
                      <a:pt x="134" y="109"/>
                      <a:pt x="109" y="134"/>
                      <a:pt x="78" y="134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0dc2448-9959-4f6a-a693-51d6e6e89efc" id="91" name="íşļíḍé">
                <a:extLst>
                  <a:ext uri="{FF2B5EF4-FFF2-40B4-BE49-F238E27FC236}">
                    <a16:creationId id="{509125B3-3D71-EC45-5C0E-3249C60EC8C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969533" y="3914881"/>
                <a:ext cx="426799" cy="426798"/>
              </a:xfrm>
              <a:custGeom>
                <a:avLst/>
                <a:gdLst>
                  <a:gd fmla="*/ 45 w 91" name="T0"/>
                  <a:gd fmla="*/ 0 h 91" name="T1"/>
                  <a:gd fmla="*/ 0 w 91" name="T2"/>
                  <a:gd fmla="*/ 45 h 91" name="T3"/>
                  <a:gd fmla="*/ 45 w 91" name="T4"/>
                  <a:gd fmla="*/ 91 h 91" name="T5"/>
                  <a:gd fmla="*/ 91 w 91" name="T6"/>
                  <a:gd fmla="*/ 45 h 91" name="T7"/>
                  <a:gd fmla="*/ 45 w 91" name="T8"/>
                  <a:gd fmla="*/ 0 h 91" name="T9"/>
                  <a:gd fmla="*/ 45 w 91" name="T10"/>
                  <a:gd fmla="*/ 68 h 91" name="T11"/>
                  <a:gd fmla="*/ 22 w 91" name="T12"/>
                  <a:gd fmla="*/ 45 h 91" name="T13"/>
                  <a:gd fmla="*/ 45 w 91" name="T14"/>
                  <a:gd fmla="*/ 21 h 91" name="T15"/>
                  <a:gd fmla="*/ 69 w 91" name="T16"/>
                  <a:gd fmla="*/ 45 h 91" name="T17"/>
                  <a:gd fmla="*/ 45 w 91" name="T18"/>
                  <a:gd fmla="*/ 68 h 91" name="T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b="b" l="0" r="r" t="0"/>
                <a:pathLst>
                  <a:path h="91" w="91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70"/>
                      <a:pt x="20" y="91"/>
                      <a:pt x="45" y="91"/>
                    </a:cubicBezTo>
                    <a:cubicBezTo>
                      <a:pt x="70" y="91"/>
                      <a:pt x="91" y="70"/>
                      <a:pt x="91" y="45"/>
                    </a:cubicBezTo>
                    <a:cubicBezTo>
                      <a:pt x="91" y="20"/>
                      <a:pt x="70" y="0"/>
                      <a:pt x="45" y="0"/>
                    </a:cubicBezTo>
                    <a:close/>
                    <a:moveTo>
                      <a:pt x="45" y="68"/>
                    </a:moveTo>
                    <a:cubicBezTo>
                      <a:pt x="33" y="68"/>
                      <a:pt x="22" y="58"/>
                      <a:pt x="22" y="45"/>
                    </a:cubicBezTo>
                    <a:cubicBezTo>
                      <a:pt x="22" y="32"/>
                      <a:pt x="33" y="21"/>
                      <a:pt x="45" y="21"/>
                    </a:cubicBezTo>
                    <a:cubicBezTo>
                      <a:pt x="58" y="21"/>
                      <a:pt x="69" y="32"/>
                      <a:pt x="69" y="45"/>
                    </a:cubicBezTo>
                    <a:cubicBezTo>
                      <a:pt x="69" y="58"/>
                      <a:pt x="58" y="68"/>
                      <a:pt x="45" y="68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63c1e92-aeda-4f34-bfaa-dc887ab042da" id="92" name="ï$ḷîḍè">
                <a:extLst>
                  <a:ext uri="{FF2B5EF4-FFF2-40B4-BE49-F238E27FC236}">
                    <a16:creationId id="{C2FA37ED-99B6-FBE0-AF80-4C9DE824DE6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801546" y="2620407"/>
                <a:ext cx="525746" cy="599585"/>
              </a:xfrm>
              <a:custGeom>
                <a:avLst/>
                <a:gdLst>
                  <a:gd fmla="*/ 85 w 112" name="T0"/>
                  <a:gd fmla="*/ 39 h 128" name="T1"/>
                  <a:gd fmla="*/ 96 w 112" name="T2"/>
                  <a:gd fmla="*/ 54 h 128" name="T3"/>
                  <a:gd fmla="*/ 102 w 112" name="T4"/>
                  <a:gd fmla="*/ 72 h 128" name="T5"/>
                  <a:gd fmla="*/ 100 w 112" name="T6"/>
                  <a:gd fmla="*/ 94 h 128" name="T7"/>
                  <a:gd fmla="*/ 40 w 112" name="T8"/>
                  <a:gd fmla="*/ 128 h 128" name="T9"/>
                  <a:gd fmla="*/ 17 w 112" name="T10"/>
                  <a:gd fmla="*/ 90 h 128" name="T11"/>
                  <a:gd fmla="*/ 16 w 112" name="T12"/>
                  <a:gd fmla="*/ 68 h 128" name="T13"/>
                  <a:gd fmla="*/ 8 w 112" name="T14"/>
                  <a:gd fmla="*/ 25 h 128" name="T15"/>
                  <a:gd fmla="*/ 35 w 112" name="T16"/>
                  <a:gd fmla="*/ 27 h 128" name="T17"/>
                  <a:gd fmla="*/ 52 w 112" name="T18"/>
                  <a:gd fmla="*/ 44 h 128" name="T19"/>
                  <a:gd fmla="*/ 85 w 112" name="T20"/>
                  <a:gd fmla="*/ 39 h 128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128" w="112">
                    <a:moveTo>
                      <a:pt x="85" y="39"/>
                    </a:moveTo>
                    <a:cubicBezTo>
                      <a:pt x="85" y="39"/>
                      <a:pt x="98" y="42"/>
                      <a:pt x="96" y="54"/>
                    </a:cubicBezTo>
                    <a:cubicBezTo>
                      <a:pt x="96" y="54"/>
                      <a:pt x="107" y="60"/>
                      <a:pt x="102" y="72"/>
                    </a:cubicBezTo>
                    <a:cubicBezTo>
                      <a:pt x="102" y="72"/>
                      <a:pt x="112" y="83"/>
                      <a:pt x="100" y="94"/>
                    </a:cubicBezTo>
                    <a:cubicBezTo>
                      <a:pt x="88" y="105"/>
                      <a:pt x="40" y="128"/>
                      <a:pt x="40" y="128"/>
                    </a:cubicBezTo>
                    <a:cubicBezTo>
                      <a:pt x="17" y="90"/>
                      <a:pt x="17" y="90"/>
                      <a:pt x="17" y="90"/>
                    </a:cubicBezTo>
                    <a:cubicBezTo>
                      <a:pt x="17" y="90"/>
                      <a:pt x="12" y="79"/>
                      <a:pt x="16" y="68"/>
                    </a:cubicBezTo>
                    <a:cubicBezTo>
                      <a:pt x="19" y="58"/>
                      <a:pt x="16" y="36"/>
                      <a:pt x="8" y="25"/>
                    </a:cubicBezTo>
                    <a:cubicBezTo>
                      <a:pt x="0" y="14"/>
                      <a:pt x="28" y="0"/>
                      <a:pt x="35" y="27"/>
                    </a:cubicBezTo>
                    <a:cubicBezTo>
                      <a:pt x="42" y="53"/>
                      <a:pt x="44" y="52"/>
                      <a:pt x="52" y="44"/>
                    </a:cubicBezTo>
                    <a:cubicBezTo>
                      <a:pt x="60" y="36"/>
                      <a:pt x="73" y="22"/>
                      <a:pt x="85" y="39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2aff4c3-58ee-4178-9c15-53b0e4193e66" id="93" name="ís1íḑé">
                <a:extLst>
                  <a:ext uri="{FF2B5EF4-FFF2-40B4-BE49-F238E27FC236}">
                    <a16:creationId id="{BA1B5115-08C3-22F2-89BC-127C4A556FD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128160" y="3055579"/>
                <a:ext cx="262872" cy="299793"/>
              </a:xfrm>
              <a:custGeom>
                <a:avLst/>
                <a:gdLst>
                  <a:gd fmla="*/ 31 w 56" name="T0"/>
                  <a:gd fmla="*/ 4 h 64" name="T1"/>
                  <a:gd fmla="*/ 54 w 56" name="T2"/>
                  <a:gd fmla="*/ 42 h 64" name="T3"/>
                  <a:gd fmla="*/ 51 w 56" name="T4"/>
                  <a:gd fmla="*/ 52 h 64" name="T5"/>
                  <a:gd fmla="*/ 37 w 56" name="T6"/>
                  <a:gd fmla="*/ 62 h 64" name="T7"/>
                  <a:gd fmla="*/ 26 w 56" name="T8"/>
                  <a:gd fmla="*/ 60 h 64" name="T9"/>
                  <a:gd fmla="*/ 2 w 56" name="T10"/>
                  <a:gd fmla="*/ 23 h 64" name="T11"/>
                  <a:gd fmla="*/ 5 w 56" name="T12"/>
                  <a:gd fmla="*/ 12 h 64" name="T13"/>
                  <a:gd fmla="*/ 20 w 56" name="T14"/>
                  <a:gd fmla="*/ 3 h 64" name="T15"/>
                  <a:gd fmla="*/ 31 w 56" name="T16"/>
                  <a:gd fmla="*/ 4 h 64" name="T17"/>
                  <a:gd fmla="*/ 40 w 56" name="T18"/>
                  <a:gd fmla="*/ 45 h 64" name="T19"/>
                  <a:gd fmla="*/ 32 w 56" name="T20"/>
                  <a:gd fmla="*/ 44 h 64" name="T21"/>
                  <a:gd fmla="*/ 30 w 56" name="T22"/>
                  <a:gd fmla="*/ 52 h 64" name="T23"/>
                  <a:gd fmla="*/ 38 w 56" name="T24"/>
                  <a:gd fmla="*/ 53 h 64" name="T25"/>
                  <a:gd fmla="*/ 40 w 56" name="T26"/>
                  <a:gd fmla="*/ 45 h 64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64" w="56">
                    <a:moveTo>
                      <a:pt x="31" y="4"/>
                    </a:moveTo>
                    <a:cubicBezTo>
                      <a:pt x="54" y="42"/>
                      <a:pt x="54" y="42"/>
                      <a:pt x="54" y="42"/>
                    </a:cubicBezTo>
                    <a:cubicBezTo>
                      <a:pt x="56" y="45"/>
                      <a:pt x="55" y="50"/>
                      <a:pt x="51" y="5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64"/>
                      <a:pt x="28" y="63"/>
                      <a:pt x="26" y="60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0" y="19"/>
                      <a:pt x="1" y="15"/>
                      <a:pt x="5" y="1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4" y="0"/>
                      <a:pt x="28" y="1"/>
                      <a:pt x="31" y="4"/>
                    </a:cubicBezTo>
                    <a:close/>
                    <a:moveTo>
                      <a:pt x="40" y="45"/>
                    </a:moveTo>
                    <a:cubicBezTo>
                      <a:pt x="39" y="43"/>
                      <a:pt x="35" y="42"/>
                      <a:pt x="32" y="44"/>
                    </a:cubicBezTo>
                    <a:cubicBezTo>
                      <a:pt x="30" y="46"/>
                      <a:pt x="29" y="49"/>
                      <a:pt x="30" y="52"/>
                    </a:cubicBezTo>
                    <a:cubicBezTo>
                      <a:pt x="32" y="54"/>
                      <a:pt x="35" y="55"/>
                      <a:pt x="38" y="53"/>
                    </a:cubicBezTo>
                    <a:cubicBezTo>
                      <a:pt x="41" y="51"/>
                      <a:pt x="42" y="48"/>
                      <a:pt x="40" y="45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cc19a58-dafd-47c7-85e9-441d1db5c371" id="94" name="îśḷíḍé">
                <a:extLst>
                  <a:ext uri="{FF2B5EF4-FFF2-40B4-BE49-F238E27FC236}">
                    <a16:creationId id="{78C43F72-A06A-8E06-F8B7-81586F5D120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564530" y="2959197"/>
                <a:ext cx="468149" cy="426798"/>
              </a:xfrm>
              <a:custGeom>
                <a:avLst/>
                <a:gdLst>
                  <a:gd fmla="*/ 43 w 100" name="T0"/>
                  <a:gd fmla="*/ 9 h 91" name="T1"/>
                  <a:gd fmla="*/ 76 w 100" name="T2"/>
                  <a:gd fmla="*/ 10 h 91" name="T3"/>
                  <a:gd fmla="*/ 77 w 100" name="T4"/>
                  <a:gd fmla="*/ 11 h 91" name="T5"/>
                  <a:gd fmla="*/ 77 w 100" name="T6"/>
                  <a:gd fmla="*/ 11 h 91" name="T7"/>
                  <a:gd fmla="*/ 82 w 100" name="T8"/>
                  <a:gd fmla="*/ 85 h 91" name="T9"/>
                  <a:gd fmla="*/ 38 w 100" name="T10"/>
                  <a:gd fmla="*/ 89 h 91" name="T11"/>
                  <a:gd fmla="*/ 14 w 100" name="T12"/>
                  <a:gd fmla="*/ 79 h 91" name="T13"/>
                  <a:gd fmla="*/ 14 w 100" name="T14"/>
                  <a:gd fmla="*/ 78 h 91" name="T15"/>
                  <a:gd fmla="*/ 8 w 100" name="T16"/>
                  <a:gd fmla="*/ 74 h 91" name="T17"/>
                  <a:gd fmla="*/ 8 w 100" name="T18"/>
                  <a:gd fmla="*/ 74 h 91" name="T19"/>
                  <a:gd fmla="*/ 10 w 100" name="T20"/>
                  <a:gd fmla="*/ 42 h 91" name="T21"/>
                  <a:gd fmla="*/ 42 w 100" name="T22"/>
                  <a:gd fmla="*/ 42 h 91" name="T23"/>
                  <a:gd fmla="*/ 42 w 100" name="T24"/>
                  <a:gd fmla="*/ 42 h 91" name="T25"/>
                  <a:gd fmla="*/ 42 w 100" name="T26"/>
                  <a:gd fmla="*/ 42 h 91" name="T27"/>
                  <a:gd fmla="*/ 43 w 100" name="T28"/>
                  <a:gd fmla="*/ 9 h 91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91" w="100">
                    <a:moveTo>
                      <a:pt x="43" y="9"/>
                    </a:moveTo>
                    <a:cubicBezTo>
                      <a:pt x="53" y="0"/>
                      <a:pt x="67" y="1"/>
                      <a:pt x="76" y="10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81" y="16"/>
                      <a:pt x="100" y="41"/>
                      <a:pt x="82" y="85"/>
                    </a:cubicBezTo>
                    <a:cubicBezTo>
                      <a:pt x="64" y="91"/>
                      <a:pt x="49" y="91"/>
                      <a:pt x="38" y="89"/>
                    </a:cubicBezTo>
                    <a:cubicBezTo>
                      <a:pt x="26" y="87"/>
                      <a:pt x="18" y="82"/>
                      <a:pt x="14" y="79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1" y="76"/>
                      <a:pt x="9" y="75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0" y="64"/>
                      <a:pt x="1" y="50"/>
                      <a:pt x="10" y="42"/>
                    </a:cubicBezTo>
                    <a:cubicBezTo>
                      <a:pt x="19" y="33"/>
                      <a:pt x="34" y="34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33" y="33"/>
                      <a:pt x="34" y="18"/>
                      <a:pt x="43" y="9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c20617a-5c0e-4e29-bd8c-16916c96ac06" id="95" name="îṡľiďe">
                <a:extLst>
                  <a:ext uri="{FF2B5EF4-FFF2-40B4-BE49-F238E27FC236}">
                    <a16:creationId id="{0A79E795-D13B-1A71-504E-ACAF1E514CF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588111" y="2488984"/>
                <a:ext cx="422367" cy="317515"/>
              </a:xfrm>
              <a:custGeom>
                <a:avLst/>
                <a:gdLst>
                  <a:gd fmla="*/ 56 w 90" name="T0"/>
                  <a:gd fmla="*/ 56 h 68" name="T1"/>
                  <a:gd fmla="*/ 43 w 90" name="T2"/>
                  <a:gd fmla="*/ 62 h 68" name="T3"/>
                  <a:gd fmla="*/ 30 w 90" name="T4"/>
                  <a:gd fmla="*/ 63 h 68" name="T5"/>
                  <a:gd fmla="*/ 15 w 90" name="T6"/>
                  <a:gd fmla="*/ 59 h 68" name="T7"/>
                  <a:gd fmla="*/ 0 w 90" name="T8"/>
                  <a:gd fmla="*/ 12 h 68" name="T9"/>
                  <a:gd fmla="*/ 30 w 90" name="T10"/>
                  <a:gd fmla="*/ 1 h 68" name="T11"/>
                  <a:gd fmla="*/ 45 w 90" name="T12"/>
                  <a:gd fmla="*/ 4 h 68" name="T13"/>
                  <a:gd fmla="*/ 76 w 90" name="T14"/>
                  <a:gd fmla="*/ 5 h 68" name="T15"/>
                  <a:gd fmla="*/ 71 w 90" name="T16"/>
                  <a:gd fmla="*/ 23 h 68" name="T17"/>
                  <a:gd fmla="*/ 57 w 90" name="T18"/>
                  <a:gd fmla="*/ 33 h 68" name="T19"/>
                  <a:gd fmla="*/ 56 w 90" name="T20"/>
                  <a:gd fmla="*/ 56 h 68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68" w="90">
                    <a:moveTo>
                      <a:pt x="56" y="56"/>
                    </a:moveTo>
                    <a:cubicBezTo>
                      <a:pt x="56" y="56"/>
                      <a:pt x="51" y="65"/>
                      <a:pt x="43" y="62"/>
                    </a:cubicBezTo>
                    <a:cubicBezTo>
                      <a:pt x="43" y="62"/>
                      <a:pt x="38" y="68"/>
                      <a:pt x="30" y="63"/>
                    </a:cubicBezTo>
                    <a:cubicBezTo>
                      <a:pt x="30" y="63"/>
                      <a:pt x="21" y="68"/>
                      <a:pt x="15" y="59"/>
                    </a:cubicBezTo>
                    <a:cubicBezTo>
                      <a:pt x="9" y="49"/>
                      <a:pt x="0" y="12"/>
                      <a:pt x="0" y="12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8" y="0"/>
                      <a:pt x="45" y="4"/>
                    </a:cubicBezTo>
                    <a:cubicBezTo>
                      <a:pt x="52" y="8"/>
                      <a:pt x="67" y="9"/>
                      <a:pt x="76" y="5"/>
                    </a:cubicBezTo>
                    <a:cubicBezTo>
                      <a:pt x="85" y="1"/>
                      <a:pt x="90" y="22"/>
                      <a:pt x="71" y="23"/>
                    </a:cubicBezTo>
                    <a:cubicBezTo>
                      <a:pt x="52" y="24"/>
                      <a:pt x="52" y="26"/>
                      <a:pt x="57" y="33"/>
                    </a:cubicBezTo>
                    <a:cubicBezTo>
                      <a:pt x="61" y="39"/>
                      <a:pt x="69" y="50"/>
                      <a:pt x="56" y="56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f568f4b-44cf-4153-80a1-18b0b9d32bc6" id="96" name="ïṡļïḍe">
                <a:extLst>
                  <a:ext uri="{FF2B5EF4-FFF2-40B4-BE49-F238E27FC236}">
                    <a16:creationId id="{F7C2FF9A-2C46-14AA-4C63-DFE83E6F763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877103" y="2382159"/>
                <a:ext cx="211184" cy="163927"/>
              </a:xfrm>
              <a:custGeom>
                <a:avLst/>
                <a:gdLst>
                  <a:gd fmla="*/ 41 w 45" name="T0"/>
                  <a:gd fmla="*/ 23 h 35" name="T1"/>
                  <a:gd fmla="*/ 12 w 45" name="T2"/>
                  <a:gd fmla="*/ 34 h 35" name="T3"/>
                  <a:gd fmla="*/ 5 w 45" name="T4"/>
                  <a:gd fmla="*/ 31 h 35" name="T5"/>
                  <a:gd fmla="*/ 1 w 45" name="T6"/>
                  <a:gd fmla="*/ 19 h 35" name="T7"/>
                  <a:gd fmla="*/ 3 w 45" name="T8"/>
                  <a:gd fmla="*/ 12 h 35" name="T9"/>
                  <a:gd fmla="*/ 33 w 45" name="T10"/>
                  <a:gd fmla="*/ 1 h 35" name="T11"/>
                  <a:gd fmla="*/ 39 w 45" name="T12"/>
                  <a:gd fmla="*/ 5 h 35" name="T13"/>
                  <a:gd fmla="*/ 44 w 45" name="T14"/>
                  <a:gd fmla="*/ 16 h 35" name="T15"/>
                  <a:gd fmla="*/ 41 w 45" name="T16"/>
                  <a:gd fmla="*/ 23 h 35" name="T17"/>
                  <a:gd fmla="*/ 11 w 45" name="T18"/>
                  <a:gd fmla="*/ 24 h 35" name="T19"/>
                  <a:gd fmla="*/ 13 w 45" name="T20"/>
                  <a:gd fmla="*/ 19 h 35" name="T21"/>
                  <a:gd fmla="*/ 8 w 45" name="T22"/>
                  <a:gd fmla="*/ 16 h 35" name="T23"/>
                  <a:gd fmla="*/ 6 w 45" name="T24"/>
                  <a:gd fmla="*/ 22 h 35" name="T25"/>
                  <a:gd fmla="*/ 11 w 45" name="T26"/>
                  <a:gd fmla="*/ 24 h 35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35" w="45">
                    <a:moveTo>
                      <a:pt x="41" y="23"/>
                    </a:moveTo>
                    <a:cubicBezTo>
                      <a:pt x="12" y="34"/>
                      <a:pt x="12" y="34"/>
                      <a:pt x="12" y="34"/>
                    </a:cubicBezTo>
                    <a:cubicBezTo>
                      <a:pt x="9" y="35"/>
                      <a:pt x="6" y="34"/>
                      <a:pt x="5" y="3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6"/>
                      <a:pt x="1" y="13"/>
                      <a:pt x="3" y="12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5" y="0"/>
                      <a:pt x="38" y="2"/>
                      <a:pt x="39" y="5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5" y="19"/>
                      <a:pt x="44" y="22"/>
                      <a:pt x="41" y="23"/>
                    </a:cubicBezTo>
                    <a:close/>
                    <a:moveTo>
                      <a:pt x="11" y="24"/>
                    </a:moveTo>
                    <a:cubicBezTo>
                      <a:pt x="13" y="24"/>
                      <a:pt x="14" y="21"/>
                      <a:pt x="13" y="19"/>
                    </a:cubicBezTo>
                    <a:cubicBezTo>
                      <a:pt x="13" y="17"/>
                      <a:pt x="10" y="15"/>
                      <a:pt x="8" y="16"/>
                    </a:cubicBezTo>
                    <a:cubicBezTo>
                      <a:pt x="6" y="17"/>
                      <a:pt x="5" y="19"/>
                      <a:pt x="6" y="22"/>
                    </a:cubicBezTo>
                    <a:cubicBezTo>
                      <a:pt x="7" y="24"/>
                      <a:pt x="9" y="25"/>
                      <a:pt x="11" y="24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e2bfb36-e87a-417c-8e5c-a52bbfb46f08" id="97" name="iṩļîḓé">
                <a:extLst>
                  <a:ext uri="{FF2B5EF4-FFF2-40B4-BE49-F238E27FC236}">
                    <a16:creationId id="{5FA77BE0-906A-B115-8C71-23F9223CD1D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168215" y="4632654"/>
                <a:ext cx="525746" cy="599585"/>
              </a:xfrm>
              <a:custGeom>
                <a:avLst/>
                <a:gdLst>
                  <a:gd fmla="*/ 27 w 112" name="T0"/>
                  <a:gd fmla="*/ 39 h 128" name="T1"/>
                  <a:gd fmla="*/ 16 w 112" name="T2"/>
                  <a:gd fmla="*/ 54 h 128" name="T3"/>
                  <a:gd fmla="*/ 9 w 112" name="T4"/>
                  <a:gd fmla="*/ 72 h 128" name="T5"/>
                  <a:gd fmla="*/ 12 w 112" name="T6"/>
                  <a:gd fmla="*/ 94 h 128" name="T7"/>
                  <a:gd fmla="*/ 71 w 112" name="T8"/>
                  <a:gd fmla="*/ 128 h 128" name="T9"/>
                  <a:gd fmla="*/ 95 w 112" name="T10"/>
                  <a:gd fmla="*/ 90 h 128" name="T11"/>
                  <a:gd fmla="*/ 96 w 112" name="T12"/>
                  <a:gd fmla="*/ 69 h 128" name="T13"/>
                  <a:gd fmla="*/ 104 w 112" name="T14"/>
                  <a:gd fmla="*/ 25 h 128" name="T15"/>
                  <a:gd fmla="*/ 77 w 112" name="T16"/>
                  <a:gd fmla="*/ 27 h 128" name="T17"/>
                  <a:gd fmla="*/ 60 w 112" name="T18"/>
                  <a:gd fmla="*/ 44 h 128" name="T19"/>
                  <a:gd fmla="*/ 27 w 112" name="T20"/>
                  <a:gd fmla="*/ 39 h 128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128" w="112">
                    <a:moveTo>
                      <a:pt x="27" y="39"/>
                    </a:moveTo>
                    <a:cubicBezTo>
                      <a:pt x="27" y="39"/>
                      <a:pt x="14" y="42"/>
                      <a:pt x="16" y="54"/>
                    </a:cubicBezTo>
                    <a:cubicBezTo>
                      <a:pt x="16" y="54"/>
                      <a:pt x="5" y="60"/>
                      <a:pt x="9" y="72"/>
                    </a:cubicBezTo>
                    <a:cubicBezTo>
                      <a:pt x="9" y="72"/>
                      <a:pt x="0" y="83"/>
                      <a:pt x="12" y="94"/>
                    </a:cubicBezTo>
                    <a:cubicBezTo>
                      <a:pt x="23" y="105"/>
                      <a:pt x="71" y="128"/>
                      <a:pt x="71" y="128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5" y="90"/>
                      <a:pt x="99" y="79"/>
                      <a:pt x="96" y="69"/>
                    </a:cubicBezTo>
                    <a:cubicBezTo>
                      <a:pt x="92" y="58"/>
                      <a:pt x="96" y="36"/>
                      <a:pt x="104" y="25"/>
                    </a:cubicBezTo>
                    <a:cubicBezTo>
                      <a:pt x="112" y="14"/>
                      <a:pt x="84" y="0"/>
                      <a:pt x="77" y="27"/>
                    </a:cubicBezTo>
                    <a:cubicBezTo>
                      <a:pt x="70" y="53"/>
                      <a:pt x="67" y="52"/>
                      <a:pt x="60" y="44"/>
                    </a:cubicBezTo>
                    <a:cubicBezTo>
                      <a:pt x="52" y="36"/>
                      <a:pt x="39" y="22"/>
                      <a:pt x="27" y="39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b5fabb6-58cb-4eb4-9076-3eda7d93d5d6" id="98" name="iŝļíḑê">
                <a:extLst>
                  <a:ext uri="{FF2B5EF4-FFF2-40B4-BE49-F238E27FC236}">
                    <a16:creationId id="{998DE6B4-2B45-90F0-DD43-98393DB1530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056513" y="5028441"/>
                <a:ext cx="267303" cy="299793"/>
              </a:xfrm>
              <a:custGeom>
                <a:avLst/>
                <a:gdLst>
                  <a:gd fmla="*/ 37 w 57" name="T0"/>
                  <a:gd fmla="*/ 3 h 64" name="T1"/>
                  <a:gd fmla="*/ 52 w 57" name="T2"/>
                  <a:gd fmla="*/ 12 h 64" name="T3"/>
                  <a:gd fmla="*/ 55 w 57" name="T4"/>
                  <a:gd fmla="*/ 23 h 64" name="T5"/>
                  <a:gd fmla="*/ 31 w 57" name="T6"/>
                  <a:gd fmla="*/ 60 h 64" name="T7"/>
                  <a:gd fmla="*/ 20 w 57" name="T8"/>
                  <a:gd fmla="*/ 62 h 64" name="T9"/>
                  <a:gd fmla="*/ 5 w 57" name="T10"/>
                  <a:gd fmla="*/ 52 h 64" name="T11"/>
                  <a:gd fmla="*/ 2 w 57" name="T12"/>
                  <a:gd fmla="*/ 42 h 64" name="T13"/>
                  <a:gd fmla="*/ 26 w 57" name="T14"/>
                  <a:gd fmla="*/ 5 h 64" name="T15"/>
                  <a:gd fmla="*/ 37 w 57" name="T16"/>
                  <a:gd fmla="*/ 3 h 64" name="T17"/>
                  <a:gd fmla="*/ 19 w 57" name="T18"/>
                  <a:gd fmla="*/ 53 h 64" name="T19"/>
                  <a:gd fmla="*/ 27 w 57" name="T20"/>
                  <a:gd fmla="*/ 52 h 64" name="T21"/>
                  <a:gd fmla="*/ 24 w 57" name="T22"/>
                  <a:gd fmla="*/ 44 h 64" name="T23"/>
                  <a:gd fmla="*/ 16 w 57" name="T24"/>
                  <a:gd fmla="*/ 45 h 64" name="T25"/>
                  <a:gd fmla="*/ 19 w 57" name="T26"/>
                  <a:gd fmla="*/ 53 h 64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64" w="57">
                    <a:moveTo>
                      <a:pt x="37" y="3"/>
                    </a:moveTo>
                    <a:cubicBezTo>
                      <a:pt x="52" y="12"/>
                      <a:pt x="52" y="12"/>
                      <a:pt x="52" y="12"/>
                    </a:cubicBezTo>
                    <a:cubicBezTo>
                      <a:pt x="55" y="15"/>
                      <a:pt x="57" y="19"/>
                      <a:pt x="55" y="23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29" y="63"/>
                      <a:pt x="24" y="64"/>
                      <a:pt x="20" y="62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2" y="50"/>
                      <a:pt x="0" y="45"/>
                      <a:pt x="2" y="42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8" y="1"/>
                      <a:pt x="33" y="0"/>
                      <a:pt x="37" y="3"/>
                    </a:cubicBezTo>
                    <a:close/>
                    <a:moveTo>
                      <a:pt x="19" y="53"/>
                    </a:moveTo>
                    <a:cubicBezTo>
                      <a:pt x="21" y="55"/>
                      <a:pt x="25" y="54"/>
                      <a:pt x="27" y="52"/>
                    </a:cubicBezTo>
                    <a:cubicBezTo>
                      <a:pt x="28" y="49"/>
                      <a:pt x="27" y="46"/>
                      <a:pt x="24" y="44"/>
                    </a:cubicBezTo>
                    <a:cubicBezTo>
                      <a:pt x="22" y="42"/>
                      <a:pt x="18" y="43"/>
                      <a:pt x="16" y="45"/>
                    </a:cubicBezTo>
                    <a:cubicBezTo>
                      <a:pt x="15" y="48"/>
                      <a:pt x="16" y="51"/>
                      <a:pt x="19" y="53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4471cea-5011-4404-a3c6-4dcb451276a9" id="99" name="ïṣḷíḋê">
                <a:extLst>
                  <a:ext uri="{FF2B5EF4-FFF2-40B4-BE49-F238E27FC236}">
                    <a16:creationId id="{86D4D833-3345-43B2-CBF1-534838BA2BB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32433" y="4835960"/>
                <a:ext cx="465197" cy="426798"/>
              </a:xfrm>
              <a:custGeom>
                <a:avLst/>
                <a:gdLst>
                  <a:gd fmla="*/ 56 w 99" name="T0"/>
                  <a:gd fmla="*/ 9 h 91" name="T1"/>
                  <a:gd fmla="*/ 24 w 99" name="T2"/>
                  <a:gd fmla="*/ 10 h 91" name="T3"/>
                  <a:gd fmla="*/ 23 w 99" name="T4"/>
                  <a:gd fmla="*/ 11 h 91" name="T5"/>
                  <a:gd fmla="*/ 23 w 99" name="T6"/>
                  <a:gd fmla="*/ 11 h 91" name="T7"/>
                  <a:gd fmla="*/ 18 w 99" name="T8"/>
                  <a:gd fmla="*/ 85 h 91" name="T9"/>
                  <a:gd fmla="*/ 62 w 99" name="T10"/>
                  <a:gd fmla="*/ 89 h 91" name="T11"/>
                  <a:gd fmla="*/ 86 w 99" name="T12"/>
                  <a:gd fmla="*/ 79 h 91" name="T13"/>
                  <a:gd fmla="*/ 86 w 99" name="T14"/>
                  <a:gd fmla="*/ 78 h 91" name="T15"/>
                  <a:gd fmla="*/ 91 w 99" name="T16"/>
                  <a:gd fmla="*/ 74 h 91" name="T17"/>
                  <a:gd fmla="*/ 92 w 99" name="T18"/>
                  <a:gd fmla="*/ 74 h 91" name="T19"/>
                  <a:gd fmla="*/ 89 w 99" name="T20"/>
                  <a:gd fmla="*/ 42 h 91" name="T21"/>
                  <a:gd fmla="*/ 57 w 99" name="T22"/>
                  <a:gd fmla="*/ 42 h 91" name="T23"/>
                  <a:gd fmla="*/ 57 w 99" name="T24"/>
                  <a:gd fmla="*/ 42 h 91" name="T25"/>
                  <a:gd fmla="*/ 58 w 99" name="T26"/>
                  <a:gd fmla="*/ 42 h 91" name="T27"/>
                  <a:gd fmla="*/ 56 w 99" name="T28"/>
                  <a:gd fmla="*/ 9 h 91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91" w="99">
                    <a:moveTo>
                      <a:pt x="56" y="9"/>
                    </a:moveTo>
                    <a:cubicBezTo>
                      <a:pt x="47" y="0"/>
                      <a:pt x="32" y="1"/>
                      <a:pt x="24" y="10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6"/>
                      <a:pt x="0" y="41"/>
                      <a:pt x="18" y="85"/>
                    </a:cubicBezTo>
                    <a:cubicBezTo>
                      <a:pt x="36" y="91"/>
                      <a:pt x="51" y="91"/>
                      <a:pt x="62" y="89"/>
                    </a:cubicBezTo>
                    <a:cubicBezTo>
                      <a:pt x="73" y="87"/>
                      <a:pt x="81" y="82"/>
                      <a:pt x="86" y="79"/>
                    </a:cubicBezTo>
                    <a:cubicBezTo>
                      <a:pt x="86" y="78"/>
                      <a:pt x="86" y="78"/>
                      <a:pt x="86" y="78"/>
                    </a:cubicBezTo>
                    <a:cubicBezTo>
                      <a:pt x="89" y="76"/>
                      <a:pt x="91" y="75"/>
                      <a:pt x="91" y="74"/>
                    </a:cubicBezTo>
                    <a:cubicBezTo>
                      <a:pt x="92" y="74"/>
                      <a:pt x="92" y="74"/>
                      <a:pt x="92" y="74"/>
                    </a:cubicBezTo>
                    <a:cubicBezTo>
                      <a:pt x="99" y="64"/>
                      <a:pt x="99" y="50"/>
                      <a:pt x="89" y="42"/>
                    </a:cubicBezTo>
                    <a:cubicBezTo>
                      <a:pt x="80" y="33"/>
                      <a:pt x="66" y="34"/>
                      <a:pt x="57" y="42"/>
                    </a:cubicBezTo>
                    <a:cubicBezTo>
                      <a:pt x="57" y="42"/>
                      <a:pt x="57" y="42"/>
                      <a:pt x="57" y="42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66" y="33"/>
                      <a:pt x="66" y="18"/>
                      <a:pt x="56" y="9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e8c87f2-363f-4342-97d3-70de34308505" id="100" name="îşľïḑê">
                <a:extLst>
                  <a:ext uri="{FF2B5EF4-FFF2-40B4-BE49-F238E27FC236}">
                    <a16:creationId id="{C00C0C08-CB77-26BF-57DC-D65F5A536B5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933856" y="4196497"/>
                <a:ext cx="313083" cy="314561"/>
              </a:xfrm>
              <a:custGeom>
                <a:avLst/>
                <a:gdLst>
                  <a:gd fmla="*/ 10 w 67" name="T0"/>
                  <a:gd fmla="*/ 21 h 67" name="T1"/>
                  <a:gd fmla="*/ 5 w 67" name="T2"/>
                  <a:gd fmla="*/ 45 h 67" name="T3"/>
                  <a:gd fmla="*/ 6 w 67" name="T4"/>
                  <a:gd fmla="*/ 45 h 67" name="T5"/>
                  <a:gd fmla="*/ 6 w 67" name="T6"/>
                  <a:gd fmla="*/ 45 h 67" name="T7"/>
                  <a:gd fmla="*/ 56 w 67" name="T8"/>
                  <a:gd fmla="*/ 62 h 67" name="T9"/>
                  <a:gd fmla="*/ 67 w 67" name="T10"/>
                  <a:gd fmla="*/ 32 h 67" name="T11"/>
                  <a:gd fmla="*/ 64 w 67" name="T12"/>
                  <a:gd fmla="*/ 14 h 67" name="T13"/>
                  <a:gd fmla="*/ 64 w 67" name="T14"/>
                  <a:gd fmla="*/ 14 h 67" name="T15"/>
                  <a:gd fmla="*/ 62 w 67" name="T16"/>
                  <a:gd fmla="*/ 9 h 67" name="T17"/>
                  <a:gd fmla="*/ 62 w 67" name="T18"/>
                  <a:gd fmla="*/ 9 h 67" name="T19"/>
                  <a:gd fmla="*/ 39 w 67" name="T20"/>
                  <a:gd fmla="*/ 5 h 67" name="T21"/>
                  <a:gd fmla="*/ 34 w 67" name="T22"/>
                  <a:gd fmla="*/ 27 h 67" name="T23"/>
                  <a:gd fmla="*/ 34 w 67" name="T24"/>
                  <a:gd fmla="*/ 27 h 67" name="T25"/>
                  <a:gd fmla="*/ 33 w 67" name="T26"/>
                  <a:gd fmla="*/ 27 h 67" name="T27"/>
                  <a:gd fmla="*/ 10 w 67" name="T28"/>
                  <a:gd fmla="*/ 21 h 67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67" w="67">
                    <a:moveTo>
                      <a:pt x="10" y="21"/>
                    </a:moveTo>
                    <a:cubicBezTo>
                      <a:pt x="3" y="26"/>
                      <a:pt x="0" y="37"/>
                      <a:pt x="5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8" y="49"/>
                      <a:pt x="22" y="67"/>
                      <a:pt x="56" y="62"/>
                    </a:cubicBezTo>
                    <a:cubicBezTo>
                      <a:pt x="64" y="51"/>
                      <a:pt x="66" y="41"/>
                      <a:pt x="67" y="32"/>
                    </a:cubicBezTo>
                    <a:cubicBezTo>
                      <a:pt x="67" y="24"/>
                      <a:pt x="66" y="18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3" y="11"/>
                      <a:pt x="62" y="10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57" y="2"/>
                      <a:pt x="47" y="0"/>
                      <a:pt x="39" y="5"/>
                    </a:cubicBezTo>
                    <a:cubicBezTo>
                      <a:pt x="32" y="9"/>
                      <a:pt x="29" y="19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29" y="19"/>
                      <a:pt x="18" y="17"/>
                      <a:pt x="10" y="21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40ef2d7-1755-4bbd-97eb-7547fedd2913" id="101" name="ïṡḻïďè">
                <a:extLst>
                  <a:ext uri="{FF2B5EF4-FFF2-40B4-BE49-F238E27FC236}">
                    <a16:creationId id="{B6BB70A0-6C11-35FD-1D61-D6CA861386B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798643" y="3213678"/>
                <a:ext cx="398738" cy="772373"/>
              </a:xfrm>
              <a:custGeom>
                <a:avLst/>
                <a:gdLst>
                  <a:gd fmla="*/ 65 w 85" name="T0"/>
                  <a:gd fmla="*/ 6 h 165" name="T1"/>
                  <a:gd fmla="*/ 18 w 85" name="T2"/>
                  <a:gd fmla="*/ 165 h 165" name="T3"/>
                  <a:gd fmla="*/ 0 w 85" name="T4"/>
                  <a:gd fmla="*/ 157 h 165" name="T5"/>
                  <a:gd fmla="*/ 52 w 85" name="T6"/>
                  <a:gd fmla="*/ 35 h 165" name="T7"/>
                  <a:gd fmla="*/ 49 w 85" name="T8"/>
                  <a:gd fmla="*/ 0 h 165" name="T9"/>
                  <a:gd fmla="*/ 65 w 85" name="T10"/>
                  <a:gd fmla="*/ 6 h 165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165" w="85">
                    <a:moveTo>
                      <a:pt x="65" y="6"/>
                    </a:moveTo>
                    <a:cubicBezTo>
                      <a:pt x="85" y="35"/>
                      <a:pt x="71" y="120"/>
                      <a:pt x="18" y="165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26" y="124"/>
                      <a:pt x="47" y="77"/>
                      <a:pt x="52" y="35"/>
                    </a:cubicBezTo>
                    <a:cubicBezTo>
                      <a:pt x="53" y="23"/>
                      <a:pt x="54" y="11"/>
                      <a:pt x="49" y="0"/>
                    </a:cubicBezTo>
                    <a:lnTo>
                      <a:pt x="65" y="6"/>
                    </a:lnTo>
                    <a:close/>
                  </a:path>
                </a:pathLst>
              </a:custGeom>
              <a:solidFill>
                <a:srgbClr val="DD1B4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bbcb950-a053-4009-bbbf-314a0a8e5c55" id="102" name="iṥļíḑe">
                <a:extLst>
                  <a:ext uri="{FF2B5EF4-FFF2-40B4-BE49-F238E27FC236}">
                    <a16:creationId id="{70CC2181-C45C-6A47-1190-870E8665D4A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948476" y="3170034"/>
                <a:ext cx="379541" cy="791571"/>
              </a:xfrm>
              <a:custGeom>
                <a:avLst/>
                <a:gdLst>
                  <a:gd fmla="*/ 76 w 81" name="T0"/>
                  <a:gd fmla="*/ 12 h 169" name="T1"/>
                  <a:gd fmla="*/ 79 w 81" name="T2"/>
                  <a:gd fmla="*/ 47 h 169" name="T3"/>
                  <a:gd fmla="*/ 27 w 81" name="T4"/>
                  <a:gd fmla="*/ 169 h 169" name="T5"/>
                  <a:gd fmla="*/ 0 w 81" name="T6"/>
                  <a:gd fmla="*/ 159 h 169" name="T7"/>
                  <a:gd fmla="*/ 48 w 81" name="T8"/>
                  <a:gd fmla="*/ 43 h 169" name="T9"/>
                  <a:gd fmla="*/ 49 w 81" name="T10"/>
                  <a:gd fmla="*/ 0 h 169" name="T11"/>
                  <a:gd fmla="*/ 49 w 81" name="T12"/>
                  <a:gd fmla="*/ 0 h 169" name="T13"/>
                  <a:gd fmla="*/ 76 w 81" name="T14"/>
                  <a:gd fmla="*/ 12 h 169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169" w="81">
                    <a:moveTo>
                      <a:pt x="76" y="12"/>
                    </a:moveTo>
                    <a:cubicBezTo>
                      <a:pt x="81" y="23"/>
                      <a:pt x="80" y="35"/>
                      <a:pt x="79" y="47"/>
                    </a:cubicBezTo>
                    <a:cubicBezTo>
                      <a:pt x="74" y="89"/>
                      <a:pt x="53" y="136"/>
                      <a:pt x="27" y="169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26" y="127"/>
                      <a:pt x="44" y="84"/>
                      <a:pt x="48" y="43"/>
                    </a:cubicBezTo>
                    <a:cubicBezTo>
                      <a:pt x="50" y="28"/>
                      <a:pt x="50" y="4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lnTo>
                      <a:pt x="76" y="12"/>
                    </a:ln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567fd23-414f-45ff-8ce5-fd2c63931706" id="103" name="îşľiḋê">
                <a:extLst>
                  <a:ext uri="{FF2B5EF4-FFF2-40B4-BE49-F238E27FC236}">
                    <a16:creationId id="{8FFC251D-4F63-D034-8703-51837212707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094771" y="3182549"/>
                <a:ext cx="366250" cy="744313"/>
              </a:xfrm>
              <a:custGeom>
                <a:avLst/>
                <a:gdLst>
                  <a:gd fmla="*/ 13 w 78" name="T0"/>
                  <a:gd fmla="*/ 153 h 159" name="T1"/>
                  <a:gd fmla="*/ 0 w 78" name="T2"/>
                  <a:gd fmla="*/ 148 h 159" name="T3"/>
                  <a:gd fmla="*/ 0 w 78" name="T4"/>
                  <a:gd fmla="*/ 148 h 159" name="T5"/>
                  <a:gd fmla="*/ 43 w 78" name="T6"/>
                  <a:gd fmla="*/ 71 h 159" name="T7"/>
                  <a:gd fmla="*/ 47 w 78" name="T8"/>
                  <a:gd fmla="*/ 45 h 159" name="T9"/>
                  <a:gd fmla="*/ 43 w 78" name="T10"/>
                  <a:gd fmla="*/ 5 h 159" name="T11"/>
                  <a:gd fmla="*/ 77 w 78" name="T12"/>
                  <a:gd fmla="*/ 13 h 159" name="T13"/>
                  <a:gd fmla="*/ 77 w 78" name="T14"/>
                  <a:gd fmla="*/ 0 h 159" name="T15"/>
                  <a:gd fmla="*/ 76 w 78" name="T16"/>
                  <a:gd fmla="*/ 43 h 159" name="T17"/>
                  <a:gd fmla="*/ 28 w 78" name="T18"/>
                  <a:gd fmla="*/ 159 h 159" name="T19"/>
                  <a:gd fmla="*/ 13 w 78" name="T20"/>
                  <a:gd fmla="*/ 153 h 159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159" w="78">
                    <a:moveTo>
                      <a:pt x="13" y="153"/>
                    </a:move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5" y="141"/>
                      <a:pt x="36" y="104"/>
                      <a:pt x="43" y="71"/>
                    </a:cubicBezTo>
                    <a:cubicBezTo>
                      <a:pt x="45" y="61"/>
                      <a:pt x="46" y="52"/>
                      <a:pt x="47" y="45"/>
                    </a:cubicBezTo>
                    <a:cubicBezTo>
                      <a:pt x="48" y="25"/>
                      <a:pt x="46" y="12"/>
                      <a:pt x="43" y="5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77" y="13"/>
                      <a:pt x="77" y="7"/>
                      <a:pt x="77" y="0"/>
                    </a:cubicBezTo>
                    <a:cubicBezTo>
                      <a:pt x="78" y="4"/>
                      <a:pt x="78" y="28"/>
                      <a:pt x="76" y="43"/>
                    </a:cubicBezTo>
                    <a:cubicBezTo>
                      <a:pt x="72" y="84"/>
                      <a:pt x="54" y="127"/>
                      <a:pt x="28" y="159"/>
                    </a:cubicBezTo>
                    <a:lnTo>
                      <a:pt x="13" y="153"/>
                    </a:lnTo>
                    <a:close/>
                  </a:path>
                </a:pathLst>
              </a:custGeom>
              <a:solidFill>
                <a:srgbClr val="DD1B4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f0729d6-ed77-44d6-83ad-f729e8e4c544" id="104" name="ï$ḷiḍe">
                <a:extLst>
                  <a:ext uri="{FF2B5EF4-FFF2-40B4-BE49-F238E27FC236}">
                    <a16:creationId id="{DD8C66F2-1029-8BAC-C1D7-850AB113894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138558" y="2992945"/>
                <a:ext cx="174263" cy="243675"/>
              </a:xfrm>
              <a:custGeom>
                <a:avLst/>
                <a:gdLst>
                  <a:gd fmla="*/ 37 w 37" name="T0"/>
                  <a:gd fmla="*/ 39 h 52" name="T1"/>
                  <a:gd fmla="*/ 37 w 37" name="T2"/>
                  <a:gd fmla="*/ 39 h 52" name="T3"/>
                  <a:gd fmla="*/ 37 w 37" name="T4"/>
                  <a:gd fmla="*/ 52 h 52" name="T5"/>
                  <a:gd fmla="*/ 3 w 37" name="T6"/>
                  <a:gd fmla="*/ 44 h 52" name="T7"/>
                  <a:gd fmla="*/ 0 w 37" name="T8"/>
                  <a:gd fmla="*/ 0 h 52" name="T9"/>
                  <a:gd fmla="*/ 34 w 37" name="T10"/>
                  <a:gd fmla="*/ 8 h 52" name="T11"/>
                  <a:gd fmla="*/ 37 w 37" name="T12"/>
                  <a:gd fmla="*/ 39 h 52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52" w="37">
                    <a:moveTo>
                      <a:pt x="37" y="39"/>
                    </a:moveTo>
                    <a:cubicBezTo>
                      <a:pt x="37" y="39"/>
                      <a:pt x="37" y="39"/>
                      <a:pt x="37" y="39"/>
                    </a:cubicBezTo>
                    <a:cubicBezTo>
                      <a:pt x="37" y="46"/>
                      <a:pt x="37" y="52"/>
                      <a:pt x="37" y="52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12" y="26"/>
                      <a:pt x="0" y="0"/>
                      <a:pt x="0" y="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6" y="15"/>
                      <a:pt x="37" y="29"/>
                      <a:pt x="37" y="39"/>
                    </a:cubicBezTo>
                    <a:close/>
                  </a:path>
                </a:pathLst>
              </a:custGeom>
              <a:solidFill>
                <a:srgbClr val="BC0D3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8b2ca9c-1fcb-4e8c-b484-50b08a712652" id="105" name="ïŝ1ïḓe">
                <a:extLst>
                  <a:ext uri="{FF2B5EF4-FFF2-40B4-BE49-F238E27FC236}">
                    <a16:creationId id="{24A6987D-D404-0DE3-C345-BE85E37C1306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288442" y="2532698"/>
                <a:ext cx="1735252" cy="936299"/>
              </a:xfrm>
              <a:custGeom>
                <a:avLst/>
                <a:gdLst>
                  <a:gd fmla="*/ 365 w 370" name="T0"/>
                  <a:gd fmla="*/ 160 h 200" name="T1"/>
                  <a:gd fmla="*/ 369 w 370" name="T2"/>
                  <a:gd fmla="*/ 200 h 200" name="T3"/>
                  <a:gd fmla="*/ 368 w 370" name="T4"/>
                  <a:gd fmla="*/ 200 h 200" name="T5"/>
                  <a:gd fmla="*/ 5 w 370" name="T6"/>
                  <a:gd fmla="*/ 56 h 200" name="T7"/>
                  <a:gd fmla="*/ 0 w 370" name="T8"/>
                  <a:gd fmla="*/ 0 h 200" name="T9"/>
                  <a:gd fmla="*/ 237 w 370" name="T10"/>
                  <a:gd fmla="*/ 127 h 200" name="T11"/>
                  <a:gd fmla="*/ 365 w 370" name="T12"/>
                  <a:gd fmla="*/ 160 h 200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200" w="370">
                    <a:moveTo>
                      <a:pt x="365" y="160"/>
                    </a:moveTo>
                    <a:cubicBezTo>
                      <a:pt x="368" y="167"/>
                      <a:pt x="370" y="180"/>
                      <a:pt x="369" y="200"/>
                    </a:cubicBezTo>
                    <a:cubicBezTo>
                      <a:pt x="368" y="200"/>
                      <a:pt x="368" y="200"/>
                      <a:pt x="368" y="200"/>
                    </a:cubicBezTo>
                    <a:cubicBezTo>
                      <a:pt x="243" y="165"/>
                      <a:pt x="121" y="117"/>
                      <a:pt x="5" y="56"/>
                    </a:cubicBezTo>
                    <a:cubicBezTo>
                      <a:pt x="5" y="36"/>
                      <a:pt x="4" y="17"/>
                      <a:pt x="0" y="0"/>
                    </a:cubicBezTo>
                    <a:cubicBezTo>
                      <a:pt x="72" y="72"/>
                      <a:pt x="237" y="127"/>
                      <a:pt x="237" y="127"/>
                    </a:cubicBezTo>
                    <a:lnTo>
                      <a:pt x="365" y="160"/>
                    </a:ln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45d3a48-09c0-4a09-a58d-b082d17fc465" id="106" name="íš1îḓe">
                <a:extLst>
                  <a:ext uri="{FF2B5EF4-FFF2-40B4-BE49-F238E27FC236}">
                    <a16:creationId id="{DB4180B0-2D0C-FABB-FE01-6DE63344D5E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258348" y="2811503"/>
                <a:ext cx="2147283" cy="1162250"/>
              </a:xfrm>
              <a:custGeom>
                <a:avLst/>
                <a:gdLst>
                  <a:gd fmla="*/ 411 w 458" name="T0"/>
                  <a:gd fmla="*/ 247 h 248" name="T1"/>
                  <a:gd fmla="*/ 411 w 458" name="T2"/>
                  <a:gd fmla="*/ 247 h 248" name="T3"/>
                  <a:gd fmla="*/ 410 w 458" name="T4"/>
                  <a:gd fmla="*/ 248 h 248" name="T5"/>
                  <a:gd fmla="*/ 402 w 458" name="T6"/>
                  <a:gd fmla="*/ 246 h 248" name="T7"/>
                  <a:gd fmla="*/ 272 w 458" name="T8"/>
                  <a:gd fmla="*/ 217 h 248" name="T9"/>
                  <a:gd fmla="*/ 0 w 458" name="T10"/>
                  <a:gd fmla="*/ 233 h 248" name="T11"/>
                  <a:gd fmla="*/ 84 w 458" name="T12"/>
                  <a:gd fmla="*/ 79 h 248" name="T13"/>
                  <a:gd fmla="*/ 94 w 458" name="T14"/>
                  <a:gd fmla="*/ 0 h 248" name="T15"/>
                  <a:gd fmla="*/ 457 w 458" name="T16"/>
                  <a:gd fmla="*/ 144 h 248" name="T17"/>
                  <a:gd fmla="*/ 458 w 458" name="T18"/>
                  <a:gd fmla="*/ 144 h 248" name="T19"/>
                  <a:gd fmla="*/ 454 w 458" name="T20"/>
                  <a:gd fmla="*/ 170 h 248" name="T21"/>
                  <a:gd fmla="*/ 411 w 458" name="T22"/>
                  <a:gd fmla="*/ 247 h 248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248" w="458">
                    <a:moveTo>
                      <a:pt x="411" y="247"/>
                    </a:moveTo>
                    <a:cubicBezTo>
                      <a:pt x="411" y="247"/>
                      <a:pt x="411" y="247"/>
                      <a:pt x="411" y="247"/>
                    </a:cubicBezTo>
                    <a:cubicBezTo>
                      <a:pt x="410" y="248"/>
                      <a:pt x="410" y="248"/>
                      <a:pt x="410" y="248"/>
                    </a:cubicBezTo>
                    <a:cubicBezTo>
                      <a:pt x="407" y="247"/>
                      <a:pt x="405" y="246"/>
                      <a:pt x="402" y="246"/>
                    </a:cubicBezTo>
                    <a:cubicBezTo>
                      <a:pt x="355" y="231"/>
                      <a:pt x="312" y="222"/>
                      <a:pt x="272" y="217"/>
                    </a:cubicBezTo>
                    <a:cubicBezTo>
                      <a:pt x="130" y="197"/>
                      <a:pt x="32" y="222"/>
                      <a:pt x="0" y="233"/>
                    </a:cubicBezTo>
                    <a:cubicBezTo>
                      <a:pt x="35" y="208"/>
                      <a:pt x="68" y="150"/>
                      <a:pt x="84" y="79"/>
                    </a:cubicBezTo>
                    <a:cubicBezTo>
                      <a:pt x="91" y="52"/>
                      <a:pt x="94" y="25"/>
                      <a:pt x="94" y="0"/>
                    </a:cubicBezTo>
                    <a:cubicBezTo>
                      <a:pt x="210" y="61"/>
                      <a:pt x="332" y="109"/>
                      <a:pt x="457" y="144"/>
                    </a:cubicBezTo>
                    <a:cubicBezTo>
                      <a:pt x="458" y="144"/>
                      <a:pt x="458" y="144"/>
                      <a:pt x="458" y="144"/>
                    </a:cubicBezTo>
                    <a:cubicBezTo>
                      <a:pt x="457" y="151"/>
                      <a:pt x="456" y="160"/>
                      <a:pt x="454" y="170"/>
                    </a:cubicBezTo>
                    <a:cubicBezTo>
                      <a:pt x="447" y="203"/>
                      <a:pt x="416" y="240"/>
                      <a:pt x="411" y="2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fdd62ac-5af8-495c-8f8a-f6c43170a1ea" id="107" name="îṡḻídé">
                <a:extLst>
                  <a:ext uri="{FF2B5EF4-FFF2-40B4-BE49-F238E27FC236}">
                    <a16:creationId id="{6F5331BA-BC38-EC55-D9C7-6FF5759031B6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261669" y="2888343"/>
                <a:ext cx="726592" cy="345574"/>
              </a:xfrm>
              <a:custGeom>
                <a:avLst/>
                <a:gdLst>
                  <a:gd fmla="*/ 143 w 155" name="T0"/>
                  <a:gd fmla="*/ 30 h 74" name="T1"/>
                  <a:gd fmla="*/ 146 w 155" name="T2"/>
                  <a:gd fmla="*/ 74 h 74" name="T3"/>
                  <a:gd fmla="*/ 144 w 155" name="T4"/>
                  <a:gd fmla="*/ 68 h 74" name="T5"/>
                  <a:gd fmla="*/ 17 w 155" name="T6"/>
                  <a:gd fmla="*/ 35 h 74" name="T7"/>
                  <a:gd fmla="*/ 0 w 155" name="T8"/>
                  <a:gd fmla="*/ 0 h 74" name="T9"/>
                  <a:gd fmla="*/ 143 w 155" name="T10"/>
                  <a:gd fmla="*/ 30 h 74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74" w="155">
                    <a:moveTo>
                      <a:pt x="143" y="30"/>
                    </a:moveTo>
                    <a:cubicBezTo>
                      <a:pt x="143" y="30"/>
                      <a:pt x="155" y="56"/>
                      <a:pt x="146" y="74"/>
                    </a:cubicBezTo>
                    <a:cubicBezTo>
                      <a:pt x="145" y="70"/>
                      <a:pt x="144" y="68"/>
                      <a:pt x="144" y="68"/>
                    </a:cubicBezTo>
                    <a:cubicBezTo>
                      <a:pt x="98" y="60"/>
                      <a:pt x="56" y="49"/>
                      <a:pt x="17" y="35"/>
                    </a:cubicBezTo>
                    <a:cubicBezTo>
                      <a:pt x="16" y="25"/>
                      <a:pt x="12" y="5"/>
                      <a:pt x="0" y="0"/>
                    </a:cubicBezTo>
                    <a:lnTo>
                      <a:pt x="143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bb6c276-4604-4b80-9788-73bf14e802af" id="108" name="îsḻîḓê">
                <a:extLst>
                  <a:ext uri="{FF2B5EF4-FFF2-40B4-BE49-F238E27FC236}">
                    <a16:creationId id="{0CE6FFE5-EA19-C893-5AE3-E9D2F922AA4D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297200" y="3050276"/>
                <a:ext cx="604016" cy="181648"/>
              </a:xfrm>
              <a:custGeom>
                <a:avLst/>
                <a:gdLst>
                  <a:gd fmla="*/ 129 w 129" name="T0"/>
                  <a:gd fmla="*/ 39 h 39" name="T1"/>
                  <a:gd fmla="*/ 1 w 129" name="T2"/>
                  <a:gd fmla="*/ 6 h 39" name="T3"/>
                  <a:gd fmla="*/ 0 w 129" name="T4"/>
                  <a:gd fmla="*/ 0 h 39" name="T5"/>
                  <a:gd fmla="*/ 127 w 129" name="T6"/>
                  <a:gd fmla="*/ 33 h 39" name="T7"/>
                  <a:gd fmla="*/ 129 w 129" name="T8"/>
                  <a:gd fmla="*/ 39 h 39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39" w="129">
                    <a:moveTo>
                      <a:pt x="129" y="39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4"/>
                      <a:pt x="0" y="0"/>
                    </a:cubicBezTo>
                    <a:cubicBezTo>
                      <a:pt x="39" y="14"/>
                      <a:pt x="81" y="25"/>
                      <a:pt x="127" y="33"/>
                    </a:cubicBezTo>
                    <a:cubicBezTo>
                      <a:pt x="127" y="33"/>
                      <a:pt x="128" y="35"/>
                      <a:pt x="1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1d0d1dc-3093-46a1-bc6a-b2749ea3b579" id="109" name="i$ḻîdè">
                <a:extLst>
                  <a:ext uri="{FF2B5EF4-FFF2-40B4-BE49-F238E27FC236}">
                    <a16:creationId id="{8C55327B-563A-1C68-BAB1-D8315D46AC3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362772" y="3887412"/>
                <a:ext cx="163926" cy="155065"/>
              </a:xfrm>
              <a:custGeom>
                <a:avLst/>
                <a:gdLst>
                  <a:gd fmla="*/ 22 w 35" name="T0"/>
                  <a:gd fmla="*/ 1 h 33" name="T1"/>
                  <a:gd fmla="*/ 35 w 35" name="T2"/>
                  <a:gd fmla="*/ 6 h 33" name="T3"/>
                  <a:gd fmla="*/ 24 w 35" name="T4"/>
                  <a:gd fmla="*/ 33 h 33" name="T5"/>
                  <a:gd fmla="*/ 0 w 35" name="T6"/>
                  <a:gd fmla="*/ 26 h 33" name="T7"/>
                  <a:gd fmla="*/ 13 w 35" name="T8"/>
                  <a:gd fmla="*/ 0 h 33" name="T9"/>
                  <a:gd fmla="*/ 21 w 35" name="T10"/>
                  <a:gd fmla="*/ 2 h 33" name="T11"/>
                  <a:gd fmla="*/ 22 w 35" name="T12"/>
                  <a:gd fmla="*/ 1 h 33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33" w="35">
                    <a:moveTo>
                      <a:pt x="22" y="1"/>
                    </a:moveTo>
                    <a:cubicBezTo>
                      <a:pt x="35" y="6"/>
                      <a:pt x="35" y="6"/>
                      <a:pt x="35" y="6"/>
                    </a:cubicBezTo>
                    <a:cubicBezTo>
                      <a:pt x="30" y="22"/>
                      <a:pt x="24" y="33"/>
                      <a:pt x="24" y="33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5" y="23"/>
                      <a:pt x="12" y="17"/>
                      <a:pt x="13" y="0"/>
                    </a:cubicBezTo>
                    <a:cubicBezTo>
                      <a:pt x="16" y="0"/>
                      <a:pt x="18" y="1"/>
                      <a:pt x="21" y="2"/>
                    </a:cubicBezTo>
                    <a:cubicBezTo>
                      <a:pt x="21" y="2"/>
                      <a:pt x="21" y="2"/>
                      <a:pt x="22" y="1"/>
                    </a:cubicBezTo>
                    <a:close/>
                  </a:path>
                </a:pathLst>
              </a:custGeom>
              <a:solidFill>
                <a:srgbClr val="BC0D3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baf1519-788e-4bc9-870f-86edbeeea3ed" id="110" name="ïSļiḓé">
                <a:extLst>
                  <a:ext uri="{FF2B5EF4-FFF2-40B4-BE49-F238E27FC236}">
                    <a16:creationId id="{E5E96523-BB2D-CC17-8134-1B4535C262C5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471950" y="3782285"/>
                <a:ext cx="633553" cy="267302"/>
              </a:xfrm>
              <a:custGeom>
                <a:avLst/>
                <a:gdLst>
                  <a:gd fmla="*/ 9 w 135" name="T0"/>
                  <a:gd fmla="*/ 31 h 57" name="T1"/>
                  <a:gd fmla="*/ 4 w 135" name="T2"/>
                  <a:gd fmla="*/ 30 h 57" name="T3"/>
                  <a:gd fmla="*/ 5 w 135" name="T4"/>
                  <a:gd fmla="*/ 0 h 57" name="T5"/>
                  <a:gd fmla="*/ 135 w 135" name="T6"/>
                  <a:gd fmla="*/ 29 h 57" name="T7"/>
                  <a:gd fmla="*/ 122 w 135" name="T8"/>
                  <a:gd fmla="*/ 55 h 57" name="T9"/>
                  <a:gd fmla="*/ 117 w 135" name="T10"/>
                  <a:gd fmla="*/ 57 h 57" name="T11"/>
                  <a:gd fmla="*/ 89 w 135" name="T12"/>
                  <a:gd fmla="*/ 50 h 57" name="T13"/>
                  <a:gd fmla="*/ 9 w 135" name="T14"/>
                  <a:gd fmla="*/ 31 h 57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57" w="135">
                    <a:moveTo>
                      <a:pt x="9" y="31"/>
                    </a:move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0" y="12"/>
                      <a:pt x="5" y="0"/>
                    </a:cubicBezTo>
                    <a:cubicBezTo>
                      <a:pt x="45" y="5"/>
                      <a:pt x="88" y="14"/>
                      <a:pt x="135" y="29"/>
                    </a:cubicBezTo>
                    <a:cubicBezTo>
                      <a:pt x="134" y="46"/>
                      <a:pt x="127" y="52"/>
                      <a:pt x="122" y="55"/>
                    </a:cubicBezTo>
                    <a:cubicBezTo>
                      <a:pt x="119" y="57"/>
                      <a:pt x="117" y="57"/>
                      <a:pt x="117" y="57"/>
                    </a:cubicBezTo>
                    <a:cubicBezTo>
                      <a:pt x="89" y="50"/>
                      <a:pt x="89" y="50"/>
                      <a:pt x="89" y="50"/>
                    </a:cubicBezTo>
                    <a:lnTo>
                      <a:pt x="9" y="31"/>
                    </a:lnTo>
                    <a:close/>
                  </a:path>
                </a:pathLst>
              </a:custGeom>
              <a:solidFill>
                <a:srgbClr val="E0E2E2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38ccb41-d08e-4586-abbe-6f308ee0d1bf" id="111" name="îṩľiḍè">
                <a:extLst>
                  <a:ext uri="{FF2B5EF4-FFF2-40B4-BE49-F238E27FC236}">
                    <a16:creationId id="{7B2002AD-8F3A-3601-0A63-98213E1671B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674522" y="3935876"/>
                <a:ext cx="412031" cy="258442"/>
              </a:xfrm>
              <a:custGeom>
                <a:avLst/>
                <a:gdLst>
                  <a:gd fmla="*/ 69 w 88" name="T0"/>
                  <a:gd fmla="*/ 52 h 55" name="T1"/>
                  <a:gd fmla="*/ 49 w 88" name="T2"/>
                  <a:gd fmla="*/ 25 h 55" name="T3"/>
                  <a:gd fmla="*/ 38 w 88" name="T4"/>
                  <a:gd fmla="*/ 20 h 55" name="T5"/>
                  <a:gd fmla="*/ 25 w 88" name="T6"/>
                  <a:gd fmla="*/ 18 h 55" name="T7"/>
                  <a:gd fmla="*/ 0 w 88" name="T8"/>
                  <a:gd fmla="*/ 27 h 55" name="T9"/>
                  <a:gd fmla="*/ 0 w 88" name="T10"/>
                  <a:gd fmla="*/ 27 h 55" name="T11"/>
                  <a:gd fmla="*/ 0 w 88" name="T12"/>
                  <a:gd fmla="*/ 26 h 55" name="T13"/>
                  <a:gd fmla="*/ 8 w 88" name="T14"/>
                  <a:gd fmla="*/ 0 h 55" name="T15"/>
                  <a:gd fmla="*/ 88 w 88" name="T16"/>
                  <a:gd fmla="*/ 19 h 55" name="T17"/>
                  <a:gd fmla="*/ 85 w 88" name="T18"/>
                  <a:gd fmla="*/ 26 h 55" name="T19"/>
                  <a:gd fmla="*/ 80 w 88" name="T20"/>
                  <a:gd fmla="*/ 35 h 55" name="T21"/>
                  <a:gd fmla="*/ 70 w 88" name="T22"/>
                  <a:gd fmla="*/ 55 h 55" name="T23"/>
                  <a:gd fmla="*/ 69 w 88" name="T24"/>
                  <a:gd fmla="*/ 52 h 55" name="T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b="b" l="0" r="r" t="0"/>
                <a:pathLst>
                  <a:path h="55" w="88">
                    <a:moveTo>
                      <a:pt x="69" y="52"/>
                    </a:moveTo>
                    <a:cubicBezTo>
                      <a:pt x="67" y="41"/>
                      <a:pt x="59" y="32"/>
                      <a:pt x="49" y="25"/>
                    </a:cubicBezTo>
                    <a:cubicBezTo>
                      <a:pt x="45" y="23"/>
                      <a:pt x="42" y="21"/>
                      <a:pt x="38" y="20"/>
                    </a:cubicBezTo>
                    <a:cubicBezTo>
                      <a:pt x="34" y="19"/>
                      <a:pt x="30" y="18"/>
                      <a:pt x="25" y="18"/>
                    </a:cubicBezTo>
                    <a:cubicBezTo>
                      <a:pt x="16" y="18"/>
                      <a:pt x="7" y="21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" y="18"/>
                      <a:pt x="5" y="9"/>
                      <a:pt x="8" y="0"/>
                    </a:cubicBezTo>
                    <a:cubicBezTo>
                      <a:pt x="88" y="19"/>
                      <a:pt x="88" y="19"/>
                      <a:pt x="88" y="19"/>
                    </a:cubicBezTo>
                    <a:cubicBezTo>
                      <a:pt x="87" y="21"/>
                      <a:pt x="86" y="23"/>
                      <a:pt x="85" y="26"/>
                    </a:cubicBezTo>
                    <a:cubicBezTo>
                      <a:pt x="84" y="29"/>
                      <a:pt x="82" y="32"/>
                      <a:pt x="80" y="35"/>
                    </a:cubicBezTo>
                    <a:cubicBezTo>
                      <a:pt x="77" y="41"/>
                      <a:pt x="73" y="48"/>
                      <a:pt x="70" y="55"/>
                    </a:cubicBezTo>
                    <a:cubicBezTo>
                      <a:pt x="70" y="54"/>
                      <a:pt x="70" y="53"/>
                      <a:pt x="69" y="52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ca9a16b-d001-4671-91a5-e1e763e70aea" id="112" name="îṣlïḑê">
                <a:extLst>
                  <a:ext uri="{FF2B5EF4-FFF2-40B4-BE49-F238E27FC236}">
                    <a16:creationId id="{E59BDB76-B1E6-C7C7-3FDC-F1536CA4E07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725993" y="4042284"/>
                <a:ext cx="732498" cy="890518"/>
              </a:xfrm>
              <a:custGeom>
                <a:avLst/>
                <a:gdLst>
                  <a:gd fmla="*/ 136 w 156" name="T0"/>
                  <a:gd fmla="*/ 7 h 190" name="T1"/>
                  <a:gd fmla="*/ 156 w 156" name="T2"/>
                  <a:gd fmla="*/ 34 h 190" name="T3"/>
                  <a:gd fmla="*/ 137 w 156" name="T4"/>
                  <a:gd fmla="*/ 68 h 190" name="T5"/>
                  <a:gd fmla="*/ 54 w 156" name="T6"/>
                  <a:gd fmla="*/ 183 h 190" name="T7"/>
                  <a:gd fmla="*/ 47 w 156" name="T8"/>
                  <a:gd fmla="*/ 189 h 190" name="T9"/>
                  <a:gd fmla="*/ 37 w 156" name="T10"/>
                  <a:gd fmla="*/ 188 h 190" name="T11"/>
                  <a:gd fmla="*/ 1 w 156" name="T12"/>
                  <a:gd fmla="*/ 171 h 190" name="T13"/>
                  <a:gd fmla="*/ 1 w 156" name="T14"/>
                  <a:gd fmla="*/ 171 h 190" name="T15"/>
                  <a:gd fmla="*/ 0 w 156" name="T16"/>
                  <a:gd fmla="*/ 170 h 190" name="T17"/>
                  <a:gd fmla="*/ 1 w 156" name="T18"/>
                  <a:gd fmla="*/ 170 h 190" name="T19"/>
                  <a:gd fmla="*/ 112 w 156" name="T20"/>
                  <a:gd fmla="*/ 0 h 190" name="T21"/>
                  <a:gd fmla="*/ 125 w 156" name="T22"/>
                  <a:gd fmla="*/ 2 h 190" name="T23"/>
                  <a:gd fmla="*/ 136 w 156" name="T24"/>
                  <a:gd fmla="*/ 7 h 190" name="T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b="b" l="0" r="r" t="0"/>
                <a:pathLst>
                  <a:path h="190" w="156">
                    <a:moveTo>
                      <a:pt x="136" y="7"/>
                    </a:moveTo>
                    <a:cubicBezTo>
                      <a:pt x="146" y="14"/>
                      <a:pt x="154" y="23"/>
                      <a:pt x="156" y="34"/>
                    </a:cubicBezTo>
                    <a:cubicBezTo>
                      <a:pt x="151" y="46"/>
                      <a:pt x="144" y="57"/>
                      <a:pt x="137" y="68"/>
                    </a:cubicBezTo>
                    <a:cubicBezTo>
                      <a:pt x="111" y="108"/>
                      <a:pt x="84" y="146"/>
                      <a:pt x="54" y="183"/>
                    </a:cubicBezTo>
                    <a:cubicBezTo>
                      <a:pt x="52" y="185"/>
                      <a:pt x="50" y="188"/>
                      <a:pt x="47" y="189"/>
                    </a:cubicBezTo>
                    <a:cubicBezTo>
                      <a:pt x="44" y="190"/>
                      <a:pt x="40" y="189"/>
                      <a:pt x="37" y="188"/>
                    </a:cubicBezTo>
                    <a:cubicBezTo>
                      <a:pt x="24" y="185"/>
                      <a:pt x="11" y="181"/>
                      <a:pt x="1" y="171"/>
                    </a:cubicBezTo>
                    <a:cubicBezTo>
                      <a:pt x="1" y="171"/>
                      <a:pt x="1" y="171"/>
                      <a:pt x="1" y="171"/>
                    </a:cubicBezTo>
                    <a:cubicBezTo>
                      <a:pt x="0" y="170"/>
                      <a:pt x="0" y="170"/>
                      <a:pt x="0" y="170"/>
                    </a:cubicBezTo>
                    <a:cubicBezTo>
                      <a:pt x="1" y="170"/>
                      <a:pt x="1" y="170"/>
                      <a:pt x="1" y="170"/>
                    </a:cubicBezTo>
                    <a:cubicBezTo>
                      <a:pt x="40" y="115"/>
                      <a:pt x="77" y="58"/>
                      <a:pt x="112" y="0"/>
                    </a:cubicBezTo>
                    <a:cubicBezTo>
                      <a:pt x="117" y="0"/>
                      <a:pt x="121" y="1"/>
                      <a:pt x="125" y="2"/>
                    </a:cubicBezTo>
                    <a:cubicBezTo>
                      <a:pt x="129" y="3"/>
                      <a:pt x="132" y="5"/>
                      <a:pt x="13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776b658-5899-496c-87ca-a698955a85a7" id="113" name="íšḻíḍé">
                <a:extLst>
                  <a:ext uri="{FF2B5EF4-FFF2-40B4-BE49-F238E27FC236}">
                    <a16:creationId id="{37B44034-B17E-A93A-F123-188884AB90FE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928897" y="2491270"/>
                <a:ext cx="1125330" cy="666042"/>
              </a:xfrm>
              <a:custGeom>
                <a:avLst/>
                <a:gdLst>
                  <a:gd fmla="*/ 239 w 240" name="T0"/>
                  <a:gd fmla="*/ 136 h 142" name="T1"/>
                  <a:gd fmla="*/ 240 w 240" name="T2"/>
                  <a:gd fmla="*/ 142 h 142" name="T3"/>
                  <a:gd fmla="*/ 3 w 240" name="T4"/>
                  <a:gd fmla="*/ 15 h 142" name="T5"/>
                  <a:gd fmla="*/ 3 w 240" name="T6"/>
                  <a:gd fmla="*/ 15 h 142" name="T7"/>
                  <a:gd fmla="*/ 0 w 240" name="T8"/>
                  <a:gd fmla="*/ 0 h 142" name="T9"/>
                  <a:gd fmla="*/ 201 w 240" name="T10"/>
                  <a:gd fmla="*/ 121 h 142" name="T11"/>
                  <a:gd fmla="*/ 201 w 240" name="T12"/>
                  <a:gd fmla="*/ 121 h 142" name="T13"/>
                  <a:gd fmla="*/ 239 w 240" name="T14"/>
                  <a:gd fmla="*/ 136 h 142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142" w="240">
                    <a:moveTo>
                      <a:pt x="239" y="136"/>
                    </a:moveTo>
                    <a:cubicBezTo>
                      <a:pt x="240" y="140"/>
                      <a:pt x="240" y="142"/>
                      <a:pt x="240" y="142"/>
                    </a:cubicBezTo>
                    <a:cubicBezTo>
                      <a:pt x="240" y="142"/>
                      <a:pt x="75" y="87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0"/>
                      <a:pt x="1" y="5"/>
                      <a:pt x="0" y="0"/>
                    </a:cubicBezTo>
                    <a:cubicBezTo>
                      <a:pt x="17" y="15"/>
                      <a:pt x="89" y="75"/>
                      <a:pt x="201" y="121"/>
                    </a:cubicBezTo>
                    <a:cubicBezTo>
                      <a:pt x="201" y="121"/>
                      <a:pt x="201" y="121"/>
                      <a:pt x="201" y="121"/>
                    </a:cubicBezTo>
                    <a:cubicBezTo>
                      <a:pt x="213" y="126"/>
                      <a:pt x="226" y="131"/>
                      <a:pt x="239" y="1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de2a51b-1a55-4c9a-825e-86aea97027ae" id="114" name="ïS1íḍê">
                <a:extLst>
                  <a:ext uri="{FF2B5EF4-FFF2-40B4-BE49-F238E27FC236}">
                    <a16:creationId id="{FA3F52E5-2DEB-16B5-BBBB-3BFFE2C7EB0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916431" y="2894248"/>
                <a:ext cx="178695" cy="191985"/>
              </a:xfrm>
              <a:custGeom>
                <a:avLst/>
                <a:gdLst>
                  <a:gd fmla="*/ 21 w 38" name="T0"/>
                  <a:gd fmla="*/ 6 h 41" name="T1"/>
                  <a:gd fmla="*/ 38 w 38" name="T2"/>
                  <a:gd fmla="*/ 41 h 41" name="T3"/>
                  <a:gd fmla="*/ 0 w 38" name="T4"/>
                  <a:gd fmla="*/ 26 h 41" name="T5"/>
                  <a:gd fmla="*/ 0 w 38" name="T6"/>
                  <a:gd fmla="*/ 26 h 41" name="T7"/>
                  <a:gd fmla="*/ 21 w 38" name="T8"/>
                  <a:gd fmla="*/ 6 h 41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41" w="38">
                    <a:moveTo>
                      <a:pt x="21" y="6"/>
                    </a:moveTo>
                    <a:cubicBezTo>
                      <a:pt x="33" y="11"/>
                      <a:pt x="37" y="31"/>
                      <a:pt x="38" y="41"/>
                    </a:cubicBezTo>
                    <a:cubicBezTo>
                      <a:pt x="25" y="36"/>
                      <a:pt x="12" y="31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5"/>
                      <a:pt x="5" y="0"/>
                      <a:pt x="21" y="6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8e9753f-c700-4be5-8a4e-4c213c6b2ea4" id="115" name="íSľíḓê">
                <a:extLst>
                  <a:ext uri="{FF2B5EF4-FFF2-40B4-BE49-F238E27FC236}">
                    <a16:creationId id="{C25DC849-0E9D-5B92-2CE3-D10606E4EA1D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936322" y="4053026"/>
                <a:ext cx="553804" cy="800431"/>
              </a:xfrm>
              <a:custGeom>
                <a:avLst/>
                <a:gdLst>
                  <a:gd fmla="*/ 93 w 118" name="T0"/>
                  <a:gd fmla="*/ 9 h 171" name="T1"/>
                  <a:gd fmla="*/ 93 w 118" name="T2"/>
                  <a:gd fmla="*/ 9 h 171" name="T3"/>
                  <a:gd fmla="*/ 118 w 118" name="T4"/>
                  <a:gd fmla="*/ 0 h 171" name="T5"/>
                  <a:gd fmla="*/ 7 w 118" name="T6"/>
                  <a:gd fmla="*/ 170 h 171" name="T7"/>
                  <a:gd fmla="*/ 6 w 118" name="T8"/>
                  <a:gd fmla="*/ 170 h 171" name="T9"/>
                  <a:gd fmla="*/ 7 w 118" name="T10"/>
                  <a:gd fmla="*/ 171 h 171" name="T11"/>
                  <a:gd fmla="*/ 6 w 118" name="T12"/>
                  <a:gd fmla="*/ 171 h 171" name="T13"/>
                  <a:gd fmla="*/ 2 w 118" name="T14"/>
                  <a:gd fmla="*/ 165 h 171" name="T15"/>
                  <a:gd fmla="*/ 0 w 118" name="T16"/>
                  <a:gd fmla="*/ 159 h 171" name="T17"/>
                  <a:gd fmla="*/ 2 w 118" name="T18"/>
                  <a:gd fmla="*/ 151 h 171" name="T19"/>
                  <a:gd fmla="*/ 93 w 118" name="T20"/>
                  <a:gd fmla="*/ 8 h 171" name="T21"/>
                  <a:gd fmla="*/ 93 w 118" name="T22"/>
                  <a:gd fmla="*/ 9 h 171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171" w="118">
                    <a:moveTo>
                      <a:pt x="93" y="9"/>
                    </a:moveTo>
                    <a:cubicBezTo>
                      <a:pt x="93" y="9"/>
                      <a:pt x="93" y="9"/>
                      <a:pt x="93" y="9"/>
                    </a:cubicBezTo>
                    <a:cubicBezTo>
                      <a:pt x="100" y="3"/>
                      <a:pt x="109" y="0"/>
                      <a:pt x="118" y="0"/>
                    </a:cubicBezTo>
                    <a:cubicBezTo>
                      <a:pt x="83" y="58"/>
                      <a:pt x="46" y="115"/>
                      <a:pt x="7" y="170"/>
                    </a:cubicBezTo>
                    <a:cubicBezTo>
                      <a:pt x="6" y="170"/>
                      <a:pt x="6" y="170"/>
                      <a:pt x="6" y="170"/>
                    </a:cubicBezTo>
                    <a:cubicBezTo>
                      <a:pt x="7" y="171"/>
                      <a:pt x="7" y="171"/>
                      <a:pt x="7" y="171"/>
                    </a:cubicBezTo>
                    <a:cubicBezTo>
                      <a:pt x="6" y="171"/>
                      <a:pt x="6" y="171"/>
                      <a:pt x="6" y="171"/>
                    </a:cubicBezTo>
                    <a:cubicBezTo>
                      <a:pt x="5" y="169"/>
                      <a:pt x="4" y="167"/>
                      <a:pt x="2" y="165"/>
                    </a:cubicBezTo>
                    <a:cubicBezTo>
                      <a:pt x="1" y="163"/>
                      <a:pt x="0" y="161"/>
                      <a:pt x="0" y="159"/>
                    </a:cubicBezTo>
                    <a:cubicBezTo>
                      <a:pt x="0" y="156"/>
                      <a:pt x="1" y="154"/>
                      <a:pt x="2" y="151"/>
                    </a:cubicBezTo>
                    <a:cubicBezTo>
                      <a:pt x="28" y="101"/>
                      <a:pt x="63" y="56"/>
                      <a:pt x="93" y="8"/>
                    </a:cubicBezTo>
                    <a:lnTo>
                      <a:pt x="93" y="9"/>
                    </a:lnTo>
                    <a:close/>
                  </a:path>
                </a:pathLst>
              </a:custGeom>
              <a:solidFill>
                <a:srgbClr val="E0E2E2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e9f8587-aa95-42d7-8959-bbdc5eb947d8" id="116" name="iś1ïḋe">
                <a:extLst>
                  <a:ext uri="{FF2B5EF4-FFF2-40B4-BE49-F238E27FC236}">
                    <a16:creationId id="{2C8FE339-E0F6-D3B7-672D-B1CFCFA53BA5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990002" y="2262753"/>
                <a:ext cx="983556" cy="1819430"/>
              </a:xfrm>
              <a:custGeom>
                <a:avLst/>
                <a:gdLst>
                  <a:gd fmla="*/ 167 w 210" name="T0"/>
                  <a:gd fmla="*/ 46 h 388" name="T1"/>
                  <a:gd fmla="*/ 144 w 210" name="T2"/>
                  <a:gd fmla="*/ 30 h 388" name="T3"/>
                  <a:gd fmla="*/ 33 w 210" name="T4"/>
                  <a:gd fmla="*/ 181 h 388" name="T5"/>
                  <a:gd fmla="*/ 67 w 210" name="T6"/>
                  <a:gd fmla="*/ 366 h 388" name="T7"/>
                  <a:gd fmla="*/ 78 w 210" name="T8"/>
                  <a:gd fmla="*/ 366 h 388" name="T9"/>
                  <a:gd fmla="*/ 158 w 210" name="T10"/>
                  <a:gd fmla="*/ 276 h 388" name="T11"/>
                  <a:gd fmla="*/ 178 w 210" name="T12"/>
                  <a:gd fmla="*/ 214 h 388" name="T13"/>
                  <a:gd fmla="*/ 185 w 210" name="T14"/>
                  <a:gd fmla="*/ 169 h 388" name="T15"/>
                  <a:gd fmla="*/ 167 w 210" name="T16"/>
                  <a:gd fmla="*/ 46 h 388" name="T17"/>
                  <a:gd fmla="*/ 202 w 210" name="T18"/>
                  <a:gd fmla="*/ 68 h 388" name="T19"/>
                  <a:gd fmla="*/ 205 w 210" name="T20"/>
                  <a:gd fmla="*/ 83 h 388" name="T21"/>
                  <a:gd fmla="*/ 205 w 210" name="T22"/>
                  <a:gd fmla="*/ 83 h 388" name="T23"/>
                  <a:gd fmla="*/ 210 w 210" name="T24"/>
                  <a:gd fmla="*/ 139 h 388" name="T25"/>
                  <a:gd fmla="*/ 200 w 210" name="T26"/>
                  <a:gd fmla="*/ 218 h 388" name="T27"/>
                  <a:gd fmla="*/ 116 w 210" name="T28"/>
                  <a:gd fmla="*/ 372 h 388" name="T29"/>
                  <a:gd fmla="*/ 69 w 210" name="T30"/>
                  <a:gd fmla="*/ 384 h 388" name="T31"/>
                  <a:gd fmla="*/ 24 w 210" name="T32"/>
                  <a:gd fmla="*/ 177 h 388" name="T33"/>
                  <a:gd fmla="*/ 155 w 210" name="T34"/>
                  <a:gd fmla="*/ 11 h 388" name="T35"/>
                  <a:gd fmla="*/ 202 w 210" name="T36"/>
                  <a:gd fmla="*/ 68 h 388" name="T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b="b" l="0" r="r" t="0"/>
                <a:pathLst>
                  <a:path h="388" w="210">
                    <a:moveTo>
                      <a:pt x="167" y="46"/>
                    </a:moveTo>
                    <a:cubicBezTo>
                      <a:pt x="161" y="38"/>
                      <a:pt x="153" y="32"/>
                      <a:pt x="144" y="30"/>
                    </a:cubicBezTo>
                    <a:cubicBezTo>
                      <a:pt x="104" y="21"/>
                      <a:pt x="55" y="88"/>
                      <a:pt x="33" y="181"/>
                    </a:cubicBezTo>
                    <a:cubicBezTo>
                      <a:pt x="12" y="274"/>
                      <a:pt x="27" y="356"/>
                      <a:pt x="67" y="366"/>
                    </a:cubicBezTo>
                    <a:cubicBezTo>
                      <a:pt x="70" y="366"/>
                      <a:pt x="74" y="367"/>
                      <a:pt x="78" y="366"/>
                    </a:cubicBezTo>
                    <a:cubicBezTo>
                      <a:pt x="105" y="363"/>
                      <a:pt x="136" y="328"/>
                      <a:pt x="158" y="276"/>
                    </a:cubicBezTo>
                    <a:cubicBezTo>
                      <a:pt x="166" y="257"/>
                      <a:pt x="172" y="237"/>
                      <a:pt x="178" y="214"/>
                    </a:cubicBezTo>
                    <a:cubicBezTo>
                      <a:pt x="181" y="199"/>
                      <a:pt x="184" y="183"/>
                      <a:pt x="185" y="169"/>
                    </a:cubicBezTo>
                    <a:cubicBezTo>
                      <a:pt x="191" y="115"/>
                      <a:pt x="184" y="70"/>
                      <a:pt x="167" y="46"/>
                    </a:cubicBezTo>
                    <a:close/>
                    <a:moveTo>
                      <a:pt x="202" y="68"/>
                    </a:moveTo>
                    <a:cubicBezTo>
                      <a:pt x="203" y="73"/>
                      <a:pt x="204" y="78"/>
                      <a:pt x="205" y="83"/>
                    </a:cubicBezTo>
                    <a:cubicBezTo>
                      <a:pt x="205" y="83"/>
                      <a:pt x="205" y="83"/>
                      <a:pt x="205" y="83"/>
                    </a:cubicBezTo>
                    <a:cubicBezTo>
                      <a:pt x="209" y="100"/>
                      <a:pt x="210" y="119"/>
                      <a:pt x="210" y="139"/>
                    </a:cubicBezTo>
                    <a:cubicBezTo>
                      <a:pt x="210" y="164"/>
                      <a:pt x="207" y="191"/>
                      <a:pt x="200" y="218"/>
                    </a:cubicBezTo>
                    <a:cubicBezTo>
                      <a:pt x="184" y="289"/>
                      <a:pt x="151" y="347"/>
                      <a:pt x="116" y="372"/>
                    </a:cubicBezTo>
                    <a:cubicBezTo>
                      <a:pt x="100" y="383"/>
                      <a:pt x="84" y="388"/>
                      <a:pt x="69" y="384"/>
                    </a:cubicBezTo>
                    <a:cubicBezTo>
                      <a:pt x="20" y="373"/>
                      <a:pt x="0" y="280"/>
                      <a:pt x="24" y="177"/>
                    </a:cubicBezTo>
                    <a:cubicBezTo>
                      <a:pt x="47" y="74"/>
                      <a:pt x="106" y="0"/>
                      <a:pt x="155" y="11"/>
                    </a:cubicBezTo>
                    <a:cubicBezTo>
                      <a:pt x="177" y="16"/>
                      <a:pt x="193" y="37"/>
                      <a:pt x="202" y="68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31fcff4-866e-437a-95b5-b7a2d2424628" id="117" name="iśľiḓé">
                <a:extLst>
                  <a:ext uri="{FF2B5EF4-FFF2-40B4-BE49-F238E27FC236}">
                    <a16:creationId id="{D29A8A08-E578-DE6B-F8CD-7F0B81D99FB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073905" y="2470569"/>
                <a:ext cx="637982" cy="1500439"/>
              </a:xfrm>
              <a:custGeom>
                <a:avLst/>
                <a:gdLst>
                  <a:gd fmla="*/ 112 w 136" name="T0"/>
                  <a:gd fmla="*/ 0 h 320" name="T1"/>
                  <a:gd fmla="*/ 130 w 136" name="T2"/>
                  <a:gd fmla="*/ 123 h 320" name="T3"/>
                  <a:gd fmla="*/ 79 w 136" name="T4"/>
                  <a:gd fmla="*/ 117 h 320" name="T5"/>
                  <a:gd fmla="*/ 72 w 136" name="T6"/>
                  <a:gd fmla="*/ 130 h 320" name="T7"/>
                  <a:gd fmla="*/ 64 w 136" name="T8"/>
                  <a:gd fmla="*/ 130 h 320" name="T9"/>
                  <a:gd fmla="*/ 62 w 136" name="T10"/>
                  <a:gd fmla="*/ 130 h 320" name="T11"/>
                  <a:gd fmla="*/ 62 w 136" name="T12"/>
                  <a:gd fmla="*/ 130 h 320" name="T13"/>
                  <a:gd fmla="*/ 46 w 136" name="T14"/>
                  <a:gd fmla="*/ 155 h 320" name="T15"/>
                  <a:gd fmla="*/ 49 w 136" name="T16"/>
                  <a:gd fmla="*/ 185 h 320" name="T17"/>
                  <a:gd fmla="*/ 56 w 136" name="T18"/>
                  <a:gd fmla="*/ 190 h 320" name="T19"/>
                  <a:gd fmla="*/ 57 w 136" name="T20"/>
                  <a:gd fmla="*/ 204 h 320" name="T21"/>
                  <a:gd fmla="*/ 103 w 136" name="T22"/>
                  <a:gd fmla="*/ 230 h 320" name="T23"/>
                  <a:gd fmla="*/ 103 w 136" name="T24"/>
                  <a:gd fmla="*/ 230 h 320" name="T25"/>
                  <a:gd fmla="*/ 23 w 136" name="T26"/>
                  <a:gd fmla="*/ 320 h 320" name="T27"/>
                  <a:gd fmla="*/ 9 w 136" name="T28"/>
                  <a:gd fmla="*/ 289 h 320" name="T29"/>
                  <a:gd fmla="*/ 5 w 136" name="T30"/>
                  <a:gd fmla="*/ 181 h 320" name="T31"/>
                  <a:gd fmla="*/ 37 w 136" name="T32"/>
                  <a:gd fmla="*/ 77 h 320" name="T33"/>
                  <a:gd fmla="*/ 112 w 136" name="T34"/>
                  <a:gd fmla="*/ 0 h 320" name="T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b="b" l="0" r="r" t="0"/>
                <a:pathLst>
                  <a:path h="320" w="136">
                    <a:moveTo>
                      <a:pt x="112" y="0"/>
                    </a:moveTo>
                    <a:cubicBezTo>
                      <a:pt x="129" y="24"/>
                      <a:pt x="136" y="69"/>
                      <a:pt x="130" y="123"/>
                    </a:cubicBezTo>
                    <a:cubicBezTo>
                      <a:pt x="79" y="117"/>
                      <a:pt x="79" y="117"/>
                      <a:pt x="79" y="117"/>
                    </a:cubicBezTo>
                    <a:cubicBezTo>
                      <a:pt x="79" y="117"/>
                      <a:pt x="76" y="122"/>
                      <a:pt x="72" y="130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57" y="131"/>
                      <a:pt x="50" y="141"/>
                      <a:pt x="46" y="155"/>
                    </a:cubicBezTo>
                    <a:cubicBezTo>
                      <a:pt x="42" y="170"/>
                      <a:pt x="43" y="183"/>
                      <a:pt x="49" y="185"/>
                    </a:cubicBezTo>
                    <a:cubicBezTo>
                      <a:pt x="56" y="190"/>
                      <a:pt x="56" y="190"/>
                      <a:pt x="56" y="190"/>
                    </a:cubicBezTo>
                    <a:cubicBezTo>
                      <a:pt x="56" y="194"/>
                      <a:pt x="56" y="199"/>
                      <a:pt x="57" y="204"/>
                    </a:cubicBezTo>
                    <a:cubicBezTo>
                      <a:pt x="103" y="230"/>
                      <a:pt x="103" y="230"/>
                      <a:pt x="103" y="230"/>
                    </a:cubicBezTo>
                    <a:cubicBezTo>
                      <a:pt x="103" y="230"/>
                      <a:pt x="103" y="230"/>
                      <a:pt x="103" y="230"/>
                    </a:cubicBezTo>
                    <a:cubicBezTo>
                      <a:pt x="81" y="282"/>
                      <a:pt x="50" y="317"/>
                      <a:pt x="23" y="320"/>
                    </a:cubicBezTo>
                    <a:cubicBezTo>
                      <a:pt x="16" y="311"/>
                      <a:pt x="12" y="300"/>
                      <a:pt x="9" y="289"/>
                    </a:cubicBezTo>
                    <a:cubicBezTo>
                      <a:pt x="0" y="254"/>
                      <a:pt x="0" y="217"/>
                      <a:pt x="5" y="181"/>
                    </a:cubicBezTo>
                    <a:cubicBezTo>
                      <a:pt x="10" y="145"/>
                      <a:pt x="20" y="109"/>
                      <a:pt x="37" y="77"/>
                    </a:cubicBezTo>
                    <a:cubicBezTo>
                      <a:pt x="54" y="45"/>
                      <a:pt x="80" y="17"/>
                      <a:pt x="112" y="0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1a12b3f-2ff7-4f26-9f27-d64cfdafe4d6" id="118" name="ïSḻïḍê">
                <a:extLst>
                  <a:ext uri="{FF2B5EF4-FFF2-40B4-BE49-F238E27FC236}">
                    <a16:creationId id="{BF63403A-0257-68D0-5147-47EB97CF6E96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096727" y="3009125"/>
                <a:ext cx="347051" cy="528698"/>
              </a:xfrm>
              <a:custGeom>
                <a:avLst/>
                <a:gdLst>
                  <a:gd fmla="*/ 23 w 74" name="T0"/>
                  <a:gd fmla="*/ 0 h 113" name="T1"/>
                  <a:gd fmla="*/ 74 w 74" name="T2"/>
                  <a:gd fmla="*/ 6 h 113" name="T3"/>
                  <a:gd fmla="*/ 67 w 74" name="T4"/>
                  <a:gd fmla="*/ 51 h 113" name="T5"/>
                  <a:gd fmla="*/ 47 w 74" name="T6"/>
                  <a:gd fmla="*/ 113 h 113" name="T7"/>
                  <a:gd fmla="*/ 47 w 74" name="T8"/>
                  <a:gd fmla="*/ 113 h 113" name="T9"/>
                  <a:gd fmla="*/ 1 w 74" name="T10"/>
                  <a:gd fmla="*/ 87 h 113" name="T11"/>
                  <a:gd fmla="*/ 0 w 74" name="T12"/>
                  <a:gd fmla="*/ 73 h 113" name="T13"/>
                  <a:gd fmla="*/ 8 w 74" name="T14"/>
                  <a:gd fmla="*/ 78 h 113" name="T15"/>
                  <a:gd fmla="*/ 24 w 74" name="T16"/>
                  <a:gd fmla="*/ 47 h 113" name="T17"/>
                  <a:gd fmla="*/ 24 w 74" name="T18"/>
                  <a:gd fmla="*/ 13 h 113" name="T19"/>
                  <a:gd fmla="*/ 16 w 74" name="T20"/>
                  <a:gd fmla="*/ 13 h 113" name="T21"/>
                  <a:gd fmla="*/ 23 w 74" name="T22"/>
                  <a:gd fmla="*/ 0 h 113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113" w="74">
                    <a:moveTo>
                      <a:pt x="23" y="0"/>
                    </a:moveTo>
                    <a:cubicBezTo>
                      <a:pt x="74" y="6"/>
                      <a:pt x="74" y="6"/>
                      <a:pt x="74" y="6"/>
                    </a:cubicBezTo>
                    <a:cubicBezTo>
                      <a:pt x="73" y="20"/>
                      <a:pt x="70" y="36"/>
                      <a:pt x="67" y="51"/>
                    </a:cubicBezTo>
                    <a:cubicBezTo>
                      <a:pt x="61" y="74"/>
                      <a:pt x="55" y="94"/>
                      <a:pt x="47" y="113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0" y="82"/>
                      <a:pt x="0" y="77"/>
                      <a:pt x="0" y="73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8" y="78"/>
                      <a:pt x="19" y="67"/>
                      <a:pt x="24" y="47"/>
                    </a:cubicBezTo>
                    <a:cubicBezTo>
                      <a:pt x="30" y="27"/>
                      <a:pt x="24" y="13"/>
                      <a:pt x="24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20" y="5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2f23dd8-b1be-47f4-af08-d52ea56c47f1" id="119" name="išľidé">
                <a:extLst>
                  <a:ext uri="{FF2B5EF4-FFF2-40B4-BE49-F238E27FC236}">
                    <a16:creationId id="{674080D3-7FA7-4DDF-6979-D33970E3F3F9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190554" y="2368209"/>
                <a:ext cx="726592" cy="1621538"/>
              </a:xfrm>
              <a:custGeom>
                <a:avLst/>
                <a:gdLst>
                  <a:gd fmla="*/ 132 w 155" name="T0"/>
                  <a:gd fmla="*/ 9 h 346" name="T1"/>
                  <a:gd fmla="*/ 155 w 155" name="T2"/>
                  <a:gd fmla="*/ 25 h 346" name="T3"/>
                  <a:gd fmla="*/ 80 w 155" name="T4"/>
                  <a:gd fmla="*/ 102 h 346" name="T5"/>
                  <a:gd fmla="*/ 48 w 155" name="T6"/>
                  <a:gd fmla="*/ 206 h 346" name="T7"/>
                  <a:gd fmla="*/ 52 w 155" name="T8"/>
                  <a:gd fmla="*/ 314 h 346" name="T9"/>
                  <a:gd fmla="*/ 66 w 155" name="T10"/>
                  <a:gd fmla="*/ 345 h 346" name="T11"/>
                  <a:gd fmla="*/ 55 w 155" name="T12"/>
                  <a:gd fmla="*/ 345 h 346" name="T13"/>
                  <a:gd fmla="*/ 21 w 155" name="T14"/>
                  <a:gd fmla="*/ 160 h 346" name="T15"/>
                  <a:gd fmla="*/ 132 w 155" name="T16"/>
                  <a:gd fmla="*/ 9 h 346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346" w="155">
                    <a:moveTo>
                      <a:pt x="132" y="9"/>
                    </a:moveTo>
                    <a:cubicBezTo>
                      <a:pt x="141" y="11"/>
                      <a:pt x="149" y="17"/>
                      <a:pt x="155" y="25"/>
                    </a:cubicBezTo>
                    <a:cubicBezTo>
                      <a:pt x="123" y="42"/>
                      <a:pt x="97" y="70"/>
                      <a:pt x="80" y="102"/>
                    </a:cubicBezTo>
                    <a:cubicBezTo>
                      <a:pt x="63" y="134"/>
                      <a:pt x="53" y="170"/>
                      <a:pt x="48" y="206"/>
                    </a:cubicBezTo>
                    <a:cubicBezTo>
                      <a:pt x="43" y="242"/>
                      <a:pt x="43" y="279"/>
                      <a:pt x="52" y="314"/>
                    </a:cubicBezTo>
                    <a:cubicBezTo>
                      <a:pt x="55" y="325"/>
                      <a:pt x="59" y="336"/>
                      <a:pt x="66" y="345"/>
                    </a:cubicBezTo>
                    <a:cubicBezTo>
                      <a:pt x="62" y="346"/>
                      <a:pt x="58" y="345"/>
                      <a:pt x="55" y="345"/>
                    </a:cubicBezTo>
                    <a:cubicBezTo>
                      <a:pt x="15" y="335"/>
                      <a:pt x="0" y="253"/>
                      <a:pt x="21" y="160"/>
                    </a:cubicBezTo>
                    <a:cubicBezTo>
                      <a:pt x="43" y="67"/>
                      <a:pt x="92" y="0"/>
                      <a:pt x="132" y="9"/>
                    </a:cubicBezTo>
                    <a:close/>
                  </a:path>
                </a:pathLst>
              </a:custGeom>
              <a:solidFill>
                <a:srgbClr val="E0E2E2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dcb1d96-0e84-42c1-b901-8a1ae15e70d0" id="120" name="îŝḻîďè">
                <a:extLst>
                  <a:ext uri="{FF2B5EF4-FFF2-40B4-BE49-F238E27FC236}">
                    <a16:creationId id="{C3BA3003-C12D-39B4-0802-639A33C4753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307712" y="3079182"/>
                <a:ext cx="140297" cy="304223"/>
              </a:xfrm>
              <a:custGeom>
                <a:avLst/>
                <a:gdLst>
                  <a:gd fmla="*/ 24 w 30" name="T0"/>
                  <a:gd fmla="*/ 0 h 65" name="T1"/>
                  <a:gd fmla="*/ 24 w 30" name="T2"/>
                  <a:gd fmla="*/ 34 h 65" name="T3"/>
                  <a:gd fmla="*/ 8 w 30" name="T4"/>
                  <a:gd fmla="*/ 65 h 65" name="T5"/>
                  <a:gd fmla="*/ 0 w 30" name="T6"/>
                  <a:gd fmla="*/ 60 h 65" name="T7"/>
                  <a:gd fmla="*/ 1 w 30" name="T8"/>
                  <a:gd fmla="*/ 50 h 65" name="T9"/>
                  <a:gd fmla="*/ 10 w 30" name="T10"/>
                  <a:gd fmla="*/ 30 h 65" name="T11"/>
                  <a:gd fmla="*/ 12 w 30" name="T12"/>
                  <a:gd fmla="*/ 7 h 65" name="T13"/>
                  <a:gd fmla="*/ 16 w 30" name="T14"/>
                  <a:gd fmla="*/ 0 h 65" name="T15"/>
                  <a:gd fmla="*/ 24 w 30" name="T16"/>
                  <a:gd fmla="*/ 0 h 65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65" w="30">
                    <a:moveTo>
                      <a:pt x="24" y="0"/>
                    </a:moveTo>
                    <a:cubicBezTo>
                      <a:pt x="24" y="0"/>
                      <a:pt x="30" y="14"/>
                      <a:pt x="24" y="34"/>
                    </a:cubicBezTo>
                    <a:cubicBezTo>
                      <a:pt x="19" y="54"/>
                      <a:pt x="8" y="65"/>
                      <a:pt x="8" y="65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57"/>
                      <a:pt x="1" y="53"/>
                      <a:pt x="1" y="50"/>
                    </a:cubicBezTo>
                    <a:cubicBezTo>
                      <a:pt x="4" y="46"/>
                      <a:pt x="8" y="38"/>
                      <a:pt x="10" y="30"/>
                    </a:cubicBezTo>
                    <a:cubicBezTo>
                      <a:pt x="13" y="21"/>
                      <a:pt x="13" y="13"/>
                      <a:pt x="12" y="7"/>
                    </a:cubicBezTo>
                    <a:cubicBezTo>
                      <a:pt x="13" y="4"/>
                      <a:pt x="15" y="2"/>
                      <a:pt x="16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d4e1ef0-945c-4a59-b091-71b304d3b905" id="121" name="iṣļîdê">
                <a:extLst>
                  <a:ext uri="{FF2B5EF4-FFF2-40B4-BE49-F238E27FC236}">
                    <a16:creationId id="{033EACAA-19D1-709C-CEDA-9554741E7084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384857" y="3080927"/>
                <a:ext cx="36921" cy="32490"/>
              </a:xfrm>
              <a:custGeom>
                <a:avLst/>
                <a:gdLst>
                  <a:gd fmla="*/ 0 w 8" name="T0"/>
                  <a:gd fmla="*/ 0 h 7" name="T1"/>
                  <a:gd fmla="*/ 8 w 8" name="T2"/>
                  <a:gd fmla="*/ 0 h 7" name="T3"/>
                  <a:gd fmla="*/ 4 w 8" name="T4"/>
                  <a:gd fmla="*/ 7 h 7" name="T5"/>
                  <a:gd fmla="*/ 0 w 8" name="T6"/>
                  <a:gd fmla="*/ 0 h 7" name="T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b="b" l="0" r="r" t="0"/>
                <a:pathLst>
                  <a:path h="7" w="8">
                    <a:moveTo>
                      <a:pt x="0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2"/>
                      <a:pt x="5" y="4"/>
                      <a:pt x="4" y="7"/>
                    </a:cubicBezTo>
                    <a:cubicBezTo>
                      <a:pt x="4" y="3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a8eabfa-9ec0-4cf4-a658-80ff072478f6" id="122" name="ïṧḻíḋê">
                <a:extLst>
                  <a:ext uri="{FF2B5EF4-FFF2-40B4-BE49-F238E27FC236}">
                    <a16:creationId id="{91F688E6-8E31-4EE0-6C5D-4A1FF1B0542C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389033" y="3115136"/>
                <a:ext cx="56119" cy="200846"/>
              </a:xfrm>
              <a:custGeom>
                <a:avLst/>
                <a:gdLst>
                  <a:gd fmla="*/ 11 w 12" name="T0"/>
                  <a:gd fmla="*/ 0 h 43" name="T1"/>
                  <a:gd fmla="*/ 9 w 12" name="T2"/>
                  <a:gd fmla="*/ 23 h 43" name="T3"/>
                  <a:gd fmla="*/ 0 w 12" name="T4"/>
                  <a:gd fmla="*/ 43 h 43" name="T5"/>
                  <a:gd fmla="*/ 11 w 12" name="T6"/>
                  <a:gd fmla="*/ 0 h 43" name="T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b="b" l="0" r="r" t="0"/>
                <a:pathLst>
                  <a:path h="43" w="12">
                    <a:moveTo>
                      <a:pt x="11" y="0"/>
                    </a:moveTo>
                    <a:cubicBezTo>
                      <a:pt x="12" y="6"/>
                      <a:pt x="12" y="14"/>
                      <a:pt x="9" y="23"/>
                    </a:cubicBezTo>
                    <a:cubicBezTo>
                      <a:pt x="7" y="31"/>
                      <a:pt x="3" y="39"/>
                      <a:pt x="0" y="43"/>
                    </a:cubicBezTo>
                    <a:cubicBezTo>
                      <a:pt x="1" y="26"/>
                      <a:pt x="6" y="11"/>
                      <a:pt x="11" y="0"/>
                    </a:cubicBezTo>
                    <a:close/>
                  </a:path>
                </a:pathLst>
              </a:custGeom>
              <a:solidFill>
                <a:srgbClr val="D61A42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ad48692-1bc3-4189-ab7c-77f6964386b6" id="123" name="iśḻiḍé">
                <a:extLst>
                  <a:ext uri="{FF2B5EF4-FFF2-40B4-BE49-F238E27FC236}">
                    <a16:creationId id="{E0C57C39-15B8-1494-62DA-D88C06939F7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393715" y="3085985"/>
                <a:ext cx="121099" cy="256965"/>
              </a:xfrm>
              <a:custGeom>
                <a:avLst/>
                <a:gdLst>
                  <a:gd fmla="*/ 22 w 26" name="T0"/>
                  <a:gd fmla="*/ 0 h 55" name="T1"/>
                  <a:gd fmla="*/ 26 w 26" name="T2"/>
                  <a:gd fmla="*/ 7 h 55" name="T3"/>
                  <a:gd fmla="*/ 15 w 26" name="T4"/>
                  <a:gd fmla="*/ 50 h 55" name="T5"/>
                  <a:gd fmla="*/ 7 w 26" name="T6"/>
                  <a:gd fmla="*/ 55 h 55" name="T7"/>
                  <a:gd fmla="*/ 4 w 26" name="T8"/>
                  <a:gd fmla="*/ 25 h 55" name="T9"/>
                  <a:gd fmla="*/ 20 w 26" name="T10"/>
                  <a:gd fmla="*/ 0 h 55" name="T11"/>
                  <a:gd fmla="*/ 20 w 26" name="T12"/>
                  <a:gd fmla="*/ 0 h 55" name="T13"/>
                  <a:gd fmla="*/ 22 w 26" name="T14"/>
                  <a:gd fmla="*/ 0 h 55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55" w="26">
                    <a:moveTo>
                      <a:pt x="22" y="0"/>
                    </a:moveTo>
                    <a:cubicBezTo>
                      <a:pt x="24" y="0"/>
                      <a:pt x="26" y="3"/>
                      <a:pt x="26" y="7"/>
                    </a:cubicBezTo>
                    <a:cubicBezTo>
                      <a:pt x="21" y="18"/>
                      <a:pt x="16" y="33"/>
                      <a:pt x="15" y="50"/>
                    </a:cubicBezTo>
                    <a:cubicBezTo>
                      <a:pt x="12" y="54"/>
                      <a:pt x="9" y="55"/>
                      <a:pt x="7" y="55"/>
                    </a:cubicBezTo>
                    <a:cubicBezTo>
                      <a:pt x="1" y="53"/>
                      <a:pt x="0" y="40"/>
                      <a:pt x="4" y="25"/>
                    </a:cubicBezTo>
                    <a:cubicBezTo>
                      <a:pt x="8" y="11"/>
                      <a:pt x="15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D61A42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ce0e112-6065-4950-b910-652585a48be2" id="124" name="iṧḷîḋé">
                <a:extLst>
                  <a:ext uri="{FF2B5EF4-FFF2-40B4-BE49-F238E27FC236}">
                    <a16:creationId id="{41810C99-1EF8-DD55-C16C-A4CEFBABA60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433806" y="3319664"/>
                <a:ext cx="36921" cy="47258"/>
              </a:xfrm>
              <a:custGeom>
                <a:avLst/>
                <a:gdLst>
                  <a:gd fmla="*/ 8 w 8" name="T0"/>
                  <a:gd fmla="*/ 0 h 10" name="T1"/>
                  <a:gd fmla="*/ 7 w 8" name="T2"/>
                  <a:gd fmla="*/ 10 h 10" name="T3"/>
                  <a:gd fmla="*/ 0 w 8" name="T4"/>
                  <a:gd fmla="*/ 5 h 10" name="T5"/>
                  <a:gd fmla="*/ 8 w 8" name="T6"/>
                  <a:gd fmla="*/ 0 h 10" name="T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b="b" l="0" r="r" t="0"/>
                <a:pathLst>
                  <a:path h="10" w="8">
                    <a:moveTo>
                      <a:pt x="8" y="0"/>
                    </a:moveTo>
                    <a:cubicBezTo>
                      <a:pt x="8" y="3"/>
                      <a:pt x="7" y="7"/>
                      <a:pt x="7" y="1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5" y="4"/>
                      <a:pt x="8" y="0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f912408-384e-4593-8e05-749bd1579b3d" id="125" name="ïšḻíďè">
                <a:extLst>
                  <a:ext uri="{FF2B5EF4-FFF2-40B4-BE49-F238E27FC236}">
                    <a16:creationId id="{8DE6A076-EC5E-A42A-8AB2-C36EEBC1C70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201596" y="4266059"/>
                <a:ext cx="680810" cy="1270057"/>
              </a:xfrm>
              <a:custGeom>
                <a:avLst/>
                <a:gdLst>
                  <a:gd fmla="*/ 107 w 145" name="T0"/>
                  <a:gd fmla="*/ 270 h 271" name="T1"/>
                  <a:gd fmla="*/ 103 w 145" name="T2"/>
                  <a:gd fmla="*/ 269 h 271" name="T3"/>
                  <a:gd fmla="*/ 103 w 145" name="T4"/>
                  <a:gd fmla="*/ 268 h 271" name="T5"/>
                  <a:gd fmla="*/ 100 w 145" name="T6"/>
                  <a:gd fmla="*/ 218 h 271" name="T7"/>
                  <a:gd fmla="*/ 100 w 145" name="T8"/>
                  <a:gd fmla="*/ 161 h 271" name="T9"/>
                  <a:gd fmla="*/ 83 w 145" name="T10"/>
                  <a:gd fmla="*/ 56 h 271" name="T11"/>
                  <a:gd fmla="*/ 82 w 145" name="T12"/>
                  <a:gd fmla="*/ 53 h 271" name="T13"/>
                  <a:gd fmla="*/ 73 w 145" name="T14"/>
                  <a:gd fmla="*/ 51 h 271" name="T15"/>
                  <a:gd fmla="*/ 72 w 145" name="T16"/>
                  <a:gd fmla="*/ 51 h 271" name="T17"/>
                  <a:gd fmla="*/ 54 w 145" name="T18"/>
                  <a:gd fmla="*/ 111 h 271" name="T19"/>
                  <a:gd fmla="*/ 35 w 145" name="T20"/>
                  <a:gd fmla="*/ 208 h 271" name="T21"/>
                  <a:gd fmla="*/ 30 w 145" name="T22"/>
                  <a:gd fmla="*/ 242 h 271" name="T23"/>
                  <a:gd fmla="*/ 24 w 145" name="T24"/>
                  <a:gd fmla="*/ 269 h 271" name="T25"/>
                  <a:gd fmla="*/ 23 w 145" name="T26"/>
                  <a:gd fmla="*/ 269 h 271" name="T27"/>
                  <a:gd fmla="*/ 21 w 145" name="T28"/>
                  <a:gd fmla="*/ 269 h 271" name="T29"/>
                  <a:gd fmla="*/ 10 w 145" name="T30"/>
                  <a:gd fmla="*/ 265 h 271" name="T31"/>
                  <a:gd fmla="*/ 0 w 145" name="T32"/>
                  <a:gd fmla="*/ 259 h 271" name="T33"/>
                  <a:gd fmla="*/ 1 w 145" name="T34"/>
                  <a:gd fmla="*/ 253 h 271" name="T35"/>
                  <a:gd fmla="*/ 30 w 145" name="T36"/>
                  <a:gd fmla="*/ 0 h 271" name="T37"/>
                  <a:gd fmla="*/ 31 w 145" name="T38"/>
                  <a:gd fmla="*/ 1 h 271" name="T39"/>
                  <a:gd fmla="*/ 34 w 145" name="T40"/>
                  <a:gd fmla="*/ 6 h 271" name="T41"/>
                  <a:gd fmla="*/ 57 w 145" name="T42"/>
                  <a:gd fmla="*/ 34 h 271" name="T43"/>
                  <a:gd fmla="*/ 59 w 145" name="T44"/>
                  <a:gd fmla="*/ 36 h 271" name="T45"/>
                  <a:gd fmla="*/ 64 w 145" name="T46"/>
                  <a:gd fmla="*/ 34 h 271" name="T47"/>
                  <a:gd fmla="*/ 85 w 145" name="T48"/>
                  <a:gd fmla="*/ 17 h 271" name="T49"/>
                  <a:gd fmla="*/ 88 w 145" name="T50"/>
                  <a:gd fmla="*/ 16 h 271" name="T51"/>
                  <a:gd fmla="*/ 90 w 145" name="T52"/>
                  <a:gd fmla="*/ 17 h 271" name="T53"/>
                  <a:gd fmla="*/ 115 w 145" name="T54"/>
                  <a:gd fmla="*/ 37 h 271" name="T55"/>
                  <a:gd fmla="*/ 133 w 145" name="T56"/>
                  <a:gd fmla="*/ 6 h 271" name="T57"/>
                  <a:gd fmla="*/ 134 w 145" name="T58"/>
                  <a:gd fmla="*/ 2 h 271" name="T59"/>
                  <a:gd fmla="*/ 138 w 145" name="T60"/>
                  <a:gd fmla="*/ 109 h 271" name="T61"/>
                  <a:gd fmla="*/ 130 w 145" name="T62"/>
                  <a:gd fmla="*/ 257 h 271" name="T63"/>
                  <a:gd fmla="*/ 130 w 145" name="T64"/>
                  <a:gd fmla="*/ 266 h 271" name="T65"/>
                  <a:gd fmla="*/ 130 w 145" name="T66"/>
                  <a:gd fmla="*/ 266 h 271" name="T67"/>
                  <a:gd fmla="*/ 107 w 145" name="T68"/>
                  <a:gd fmla="*/ 270 h 271" name="T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b="b" l="0" r="r" t="0"/>
                <a:pathLst>
                  <a:path h="271" w="145">
                    <a:moveTo>
                      <a:pt x="107" y="270"/>
                    </a:moveTo>
                    <a:cubicBezTo>
                      <a:pt x="105" y="269"/>
                      <a:pt x="104" y="269"/>
                      <a:pt x="103" y="269"/>
                    </a:cubicBezTo>
                    <a:cubicBezTo>
                      <a:pt x="103" y="268"/>
                      <a:pt x="103" y="268"/>
                      <a:pt x="103" y="268"/>
                    </a:cubicBezTo>
                    <a:cubicBezTo>
                      <a:pt x="101" y="252"/>
                      <a:pt x="100" y="235"/>
                      <a:pt x="100" y="218"/>
                    </a:cubicBezTo>
                    <a:cubicBezTo>
                      <a:pt x="100" y="199"/>
                      <a:pt x="100" y="180"/>
                      <a:pt x="100" y="161"/>
                    </a:cubicBezTo>
                    <a:cubicBezTo>
                      <a:pt x="99" y="125"/>
                      <a:pt x="93" y="90"/>
                      <a:pt x="83" y="56"/>
                    </a:cubicBezTo>
                    <a:cubicBezTo>
                      <a:pt x="82" y="55"/>
                      <a:pt x="82" y="54"/>
                      <a:pt x="82" y="53"/>
                    </a:cubicBezTo>
                    <a:cubicBezTo>
                      <a:pt x="80" y="51"/>
                      <a:pt x="76" y="51"/>
                      <a:pt x="73" y="51"/>
                    </a:cubicBezTo>
                    <a:cubicBezTo>
                      <a:pt x="72" y="51"/>
                      <a:pt x="72" y="51"/>
                      <a:pt x="72" y="51"/>
                    </a:cubicBezTo>
                    <a:cubicBezTo>
                      <a:pt x="68" y="72"/>
                      <a:pt x="60" y="91"/>
                      <a:pt x="54" y="111"/>
                    </a:cubicBezTo>
                    <a:cubicBezTo>
                      <a:pt x="44" y="143"/>
                      <a:pt x="39" y="175"/>
                      <a:pt x="35" y="208"/>
                    </a:cubicBezTo>
                    <a:cubicBezTo>
                      <a:pt x="33" y="220"/>
                      <a:pt x="32" y="231"/>
                      <a:pt x="30" y="242"/>
                    </a:cubicBezTo>
                    <a:cubicBezTo>
                      <a:pt x="28" y="251"/>
                      <a:pt x="24" y="260"/>
                      <a:pt x="24" y="269"/>
                    </a:cubicBezTo>
                    <a:cubicBezTo>
                      <a:pt x="23" y="269"/>
                      <a:pt x="23" y="269"/>
                      <a:pt x="23" y="269"/>
                    </a:cubicBezTo>
                    <a:cubicBezTo>
                      <a:pt x="22" y="269"/>
                      <a:pt x="22" y="269"/>
                      <a:pt x="21" y="269"/>
                    </a:cubicBezTo>
                    <a:cubicBezTo>
                      <a:pt x="17" y="268"/>
                      <a:pt x="13" y="267"/>
                      <a:pt x="10" y="265"/>
                    </a:cubicBezTo>
                    <a:cubicBezTo>
                      <a:pt x="6" y="264"/>
                      <a:pt x="3" y="262"/>
                      <a:pt x="0" y="259"/>
                    </a:cubicBezTo>
                    <a:cubicBezTo>
                      <a:pt x="0" y="257"/>
                      <a:pt x="0" y="255"/>
                      <a:pt x="1" y="253"/>
                    </a:cubicBezTo>
                    <a:cubicBezTo>
                      <a:pt x="6" y="168"/>
                      <a:pt x="16" y="83"/>
                      <a:pt x="30" y="0"/>
                    </a:cubicBezTo>
                    <a:cubicBezTo>
                      <a:pt x="30" y="0"/>
                      <a:pt x="30" y="1"/>
                      <a:pt x="31" y="1"/>
                    </a:cubicBezTo>
                    <a:cubicBezTo>
                      <a:pt x="31" y="3"/>
                      <a:pt x="32" y="4"/>
                      <a:pt x="34" y="6"/>
                    </a:cubicBezTo>
                    <a:cubicBezTo>
                      <a:pt x="41" y="15"/>
                      <a:pt x="49" y="24"/>
                      <a:pt x="57" y="34"/>
                    </a:cubicBezTo>
                    <a:cubicBezTo>
                      <a:pt x="58" y="35"/>
                      <a:pt x="58" y="36"/>
                      <a:pt x="59" y="36"/>
                    </a:cubicBezTo>
                    <a:cubicBezTo>
                      <a:pt x="61" y="36"/>
                      <a:pt x="63" y="35"/>
                      <a:pt x="64" y="34"/>
                    </a:cubicBezTo>
                    <a:cubicBezTo>
                      <a:pt x="71" y="28"/>
                      <a:pt x="78" y="23"/>
                      <a:pt x="85" y="17"/>
                    </a:cubicBezTo>
                    <a:cubicBezTo>
                      <a:pt x="86" y="17"/>
                      <a:pt x="86" y="16"/>
                      <a:pt x="88" y="16"/>
                    </a:cubicBezTo>
                    <a:cubicBezTo>
                      <a:pt x="88" y="16"/>
                      <a:pt x="89" y="17"/>
                      <a:pt x="90" y="17"/>
                    </a:cubicBezTo>
                    <a:cubicBezTo>
                      <a:pt x="98" y="23"/>
                      <a:pt x="107" y="30"/>
                      <a:pt x="115" y="37"/>
                    </a:cubicBezTo>
                    <a:cubicBezTo>
                      <a:pt x="121" y="27"/>
                      <a:pt x="127" y="17"/>
                      <a:pt x="133" y="6"/>
                    </a:cubicBezTo>
                    <a:cubicBezTo>
                      <a:pt x="133" y="5"/>
                      <a:pt x="134" y="4"/>
                      <a:pt x="134" y="2"/>
                    </a:cubicBezTo>
                    <a:cubicBezTo>
                      <a:pt x="145" y="37"/>
                      <a:pt x="141" y="74"/>
                      <a:pt x="138" y="109"/>
                    </a:cubicBezTo>
                    <a:cubicBezTo>
                      <a:pt x="134" y="158"/>
                      <a:pt x="132" y="208"/>
                      <a:pt x="130" y="257"/>
                    </a:cubicBezTo>
                    <a:cubicBezTo>
                      <a:pt x="130" y="260"/>
                      <a:pt x="130" y="263"/>
                      <a:pt x="130" y="266"/>
                    </a:cubicBezTo>
                    <a:cubicBezTo>
                      <a:pt x="130" y="266"/>
                      <a:pt x="130" y="266"/>
                      <a:pt x="130" y="266"/>
                    </a:cubicBezTo>
                    <a:cubicBezTo>
                      <a:pt x="123" y="270"/>
                      <a:pt x="115" y="271"/>
                      <a:pt x="107" y="270"/>
                    </a:cubicBezTo>
                    <a:close/>
                  </a:path>
                </a:pathLst>
              </a:custGeom>
              <a:solidFill>
                <a:srgbClr val="19414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69e3374-9d5f-4a44-8ac4-4bbb03e02774" id="126" name="iṥ1ïḋê">
                <a:extLst>
                  <a:ext uri="{FF2B5EF4-FFF2-40B4-BE49-F238E27FC236}">
                    <a16:creationId id="{B93112E7-0A73-8ED5-4359-470F0DD2726E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703789" y="3562569"/>
                <a:ext cx="717730" cy="370680"/>
              </a:xfrm>
              <a:custGeom>
                <a:avLst/>
                <a:gdLst>
                  <a:gd fmla="*/ 139 w 153" name="T0"/>
                  <a:gd fmla="*/ 64 h 79" name="T1"/>
                  <a:gd fmla="*/ 153 w 153" name="T2"/>
                  <a:gd fmla="*/ 69 h 79" name="T3"/>
                  <a:gd fmla="*/ 126 w 153" name="T4"/>
                  <a:gd fmla="*/ 75 h 79" name="T5"/>
                  <a:gd fmla="*/ 64 w 153" name="T6"/>
                  <a:gd fmla="*/ 78 h 79" name="T7"/>
                  <a:gd fmla="*/ 52 w 153" name="T8"/>
                  <a:gd fmla="*/ 77 h 79" name="T9"/>
                  <a:gd fmla="*/ 43 w 153" name="T10"/>
                  <a:gd fmla="*/ 72 h 79" name="T11"/>
                  <a:gd fmla="*/ 18 w 153" name="T12"/>
                  <a:gd fmla="*/ 51 h 79" name="T13"/>
                  <a:gd fmla="*/ 4 w 153" name="T14"/>
                  <a:gd fmla="*/ 31 h 79" name="T15"/>
                  <a:gd fmla="*/ 3 w 153" name="T16"/>
                  <a:gd fmla="*/ 11 h 79" name="T17"/>
                  <a:gd fmla="*/ 16 w 153" name="T18"/>
                  <a:gd fmla="*/ 0 h 79" name="T19"/>
                  <a:gd fmla="*/ 27 w 153" name="T20"/>
                  <a:gd fmla="*/ 6 h 79" name="T21"/>
                  <a:gd fmla="*/ 32 w 153" name="T22"/>
                  <a:gd fmla="*/ 14 h 79" name="T23"/>
                  <a:gd fmla="*/ 47 w 153" name="T24"/>
                  <a:gd fmla="*/ 42 h 79" name="T25"/>
                  <a:gd fmla="*/ 58 w 153" name="T26"/>
                  <a:gd fmla="*/ 49 h 79" name="T27"/>
                  <a:gd fmla="*/ 67 w 153" name="T28"/>
                  <a:gd fmla="*/ 51 h 79" name="T29"/>
                  <a:gd fmla="*/ 111 w 153" name="T30"/>
                  <a:gd fmla="*/ 58 h 79" name="T31"/>
                  <a:gd fmla="*/ 139 w 153" name="T32"/>
                  <a:gd fmla="*/ 64 h 79" name="T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b="b" l="0" r="r" t="0"/>
                <a:pathLst>
                  <a:path h="79" w="153">
                    <a:moveTo>
                      <a:pt x="139" y="64"/>
                    </a:moveTo>
                    <a:cubicBezTo>
                      <a:pt x="144" y="65"/>
                      <a:pt x="149" y="66"/>
                      <a:pt x="153" y="69"/>
                    </a:cubicBezTo>
                    <a:cubicBezTo>
                      <a:pt x="144" y="72"/>
                      <a:pt x="135" y="73"/>
                      <a:pt x="126" y="75"/>
                    </a:cubicBezTo>
                    <a:cubicBezTo>
                      <a:pt x="106" y="78"/>
                      <a:pt x="85" y="77"/>
                      <a:pt x="64" y="78"/>
                    </a:cubicBezTo>
                    <a:cubicBezTo>
                      <a:pt x="60" y="78"/>
                      <a:pt x="56" y="79"/>
                      <a:pt x="52" y="77"/>
                    </a:cubicBezTo>
                    <a:cubicBezTo>
                      <a:pt x="48" y="76"/>
                      <a:pt x="45" y="74"/>
                      <a:pt x="43" y="72"/>
                    </a:cubicBezTo>
                    <a:cubicBezTo>
                      <a:pt x="34" y="65"/>
                      <a:pt x="25" y="59"/>
                      <a:pt x="18" y="51"/>
                    </a:cubicBezTo>
                    <a:cubicBezTo>
                      <a:pt x="12" y="46"/>
                      <a:pt x="7" y="39"/>
                      <a:pt x="4" y="31"/>
                    </a:cubicBezTo>
                    <a:cubicBezTo>
                      <a:pt x="2" y="25"/>
                      <a:pt x="0" y="18"/>
                      <a:pt x="3" y="11"/>
                    </a:cubicBezTo>
                    <a:cubicBezTo>
                      <a:pt x="5" y="5"/>
                      <a:pt x="10" y="1"/>
                      <a:pt x="16" y="0"/>
                    </a:cubicBezTo>
                    <a:cubicBezTo>
                      <a:pt x="20" y="1"/>
                      <a:pt x="24" y="3"/>
                      <a:pt x="27" y="6"/>
                    </a:cubicBezTo>
                    <a:cubicBezTo>
                      <a:pt x="29" y="8"/>
                      <a:pt x="31" y="11"/>
                      <a:pt x="32" y="14"/>
                    </a:cubicBezTo>
                    <a:cubicBezTo>
                      <a:pt x="37" y="23"/>
                      <a:pt x="42" y="32"/>
                      <a:pt x="47" y="42"/>
                    </a:cubicBezTo>
                    <a:cubicBezTo>
                      <a:pt x="49" y="46"/>
                      <a:pt x="53" y="47"/>
                      <a:pt x="58" y="49"/>
                    </a:cubicBezTo>
                    <a:cubicBezTo>
                      <a:pt x="61" y="51"/>
                      <a:pt x="63" y="50"/>
                      <a:pt x="67" y="51"/>
                    </a:cubicBezTo>
                    <a:cubicBezTo>
                      <a:pt x="81" y="52"/>
                      <a:pt x="97" y="56"/>
                      <a:pt x="111" y="58"/>
                    </a:cubicBezTo>
                    <a:cubicBezTo>
                      <a:pt x="121" y="59"/>
                      <a:pt x="129" y="63"/>
                      <a:pt x="139" y="64"/>
                    </a:cubicBezTo>
                    <a:close/>
                  </a:path>
                </a:pathLst>
              </a:custGeom>
              <a:solidFill>
                <a:srgbClr val="2C637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fe8e411-0d45-48a8-b552-54633b7c2cad" id="127" name="îṩ1îḑê">
                <a:extLst>
                  <a:ext uri="{FF2B5EF4-FFF2-40B4-BE49-F238E27FC236}">
                    <a16:creationId id="{17A8A8BD-310D-BB19-81D8-E2137FDE994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191398" y="5489401"/>
                <a:ext cx="131437" cy="75318"/>
              </a:xfrm>
              <a:custGeom>
                <a:avLst/>
                <a:gdLst>
                  <a:gd fmla="*/ 23 w 28" name="T0"/>
                  <a:gd fmla="*/ 1 h 16" name="T1"/>
                  <a:gd fmla="*/ 28 w 28" name="T2"/>
                  <a:gd fmla="*/ 6 h 16" name="T3"/>
                  <a:gd fmla="*/ 24 w 28" name="T4"/>
                  <a:gd fmla="*/ 11 h 16" name="T5"/>
                  <a:gd fmla="*/ 10 w 28" name="T6"/>
                  <a:gd fmla="*/ 16 h 16" name="T7"/>
                  <a:gd fmla="*/ 6 w 28" name="T8"/>
                  <a:gd fmla="*/ 14 h 16" name="T9"/>
                  <a:gd fmla="*/ 4 w 28" name="T10"/>
                  <a:gd fmla="*/ 12 h 16" name="T11"/>
                  <a:gd fmla="*/ 0 w 28" name="T12"/>
                  <a:gd fmla="*/ 4 h 16" name="T13"/>
                  <a:gd fmla="*/ 23 w 28" name="T14"/>
                  <a:gd fmla="*/ 0 h 16" name="T15"/>
                  <a:gd fmla="*/ 23 w 28" name="T16"/>
                  <a:gd fmla="*/ 0 h 16" name="T17"/>
                  <a:gd fmla="*/ 23 w 28" name="T18"/>
                  <a:gd fmla="*/ 1 h 16" name="T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b="b" l="0" r="r" t="0"/>
                <a:pathLst>
                  <a:path h="16" w="28">
                    <a:moveTo>
                      <a:pt x="23" y="1"/>
                    </a:moveTo>
                    <a:cubicBezTo>
                      <a:pt x="28" y="6"/>
                      <a:pt x="28" y="6"/>
                      <a:pt x="28" y="6"/>
                    </a:cubicBezTo>
                    <a:cubicBezTo>
                      <a:pt x="27" y="8"/>
                      <a:pt x="25" y="10"/>
                      <a:pt x="24" y="11"/>
                    </a:cubicBezTo>
                    <a:cubicBezTo>
                      <a:pt x="20" y="15"/>
                      <a:pt x="15" y="16"/>
                      <a:pt x="10" y="16"/>
                    </a:cubicBezTo>
                    <a:cubicBezTo>
                      <a:pt x="9" y="16"/>
                      <a:pt x="7" y="15"/>
                      <a:pt x="6" y="14"/>
                    </a:cubicBezTo>
                    <a:cubicBezTo>
                      <a:pt x="5" y="14"/>
                      <a:pt x="5" y="13"/>
                      <a:pt x="4" y="12"/>
                    </a:cubicBezTo>
                    <a:cubicBezTo>
                      <a:pt x="3" y="9"/>
                      <a:pt x="1" y="6"/>
                      <a:pt x="0" y="4"/>
                    </a:cubicBezTo>
                    <a:cubicBezTo>
                      <a:pt x="8" y="5"/>
                      <a:pt x="16" y="4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lnTo>
                      <a:pt x="23" y="1"/>
                    </a:lnTo>
                    <a:close/>
                  </a:path>
                </a:pathLst>
              </a:custGeom>
              <a:solidFill>
                <a:srgbClr val="18252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d223227-ba3a-484d-a6e6-05ad68dc1b8d" id="128" name="îśḷîḍé">
                <a:extLst>
                  <a:ext uri="{FF2B5EF4-FFF2-40B4-BE49-F238E27FC236}">
                    <a16:creationId id="{5BF2B7C9-890B-2501-5D2D-C1FC4413AB7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713309" y="3632968"/>
                <a:ext cx="552327" cy="392833"/>
              </a:xfrm>
              <a:custGeom>
                <a:avLst/>
                <a:gdLst>
                  <a:gd fmla="*/ 92 w 118" name="T0"/>
                  <a:gd fmla="*/ 56 h 84" name="T1"/>
                  <a:gd fmla="*/ 72 w 118" name="T2"/>
                  <a:gd fmla="*/ 79 h 84" name="T3"/>
                  <a:gd fmla="*/ 66 w 118" name="T4"/>
                  <a:gd fmla="*/ 83 h 84" name="T5"/>
                  <a:gd fmla="*/ 60 w 118" name="T6"/>
                  <a:gd fmla="*/ 83 h 84" name="T7"/>
                  <a:gd fmla="*/ 0 w 118" name="T8"/>
                  <a:gd fmla="*/ 66 h 84" name="T9"/>
                  <a:gd fmla="*/ 58 w 118" name="T10"/>
                  <a:gd fmla="*/ 53 h 84" name="T11"/>
                  <a:gd fmla="*/ 58 w 118" name="T12"/>
                  <a:gd fmla="*/ 53 h 84" name="T13"/>
                  <a:gd fmla="*/ 65 w 118" name="T14"/>
                  <a:gd fmla="*/ 47 h 84" name="T15"/>
                  <a:gd fmla="*/ 94 w 118" name="T16"/>
                  <a:gd fmla="*/ 13 h 84" name="T17"/>
                  <a:gd fmla="*/ 109 w 118" name="T18"/>
                  <a:gd fmla="*/ 1 h 84" name="T19"/>
                  <a:gd fmla="*/ 114 w 118" name="T20"/>
                  <a:gd fmla="*/ 0 h 84" name="T21"/>
                  <a:gd fmla="*/ 118 w 118" name="T22"/>
                  <a:gd fmla="*/ 13 h 84" name="T23"/>
                  <a:gd fmla="*/ 115 w 118" name="T24"/>
                  <a:gd fmla="*/ 22 h 84" name="T25"/>
                  <a:gd fmla="*/ 92 w 118" name="T26"/>
                  <a:gd fmla="*/ 56 h 84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84" w="118">
                    <a:moveTo>
                      <a:pt x="92" y="56"/>
                    </a:moveTo>
                    <a:cubicBezTo>
                      <a:pt x="85" y="63"/>
                      <a:pt x="79" y="71"/>
                      <a:pt x="72" y="79"/>
                    </a:cubicBezTo>
                    <a:cubicBezTo>
                      <a:pt x="70" y="81"/>
                      <a:pt x="68" y="82"/>
                      <a:pt x="66" y="83"/>
                    </a:cubicBezTo>
                    <a:cubicBezTo>
                      <a:pt x="64" y="84"/>
                      <a:pt x="62" y="83"/>
                      <a:pt x="60" y="83"/>
                    </a:cubicBezTo>
                    <a:cubicBezTo>
                      <a:pt x="40" y="78"/>
                      <a:pt x="19" y="74"/>
                      <a:pt x="0" y="66"/>
                    </a:cubicBezTo>
                    <a:cubicBezTo>
                      <a:pt x="19" y="62"/>
                      <a:pt x="38" y="57"/>
                      <a:pt x="58" y="53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61" y="52"/>
                      <a:pt x="63" y="50"/>
                      <a:pt x="65" y="47"/>
                    </a:cubicBezTo>
                    <a:cubicBezTo>
                      <a:pt x="74" y="36"/>
                      <a:pt x="84" y="25"/>
                      <a:pt x="94" y="13"/>
                    </a:cubicBezTo>
                    <a:cubicBezTo>
                      <a:pt x="98" y="8"/>
                      <a:pt x="103" y="3"/>
                      <a:pt x="109" y="1"/>
                    </a:cubicBezTo>
                    <a:cubicBezTo>
                      <a:pt x="110" y="1"/>
                      <a:pt x="112" y="0"/>
                      <a:pt x="114" y="0"/>
                    </a:cubicBezTo>
                    <a:cubicBezTo>
                      <a:pt x="116" y="4"/>
                      <a:pt x="118" y="8"/>
                      <a:pt x="118" y="13"/>
                    </a:cubicBezTo>
                    <a:cubicBezTo>
                      <a:pt x="117" y="16"/>
                      <a:pt x="116" y="19"/>
                      <a:pt x="115" y="22"/>
                    </a:cubicBezTo>
                    <a:cubicBezTo>
                      <a:pt x="110" y="35"/>
                      <a:pt x="102" y="46"/>
                      <a:pt x="92" y="56"/>
                    </a:cubicBezTo>
                    <a:close/>
                  </a:path>
                </a:pathLst>
              </a:custGeom>
              <a:solidFill>
                <a:srgbClr val="2C637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71c090b-a400-47e8-841b-08bc47ed561b" id="129" name="îs1iďé">
                <a:extLst>
                  <a:ext uri="{FF2B5EF4-FFF2-40B4-BE49-F238E27FC236}">
                    <a16:creationId id="{034731B4-74DF-D82E-2311-2B86BDF08F9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81711" y="3519568"/>
                <a:ext cx="94516" cy="79747"/>
              </a:xfrm>
              <a:custGeom>
                <a:avLst/>
                <a:gdLst>
                  <a:gd fmla="*/ 12 w 20" name="T0"/>
                  <a:gd fmla="*/ 1 h 17" name="T1"/>
                  <a:gd fmla="*/ 19 w 20" name="T2"/>
                  <a:gd fmla="*/ 13 h 17" name="T3"/>
                  <a:gd fmla="*/ 20 w 20" name="T4"/>
                  <a:gd fmla="*/ 14 h 17" name="T5"/>
                  <a:gd fmla="*/ 20 w 20" name="T6"/>
                  <a:gd fmla="*/ 14 h 17" name="T7"/>
                  <a:gd fmla="*/ 19 w 20" name="T8"/>
                  <a:gd fmla="*/ 15 h 17" name="T9"/>
                  <a:gd fmla="*/ 10 w 20" name="T10"/>
                  <a:gd fmla="*/ 16 h 17" name="T11"/>
                  <a:gd fmla="*/ 1 w 20" name="T12"/>
                  <a:gd fmla="*/ 17 h 17" name="T13"/>
                  <a:gd fmla="*/ 0 w 20" name="T14"/>
                  <a:gd fmla="*/ 9 h 17" name="T15"/>
                  <a:gd fmla="*/ 2 w 20" name="T16"/>
                  <a:gd fmla="*/ 8 h 17" name="T17"/>
                  <a:gd fmla="*/ 4 w 20" name="T18"/>
                  <a:gd fmla="*/ 6 h 17" name="T19"/>
                  <a:gd fmla="*/ 10 w 20" name="T20"/>
                  <a:gd fmla="*/ 1 h 17" name="T21"/>
                  <a:gd fmla="*/ 12 w 20" name="T22"/>
                  <a:gd fmla="*/ 0 h 17" name="T23"/>
                  <a:gd fmla="*/ 12 w 20" name="T24"/>
                  <a:gd fmla="*/ 1 h 17" name="T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b="b" l="0" r="r" t="0"/>
                <a:pathLst>
                  <a:path h="17" w="20">
                    <a:moveTo>
                      <a:pt x="12" y="1"/>
                    </a:moveTo>
                    <a:cubicBezTo>
                      <a:pt x="15" y="5"/>
                      <a:pt x="17" y="9"/>
                      <a:pt x="19" y="13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6" y="16"/>
                      <a:pt x="13" y="16"/>
                      <a:pt x="10" y="16"/>
                    </a:cubicBezTo>
                    <a:cubicBezTo>
                      <a:pt x="7" y="17"/>
                      <a:pt x="4" y="17"/>
                      <a:pt x="1" y="1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2" y="9"/>
                      <a:pt x="2" y="8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6" y="5"/>
                      <a:pt x="8" y="3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1a97f3e-c1c0-4793-9f11-230845aec6a5" id="130" name="ïṥlïdê">
                <a:extLst>
                  <a:ext uri="{FF2B5EF4-FFF2-40B4-BE49-F238E27FC236}">
                    <a16:creationId id="{C510E425-CFC2-78D3-C664-E690AC1C2E24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571403" y="3523837"/>
                <a:ext cx="107808" cy="88608"/>
              </a:xfrm>
              <a:custGeom>
                <a:avLst/>
                <a:gdLst>
                  <a:gd fmla="*/ 1 w 23" name="T0"/>
                  <a:gd fmla="*/ 16 h 19" name="T1"/>
                  <a:gd fmla="*/ 1 w 23" name="T2"/>
                  <a:gd fmla="*/ 16 h 19" name="T3"/>
                  <a:gd fmla="*/ 0 w 23" name="T4"/>
                  <a:gd fmla="*/ 14 h 19" name="T5"/>
                  <a:gd fmla="*/ 1 w 23" name="T6"/>
                  <a:gd fmla="*/ 3 h 19" name="T7"/>
                  <a:gd fmla="*/ 3 w 23" name="T8"/>
                  <a:gd fmla="*/ 0 h 19" name="T9"/>
                  <a:gd fmla="*/ 5 w 23" name="T10"/>
                  <a:gd fmla="*/ 3 h 19" name="T11"/>
                  <a:gd fmla="*/ 22 w 23" name="T12"/>
                  <a:gd fmla="*/ 10 h 19" name="T13"/>
                  <a:gd fmla="*/ 23 w 23" name="T14"/>
                  <a:gd fmla="*/ 18 h 19" name="T15"/>
                  <a:gd fmla="*/ 9 w 23" name="T16"/>
                  <a:gd fmla="*/ 18 h 19" name="T17"/>
                  <a:gd fmla="*/ 2 w 23" name="T18"/>
                  <a:gd fmla="*/ 17 h 19" name="T19"/>
                  <a:gd fmla="*/ 1 w 23" name="T20"/>
                  <a:gd fmla="*/ 16 h 19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19" w="23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1" y="10"/>
                      <a:pt x="1" y="6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5" y="3"/>
                    </a:cubicBezTo>
                    <a:cubicBezTo>
                      <a:pt x="10" y="7"/>
                      <a:pt x="16" y="10"/>
                      <a:pt x="22" y="10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8" y="19"/>
                      <a:pt x="14" y="19"/>
                      <a:pt x="9" y="18"/>
                    </a:cubicBezTo>
                    <a:cubicBezTo>
                      <a:pt x="7" y="18"/>
                      <a:pt x="4" y="18"/>
                      <a:pt x="2" y="17"/>
                    </a:cubicBezTo>
                    <a:cubicBezTo>
                      <a:pt x="2" y="17"/>
                      <a:pt x="1" y="17"/>
                      <a:pt x="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36cfd5b-0955-4d60-99d2-8e205efed6f9" id="131" name="ïšḷiḓé">
                <a:extLst>
                  <a:ext uri="{FF2B5EF4-FFF2-40B4-BE49-F238E27FC236}">
                    <a16:creationId id="{2E2EDBB6-56C0-2FDD-FE50-4036C4B2633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315400" y="3590163"/>
                <a:ext cx="510977" cy="849166"/>
              </a:xfrm>
              <a:custGeom>
                <a:avLst/>
                <a:gdLst>
                  <a:gd fmla="*/ 105 w 109" name="T0"/>
                  <a:gd fmla="*/ 146 h 181" name="T1"/>
                  <a:gd fmla="*/ 104 w 109" name="T2"/>
                  <a:gd fmla="*/ 150 h 181" name="T3"/>
                  <a:gd fmla="*/ 86 w 109" name="T4"/>
                  <a:gd fmla="*/ 181 h 181" name="T5"/>
                  <a:gd fmla="*/ 61 w 109" name="T6"/>
                  <a:gd fmla="*/ 161 h 181" name="T7"/>
                  <a:gd fmla="*/ 59 w 109" name="T8"/>
                  <a:gd fmla="*/ 160 h 181" name="T9"/>
                  <a:gd fmla="*/ 56 w 109" name="T10"/>
                  <a:gd fmla="*/ 161 h 181" name="T11"/>
                  <a:gd fmla="*/ 35 w 109" name="T12"/>
                  <a:gd fmla="*/ 178 h 181" name="T13"/>
                  <a:gd fmla="*/ 30 w 109" name="T14"/>
                  <a:gd fmla="*/ 180 h 181" name="T15"/>
                  <a:gd fmla="*/ 28 w 109" name="T16"/>
                  <a:gd fmla="*/ 178 h 181" name="T17"/>
                  <a:gd fmla="*/ 5 w 109" name="T18"/>
                  <a:gd fmla="*/ 150 h 181" name="T19"/>
                  <a:gd fmla="*/ 2 w 109" name="T20"/>
                  <a:gd fmla="*/ 145 h 181" name="T21"/>
                  <a:gd fmla="*/ 1 w 109" name="T22"/>
                  <a:gd fmla="*/ 144 h 181" name="T23"/>
                  <a:gd fmla="*/ 0 w 109" name="T24"/>
                  <a:gd fmla="*/ 137 h 181" name="T25"/>
                  <a:gd fmla="*/ 4 w 109" name="T26"/>
                  <a:gd fmla="*/ 96 h 181" name="T27"/>
                  <a:gd fmla="*/ 2 w 109" name="T28"/>
                  <a:gd fmla="*/ 57 h 181" name="T29"/>
                  <a:gd fmla="*/ 2 w 109" name="T30"/>
                  <a:gd fmla="*/ 57 h 181" name="T31"/>
                  <a:gd fmla="*/ 25 w 109" name="T32"/>
                  <a:gd fmla="*/ 23 h 181" name="T33"/>
                  <a:gd fmla="*/ 28 w 109" name="T34"/>
                  <a:gd fmla="*/ 14 h 181" name="T35"/>
                  <a:gd fmla="*/ 24 w 109" name="T36"/>
                  <a:gd fmla="*/ 1 h 181" name="T37"/>
                  <a:gd fmla="*/ 41 w 109" name="T38"/>
                  <a:gd fmla="*/ 1 h 181" name="T39"/>
                  <a:gd fmla="*/ 42 w 109" name="T40"/>
                  <a:gd fmla="*/ 2 h 181" name="T41"/>
                  <a:gd fmla="*/ 49 w 109" name="T42"/>
                  <a:gd fmla="*/ 3 h 181" name="T43"/>
                  <a:gd fmla="*/ 63 w 109" name="T44"/>
                  <a:gd fmla="*/ 3 h 181" name="T45"/>
                  <a:gd fmla="*/ 72 w 109" name="T46"/>
                  <a:gd fmla="*/ 2 h 181" name="T47"/>
                  <a:gd fmla="*/ 81 w 109" name="T48"/>
                  <a:gd fmla="*/ 1 h 181" name="T49"/>
                  <a:gd fmla="*/ 82 w 109" name="T50"/>
                  <a:gd fmla="*/ 0 h 181" name="T51"/>
                  <a:gd fmla="*/ 82 w 109" name="T52"/>
                  <a:gd fmla="*/ 0 h 181" name="T53"/>
                  <a:gd fmla="*/ 83 w 109" name="T54"/>
                  <a:gd fmla="*/ 0 h 181" name="T55"/>
                  <a:gd fmla="*/ 101 w 109" name="T56"/>
                  <a:gd fmla="*/ 4 h 181" name="T57"/>
                  <a:gd fmla="*/ 107 w 109" name="T58"/>
                  <a:gd fmla="*/ 4 h 181" name="T59"/>
                  <a:gd fmla="*/ 94 w 109" name="T60"/>
                  <a:gd fmla="*/ 15 h 181" name="T61"/>
                  <a:gd fmla="*/ 95 w 109" name="T62"/>
                  <a:gd fmla="*/ 35 h 181" name="T63"/>
                  <a:gd fmla="*/ 109 w 109" name="T64"/>
                  <a:gd fmla="*/ 55 h 181" name="T65"/>
                  <a:gd fmla="*/ 108 w 109" name="T66"/>
                  <a:gd fmla="*/ 56 h 181" name="T67"/>
                  <a:gd fmla="*/ 107 w 109" name="T68"/>
                  <a:gd fmla="*/ 135 h 181" name="T69"/>
                  <a:gd fmla="*/ 106 w 109" name="T70"/>
                  <a:gd fmla="*/ 144 h 181" name="T71"/>
                  <a:gd fmla="*/ 105 w 109" name="T72"/>
                  <a:gd fmla="*/ 146 h 181" name="T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b="b" l="0" r="r" t="0"/>
                <a:pathLst>
                  <a:path h="181" w="109">
                    <a:moveTo>
                      <a:pt x="105" y="146"/>
                    </a:moveTo>
                    <a:cubicBezTo>
                      <a:pt x="105" y="148"/>
                      <a:pt x="104" y="149"/>
                      <a:pt x="104" y="150"/>
                    </a:cubicBezTo>
                    <a:cubicBezTo>
                      <a:pt x="98" y="161"/>
                      <a:pt x="92" y="171"/>
                      <a:pt x="86" y="181"/>
                    </a:cubicBezTo>
                    <a:cubicBezTo>
                      <a:pt x="78" y="174"/>
                      <a:pt x="69" y="167"/>
                      <a:pt x="61" y="161"/>
                    </a:cubicBezTo>
                    <a:cubicBezTo>
                      <a:pt x="60" y="161"/>
                      <a:pt x="59" y="160"/>
                      <a:pt x="59" y="160"/>
                    </a:cubicBezTo>
                    <a:cubicBezTo>
                      <a:pt x="57" y="160"/>
                      <a:pt x="57" y="161"/>
                      <a:pt x="56" y="161"/>
                    </a:cubicBezTo>
                    <a:cubicBezTo>
                      <a:pt x="49" y="167"/>
                      <a:pt x="42" y="172"/>
                      <a:pt x="35" y="178"/>
                    </a:cubicBezTo>
                    <a:cubicBezTo>
                      <a:pt x="34" y="179"/>
                      <a:pt x="32" y="180"/>
                      <a:pt x="30" y="180"/>
                    </a:cubicBezTo>
                    <a:cubicBezTo>
                      <a:pt x="29" y="180"/>
                      <a:pt x="29" y="179"/>
                      <a:pt x="28" y="178"/>
                    </a:cubicBezTo>
                    <a:cubicBezTo>
                      <a:pt x="20" y="168"/>
                      <a:pt x="12" y="159"/>
                      <a:pt x="5" y="150"/>
                    </a:cubicBezTo>
                    <a:cubicBezTo>
                      <a:pt x="3" y="148"/>
                      <a:pt x="2" y="147"/>
                      <a:pt x="2" y="145"/>
                    </a:cubicBezTo>
                    <a:cubicBezTo>
                      <a:pt x="1" y="145"/>
                      <a:pt x="1" y="144"/>
                      <a:pt x="1" y="144"/>
                    </a:cubicBezTo>
                    <a:cubicBezTo>
                      <a:pt x="0" y="142"/>
                      <a:pt x="0" y="139"/>
                      <a:pt x="0" y="137"/>
                    </a:cubicBezTo>
                    <a:cubicBezTo>
                      <a:pt x="1" y="123"/>
                      <a:pt x="3" y="110"/>
                      <a:pt x="4" y="96"/>
                    </a:cubicBezTo>
                    <a:cubicBezTo>
                      <a:pt x="4" y="83"/>
                      <a:pt x="4" y="70"/>
                      <a:pt x="2" y="57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12" y="47"/>
                      <a:pt x="20" y="36"/>
                      <a:pt x="25" y="23"/>
                    </a:cubicBezTo>
                    <a:cubicBezTo>
                      <a:pt x="26" y="20"/>
                      <a:pt x="27" y="17"/>
                      <a:pt x="28" y="14"/>
                    </a:cubicBezTo>
                    <a:cubicBezTo>
                      <a:pt x="28" y="9"/>
                      <a:pt x="26" y="5"/>
                      <a:pt x="24" y="1"/>
                    </a:cubicBezTo>
                    <a:cubicBezTo>
                      <a:pt x="29" y="1"/>
                      <a:pt x="35" y="2"/>
                      <a:pt x="41" y="1"/>
                    </a:cubicBezTo>
                    <a:cubicBezTo>
                      <a:pt x="41" y="2"/>
                      <a:pt x="42" y="2"/>
                      <a:pt x="42" y="2"/>
                    </a:cubicBezTo>
                    <a:cubicBezTo>
                      <a:pt x="44" y="3"/>
                      <a:pt x="47" y="3"/>
                      <a:pt x="49" y="3"/>
                    </a:cubicBezTo>
                    <a:cubicBezTo>
                      <a:pt x="54" y="4"/>
                      <a:pt x="58" y="4"/>
                      <a:pt x="63" y="3"/>
                    </a:cubicBezTo>
                    <a:cubicBezTo>
                      <a:pt x="66" y="3"/>
                      <a:pt x="69" y="3"/>
                      <a:pt x="72" y="2"/>
                    </a:cubicBezTo>
                    <a:cubicBezTo>
                      <a:pt x="75" y="2"/>
                      <a:pt x="78" y="2"/>
                      <a:pt x="81" y="1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8" y="3"/>
                      <a:pt x="95" y="3"/>
                      <a:pt x="101" y="4"/>
                    </a:cubicBezTo>
                    <a:cubicBezTo>
                      <a:pt x="103" y="4"/>
                      <a:pt x="105" y="4"/>
                      <a:pt x="107" y="4"/>
                    </a:cubicBezTo>
                    <a:cubicBezTo>
                      <a:pt x="101" y="5"/>
                      <a:pt x="96" y="9"/>
                      <a:pt x="94" y="15"/>
                    </a:cubicBezTo>
                    <a:cubicBezTo>
                      <a:pt x="91" y="22"/>
                      <a:pt x="93" y="29"/>
                      <a:pt x="95" y="35"/>
                    </a:cubicBezTo>
                    <a:cubicBezTo>
                      <a:pt x="98" y="43"/>
                      <a:pt x="103" y="50"/>
                      <a:pt x="109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7" y="82"/>
                      <a:pt x="106" y="109"/>
                      <a:pt x="107" y="135"/>
                    </a:cubicBezTo>
                    <a:cubicBezTo>
                      <a:pt x="107" y="138"/>
                      <a:pt x="107" y="141"/>
                      <a:pt x="106" y="144"/>
                    </a:cubicBezTo>
                    <a:cubicBezTo>
                      <a:pt x="106" y="145"/>
                      <a:pt x="105" y="146"/>
                      <a:pt x="105" y="146"/>
                    </a:cubicBezTo>
                    <a:close/>
                  </a:path>
                </a:pathLst>
              </a:custGeom>
              <a:solidFill>
                <a:srgbClr val="2C637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76d146e-407c-4508-9363-b18e3d75991d" id="132" name="îślïḋè">
                <a:extLst>
                  <a:ext uri="{FF2B5EF4-FFF2-40B4-BE49-F238E27FC236}">
                    <a16:creationId id="{FFC0E04F-1966-A180-1193-16F8DD20A8E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64618" y="3216254"/>
                <a:ext cx="295363" cy="351480"/>
              </a:xfrm>
              <a:custGeom>
                <a:avLst/>
                <a:gdLst>
                  <a:gd fmla="*/ 24 w 63" name="T0"/>
                  <a:gd fmla="*/ 6 h 75" name="T1"/>
                  <a:gd fmla="*/ 38 w 63" name="T2"/>
                  <a:gd fmla="*/ 3 h 75" name="T3"/>
                  <a:gd fmla="*/ 43 w 63" name="T4"/>
                  <a:gd fmla="*/ 1 h 75" name="T5"/>
                  <a:gd fmla="*/ 49 w 63" name="T6"/>
                  <a:gd fmla="*/ 0 h 75" name="T7"/>
                  <a:gd fmla="*/ 53 w 63" name="T8"/>
                  <a:gd fmla="*/ 7 h 75" name="T9"/>
                  <a:gd fmla="*/ 61 w 63" name="T10"/>
                  <a:gd fmla="*/ 35 h 75" name="T11"/>
                  <a:gd fmla="*/ 55 w 63" name="T12"/>
                  <a:gd fmla="*/ 61 h 75" name="T13"/>
                  <a:gd fmla="*/ 48 w 63" name="T14"/>
                  <a:gd fmla="*/ 66 h 75" name="T15"/>
                  <a:gd fmla="*/ 46 w 63" name="T16"/>
                  <a:gd fmla="*/ 67 h 75" name="T17"/>
                  <a:gd fmla="*/ 40 w 63" name="T18"/>
                  <a:gd fmla="*/ 72 h 75" name="T19"/>
                  <a:gd fmla="*/ 38 w 63" name="T20"/>
                  <a:gd fmla="*/ 74 h 75" name="T21"/>
                  <a:gd fmla="*/ 36 w 63" name="T22"/>
                  <a:gd fmla="*/ 75 h 75" name="T23"/>
                  <a:gd fmla="*/ 19 w 63" name="T24"/>
                  <a:gd fmla="*/ 68 h 75" name="T25"/>
                  <a:gd fmla="*/ 17 w 63" name="T26"/>
                  <a:gd fmla="*/ 65 h 75" name="T27"/>
                  <a:gd fmla="*/ 12 w 63" name="T28"/>
                  <a:gd fmla="*/ 58 h 75" name="T29"/>
                  <a:gd fmla="*/ 3 w 63" name="T30"/>
                  <a:gd fmla="*/ 47 h 75" name="T31"/>
                  <a:gd fmla="*/ 2 w 63" name="T32"/>
                  <a:gd fmla="*/ 32 h 75" name="T33"/>
                  <a:gd fmla="*/ 10 w 63" name="T34"/>
                  <a:gd fmla="*/ 18 h 75" name="T35"/>
                  <a:gd fmla="*/ 16 w 63" name="T36"/>
                  <a:gd fmla="*/ 10 h 75" name="T37"/>
                  <a:gd fmla="*/ 24 w 63" name="T38"/>
                  <a:gd fmla="*/ 6 h 75" name="T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b="b" l="0" r="r" t="0"/>
                <a:pathLst>
                  <a:path h="75" w="63">
                    <a:moveTo>
                      <a:pt x="24" y="6"/>
                    </a:moveTo>
                    <a:cubicBezTo>
                      <a:pt x="28" y="4"/>
                      <a:pt x="33" y="5"/>
                      <a:pt x="38" y="3"/>
                    </a:cubicBezTo>
                    <a:cubicBezTo>
                      <a:pt x="40" y="3"/>
                      <a:pt x="41" y="1"/>
                      <a:pt x="43" y="1"/>
                    </a:cubicBezTo>
                    <a:cubicBezTo>
                      <a:pt x="45" y="0"/>
                      <a:pt x="47" y="0"/>
                      <a:pt x="49" y="0"/>
                    </a:cubicBezTo>
                    <a:cubicBezTo>
                      <a:pt x="51" y="2"/>
                      <a:pt x="52" y="5"/>
                      <a:pt x="53" y="7"/>
                    </a:cubicBezTo>
                    <a:cubicBezTo>
                      <a:pt x="55" y="17"/>
                      <a:pt x="59" y="25"/>
                      <a:pt x="61" y="35"/>
                    </a:cubicBezTo>
                    <a:cubicBezTo>
                      <a:pt x="63" y="44"/>
                      <a:pt x="62" y="55"/>
                      <a:pt x="55" y="61"/>
                    </a:cubicBezTo>
                    <a:cubicBezTo>
                      <a:pt x="53" y="63"/>
                      <a:pt x="50" y="65"/>
                      <a:pt x="48" y="66"/>
                    </a:cubicBezTo>
                    <a:cubicBezTo>
                      <a:pt x="47" y="67"/>
                      <a:pt x="47" y="67"/>
                      <a:pt x="46" y="67"/>
                    </a:cubicBezTo>
                    <a:cubicBezTo>
                      <a:pt x="44" y="69"/>
                      <a:pt x="42" y="71"/>
                      <a:pt x="40" y="72"/>
                    </a:cubicBezTo>
                    <a:cubicBezTo>
                      <a:pt x="40" y="73"/>
                      <a:pt x="39" y="74"/>
                      <a:pt x="38" y="74"/>
                    </a:cubicBezTo>
                    <a:cubicBezTo>
                      <a:pt x="38" y="75"/>
                      <a:pt x="37" y="75"/>
                      <a:pt x="36" y="75"/>
                    </a:cubicBezTo>
                    <a:cubicBezTo>
                      <a:pt x="30" y="75"/>
                      <a:pt x="24" y="72"/>
                      <a:pt x="19" y="68"/>
                    </a:cubicBezTo>
                    <a:cubicBezTo>
                      <a:pt x="18" y="67"/>
                      <a:pt x="18" y="66"/>
                      <a:pt x="17" y="65"/>
                    </a:cubicBezTo>
                    <a:cubicBezTo>
                      <a:pt x="15" y="63"/>
                      <a:pt x="14" y="60"/>
                      <a:pt x="12" y="58"/>
                    </a:cubicBezTo>
                    <a:cubicBezTo>
                      <a:pt x="9" y="54"/>
                      <a:pt x="5" y="51"/>
                      <a:pt x="3" y="47"/>
                    </a:cubicBezTo>
                    <a:cubicBezTo>
                      <a:pt x="0" y="43"/>
                      <a:pt x="1" y="37"/>
                      <a:pt x="2" y="32"/>
                    </a:cubicBezTo>
                    <a:cubicBezTo>
                      <a:pt x="4" y="27"/>
                      <a:pt x="7" y="23"/>
                      <a:pt x="10" y="18"/>
                    </a:cubicBezTo>
                    <a:cubicBezTo>
                      <a:pt x="12" y="15"/>
                      <a:pt x="13" y="13"/>
                      <a:pt x="16" y="10"/>
                    </a:cubicBezTo>
                    <a:cubicBezTo>
                      <a:pt x="18" y="8"/>
                      <a:pt x="21" y="7"/>
                      <a:pt x="24" y="6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897f3dd-09f1-4da6-bc53-182e2cd61471" id="133" name="ïš1idê">
                <a:extLst>
                  <a:ext uri="{FF2B5EF4-FFF2-40B4-BE49-F238E27FC236}">
                    <a16:creationId id="{AC4DB39B-E898-AC2F-94B8-B7063311D82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721390" y="5478690"/>
                <a:ext cx="177217" cy="150634"/>
              </a:xfrm>
              <a:custGeom>
                <a:avLst/>
                <a:gdLst>
                  <a:gd fmla="*/ 26 w 38" name="T0"/>
                  <a:gd fmla="*/ 12 h 32" name="T1"/>
                  <a:gd fmla="*/ 37 w 38" name="T2"/>
                  <a:gd fmla="*/ 16 h 32" name="T3"/>
                  <a:gd fmla="*/ 37 w 38" name="T4"/>
                  <a:gd fmla="*/ 23 h 32" name="T5"/>
                  <a:gd fmla="*/ 32 w 38" name="T6"/>
                  <a:gd fmla="*/ 30 h 32" name="T7"/>
                  <a:gd fmla="*/ 22 w 38" name="T8"/>
                  <a:gd fmla="*/ 29 h 32" name="T9"/>
                  <a:gd fmla="*/ 14 w 38" name="T10"/>
                  <a:gd fmla="*/ 23 h 32" name="T11"/>
                  <a:gd fmla="*/ 5 w 38" name="T12"/>
                  <a:gd fmla="*/ 15 h 32" name="T13"/>
                  <a:gd fmla="*/ 0 w 38" name="T14"/>
                  <a:gd fmla="*/ 5 h 32" name="T15"/>
                  <a:gd fmla="*/ 1 w 38" name="T16"/>
                  <a:gd fmla="*/ 3 h 32" name="T17"/>
                  <a:gd fmla="*/ 4 w 38" name="T18"/>
                  <a:gd fmla="*/ 2 h 32" name="T19"/>
                  <a:gd fmla="*/ 14 w 38" name="T20"/>
                  <a:gd fmla="*/ 0 h 32" name="T21"/>
                  <a:gd fmla="*/ 17 w 38" name="T22"/>
                  <a:gd fmla="*/ 0 h 32" name="T23"/>
                  <a:gd fmla="*/ 16 w 38" name="T24"/>
                  <a:gd fmla="*/ 6 h 32" name="T25"/>
                  <a:gd fmla="*/ 26 w 38" name="T26"/>
                  <a:gd fmla="*/ 12 h 32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32" w="38">
                    <a:moveTo>
                      <a:pt x="26" y="12"/>
                    </a:moveTo>
                    <a:cubicBezTo>
                      <a:pt x="29" y="14"/>
                      <a:pt x="33" y="15"/>
                      <a:pt x="37" y="16"/>
                    </a:cubicBezTo>
                    <a:cubicBezTo>
                      <a:pt x="37" y="18"/>
                      <a:pt x="38" y="21"/>
                      <a:pt x="37" y="23"/>
                    </a:cubicBezTo>
                    <a:cubicBezTo>
                      <a:pt x="37" y="26"/>
                      <a:pt x="35" y="29"/>
                      <a:pt x="32" y="30"/>
                    </a:cubicBezTo>
                    <a:cubicBezTo>
                      <a:pt x="29" y="32"/>
                      <a:pt x="25" y="31"/>
                      <a:pt x="22" y="29"/>
                    </a:cubicBezTo>
                    <a:cubicBezTo>
                      <a:pt x="19" y="28"/>
                      <a:pt x="16" y="25"/>
                      <a:pt x="14" y="23"/>
                    </a:cubicBezTo>
                    <a:cubicBezTo>
                      <a:pt x="11" y="20"/>
                      <a:pt x="7" y="18"/>
                      <a:pt x="5" y="15"/>
                    </a:cubicBezTo>
                    <a:cubicBezTo>
                      <a:pt x="2" y="13"/>
                      <a:pt x="0" y="9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7" y="1"/>
                      <a:pt x="10" y="0"/>
                      <a:pt x="14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2"/>
                      <a:pt x="16" y="4"/>
                      <a:pt x="16" y="6"/>
                    </a:cubicBezTo>
                    <a:cubicBezTo>
                      <a:pt x="19" y="9"/>
                      <a:pt x="22" y="11"/>
                      <a:pt x="26" y="12"/>
                    </a:cubicBezTo>
                    <a:close/>
                  </a:path>
                </a:pathLst>
              </a:custGeom>
              <a:solidFill>
                <a:srgbClr val="18252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dddc443-01aa-450d-97b3-0eedf49203d3" id="134" name="išļíḑe">
                <a:extLst>
                  <a:ext uri="{FF2B5EF4-FFF2-40B4-BE49-F238E27FC236}">
                    <a16:creationId id="{A9C5FD21-0B76-2CF1-776B-DE72CEE803F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695639" y="3621800"/>
                <a:ext cx="149158" cy="262873"/>
              </a:xfrm>
              <a:custGeom>
                <a:avLst/>
                <a:gdLst>
                  <a:gd fmla="*/ 26 w 32" name="T0"/>
                  <a:gd fmla="*/ 1 h 56" name="T1"/>
                  <a:gd fmla="*/ 25 w 32" name="T2"/>
                  <a:gd fmla="*/ 2 h 56" name="T3"/>
                  <a:gd fmla="*/ 20 w 32" name="T4"/>
                  <a:gd fmla="*/ 30 h 56" name="T5"/>
                  <a:gd fmla="*/ 1 w 32" name="T6"/>
                  <a:gd fmla="*/ 54 h 56" name="T7"/>
                  <a:gd fmla="*/ 2 w 32" name="T8"/>
                  <a:gd fmla="*/ 55 h 56" name="T9"/>
                  <a:gd fmla="*/ 24 w 32" name="T10"/>
                  <a:gd fmla="*/ 27 h 56" name="T11"/>
                  <a:gd fmla="*/ 26 w 32" name="T12"/>
                  <a:gd fmla="*/ 1 h 56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56" w="32">
                    <a:moveTo>
                      <a:pt x="26" y="1"/>
                    </a:moveTo>
                    <a:cubicBezTo>
                      <a:pt x="26" y="0"/>
                      <a:pt x="24" y="1"/>
                      <a:pt x="25" y="2"/>
                    </a:cubicBezTo>
                    <a:cubicBezTo>
                      <a:pt x="31" y="11"/>
                      <a:pt x="26" y="22"/>
                      <a:pt x="20" y="30"/>
                    </a:cubicBezTo>
                    <a:cubicBezTo>
                      <a:pt x="14" y="38"/>
                      <a:pt x="7" y="46"/>
                      <a:pt x="1" y="54"/>
                    </a:cubicBezTo>
                    <a:cubicBezTo>
                      <a:pt x="0" y="55"/>
                      <a:pt x="1" y="56"/>
                      <a:pt x="2" y="55"/>
                    </a:cubicBezTo>
                    <a:cubicBezTo>
                      <a:pt x="10" y="46"/>
                      <a:pt x="18" y="37"/>
                      <a:pt x="24" y="27"/>
                    </a:cubicBezTo>
                    <a:cubicBezTo>
                      <a:pt x="29" y="19"/>
                      <a:pt x="32" y="9"/>
                      <a:pt x="26" y="1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d5365bf-0e4a-4573-ab45-6ad08cd7eaeb" id="135" name="íSľiḑè">
                <a:extLst>
                  <a:ext uri="{FF2B5EF4-FFF2-40B4-BE49-F238E27FC236}">
                    <a16:creationId id="{58E2790F-D7EC-6496-3C0E-2C2D27C37759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335000" y="3605980"/>
                <a:ext cx="94516" cy="233337"/>
              </a:xfrm>
              <a:custGeom>
                <a:avLst/>
                <a:gdLst>
                  <a:gd fmla="*/ 19 w 20" name="T0"/>
                  <a:gd fmla="*/ 48 h 50" name="T1"/>
                  <a:gd fmla="*/ 8 w 20" name="T2"/>
                  <a:gd fmla="*/ 26 h 50" name="T3"/>
                  <a:gd fmla="*/ 5 w 20" name="T4"/>
                  <a:gd fmla="*/ 1 h 50" name="T5"/>
                  <a:gd fmla="*/ 3 w 20" name="T6"/>
                  <a:gd fmla="*/ 1 h 50" name="T7"/>
                  <a:gd fmla="*/ 5 w 20" name="T8"/>
                  <a:gd fmla="*/ 25 h 50" name="T9"/>
                  <a:gd fmla="*/ 18 w 20" name="T10"/>
                  <a:gd fmla="*/ 49 h 50" name="T11"/>
                  <a:gd fmla="*/ 19 w 20" name="T12"/>
                  <a:gd fmla="*/ 48 h 50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50" w="20">
                    <a:moveTo>
                      <a:pt x="19" y="48"/>
                    </a:moveTo>
                    <a:cubicBezTo>
                      <a:pt x="15" y="41"/>
                      <a:pt x="11" y="34"/>
                      <a:pt x="8" y="26"/>
                    </a:cubicBezTo>
                    <a:cubicBezTo>
                      <a:pt x="5" y="19"/>
                      <a:pt x="2" y="10"/>
                      <a:pt x="5" y="1"/>
                    </a:cubicBezTo>
                    <a:cubicBezTo>
                      <a:pt x="5" y="0"/>
                      <a:pt x="3" y="0"/>
                      <a:pt x="3" y="1"/>
                    </a:cubicBezTo>
                    <a:cubicBezTo>
                      <a:pt x="0" y="9"/>
                      <a:pt x="2" y="18"/>
                      <a:pt x="5" y="25"/>
                    </a:cubicBezTo>
                    <a:cubicBezTo>
                      <a:pt x="8" y="34"/>
                      <a:pt x="13" y="42"/>
                      <a:pt x="18" y="49"/>
                    </a:cubicBezTo>
                    <a:cubicBezTo>
                      <a:pt x="18" y="50"/>
                      <a:pt x="20" y="49"/>
                      <a:pt x="19" y="48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3e6d17e-d084-4a41-a2bc-a226d53055e1" id="136" name="isḻïḋé">
                <a:extLst>
                  <a:ext uri="{FF2B5EF4-FFF2-40B4-BE49-F238E27FC236}">
                    <a16:creationId id="{F0BCC5DF-49B0-EBD8-D455-47FB5BF2866C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342384" y="3769839"/>
                <a:ext cx="70887" cy="69411"/>
              </a:xfrm>
              <a:custGeom>
                <a:avLst/>
                <a:gdLst>
                  <a:gd fmla="*/ 14 w 15" name="T0"/>
                  <a:gd fmla="*/ 12 h 15" name="T1"/>
                  <a:gd fmla="*/ 2 w 15" name="T2"/>
                  <a:gd fmla="*/ 1 h 15" name="T3"/>
                  <a:gd fmla="*/ 0 w 15" name="T4"/>
                  <a:gd fmla="*/ 2 h 15" name="T5"/>
                  <a:gd fmla="*/ 13 w 15" name="T6"/>
                  <a:gd fmla="*/ 14 h 15" name="T7"/>
                  <a:gd fmla="*/ 14 w 15" name="T8"/>
                  <a:gd fmla="*/ 12 h 15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5" w="15">
                    <a:moveTo>
                      <a:pt x="14" y="12"/>
                    </a:moveTo>
                    <a:cubicBezTo>
                      <a:pt x="10" y="9"/>
                      <a:pt x="5" y="5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4" y="7"/>
                      <a:pt x="9" y="11"/>
                      <a:pt x="13" y="14"/>
                    </a:cubicBezTo>
                    <a:cubicBezTo>
                      <a:pt x="14" y="15"/>
                      <a:pt x="15" y="13"/>
                      <a:pt x="14" y="12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7946549-4e1f-4b4f-9f2a-43bd4d809110" id="137" name="îṩḷíḍè">
                <a:extLst>
                  <a:ext uri="{FF2B5EF4-FFF2-40B4-BE49-F238E27FC236}">
                    <a16:creationId id="{745F3ED6-52A5-DEC0-FF53-8B55516D0E7E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733598" y="3828187"/>
                <a:ext cx="88608" cy="57596"/>
              </a:xfrm>
              <a:custGeom>
                <a:avLst/>
                <a:gdLst>
                  <a:gd fmla="*/ 17 w 19" name="T0"/>
                  <a:gd fmla="*/ 1 h 12" name="T1"/>
                  <a:gd fmla="*/ 1 w 19" name="T2"/>
                  <a:gd fmla="*/ 9 h 12" name="T3"/>
                  <a:gd fmla="*/ 2 w 19" name="T4"/>
                  <a:gd fmla="*/ 11 h 12" name="T5"/>
                  <a:gd fmla="*/ 18 w 19" name="T6"/>
                  <a:gd fmla="*/ 3 h 12" name="T7"/>
                  <a:gd fmla="*/ 17 w 19" name="T8"/>
                  <a:gd fmla="*/ 1 h 12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2" w="19">
                    <a:moveTo>
                      <a:pt x="17" y="1"/>
                    </a:moveTo>
                    <a:cubicBezTo>
                      <a:pt x="12" y="5"/>
                      <a:pt x="7" y="8"/>
                      <a:pt x="1" y="9"/>
                    </a:cubicBezTo>
                    <a:cubicBezTo>
                      <a:pt x="0" y="10"/>
                      <a:pt x="0" y="12"/>
                      <a:pt x="2" y="11"/>
                    </a:cubicBezTo>
                    <a:cubicBezTo>
                      <a:pt x="8" y="10"/>
                      <a:pt x="13" y="7"/>
                      <a:pt x="18" y="3"/>
                    </a:cubicBezTo>
                    <a:cubicBezTo>
                      <a:pt x="19" y="2"/>
                      <a:pt x="18" y="0"/>
                      <a:pt x="17" y="1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378a5ba-933a-4420-bfbc-79b6b9dda45e" id="138" name="îṥḷíḍè">
                <a:extLst>
                  <a:ext uri="{FF2B5EF4-FFF2-40B4-BE49-F238E27FC236}">
                    <a16:creationId id="{8D8D5A2C-28CC-05E5-7451-431204107226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40593" y="4066239"/>
                <a:ext cx="196416" cy="131437"/>
              </a:xfrm>
              <a:custGeom>
                <a:avLst/>
                <a:gdLst>
                  <a:gd fmla="*/ 40 w 42" name="T0"/>
                  <a:gd fmla="*/ 0 h 28" name="T1"/>
                  <a:gd fmla="*/ 1 w 42" name="T2"/>
                  <a:gd fmla="*/ 26 h 28" name="T3"/>
                  <a:gd fmla="*/ 3 w 42" name="T4"/>
                  <a:gd fmla="*/ 28 h 28" name="T5"/>
                  <a:gd fmla="*/ 41 w 42" name="T6"/>
                  <a:gd fmla="*/ 2 h 28" name="T7"/>
                  <a:gd fmla="*/ 40 w 42" name="T8"/>
                  <a:gd fmla="*/ 0 h 28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28" w="42">
                    <a:moveTo>
                      <a:pt x="40" y="0"/>
                    </a:moveTo>
                    <a:cubicBezTo>
                      <a:pt x="26" y="8"/>
                      <a:pt x="13" y="16"/>
                      <a:pt x="1" y="26"/>
                    </a:cubicBezTo>
                    <a:cubicBezTo>
                      <a:pt x="0" y="27"/>
                      <a:pt x="2" y="28"/>
                      <a:pt x="3" y="28"/>
                    </a:cubicBezTo>
                    <a:cubicBezTo>
                      <a:pt x="15" y="18"/>
                      <a:pt x="27" y="9"/>
                      <a:pt x="41" y="2"/>
                    </a:cubicBezTo>
                    <a:cubicBezTo>
                      <a:pt x="42" y="1"/>
                      <a:pt x="41" y="0"/>
                      <a:pt x="40" y="0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3f58740-3cd4-4605-9006-809cecca8eb8" id="139" name="iṡ1ïḋè">
                <a:extLst>
                  <a:ext uri="{FF2B5EF4-FFF2-40B4-BE49-F238E27FC236}">
                    <a16:creationId id="{DD2F5DB2-BF4A-8FDB-3D20-6E00E82DB9C4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93989" y="4131096"/>
                <a:ext cx="84180" cy="62026"/>
              </a:xfrm>
              <a:custGeom>
                <a:avLst/>
                <a:gdLst>
                  <a:gd fmla="*/ 16 w 18" name="T0"/>
                  <a:gd fmla="*/ 1 h 13" name="T1"/>
                  <a:gd fmla="*/ 1 w 18" name="T2"/>
                  <a:gd fmla="*/ 11 h 13" name="T3"/>
                  <a:gd fmla="*/ 2 w 18" name="T4"/>
                  <a:gd fmla="*/ 13 h 13" name="T5"/>
                  <a:gd fmla="*/ 17 w 18" name="T6"/>
                  <a:gd fmla="*/ 3 h 13" name="T7"/>
                  <a:gd fmla="*/ 16 w 18" name="T8"/>
                  <a:gd fmla="*/ 1 h 13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3" w="18">
                    <a:moveTo>
                      <a:pt x="16" y="1"/>
                    </a:moveTo>
                    <a:cubicBezTo>
                      <a:pt x="11" y="4"/>
                      <a:pt x="6" y="8"/>
                      <a:pt x="1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7" y="9"/>
                      <a:pt x="12" y="6"/>
                      <a:pt x="17" y="3"/>
                    </a:cubicBezTo>
                    <a:cubicBezTo>
                      <a:pt x="18" y="2"/>
                      <a:pt x="17" y="0"/>
                      <a:pt x="16" y="1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4751756-dfad-4e67-b509-c14416ab0e6e" id="140" name="iṡľídè">
                <a:extLst>
                  <a:ext uri="{FF2B5EF4-FFF2-40B4-BE49-F238E27FC236}">
                    <a16:creationId id="{9E64B610-B88E-5959-EB44-B85F744CACC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500574" y="4172755"/>
                <a:ext cx="42828" cy="28060"/>
              </a:xfrm>
              <a:custGeom>
                <a:avLst/>
                <a:gdLst>
                  <a:gd fmla="*/ 7 w 9" name="T0"/>
                  <a:gd fmla="*/ 1 h 6" name="T1"/>
                  <a:gd fmla="*/ 1 w 9" name="T2"/>
                  <a:gd fmla="*/ 4 h 6" name="T3"/>
                  <a:gd fmla="*/ 2 w 9" name="T4"/>
                  <a:gd fmla="*/ 5 h 6" name="T5"/>
                  <a:gd fmla="*/ 8 w 9" name="T6"/>
                  <a:gd fmla="*/ 2 h 6" name="T7"/>
                  <a:gd fmla="*/ 7 w 9" name="T8"/>
                  <a:gd fmla="*/ 1 h 6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6" w="9">
                    <a:moveTo>
                      <a:pt x="7" y="1"/>
                    </a:moveTo>
                    <a:cubicBezTo>
                      <a:pt x="5" y="2"/>
                      <a:pt x="3" y="3"/>
                      <a:pt x="1" y="4"/>
                    </a:cubicBezTo>
                    <a:cubicBezTo>
                      <a:pt x="0" y="4"/>
                      <a:pt x="1" y="6"/>
                      <a:pt x="2" y="5"/>
                    </a:cubicBezTo>
                    <a:cubicBezTo>
                      <a:pt x="4" y="4"/>
                      <a:pt x="6" y="3"/>
                      <a:pt x="8" y="2"/>
                    </a:cubicBezTo>
                    <a:cubicBezTo>
                      <a:pt x="9" y="2"/>
                      <a:pt x="8" y="0"/>
                      <a:pt x="7" y="1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24aec2c-a0fe-49ce-9b71-e42643d99900" id="141" name="îṣ1ïḓê">
                <a:extLst>
                  <a:ext uri="{FF2B5EF4-FFF2-40B4-BE49-F238E27FC236}">
                    <a16:creationId id="{0FA131DD-6006-3970-39D4-C20B7F70465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613972" y="3249113"/>
                <a:ext cx="101900" cy="318991"/>
              </a:xfrm>
              <a:custGeom>
                <a:avLst/>
                <a:gdLst>
                  <a:gd fmla="*/ 21 w 22" name="T0"/>
                  <a:gd fmla="*/ 66 h 68" name="T1"/>
                  <a:gd fmla="*/ 14 w 22" name="T2"/>
                  <a:gd fmla="*/ 55 h 68" name="T3"/>
                  <a:gd fmla="*/ 4 w 22" name="T4"/>
                  <a:gd fmla="*/ 38 h 68" name="T5"/>
                  <a:gd fmla="*/ 14 w 22" name="T6"/>
                  <a:gd fmla="*/ 2 h 68" name="T7"/>
                  <a:gd fmla="*/ 13 w 22" name="T8"/>
                  <a:gd fmla="*/ 1 h 68" name="T9"/>
                  <a:gd fmla="*/ 1 w 22" name="T10"/>
                  <a:gd fmla="*/ 33 h 68" name="T11"/>
                  <a:gd fmla="*/ 8 w 22" name="T12"/>
                  <a:gd fmla="*/ 50 h 68" name="T13"/>
                  <a:gd fmla="*/ 19 w 22" name="T14"/>
                  <a:gd fmla="*/ 67 h 68" name="T15"/>
                  <a:gd fmla="*/ 21 w 22" name="T16"/>
                  <a:gd fmla="*/ 66 h 68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68" w="22">
                    <a:moveTo>
                      <a:pt x="21" y="66"/>
                    </a:moveTo>
                    <a:cubicBezTo>
                      <a:pt x="20" y="62"/>
                      <a:pt x="17" y="58"/>
                      <a:pt x="14" y="55"/>
                    </a:cubicBezTo>
                    <a:cubicBezTo>
                      <a:pt x="10" y="50"/>
                      <a:pt x="6" y="45"/>
                      <a:pt x="4" y="38"/>
                    </a:cubicBezTo>
                    <a:cubicBezTo>
                      <a:pt x="1" y="25"/>
                      <a:pt x="5" y="12"/>
                      <a:pt x="14" y="2"/>
                    </a:cubicBezTo>
                    <a:cubicBezTo>
                      <a:pt x="15" y="2"/>
                      <a:pt x="14" y="0"/>
                      <a:pt x="13" y="1"/>
                    </a:cubicBezTo>
                    <a:cubicBezTo>
                      <a:pt x="4" y="9"/>
                      <a:pt x="0" y="21"/>
                      <a:pt x="1" y="33"/>
                    </a:cubicBezTo>
                    <a:cubicBezTo>
                      <a:pt x="2" y="39"/>
                      <a:pt x="4" y="45"/>
                      <a:pt x="8" y="50"/>
                    </a:cubicBezTo>
                    <a:cubicBezTo>
                      <a:pt x="12" y="56"/>
                      <a:pt x="17" y="60"/>
                      <a:pt x="19" y="67"/>
                    </a:cubicBezTo>
                    <a:cubicBezTo>
                      <a:pt x="20" y="68"/>
                      <a:pt x="22" y="67"/>
                      <a:pt x="21" y="66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2405732-4918-4f89-a0d8-ebbaebd2dd17" id="142" name="iṥḷïḑè">
                <a:extLst>
                  <a:ext uri="{FF2B5EF4-FFF2-40B4-BE49-F238E27FC236}">
                    <a16:creationId id="{2D3AAD3E-5637-B62C-11A6-93B70D46D9B4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594774" y="3253529"/>
                <a:ext cx="8861" cy="304223"/>
              </a:xfrm>
              <a:custGeom>
                <a:avLst/>
                <a:gdLst>
                  <a:gd fmla="*/ 0 w 2" name="T0"/>
                  <a:gd fmla="*/ 1 h 65" name="T1"/>
                  <a:gd fmla="*/ 0 w 2" name="T2"/>
                  <a:gd fmla="*/ 64 h 65" name="T3"/>
                  <a:gd fmla="*/ 2 w 2" name="T4"/>
                  <a:gd fmla="*/ 64 h 65" name="T5"/>
                  <a:gd fmla="*/ 2 w 2" name="T6"/>
                  <a:gd fmla="*/ 1 h 65" name="T7"/>
                  <a:gd fmla="*/ 0 w 2" name="T8"/>
                  <a:gd fmla="*/ 1 h 65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65" w="2">
                    <a:moveTo>
                      <a:pt x="0" y="1"/>
                    </a:moveTo>
                    <a:cubicBezTo>
                      <a:pt x="0" y="22"/>
                      <a:pt x="0" y="43"/>
                      <a:pt x="0" y="64"/>
                    </a:cubicBezTo>
                    <a:cubicBezTo>
                      <a:pt x="0" y="65"/>
                      <a:pt x="2" y="65"/>
                      <a:pt x="2" y="64"/>
                    </a:cubicBezTo>
                    <a:cubicBezTo>
                      <a:pt x="2" y="43"/>
                      <a:pt x="2" y="22"/>
                      <a:pt x="2" y="1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f2c72ee-fb2d-45bc-8899-39ede3d8c5cd" id="143" name="ïṡ1ïḍê">
                <a:extLst>
                  <a:ext uri="{FF2B5EF4-FFF2-40B4-BE49-F238E27FC236}">
                    <a16:creationId id="{7076A87E-8902-CFBC-1BD6-4C7E26757D7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97325" y="3224710"/>
                <a:ext cx="90086" cy="323423"/>
              </a:xfrm>
              <a:custGeom>
                <a:avLst/>
                <a:gdLst>
                  <a:gd fmla="*/ 15 w 19" name="T0"/>
                  <a:gd fmla="*/ 20 h 69" name="T1"/>
                  <a:gd fmla="*/ 5 w 19" name="T2"/>
                  <a:gd fmla="*/ 1 h 69" name="T3"/>
                  <a:gd fmla="*/ 3 w 19" name="T4"/>
                  <a:gd fmla="*/ 2 h 69" name="T5"/>
                  <a:gd fmla="*/ 13 w 19" name="T6"/>
                  <a:gd fmla="*/ 21 h 69" name="T7"/>
                  <a:gd fmla="*/ 15 w 19" name="T8"/>
                  <a:gd fmla="*/ 42 h 69" name="T9"/>
                  <a:gd fmla="*/ 0 w 19" name="T10"/>
                  <a:gd fmla="*/ 67 h 69" name="T11"/>
                  <a:gd fmla="*/ 2 w 19" name="T12"/>
                  <a:gd fmla="*/ 68 h 69" name="T13"/>
                  <a:gd fmla="*/ 18 w 19" name="T14"/>
                  <a:gd fmla="*/ 38 h 69" name="T15"/>
                  <a:gd fmla="*/ 15 w 19" name="T16"/>
                  <a:gd fmla="*/ 20 h 69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69" w="19">
                    <a:moveTo>
                      <a:pt x="15" y="20"/>
                    </a:moveTo>
                    <a:cubicBezTo>
                      <a:pt x="12" y="13"/>
                      <a:pt x="9" y="7"/>
                      <a:pt x="5" y="1"/>
                    </a:cubicBezTo>
                    <a:cubicBezTo>
                      <a:pt x="4" y="0"/>
                      <a:pt x="3" y="1"/>
                      <a:pt x="3" y="2"/>
                    </a:cubicBezTo>
                    <a:cubicBezTo>
                      <a:pt x="8" y="8"/>
                      <a:pt x="11" y="14"/>
                      <a:pt x="13" y="21"/>
                    </a:cubicBezTo>
                    <a:cubicBezTo>
                      <a:pt x="16" y="28"/>
                      <a:pt x="18" y="35"/>
                      <a:pt x="15" y="42"/>
                    </a:cubicBezTo>
                    <a:cubicBezTo>
                      <a:pt x="11" y="51"/>
                      <a:pt x="2" y="57"/>
                      <a:pt x="0" y="67"/>
                    </a:cubicBezTo>
                    <a:cubicBezTo>
                      <a:pt x="0" y="68"/>
                      <a:pt x="2" y="69"/>
                      <a:pt x="2" y="68"/>
                    </a:cubicBezTo>
                    <a:cubicBezTo>
                      <a:pt x="4" y="56"/>
                      <a:pt x="16" y="49"/>
                      <a:pt x="18" y="38"/>
                    </a:cubicBezTo>
                    <a:cubicBezTo>
                      <a:pt x="19" y="32"/>
                      <a:pt x="17" y="26"/>
                      <a:pt x="15" y="20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301f13b-cf6c-4031-a778-998c779c77a2" id="144" name="íṩľïḍe">
                <a:extLst>
                  <a:ext uri="{FF2B5EF4-FFF2-40B4-BE49-F238E27FC236}">
                    <a16:creationId id="{3B85239B-C668-07C1-9584-3D2846E87AD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137508" y="3904931"/>
                <a:ext cx="183125" cy="118145"/>
              </a:xfrm>
              <a:custGeom>
                <a:avLst/>
                <a:gdLst>
                  <a:gd fmla="*/ 3 w 39" name="T0"/>
                  <a:gd fmla="*/ 5 h 25" name="T1"/>
                  <a:gd fmla="*/ 19 w 39" name="T2"/>
                  <a:gd fmla="*/ 7 h 25" name="T3"/>
                  <a:gd fmla="*/ 14 w 39" name="T4"/>
                  <a:gd fmla="*/ 0 h 25" name="T5"/>
                  <a:gd fmla="*/ 38 w 39" name="T6"/>
                  <a:gd fmla="*/ 8 h 25" name="T7"/>
                  <a:gd fmla="*/ 39 w 39" name="T8"/>
                  <a:gd fmla="*/ 25 h 25" name="T9"/>
                  <a:gd fmla="*/ 12 w 39" name="T10"/>
                  <a:gd fmla="*/ 19 h 25" name="T11"/>
                  <a:gd fmla="*/ 0 w 39" name="T12"/>
                  <a:gd fmla="*/ 8 h 25" name="T13"/>
                  <a:gd fmla="*/ 1 w 39" name="T14"/>
                  <a:gd fmla="*/ 6 h 25" name="T15"/>
                  <a:gd fmla="*/ 3 w 39" name="T16"/>
                  <a:gd fmla="*/ 5 h 25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25" w="39">
                    <a:moveTo>
                      <a:pt x="3" y="5"/>
                    </a:moveTo>
                    <a:cubicBezTo>
                      <a:pt x="8" y="5"/>
                      <a:pt x="14" y="6"/>
                      <a:pt x="19" y="7"/>
                    </a:cubicBezTo>
                    <a:cubicBezTo>
                      <a:pt x="17" y="5"/>
                      <a:pt x="15" y="3"/>
                      <a:pt x="14" y="0"/>
                    </a:cubicBezTo>
                    <a:cubicBezTo>
                      <a:pt x="22" y="1"/>
                      <a:pt x="29" y="8"/>
                      <a:pt x="38" y="8"/>
                    </a:cubicBezTo>
                    <a:cubicBezTo>
                      <a:pt x="38" y="14"/>
                      <a:pt x="39" y="19"/>
                      <a:pt x="39" y="25"/>
                    </a:cubicBezTo>
                    <a:cubicBezTo>
                      <a:pt x="30" y="25"/>
                      <a:pt x="20" y="23"/>
                      <a:pt x="12" y="19"/>
                    </a:cubicBezTo>
                    <a:cubicBezTo>
                      <a:pt x="7" y="17"/>
                      <a:pt x="1" y="14"/>
                      <a:pt x="0" y="8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1" y="5"/>
                      <a:pt x="2" y="5"/>
                      <a:pt x="3" y="5"/>
                    </a:cubicBezTo>
                    <a:close/>
                  </a:path>
                </a:pathLst>
              </a:custGeom>
              <a:solidFill>
                <a:srgbClr val="FFD0B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518deb6-c6f2-4175-980c-b4ccbd9dadbe" id="145" name="íṡḷïḑê">
                <a:extLst>
                  <a:ext uri="{FF2B5EF4-FFF2-40B4-BE49-F238E27FC236}">
                    <a16:creationId id="{8A965ECE-C538-24E7-87B4-B38A0F4F4C8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588132" y="5196182"/>
                <a:ext cx="355913" cy="121099"/>
              </a:xfrm>
              <a:custGeom>
                <a:avLst/>
                <a:gdLst>
                  <a:gd fmla="*/ 10 w 76" name="T0"/>
                  <a:gd fmla="*/ 25 h 26" name="T1"/>
                  <a:gd fmla="*/ 5 w 76" name="T2"/>
                  <a:gd fmla="*/ 24 h 26" name="T3"/>
                  <a:gd fmla="*/ 1 w 76" name="T4"/>
                  <a:gd fmla="*/ 19 h 26" name="T5"/>
                  <a:gd fmla="*/ 1 w 76" name="T6"/>
                  <a:gd fmla="*/ 17 h 26" name="T7"/>
                  <a:gd fmla="*/ 2 w 76" name="T8"/>
                  <a:gd fmla="*/ 16 h 26" name="T9"/>
                  <a:gd fmla="*/ 42 w 76" name="T10"/>
                  <a:gd fmla="*/ 2 h 26" name="T11"/>
                  <a:gd fmla="*/ 45 w 76" name="T12"/>
                  <a:gd fmla="*/ 2 h 26" name="T13"/>
                  <a:gd fmla="*/ 73 w 76" name="T14"/>
                  <a:gd fmla="*/ 0 h 26" name="T15"/>
                  <a:gd fmla="*/ 73 w 76" name="T16"/>
                  <a:gd fmla="*/ 0 h 26" name="T17"/>
                  <a:gd fmla="*/ 73 w 76" name="T18"/>
                  <a:gd fmla="*/ 1 h 26" name="T19"/>
                  <a:gd fmla="*/ 76 w 76" name="T20"/>
                  <a:gd fmla="*/ 18 h 26" name="T21"/>
                  <a:gd fmla="*/ 76 w 76" name="T22"/>
                  <a:gd fmla="*/ 19 h 26" name="T23"/>
                  <a:gd fmla="*/ 73 w 76" name="T24"/>
                  <a:gd fmla="*/ 20 h 26" name="T25"/>
                  <a:gd fmla="*/ 51 w 76" name="T26"/>
                  <a:gd fmla="*/ 23 h 26" name="T27"/>
                  <a:gd fmla="*/ 10 w 76" name="T28"/>
                  <a:gd fmla="*/ 25 h 26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26" w="76">
                    <a:moveTo>
                      <a:pt x="10" y="25"/>
                    </a:moveTo>
                    <a:cubicBezTo>
                      <a:pt x="8" y="25"/>
                      <a:pt x="6" y="25"/>
                      <a:pt x="5" y="24"/>
                    </a:cubicBezTo>
                    <a:cubicBezTo>
                      <a:pt x="3" y="23"/>
                      <a:pt x="1" y="21"/>
                      <a:pt x="1" y="19"/>
                    </a:cubicBezTo>
                    <a:cubicBezTo>
                      <a:pt x="0" y="18"/>
                      <a:pt x="0" y="17"/>
                      <a:pt x="1" y="17"/>
                    </a:cubicBezTo>
                    <a:cubicBezTo>
                      <a:pt x="1" y="16"/>
                      <a:pt x="2" y="16"/>
                      <a:pt x="2" y="16"/>
                    </a:cubicBezTo>
                    <a:cubicBezTo>
                      <a:pt x="16" y="12"/>
                      <a:pt x="29" y="7"/>
                      <a:pt x="42" y="2"/>
                    </a:cubicBezTo>
                    <a:cubicBezTo>
                      <a:pt x="43" y="2"/>
                      <a:pt x="44" y="2"/>
                      <a:pt x="45" y="2"/>
                    </a:cubicBezTo>
                    <a:cubicBezTo>
                      <a:pt x="54" y="2"/>
                      <a:pt x="64" y="2"/>
                      <a:pt x="73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5" y="6"/>
                      <a:pt x="76" y="12"/>
                      <a:pt x="76" y="18"/>
                    </a:cubicBezTo>
                    <a:cubicBezTo>
                      <a:pt x="76" y="18"/>
                      <a:pt x="76" y="19"/>
                      <a:pt x="76" y="19"/>
                    </a:cubicBezTo>
                    <a:cubicBezTo>
                      <a:pt x="75" y="20"/>
                      <a:pt x="74" y="20"/>
                      <a:pt x="73" y="20"/>
                    </a:cubicBezTo>
                    <a:cubicBezTo>
                      <a:pt x="66" y="21"/>
                      <a:pt x="58" y="22"/>
                      <a:pt x="51" y="23"/>
                    </a:cubicBezTo>
                    <a:cubicBezTo>
                      <a:pt x="37" y="24"/>
                      <a:pt x="24" y="26"/>
                      <a:pt x="10" y="25"/>
                    </a:cubicBezTo>
                    <a:close/>
                  </a:path>
                </a:pathLst>
              </a:custGeom>
              <a:solidFill>
                <a:srgbClr val="18252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afcc5bf-3781-45f4-af25-83c005332ed6" id="146" name="iṥ1íde">
                <a:extLst>
                  <a:ext uri="{FF2B5EF4-FFF2-40B4-BE49-F238E27FC236}">
                    <a16:creationId id="{494A3504-98FC-97FD-F91E-2A5BA537D240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26192" y="3169363"/>
                <a:ext cx="383970" cy="289454"/>
              </a:xfrm>
              <a:custGeom>
                <a:avLst/>
                <a:gdLst>
                  <a:gd fmla="*/ 71 w 82" name="T0"/>
                  <a:gd fmla="*/ 48 h 62" name="T1"/>
                  <a:gd fmla="*/ 58 w 82" name="T2"/>
                  <a:gd fmla="*/ 62 h 62" name="T3"/>
                  <a:gd fmla="*/ 58 w 82" name="T4"/>
                  <a:gd fmla="*/ 62 h 62" name="T5"/>
                  <a:gd fmla="*/ 58 w 82" name="T6"/>
                  <a:gd fmla="*/ 62 h 62" name="T7"/>
                  <a:gd fmla="*/ 52 w 82" name="T8"/>
                  <a:gd fmla="*/ 62 h 62" name="T9"/>
                  <a:gd fmla="*/ 50 w 82" name="T10"/>
                  <a:gd fmla="*/ 61 h 62" name="T11"/>
                  <a:gd fmla="*/ 50 w 82" name="T12"/>
                  <a:gd fmla="*/ 57 h 62" name="T13"/>
                  <a:gd fmla="*/ 55 w 82" name="T14"/>
                  <a:gd fmla="*/ 47 h 62" name="T15"/>
                  <a:gd fmla="*/ 55 w 82" name="T16"/>
                  <a:gd fmla="*/ 38 h 62" name="T17"/>
                  <a:gd fmla="*/ 53 w 82" name="T18"/>
                  <a:gd fmla="*/ 35 h 62" name="T19"/>
                  <a:gd fmla="*/ 47 w 82" name="T20"/>
                  <a:gd fmla="*/ 38 h 62" name="T21"/>
                  <a:gd fmla="*/ 44 w 82" name="T22"/>
                  <a:gd fmla="*/ 50 h 62" name="T23"/>
                  <a:gd fmla="*/ 43 w 82" name="T24"/>
                  <a:gd fmla="*/ 51 h 62" name="T25"/>
                  <a:gd fmla="*/ 41 w 82" name="T26"/>
                  <a:gd fmla="*/ 51 h 62" name="T27"/>
                  <a:gd fmla="*/ 37 w 82" name="T28"/>
                  <a:gd fmla="*/ 35 h 62" name="T29"/>
                  <a:gd fmla="*/ 38 w 82" name="T30"/>
                  <a:gd fmla="*/ 26 h 62" name="T31"/>
                  <a:gd fmla="*/ 31 w 82" name="T32"/>
                  <a:gd fmla="*/ 22 h 62" name="T33"/>
                  <a:gd fmla="*/ 24 w 82" name="T34"/>
                  <a:gd fmla="*/ 22 h 62" name="T35"/>
                  <a:gd fmla="*/ 11 w 82" name="T36"/>
                  <a:gd fmla="*/ 21 h 62" name="T37"/>
                  <a:gd fmla="*/ 11 w 82" name="T38"/>
                  <a:gd fmla="*/ 21 h 62" name="T39"/>
                  <a:gd fmla="*/ 3 w 82" name="T40"/>
                  <a:gd fmla="*/ 16 h 62" name="T41"/>
                  <a:gd fmla="*/ 1 w 82" name="T42"/>
                  <a:gd fmla="*/ 8 h 62" name="T43"/>
                  <a:gd fmla="*/ 9 w 82" name="T44"/>
                  <a:gd fmla="*/ 1 h 62" name="T45"/>
                  <a:gd fmla="*/ 21 w 82" name="T46"/>
                  <a:gd fmla="*/ 1 h 62" name="T47"/>
                  <a:gd fmla="*/ 46 w 82" name="T48"/>
                  <a:gd fmla="*/ 1 h 62" name="T49"/>
                  <a:gd fmla="*/ 54 w 82" name="T50"/>
                  <a:gd fmla="*/ 2 h 62" name="T51"/>
                  <a:gd fmla="*/ 61 w 82" name="T52"/>
                  <a:gd fmla="*/ 15 h 62" name="T53"/>
                  <a:gd fmla="*/ 75 w 82" name="T54"/>
                  <a:gd fmla="*/ 16 h 62" name="T55"/>
                  <a:gd fmla="*/ 81 w 82" name="T56"/>
                  <a:gd fmla="*/ 33 h 62" name="T57"/>
                  <a:gd fmla="*/ 71 w 82" name="T58"/>
                  <a:gd fmla="*/ 48 h 62" name="T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b="b" l="0" r="r" t="0"/>
                <a:pathLst>
                  <a:path h="62" w="82">
                    <a:moveTo>
                      <a:pt x="71" y="48"/>
                    </a:moveTo>
                    <a:cubicBezTo>
                      <a:pt x="67" y="53"/>
                      <a:pt x="62" y="57"/>
                      <a:pt x="58" y="62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6" y="62"/>
                      <a:pt x="54" y="62"/>
                      <a:pt x="52" y="62"/>
                    </a:cubicBezTo>
                    <a:cubicBezTo>
                      <a:pt x="51" y="62"/>
                      <a:pt x="51" y="62"/>
                      <a:pt x="50" y="61"/>
                    </a:cubicBezTo>
                    <a:cubicBezTo>
                      <a:pt x="49" y="60"/>
                      <a:pt x="50" y="58"/>
                      <a:pt x="50" y="57"/>
                    </a:cubicBezTo>
                    <a:cubicBezTo>
                      <a:pt x="52" y="54"/>
                      <a:pt x="54" y="50"/>
                      <a:pt x="55" y="47"/>
                    </a:cubicBezTo>
                    <a:cubicBezTo>
                      <a:pt x="56" y="44"/>
                      <a:pt x="56" y="41"/>
                      <a:pt x="55" y="38"/>
                    </a:cubicBezTo>
                    <a:cubicBezTo>
                      <a:pt x="55" y="37"/>
                      <a:pt x="54" y="35"/>
                      <a:pt x="53" y="35"/>
                    </a:cubicBezTo>
                    <a:cubicBezTo>
                      <a:pt x="51" y="34"/>
                      <a:pt x="49" y="36"/>
                      <a:pt x="47" y="38"/>
                    </a:cubicBezTo>
                    <a:cubicBezTo>
                      <a:pt x="45" y="42"/>
                      <a:pt x="45" y="46"/>
                      <a:pt x="44" y="50"/>
                    </a:cubicBezTo>
                    <a:cubicBezTo>
                      <a:pt x="44" y="50"/>
                      <a:pt x="43" y="51"/>
                      <a:pt x="43" y="51"/>
                    </a:cubicBezTo>
                    <a:cubicBezTo>
                      <a:pt x="42" y="52"/>
                      <a:pt x="41" y="51"/>
                      <a:pt x="41" y="51"/>
                    </a:cubicBezTo>
                    <a:cubicBezTo>
                      <a:pt x="37" y="47"/>
                      <a:pt x="35" y="41"/>
                      <a:pt x="37" y="35"/>
                    </a:cubicBezTo>
                    <a:cubicBezTo>
                      <a:pt x="37" y="32"/>
                      <a:pt x="39" y="29"/>
                      <a:pt x="38" y="26"/>
                    </a:cubicBezTo>
                    <a:cubicBezTo>
                      <a:pt x="36" y="23"/>
                      <a:pt x="34" y="22"/>
                      <a:pt x="31" y="22"/>
                    </a:cubicBezTo>
                    <a:cubicBezTo>
                      <a:pt x="29" y="22"/>
                      <a:pt x="26" y="22"/>
                      <a:pt x="24" y="22"/>
                    </a:cubicBezTo>
                    <a:cubicBezTo>
                      <a:pt x="19" y="23"/>
                      <a:pt x="15" y="22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8" y="20"/>
                      <a:pt x="5" y="18"/>
                      <a:pt x="3" y="16"/>
                    </a:cubicBezTo>
                    <a:cubicBezTo>
                      <a:pt x="1" y="14"/>
                      <a:pt x="0" y="11"/>
                      <a:pt x="1" y="8"/>
                    </a:cubicBezTo>
                    <a:cubicBezTo>
                      <a:pt x="2" y="4"/>
                      <a:pt x="6" y="2"/>
                      <a:pt x="9" y="1"/>
                    </a:cubicBezTo>
                    <a:cubicBezTo>
                      <a:pt x="13" y="0"/>
                      <a:pt x="17" y="1"/>
                      <a:pt x="21" y="1"/>
                    </a:cubicBezTo>
                    <a:cubicBezTo>
                      <a:pt x="29" y="2"/>
                      <a:pt x="38" y="1"/>
                      <a:pt x="46" y="1"/>
                    </a:cubicBezTo>
                    <a:cubicBezTo>
                      <a:pt x="49" y="1"/>
                      <a:pt x="52" y="1"/>
                      <a:pt x="54" y="2"/>
                    </a:cubicBezTo>
                    <a:cubicBezTo>
                      <a:pt x="59" y="4"/>
                      <a:pt x="61" y="10"/>
                      <a:pt x="61" y="15"/>
                    </a:cubicBezTo>
                    <a:cubicBezTo>
                      <a:pt x="66" y="14"/>
                      <a:pt x="71" y="13"/>
                      <a:pt x="75" y="16"/>
                    </a:cubicBezTo>
                    <a:cubicBezTo>
                      <a:pt x="80" y="19"/>
                      <a:pt x="82" y="27"/>
                      <a:pt x="81" y="33"/>
                    </a:cubicBezTo>
                    <a:cubicBezTo>
                      <a:pt x="79" y="39"/>
                      <a:pt x="75" y="44"/>
                      <a:pt x="71" y="48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b50b0d6-b767-4649-8918-31e6e99f84f1" id="147" name="íṧḻïḍê">
                <a:extLst>
                  <a:ext uri="{FF2B5EF4-FFF2-40B4-BE49-F238E27FC236}">
                    <a16:creationId id="{35D2D78C-6987-0E67-7C4B-6863CF88A158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129092" y="4422757"/>
                <a:ext cx="601062" cy="778280"/>
              </a:xfrm>
              <a:custGeom>
                <a:avLst/>
                <a:gdLst>
                  <a:gd fmla="*/ 104 w 128" name="T0"/>
                  <a:gd fmla="*/ 165 h 166" name="T1"/>
                  <a:gd fmla="*/ 99 w 128" name="T2"/>
                  <a:gd fmla="*/ 164 h 166" name="T3"/>
                  <a:gd fmla="*/ 97 w 128" name="T4"/>
                  <a:gd fmla="*/ 160 h 166" name="T5"/>
                  <a:gd fmla="*/ 92 w 128" name="T6"/>
                  <a:gd fmla="*/ 155 h 166" name="T7"/>
                  <a:gd fmla="*/ 13 w 128" name="T8"/>
                  <a:gd fmla="*/ 110 h 166" name="T9"/>
                  <a:gd fmla="*/ 9 w 128" name="T10"/>
                  <a:gd fmla="*/ 108 h 166" name="T11"/>
                  <a:gd fmla="*/ 7 w 128" name="T12"/>
                  <a:gd fmla="*/ 103 h 166" name="T13"/>
                  <a:gd fmla="*/ 3 w 128" name="T14"/>
                  <a:gd fmla="*/ 84 h 166" name="T15"/>
                  <a:gd fmla="*/ 1 w 128" name="T16"/>
                  <a:gd fmla="*/ 34 h 166" name="T17"/>
                  <a:gd fmla="*/ 0 w 128" name="T18"/>
                  <a:gd fmla="*/ 0 h 166" name="T19"/>
                  <a:gd fmla="*/ 28 w 128" name="T20"/>
                  <a:gd fmla="*/ 12 h 166" name="T21"/>
                  <a:gd fmla="*/ 49 w 128" name="T22"/>
                  <a:gd fmla="*/ 9 h 166" name="T23"/>
                  <a:gd fmla="*/ 59 w 128" name="T24"/>
                  <a:gd fmla="*/ 6 h 166" name="T25"/>
                  <a:gd fmla="*/ 43 w 128" name="T26"/>
                  <a:gd fmla="*/ 81 h 166" name="T27"/>
                  <a:gd fmla="*/ 98 w 128" name="T28"/>
                  <a:gd fmla="*/ 121 h 166" name="T29"/>
                  <a:gd fmla="*/ 119 w 128" name="T30"/>
                  <a:gd fmla="*/ 134 h 166" name="T31"/>
                  <a:gd fmla="*/ 125 w 128" name="T32"/>
                  <a:gd fmla="*/ 136 h 166" name="T33"/>
                  <a:gd fmla="*/ 123 w 128" name="T34"/>
                  <a:gd fmla="*/ 145 h 166" name="T35"/>
                  <a:gd fmla="*/ 122 w 128" name="T36"/>
                  <a:gd fmla="*/ 146 h 166" name="T37"/>
                  <a:gd fmla="*/ 108 w 128" name="T38"/>
                  <a:gd fmla="*/ 161 h 166" name="T39"/>
                  <a:gd fmla="*/ 107 w 128" name="T40"/>
                  <a:gd fmla="*/ 163 h 166" name="T41"/>
                  <a:gd fmla="*/ 104 w 128" name="T42"/>
                  <a:gd fmla="*/ 165 h 166" name="T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b="b" l="0" r="r" t="0"/>
                <a:pathLst>
                  <a:path h="166" w="128">
                    <a:moveTo>
                      <a:pt x="104" y="165"/>
                    </a:moveTo>
                    <a:cubicBezTo>
                      <a:pt x="102" y="166"/>
                      <a:pt x="100" y="165"/>
                      <a:pt x="99" y="164"/>
                    </a:cubicBezTo>
                    <a:cubicBezTo>
                      <a:pt x="98" y="163"/>
                      <a:pt x="98" y="161"/>
                      <a:pt x="97" y="160"/>
                    </a:cubicBezTo>
                    <a:cubicBezTo>
                      <a:pt x="96" y="158"/>
                      <a:pt x="94" y="156"/>
                      <a:pt x="92" y="155"/>
                    </a:cubicBezTo>
                    <a:cubicBezTo>
                      <a:pt x="67" y="139"/>
                      <a:pt x="40" y="124"/>
                      <a:pt x="13" y="110"/>
                    </a:cubicBezTo>
                    <a:cubicBezTo>
                      <a:pt x="12" y="110"/>
                      <a:pt x="11" y="109"/>
                      <a:pt x="9" y="108"/>
                    </a:cubicBezTo>
                    <a:cubicBezTo>
                      <a:pt x="8" y="107"/>
                      <a:pt x="7" y="105"/>
                      <a:pt x="7" y="103"/>
                    </a:cubicBezTo>
                    <a:cubicBezTo>
                      <a:pt x="4" y="97"/>
                      <a:pt x="4" y="90"/>
                      <a:pt x="3" y="84"/>
                    </a:cubicBezTo>
                    <a:cubicBezTo>
                      <a:pt x="3" y="67"/>
                      <a:pt x="2" y="50"/>
                      <a:pt x="1" y="34"/>
                    </a:cubicBezTo>
                    <a:cubicBezTo>
                      <a:pt x="1" y="23"/>
                      <a:pt x="0" y="12"/>
                      <a:pt x="0" y="0"/>
                    </a:cubicBezTo>
                    <a:cubicBezTo>
                      <a:pt x="8" y="6"/>
                      <a:pt x="18" y="11"/>
                      <a:pt x="28" y="12"/>
                    </a:cubicBezTo>
                    <a:cubicBezTo>
                      <a:pt x="35" y="12"/>
                      <a:pt x="42" y="11"/>
                      <a:pt x="49" y="9"/>
                    </a:cubicBezTo>
                    <a:cubicBezTo>
                      <a:pt x="52" y="8"/>
                      <a:pt x="55" y="7"/>
                      <a:pt x="59" y="6"/>
                    </a:cubicBezTo>
                    <a:cubicBezTo>
                      <a:pt x="46" y="29"/>
                      <a:pt x="54" y="58"/>
                      <a:pt x="43" y="81"/>
                    </a:cubicBezTo>
                    <a:cubicBezTo>
                      <a:pt x="62" y="93"/>
                      <a:pt x="81" y="106"/>
                      <a:pt x="98" y="121"/>
                    </a:cubicBezTo>
                    <a:cubicBezTo>
                      <a:pt x="104" y="127"/>
                      <a:pt x="111" y="134"/>
                      <a:pt x="119" y="134"/>
                    </a:cubicBezTo>
                    <a:cubicBezTo>
                      <a:pt x="121" y="134"/>
                      <a:pt x="123" y="134"/>
                      <a:pt x="125" y="136"/>
                    </a:cubicBezTo>
                    <a:cubicBezTo>
                      <a:pt x="128" y="138"/>
                      <a:pt x="125" y="142"/>
                      <a:pt x="123" y="145"/>
                    </a:cubicBezTo>
                    <a:cubicBezTo>
                      <a:pt x="122" y="145"/>
                      <a:pt x="122" y="146"/>
                      <a:pt x="122" y="146"/>
                    </a:cubicBezTo>
                    <a:cubicBezTo>
                      <a:pt x="117" y="151"/>
                      <a:pt x="113" y="156"/>
                      <a:pt x="108" y="161"/>
                    </a:cubicBezTo>
                    <a:cubicBezTo>
                      <a:pt x="108" y="162"/>
                      <a:pt x="107" y="162"/>
                      <a:pt x="107" y="163"/>
                    </a:cubicBezTo>
                    <a:cubicBezTo>
                      <a:pt x="106" y="164"/>
                      <a:pt x="105" y="164"/>
                      <a:pt x="104" y="165"/>
                    </a:cubicBezTo>
                    <a:close/>
                  </a:path>
                </a:pathLst>
              </a:custGeom>
              <a:solidFill>
                <a:srgbClr val="19414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d502d6d-7934-4974-968a-39bc8d8e0e7e" id="148" name="íṥliḍè">
                <a:extLst>
                  <a:ext uri="{FF2B5EF4-FFF2-40B4-BE49-F238E27FC236}">
                    <a16:creationId id="{DE22E539-A145-F67A-7507-E9E0C7A09005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428980" y="3271264"/>
                <a:ext cx="267303" cy="299793"/>
              </a:xfrm>
              <a:custGeom>
                <a:avLst/>
                <a:gdLst>
                  <a:gd fmla="*/ 57 w 57" name="T0"/>
                  <a:gd fmla="*/ 49 h 64" name="T1"/>
                  <a:gd fmla="*/ 57 w 57" name="T2"/>
                  <a:gd fmla="*/ 51 h 64" name="T3"/>
                  <a:gd fmla="*/ 57 w 57" name="T4"/>
                  <a:gd fmla="*/ 52 h 64" name="T5"/>
                  <a:gd fmla="*/ 55 w 57" name="T6"/>
                  <a:gd fmla="*/ 53 h 64" name="T7"/>
                  <a:gd fmla="*/ 29 w 57" name="T8"/>
                  <a:gd fmla="*/ 64 h 64" name="T9"/>
                  <a:gd fmla="*/ 29 w 57" name="T10"/>
                  <a:gd fmla="*/ 62 h 64" name="T11"/>
                  <a:gd fmla="*/ 29 w 57" name="T12"/>
                  <a:gd fmla="*/ 61 h 64" name="T13"/>
                  <a:gd fmla="*/ 29 w 57" name="T14"/>
                  <a:gd fmla="*/ 57 h 64" name="T15"/>
                  <a:gd fmla="*/ 29 w 57" name="T16"/>
                  <a:gd fmla="*/ 56 h 64" name="T17"/>
                  <a:gd fmla="*/ 12 w 57" name="T18"/>
                  <a:gd fmla="*/ 60 h 64" name="T19"/>
                  <a:gd fmla="*/ 10 w 57" name="T20"/>
                  <a:gd fmla="*/ 59 h 64" name="T21"/>
                  <a:gd fmla="*/ 8 w 57" name="T22"/>
                  <a:gd fmla="*/ 57 h 64" name="T23"/>
                  <a:gd fmla="*/ 3 w 57" name="T24"/>
                  <a:gd fmla="*/ 40 h 64" name="T25"/>
                  <a:gd fmla="*/ 0 w 57" name="T26"/>
                  <a:gd fmla="*/ 38 h 64" name="T27"/>
                  <a:gd fmla="*/ 2 w 57" name="T28"/>
                  <a:gd fmla="*/ 34 h 64" name="T29"/>
                  <a:gd fmla="*/ 5 w 57" name="T30"/>
                  <a:gd fmla="*/ 33 h 64" name="T31"/>
                  <a:gd fmla="*/ 8 w 57" name="T32"/>
                  <a:gd fmla="*/ 26 h 64" name="T33"/>
                  <a:gd fmla="*/ 7 w 57" name="T34"/>
                  <a:gd fmla="*/ 18 h 64" name="T35"/>
                  <a:gd fmla="*/ 10 w 57" name="T36"/>
                  <a:gd fmla="*/ 0 h 64" name="T37"/>
                  <a:gd fmla="*/ 23 w 57" name="T38"/>
                  <a:gd fmla="*/ 1 h 64" name="T39"/>
                  <a:gd fmla="*/ 30 w 57" name="T40"/>
                  <a:gd fmla="*/ 1 h 64" name="T41"/>
                  <a:gd fmla="*/ 37 w 57" name="T42"/>
                  <a:gd fmla="*/ 5 h 64" name="T43"/>
                  <a:gd fmla="*/ 36 w 57" name="T44"/>
                  <a:gd fmla="*/ 14 h 64" name="T45"/>
                  <a:gd fmla="*/ 40 w 57" name="T46"/>
                  <a:gd fmla="*/ 30 h 64" name="T47"/>
                  <a:gd fmla="*/ 42 w 57" name="T48"/>
                  <a:gd fmla="*/ 30 h 64" name="T49"/>
                  <a:gd fmla="*/ 43 w 57" name="T50"/>
                  <a:gd fmla="*/ 29 h 64" name="T51"/>
                  <a:gd fmla="*/ 46 w 57" name="T52"/>
                  <a:gd fmla="*/ 17 h 64" name="T53"/>
                  <a:gd fmla="*/ 52 w 57" name="T54"/>
                  <a:gd fmla="*/ 14 h 64" name="T55"/>
                  <a:gd fmla="*/ 54 w 57" name="T56"/>
                  <a:gd fmla="*/ 17 h 64" name="T57"/>
                  <a:gd fmla="*/ 54 w 57" name="T58"/>
                  <a:gd fmla="*/ 26 h 64" name="T59"/>
                  <a:gd fmla="*/ 49 w 57" name="T60"/>
                  <a:gd fmla="*/ 36 h 64" name="T61"/>
                  <a:gd fmla="*/ 49 w 57" name="T62"/>
                  <a:gd fmla="*/ 40 h 64" name="T63"/>
                  <a:gd fmla="*/ 51 w 57" name="T64"/>
                  <a:gd fmla="*/ 41 h 64" name="T65"/>
                  <a:gd fmla="*/ 57 w 57" name="T66"/>
                  <a:gd fmla="*/ 41 h 64" name="T67"/>
                  <a:gd fmla="*/ 57 w 57" name="T68"/>
                  <a:gd fmla="*/ 41 h 64" name="T69"/>
                  <a:gd fmla="*/ 57 w 57" name="T70"/>
                  <a:gd fmla="*/ 49 h 64" name="T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b="b" l="0" r="r" t="0"/>
                <a:pathLst>
                  <a:path h="64" w="57">
                    <a:moveTo>
                      <a:pt x="57" y="49"/>
                    </a:moveTo>
                    <a:cubicBezTo>
                      <a:pt x="57" y="50"/>
                      <a:pt x="57" y="50"/>
                      <a:pt x="57" y="51"/>
                    </a:cubicBezTo>
                    <a:cubicBezTo>
                      <a:pt x="57" y="51"/>
                      <a:pt x="57" y="51"/>
                      <a:pt x="57" y="52"/>
                    </a:cubicBezTo>
                    <a:cubicBezTo>
                      <a:pt x="57" y="52"/>
                      <a:pt x="56" y="53"/>
                      <a:pt x="55" y="53"/>
                    </a:cubicBezTo>
                    <a:cubicBezTo>
                      <a:pt x="46" y="57"/>
                      <a:pt x="37" y="61"/>
                      <a:pt x="29" y="64"/>
                    </a:cubicBezTo>
                    <a:cubicBezTo>
                      <a:pt x="29" y="64"/>
                      <a:pt x="29" y="63"/>
                      <a:pt x="29" y="62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29" y="60"/>
                      <a:pt x="29" y="58"/>
                      <a:pt x="29" y="57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23" y="58"/>
                      <a:pt x="18" y="60"/>
                      <a:pt x="12" y="60"/>
                    </a:cubicBezTo>
                    <a:cubicBezTo>
                      <a:pt x="11" y="60"/>
                      <a:pt x="10" y="60"/>
                      <a:pt x="10" y="59"/>
                    </a:cubicBezTo>
                    <a:cubicBezTo>
                      <a:pt x="9" y="59"/>
                      <a:pt x="9" y="58"/>
                      <a:pt x="8" y="57"/>
                    </a:cubicBezTo>
                    <a:cubicBezTo>
                      <a:pt x="8" y="51"/>
                      <a:pt x="7" y="44"/>
                      <a:pt x="3" y="40"/>
                    </a:cubicBezTo>
                    <a:cubicBezTo>
                      <a:pt x="2" y="40"/>
                      <a:pt x="0" y="39"/>
                      <a:pt x="0" y="38"/>
                    </a:cubicBezTo>
                    <a:cubicBezTo>
                      <a:pt x="0" y="36"/>
                      <a:pt x="1" y="35"/>
                      <a:pt x="2" y="34"/>
                    </a:cubicBezTo>
                    <a:cubicBezTo>
                      <a:pt x="3" y="34"/>
                      <a:pt x="4" y="33"/>
                      <a:pt x="5" y="33"/>
                    </a:cubicBezTo>
                    <a:cubicBezTo>
                      <a:pt x="7" y="31"/>
                      <a:pt x="8" y="28"/>
                      <a:pt x="8" y="26"/>
                    </a:cubicBezTo>
                    <a:cubicBezTo>
                      <a:pt x="8" y="23"/>
                      <a:pt x="7" y="21"/>
                      <a:pt x="7" y="18"/>
                    </a:cubicBezTo>
                    <a:cubicBezTo>
                      <a:pt x="6" y="12"/>
                      <a:pt x="7" y="5"/>
                      <a:pt x="10" y="0"/>
                    </a:cubicBezTo>
                    <a:cubicBezTo>
                      <a:pt x="14" y="1"/>
                      <a:pt x="18" y="2"/>
                      <a:pt x="23" y="1"/>
                    </a:cubicBezTo>
                    <a:cubicBezTo>
                      <a:pt x="25" y="1"/>
                      <a:pt x="28" y="1"/>
                      <a:pt x="30" y="1"/>
                    </a:cubicBezTo>
                    <a:cubicBezTo>
                      <a:pt x="33" y="1"/>
                      <a:pt x="35" y="2"/>
                      <a:pt x="37" y="5"/>
                    </a:cubicBezTo>
                    <a:cubicBezTo>
                      <a:pt x="38" y="8"/>
                      <a:pt x="36" y="11"/>
                      <a:pt x="36" y="14"/>
                    </a:cubicBezTo>
                    <a:cubicBezTo>
                      <a:pt x="34" y="20"/>
                      <a:pt x="36" y="26"/>
                      <a:pt x="40" y="30"/>
                    </a:cubicBezTo>
                    <a:cubicBezTo>
                      <a:pt x="40" y="30"/>
                      <a:pt x="41" y="31"/>
                      <a:pt x="42" y="30"/>
                    </a:cubicBezTo>
                    <a:cubicBezTo>
                      <a:pt x="42" y="30"/>
                      <a:pt x="43" y="29"/>
                      <a:pt x="43" y="29"/>
                    </a:cubicBezTo>
                    <a:cubicBezTo>
                      <a:pt x="44" y="25"/>
                      <a:pt x="44" y="21"/>
                      <a:pt x="46" y="17"/>
                    </a:cubicBezTo>
                    <a:cubicBezTo>
                      <a:pt x="48" y="15"/>
                      <a:pt x="50" y="13"/>
                      <a:pt x="52" y="14"/>
                    </a:cubicBezTo>
                    <a:cubicBezTo>
                      <a:pt x="53" y="14"/>
                      <a:pt x="54" y="16"/>
                      <a:pt x="54" y="17"/>
                    </a:cubicBezTo>
                    <a:cubicBezTo>
                      <a:pt x="55" y="20"/>
                      <a:pt x="55" y="23"/>
                      <a:pt x="54" y="26"/>
                    </a:cubicBezTo>
                    <a:cubicBezTo>
                      <a:pt x="53" y="29"/>
                      <a:pt x="51" y="33"/>
                      <a:pt x="49" y="36"/>
                    </a:cubicBezTo>
                    <a:cubicBezTo>
                      <a:pt x="49" y="37"/>
                      <a:pt x="48" y="39"/>
                      <a:pt x="49" y="40"/>
                    </a:cubicBezTo>
                    <a:cubicBezTo>
                      <a:pt x="50" y="41"/>
                      <a:pt x="50" y="41"/>
                      <a:pt x="51" y="41"/>
                    </a:cubicBezTo>
                    <a:cubicBezTo>
                      <a:pt x="53" y="41"/>
                      <a:pt x="55" y="41"/>
                      <a:pt x="57" y="41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44"/>
                      <a:pt x="57" y="47"/>
                      <a:pt x="57" y="49"/>
                    </a:cubicBezTo>
                    <a:close/>
                  </a:path>
                </a:pathLst>
              </a:custGeom>
              <a:solidFill>
                <a:srgbClr val="FFD0B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d4625bc-a8f0-412c-8972-433f554cf77d" id="149" name="ís1íďé">
                <a:extLst>
                  <a:ext uri="{FF2B5EF4-FFF2-40B4-BE49-F238E27FC236}">
                    <a16:creationId id="{4DF4510B-D970-42C2-69BF-92E4E12CF81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97205" y="3615414"/>
                <a:ext cx="754650" cy="435659"/>
              </a:xfrm>
              <a:custGeom>
                <a:avLst/>
                <a:gdLst>
                  <a:gd fmla="*/ 80 w 161" name="T0"/>
                  <a:gd fmla="*/ 83 h 93" name="T1"/>
                  <a:gd fmla="*/ 5 w 161" name="T2"/>
                  <a:gd fmla="*/ 89 h 93" name="T3"/>
                  <a:gd fmla="*/ 3 w 161" name="T4"/>
                  <a:gd fmla="*/ 89 h 93" name="T5"/>
                  <a:gd fmla="*/ 2 w 161" name="T6"/>
                  <a:gd fmla="*/ 86 h 93" name="T7"/>
                  <a:gd fmla="*/ 1 w 161" name="T8"/>
                  <a:gd fmla="*/ 78 h 93" name="T9"/>
                  <a:gd fmla="*/ 0 w 161" name="T10"/>
                  <a:gd fmla="*/ 61 h 93" name="T11"/>
                  <a:gd fmla="*/ 0 w 161" name="T12"/>
                  <a:gd fmla="*/ 58 h 93" name="T13"/>
                  <a:gd fmla="*/ 0 w 161" name="T14"/>
                  <a:gd fmla="*/ 57 h 93" name="T15"/>
                  <a:gd fmla="*/ 71 w 161" name="T16"/>
                  <a:gd fmla="*/ 55 h 93" name="T17"/>
                  <a:gd fmla="*/ 78 w 161" name="T18"/>
                  <a:gd fmla="*/ 53 h 93" name="T19"/>
                  <a:gd fmla="*/ 83 w 161" name="T20"/>
                  <a:gd fmla="*/ 49 h 93" name="T21"/>
                  <a:gd fmla="*/ 101 w 161" name="T22"/>
                  <a:gd fmla="*/ 31 h 93" name="T23"/>
                  <a:gd fmla="*/ 140 w 161" name="T24"/>
                  <a:gd fmla="*/ 3 h 93" name="T25"/>
                  <a:gd fmla="*/ 152 w 161" name="T26"/>
                  <a:gd fmla="*/ 1 h 93" name="T27"/>
                  <a:gd fmla="*/ 157 w 161" name="T28"/>
                  <a:gd fmla="*/ 3 h 93" name="T29"/>
                  <a:gd fmla="*/ 159 w 161" name="T30"/>
                  <a:gd fmla="*/ 19 h 93" name="T31"/>
                  <a:gd fmla="*/ 107 w 161" name="T32"/>
                  <a:gd fmla="*/ 76 h 93" name="T33"/>
                  <a:gd fmla="*/ 89 w 161" name="T34"/>
                  <a:gd fmla="*/ 81 h 93" name="T35"/>
                  <a:gd fmla="*/ 80 w 161" name="T36"/>
                  <a:gd fmla="*/ 83 h 93" name="T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b="b" l="0" r="r" t="0"/>
                <a:pathLst>
                  <a:path h="93" w="161">
                    <a:moveTo>
                      <a:pt x="80" y="83"/>
                    </a:moveTo>
                    <a:cubicBezTo>
                      <a:pt x="56" y="89"/>
                      <a:pt x="30" y="93"/>
                      <a:pt x="5" y="89"/>
                    </a:cubicBezTo>
                    <a:cubicBezTo>
                      <a:pt x="4" y="89"/>
                      <a:pt x="3" y="89"/>
                      <a:pt x="3" y="89"/>
                    </a:cubicBezTo>
                    <a:cubicBezTo>
                      <a:pt x="2" y="88"/>
                      <a:pt x="2" y="87"/>
                      <a:pt x="2" y="86"/>
                    </a:cubicBezTo>
                    <a:cubicBezTo>
                      <a:pt x="2" y="83"/>
                      <a:pt x="2" y="81"/>
                      <a:pt x="1" y="78"/>
                    </a:cubicBezTo>
                    <a:cubicBezTo>
                      <a:pt x="1" y="72"/>
                      <a:pt x="0" y="67"/>
                      <a:pt x="0" y="61"/>
                    </a:cubicBezTo>
                    <a:cubicBezTo>
                      <a:pt x="0" y="60"/>
                      <a:pt x="0" y="59"/>
                      <a:pt x="0" y="58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24" y="59"/>
                      <a:pt x="48" y="58"/>
                      <a:pt x="71" y="55"/>
                    </a:cubicBezTo>
                    <a:cubicBezTo>
                      <a:pt x="74" y="54"/>
                      <a:pt x="76" y="54"/>
                      <a:pt x="78" y="53"/>
                    </a:cubicBezTo>
                    <a:cubicBezTo>
                      <a:pt x="80" y="52"/>
                      <a:pt x="82" y="50"/>
                      <a:pt x="83" y="49"/>
                    </a:cubicBezTo>
                    <a:cubicBezTo>
                      <a:pt x="89" y="43"/>
                      <a:pt x="95" y="37"/>
                      <a:pt x="101" y="31"/>
                    </a:cubicBezTo>
                    <a:cubicBezTo>
                      <a:pt x="113" y="20"/>
                      <a:pt x="125" y="10"/>
                      <a:pt x="140" y="3"/>
                    </a:cubicBezTo>
                    <a:cubicBezTo>
                      <a:pt x="144" y="2"/>
                      <a:pt x="148" y="0"/>
                      <a:pt x="152" y="1"/>
                    </a:cubicBezTo>
                    <a:cubicBezTo>
                      <a:pt x="154" y="1"/>
                      <a:pt x="155" y="2"/>
                      <a:pt x="157" y="3"/>
                    </a:cubicBezTo>
                    <a:cubicBezTo>
                      <a:pt x="161" y="7"/>
                      <a:pt x="160" y="14"/>
                      <a:pt x="159" y="19"/>
                    </a:cubicBezTo>
                    <a:cubicBezTo>
                      <a:pt x="152" y="45"/>
                      <a:pt x="132" y="67"/>
                      <a:pt x="107" y="76"/>
                    </a:cubicBezTo>
                    <a:cubicBezTo>
                      <a:pt x="101" y="78"/>
                      <a:pt x="95" y="79"/>
                      <a:pt x="89" y="81"/>
                    </a:cubicBezTo>
                    <a:cubicBezTo>
                      <a:pt x="86" y="81"/>
                      <a:pt x="83" y="82"/>
                      <a:pt x="80" y="83"/>
                    </a:cubicBezTo>
                    <a:close/>
                  </a:path>
                </a:pathLst>
              </a:custGeom>
              <a:solidFill>
                <a:srgbClr val="2C637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af95235-b0cd-4ded-9db9-ce6614072546" id="150" name="iṩlîḍé">
                <a:extLst>
                  <a:ext uri="{FF2B5EF4-FFF2-40B4-BE49-F238E27FC236}">
                    <a16:creationId id="{948FD42B-5E0D-C1FA-6AB3-C5952A58886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294432" y="3573207"/>
                <a:ext cx="627645" cy="918576"/>
              </a:xfrm>
              <a:custGeom>
                <a:avLst/>
                <a:gdLst>
                  <a:gd fmla="*/ 124 w 134" name="T0"/>
                  <a:gd fmla="*/ 0 h 196" name="T1"/>
                  <a:gd fmla="*/ 126 w 134" name="T2"/>
                  <a:gd fmla="*/ 54 h 196" name="T3"/>
                  <a:gd fmla="*/ 105 w 134" name="T4"/>
                  <a:gd fmla="*/ 107 h 196" name="T5"/>
                  <a:gd fmla="*/ 104 w 134" name="T6"/>
                  <a:gd fmla="*/ 175 h 196" name="T7"/>
                  <a:gd fmla="*/ 103 w 134" name="T8"/>
                  <a:gd fmla="*/ 183 h 196" name="T9"/>
                  <a:gd fmla="*/ 93 w 134" name="T10"/>
                  <a:gd fmla="*/ 188 h 196" name="T11"/>
                  <a:gd fmla="*/ 85 w 134" name="T12"/>
                  <a:gd fmla="*/ 190 h 196" name="T13"/>
                  <a:gd fmla="*/ 75 w 134" name="T14"/>
                  <a:gd fmla="*/ 193 h 196" name="T15"/>
                  <a:gd fmla="*/ 54 w 134" name="T16"/>
                  <a:gd fmla="*/ 196 h 196" name="T17"/>
                  <a:gd fmla="*/ 26 w 134" name="T18"/>
                  <a:gd fmla="*/ 184 h 196" name="T19"/>
                  <a:gd fmla="*/ 26 w 134" name="T20"/>
                  <a:gd fmla="*/ 184 h 196" name="T21"/>
                  <a:gd fmla="*/ 4 w 134" name="T22"/>
                  <a:gd fmla="*/ 167 h 196" name="T23"/>
                  <a:gd fmla="*/ 0 w 134" name="T24"/>
                  <a:gd fmla="*/ 164 h 196" name="T25"/>
                  <a:gd fmla="*/ 28 w 134" name="T26"/>
                  <a:gd fmla="*/ 115 h 196" name="T27"/>
                  <a:gd fmla="*/ 35 w 134" name="T28"/>
                  <a:gd fmla="*/ 89 h 196" name="T29"/>
                  <a:gd fmla="*/ 44 w 134" name="T30"/>
                  <a:gd fmla="*/ 87 h 196" name="T31"/>
                  <a:gd fmla="*/ 62 w 134" name="T32"/>
                  <a:gd fmla="*/ 82 h 196" name="T33"/>
                  <a:gd fmla="*/ 114 w 134" name="T34"/>
                  <a:gd fmla="*/ 25 h 196" name="T35"/>
                  <a:gd fmla="*/ 112 w 134" name="T36"/>
                  <a:gd fmla="*/ 9 h 196" name="T37"/>
                  <a:gd fmla="*/ 107 w 134" name="T38"/>
                  <a:gd fmla="*/ 7 h 196" name="T39"/>
                  <a:gd fmla="*/ 108 w 134" name="T40"/>
                  <a:gd fmla="*/ 7 h 196" name="T41"/>
                  <a:gd fmla="*/ 122 w 134" name="T42"/>
                  <a:gd fmla="*/ 1 h 196" name="T43"/>
                  <a:gd fmla="*/ 123 w 134" name="T44"/>
                  <a:gd fmla="*/ 0 h 196" name="T45"/>
                  <a:gd fmla="*/ 123 w 134" name="T46"/>
                  <a:gd fmla="*/ 0 h 196" name="T47"/>
                  <a:gd fmla="*/ 124 w 134" name="T48"/>
                  <a:gd fmla="*/ 0 h 196" name="T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b="b" l="0" r="r" t="0"/>
                <a:pathLst>
                  <a:path h="196" w="134">
                    <a:moveTo>
                      <a:pt x="124" y="0"/>
                    </a:moveTo>
                    <a:cubicBezTo>
                      <a:pt x="134" y="15"/>
                      <a:pt x="132" y="37"/>
                      <a:pt x="126" y="54"/>
                    </a:cubicBezTo>
                    <a:cubicBezTo>
                      <a:pt x="119" y="72"/>
                      <a:pt x="109" y="89"/>
                      <a:pt x="105" y="107"/>
                    </a:cubicBezTo>
                    <a:cubicBezTo>
                      <a:pt x="100" y="129"/>
                      <a:pt x="104" y="152"/>
                      <a:pt x="104" y="175"/>
                    </a:cubicBezTo>
                    <a:cubicBezTo>
                      <a:pt x="104" y="178"/>
                      <a:pt x="104" y="181"/>
                      <a:pt x="103" y="183"/>
                    </a:cubicBezTo>
                    <a:cubicBezTo>
                      <a:pt x="101" y="186"/>
                      <a:pt x="97" y="187"/>
                      <a:pt x="93" y="188"/>
                    </a:cubicBezTo>
                    <a:cubicBezTo>
                      <a:pt x="91" y="189"/>
                      <a:pt x="88" y="190"/>
                      <a:pt x="85" y="190"/>
                    </a:cubicBezTo>
                    <a:cubicBezTo>
                      <a:pt x="81" y="191"/>
                      <a:pt x="78" y="192"/>
                      <a:pt x="75" y="193"/>
                    </a:cubicBezTo>
                    <a:cubicBezTo>
                      <a:pt x="68" y="195"/>
                      <a:pt x="61" y="196"/>
                      <a:pt x="54" y="196"/>
                    </a:cubicBezTo>
                    <a:cubicBezTo>
                      <a:pt x="44" y="195"/>
                      <a:pt x="34" y="190"/>
                      <a:pt x="26" y="184"/>
                    </a:cubicBezTo>
                    <a:cubicBezTo>
                      <a:pt x="26" y="184"/>
                      <a:pt x="26" y="184"/>
                      <a:pt x="26" y="184"/>
                    </a:cubicBezTo>
                    <a:cubicBezTo>
                      <a:pt x="18" y="179"/>
                      <a:pt x="11" y="174"/>
                      <a:pt x="4" y="167"/>
                    </a:cubicBezTo>
                    <a:cubicBezTo>
                      <a:pt x="3" y="166"/>
                      <a:pt x="1" y="165"/>
                      <a:pt x="0" y="164"/>
                    </a:cubicBezTo>
                    <a:cubicBezTo>
                      <a:pt x="11" y="148"/>
                      <a:pt x="20" y="132"/>
                      <a:pt x="28" y="115"/>
                    </a:cubicBezTo>
                    <a:cubicBezTo>
                      <a:pt x="32" y="107"/>
                      <a:pt x="36" y="98"/>
                      <a:pt x="35" y="89"/>
                    </a:cubicBezTo>
                    <a:cubicBezTo>
                      <a:pt x="38" y="88"/>
                      <a:pt x="41" y="87"/>
                      <a:pt x="44" y="87"/>
                    </a:cubicBezTo>
                    <a:cubicBezTo>
                      <a:pt x="50" y="85"/>
                      <a:pt x="56" y="84"/>
                      <a:pt x="62" y="82"/>
                    </a:cubicBezTo>
                    <a:cubicBezTo>
                      <a:pt x="87" y="73"/>
                      <a:pt x="107" y="51"/>
                      <a:pt x="114" y="25"/>
                    </a:cubicBezTo>
                    <a:cubicBezTo>
                      <a:pt x="115" y="20"/>
                      <a:pt x="116" y="13"/>
                      <a:pt x="112" y="9"/>
                    </a:cubicBezTo>
                    <a:cubicBezTo>
                      <a:pt x="110" y="8"/>
                      <a:pt x="109" y="7"/>
                      <a:pt x="107" y="7"/>
                    </a:cubicBezTo>
                    <a:cubicBezTo>
                      <a:pt x="107" y="7"/>
                      <a:pt x="108" y="7"/>
                      <a:pt x="108" y="7"/>
                    </a:cubicBezTo>
                    <a:cubicBezTo>
                      <a:pt x="113" y="5"/>
                      <a:pt x="117" y="3"/>
                      <a:pt x="122" y="1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23" y="0"/>
                      <a:pt x="123" y="0"/>
                      <a:pt x="123" y="0"/>
                    </a:cubicBez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2C637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6e5d2b9-af30-44e7-acbe-01deeea01f72" id="151" name="ïṣḷiḓe">
                <a:extLst>
                  <a:ext uri="{FF2B5EF4-FFF2-40B4-BE49-F238E27FC236}">
                    <a16:creationId id="{39043FFC-6335-6049-33D7-F3EA4932C519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402478" y="3503590"/>
                <a:ext cx="155067" cy="88608"/>
              </a:xfrm>
              <a:custGeom>
                <a:avLst/>
                <a:gdLst>
                  <a:gd fmla="*/ 33 w 33" name="T0"/>
                  <a:gd fmla="*/ 4 h 19" name="T1"/>
                  <a:gd fmla="*/ 33 w 33" name="T2"/>
                  <a:gd fmla="*/ 5 h 19" name="T3"/>
                  <a:gd fmla="*/ 33 w 33" name="T4"/>
                  <a:gd fmla="*/ 5 h 19" name="T5"/>
                  <a:gd fmla="*/ 32 w 33" name="T6"/>
                  <a:gd fmla="*/ 6 h 19" name="T7"/>
                  <a:gd fmla="*/ 7 w 33" name="T8"/>
                  <a:gd fmla="*/ 17 h 19" name="T9"/>
                  <a:gd fmla="*/ 1 w 33" name="T10"/>
                  <a:gd fmla="*/ 19 h 19" name="T11"/>
                  <a:gd fmla="*/ 0 w 33" name="T12"/>
                  <a:gd fmla="*/ 19 h 19" name="T13"/>
                  <a:gd fmla="*/ 0 w 33" name="T14"/>
                  <a:gd fmla="*/ 18 h 19" name="T15"/>
                  <a:gd fmla="*/ 0 w 33" name="T16"/>
                  <a:gd fmla="*/ 18 h 19" name="T17"/>
                  <a:gd fmla="*/ 2 w 33" name="T18"/>
                  <a:gd fmla="*/ 11 h 19" name="T19"/>
                  <a:gd fmla="*/ 2 w 33" name="T20"/>
                  <a:gd fmla="*/ 13 h 19" name="T21"/>
                  <a:gd fmla="*/ 28 w 33" name="T22"/>
                  <a:gd fmla="*/ 2 h 19" name="T23"/>
                  <a:gd fmla="*/ 30 w 33" name="T24"/>
                  <a:gd fmla="*/ 1 h 19" name="T25"/>
                  <a:gd fmla="*/ 30 w 33" name="T26"/>
                  <a:gd fmla="*/ 0 h 19" name="T27"/>
                  <a:gd fmla="*/ 33 w 33" name="T28"/>
                  <a:gd fmla="*/ 4 h 19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19" w="33">
                    <a:moveTo>
                      <a:pt x="33" y="4"/>
                    </a:move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24" y="10"/>
                      <a:pt x="15" y="13"/>
                      <a:pt x="7" y="17"/>
                    </a:cubicBezTo>
                    <a:cubicBezTo>
                      <a:pt x="5" y="18"/>
                      <a:pt x="3" y="19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7"/>
                      <a:pt x="1" y="13"/>
                      <a:pt x="2" y="11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10" y="10"/>
                      <a:pt x="19" y="6"/>
                      <a:pt x="28" y="2"/>
                    </a:cubicBezTo>
                    <a:cubicBezTo>
                      <a:pt x="29" y="2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1"/>
                      <a:pt x="32" y="3"/>
                      <a:pt x="3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036c433-d292-49cb-a5ad-f8de12c73f3b" id="152" name="ís1íďé">
                <a:extLst>
                  <a:ext uri="{FF2B5EF4-FFF2-40B4-BE49-F238E27FC236}">
                    <a16:creationId id="{90CD722F-551B-60F0-861F-8DFFD75AC39E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069982" y="5087818"/>
                <a:ext cx="267303" cy="249581"/>
              </a:xfrm>
              <a:custGeom>
                <a:avLst/>
                <a:gdLst>
                  <a:gd fmla="*/ 56 w 57" name="T0"/>
                  <a:gd fmla="*/ 12 h 53" name="T1"/>
                  <a:gd fmla="*/ 57 w 57" name="T2"/>
                  <a:gd fmla="*/ 16 h 53" name="T3"/>
                  <a:gd fmla="*/ 56 w 57" name="T4"/>
                  <a:gd fmla="*/ 18 h 53" name="T5"/>
                  <a:gd fmla="*/ 29 w 57" name="T6"/>
                  <a:gd fmla="*/ 49 h 53" name="T7"/>
                  <a:gd fmla="*/ 24 w 57" name="T8"/>
                  <a:gd fmla="*/ 53 h 53" name="T9"/>
                  <a:gd fmla="*/ 20 w 57" name="T10"/>
                  <a:gd fmla="*/ 53 h 53" name="T11"/>
                  <a:gd fmla="*/ 5 w 57" name="T12"/>
                  <a:gd fmla="*/ 50 h 53" name="T13"/>
                  <a:gd fmla="*/ 0 w 57" name="T14"/>
                  <a:gd fmla="*/ 48 h 53" name="T15"/>
                  <a:gd fmla="*/ 1 w 57" name="T16"/>
                  <a:gd fmla="*/ 44 h 53" name="T17"/>
                  <a:gd fmla="*/ 6 w 57" name="T18"/>
                  <a:gd fmla="*/ 39 h 53" name="T19"/>
                  <a:gd fmla="*/ 14 w 57" name="T20"/>
                  <a:gd fmla="*/ 38 h 53" name="T21"/>
                  <a:gd fmla="*/ 17 w 57" name="T22"/>
                  <a:gd fmla="*/ 37 h 53" name="T23"/>
                  <a:gd fmla="*/ 19 w 57" name="T24"/>
                  <a:gd fmla="*/ 34 h 53" name="T25"/>
                  <a:gd fmla="*/ 31 w 57" name="T26"/>
                  <a:gd fmla="*/ 17 h 53" name="T27"/>
                  <a:gd fmla="*/ 31 w 57" name="T28"/>
                  <a:gd fmla="*/ 17 h 53" name="T29"/>
                  <a:gd fmla="*/ 32 w 57" name="T30"/>
                  <a:gd fmla="*/ 15 h 53" name="T31"/>
                  <a:gd fmla="*/ 46 w 57" name="T32"/>
                  <a:gd fmla="*/ 0 h 53" name="T33"/>
                  <a:gd fmla="*/ 56 w 57" name="T34"/>
                  <a:gd fmla="*/ 12 h 53" name="T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b="b" l="0" r="r" t="0"/>
                <a:pathLst>
                  <a:path h="53" w="57">
                    <a:moveTo>
                      <a:pt x="56" y="12"/>
                    </a:moveTo>
                    <a:cubicBezTo>
                      <a:pt x="57" y="13"/>
                      <a:pt x="57" y="15"/>
                      <a:pt x="57" y="16"/>
                    </a:cubicBezTo>
                    <a:cubicBezTo>
                      <a:pt x="57" y="17"/>
                      <a:pt x="56" y="18"/>
                      <a:pt x="56" y="18"/>
                    </a:cubicBezTo>
                    <a:cubicBezTo>
                      <a:pt x="48" y="30"/>
                      <a:pt x="38" y="39"/>
                      <a:pt x="29" y="49"/>
                    </a:cubicBezTo>
                    <a:cubicBezTo>
                      <a:pt x="27" y="51"/>
                      <a:pt x="26" y="52"/>
                      <a:pt x="24" y="53"/>
                    </a:cubicBezTo>
                    <a:cubicBezTo>
                      <a:pt x="23" y="53"/>
                      <a:pt x="22" y="53"/>
                      <a:pt x="20" y="53"/>
                    </a:cubicBezTo>
                    <a:cubicBezTo>
                      <a:pt x="15" y="52"/>
                      <a:pt x="10" y="51"/>
                      <a:pt x="5" y="50"/>
                    </a:cubicBezTo>
                    <a:cubicBezTo>
                      <a:pt x="3" y="50"/>
                      <a:pt x="1" y="49"/>
                      <a:pt x="0" y="48"/>
                    </a:cubicBezTo>
                    <a:cubicBezTo>
                      <a:pt x="0" y="46"/>
                      <a:pt x="0" y="45"/>
                      <a:pt x="1" y="44"/>
                    </a:cubicBezTo>
                    <a:cubicBezTo>
                      <a:pt x="2" y="42"/>
                      <a:pt x="4" y="40"/>
                      <a:pt x="6" y="39"/>
                    </a:cubicBezTo>
                    <a:cubicBezTo>
                      <a:pt x="9" y="38"/>
                      <a:pt x="11" y="38"/>
                      <a:pt x="14" y="38"/>
                    </a:cubicBezTo>
                    <a:cubicBezTo>
                      <a:pt x="15" y="37"/>
                      <a:pt x="16" y="37"/>
                      <a:pt x="17" y="37"/>
                    </a:cubicBezTo>
                    <a:cubicBezTo>
                      <a:pt x="18" y="36"/>
                      <a:pt x="19" y="35"/>
                      <a:pt x="19" y="34"/>
                    </a:cubicBezTo>
                    <a:cubicBezTo>
                      <a:pt x="23" y="29"/>
                      <a:pt x="27" y="23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6"/>
                      <a:pt x="32" y="16"/>
                      <a:pt x="32" y="15"/>
                    </a:cubicBezTo>
                    <a:cubicBezTo>
                      <a:pt x="37" y="10"/>
                      <a:pt x="41" y="5"/>
                      <a:pt x="46" y="0"/>
                    </a:cubicBezTo>
                    <a:cubicBezTo>
                      <a:pt x="49" y="4"/>
                      <a:pt x="53" y="8"/>
                      <a:pt x="56" y="12"/>
                    </a:cubicBezTo>
                    <a:close/>
                  </a:path>
                </a:pathLst>
              </a:custGeom>
              <a:solidFill>
                <a:srgbClr val="18252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aee15e4-52b5-4834-8b82-6fa2ba8ea98e" id="153" name="íśļiḑè">
                <a:extLst>
                  <a:ext uri="{FF2B5EF4-FFF2-40B4-BE49-F238E27FC236}">
                    <a16:creationId id="{48538624-8B07-CC3D-AC36-AA9D33311939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630026" y="4378693"/>
                <a:ext cx="394310" cy="829968"/>
              </a:xfrm>
              <a:custGeom>
                <a:avLst/>
                <a:gdLst>
                  <a:gd fmla="*/ 48 w 84" name="T0"/>
                  <a:gd fmla="*/ 170 h 177" name="T1"/>
                  <a:gd fmla="*/ 38 w 84" name="T2"/>
                  <a:gd fmla="*/ 137 h 177" name="T3"/>
                  <a:gd fmla="*/ 13 w 84" name="T4"/>
                  <a:gd fmla="*/ 95 h 177" name="T5"/>
                  <a:gd fmla="*/ 2 w 84" name="T6"/>
                  <a:gd fmla="*/ 65 h 177" name="T7"/>
                  <a:gd fmla="*/ 7 w 84" name="T8"/>
                  <a:gd fmla="*/ 54 h 177" name="T9"/>
                  <a:gd fmla="*/ 40 w 84" name="T10"/>
                  <a:gd fmla="*/ 0 h 177" name="T11"/>
                  <a:gd fmla="*/ 62 w 84" name="T12"/>
                  <a:gd fmla="*/ 17 h 177" name="T13"/>
                  <a:gd fmla="*/ 62 w 84" name="T14"/>
                  <a:gd fmla="*/ 17 h 177" name="T15"/>
                  <a:gd fmla="*/ 63 w 84" name="T16"/>
                  <a:gd fmla="*/ 51 h 177" name="T17"/>
                  <a:gd fmla="*/ 47 w 84" name="T18"/>
                  <a:gd fmla="*/ 67 h 177" name="T19"/>
                  <a:gd fmla="*/ 44 w 84" name="T20"/>
                  <a:gd fmla="*/ 69 h 177" name="T21"/>
                  <a:gd fmla="*/ 46 w 84" name="T22"/>
                  <a:gd fmla="*/ 80 h 177" name="T23"/>
                  <a:gd fmla="*/ 65 w 84" name="T24"/>
                  <a:gd fmla="*/ 122 h 177" name="T25"/>
                  <a:gd fmla="*/ 70 w 84" name="T26"/>
                  <a:gd fmla="*/ 137 h 177" name="T27"/>
                  <a:gd fmla="*/ 73 w 84" name="T28"/>
                  <a:gd fmla="*/ 145 h 177" name="T29"/>
                  <a:gd fmla="*/ 84 w 84" name="T30"/>
                  <a:gd fmla="*/ 172 h 177" name="T31"/>
                  <a:gd fmla="*/ 83 w 84" name="T32"/>
                  <a:gd fmla="*/ 174 h 177" name="T33"/>
                  <a:gd fmla="*/ 81 w 84" name="T34"/>
                  <a:gd fmla="*/ 175 h 177" name="T35"/>
                  <a:gd fmla="*/ 81 w 84" name="T36"/>
                  <a:gd fmla="*/ 175 h 177" name="T37"/>
                  <a:gd fmla="*/ 53 w 84" name="T38"/>
                  <a:gd fmla="*/ 177 h 177" name="T39"/>
                  <a:gd fmla="*/ 50 w 84" name="T40"/>
                  <a:gd fmla="*/ 177 h 177" name="T41"/>
                  <a:gd fmla="*/ 49 w 84" name="T42"/>
                  <a:gd fmla="*/ 176 h 177" name="T43"/>
                  <a:gd fmla="*/ 48 w 84" name="T44"/>
                  <a:gd fmla="*/ 170 h 177" name="T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b="b" l="0" r="r" t="0"/>
                <a:pathLst>
                  <a:path h="177" w="84">
                    <a:moveTo>
                      <a:pt x="48" y="170"/>
                    </a:moveTo>
                    <a:cubicBezTo>
                      <a:pt x="48" y="164"/>
                      <a:pt x="41" y="143"/>
                      <a:pt x="38" y="137"/>
                    </a:cubicBezTo>
                    <a:cubicBezTo>
                      <a:pt x="31" y="122"/>
                      <a:pt x="23" y="108"/>
                      <a:pt x="13" y="95"/>
                    </a:cubicBezTo>
                    <a:cubicBezTo>
                      <a:pt x="7" y="86"/>
                      <a:pt x="0" y="76"/>
                      <a:pt x="2" y="65"/>
                    </a:cubicBezTo>
                    <a:cubicBezTo>
                      <a:pt x="3" y="61"/>
                      <a:pt x="5" y="58"/>
                      <a:pt x="7" y="54"/>
                    </a:cubicBezTo>
                    <a:cubicBezTo>
                      <a:pt x="18" y="36"/>
                      <a:pt x="29" y="18"/>
                      <a:pt x="40" y="0"/>
                    </a:cubicBezTo>
                    <a:cubicBezTo>
                      <a:pt x="47" y="7"/>
                      <a:pt x="54" y="12"/>
                      <a:pt x="62" y="17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2" y="29"/>
                      <a:pt x="63" y="40"/>
                      <a:pt x="63" y="51"/>
                    </a:cubicBezTo>
                    <a:cubicBezTo>
                      <a:pt x="58" y="56"/>
                      <a:pt x="52" y="61"/>
                      <a:pt x="47" y="67"/>
                    </a:cubicBezTo>
                    <a:cubicBezTo>
                      <a:pt x="46" y="67"/>
                      <a:pt x="45" y="68"/>
                      <a:pt x="44" y="69"/>
                    </a:cubicBezTo>
                    <a:cubicBezTo>
                      <a:pt x="42" y="73"/>
                      <a:pt x="44" y="77"/>
                      <a:pt x="46" y="80"/>
                    </a:cubicBezTo>
                    <a:cubicBezTo>
                      <a:pt x="54" y="93"/>
                      <a:pt x="60" y="107"/>
                      <a:pt x="65" y="122"/>
                    </a:cubicBezTo>
                    <a:cubicBezTo>
                      <a:pt x="67" y="127"/>
                      <a:pt x="69" y="132"/>
                      <a:pt x="70" y="137"/>
                    </a:cubicBezTo>
                    <a:cubicBezTo>
                      <a:pt x="71" y="140"/>
                      <a:pt x="72" y="142"/>
                      <a:pt x="73" y="145"/>
                    </a:cubicBezTo>
                    <a:cubicBezTo>
                      <a:pt x="75" y="149"/>
                      <a:pt x="83" y="167"/>
                      <a:pt x="84" y="172"/>
                    </a:cubicBezTo>
                    <a:cubicBezTo>
                      <a:pt x="84" y="173"/>
                      <a:pt x="84" y="174"/>
                      <a:pt x="83" y="174"/>
                    </a:cubicBezTo>
                    <a:cubicBezTo>
                      <a:pt x="83" y="175"/>
                      <a:pt x="82" y="175"/>
                      <a:pt x="81" y="175"/>
                    </a:cubicBezTo>
                    <a:cubicBezTo>
                      <a:pt x="81" y="175"/>
                      <a:pt x="81" y="175"/>
                      <a:pt x="81" y="175"/>
                    </a:cubicBezTo>
                    <a:cubicBezTo>
                      <a:pt x="72" y="177"/>
                      <a:pt x="62" y="177"/>
                      <a:pt x="53" y="177"/>
                    </a:cubicBezTo>
                    <a:cubicBezTo>
                      <a:pt x="52" y="177"/>
                      <a:pt x="51" y="177"/>
                      <a:pt x="50" y="177"/>
                    </a:cubicBezTo>
                    <a:cubicBezTo>
                      <a:pt x="50" y="177"/>
                      <a:pt x="49" y="176"/>
                      <a:pt x="49" y="176"/>
                    </a:cubicBezTo>
                    <a:cubicBezTo>
                      <a:pt x="47" y="175"/>
                      <a:pt x="48" y="172"/>
                      <a:pt x="48" y="170"/>
                    </a:cubicBezTo>
                    <a:close/>
                  </a:path>
                </a:pathLst>
              </a:custGeom>
              <a:solidFill>
                <a:srgbClr val="19414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167bca7-4090-473d-abef-2bd78fa1ff31" id="154" name="išľiḑè">
                <a:extLst>
                  <a:ext uri="{FF2B5EF4-FFF2-40B4-BE49-F238E27FC236}">
                    <a16:creationId id="{EE16D49A-C33F-6EC5-EFC4-44C3E9EE56F5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81471" y="3533060"/>
                <a:ext cx="318991" cy="206754"/>
              </a:xfrm>
              <a:custGeom>
                <a:avLst/>
                <a:gdLst>
                  <a:gd fmla="*/ 65 w 68" name="T0"/>
                  <a:gd fmla="*/ 0 h 44" name="T1"/>
                  <a:gd fmla="*/ 68 w 68" name="T2"/>
                  <a:gd fmla="*/ 6 h 44" name="T3"/>
                  <a:gd fmla="*/ 68 w 68" name="T4"/>
                  <a:gd fmla="*/ 7 h 44" name="T5"/>
                  <a:gd fmla="*/ 68 w 68" name="T6"/>
                  <a:gd fmla="*/ 7 h 44" name="T7"/>
                  <a:gd fmla="*/ 67 w 68" name="T8"/>
                  <a:gd fmla="*/ 8 h 44" name="T9"/>
                  <a:gd fmla="*/ 53 w 68" name="T10"/>
                  <a:gd fmla="*/ 14 h 44" name="T11"/>
                  <a:gd fmla="*/ 52 w 68" name="T12"/>
                  <a:gd fmla="*/ 14 h 44" name="T13"/>
                  <a:gd fmla="*/ 40 w 68" name="T14"/>
                  <a:gd fmla="*/ 16 h 44" name="T15"/>
                  <a:gd fmla="*/ 1 w 68" name="T16"/>
                  <a:gd fmla="*/ 44 h 44" name="T17"/>
                  <a:gd fmla="*/ 0 w 68" name="T18"/>
                  <a:gd fmla="*/ 43 h 44" name="T19"/>
                  <a:gd fmla="*/ 2 w 68" name="T20"/>
                  <a:gd fmla="*/ 37 h 44" name="T21"/>
                  <a:gd fmla="*/ 3 w 68" name="T22"/>
                  <a:gd fmla="*/ 33 h 44" name="T23"/>
                  <a:gd fmla="*/ 7 w 68" name="T24"/>
                  <a:gd fmla="*/ 29 h 44" name="T25"/>
                  <a:gd fmla="*/ 32 w 68" name="T26"/>
                  <a:gd fmla="*/ 13 h 44" name="T27"/>
                  <a:gd fmla="*/ 32 w 68" name="T28"/>
                  <a:gd fmla="*/ 14 h 44" name="T29"/>
                  <a:gd fmla="*/ 33 w 68" name="T30"/>
                  <a:gd fmla="*/ 14 h 44" name="T31"/>
                  <a:gd fmla="*/ 39 w 68" name="T32"/>
                  <a:gd fmla="*/ 12 h 44" name="T33"/>
                  <a:gd fmla="*/ 64 w 68" name="T34"/>
                  <a:gd fmla="*/ 1 h 44" name="T35"/>
                  <a:gd fmla="*/ 65 w 68" name="T36"/>
                  <a:gd fmla="*/ 0 h 44" name="T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b="b" l="0" r="r" t="0"/>
                <a:pathLst>
                  <a:path h="44" w="68">
                    <a:moveTo>
                      <a:pt x="65" y="0"/>
                    </a:moveTo>
                    <a:cubicBezTo>
                      <a:pt x="66" y="2"/>
                      <a:pt x="67" y="4"/>
                      <a:pt x="68" y="6"/>
                    </a:cubicBezTo>
                    <a:cubicBezTo>
                      <a:pt x="68" y="7"/>
                      <a:pt x="68" y="7"/>
                      <a:pt x="68" y="7"/>
                    </a:cubicBezTo>
                    <a:cubicBezTo>
                      <a:pt x="68" y="7"/>
                      <a:pt x="68" y="7"/>
                      <a:pt x="68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2" y="10"/>
                      <a:pt x="58" y="12"/>
                      <a:pt x="53" y="14"/>
                    </a:cubicBezTo>
                    <a:cubicBezTo>
                      <a:pt x="53" y="14"/>
                      <a:pt x="52" y="14"/>
                      <a:pt x="52" y="14"/>
                    </a:cubicBezTo>
                    <a:cubicBezTo>
                      <a:pt x="48" y="13"/>
                      <a:pt x="44" y="15"/>
                      <a:pt x="40" y="16"/>
                    </a:cubicBezTo>
                    <a:cubicBezTo>
                      <a:pt x="25" y="23"/>
                      <a:pt x="13" y="33"/>
                      <a:pt x="1" y="44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1"/>
                      <a:pt x="1" y="39"/>
                      <a:pt x="2" y="37"/>
                    </a:cubicBezTo>
                    <a:cubicBezTo>
                      <a:pt x="2" y="36"/>
                      <a:pt x="2" y="34"/>
                      <a:pt x="3" y="33"/>
                    </a:cubicBezTo>
                    <a:cubicBezTo>
                      <a:pt x="4" y="31"/>
                      <a:pt x="6" y="30"/>
                      <a:pt x="7" y="29"/>
                    </a:cubicBezTo>
                    <a:cubicBezTo>
                      <a:pt x="15" y="23"/>
                      <a:pt x="23" y="18"/>
                      <a:pt x="32" y="13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5" y="14"/>
                      <a:pt x="37" y="13"/>
                      <a:pt x="39" y="12"/>
                    </a:cubicBezTo>
                    <a:cubicBezTo>
                      <a:pt x="47" y="8"/>
                      <a:pt x="56" y="5"/>
                      <a:pt x="64" y="1"/>
                    </a:cubicBezTo>
                    <a:cubicBezTo>
                      <a:pt x="65" y="0"/>
                      <a:pt x="65" y="0"/>
                      <a:pt x="65" y="0"/>
                    </a:cubicBezTo>
                    <a:close/>
                  </a:path>
                </a:pathLst>
              </a:custGeom>
              <a:solidFill>
                <a:srgbClr val="19414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c1ffdca-f034-41ff-831d-89663da5f0b1" id="155" name="işḻïḋe">
                <a:extLst>
                  <a:ext uri="{FF2B5EF4-FFF2-40B4-BE49-F238E27FC236}">
                    <a16:creationId id="{A692C9A9-1637-519D-6C0D-805187BBE52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80457" y="3597955"/>
                <a:ext cx="403170" cy="398738"/>
              </a:xfrm>
              <a:custGeom>
                <a:avLst/>
                <a:gdLst>
                  <a:gd fmla="*/ 84 w 86" name="T0"/>
                  <a:gd fmla="*/ 33 h 85" name="T1"/>
                  <a:gd fmla="*/ 68 w 86" name="T2"/>
                  <a:gd fmla="*/ 48 h 85" name="T3"/>
                  <a:gd fmla="*/ 79 w 86" name="T4"/>
                  <a:gd fmla="*/ 27 h 85" name="T5"/>
                  <a:gd fmla="*/ 76 w 86" name="T6"/>
                  <a:gd fmla="*/ 1 h 85" name="T7"/>
                  <a:gd fmla="*/ 75 w 86" name="T8"/>
                  <a:gd fmla="*/ 2 h 85" name="T9"/>
                  <a:gd fmla="*/ 74 w 86" name="T10"/>
                  <a:gd fmla="*/ 35 h 85" name="T11"/>
                  <a:gd fmla="*/ 63 w 86" name="T12"/>
                  <a:gd fmla="*/ 51 h 85" name="T13"/>
                  <a:gd fmla="*/ 63 w 86" name="T14"/>
                  <a:gd fmla="*/ 51 h 85" name="T15"/>
                  <a:gd fmla="*/ 62 w 86" name="T16"/>
                  <a:gd fmla="*/ 52 h 85" name="T17"/>
                  <a:gd fmla="*/ 57 w 86" name="T18"/>
                  <a:gd fmla="*/ 58 h 85" name="T19"/>
                  <a:gd fmla="*/ 1 w 86" name="T20"/>
                  <a:gd fmla="*/ 83 h 85" name="T21"/>
                  <a:gd fmla="*/ 2 w 86" name="T22"/>
                  <a:gd fmla="*/ 85 h 85" name="T23"/>
                  <a:gd fmla="*/ 37 w 86" name="T24"/>
                  <a:gd fmla="*/ 74 h 85" name="T25"/>
                  <a:gd fmla="*/ 63 w 86" name="T26"/>
                  <a:gd fmla="*/ 54 h 85" name="T27"/>
                  <a:gd fmla="*/ 65 w 86" name="T28"/>
                  <a:gd fmla="*/ 52 h 85" name="T29"/>
                  <a:gd fmla="*/ 85 w 86" name="T30"/>
                  <a:gd fmla="*/ 34 h 85" name="T31"/>
                  <a:gd fmla="*/ 84 w 86" name="T32"/>
                  <a:gd fmla="*/ 33 h 85" name="T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b="b" l="0" r="r" t="0"/>
                <a:pathLst>
                  <a:path h="85" w="86">
                    <a:moveTo>
                      <a:pt x="84" y="33"/>
                    </a:moveTo>
                    <a:cubicBezTo>
                      <a:pt x="79" y="39"/>
                      <a:pt x="74" y="44"/>
                      <a:pt x="68" y="48"/>
                    </a:cubicBezTo>
                    <a:cubicBezTo>
                      <a:pt x="73" y="42"/>
                      <a:pt x="77" y="34"/>
                      <a:pt x="79" y="27"/>
                    </a:cubicBezTo>
                    <a:cubicBezTo>
                      <a:pt x="82" y="19"/>
                      <a:pt x="84" y="7"/>
                      <a:pt x="76" y="1"/>
                    </a:cubicBezTo>
                    <a:cubicBezTo>
                      <a:pt x="75" y="0"/>
                      <a:pt x="74" y="2"/>
                      <a:pt x="75" y="2"/>
                    </a:cubicBezTo>
                    <a:cubicBezTo>
                      <a:pt x="85" y="10"/>
                      <a:pt x="78" y="27"/>
                      <a:pt x="74" y="35"/>
                    </a:cubicBezTo>
                    <a:cubicBezTo>
                      <a:pt x="71" y="41"/>
                      <a:pt x="67" y="46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2" y="51"/>
                      <a:pt x="62" y="52"/>
                      <a:pt x="62" y="52"/>
                    </a:cubicBezTo>
                    <a:cubicBezTo>
                      <a:pt x="61" y="54"/>
                      <a:pt x="59" y="56"/>
                      <a:pt x="57" y="58"/>
                    </a:cubicBezTo>
                    <a:cubicBezTo>
                      <a:pt x="41" y="73"/>
                      <a:pt x="22" y="79"/>
                      <a:pt x="1" y="83"/>
                    </a:cubicBezTo>
                    <a:cubicBezTo>
                      <a:pt x="0" y="83"/>
                      <a:pt x="1" y="85"/>
                      <a:pt x="2" y="85"/>
                    </a:cubicBezTo>
                    <a:cubicBezTo>
                      <a:pt x="14" y="82"/>
                      <a:pt x="26" y="80"/>
                      <a:pt x="37" y="74"/>
                    </a:cubicBezTo>
                    <a:cubicBezTo>
                      <a:pt x="47" y="69"/>
                      <a:pt x="56" y="62"/>
                      <a:pt x="63" y="54"/>
                    </a:cubicBezTo>
                    <a:cubicBezTo>
                      <a:pt x="64" y="54"/>
                      <a:pt x="64" y="53"/>
                      <a:pt x="65" y="52"/>
                    </a:cubicBezTo>
                    <a:cubicBezTo>
                      <a:pt x="73" y="48"/>
                      <a:pt x="79" y="41"/>
                      <a:pt x="85" y="34"/>
                    </a:cubicBezTo>
                    <a:cubicBezTo>
                      <a:pt x="86" y="33"/>
                      <a:pt x="84" y="32"/>
                      <a:pt x="84" y="33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dbd9757-8dda-4059-bb72-16536e435080" id="156" name="îṩ1îďè">
                <a:extLst>
                  <a:ext uri="{FF2B5EF4-FFF2-40B4-BE49-F238E27FC236}">
                    <a16:creationId id="{1EBB67C5-9B9B-D59B-ABF0-88FC557E81F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740635" y="4083413"/>
                <a:ext cx="8861" cy="4432"/>
              </a:xfrm>
              <a:custGeom>
                <a:avLst/>
                <a:gdLst>
                  <a:gd fmla="*/ 1 w 2" name="T0"/>
                  <a:gd fmla="*/ 0 h 1" name="T1"/>
                  <a:gd fmla="*/ 1 w 2" name="T2"/>
                  <a:gd fmla="*/ 1 h 1" name="T3"/>
                  <a:gd fmla="*/ 1 w 2" name="T4"/>
                  <a:gd fmla="*/ 0 h 1" name="T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b="b" l="0" r="r" t="0"/>
                <a:pathLst>
                  <a:path h="1" w="2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5f30b25-2773-4e61-9173-bfa120da76d3" id="157" name="iṥliḍe">
                <a:extLst>
                  <a:ext uri="{FF2B5EF4-FFF2-40B4-BE49-F238E27FC236}">
                    <a16:creationId id="{552CEBE0-75E6-A7CB-79E3-D2A8C3FFEC1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758115" y="4150445"/>
                <a:ext cx="13292" cy="8861"/>
              </a:xfrm>
              <a:custGeom>
                <a:avLst/>
                <a:gdLst>
                  <a:gd fmla="*/ 1 w 3" name="T0"/>
                  <a:gd fmla="*/ 0 h 2" name="T1"/>
                  <a:gd fmla="*/ 1 w 3" name="T2"/>
                  <a:gd fmla="*/ 2 h 2" name="T3"/>
                  <a:gd fmla="*/ 1 w 3" name="T4"/>
                  <a:gd fmla="*/ 0 h 2" name="T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b="b" l="0" r="r" t="0"/>
                <a:pathLst>
                  <a:path h="2" w="3">
                    <a:moveTo>
                      <a:pt x="1" y="0"/>
                    </a:moveTo>
                    <a:cubicBezTo>
                      <a:pt x="0" y="0"/>
                      <a:pt x="0" y="2"/>
                      <a:pt x="1" y="2"/>
                    </a:cubicBezTo>
                    <a:cubicBezTo>
                      <a:pt x="3" y="2"/>
                      <a:pt x="3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a70774f-7ef0-4d62-b22b-a4364e5a732f" id="158" name="íŝlîḍè">
                <a:extLst>
                  <a:ext uri="{FF2B5EF4-FFF2-40B4-BE49-F238E27FC236}">
                    <a16:creationId id="{A3A6B193-8A58-A89F-3E2B-916A51EA53D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792721" y="4229252"/>
                <a:ext cx="14769" cy="4432"/>
              </a:xfrm>
              <a:custGeom>
                <a:avLst/>
                <a:gdLst>
                  <a:gd fmla="*/ 2 w 3" name="T0"/>
                  <a:gd fmla="*/ 0 h 1" name="T1"/>
                  <a:gd fmla="*/ 2 w 3" name="T2"/>
                  <a:gd fmla="*/ 1 h 1" name="T3"/>
                  <a:gd fmla="*/ 2 w 3" name="T4"/>
                  <a:gd fmla="*/ 0 h 1" name="T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b="b" l="0" r="r" t="0"/>
                <a:pathLst>
                  <a:path h="1" w="3">
                    <a:moveTo>
                      <a:pt x="2" y="0"/>
                    </a:moveTo>
                    <a:cubicBezTo>
                      <a:pt x="0" y="0"/>
                      <a:pt x="0" y="1"/>
                      <a:pt x="2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9e15d76-7da7-43a7-91c1-fe08c30aedd2" id="159" name="işḻiḍé">
                <a:extLst>
                  <a:ext uri="{FF2B5EF4-FFF2-40B4-BE49-F238E27FC236}">
                    <a16:creationId id="{DC827AA3-529E-C81E-ABAA-AA1DF6D0ADD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833690" y="4297940"/>
                <a:ext cx="8861" cy="10338"/>
              </a:xfrm>
              <a:custGeom>
                <a:avLst/>
                <a:gdLst>
                  <a:gd fmla="*/ 1 w 2" name="T0"/>
                  <a:gd fmla="*/ 0 h 2" name="T1"/>
                  <a:gd fmla="*/ 1 w 2" name="T2"/>
                  <a:gd fmla="*/ 2 h 2" name="T3"/>
                  <a:gd fmla="*/ 1 w 2" name="T4"/>
                  <a:gd fmla="*/ 0 h 2" name="T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b="b" l="0" r="r" t="0"/>
                <a:pathLst>
                  <a:path h="2" w="2">
                    <a:moveTo>
                      <a:pt x="1" y="0"/>
                    </a:moveTo>
                    <a:cubicBezTo>
                      <a:pt x="0" y="0"/>
                      <a:pt x="0" y="2"/>
                      <a:pt x="1" y="2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43d365e-6943-48e3-919a-3d91594337c2" id="160" name="íślíďê">
                <a:extLst>
                  <a:ext uri="{FF2B5EF4-FFF2-40B4-BE49-F238E27FC236}">
                    <a16:creationId id="{9EBC4E77-6F56-7C85-DE38-DF591B782ADD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57639" y="3284929"/>
                <a:ext cx="94516" cy="169834"/>
              </a:xfrm>
              <a:custGeom>
                <a:avLst/>
                <a:gdLst>
                  <a:gd fmla="*/ 5 w 20" name="T0"/>
                  <a:gd fmla="*/ 0 h 36" name="T1"/>
                  <a:gd fmla="*/ 4 w 20" name="T2"/>
                  <a:gd fmla="*/ 2 h 36" name="T3"/>
                  <a:gd fmla="*/ 6 w 20" name="T4"/>
                  <a:gd fmla="*/ 22 h 36" name="T5"/>
                  <a:gd fmla="*/ 1 w 20" name="T6"/>
                  <a:gd fmla="*/ 34 h 36" name="T7"/>
                  <a:gd fmla="*/ 3 w 20" name="T8"/>
                  <a:gd fmla="*/ 35 h 36" name="T9"/>
                  <a:gd fmla="*/ 5 w 20" name="T10"/>
                  <a:gd fmla="*/ 0 h 36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36" w="20">
                    <a:moveTo>
                      <a:pt x="5" y="0"/>
                    </a:moveTo>
                    <a:cubicBezTo>
                      <a:pt x="3" y="0"/>
                      <a:pt x="3" y="2"/>
                      <a:pt x="4" y="2"/>
                    </a:cubicBezTo>
                    <a:cubicBezTo>
                      <a:pt x="13" y="4"/>
                      <a:pt x="9" y="16"/>
                      <a:pt x="6" y="22"/>
                    </a:cubicBezTo>
                    <a:cubicBezTo>
                      <a:pt x="5" y="26"/>
                      <a:pt x="2" y="30"/>
                      <a:pt x="1" y="34"/>
                    </a:cubicBezTo>
                    <a:cubicBezTo>
                      <a:pt x="0" y="35"/>
                      <a:pt x="2" y="36"/>
                      <a:pt x="3" y="35"/>
                    </a:cubicBezTo>
                    <a:cubicBezTo>
                      <a:pt x="6" y="27"/>
                      <a:pt x="20" y="4"/>
                      <a:pt x="5" y="0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42e90ff-e7d7-4dd1-b558-e6b29add02ac" id="161" name="ísḷídé">
                <a:extLst>
                  <a:ext uri="{FF2B5EF4-FFF2-40B4-BE49-F238E27FC236}">
                    <a16:creationId id="{D4EC4814-1FB4-F7A6-BB2F-B0F9CDACEED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43205" y="3250058"/>
                <a:ext cx="75318" cy="131437"/>
              </a:xfrm>
              <a:custGeom>
                <a:avLst/>
                <a:gdLst>
                  <a:gd fmla="*/ 13 w 16" name="T0"/>
                  <a:gd fmla="*/ 7 h 28" name="T1"/>
                  <a:gd fmla="*/ 1 w 16" name="T2"/>
                  <a:gd fmla="*/ 1 h 28" name="T3"/>
                  <a:gd fmla="*/ 1 w 16" name="T4"/>
                  <a:gd fmla="*/ 3 h 28" name="T5"/>
                  <a:gd fmla="*/ 12 w 16" name="T6"/>
                  <a:gd fmla="*/ 12 h 28" name="T7"/>
                  <a:gd fmla="*/ 8 w 16" name="T8"/>
                  <a:gd fmla="*/ 26 h 28" name="T9"/>
                  <a:gd fmla="*/ 10 w 16" name="T10"/>
                  <a:gd fmla="*/ 27 h 28" name="T11"/>
                  <a:gd fmla="*/ 13 w 16" name="T12"/>
                  <a:gd fmla="*/ 7 h 28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28" w="16">
                    <a:moveTo>
                      <a:pt x="13" y="7"/>
                    </a:moveTo>
                    <a:cubicBezTo>
                      <a:pt x="11" y="3"/>
                      <a:pt x="6" y="0"/>
                      <a:pt x="1" y="1"/>
                    </a:cubicBezTo>
                    <a:cubicBezTo>
                      <a:pt x="0" y="1"/>
                      <a:pt x="0" y="3"/>
                      <a:pt x="1" y="3"/>
                    </a:cubicBezTo>
                    <a:cubicBezTo>
                      <a:pt x="7" y="2"/>
                      <a:pt x="12" y="6"/>
                      <a:pt x="12" y="12"/>
                    </a:cubicBezTo>
                    <a:cubicBezTo>
                      <a:pt x="12" y="17"/>
                      <a:pt x="10" y="22"/>
                      <a:pt x="8" y="26"/>
                    </a:cubicBezTo>
                    <a:cubicBezTo>
                      <a:pt x="8" y="27"/>
                      <a:pt x="9" y="28"/>
                      <a:pt x="10" y="27"/>
                    </a:cubicBezTo>
                    <a:cubicBezTo>
                      <a:pt x="13" y="22"/>
                      <a:pt x="16" y="13"/>
                      <a:pt x="13" y="7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411c885-57e0-4b9e-aed7-5face88db6d4" id="162" name="íşľïďé">
                <a:extLst>
                  <a:ext uri="{FF2B5EF4-FFF2-40B4-BE49-F238E27FC236}">
                    <a16:creationId id="{E12B1A35-96AB-47F4-7718-C773F9D5D80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422465" y="3186791"/>
                <a:ext cx="290932" cy="88608"/>
              </a:xfrm>
              <a:custGeom>
                <a:avLst/>
                <a:gdLst>
                  <a:gd fmla="*/ 61 w 62" name="T0"/>
                  <a:gd fmla="*/ 17 h 19" name="T1"/>
                  <a:gd fmla="*/ 52 w 62" name="T2"/>
                  <a:gd fmla="*/ 5 h 19" name="T3"/>
                  <a:gd fmla="*/ 35 w 62" name="T4"/>
                  <a:gd fmla="*/ 3 h 19" name="T5"/>
                  <a:gd fmla="*/ 10 w 62" name="T6"/>
                  <a:gd fmla="*/ 3 h 19" name="T7"/>
                  <a:gd fmla="*/ 1 w 62" name="T8"/>
                  <a:gd fmla="*/ 4 h 19" name="T9"/>
                  <a:gd fmla="*/ 2 w 62" name="T10"/>
                  <a:gd fmla="*/ 5 h 19" name="T11"/>
                  <a:gd fmla="*/ 12 w 62" name="T12"/>
                  <a:gd fmla="*/ 6 h 19" name="T13"/>
                  <a:gd fmla="*/ 18 w 62" name="T14"/>
                  <a:gd fmla="*/ 8 h 19" name="T15"/>
                  <a:gd fmla="*/ 31 w 62" name="T16"/>
                  <a:gd fmla="*/ 7 h 19" name="T17"/>
                  <a:gd fmla="*/ 49 w 62" name="T18"/>
                  <a:gd fmla="*/ 5 h 19" name="T19"/>
                  <a:gd fmla="*/ 59 w 62" name="T20"/>
                  <a:gd fmla="*/ 18 h 19" name="T21"/>
                  <a:gd fmla="*/ 61 w 62" name="T22"/>
                  <a:gd fmla="*/ 17 h 19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19" w="62">
                    <a:moveTo>
                      <a:pt x="61" y="17"/>
                    </a:moveTo>
                    <a:cubicBezTo>
                      <a:pt x="60" y="12"/>
                      <a:pt x="57" y="8"/>
                      <a:pt x="52" y="5"/>
                    </a:cubicBezTo>
                    <a:cubicBezTo>
                      <a:pt x="47" y="1"/>
                      <a:pt x="42" y="1"/>
                      <a:pt x="35" y="3"/>
                    </a:cubicBezTo>
                    <a:cubicBezTo>
                      <a:pt x="27" y="6"/>
                      <a:pt x="19" y="8"/>
                      <a:pt x="10" y="3"/>
                    </a:cubicBezTo>
                    <a:cubicBezTo>
                      <a:pt x="7" y="2"/>
                      <a:pt x="3" y="0"/>
                      <a:pt x="1" y="4"/>
                    </a:cubicBezTo>
                    <a:cubicBezTo>
                      <a:pt x="0" y="5"/>
                      <a:pt x="2" y="6"/>
                      <a:pt x="2" y="5"/>
                    </a:cubicBezTo>
                    <a:cubicBezTo>
                      <a:pt x="5" y="1"/>
                      <a:pt x="9" y="5"/>
                      <a:pt x="12" y="6"/>
                    </a:cubicBezTo>
                    <a:cubicBezTo>
                      <a:pt x="14" y="7"/>
                      <a:pt x="16" y="8"/>
                      <a:pt x="18" y="8"/>
                    </a:cubicBezTo>
                    <a:cubicBezTo>
                      <a:pt x="22" y="8"/>
                      <a:pt x="27" y="8"/>
                      <a:pt x="31" y="7"/>
                    </a:cubicBezTo>
                    <a:cubicBezTo>
                      <a:pt x="37" y="5"/>
                      <a:pt x="42" y="2"/>
                      <a:pt x="49" y="5"/>
                    </a:cubicBezTo>
                    <a:cubicBezTo>
                      <a:pt x="54" y="8"/>
                      <a:pt x="58" y="13"/>
                      <a:pt x="59" y="18"/>
                    </a:cubicBezTo>
                    <a:cubicBezTo>
                      <a:pt x="60" y="19"/>
                      <a:pt x="62" y="19"/>
                      <a:pt x="61" y="17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6637ff6-44be-4c22-8328-e45f43bd7b0b" id="163" name="îṧḷïḑé">
                <a:extLst>
                  <a:ext uri="{FF2B5EF4-FFF2-40B4-BE49-F238E27FC236}">
                    <a16:creationId id="{C0F3C1E7-1667-1C04-D3C4-E0AA14F8AC78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442982" y="3226314"/>
                <a:ext cx="271733" cy="79747"/>
              </a:xfrm>
              <a:custGeom>
                <a:avLst/>
                <a:gdLst>
                  <a:gd fmla="*/ 58 w 58" name="T0"/>
                  <a:gd fmla="*/ 15 h 17" name="T1"/>
                  <a:gd fmla="*/ 36 w 58" name="T2"/>
                  <a:gd fmla="*/ 1 h 17" name="T3"/>
                  <a:gd fmla="*/ 16 w 58" name="T4"/>
                  <a:gd fmla="*/ 6 h 17" name="T5"/>
                  <a:gd fmla="*/ 1 w 58" name="T6"/>
                  <a:gd fmla="*/ 2 h 17" name="T7"/>
                  <a:gd fmla="*/ 2 w 58" name="T8"/>
                  <a:gd fmla="*/ 4 h 17" name="T9"/>
                  <a:gd fmla="*/ 17 w 58" name="T10"/>
                  <a:gd fmla="*/ 8 h 17" name="T11"/>
                  <a:gd fmla="*/ 28 w 58" name="T12"/>
                  <a:gd fmla="*/ 7 h 17" name="T13"/>
                  <a:gd fmla="*/ 43 w 58" name="T14"/>
                  <a:gd fmla="*/ 3 h 17" name="T15"/>
                  <a:gd fmla="*/ 56 w 58" name="T16"/>
                  <a:gd fmla="*/ 16 h 17" name="T17"/>
                  <a:gd fmla="*/ 58 w 58" name="T18"/>
                  <a:gd fmla="*/ 15 h 17" name="T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b="b" l="0" r="r" t="0"/>
                <a:pathLst>
                  <a:path h="17" w="58">
                    <a:moveTo>
                      <a:pt x="58" y="15"/>
                    </a:moveTo>
                    <a:cubicBezTo>
                      <a:pt x="55" y="6"/>
                      <a:pt x="46" y="0"/>
                      <a:pt x="36" y="1"/>
                    </a:cubicBezTo>
                    <a:cubicBezTo>
                      <a:pt x="29" y="3"/>
                      <a:pt x="24" y="8"/>
                      <a:pt x="16" y="6"/>
                    </a:cubicBezTo>
                    <a:cubicBezTo>
                      <a:pt x="11" y="4"/>
                      <a:pt x="7" y="0"/>
                      <a:pt x="1" y="2"/>
                    </a:cubicBezTo>
                    <a:cubicBezTo>
                      <a:pt x="0" y="2"/>
                      <a:pt x="1" y="4"/>
                      <a:pt x="2" y="4"/>
                    </a:cubicBezTo>
                    <a:cubicBezTo>
                      <a:pt x="7" y="2"/>
                      <a:pt x="12" y="7"/>
                      <a:pt x="17" y="8"/>
                    </a:cubicBezTo>
                    <a:cubicBezTo>
                      <a:pt x="20" y="9"/>
                      <a:pt x="24" y="8"/>
                      <a:pt x="28" y="7"/>
                    </a:cubicBezTo>
                    <a:cubicBezTo>
                      <a:pt x="33" y="5"/>
                      <a:pt x="37" y="2"/>
                      <a:pt x="43" y="3"/>
                    </a:cubicBezTo>
                    <a:cubicBezTo>
                      <a:pt x="50" y="5"/>
                      <a:pt x="54" y="10"/>
                      <a:pt x="56" y="16"/>
                    </a:cubicBezTo>
                    <a:cubicBezTo>
                      <a:pt x="56" y="17"/>
                      <a:pt x="58" y="16"/>
                      <a:pt x="58" y="15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</p:grpSp>
        <p:sp>
          <p:nvSpPr>
            <p:cNvPr descr="beeedff2-7292-4255-8f1d-cb248a544fc3" id="10" name="Title">
              <a:extLst>
                <a:ext uri="{FF2B5EF4-FFF2-40B4-BE49-F238E27FC236}">
                  <a16:creationId id="{E27A1D59-B2AF-6A3C-2F2F-313D5BE23264}"/>
                </a:ext>
              </a:extLst>
            </p:cNvPr>
            <p:cNvSpPr txBox="1"/>
            <p:nvPr/>
          </p:nvSpPr>
          <p:spPr>
            <a:xfrm flipV="false" flipH="false">
              <a:off x="660400" y="1130300"/>
              <a:ext cx="10858500" cy="461665"/>
            </a:xfrm>
            <a:prstGeom prst="rect">
              <a:avLst/>
            </a:prstGeom>
            <a:noFill/>
          </p:spPr>
          <p:txBody>
            <a:bodyPr anchor="t" anchorCtr="1" rtlCol="0" vert="horz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合理消毒足部，降低感染风险</a:t>
              </a:r>
            </a:p>
          </p:txBody>
        </p:sp>
        <p:grpSp>
          <p:nvGrpSpPr>
            <p:cNvPr descr="ccb84053-f0dc-4cfc-b43e-b3730ea4bb34" id="16" name="组合 15">
              <a:extLst>
                <a:ext uri="{FF2B5EF4-FFF2-40B4-BE49-F238E27FC236}">
                  <a16:creationId id="{1D997BF6-9F49-DCA3-2ECD-4CCBF735CA0C}"/>
                </a:ext>
              </a:extLst>
            </p:cNvPr>
            <p:cNvGrpSpPr/>
            <p:nvPr/>
          </p:nvGrpSpPr>
          <p:grpSpPr>
            <a:xfrm>
              <a:off x="5191994" y="2358094"/>
              <a:ext cx="3136479" cy="1373560"/>
              <a:chOff x="5191994" y="2358094"/>
              <a:chExt cx="3136479" cy="1373560"/>
            </a:xfrm>
          </p:grpSpPr>
          <p:sp>
            <p:nvSpPr>
              <p:cNvPr descr="26e0ce17-1e0d-4b4b-880f-c586b1eb74b5" id="68" name="Text1">
                <a:extLst>
                  <a:ext uri="{FF2B5EF4-FFF2-40B4-BE49-F238E27FC236}">
                    <a16:creationId id="{B5714604-6127-9E7F-92D6-B5CA8D8080C3}"/>
                  </a:ext>
                </a:extLst>
              </p:cNvPr>
              <p:cNvSpPr txBox="1"/>
              <p:nvPr/>
            </p:nvSpPr>
            <p:spPr>
              <a:xfrm flipV="false" flipH="false">
                <a:off x="5687857" y="2952453"/>
                <a:ext cx="2640616" cy="77920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选用温和型足部消毒剂，均匀喷洒或涂抹在足部。</a:t>
                </a:r>
              </a:p>
            </p:txBody>
          </p:sp>
          <p:sp>
            <p:nvSpPr>
              <p:cNvPr descr="a1be3ec8-01ef-4ebb-b6fc-e8789459cee4" id="81" name="IconBackground1">
                <a:extLst>
                  <a:ext uri="{FF2B5EF4-FFF2-40B4-BE49-F238E27FC236}">
                    <a16:creationId id="{3C57AE61-E51E-9DD8-1D6C-2EE5DDF2E25C}"/>
                  </a:ext>
                </a:extLst>
              </p:cNvPr>
              <p:cNvSpPr/>
              <p:nvPr/>
            </p:nvSpPr>
            <p:spPr>
              <a:xfrm flipV="false" flipH="false">
                <a:off x="5191994" y="2597978"/>
                <a:ext cx="338793" cy="338823"/>
              </a:xfrm>
              <a:prstGeom prst="ellipse">
                <a:avLst/>
              </a:prstGeom>
              <a:solidFill>
                <a:schemeClr val="accent1"/>
              </a:solidFill>
              <a:ln cap="flat" w="15875">
                <a:solidFill>
                  <a:schemeClr val="accent1"/>
                </a:solidFill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29493a17-dcfd-4a5e-8072-b3fb2d2a1163" id="82" name="Icon1">
                <a:extLst>
                  <a:ext uri="{FF2B5EF4-FFF2-40B4-BE49-F238E27FC236}">
                    <a16:creationId id="{E88B0BF3-1C97-6E07-01A1-95887B29E6C6}"/>
                  </a:ext>
                </a:extLst>
              </p:cNvPr>
              <p:cNvSpPr/>
              <p:nvPr/>
            </p:nvSpPr>
            <p:spPr>
              <a:xfrm flipV="false" flipH="false">
                <a:off x="5264829" y="2670819"/>
                <a:ext cx="193123" cy="193140"/>
              </a:xfrm>
              <a:custGeom>
                <a:avLst/>
                <a:gdLst>
                  <a:gd fmla="*/ 602 w 605" name="T0"/>
                  <a:gd fmla="*/ 202 h 607" name="T1"/>
                  <a:gd fmla="*/ 320 w 605" name="T2"/>
                  <a:gd fmla="*/ 603 h 607" name="T3"/>
                  <a:gd fmla="*/ 302 w 605" name="T4"/>
                  <a:gd fmla="*/ 607 h 607" name="T5"/>
                  <a:gd fmla="*/ 285 w 605" name="T6"/>
                  <a:gd fmla="*/ 603 h 607" name="T7"/>
                  <a:gd fmla="*/ 3 w 605" name="T8"/>
                  <a:gd fmla="*/ 202 h 607" name="T9"/>
                  <a:gd fmla="*/ 32 w 605" name="T10"/>
                  <a:gd fmla="*/ 157 h 607" name="T11"/>
                  <a:gd fmla="*/ 272 w 605" name="T12"/>
                  <a:gd fmla="*/ 13 h 607" name="T13"/>
                  <a:gd fmla="*/ 302 w 605" name="T14"/>
                  <a:gd fmla="*/ 0 h 607" name="T15"/>
                  <a:gd fmla="*/ 302 w 605" name="T16"/>
                  <a:gd fmla="*/ 0 h 607" name="T17"/>
                  <a:gd fmla="*/ 332 w 605" name="T18"/>
                  <a:gd fmla="*/ 13 h 607" name="T19"/>
                  <a:gd fmla="*/ 573 w 605" name="T20"/>
                  <a:gd fmla="*/ 157 h 607" name="T21"/>
                  <a:gd fmla="*/ 602 w 605" name="T22"/>
                  <a:gd fmla="*/ 202 h 607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607" w="605">
                    <a:moveTo>
                      <a:pt x="602" y="202"/>
                    </a:moveTo>
                    <a:cubicBezTo>
                      <a:pt x="574" y="381"/>
                      <a:pt x="468" y="531"/>
                      <a:pt x="320" y="603"/>
                    </a:cubicBezTo>
                    <a:cubicBezTo>
                      <a:pt x="314" y="605"/>
                      <a:pt x="308" y="607"/>
                      <a:pt x="302" y="607"/>
                    </a:cubicBezTo>
                    <a:cubicBezTo>
                      <a:pt x="296" y="607"/>
                      <a:pt x="290" y="605"/>
                      <a:pt x="285" y="603"/>
                    </a:cubicBezTo>
                    <a:cubicBezTo>
                      <a:pt x="136" y="531"/>
                      <a:pt x="31" y="381"/>
                      <a:pt x="3" y="202"/>
                    </a:cubicBezTo>
                    <a:cubicBezTo>
                      <a:pt x="0" y="182"/>
                      <a:pt x="12" y="163"/>
                      <a:pt x="32" y="157"/>
                    </a:cubicBezTo>
                    <a:cubicBezTo>
                      <a:pt x="128" y="132"/>
                      <a:pt x="211" y="82"/>
                      <a:pt x="272" y="13"/>
                    </a:cubicBezTo>
                    <a:cubicBezTo>
                      <a:pt x="280" y="5"/>
                      <a:pt x="291" y="0"/>
                      <a:pt x="302" y="0"/>
                    </a:cubicBezTo>
                    <a:lnTo>
                      <a:pt x="302" y="0"/>
                    </a:lnTo>
                    <a:cubicBezTo>
                      <a:pt x="314" y="0"/>
                      <a:pt x="325" y="5"/>
                      <a:pt x="332" y="13"/>
                    </a:cubicBezTo>
                    <a:cubicBezTo>
                      <a:pt x="393" y="82"/>
                      <a:pt x="476" y="132"/>
                      <a:pt x="573" y="157"/>
                    </a:cubicBezTo>
                    <a:cubicBezTo>
                      <a:pt x="592" y="163"/>
                      <a:pt x="605" y="182"/>
                      <a:pt x="602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12700">
                <a:noFill/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62d39aec-c851-4099-acfc-5ea9a230b256" id="4" name="Bullet1">
                <a:extLst>
                  <a:ext uri="{FF2B5EF4-FFF2-40B4-BE49-F238E27FC236}">
                    <a16:creationId id="{072126F0-829D-C889-B876-E4D9AFD4C2D3}"/>
                  </a:ext>
                </a:extLst>
              </p:cNvPr>
              <p:cNvSpPr txBox="1"/>
              <p:nvPr/>
            </p:nvSpPr>
            <p:spPr>
              <a:xfrm flipV="false" flipH="false">
                <a:off x="5687857" y="2358094"/>
                <a:ext cx="2640616" cy="59436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800">
                    <a:solidFill>
                      <a:srgbClr val="2F2F2F"/>
                    </a:solidFill>
                    <a:ea typeface="微软雅黑"/>
                  </a:rPr>
                  <a:t>足部消毒剂</a:t>
                </a:r>
              </a:p>
            </p:txBody>
          </p:sp>
        </p:grpSp>
        <p:grpSp>
          <p:nvGrpSpPr>
            <p:cNvPr descr="f76a1541-1857-4630-8877-bf67a12840da" id="17" name="组合 16">
              <a:extLst>
                <a:ext uri="{FF2B5EF4-FFF2-40B4-BE49-F238E27FC236}">
                  <a16:creationId id="{FF913A1B-EC1B-5095-AB97-460A173DE7E2}"/>
                </a:ext>
              </a:extLst>
            </p:cNvPr>
            <p:cNvGrpSpPr/>
            <p:nvPr/>
          </p:nvGrpSpPr>
          <p:grpSpPr>
            <a:xfrm>
              <a:off x="8433982" y="2358094"/>
              <a:ext cx="3084918" cy="1373560"/>
              <a:chOff x="8433982" y="2358094"/>
              <a:chExt cx="3084918" cy="1373560"/>
            </a:xfrm>
          </p:grpSpPr>
          <p:sp>
            <p:nvSpPr>
              <p:cNvPr descr="e5ceca19-8e9f-42c8-bcc3-1bceb964b9c5" id="79" name="IconBackground2">
                <a:extLst>
                  <a:ext uri="{FF2B5EF4-FFF2-40B4-BE49-F238E27FC236}">
                    <a16:creationId id="{41932B27-D844-2915-FF95-8D0C2AD9D89C}"/>
                  </a:ext>
                </a:extLst>
              </p:cNvPr>
              <p:cNvSpPr/>
              <p:nvPr/>
            </p:nvSpPr>
            <p:spPr>
              <a:xfrm flipV="false" flipH="false">
                <a:off x="8433982" y="2597978"/>
                <a:ext cx="338793" cy="338823"/>
              </a:xfrm>
              <a:prstGeom prst="ellipse">
                <a:avLst/>
              </a:prstGeom>
              <a:solidFill>
                <a:schemeClr val="accent1"/>
              </a:solidFill>
              <a:ln cap="flat" w="15875">
                <a:solidFill>
                  <a:schemeClr val="accent1"/>
                </a:solidFill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cbbfedd9-e4a3-496e-a9f7-20a894b4cc97" id="80" name="Icon2">
                <a:extLst>
                  <a:ext uri="{FF2B5EF4-FFF2-40B4-BE49-F238E27FC236}">
                    <a16:creationId id="{215FA1FC-D422-1D25-1729-1978B784D704}"/>
                  </a:ext>
                </a:extLst>
              </p:cNvPr>
              <p:cNvSpPr/>
              <p:nvPr/>
            </p:nvSpPr>
            <p:spPr>
              <a:xfrm flipV="false" flipH="false">
                <a:off x="8506817" y="2670819"/>
                <a:ext cx="193123" cy="193140"/>
              </a:xfrm>
              <a:custGeom>
                <a:avLst/>
                <a:gdLst>
                  <a:gd fmla="*/ 602 w 605" name="T0"/>
                  <a:gd fmla="*/ 202 h 607" name="T1"/>
                  <a:gd fmla="*/ 320 w 605" name="T2"/>
                  <a:gd fmla="*/ 603 h 607" name="T3"/>
                  <a:gd fmla="*/ 302 w 605" name="T4"/>
                  <a:gd fmla="*/ 607 h 607" name="T5"/>
                  <a:gd fmla="*/ 285 w 605" name="T6"/>
                  <a:gd fmla="*/ 603 h 607" name="T7"/>
                  <a:gd fmla="*/ 3 w 605" name="T8"/>
                  <a:gd fmla="*/ 202 h 607" name="T9"/>
                  <a:gd fmla="*/ 32 w 605" name="T10"/>
                  <a:gd fmla="*/ 157 h 607" name="T11"/>
                  <a:gd fmla="*/ 272 w 605" name="T12"/>
                  <a:gd fmla="*/ 13 h 607" name="T13"/>
                  <a:gd fmla="*/ 302 w 605" name="T14"/>
                  <a:gd fmla="*/ 0 h 607" name="T15"/>
                  <a:gd fmla="*/ 302 w 605" name="T16"/>
                  <a:gd fmla="*/ 0 h 607" name="T17"/>
                  <a:gd fmla="*/ 332 w 605" name="T18"/>
                  <a:gd fmla="*/ 13 h 607" name="T19"/>
                  <a:gd fmla="*/ 573 w 605" name="T20"/>
                  <a:gd fmla="*/ 157 h 607" name="T21"/>
                  <a:gd fmla="*/ 602 w 605" name="T22"/>
                  <a:gd fmla="*/ 202 h 607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607" w="605">
                    <a:moveTo>
                      <a:pt x="602" y="202"/>
                    </a:moveTo>
                    <a:cubicBezTo>
                      <a:pt x="574" y="381"/>
                      <a:pt x="468" y="531"/>
                      <a:pt x="320" y="603"/>
                    </a:cubicBezTo>
                    <a:cubicBezTo>
                      <a:pt x="314" y="605"/>
                      <a:pt x="308" y="607"/>
                      <a:pt x="302" y="607"/>
                    </a:cubicBezTo>
                    <a:cubicBezTo>
                      <a:pt x="296" y="607"/>
                      <a:pt x="290" y="605"/>
                      <a:pt x="285" y="603"/>
                    </a:cubicBezTo>
                    <a:cubicBezTo>
                      <a:pt x="136" y="531"/>
                      <a:pt x="31" y="381"/>
                      <a:pt x="3" y="202"/>
                    </a:cubicBezTo>
                    <a:cubicBezTo>
                      <a:pt x="0" y="182"/>
                      <a:pt x="12" y="163"/>
                      <a:pt x="32" y="157"/>
                    </a:cubicBezTo>
                    <a:cubicBezTo>
                      <a:pt x="128" y="132"/>
                      <a:pt x="211" y="82"/>
                      <a:pt x="272" y="13"/>
                    </a:cubicBezTo>
                    <a:cubicBezTo>
                      <a:pt x="280" y="5"/>
                      <a:pt x="291" y="0"/>
                      <a:pt x="302" y="0"/>
                    </a:cubicBezTo>
                    <a:lnTo>
                      <a:pt x="302" y="0"/>
                    </a:lnTo>
                    <a:cubicBezTo>
                      <a:pt x="314" y="0"/>
                      <a:pt x="325" y="5"/>
                      <a:pt x="332" y="13"/>
                    </a:cubicBezTo>
                    <a:cubicBezTo>
                      <a:pt x="393" y="82"/>
                      <a:pt x="476" y="132"/>
                      <a:pt x="573" y="157"/>
                    </a:cubicBezTo>
                    <a:cubicBezTo>
                      <a:pt x="592" y="163"/>
                      <a:pt x="605" y="182"/>
                      <a:pt x="602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12700">
                <a:noFill/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35d3b79e-912a-45da-aecf-99d51085382e" id="6" name="Text2">
                <a:extLst>
                  <a:ext uri="{FF2B5EF4-FFF2-40B4-BE49-F238E27FC236}">
                    <a16:creationId id="{6CE2B8AE-04C0-A723-8F6D-4186A90BA261}"/>
                  </a:ext>
                </a:extLst>
              </p:cNvPr>
              <p:cNvSpPr txBox="1"/>
              <p:nvPr/>
            </p:nvSpPr>
            <p:spPr>
              <a:xfrm flipV="false" flipH="false">
                <a:off x="8878284" y="2952453"/>
                <a:ext cx="2640616" cy="77920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使用75%酒精喷雾消毒时，要避免喷到破损区域。</a:t>
                </a:r>
              </a:p>
            </p:txBody>
          </p:sp>
          <p:sp>
            <p:nvSpPr>
              <p:cNvPr descr="82925bf8-3e56-4ea7-8023-5231eaf105fa" id="8" name="Bullet2">
                <a:extLst>
                  <a:ext uri="{FF2B5EF4-FFF2-40B4-BE49-F238E27FC236}">
                    <a16:creationId id="{39D168A2-069C-91BE-D0D2-488A476C2817}"/>
                  </a:ext>
                </a:extLst>
              </p:cNvPr>
              <p:cNvSpPr txBox="1"/>
              <p:nvPr/>
            </p:nvSpPr>
            <p:spPr>
              <a:xfrm flipV="false" flipH="false">
                <a:off x="8878284" y="2358094"/>
                <a:ext cx="2640616" cy="59436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800">
                    <a:solidFill>
                      <a:srgbClr val="2F2F2F"/>
                    </a:solidFill>
                    <a:latin typeface="微软雅黑"/>
                  </a:rPr>
                  <a:t>75%酒精喷雾</a:t>
                </a:r>
              </a:p>
            </p:txBody>
          </p:sp>
        </p:grpSp>
        <p:grpSp>
          <p:nvGrpSpPr>
            <p:cNvPr descr="c7501692-dbd6-4afb-a683-9df7e95cffb4" id="18" name="组合 17">
              <a:extLst>
                <a:ext uri="{FF2B5EF4-FFF2-40B4-BE49-F238E27FC236}">
                  <a16:creationId id="{90717979-2F22-9401-5C03-70397621469D}"/>
                </a:ext>
              </a:extLst>
            </p:cNvPr>
            <p:cNvGrpSpPr/>
            <p:nvPr/>
          </p:nvGrpSpPr>
          <p:grpSpPr>
            <a:xfrm>
              <a:off x="5191994" y="3909253"/>
              <a:ext cx="3136479" cy="1373560"/>
              <a:chOff x="5191994" y="3909253"/>
              <a:chExt cx="3136479" cy="1373560"/>
            </a:xfrm>
          </p:grpSpPr>
          <p:sp>
            <p:nvSpPr>
              <p:cNvPr descr="c1f2dc6b-b64f-40bd-910f-4941c9e0a343" id="77" name="IconBackground3">
                <a:extLst>
                  <a:ext uri="{FF2B5EF4-FFF2-40B4-BE49-F238E27FC236}">
                    <a16:creationId id="{86BA0EC2-B27F-3B01-71EB-E670DBBB9C26}"/>
                  </a:ext>
                </a:extLst>
              </p:cNvPr>
              <p:cNvSpPr/>
              <p:nvPr/>
            </p:nvSpPr>
            <p:spPr>
              <a:xfrm flipV="false" flipH="false">
                <a:off x="5191994" y="4102317"/>
                <a:ext cx="338793" cy="338823"/>
              </a:xfrm>
              <a:prstGeom prst="ellipse">
                <a:avLst/>
              </a:prstGeom>
              <a:solidFill>
                <a:schemeClr val="accent1"/>
              </a:solidFill>
              <a:ln cap="flat" w="15875">
                <a:solidFill>
                  <a:schemeClr val="accent1"/>
                </a:solidFill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e8bc8bb6-0c5e-47a8-bb2d-f80c34872af6" id="78" name="Icon3">
                <a:extLst>
                  <a:ext uri="{FF2B5EF4-FFF2-40B4-BE49-F238E27FC236}">
                    <a16:creationId id="{026807AB-0515-FF33-E0A7-5EE678B4DD8A}"/>
                  </a:ext>
                </a:extLst>
              </p:cNvPr>
              <p:cNvSpPr/>
              <p:nvPr/>
            </p:nvSpPr>
            <p:spPr>
              <a:xfrm flipV="false" flipH="false">
                <a:off x="5264829" y="4175158"/>
                <a:ext cx="193123" cy="193140"/>
              </a:xfrm>
              <a:custGeom>
                <a:avLst/>
                <a:gdLst>
                  <a:gd fmla="*/ 602 w 605" name="T0"/>
                  <a:gd fmla="*/ 202 h 607" name="T1"/>
                  <a:gd fmla="*/ 320 w 605" name="T2"/>
                  <a:gd fmla="*/ 603 h 607" name="T3"/>
                  <a:gd fmla="*/ 302 w 605" name="T4"/>
                  <a:gd fmla="*/ 607 h 607" name="T5"/>
                  <a:gd fmla="*/ 285 w 605" name="T6"/>
                  <a:gd fmla="*/ 603 h 607" name="T7"/>
                  <a:gd fmla="*/ 3 w 605" name="T8"/>
                  <a:gd fmla="*/ 202 h 607" name="T9"/>
                  <a:gd fmla="*/ 32 w 605" name="T10"/>
                  <a:gd fmla="*/ 157 h 607" name="T11"/>
                  <a:gd fmla="*/ 272 w 605" name="T12"/>
                  <a:gd fmla="*/ 13 h 607" name="T13"/>
                  <a:gd fmla="*/ 302 w 605" name="T14"/>
                  <a:gd fmla="*/ 0 h 607" name="T15"/>
                  <a:gd fmla="*/ 302 w 605" name="T16"/>
                  <a:gd fmla="*/ 0 h 607" name="T17"/>
                  <a:gd fmla="*/ 332 w 605" name="T18"/>
                  <a:gd fmla="*/ 13 h 607" name="T19"/>
                  <a:gd fmla="*/ 573 w 605" name="T20"/>
                  <a:gd fmla="*/ 157 h 607" name="T21"/>
                  <a:gd fmla="*/ 602 w 605" name="T22"/>
                  <a:gd fmla="*/ 202 h 607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607" w="605">
                    <a:moveTo>
                      <a:pt x="602" y="202"/>
                    </a:moveTo>
                    <a:cubicBezTo>
                      <a:pt x="574" y="381"/>
                      <a:pt x="468" y="531"/>
                      <a:pt x="320" y="603"/>
                    </a:cubicBezTo>
                    <a:cubicBezTo>
                      <a:pt x="314" y="605"/>
                      <a:pt x="308" y="607"/>
                      <a:pt x="302" y="607"/>
                    </a:cubicBezTo>
                    <a:cubicBezTo>
                      <a:pt x="296" y="607"/>
                      <a:pt x="290" y="605"/>
                      <a:pt x="285" y="603"/>
                    </a:cubicBezTo>
                    <a:cubicBezTo>
                      <a:pt x="136" y="531"/>
                      <a:pt x="31" y="381"/>
                      <a:pt x="3" y="202"/>
                    </a:cubicBezTo>
                    <a:cubicBezTo>
                      <a:pt x="0" y="182"/>
                      <a:pt x="12" y="163"/>
                      <a:pt x="32" y="157"/>
                    </a:cubicBezTo>
                    <a:cubicBezTo>
                      <a:pt x="128" y="132"/>
                      <a:pt x="211" y="82"/>
                      <a:pt x="272" y="13"/>
                    </a:cubicBezTo>
                    <a:cubicBezTo>
                      <a:pt x="280" y="5"/>
                      <a:pt x="291" y="0"/>
                      <a:pt x="302" y="0"/>
                    </a:cubicBezTo>
                    <a:lnTo>
                      <a:pt x="302" y="0"/>
                    </a:lnTo>
                    <a:cubicBezTo>
                      <a:pt x="314" y="0"/>
                      <a:pt x="325" y="5"/>
                      <a:pt x="332" y="13"/>
                    </a:cubicBezTo>
                    <a:cubicBezTo>
                      <a:pt x="393" y="82"/>
                      <a:pt x="476" y="132"/>
                      <a:pt x="573" y="157"/>
                    </a:cubicBezTo>
                    <a:cubicBezTo>
                      <a:pt x="592" y="163"/>
                      <a:pt x="605" y="182"/>
                      <a:pt x="602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12700">
                <a:noFill/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eace1478-d5fd-4e86-b887-0b831ed9f40f" id="70" name="Text3">
                <a:extLst>
                  <a:ext uri="{FF2B5EF4-FFF2-40B4-BE49-F238E27FC236}">
                    <a16:creationId id="{2C61BEA6-1F44-0A90-26CC-A72B6021F216}"/>
                  </a:ext>
                </a:extLst>
              </p:cNvPr>
              <p:cNvSpPr txBox="1"/>
              <p:nvPr/>
            </p:nvSpPr>
            <p:spPr>
              <a:xfrm flipV="false" flipH="false">
                <a:off x="5687857" y="4503612"/>
                <a:ext cx="2640616" cy="77920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消毒后让足部自然风干，保持皮肤干燥。</a:t>
                </a:r>
              </a:p>
            </p:txBody>
          </p:sp>
          <p:sp>
            <p:nvSpPr>
              <p:cNvPr descr="9abef4ba-93e7-416e-b88b-2b55a8efac81" id="5" name="Bullet3">
                <a:extLst>
                  <a:ext uri="{FF2B5EF4-FFF2-40B4-BE49-F238E27FC236}">
                    <a16:creationId id="{1DD818CB-6113-1B25-E6E5-A6AEC5476F48}"/>
                  </a:ext>
                </a:extLst>
              </p:cNvPr>
              <p:cNvSpPr txBox="1"/>
              <p:nvPr/>
            </p:nvSpPr>
            <p:spPr>
              <a:xfrm flipV="false" flipH="false">
                <a:off x="5687857" y="3909253"/>
                <a:ext cx="2640616" cy="59436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800">
                    <a:solidFill>
                      <a:srgbClr val="2F2F2F"/>
                    </a:solidFill>
                    <a:ea typeface="微软雅黑"/>
                  </a:rPr>
                  <a:t>自然风干</a:t>
                </a:r>
              </a:p>
            </p:txBody>
          </p:sp>
        </p:grpSp>
        <p:grpSp>
          <p:nvGrpSpPr>
            <p:cNvPr descr="dcbbdc49-3d71-4bc8-bae6-e3aa18f0a2be" id="19" name="组合 18">
              <a:extLst>
                <a:ext uri="{FF2B5EF4-FFF2-40B4-BE49-F238E27FC236}">
                  <a16:creationId id="{CB583BBA-1B36-8F26-74FC-11FA842447F4}"/>
                </a:ext>
              </a:extLst>
            </p:cNvPr>
            <p:cNvGrpSpPr/>
            <p:nvPr/>
          </p:nvGrpSpPr>
          <p:grpSpPr>
            <a:xfrm>
              <a:off x="8433982" y="3909253"/>
              <a:ext cx="3084918" cy="1373560"/>
              <a:chOff x="8433982" y="3909253"/>
              <a:chExt cx="3084918" cy="1373560"/>
            </a:xfrm>
          </p:grpSpPr>
          <p:sp>
            <p:nvSpPr>
              <p:cNvPr descr="1e69e0a3-8c9f-4e5c-8785-918b7740b48c" id="75" name="IconBackground4">
                <a:extLst>
                  <a:ext uri="{FF2B5EF4-FFF2-40B4-BE49-F238E27FC236}">
                    <a16:creationId id="{4D4986AC-6031-4B6F-6BCD-AE6D7EB2203F}"/>
                  </a:ext>
                </a:extLst>
              </p:cNvPr>
              <p:cNvSpPr/>
              <p:nvPr/>
            </p:nvSpPr>
            <p:spPr>
              <a:xfrm flipV="false" flipH="false">
                <a:off x="8433982" y="4102317"/>
                <a:ext cx="338793" cy="338823"/>
              </a:xfrm>
              <a:prstGeom prst="ellipse">
                <a:avLst/>
              </a:prstGeom>
              <a:solidFill>
                <a:schemeClr val="accent1"/>
              </a:solidFill>
              <a:ln cap="flat" w="15875">
                <a:solidFill>
                  <a:schemeClr val="accent1"/>
                </a:solidFill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283c7614-de85-453d-91cb-eb022029f9cf" id="76" name="Icon4">
                <a:extLst>
                  <a:ext uri="{FF2B5EF4-FFF2-40B4-BE49-F238E27FC236}">
                    <a16:creationId id="{A78621E5-7718-D1C5-98D9-3F31A2C8D21A}"/>
                  </a:ext>
                </a:extLst>
              </p:cNvPr>
              <p:cNvSpPr/>
              <p:nvPr/>
            </p:nvSpPr>
            <p:spPr>
              <a:xfrm flipV="false" flipH="false">
                <a:off x="8506817" y="4175158"/>
                <a:ext cx="193123" cy="193140"/>
              </a:xfrm>
              <a:custGeom>
                <a:avLst/>
                <a:gdLst>
                  <a:gd fmla="*/ 602 w 605" name="T0"/>
                  <a:gd fmla="*/ 202 h 607" name="T1"/>
                  <a:gd fmla="*/ 320 w 605" name="T2"/>
                  <a:gd fmla="*/ 603 h 607" name="T3"/>
                  <a:gd fmla="*/ 302 w 605" name="T4"/>
                  <a:gd fmla="*/ 607 h 607" name="T5"/>
                  <a:gd fmla="*/ 285 w 605" name="T6"/>
                  <a:gd fmla="*/ 603 h 607" name="T7"/>
                  <a:gd fmla="*/ 3 w 605" name="T8"/>
                  <a:gd fmla="*/ 202 h 607" name="T9"/>
                  <a:gd fmla="*/ 32 w 605" name="T10"/>
                  <a:gd fmla="*/ 157 h 607" name="T11"/>
                  <a:gd fmla="*/ 272 w 605" name="T12"/>
                  <a:gd fmla="*/ 13 h 607" name="T13"/>
                  <a:gd fmla="*/ 302 w 605" name="T14"/>
                  <a:gd fmla="*/ 0 h 607" name="T15"/>
                  <a:gd fmla="*/ 302 w 605" name="T16"/>
                  <a:gd fmla="*/ 0 h 607" name="T17"/>
                  <a:gd fmla="*/ 332 w 605" name="T18"/>
                  <a:gd fmla="*/ 13 h 607" name="T19"/>
                  <a:gd fmla="*/ 573 w 605" name="T20"/>
                  <a:gd fmla="*/ 157 h 607" name="T21"/>
                  <a:gd fmla="*/ 602 w 605" name="T22"/>
                  <a:gd fmla="*/ 202 h 607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607" w="605">
                    <a:moveTo>
                      <a:pt x="602" y="202"/>
                    </a:moveTo>
                    <a:cubicBezTo>
                      <a:pt x="574" y="381"/>
                      <a:pt x="468" y="531"/>
                      <a:pt x="320" y="603"/>
                    </a:cubicBezTo>
                    <a:cubicBezTo>
                      <a:pt x="314" y="605"/>
                      <a:pt x="308" y="607"/>
                      <a:pt x="302" y="607"/>
                    </a:cubicBezTo>
                    <a:cubicBezTo>
                      <a:pt x="296" y="607"/>
                      <a:pt x="290" y="605"/>
                      <a:pt x="285" y="603"/>
                    </a:cubicBezTo>
                    <a:cubicBezTo>
                      <a:pt x="136" y="531"/>
                      <a:pt x="31" y="381"/>
                      <a:pt x="3" y="202"/>
                    </a:cubicBezTo>
                    <a:cubicBezTo>
                      <a:pt x="0" y="182"/>
                      <a:pt x="12" y="163"/>
                      <a:pt x="32" y="157"/>
                    </a:cubicBezTo>
                    <a:cubicBezTo>
                      <a:pt x="128" y="132"/>
                      <a:pt x="211" y="82"/>
                      <a:pt x="272" y="13"/>
                    </a:cubicBezTo>
                    <a:cubicBezTo>
                      <a:pt x="280" y="5"/>
                      <a:pt x="291" y="0"/>
                      <a:pt x="302" y="0"/>
                    </a:cubicBezTo>
                    <a:lnTo>
                      <a:pt x="302" y="0"/>
                    </a:lnTo>
                    <a:cubicBezTo>
                      <a:pt x="314" y="0"/>
                      <a:pt x="325" y="5"/>
                      <a:pt x="332" y="13"/>
                    </a:cubicBezTo>
                    <a:cubicBezTo>
                      <a:pt x="393" y="82"/>
                      <a:pt x="476" y="132"/>
                      <a:pt x="573" y="157"/>
                    </a:cubicBezTo>
                    <a:cubicBezTo>
                      <a:pt x="592" y="163"/>
                      <a:pt x="605" y="182"/>
                      <a:pt x="602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12700">
                <a:noFill/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d4099fe7-5772-462c-9abb-ca159d931b71" id="7" name="Text4">
                <a:extLst>
                  <a:ext uri="{FF2B5EF4-FFF2-40B4-BE49-F238E27FC236}">
                    <a16:creationId id="{DB2ED04A-4900-2199-D676-070358CD84B8}"/>
                  </a:ext>
                </a:extLst>
              </p:cNvPr>
              <p:cNvSpPr txBox="1"/>
              <p:nvPr/>
            </p:nvSpPr>
            <p:spPr>
              <a:xfrm flipV="false" flipH="false">
                <a:off x="8878284" y="4503612"/>
                <a:ext cx="2640616" cy="77920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若用毛巾擦干，需确保毛巾干净且柔软，避免擦伤皮肤。</a:t>
                </a:r>
              </a:p>
            </p:txBody>
          </p:sp>
          <p:sp>
            <p:nvSpPr>
              <p:cNvPr descr="d7002f41-9ae3-4340-8ceb-a329fca0c0c3" id="9" name="Bullet4">
                <a:extLst>
                  <a:ext uri="{FF2B5EF4-FFF2-40B4-BE49-F238E27FC236}">
                    <a16:creationId id="{F673623B-01AF-BA51-DD6C-A97251B08820}"/>
                  </a:ext>
                </a:extLst>
              </p:cNvPr>
              <p:cNvSpPr txBox="1"/>
              <p:nvPr/>
            </p:nvSpPr>
            <p:spPr>
              <a:xfrm flipV="false" flipH="false">
                <a:off x="8878284" y="3909253"/>
                <a:ext cx="2640616" cy="59436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800">
                    <a:solidFill>
                      <a:srgbClr val="2F2F2F"/>
                    </a:solidFill>
                    <a:ea typeface="微软雅黑"/>
                  </a:rPr>
                  <a:t>干净毛巾擦干</a:t>
                </a:r>
              </a:p>
            </p:txBody>
          </p:sp>
        </p:grpSp>
      </p:grpSp>
    </p:spTree>
  </p:cSld>
  <p:clrMapOvr>
    <a:masterClrMapping/>
  </p:clrMapOvr>
</p:sld>
</file>

<file path=ppt/slides/slide17.xml><?xml version="1.0" encoding="utf-8"?>
<p:sld xmlns:a="http://schemas.openxmlformats.org/drawingml/2006/main" xmlns:a14="http://schemas.microsoft.com/office/drawing/2010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健康检查内容</a:t>
            </a:r>
          </a:p>
        </p:txBody>
      </p:sp>
      <p:grpSp>
        <p:nvGrpSpPr>
          <p:cNvPr descr="7d0ef5cf-9f3f-44a0-99fc-690392e0a51f" id="34" name="6839e7c7-7436-411a-867d-5f1a9ed787d4.source.5.zh-Hans.pptx">
            <a:extLst>
              <a:ext uri="{FF2B5EF4-FFF2-40B4-BE49-F238E27FC236}">
                <a16:creationId id="{849020F6-C948-E6F1-225A-A253A1D50D94}"/>
              </a:ext>
            </a:extLst>
          </p:cNvPr>
          <p:cNvGrpSpPr/>
          <p:nvPr/>
        </p:nvGrpSpPr>
        <p:grpSpPr>
          <a:xfrm>
            <a:off x="1" y="0"/>
            <a:ext cx="11518899" cy="6857999"/>
            <a:chOff x="1" y="0"/>
            <a:chExt cx="11518899" cy="6857999"/>
          </a:xfrm>
        </p:grpSpPr>
        <p:sp>
          <p:nvSpPr>
            <p:cNvPr descr="3eaedeb6-80a6-454e-933a-781dfdf3466e" id="33" name="矩形 32">
              <a:extLst>
                <a:ext uri="{FF2B5EF4-FFF2-40B4-BE49-F238E27FC236}">
                  <a16:creationId id="{F5B2DEEE-95F8-6554-77DB-49D533B1B1CB}"/>
                </a:ext>
              </a:extLst>
            </p:cNvPr>
            <p:cNvSpPr/>
            <p:nvPr/>
          </p:nvSpPr>
          <p:spPr>
            <a:xfrm flipV="false" flipH="false">
              <a:off x="1" y="0"/>
              <a:ext cx="5036456" cy="6857999"/>
            </a:xfrm>
            <a:prstGeom prst="rect">
              <a:avLst/>
            </a:prstGeom>
            <a:solidFill>
              <a:schemeClr val="accent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/>
            <a:p>
              <a:pPr algn="ctr"/>
            </a:p>
          </p:txBody>
        </p:sp>
        <p:grpSp>
          <p:nvGrpSpPr>
            <p:cNvPr descr="a0fbac55-0858-4af2-9162-442b00f0240b" id="2" name="组合 1">
              <a:extLst>
                <a:ext uri="{FF2B5EF4-FFF2-40B4-BE49-F238E27FC236}">
                  <a16:creationId id="{34BACC8B-3DB5-B87C-60EA-758A81C164DE}"/>
                </a:ext>
              </a:extLst>
            </p:cNvPr>
            <p:cNvGrpSpPr/>
            <p:nvPr/>
          </p:nvGrpSpPr>
          <p:grpSpPr>
            <a:xfrm>
              <a:off x="4631557" y="1581541"/>
              <a:ext cx="6887343" cy="4101318"/>
              <a:chOff x="4783957" y="-7438368"/>
              <a:chExt cx="6887343" cy="4101318"/>
            </a:xfrm>
          </p:grpSpPr>
          <p:grpSp>
            <p:nvGrpSpPr>
              <p:cNvPr descr="645c7c23-7545-4008-b63b-6f01b7bfb879" id="3" name="组合 2">
                <a:extLst>
                  <a:ext uri="{FF2B5EF4-FFF2-40B4-BE49-F238E27FC236}">
                    <a16:creationId id="{6ED852EF-2D70-E195-D68C-1D6652E466D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4783957" y="-7438368"/>
                <a:ext cx="6887343" cy="628001"/>
                <a:chOff x="5712861" y="1765671"/>
                <a:chExt cx="6268748" cy="1613182"/>
              </a:xfrm>
            </p:grpSpPr>
            <p:grpSp>
              <p:nvGrpSpPr>
                <p:cNvPr descr="19775905-2aff-4a83-9da8-243db1782e3d" id="28" name="组合 2">
                  <a:extLst>
                    <a:ext uri="{FF2B5EF4-FFF2-40B4-BE49-F238E27FC236}">
                      <a16:creationId id="{F91F667F-F896-2E11-16AF-E1AD6C8CD187}"/>
                    </a:ext>
                  </a:extLst>
                </p:cNvPr>
                <p:cNvGrpSpPr/>
                <p:nvPr/>
              </p:nvGrpSpPr>
              <p:grpSpPr>
                <a:xfrm>
                  <a:off x="5712861" y="1765671"/>
                  <a:ext cx="6268748" cy="1613182"/>
                  <a:chOff x="4660424" y="2326752"/>
                  <a:chExt cx="6268748" cy="1613182"/>
                </a:xfrm>
              </p:grpSpPr>
              <p:sp>
                <p:nvSpPr>
                  <p:cNvPr descr="f9bb638d-de09-4670-8691-c80c1795251d" id="30" name="ComponentBackground1">
                    <a:extLst>
                      <a:ext uri="{FF2B5EF4-FFF2-40B4-BE49-F238E27FC236}">
                        <a16:creationId id="{5134BC14-D781-4952-CA4E-DA742C3D539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false" flipH="false">
                    <a:off x="4660424" y="2326752"/>
                    <a:ext cx="6268748" cy="1613182"/>
                  </a:xfrm>
                  <a:prstGeom prst="roundRect">
                    <a:avLst>
                      <a:gd fmla="val 50000" name="adj"/>
                    </a:avLst>
                  </a:prstGeom>
                  <a:gradFill flip="none" rotWithShape="1">
                    <a:gsLst>
                      <a:gs pos="0">
                        <a:schemeClr val="accent1">
                          <a:alpha val="20000"/>
                        </a:schemeClr>
                      </a:gs>
                      <a:gs pos="88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gradFill flip="none" rotWithShape="1">
                      <a:gsLst>
                        <a:gs pos="0">
                          <a:schemeClr val="accent1">
                            <a:alpha val="0"/>
                          </a:schemeClr>
                        </a:gs>
                        <a:gs pos="100000">
                          <a:schemeClr val="accent1"/>
                        </a:gs>
                      </a:gsLst>
                      <a:lin ang="10800000" scaled="1"/>
                      <a:tileRect/>
                    </a:gra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lstStyle/>
                  <a:p>
                    <a:pPr algn="ctr"/>
                  </a:p>
                </p:txBody>
              </p:sp>
              <p:sp>
                <p:nvSpPr>
                  <p:cNvPr descr="e1392db0-5dee-4567-9b11-36f1b687ca64" id="31" name="Bullet1">
                    <a:extLst>
                      <a:ext uri="{FF2B5EF4-FFF2-40B4-BE49-F238E27FC236}">
                        <a16:creationId id="{E4CE74A0-44C4-57D6-0596-F89BC6BBC14A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5455367" y="2398757"/>
                    <a:ext cx="2653295" cy="1469175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spcBef>
                        <a:spcPct val="0"/>
                      </a:spcBef>
                    </a:pPr>
                    <a:r>
                      <a:rPr lang="en-US" b="true" i="false" u="none" sz="2200">
                        <a:solidFill>
                          <a:srgbClr val="2F2F2F"/>
                        </a:solidFill>
                        <a:ea typeface="微软雅黑"/>
                      </a:rPr>
                      <a:t>脚气</a:t>
                    </a:r>
                  </a:p>
                </p:txBody>
              </p:sp>
              <p:sp>
                <p:nvSpPr>
                  <p:cNvPr descr="b4ae1405-2628-48f2-9bda-eb03fcb55ead" id="32" name="Text1">
                    <a:extLst>
                      <a:ext uri="{FF2B5EF4-FFF2-40B4-BE49-F238E27FC236}">
                        <a16:creationId id="{BA7A457A-30B3-B5D6-4124-1C0E7A0C19A1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8108662" y="2398757"/>
                    <a:ext cx="2653295" cy="1469175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b="false" i="false" u="none" strike="noStrike" sz="1200">
                        <a:solidFill>
                          <a:srgbClr val="2F2F2F"/>
                        </a:solidFill>
                        <a:ea typeface="微软雅黑"/>
                      </a:rPr>
                      <a:t>检查是否有脱皮、瘙痒、水疱等脚气症状，有则暂停舔舐。</a:t>
                    </a:r>
                  </a:p>
                </p:txBody>
              </p:sp>
            </p:grpSp>
            <p:sp>
              <p:nvSpPr>
                <p:cNvPr descr="c0e20789-41cd-4310-87ec-f171d809ff31" id="29" name="Number1">
                  <a:extLst>
                    <a:ext uri="{FF2B5EF4-FFF2-40B4-BE49-F238E27FC236}">
                      <a16:creationId id="{C911D2AF-13FB-5A2F-65CA-CE2C4002D52C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false" flipH="false">
                  <a:off x="5795083" y="1941608"/>
                  <a:ext cx="468240" cy="1298173"/>
                </a:xfrm>
                <a:prstGeom prst="roundRect">
                  <a:avLst>
                    <a:gd fmla="val 50000" name="adj"/>
                  </a:avLst>
                </a:prstGeom>
                <a:gradFill flip="none" rotWithShape="1">
                  <a:gsLst>
                    <a:gs pos="0">
                      <a:schemeClr val="accent1">
                        <a:lumMod val="60000"/>
                        <a:lumOff val="40000"/>
                      </a:schemeClr>
                    </a:gs>
                    <a:gs pos="75000">
                      <a:schemeClr val="accent1"/>
                    </a:gs>
                  </a:gsLst>
                  <a:lin ang="2700000" scaled="1"/>
                  <a:tileRect/>
                </a:gradFill>
                <a:ln w="12700">
                  <a:noFill/>
                </a:ln>
                <a:effectLst>
                  <a:outerShdw algn="tl" blurRad="127000" dir="2700000" dist="63500" rotWithShape="0">
                    <a:schemeClr val="accent1">
                      <a:alpha val="15000"/>
                    </a:schemeClr>
                  </a:outerShdw>
                </a:effectLst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 wrap="none">
                  <a:noAutofit/>
                </a:bodyPr>
                <a:lstStyle/>
                <a:p>
                  <a:pPr algn="ctr"/>
                  <a:r>
                    <a:rPr lang="en-US" b="true" i="false" u="none" sz="1800">
                      <a:solidFill>
                        <a:srgbClr val="FFFFFF"/>
                      </a:solidFill>
                      <a:latin typeface="Arial"/>
                    </a:rPr>
                    <a:t>1</a:t>
                  </a:r>
                </a:p>
              </p:txBody>
            </p:sp>
          </p:grpSp>
          <p:grpSp>
            <p:nvGrpSpPr>
              <p:cNvPr descr="4d2beb79-29d2-4bc5-b1f2-83dc6afa5697" id="4" name="组合 1">
                <a:extLst>
                  <a:ext uri="{FF2B5EF4-FFF2-40B4-BE49-F238E27FC236}">
                    <a16:creationId id="{6412A46D-3ADD-E810-52C1-C0ECFB482AC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4783957" y="-6570039"/>
                <a:ext cx="6887343" cy="628001"/>
                <a:chOff x="5712861" y="1765671"/>
                <a:chExt cx="6268748" cy="1613182"/>
              </a:xfrm>
            </p:grpSpPr>
            <p:grpSp>
              <p:nvGrpSpPr>
                <p:cNvPr descr="bf03f4f3-f0fe-4fa4-b624-2db4b55248c8" id="23" name="组合 2">
                  <a:extLst>
                    <a:ext uri="{FF2B5EF4-FFF2-40B4-BE49-F238E27FC236}">
                      <a16:creationId id="{015870F9-8BCD-D320-0ABD-725AA0712A38}"/>
                    </a:ext>
                  </a:extLst>
                </p:cNvPr>
                <p:cNvGrpSpPr/>
                <p:nvPr/>
              </p:nvGrpSpPr>
              <p:grpSpPr>
                <a:xfrm>
                  <a:off x="5712861" y="1765671"/>
                  <a:ext cx="6268748" cy="1613182"/>
                  <a:chOff x="4660424" y="2326752"/>
                  <a:chExt cx="6268748" cy="1613182"/>
                </a:xfrm>
              </p:grpSpPr>
              <p:sp>
                <p:nvSpPr>
                  <p:cNvPr descr="969a4c4c-5bd9-46bc-9579-6cfb00cc7252" id="25" name="ComponentBackground2">
                    <a:extLst>
                      <a:ext uri="{FF2B5EF4-FFF2-40B4-BE49-F238E27FC236}">
                        <a16:creationId id="{6E10DDCA-2CF4-C960-F922-B0F77C5FD37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false" flipH="false">
                    <a:off x="4660424" y="2326752"/>
                    <a:ext cx="6268748" cy="1613182"/>
                  </a:xfrm>
                  <a:prstGeom prst="roundRect">
                    <a:avLst>
                      <a:gd fmla="val 50000" name="adj"/>
                    </a:avLst>
                  </a:prstGeom>
                  <a:gradFill flip="none" rotWithShape="1">
                    <a:gsLst>
                      <a:gs pos="0">
                        <a:schemeClr val="accent1">
                          <a:alpha val="20000"/>
                        </a:schemeClr>
                      </a:gs>
                      <a:gs pos="88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gradFill flip="none" rotWithShape="1">
                      <a:gsLst>
                        <a:gs pos="0">
                          <a:schemeClr val="accent1">
                            <a:alpha val="0"/>
                          </a:schemeClr>
                        </a:gs>
                        <a:gs pos="100000">
                          <a:schemeClr val="accent1"/>
                        </a:gs>
                      </a:gsLst>
                      <a:lin ang="10800000" scaled="1"/>
                      <a:tileRect/>
                    </a:gra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lstStyle/>
                  <a:p>
                    <a:pPr algn="ctr"/>
                  </a:p>
                </p:txBody>
              </p:sp>
              <p:sp>
                <p:nvSpPr>
                  <p:cNvPr descr="e66f3f1d-2887-4bfb-b992-c2ccb52e1040" id="26" name="Bullet2">
                    <a:extLst>
                      <a:ext uri="{FF2B5EF4-FFF2-40B4-BE49-F238E27FC236}">
                        <a16:creationId id="{C99B473B-6786-CAD7-FB96-D11C145CDC75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5455367" y="2398757"/>
                    <a:ext cx="2653295" cy="1469175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spcBef>
                        <a:spcPct val="0"/>
                      </a:spcBef>
                    </a:pPr>
                    <a:r>
                      <a:rPr lang="en-US" b="true" i="false" u="none" sz="2200">
                        <a:solidFill>
                          <a:srgbClr val="2F2F2F"/>
                        </a:solidFill>
                        <a:ea typeface="微软雅黑"/>
                      </a:rPr>
                      <a:t>灰指甲</a:t>
                    </a:r>
                  </a:p>
                </p:txBody>
              </p:sp>
              <p:sp>
                <p:nvSpPr>
                  <p:cNvPr descr="4b43bfd1-fd72-4894-b168-758d896e2e48" id="27" name="Text2">
                    <a:extLst>
                      <a:ext uri="{FF2B5EF4-FFF2-40B4-BE49-F238E27FC236}">
                        <a16:creationId id="{A597DBBC-5E42-7971-C618-7D9C03CD7C3D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8108662" y="2398757"/>
                    <a:ext cx="2653295" cy="1469175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b="false" i="false" u="none" strike="noStrike" sz="1200">
                        <a:solidFill>
                          <a:srgbClr val="2F2F2F"/>
                        </a:solidFill>
                        <a:ea typeface="微软雅黑"/>
                      </a:rPr>
                      <a:t>观察指甲是否变厚、变色，如有灰指甲情况，应暂缓舔脚。</a:t>
                    </a:r>
                  </a:p>
                </p:txBody>
              </p:sp>
            </p:grpSp>
            <p:sp>
              <p:nvSpPr>
                <p:cNvPr descr="e7f19ad1-4cc1-4e32-b5f4-258f97d20ca2" id="24" name="Number2">
                  <a:extLst>
                    <a:ext uri="{FF2B5EF4-FFF2-40B4-BE49-F238E27FC236}">
                      <a16:creationId id="{7CF1701C-B8B2-B561-8120-DA7388C68039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false" flipH="false">
                  <a:off x="5795083" y="1941608"/>
                  <a:ext cx="468240" cy="1298173"/>
                </a:xfrm>
                <a:prstGeom prst="roundRect">
                  <a:avLst>
                    <a:gd fmla="val 50000" name="adj"/>
                  </a:avLst>
                </a:prstGeom>
                <a:gradFill flip="none" rotWithShape="1">
                  <a:gsLst>
                    <a:gs pos="0">
                      <a:schemeClr val="accent2">
                        <a:lumMod val="60000"/>
                        <a:lumOff val="40000"/>
                      </a:schemeClr>
                    </a:gs>
                    <a:gs pos="75000">
                      <a:schemeClr val="accent2"/>
                    </a:gs>
                  </a:gsLst>
                  <a:lin ang="2700000" scaled="1"/>
                  <a:tileRect/>
                </a:gradFill>
                <a:ln w="12700">
                  <a:noFill/>
                </a:ln>
                <a:effectLst>
                  <a:outerShdw algn="tl" blurRad="127000" dir="2700000" dist="63500" rotWithShape="0">
                    <a:schemeClr val="accent2">
                      <a:alpha val="15000"/>
                    </a:schemeClr>
                  </a:outerShdw>
                </a:effectLst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 wrap="none">
                  <a:noAutofit/>
                </a:bodyPr>
                <a:lstStyle/>
                <a:p>
                  <a:pPr algn="ctr">
                    <a:lnSpc>
                      <a:spcPct val="110000"/>
                    </a:lnSpc>
                  </a:pPr>
                  <a:r>
                    <a:rPr lang="en-US" b="true" i="false" u="none" sz="1800">
                      <a:solidFill>
                        <a:srgbClr val="FFFFFF"/>
                      </a:solidFill>
                      <a:latin typeface="Arial"/>
                    </a:rPr>
                    <a:t>2</a:t>
                  </a:r>
                </a:p>
              </p:txBody>
            </p:sp>
          </p:grpSp>
          <p:grpSp>
            <p:nvGrpSpPr>
              <p:cNvPr descr="12846d56-5b34-4f2b-8c87-28d414befddf" id="5" name="组合 1">
                <a:extLst>
                  <a:ext uri="{FF2B5EF4-FFF2-40B4-BE49-F238E27FC236}">
                    <a16:creationId id="{EF417704-29F7-2683-7CD9-8E1000038E3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4783957" y="-5701710"/>
                <a:ext cx="6887343" cy="628001"/>
                <a:chOff x="5712861" y="1765671"/>
                <a:chExt cx="6268748" cy="1613182"/>
              </a:xfrm>
            </p:grpSpPr>
            <p:grpSp>
              <p:nvGrpSpPr>
                <p:cNvPr descr="ff1cebe2-3762-4c6b-8bc2-8c29d2ab9360" id="18" name="组合 2">
                  <a:extLst>
                    <a:ext uri="{FF2B5EF4-FFF2-40B4-BE49-F238E27FC236}">
                      <a16:creationId id="{EC7E94B1-88A3-FFB3-D6D5-13572AC84A6C}"/>
                    </a:ext>
                  </a:extLst>
                </p:cNvPr>
                <p:cNvGrpSpPr/>
                <p:nvPr/>
              </p:nvGrpSpPr>
              <p:grpSpPr>
                <a:xfrm>
                  <a:off x="5712861" y="1765671"/>
                  <a:ext cx="6268748" cy="1613182"/>
                  <a:chOff x="4660424" y="2326752"/>
                  <a:chExt cx="6268748" cy="1613182"/>
                </a:xfrm>
              </p:grpSpPr>
              <p:sp>
                <p:nvSpPr>
                  <p:cNvPr descr="e1e83db2-8675-4023-9594-71a0117b893c" id="20" name="ComponentBackground3">
                    <a:extLst>
                      <a:ext uri="{FF2B5EF4-FFF2-40B4-BE49-F238E27FC236}">
                        <a16:creationId id="{BFDC74EC-AFA2-1E1C-545E-069471369B8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false" flipH="false">
                    <a:off x="4660424" y="2326752"/>
                    <a:ext cx="6268748" cy="1613182"/>
                  </a:xfrm>
                  <a:prstGeom prst="roundRect">
                    <a:avLst>
                      <a:gd fmla="val 50000" name="adj"/>
                    </a:avLst>
                  </a:prstGeom>
                  <a:gradFill flip="none" rotWithShape="1">
                    <a:gsLst>
                      <a:gs pos="0">
                        <a:schemeClr val="accent1">
                          <a:alpha val="20000"/>
                        </a:schemeClr>
                      </a:gs>
                      <a:gs pos="88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gradFill flip="none" rotWithShape="1">
                      <a:gsLst>
                        <a:gs pos="0">
                          <a:schemeClr val="accent1">
                            <a:alpha val="0"/>
                          </a:schemeClr>
                        </a:gs>
                        <a:gs pos="100000">
                          <a:schemeClr val="accent1"/>
                        </a:gs>
                      </a:gsLst>
                      <a:lin ang="10800000" scaled="1"/>
                      <a:tileRect/>
                    </a:gra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lstStyle/>
                  <a:p>
                    <a:pPr algn="ctr"/>
                  </a:p>
                </p:txBody>
              </p:sp>
              <p:sp>
                <p:nvSpPr>
                  <p:cNvPr descr="4c5f630d-b3d6-401d-8841-8d47ec4887a0" id="21" name="Bullet3">
                    <a:extLst>
                      <a:ext uri="{FF2B5EF4-FFF2-40B4-BE49-F238E27FC236}">
                        <a16:creationId id="{8088B79C-4E3D-EB47-8D5A-25E4F1F92760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5455367" y="2398757"/>
                    <a:ext cx="2653295" cy="1469175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spcBef>
                        <a:spcPct val="0"/>
                      </a:spcBef>
                    </a:pPr>
                    <a:r>
                      <a:rPr lang="en-US" b="true" i="false" u="none" sz="2200">
                        <a:solidFill>
                          <a:srgbClr val="2F2F2F"/>
                        </a:solidFill>
                        <a:ea typeface="微软雅黑"/>
                      </a:rPr>
                      <a:t>趾缝湿疹</a:t>
                    </a:r>
                  </a:p>
                </p:txBody>
              </p:sp>
              <p:sp>
                <p:nvSpPr>
                  <p:cNvPr descr="bded9269-1999-44e8-84c0-c9150d9a128a" id="22" name="Text3">
                    <a:extLst>
                      <a:ext uri="{FF2B5EF4-FFF2-40B4-BE49-F238E27FC236}">
                        <a16:creationId id="{B636DB92-A8A7-B981-8099-DAE4EAB43325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8108662" y="2398757"/>
                    <a:ext cx="2653295" cy="1469175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b="false" i="false" u="none" strike="noStrike" sz="1200">
                        <a:solidFill>
                          <a:srgbClr val="2F2F2F"/>
                        </a:solidFill>
                        <a:ea typeface="微软雅黑"/>
                      </a:rPr>
                      <a:t>查看趾缝是否有湿疹，存在湿疹需先进行治疗。</a:t>
                    </a:r>
                  </a:p>
                </p:txBody>
              </p:sp>
            </p:grpSp>
            <p:sp>
              <p:nvSpPr>
                <p:cNvPr descr="8c0827aa-8c49-4091-9e72-966f5b1a6d1d" id="19" name="Number3">
                  <a:extLst>
                    <a:ext uri="{FF2B5EF4-FFF2-40B4-BE49-F238E27FC236}">
                      <a16:creationId id="{8B36F839-3D4A-8722-E2D2-D37FE4A45713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false" flipH="false">
                  <a:off x="5795083" y="1941608"/>
                  <a:ext cx="468240" cy="1298173"/>
                </a:xfrm>
                <a:prstGeom prst="roundRect">
                  <a:avLst>
                    <a:gd fmla="val 50000" name="adj"/>
                  </a:avLst>
                </a:prstGeom>
                <a:gradFill flip="none" rotWithShape="1">
                  <a:gsLst>
                    <a:gs pos="0">
                      <a:schemeClr val="accent1">
                        <a:lumMod val="60000"/>
                        <a:lumOff val="40000"/>
                      </a:schemeClr>
                    </a:gs>
                    <a:gs pos="75000">
                      <a:schemeClr val="accent1"/>
                    </a:gs>
                  </a:gsLst>
                  <a:lin ang="2700000" scaled="1"/>
                  <a:tileRect/>
                </a:gradFill>
                <a:ln w="12700">
                  <a:noFill/>
                </a:ln>
                <a:effectLst>
                  <a:outerShdw algn="tl" blurRad="127000" dir="2700000" dist="63500" rotWithShape="0">
                    <a:schemeClr val="accent1">
                      <a:alpha val="15000"/>
                    </a:schemeClr>
                  </a:outerShdw>
                </a:effectLst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 wrap="none">
                  <a:noAutofit/>
                </a:bodyPr>
                <a:lstStyle/>
                <a:p>
                  <a:pPr algn="ctr"/>
                  <a:r>
                    <a:rPr lang="en-US" b="true" i="false" u="none" sz="1800">
                      <a:solidFill>
                        <a:srgbClr val="FFFFFF"/>
                      </a:solidFill>
                      <a:latin typeface="Arial"/>
                    </a:rPr>
                    <a:t>3</a:t>
                  </a:r>
                </a:p>
              </p:txBody>
            </p:sp>
          </p:grpSp>
          <p:grpSp>
            <p:nvGrpSpPr>
              <p:cNvPr descr="b8c35078-614d-4a5d-b639-04d7b064dc6a" id="6" name="组合 1">
                <a:extLst>
                  <a:ext uri="{FF2B5EF4-FFF2-40B4-BE49-F238E27FC236}">
                    <a16:creationId id="{79D64485-CCAF-CE50-3B68-35022D996CC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4783957" y="-4833381"/>
                <a:ext cx="6887343" cy="628001"/>
                <a:chOff x="5712861" y="1765671"/>
                <a:chExt cx="6268748" cy="1613182"/>
              </a:xfrm>
            </p:grpSpPr>
            <p:grpSp>
              <p:nvGrpSpPr>
                <p:cNvPr descr="2f4c3c8a-b37d-4000-97a6-3ccdae6e6e0c" id="13" name="组合 2">
                  <a:extLst>
                    <a:ext uri="{FF2B5EF4-FFF2-40B4-BE49-F238E27FC236}">
                      <a16:creationId id="{2957CAC1-2A03-5479-42FF-D16B79D69F63}"/>
                    </a:ext>
                  </a:extLst>
                </p:cNvPr>
                <p:cNvGrpSpPr/>
                <p:nvPr/>
              </p:nvGrpSpPr>
              <p:grpSpPr>
                <a:xfrm>
                  <a:off x="5712861" y="1765671"/>
                  <a:ext cx="6268748" cy="1613182"/>
                  <a:chOff x="4660424" y="2326752"/>
                  <a:chExt cx="6268748" cy="1613182"/>
                </a:xfrm>
              </p:grpSpPr>
              <p:sp>
                <p:nvSpPr>
                  <p:cNvPr descr="e8f7f69c-b0c4-4435-ad51-08d45c45f783" id="15" name="ComponentBackground4">
                    <a:extLst>
                      <a:ext uri="{FF2B5EF4-FFF2-40B4-BE49-F238E27FC236}">
                        <a16:creationId id="{F449CF15-ABF4-00A2-43C3-39B4CF2D28D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false" flipH="false">
                    <a:off x="4660424" y="2326752"/>
                    <a:ext cx="6268748" cy="1613182"/>
                  </a:xfrm>
                  <a:prstGeom prst="roundRect">
                    <a:avLst>
                      <a:gd fmla="val 50000" name="adj"/>
                    </a:avLst>
                  </a:prstGeom>
                  <a:gradFill flip="none" rotWithShape="1">
                    <a:gsLst>
                      <a:gs pos="0">
                        <a:schemeClr val="accent1">
                          <a:alpha val="20000"/>
                        </a:schemeClr>
                      </a:gs>
                      <a:gs pos="88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gradFill flip="none" rotWithShape="1">
                      <a:gsLst>
                        <a:gs pos="0">
                          <a:schemeClr val="accent1">
                            <a:alpha val="0"/>
                          </a:schemeClr>
                        </a:gs>
                        <a:gs pos="100000">
                          <a:schemeClr val="accent1"/>
                        </a:gs>
                      </a:gsLst>
                      <a:lin ang="10800000" scaled="1"/>
                      <a:tileRect/>
                    </a:gra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lstStyle/>
                  <a:p>
                    <a:pPr algn="ctr"/>
                  </a:p>
                </p:txBody>
              </p:sp>
              <p:sp>
                <p:nvSpPr>
                  <p:cNvPr descr="06fd462b-09d7-4bf0-8ca0-f5f8fddd113a" id="16" name="Bullet4">
                    <a:extLst>
                      <a:ext uri="{FF2B5EF4-FFF2-40B4-BE49-F238E27FC236}">
                        <a16:creationId id="{04819B58-5414-E0EE-AC6F-1AE5CC303842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5455367" y="2398757"/>
                    <a:ext cx="2653295" cy="1469175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spcBef>
                        <a:spcPct val="0"/>
                      </a:spcBef>
                    </a:pPr>
                    <a:r>
                      <a:rPr lang="en-US" b="true" i="false" u="none" sz="2200">
                        <a:solidFill>
                          <a:srgbClr val="2F2F2F"/>
                        </a:solidFill>
                        <a:ea typeface="微软雅黑"/>
                      </a:rPr>
                      <a:t>皮肤破损</a:t>
                    </a:r>
                  </a:p>
                </p:txBody>
              </p:sp>
              <p:sp>
                <p:nvSpPr>
                  <p:cNvPr descr="b2281b7b-ce5e-4de1-88c0-ba36cf283987" id="17" name="Text4">
                    <a:extLst>
                      <a:ext uri="{FF2B5EF4-FFF2-40B4-BE49-F238E27FC236}">
                        <a16:creationId id="{1D816BA8-6478-E82A-7812-EFCAA49664DF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8108662" y="2398757"/>
                    <a:ext cx="2653295" cy="1469175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b="false" i="false" u="none" strike="noStrike" sz="1200">
                        <a:solidFill>
                          <a:srgbClr val="2F2F2F"/>
                        </a:solidFill>
                        <a:ea typeface="微软雅黑"/>
                      </a:rPr>
                      <a:t>检查足部皮肤是否有破损，破损处不宜进行舔舐。</a:t>
                    </a:r>
                  </a:p>
                </p:txBody>
              </p:sp>
            </p:grpSp>
            <p:sp>
              <p:nvSpPr>
                <p:cNvPr descr="c02e70c5-e1e2-4bf6-8f7e-5361afa00c9e" id="14" name="Number4">
                  <a:extLst>
                    <a:ext uri="{FF2B5EF4-FFF2-40B4-BE49-F238E27FC236}">
                      <a16:creationId id="{96A59C4A-0249-8F01-E08C-5E62B5273647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false" flipH="false">
                  <a:off x="5795083" y="1941608"/>
                  <a:ext cx="468240" cy="1298173"/>
                </a:xfrm>
                <a:prstGeom prst="roundRect">
                  <a:avLst>
                    <a:gd fmla="val 50000" name="adj"/>
                  </a:avLst>
                </a:prstGeom>
                <a:gradFill flip="none" rotWithShape="1">
                  <a:gsLst>
                    <a:gs pos="0">
                      <a:schemeClr val="accent2">
                        <a:lumMod val="60000"/>
                        <a:lumOff val="40000"/>
                      </a:schemeClr>
                    </a:gs>
                    <a:gs pos="75000">
                      <a:schemeClr val="accent2"/>
                    </a:gs>
                  </a:gsLst>
                  <a:lin ang="2700000" scaled="1"/>
                  <a:tileRect/>
                </a:gradFill>
                <a:ln w="12700">
                  <a:noFill/>
                </a:ln>
                <a:effectLst>
                  <a:outerShdw algn="tl" blurRad="127000" dir="2700000" dist="63500" rotWithShape="0">
                    <a:schemeClr val="accent2">
                      <a:alpha val="15000"/>
                    </a:schemeClr>
                  </a:outerShdw>
                </a:effectLst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 wrap="none">
                  <a:noAutofit/>
                </a:bodyPr>
                <a:lstStyle/>
                <a:p>
                  <a:pPr algn="ctr">
                    <a:lnSpc>
                      <a:spcPct val="110000"/>
                    </a:lnSpc>
                  </a:pPr>
                  <a:r>
                    <a:rPr lang="en-US" b="true" i="false" u="none" sz="1800">
                      <a:solidFill>
                        <a:srgbClr val="FFFFFF"/>
                      </a:solidFill>
                      <a:latin typeface="Arial"/>
                    </a:rPr>
                    <a:t>4</a:t>
                  </a:r>
                </a:p>
              </p:txBody>
            </p:sp>
          </p:grpSp>
          <p:grpSp>
            <p:nvGrpSpPr>
              <p:cNvPr descr="edbf5628-1593-4306-8a75-6705076acf1a" id="7" name="组合 1">
                <a:extLst>
                  <a:ext uri="{FF2B5EF4-FFF2-40B4-BE49-F238E27FC236}">
                    <a16:creationId id="{006EC3E6-6132-79FF-E27C-34BD93397E7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4783957" y="-3965051"/>
                <a:ext cx="6887343" cy="628001"/>
                <a:chOff x="5712861" y="1765671"/>
                <a:chExt cx="6268748" cy="1613182"/>
              </a:xfrm>
            </p:grpSpPr>
            <p:grpSp>
              <p:nvGrpSpPr>
                <p:cNvPr descr="e58f83e5-fdac-41f7-9a6f-7623197b5898" id="8" name="组合 2">
                  <a:extLst>
                    <a:ext uri="{FF2B5EF4-FFF2-40B4-BE49-F238E27FC236}">
                      <a16:creationId id="{28A7EEB6-EE66-3D23-2881-5FF71469EBC0}"/>
                    </a:ext>
                  </a:extLst>
                </p:cNvPr>
                <p:cNvGrpSpPr/>
                <p:nvPr/>
              </p:nvGrpSpPr>
              <p:grpSpPr>
                <a:xfrm>
                  <a:off x="5712861" y="1765671"/>
                  <a:ext cx="6268748" cy="1613182"/>
                  <a:chOff x="4660424" y="2326752"/>
                  <a:chExt cx="6268748" cy="1613182"/>
                </a:xfrm>
              </p:grpSpPr>
              <p:sp>
                <p:nvSpPr>
                  <p:cNvPr descr="7683b858-fbb8-4530-b201-0327fc1b3b7a" id="10" name="ComponentBackground5">
                    <a:extLst>
                      <a:ext uri="{FF2B5EF4-FFF2-40B4-BE49-F238E27FC236}">
                        <a16:creationId id="{FD1045C9-80C6-2114-52BA-6495BE8FDCC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false" flipH="false">
                    <a:off x="4660424" y="2326752"/>
                    <a:ext cx="6268748" cy="1613182"/>
                  </a:xfrm>
                  <a:prstGeom prst="roundRect">
                    <a:avLst>
                      <a:gd fmla="val 50000" name="adj"/>
                    </a:avLst>
                  </a:prstGeom>
                  <a:gradFill flip="none" rotWithShape="1">
                    <a:gsLst>
                      <a:gs pos="0">
                        <a:schemeClr val="accent1">
                          <a:alpha val="20000"/>
                        </a:schemeClr>
                      </a:gs>
                      <a:gs pos="88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gradFill flip="none" rotWithShape="1">
                      <a:gsLst>
                        <a:gs pos="0">
                          <a:schemeClr val="accent1">
                            <a:alpha val="0"/>
                          </a:schemeClr>
                        </a:gs>
                        <a:gs pos="100000">
                          <a:schemeClr val="accent1"/>
                        </a:gs>
                      </a:gsLst>
                      <a:lin ang="10800000" scaled="1"/>
                      <a:tileRect/>
                    </a:gra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lstStyle/>
                  <a:p>
                    <a:pPr algn="ctr"/>
                  </a:p>
                </p:txBody>
              </p:sp>
              <p:sp>
                <p:nvSpPr>
                  <p:cNvPr descr="82e34f77-3519-46c5-8326-b4da1eabdaa5" id="11" name="Bullet5">
                    <a:extLst>
                      <a:ext uri="{FF2B5EF4-FFF2-40B4-BE49-F238E27FC236}">
                        <a16:creationId id="{C7C93696-3986-FF83-6E29-E7C89E20130E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5455367" y="2398757"/>
                    <a:ext cx="2653295" cy="1469175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spcBef>
                        <a:spcPct val="0"/>
                      </a:spcBef>
                    </a:pPr>
                    <a:r>
                      <a:rPr lang="en-US" b="true" i="false" u="none" sz="2200">
                        <a:solidFill>
                          <a:srgbClr val="2F2F2F"/>
                        </a:solidFill>
                        <a:ea typeface="微软雅黑"/>
                      </a:rPr>
                      <a:t>鸡眼、疣类病变</a:t>
                    </a:r>
                  </a:p>
                </p:txBody>
              </p:sp>
              <p:sp>
                <p:nvSpPr>
                  <p:cNvPr descr="53ed3f72-74c2-4e04-bb25-62d3aa18f6df" id="12" name="Text5">
                    <a:extLst>
                      <a:ext uri="{FF2B5EF4-FFF2-40B4-BE49-F238E27FC236}">
                        <a16:creationId id="{A704CC20-E931-19F3-10C1-383E8086324B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8108662" y="2398757"/>
                    <a:ext cx="2653295" cy="1469175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b="false" i="false" u="none" strike="noStrike" sz="1200">
                        <a:solidFill>
                          <a:srgbClr val="2F2F2F"/>
                        </a:solidFill>
                        <a:ea typeface="微软雅黑"/>
                      </a:rPr>
                      <a:t>发现鸡眼或疣类病变，应暂停舔脚行为并积极治疗。</a:t>
                    </a:r>
                  </a:p>
                </p:txBody>
              </p:sp>
            </p:grpSp>
            <p:sp>
              <p:nvSpPr>
                <p:cNvPr descr="f1db92ea-e661-4ab7-bcae-3b1992187665" id="9" name="Number5">
                  <a:extLst>
                    <a:ext uri="{FF2B5EF4-FFF2-40B4-BE49-F238E27FC236}">
                      <a16:creationId id="{DB2D3610-E72D-3D38-5BC4-6806BB50C8FF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false" flipH="false">
                  <a:off x="5795083" y="1941608"/>
                  <a:ext cx="468240" cy="1298173"/>
                </a:xfrm>
                <a:prstGeom prst="roundRect">
                  <a:avLst>
                    <a:gd fmla="val 50000" name="adj"/>
                  </a:avLst>
                </a:prstGeom>
                <a:gradFill flip="none" rotWithShape="1">
                  <a:gsLst>
                    <a:gs pos="0">
                      <a:schemeClr val="accent1">
                        <a:lumMod val="60000"/>
                        <a:lumOff val="40000"/>
                      </a:schemeClr>
                    </a:gs>
                    <a:gs pos="75000">
                      <a:schemeClr val="accent1"/>
                    </a:gs>
                  </a:gsLst>
                  <a:lin ang="2700000" scaled="1"/>
                  <a:tileRect/>
                </a:gradFill>
                <a:ln w="12700">
                  <a:noFill/>
                </a:ln>
                <a:effectLst>
                  <a:outerShdw algn="tl" blurRad="127000" dir="2700000" dist="63500" rotWithShape="0">
                    <a:schemeClr val="accent1">
                      <a:alpha val="15000"/>
                    </a:schemeClr>
                  </a:outerShdw>
                </a:effectLst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 wrap="none">
                  <a:noAutofit/>
                </a:bodyPr>
                <a:lstStyle/>
                <a:p>
                  <a:pPr algn="ctr"/>
                  <a:r>
                    <a:rPr lang="en-US" b="true" i="false" u="none" sz="1800">
                      <a:solidFill>
                        <a:srgbClr val="FFFFFF"/>
                      </a:solidFill>
                      <a:latin typeface="Arial"/>
                    </a:rPr>
                    <a:t>5</a:t>
                  </a:r>
                </a:p>
              </p:txBody>
            </p:sp>
          </p:grpSp>
        </p:grpSp>
        <p:grpSp>
          <p:nvGrpSpPr>
            <p:cNvPr descr="b9cfae5f-f757-4725-97f3-10511bfd5a06" id="361" name="组合 360">
              <a:extLst>
                <a:ext uri="{FF2B5EF4-FFF2-40B4-BE49-F238E27FC236}">
                  <a16:creationId id="{2C89850A-C2DE-888F-81C6-C2F39742484F}"/>
                </a:ext>
              </a:extLst>
            </p:cNvPr>
            <p:cNvGrpSpPr/>
            <p:nvPr/>
          </p:nvGrpSpPr>
          <p:grpSpPr>
            <a:xfrm>
              <a:off x="335707" y="1139108"/>
              <a:ext cx="4216567" cy="4994992"/>
              <a:chOff x="335707" y="1139108"/>
              <a:chExt cx="4216567" cy="4994992"/>
            </a:xfrm>
          </p:grpSpPr>
          <p:grpSp>
            <p:nvGrpSpPr>
              <p:cNvPr descr="8d20ecb1-d66f-4613-a52b-08673dad7a48" id="362" name="组合 361" title="iSlide™ 版权声明  COPYRIGHT NOTICE">
                <a:extLst>
                  <a:ext uri="{FF2B5EF4-FFF2-40B4-BE49-F238E27FC236}">
                    <a16:creationId id="{BCC0F6BC-2EC3-1512-58DA-DE5D4F1D23B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5707" y="2230571"/>
                <a:ext cx="4216567" cy="3903529"/>
                <a:chOff x="3690143" y="1466884"/>
                <a:chExt cx="4811713" cy="4454491"/>
              </a:xfrm>
            </p:grpSpPr>
            <p:grpSp>
              <p:nvGrpSpPr>
                <p:cNvPr descr="76e3bd98-f7cd-4fbf-a33a-9f0de5a5b8a2" id="364" name="iśḷiḑé">
                  <a:extLst>
                    <a:ext uri="{FF2B5EF4-FFF2-40B4-BE49-F238E27FC236}">
                      <a16:creationId id="{429DF40E-D389-A7AD-DD2D-0725D08E669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690143" y="1501647"/>
                  <a:ext cx="4811713" cy="4419728"/>
                  <a:chOff x="1833" y="333"/>
                  <a:chExt cx="4014" cy="3687"/>
                </a:xfrm>
              </p:grpSpPr>
              <p:sp>
                <p:nvSpPr>
                  <p:cNvPr descr="0debf602-a182-4f3c-92af-831f1440bb18" id="489" name="î$ḻîḓê">
                    <a:extLst>
                      <a:ext uri="{FF2B5EF4-FFF2-40B4-BE49-F238E27FC236}">
                        <a16:creationId id="{94D57C42-A707-C4F2-4D8E-1A82BD373660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1833" y="2192"/>
                    <a:ext cx="3918" cy="1828"/>
                  </a:xfrm>
                  <a:custGeom>
                    <a:avLst/>
                    <a:gdLst>
                      <a:gd fmla="*/ 0 w 1886" name="T0"/>
                      <a:gd fmla="*/ 0 h 881" name="T1"/>
                      <a:gd fmla="*/ 943 w 1886" name="T2"/>
                      <a:gd fmla="*/ 881 h 881" name="T3"/>
                      <a:gd fmla="*/ 1886 w 1886" name="T4"/>
                      <a:gd fmla="*/ 0 h 881" name="T5"/>
                      <a:gd fmla="*/ 0 w 1886" name="T6"/>
                      <a:gd fmla="*/ 0 h 881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881" w="1886">
                        <a:moveTo>
                          <a:pt x="0" y="0"/>
                        </a:moveTo>
                        <a:cubicBezTo>
                          <a:pt x="0" y="487"/>
                          <a:pt x="422" y="881"/>
                          <a:pt x="943" y="881"/>
                        </a:cubicBezTo>
                        <a:cubicBezTo>
                          <a:pt x="1464" y="881"/>
                          <a:pt x="1886" y="487"/>
                          <a:pt x="188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</a:path>
                    </a:pathLst>
                  </a:custGeom>
                  <a:solidFill>
                    <a:srgbClr val="00AA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fbeac07a-ff22-41a7-b0a0-1eb7380161b8" id="490" name="iṧ1ïḓe">
                    <a:extLst>
                      <a:ext uri="{FF2B5EF4-FFF2-40B4-BE49-F238E27FC236}">
                        <a16:creationId id="{1DDF760B-9DF1-2D50-9945-CA06945B45AA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60" y="2518"/>
                    <a:ext cx="1" cy="1"/>
                  </a:xfrm>
                  <a:prstGeom prst="rect">
                    <a:avLst/>
                  </a:prstGeom>
                  <a:solidFill>
                    <a:srgbClr val="00AA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eb4cabef-a65a-426f-a6cc-603aca5f37b8" id="491" name="ïṧ1ïḓe">
                    <a:extLst>
                      <a:ext uri="{FF2B5EF4-FFF2-40B4-BE49-F238E27FC236}">
                        <a16:creationId id="{1ABE7FD0-30AF-45F4-A5BD-6819FD4D0DB7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60" y="25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b="b" l="0" r="r" t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22d15ff-7e5c-44a1-b040-4cef1301059b" id="492" name="íṡḻiḓé">
                    <a:extLst>
                      <a:ext uri="{FF2B5EF4-FFF2-40B4-BE49-F238E27FC236}">
                        <a16:creationId id="{65D3AFE2-9857-3F22-676A-B3BAE00AB44D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703" y="30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b="b" l="0" r="r" t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A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709b1728-56db-4ae0-bb44-3cca508227e0" id="493" name="îṣḷíḍê">
                    <a:extLst>
                      <a:ext uri="{FF2B5EF4-FFF2-40B4-BE49-F238E27FC236}">
                        <a16:creationId id="{E9E4DBD8-D118-54A1-6449-543FC315C9F2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703" y="30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b="b" l="0" r="r" t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00ba8c11-a537-4ba7-bbf6-89e6d260288a" id="494" name="îṧlídé">
                    <a:extLst>
                      <a:ext uri="{FF2B5EF4-FFF2-40B4-BE49-F238E27FC236}">
                        <a16:creationId id="{48C5376E-E054-D74A-24DB-D9984351DF78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60" y="25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b="b" l="0" r="r" t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A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b6b3249-b635-4a14-a67d-a920932e5ac1" id="495" name="islîďê">
                    <a:extLst>
                      <a:ext uri="{FF2B5EF4-FFF2-40B4-BE49-F238E27FC236}">
                        <a16:creationId id="{01DAB21C-6DF0-2BEC-FF63-444CEAF43B20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60" y="25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b="b" l="0" r="r" t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bb4f73b7-1ed0-4630-b7ae-6be6d9367db9" id="496" name="iṧḷîḍé">
                    <a:extLst>
                      <a:ext uri="{FF2B5EF4-FFF2-40B4-BE49-F238E27FC236}">
                        <a16:creationId id="{893C921C-6D6A-26C4-695F-77DC638271B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60" y="25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b="b" l="0" r="r" t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A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481772d4-076a-4d9d-b628-8cce05bc6a57" id="497" name="íšlïdê">
                    <a:extLst>
                      <a:ext uri="{FF2B5EF4-FFF2-40B4-BE49-F238E27FC236}">
                        <a16:creationId id="{342CBFF5-2363-B056-344C-C904CE46F73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60" y="25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b="b" l="0" r="r" t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44cf4374-e371-4155-ae7f-c93d45125737" id="498" name="íṥľíde">
                    <a:extLst>
                      <a:ext uri="{FF2B5EF4-FFF2-40B4-BE49-F238E27FC236}">
                        <a16:creationId id="{F285EE35-EE11-A0E2-1143-20F8A46B7E17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58" y="2518"/>
                    <a:ext cx="2" cy="0"/>
                  </a:xfrm>
                  <a:custGeom>
                    <a:avLst/>
                    <a:gdLst>
                      <a:gd fmla="*/ 0 w 2" name="T0"/>
                      <a:gd fmla="*/ 2 w 2" name="T1"/>
                      <a:gd fmla="*/ 0 w 2" name="T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b="b" l="0" r="r" t="0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A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0f78b2c3-8296-4ccd-98c9-f29e17fee9c1" id="499" name="ïṧľiḋê">
                    <a:extLst>
                      <a:ext uri="{FF2B5EF4-FFF2-40B4-BE49-F238E27FC236}">
                        <a16:creationId id="{3DC79F77-5253-2EB3-2194-A43A0E2EB1B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58" y="2518"/>
                    <a:ext cx="2" cy="0"/>
                  </a:xfrm>
                  <a:custGeom>
                    <a:avLst/>
                    <a:gdLst>
                      <a:gd fmla="*/ 0 w 2" name="T0"/>
                      <a:gd fmla="*/ 2 w 2" name="T1"/>
                      <a:gd fmla="*/ 0 w 2" name="T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b="b" l="0" r="r" t="0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a1b1a744-31b2-41f5-a5a2-1147276b0671" id="500" name="îṣḷíďé">
                    <a:extLst>
                      <a:ext uri="{FF2B5EF4-FFF2-40B4-BE49-F238E27FC236}">
                        <a16:creationId id="{528C4440-C3E9-B525-F37F-8B76F44A535D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58" y="25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b="b" l="0" r="r" t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A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d7597b77-3f54-4079-8089-b6f5ae5b56d2" id="501" name="ïṥļiďe">
                    <a:extLst>
                      <a:ext uri="{FF2B5EF4-FFF2-40B4-BE49-F238E27FC236}">
                        <a16:creationId id="{73BCCAE6-864A-69DD-8A76-1A886422A4C9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58" y="25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b="b" l="0" r="r" t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695328a-179e-4486-9f9c-9d7c08507e62" id="502" name="îslíḓé">
                    <a:extLst>
                      <a:ext uri="{FF2B5EF4-FFF2-40B4-BE49-F238E27FC236}">
                        <a16:creationId id="{B177BE1B-2A6B-9DB3-C207-9DFB82FD699B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58" y="25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b="b" l="0" r="r" t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A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ad7ec35-ca96-4edb-82b4-a6bc090c84fe" id="503" name="ïṧḷídé">
                    <a:extLst>
                      <a:ext uri="{FF2B5EF4-FFF2-40B4-BE49-F238E27FC236}">
                        <a16:creationId id="{87CED71A-ADC5-97B3-934A-D2E7573E8A2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58" y="25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b="b" l="0" r="r" t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43a73f2a-aaf8-4d71-8a9c-416e329d7ada" id="504" name="íṣ1iḓe">
                    <a:extLst>
                      <a:ext uri="{FF2B5EF4-FFF2-40B4-BE49-F238E27FC236}">
                        <a16:creationId id="{83AD56D1-2B87-E6C1-03F8-314769A37D08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58" y="2516"/>
                    <a:ext cx="0" cy="2"/>
                  </a:xfrm>
                  <a:custGeom>
                    <a:avLst/>
                    <a:gdLst>
                      <a:gd fmla="*/ 0 h 2" name="T0"/>
                      <a:gd fmla="*/ 2 h 2" name="T1"/>
                      <a:gd fmla="*/ 0 h 2" name="T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b="b" l="0" r="r" t="0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A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69e9aad7-f90e-447d-81d7-d8d82891fe86" id="505" name="îSļïḓé">
                    <a:extLst>
                      <a:ext uri="{FF2B5EF4-FFF2-40B4-BE49-F238E27FC236}">
                        <a16:creationId id="{8661FBD6-F7A0-61AD-9F38-29AE5B5A5178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58" y="2516"/>
                    <a:ext cx="0" cy="2"/>
                  </a:xfrm>
                  <a:custGeom>
                    <a:avLst/>
                    <a:gdLst>
                      <a:gd fmla="*/ 0 h 2" name="T0"/>
                      <a:gd fmla="*/ 2 h 2" name="T1"/>
                      <a:gd fmla="*/ 0 h 2" name="T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b="b" l="0" r="r" t="0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4f886582-11d9-402f-baed-84618dcfb5ca" id="506" name="ïsḻîďè">
                    <a:extLst>
                      <a:ext uri="{FF2B5EF4-FFF2-40B4-BE49-F238E27FC236}">
                        <a16:creationId id="{321796CF-E7C8-60AD-4947-B21B6CD9A1B4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60" y="25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b="b" l="0" r="r" t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A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286c703-f388-409a-a9d8-0e2667c97b33" id="507" name="í$ļíḑê">
                    <a:extLst>
                      <a:ext uri="{FF2B5EF4-FFF2-40B4-BE49-F238E27FC236}">
                        <a16:creationId id="{45DBBFB9-60F2-6441-183C-F5DC9865B76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60" y="25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b="b" l="0" r="r" t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11db120-e3bc-4ba7-b2ff-45acd8d2874f" id="508" name="ïŝ1ïḍé">
                    <a:extLst>
                      <a:ext uri="{FF2B5EF4-FFF2-40B4-BE49-F238E27FC236}">
                        <a16:creationId id="{E1077427-5AF5-21FC-96F4-615FFE05811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703" y="30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b="b" l="0" r="r" t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A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cd80104-ff04-4b46-9c90-084a80db25b6" id="509" name="iśļídè">
                    <a:extLst>
                      <a:ext uri="{FF2B5EF4-FFF2-40B4-BE49-F238E27FC236}">
                        <a16:creationId id="{3A47D84B-C598-BF01-25FD-B880F39F0A1E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703" y="30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b="b" l="0" r="r" t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eb20c00-1e79-4a00-9937-2b24f7f2d758" id="510" name="îŝḻíḍê">
                    <a:extLst>
                      <a:ext uri="{FF2B5EF4-FFF2-40B4-BE49-F238E27FC236}">
                        <a16:creationId id="{19414DA2-C9F7-AA6B-6D03-D11EF77998AD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388" y="2393"/>
                    <a:ext cx="833" cy="1289"/>
                  </a:xfrm>
                  <a:custGeom>
                    <a:avLst/>
                    <a:gdLst>
                      <a:gd fmla="*/ 13 w 401" name="T0"/>
                      <a:gd fmla="*/ 15 h 621" name="T1"/>
                      <a:gd fmla="*/ 22 w 401" name="T2"/>
                      <a:gd fmla="*/ 39 h 621" name="T3"/>
                      <a:gd fmla="*/ 32 w 401" name="T4"/>
                      <a:gd fmla="*/ 51 h 621" name="T5"/>
                      <a:gd fmla="*/ 35 w 401" name="T6"/>
                      <a:gd fmla="*/ 60 h 621" name="T7"/>
                      <a:gd fmla="*/ 44 w 401" name="T8"/>
                      <a:gd fmla="*/ 82 h 621" name="T9"/>
                      <a:gd fmla="*/ 49 w 401" name="T10"/>
                      <a:gd fmla="*/ 95 h 621" name="T11"/>
                      <a:gd fmla="*/ 60 w 401" name="T12"/>
                      <a:gd fmla="*/ 103 h 621" name="T13"/>
                      <a:gd fmla="*/ 64 w 401" name="T14"/>
                      <a:gd fmla="*/ 90 h 621" name="T15"/>
                      <a:gd fmla="*/ 73 w 401" name="T16"/>
                      <a:gd fmla="*/ 116 h 621" name="T17"/>
                      <a:gd fmla="*/ 72 w 401" name="T18"/>
                      <a:gd fmla="*/ 144 h 621" name="T19"/>
                      <a:gd fmla="*/ 65 w 401" name="T20"/>
                      <a:gd fmla="*/ 176 h 621" name="T21"/>
                      <a:gd fmla="*/ 71 w 401" name="T22"/>
                      <a:gd fmla="*/ 209 h 621" name="T23"/>
                      <a:gd fmla="*/ 81 w 401" name="T24"/>
                      <a:gd fmla="*/ 205 h 621" name="T25"/>
                      <a:gd fmla="*/ 90 w 401" name="T26"/>
                      <a:gd fmla="*/ 183 h 621" name="T27"/>
                      <a:gd fmla="*/ 101 w 401" name="T28"/>
                      <a:gd fmla="*/ 197 h 621" name="T29"/>
                      <a:gd fmla="*/ 117 w 401" name="T30"/>
                      <a:gd fmla="*/ 204 h 621" name="T31"/>
                      <a:gd fmla="*/ 117 w 401" name="T32"/>
                      <a:gd fmla="*/ 213 h 621" name="T33"/>
                      <a:gd fmla="*/ 114 w 401" name="T34"/>
                      <a:gd fmla="*/ 222 h 621" name="T35"/>
                      <a:gd fmla="*/ 109 w 401" name="T36"/>
                      <a:gd fmla="*/ 236 h 621" name="T37"/>
                      <a:gd fmla="*/ 112 w 401" name="T38"/>
                      <a:gd fmla="*/ 259 h 621" name="T39"/>
                      <a:gd fmla="*/ 128 w 401" name="T40"/>
                      <a:gd fmla="*/ 274 h 621" name="T41"/>
                      <a:gd fmla="*/ 140 w 401" name="T42"/>
                      <a:gd fmla="*/ 294 h 621" name="T43"/>
                      <a:gd fmla="*/ 147 w 401" name="T44"/>
                      <a:gd fmla="*/ 316 h 621" name="T45"/>
                      <a:gd fmla="*/ 146 w 401" name="T46"/>
                      <a:gd fmla="*/ 322 h 621" name="T47"/>
                      <a:gd fmla="*/ 152 w 401" name="T48"/>
                      <a:gd fmla="*/ 334 h 621" name="T49"/>
                      <a:gd fmla="*/ 152 w 401" name="T50"/>
                      <a:gd fmla="*/ 334 h 621" name="T51"/>
                      <a:gd fmla="*/ 151 w 401" name="T52"/>
                      <a:gd fmla="*/ 356 h 621" name="T53"/>
                      <a:gd fmla="*/ 171 w 401" name="T54"/>
                      <a:gd fmla="*/ 409 h 621" name="T55"/>
                      <a:gd fmla="*/ 192 w 401" name="T56"/>
                      <a:gd fmla="*/ 462 h 621" name="T57"/>
                      <a:gd fmla="*/ 209 w 401" name="T58"/>
                      <a:gd fmla="*/ 499 h 621" name="T59"/>
                      <a:gd fmla="*/ 240 w 401" name="T60"/>
                      <a:gd fmla="*/ 535 h 621" name="T61"/>
                      <a:gd fmla="*/ 244 w 401" name="T62"/>
                      <a:gd fmla="*/ 543 h 621" name="T63"/>
                      <a:gd fmla="*/ 297 w 401" name="T64"/>
                      <a:gd fmla="*/ 594 h 621" name="T65"/>
                      <a:gd fmla="*/ 331 w 401" name="T66"/>
                      <a:gd fmla="*/ 618 h 621" name="T67"/>
                      <a:gd fmla="*/ 288 w 401" name="T68"/>
                      <a:gd fmla="*/ 572 h 621" name="T69"/>
                      <a:gd fmla="*/ 281 w 401" name="T70"/>
                      <a:gd fmla="*/ 544 h 621" name="T71"/>
                      <a:gd fmla="*/ 301 w 401" name="T72"/>
                      <a:gd fmla="*/ 534 h 621" name="T73"/>
                      <a:gd fmla="*/ 308 w 401" name="T74"/>
                      <a:gd fmla="*/ 519 h 621" name="T75"/>
                      <a:gd fmla="*/ 321 w 401" name="T76"/>
                      <a:gd fmla="*/ 469 h 621" name="T77"/>
                      <a:gd fmla="*/ 345 w 401" name="T78"/>
                      <a:gd fmla="*/ 437 h 621" name="T79"/>
                      <a:gd fmla="*/ 370 w 401" name="T80"/>
                      <a:gd fmla="*/ 417 h 621" name="T81"/>
                      <a:gd fmla="*/ 374 w 401" name="T82"/>
                      <a:gd fmla="*/ 379 h 621" name="T83"/>
                      <a:gd fmla="*/ 371 w 401" name="T84"/>
                      <a:gd fmla="*/ 345 h 621" name="T85"/>
                      <a:gd fmla="*/ 400 w 401" name="T86"/>
                      <a:gd fmla="*/ 292 h 621" name="T87"/>
                      <a:gd fmla="*/ 373 w 401" name="T88"/>
                      <a:gd fmla="*/ 259 h 621" name="T89"/>
                      <a:gd fmla="*/ 311 w 401" name="T90"/>
                      <a:gd fmla="*/ 228 h 621" name="T91"/>
                      <a:gd fmla="*/ 279 w 401" name="T92"/>
                      <a:gd fmla="*/ 206 h 621" name="T93"/>
                      <a:gd fmla="*/ 262 w 401" name="T94"/>
                      <a:gd fmla="*/ 199 h 621" name="T95"/>
                      <a:gd fmla="*/ 249 w 401" name="T96"/>
                      <a:gd fmla="*/ 168 h 621" name="T97"/>
                      <a:gd fmla="*/ 210 w 401" name="T98"/>
                      <a:gd fmla="*/ 127 h 621" name="T99"/>
                      <a:gd fmla="*/ 191 w 401" name="T100"/>
                      <a:gd fmla="*/ 117 h 621" name="T101"/>
                      <a:gd fmla="*/ 166 w 401" name="T102"/>
                      <a:gd fmla="*/ 84 h 621" name="T103"/>
                      <a:gd fmla="*/ 153 w 401" name="T104"/>
                      <a:gd fmla="*/ 75 h 621" name="T105"/>
                      <a:gd fmla="*/ 136 w 401" name="T106"/>
                      <a:gd fmla="*/ 78 h 621" name="T107"/>
                      <a:gd fmla="*/ 116 w 401" name="T108"/>
                      <a:gd fmla="*/ 66 h 621" name="T109"/>
                      <a:gd fmla="*/ 103 w 401" name="T110"/>
                      <a:gd fmla="*/ 68 h 621" name="T111"/>
                      <a:gd fmla="*/ 95 w 401" name="T112"/>
                      <a:gd fmla="*/ 62 h 621" name="T113"/>
                      <a:gd fmla="*/ 75 w 401" name="T114"/>
                      <a:gd fmla="*/ 88 h 621" name="T115"/>
                      <a:gd fmla="*/ 49 w 401" name="T116"/>
                      <a:gd fmla="*/ 77 h 621" name="T117"/>
                      <a:gd fmla="*/ 31 w 401" name="T118"/>
                      <a:gd fmla="*/ 17 h 621" name="T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</a:cxnLst>
                    <a:rect b="b" l="0" r="r" t="0"/>
                    <a:pathLst>
                      <a:path h="621" w="401">
                        <a:moveTo>
                          <a:pt x="152" y="334"/>
                        </a:moveTo>
                        <a:cubicBezTo>
                          <a:pt x="152" y="334"/>
                          <a:pt x="152" y="334"/>
                          <a:pt x="152" y="334"/>
                        </a:cubicBezTo>
                        <a:cubicBezTo>
                          <a:pt x="152" y="334"/>
                          <a:pt x="152" y="334"/>
                          <a:pt x="152" y="334"/>
                        </a:cubicBezTo>
                        <a:moveTo>
                          <a:pt x="0" y="0"/>
                        </a:moveTo>
                        <a:cubicBezTo>
                          <a:pt x="0" y="3"/>
                          <a:pt x="0" y="5"/>
                          <a:pt x="1" y="7"/>
                        </a:cubicBezTo>
                        <a:cubicBezTo>
                          <a:pt x="2" y="12"/>
                          <a:pt x="2" y="16"/>
                          <a:pt x="5" y="17"/>
                        </a:cubicBezTo>
                        <a:cubicBezTo>
                          <a:pt x="7" y="18"/>
                          <a:pt x="3" y="18"/>
                          <a:pt x="7" y="18"/>
                        </a:cubicBezTo>
                        <a:cubicBezTo>
                          <a:pt x="10" y="18"/>
                          <a:pt x="11" y="15"/>
                          <a:pt x="13" y="15"/>
                        </a:cubicBezTo>
                        <a:cubicBezTo>
                          <a:pt x="13" y="15"/>
                          <a:pt x="14" y="15"/>
                          <a:pt x="14" y="16"/>
                        </a:cubicBezTo>
                        <a:cubicBezTo>
                          <a:pt x="17" y="17"/>
                          <a:pt x="15" y="21"/>
                          <a:pt x="14" y="23"/>
                        </a:cubicBezTo>
                        <a:cubicBezTo>
                          <a:pt x="14" y="25"/>
                          <a:pt x="13" y="25"/>
                          <a:pt x="14" y="27"/>
                        </a:cubicBezTo>
                        <a:cubicBezTo>
                          <a:pt x="15" y="29"/>
                          <a:pt x="16" y="30"/>
                          <a:pt x="17" y="30"/>
                        </a:cubicBezTo>
                        <a:cubicBezTo>
                          <a:pt x="17" y="31"/>
                          <a:pt x="17" y="31"/>
                          <a:pt x="17" y="32"/>
                        </a:cubicBezTo>
                        <a:cubicBezTo>
                          <a:pt x="17" y="34"/>
                          <a:pt x="18" y="36"/>
                          <a:pt x="18" y="36"/>
                        </a:cubicBezTo>
                        <a:cubicBezTo>
                          <a:pt x="18" y="36"/>
                          <a:pt x="22" y="38"/>
                          <a:pt x="22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2" y="39"/>
                          <a:pt x="21" y="39"/>
                          <a:pt x="21" y="39"/>
                        </a:cubicBezTo>
                        <a:cubicBezTo>
                          <a:pt x="21" y="39"/>
                          <a:pt x="21" y="39"/>
                          <a:pt x="21" y="39"/>
                        </a:cubicBezTo>
                        <a:cubicBezTo>
                          <a:pt x="21" y="39"/>
                          <a:pt x="21" y="39"/>
                          <a:pt x="22" y="39"/>
                        </a:cubicBezTo>
                        <a:cubicBezTo>
                          <a:pt x="23" y="41"/>
                          <a:pt x="24" y="42"/>
                          <a:pt x="25" y="42"/>
                        </a:cubicBezTo>
                        <a:cubicBezTo>
                          <a:pt x="26" y="42"/>
                          <a:pt x="27" y="42"/>
                          <a:pt x="27" y="43"/>
                        </a:cubicBezTo>
                        <a:cubicBezTo>
                          <a:pt x="27" y="44"/>
                          <a:pt x="27" y="45"/>
                          <a:pt x="27" y="45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29" y="46"/>
                          <a:pt x="32" y="49"/>
                          <a:pt x="32" y="51"/>
                        </a:cubicBezTo>
                        <a:cubicBezTo>
                          <a:pt x="32" y="52"/>
                          <a:pt x="32" y="53"/>
                          <a:pt x="33" y="54"/>
                        </a:cubicBezTo>
                        <a:cubicBezTo>
                          <a:pt x="33" y="55"/>
                          <a:pt x="35" y="54"/>
                          <a:pt x="35" y="56"/>
                        </a:cubicBezTo>
                        <a:cubicBezTo>
                          <a:pt x="35" y="58"/>
                          <a:pt x="34" y="59"/>
                          <a:pt x="35" y="60"/>
                        </a:cubicBezTo>
                        <a:cubicBezTo>
                          <a:pt x="35" y="60"/>
                          <a:pt x="35" y="60"/>
                          <a:pt x="35" y="60"/>
                        </a:cubicBezTo>
                        <a:cubicBezTo>
                          <a:pt x="35" y="60"/>
                          <a:pt x="35" y="60"/>
                          <a:pt x="35" y="60"/>
                        </a:cubicBezTo>
                        <a:cubicBezTo>
                          <a:pt x="35" y="60"/>
                          <a:pt x="35" y="60"/>
                          <a:pt x="35" y="60"/>
                        </a:cubicBezTo>
                        <a:cubicBezTo>
                          <a:pt x="35" y="60"/>
                          <a:pt x="35" y="60"/>
                          <a:pt x="35" y="60"/>
                        </a:cubicBezTo>
                        <a:cubicBezTo>
                          <a:pt x="35" y="60"/>
                          <a:pt x="35" y="60"/>
                          <a:pt x="35" y="60"/>
                        </a:cubicBezTo>
                        <a:cubicBezTo>
                          <a:pt x="35" y="60"/>
                          <a:pt x="35" y="60"/>
                          <a:pt x="35" y="60"/>
                        </a:cubicBezTo>
                        <a:cubicBezTo>
                          <a:pt x="35" y="61"/>
                          <a:pt x="35" y="61"/>
                          <a:pt x="35" y="61"/>
                        </a:cubicBezTo>
                        <a:cubicBezTo>
                          <a:pt x="37" y="63"/>
                          <a:pt x="38" y="67"/>
                          <a:pt x="37" y="68"/>
                        </a:cubicBezTo>
                        <a:cubicBezTo>
                          <a:pt x="36" y="70"/>
                          <a:pt x="36" y="70"/>
                          <a:pt x="36" y="72"/>
                        </a:cubicBezTo>
                        <a:cubicBezTo>
                          <a:pt x="37" y="74"/>
                          <a:pt x="38" y="76"/>
                          <a:pt x="38" y="76"/>
                        </a:cubicBezTo>
                        <a:cubicBezTo>
                          <a:pt x="38" y="76"/>
                          <a:pt x="41" y="79"/>
                          <a:pt x="41" y="80"/>
                        </a:cubicBezTo>
                        <a:cubicBezTo>
                          <a:pt x="41" y="80"/>
                          <a:pt x="43" y="82"/>
                          <a:pt x="43" y="82"/>
                        </a:cubicBezTo>
                        <a:cubicBezTo>
                          <a:pt x="44" y="82"/>
                          <a:pt x="44" y="82"/>
                          <a:pt x="44" y="82"/>
                        </a:cubicBezTo>
                        <a:cubicBezTo>
                          <a:pt x="44" y="82"/>
                          <a:pt x="43" y="82"/>
                          <a:pt x="43" y="82"/>
                        </a:cubicBezTo>
                        <a:cubicBezTo>
                          <a:pt x="43" y="82"/>
                          <a:pt x="43" y="82"/>
                          <a:pt x="43" y="82"/>
                        </a:cubicBezTo>
                        <a:cubicBezTo>
                          <a:pt x="43" y="82"/>
                          <a:pt x="43" y="82"/>
                          <a:pt x="44" y="83"/>
                        </a:cubicBezTo>
                        <a:cubicBezTo>
                          <a:pt x="45" y="84"/>
                          <a:pt x="45" y="87"/>
                          <a:pt x="45" y="89"/>
                        </a:cubicBezTo>
                        <a:cubicBezTo>
                          <a:pt x="45" y="91"/>
                          <a:pt x="45" y="93"/>
                          <a:pt x="45" y="93"/>
                        </a:cubicBezTo>
                        <a:cubicBezTo>
                          <a:pt x="45" y="93"/>
                          <a:pt x="45" y="92"/>
                          <a:pt x="46" y="92"/>
                        </a:cubicBezTo>
                        <a:cubicBezTo>
                          <a:pt x="46" y="92"/>
                          <a:pt x="47" y="93"/>
                          <a:pt x="47" y="93"/>
                        </a:cubicBezTo>
                        <a:cubicBezTo>
                          <a:pt x="48" y="94"/>
                          <a:pt x="49" y="95"/>
                          <a:pt x="49" y="95"/>
                        </a:cubicBezTo>
                        <a:cubicBezTo>
                          <a:pt x="51" y="96"/>
                          <a:pt x="51" y="96"/>
                          <a:pt x="51" y="96"/>
                        </a:cubicBezTo>
                        <a:cubicBezTo>
                          <a:pt x="51" y="96"/>
                          <a:pt x="52" y="95"/>
                          <a:pt x="52" y="95"/>
                        </a:cubicBezTo>
                        <a:cubicBezTo>
                          <a:pt x="53" y="95"/>
                          <a:pt x="53" y="95"/>
                          <a:pt x="53" y="95"/>
                        </a:cubicBezTo>
                        <a:cubicBezTo>
                          <a:pt x="54" y="96"/>
                          <a:pt x="54" y="97"/>
                          <a:pt x="54" y="98"/>
                        </a:cubicBezTo>
                        <a:cubicBezTo>
                          <a:pt x="54" y="98"/>
                          <a:pt x="54" y="100"/>
                          <a:pt x="54" y="100"/>
                        </a:cubicBezTo>
                        <a:cubicBezTo>
                          <a:pt x="57" y="101"/>
                          <a:pt x="57" y="101"/>
                          <a:pt x="57" y="101"/>
                        </a:cubicBezTo>
                        <a:cubicBezTo>
                          <a:pt x="59" y="103"/>
                          <a:pt x="59" y="103"/>
                          <a:pt x="59" y="103"/>
                        </a:cubicBezTo>
                        <a:cubicBezTo>
                          <a:pt x="59" y="103"/>
                          <a:pt x="59" y="103"/>
                          <a:pt x="60" y="103"/>
                        </a:cubicBezTo>
                        <a:cubicBezTo>
                          <a:pt x="61" y="103"/>
                          <a:pt x="63" y="101"/>
                          <a:pt x="63" y="101"/>
                        </a:cubicBezTo>
                        <a:cubicBezTo>
                          <a:pt x="63" y="101"/>
                          <a:pt x="63" y="100"/>
                          <a:pt x="63" y="99"/>
                        </a:cubicBezTo>
                        <a:cubicBezTo>
                          <a:pt x="62" y="98"/>
                          <a:pt x="62" y="97"/>
                          <a:pt x="62" y="97"/>
                        </a:cubicBezTo>
                        <a:cubicBezTo>
                          <a:pt x="62" y="97"/>
                          <a:pt x="61" y="95"/>
                          <a:pt x="61" y="94"/>
                        </a:cubicBezTo>
                        <a:cubicBezTo>
                          <a:pt x="61" y="94"/>
                          <a:pt x="62" y="93"/>
                          <a:pt x="62" y="93"/>
                        </a:cubicBezTo>
                        <a:cubicBezTo>
                          <a:pt x="63" y="91"/>
                          <a:pt x="63" y="91"/>
                          <a:pt x="63" y="91"/>
                        </a:cubicBezTo>
                        <a:cubicBezTo>
                          <a:pt x="63" y="91"/>
                          <a:pt x="62" y="89"/>
                          <a:pt x="63" y="89"/>
                        </a:cubicBezTo>
                        <a:cubicBezTo>
                          <a:pt x="63" y="89"/>
                          <a:pt x="63" y="89"/>
                          <a:pt x="64" y="90"/>
                        </a:cubicBezTo>
                        <a:cubicBezTo>
                          <a:pt x="66" y="91"/>
                          <a:pt x="68" y="90"/>
                          <a:pt x="68" y="91"/>
                        </a:cubicBezTo>
                        <a:cubicBezTo>
                          <a:pt x="68" y="92"/>
                          <a:pt x="67" y="94"/>
                          <a:pt x="67" y="94"/>
                        </a:cubicBezTo>
                        <a:cubicBezTo>
                          <a:pt x="67" y="95"/>
                          <a:pt x="67" y="96"/>
                          <a:pt x="67" y="97"/>
                        </a:cubicBezTo>
                        <a:cubicBezTo>
                          <a:pt x="67" y="99"/>
                          <a:pt x="67" y="100"/>
                          <a:pt x="67" y="101"/>
                        </a:cubicBezTo>
                        <a:cubicBezTo>
                          <a:pt x="67" y="102"/>
                          <a:pt x="68" y="102"/>
                          <a:pt x="69" y="103"/>
                        </a:cubicBezTo>
                        <a:cubicBezTo>
                          <a:pt x="69" y="104"/>
                          <a:pt x="72" y="107"/>
                          <a:pt x="72" y="108"/>
                        </a:cubicBezTo>
                        <a:cubicBezTo>
                          <a:pt x="72" y="110"/>
                          <a:pt x="72" y="111"/>
                          <a:pt x="72" y="112"/>
                        </a:cubicBezTo>
                        <a:cubicBezTo>
                          <a:pt x="72" y="114"/>
                          <a:pt x="73" y="113"/>
                          <a:pt x="73" y="116"/>
                        </a:cubicBezTo>
                        <a:cubicBezTo>
                          <a:pt x="74" y="119"/>
                          <a:pt x="73" y="125"/>
                          <a:pt x="73" y="128"/>
                        </a:cubicBezTo>
                        <a:cubicBezTo>
                          <a:pt x="73" y="131"/>
                          <a:pt x="72" y="133"/>
                          <a:pt x="73" y="134"/>
                        </a:cubicBezTo>
                        <a:cubicBezTo>
                          <a:pt x="73" y="134"/>
                          <a:pt x="73" y="134"/>
                          <a:pt x="73" y="134"/>
                        </a:cubicBezTo>
                        <a:cubicBezTo>
                          <a:pt x="73" y="134"/>
                          <a:pt x="73" y="134"/>
                          <a:pt x="73" y="134"/>
                        </a:cubicBezTo>
                        <a:cubicBezTo>
                          <a:pt x="73" y="134"/>
                          <a:pt x="73" y="134"/>
                          <a:pt x="73" y="134"/>
                        </a:cubicBezTo>
                        <a:cubicBezTo>
                          <a:pt x="73" y="134"/>
                          <a:pt x="73" y="134"/>
                          <a:pt x="74" y="135"/>
                        </a:cubicBezTo>
                        <a:cubicBezTo>
                          <a:pt x="74" y="137"/>
                          <a:pt x="75" y="138"/>
                          <a:pt x="74" y="141"/>
                        </a:cubicBezTo>
                        <a:cubicBezTo>
                          <a:pt x="74" y="143"/>
                          <a:pt x="73" y="142"/>
                          <a:pt x="72" y="144"/>
                        </a:cubicBezTo>
                        <a:cubicBezTo>
                          <a:pt x="72" y="145"/>
                          <a:pt x="72" y="146"/>
                          <a:pt x="72" y="147"/>
                        </a:cubicBezTo>
                        <a:cubicBezTo>
                          <a:pt x="72" y="149"/>
                          <a:pt x="69" y="149"/>
                          <a:pt x="69" y="149"/>
                        </a:cubicBezTo>
                        <a:cubicBezTo>
                          <a:pt x="69" y="149"/>
                          <a:pt x="69" y="151"/>
                          <a:pt x="69" y="153"/>
                        </a:cubicBezTo>
                        <a:cubicBezTo>
                          <a:pt x="69" y="155"/>
                          <a:pt x="69" y="155"/>
                          <a:pt x="69" y="157"/>
                        </a:cubicBezTo>
                        <a:cubicBezTo>
                          <a:pt x="69" y="159"/>
                          <a:pt x="69" y="159"/>
                          <a:pt x="68" y="161"/>
                        </a:cubicBezTo>
                        <a:cubicBezTo>
                          <a:pt x="67" y="163"/>
                          <a:pt x="67" y="162"/>
                          <a:pt x="66" y="163"/>
                        </a:cubicBezTo>
                        <a:cubicBezTo>
                          <a:pt x="65" y="164"/>
                          <a:pt x="65" y="167"/>
                          <a:pt x="65" y="168"/>
                        </a:cubicBezTo>
                        <a:cubicBezTo>
                          <a:pt x="65" y="169"/>
                          <a:pt x="66" y="174"/>
                          <a:pt x="65" y="176"/>
                        </a:cubicBezTo>
                        <a:cubicBezTo>
                          <a:pt x="65" y="179"/>
                          <a:pt x="63" y="179"/>
                          <a:pt x="63" y="180"/>
                        </a:cubicBezTo>
                        <a:cubicBezTo>
                          <a:pt x="63" y="182"/>
                          <a:pt x="64" y="183"/>
                          <a:pt x="64" y="184"/>
                        </a:cubicBezTo>
                        <a:cubicBezTo>
                          <a:pt x="64" y="185"/>
                          <a:pt x="65" y="186"/>
                          <a:pt x="65" y="187"/>
                        </a:cubicBezTo>
                        <a:cubicBezTo>
                          <a:pt x="66" y="188"/>
                          <a:pt x="66" y="189"/>
                          <a:pt x="66" y="190"/>
                        </a:cubicBezTo>
                        <a:cubicBezTo>
                          <a:pt x="66" y="192"/>
                          <a:pt x="70" y="196"/>
                          <a:pt x="70" y="196"/>
                        </a:cubicBezTo>
                        <a:cubicBezTo>
                          <a:pt x="70" y="196"/>
                          <a:pt x="70" y="199"/>
                          <a:pt x="70" y="201"/>
                        </a:cubicBezTo>
                        <a:cubicBezTo>
                          <a:pt x="70" y="204"/>
                          <a:pt x="70" y="204"/>
                          <a:pt x="70" y="206"/>
                        </a:cubicBezTo>
                        <a:cubicBezTo>
                          <a:pt x="70" y="208"/>
                          <a:pt x="70" y="208"/>
                          <a:pt x="71" y="209"/>
                        </a:cubicBezTo>
                        <a:cubicBezTo>
                          <a:pt x="71" y="210"/>
                          <a:pt x="72" y="210"/>
                          <a:pt x="73" y="211"/>
                        </a:cubicBezTo>
                        <a:cubicBezTo>
                          <a:pt x="74" y="212"/>
                          <a:pt x="75" y="212"/>
                          <a:pt x="75" y="213"/>
                        </a:cubicBezTo>
                        <a:cubicBezTo>
                          <a:pt x="76" y="215"/>
                          <a:pt x="78" y="215"/>
                          <a:pt x="78" y="216"/>
                        </a:cubicBezTo>
                        <a:cubicBezTo>
                          <a:pt x="78" y="217"/>
                          <a:pt x="79" y="218"/>
                          <a:pt x="79" y="218"/>
                        </a:cubicBezTo>
                        <a:cubicBezTo>
                          <a:pt x="79" y="218"/>
                          <a:pt x="79" y="219"/>
                          <a:pt x="79" y="219"/>
                        </a:cubicBezTo>
                        <a:cubicBezTo>
                          <a:pt x="79" y="219"/>
                          <a:pt x="81" y="217"/>
                          <a:pt x="81" y="215"/>
                        </a:cubicBezTo>
                        <a:cubicBezTo>
                          <a:pt x="81" y="213"/>
                          <a:pt x="81" y="210"/>
                          <a:pt x="81" y="209"/>
                        </a:cubicBezTo>
                        <a:cubicBezTo>
                          <a:pt x="80" y="208"/>
                          <a:pt x="80" y="206"/>
                          <a:pt x="81" y="205"/>
                        </a:cubicBezTo>
                        <a:cubicBezTo>
                          <a:pt x="81" y="204"/>
                          <a:pt x="81" y="203"/>
                          <a:pt x="82" y="203"/>
                        </a:cubicBezTo>
                        <a:cubicBezTo>
                          <a:pt x="83" y="202"/>
                          <a:pt x="87" y="201"/>
                          <a:pt x="87" y="200"/>
                        </a:cubicBezTo>
                        <a:cubicBezTo>
                          <a:pt x="88" y="199"/>
                          <a:pt x="88" y="199"/>
                          <a:pt x="89" y="197"/>
                        </a:cubicBezTo>
                        <a:cubicBezTo>
                          <a:pt x="89" y="196"/>
                          <a:pt x="88" y="195"/>
                          <a:pt x="89" y="194"/>
                        </a:cubicBezTo>
                        <a:cubicBezTo>
                          <a:pt x="90" y="194"/>
                          <a:pt x="91" y="193"/>
                          <a:pt x="91" y="191"/>
                        </a:cubicBezTo>
                        <a:cubicBezTo>
                          <a:pt x="91" y="190"/>
                          <a:pt x="90" y="188"/>
                          <a:pt x="90" y="187"/>
                        </a:cubicBezTo>
                        <a:cubicBezTo>
                          <a:pt x="90" y="186"/>
                          <a:pt x="89" y="185"/>
                          <a:pt x="90" y="184"/>
                        </a:cubicBezTo>
                        <a:cubicBezTo>
                          <a:pt x="90" y="183"/>
                          <a:pt x="90" y="183"/>
                          <a:pt x="90" y="183"/>
                        </a:cubicBezTo>
                        <a:cubicBezTo>
                          <a:pt x="90" y="183"/>
                          <a:pt x="92" y="182"/>
                          <a:pt x="93" y="182"/>
                        </a:cubicBezTo>
                        <a:cubicBezTo>
                          <a:pt x="94" y="182"/>
                          <a:pt x="94" y="182"/>
                          <a:pt x="94" y="183"/>
                        </a:cubicBezTo>
                        <a:cubicBezTo>
                          <a:pt x="94" y="185"/>
                          <a:pt x="95" y="186"/>
                          <a:pt x="95" y="186"/>
                        </a:cubicBezTo>
                        <a:cubicBezTo>
                          <a:pt x="95" y="187"/>
                          <a:pt x="96" y="188"/>
                          <a:pt x="96" y="188"/>
                        </a:cubicBezTo>
                        <a:cubicBezTo>
                          <a:pt x="96" y="188"/>
                          <a:pt x="97" y="188"/>
                          <a:pt x="97" y="189"/>
                        </a:cubicBezTo>
                        <a:cubicBezTo>
                          <a:pt x="98" y="190"/>
                          <a:pt x="98" y="192"/>
                          <a:pt x="98" y="192"/>
                        </a:cubicBezTo>
                        <a:cubicBezTo>
                          <a:pt x="98" y="193"/>
                          <a:pt x="99" y="195"/>
                          <a:pt x="99" y="195"/>
                        </a:cubicBezTo>
                        <a:cubicBezTo>
                          <a:pt x="99" y="195"/>
                          <a:pt x="101" y="195"/>
                          <a:pt x="101" y="197"/>
                        </a:cubicBezTo>
                        <a:cubicBezTo>
                          <a:pt x="101" y="198"/>
                          <a:pt x="103" y="201"/>
                          <a:pt x="104" y="202"/>
                        </a:cubicBezTo>
                        <a:cubicBezTo>
                          <a:pt x="104" y="202"/>
                          <a:pt x="104" y="204"/>
                          <a:pt x="106" y="205"/>
                        </a:cubicBezTo>
                        <a:cubicBezTo>
                          <a:pt x="106" y="205"/>
                          <a:pt x="107" y="205"/>
                          <a:pt x="107" y="205"/>
                        </a:cubicBezTo>
                        <a:cubicBezTo>
                          <a:pt x="108" y="205"/>
                          <a:pt x="109" y="205"/>
                          <a:pt x="109" y="205"/>
                        </a:cubicBezTo>
                        <a:cubicBezTo>
                          <a:pt x="111" y="203"/>
                          <a:pt x="111" y="203"/>
                          <a:pt x="111" y="203"/>
                        </a:cubicBezTo>
                        <a:cubicBezTo>
                          <a:pt x="111" y="203"/>
                          <a:pt x="112" y="203"/>
                          <a:pt x="113" y="204"/>
                        </a:cubicBezTo>
                        <a:cubicBezTo>
                          <a:pt x="113" y="204"/>
                          <a:pt x="115" y="204"/>
                          <a:pt x="116" y="204"/>
                        </a:cubicBezTo>
                        <a:cubicBezTo>
                          <a:pt x="116" y="204"/>
                          <a:pt x="117" y="204"/>
                          <a:pt x="117" y="204"/>
                        </a:cubicBezTo>
                        <a:cubicBezTo>
                          <a:pt x="118" y="204"/>
                          <a:pt x="118" y="204"/>
                          <a:pt x="118" y="204"/>
                        </a:cubicBezTo>
                        <a:cubicBezTo>
                          <a:pt x="118" y="206"/>
                          <a:pt x="118" y="206"/>
                          <a:pt x="118" y="206"/>
                        </a:cubicBezTo>
                        <a:cubicBezTo>
                          <a:pt x="119" y="208"/>
                          <a:pt x="119" y="208"/>
                          <a:pt x="119" y="208"/>
                        </a:cubicBezTo>
                        <a:cubicBezTo>
                          <a:pt x="119" y="208"/>
                          <a:pt x="119" y="208"/>
                          <a:pt x="120" y="208"/>
                        </a:cubicBezTo>
                        <a:cubicBezTo>
                          <a:pt x="120" y="208"/>
                          <a:pt x="120" y="208"/>
                          <a:pt x="120" y="208"/>
                        </a:cubicBezTo>
                        <a:cubicBezTo>
                          <a:pt x="120" y="210"/>
                          <a:pt x="121" y="210"/>
                          <a:pt x="120" y="210"/>
                        </a:cubicBezTo>
                        <a:cubicBezTo>
                          <a:pt x="118" y="211"/>
                          <a:pt x="118" y="211"/>
                          <a:pt x="118" y="211"/>
                        </a:cubicBezTo>
                        <a:cubicBezTo>
                          <a:pt x="118" y="211"/>
                          <a:pt x="117" y="212"/>
                          <a:pt x="117" y="213"/>
                        </a:cubicBezTo>
                        <a:cubicBezTo>
                          <a:pt x="117" y="213"/>
                          <a:pt x="117" y="214"/>
                          <a:pt x="117" y="215"/>
                        </a:cubicBezTo>
                        <a:cubicBezTo>
                          <a:pt x="117" y="216"/>
                          <a:pt x="115" y="215"/>
                          <a:pt x="117" y="216"/>
                        </a:cubicBezTo>
                        <a:cubicBezTo>
                          <a:pt x="118" y="217"/>
                          <a:pt x="119" y="217"/>
                          <a:pt x="119" y="218"/>
                        </a:cubicBezTo>
                        <a:cubicBezTo>
                          <a:pt x="119" y="219"/>
                          <a:pt x="118" y="221"/>
                          <a:pt x="118" y="221"/>
                        </a:cubicBezTo>
                        <a:cubicBezTo>
                          <a:pt x="118" y="222"/>
                          <a:pt x="118" y="222"/>
                          <a:pt x="118" y="222"/>
                        </a:cubicBezTo>
                        <a:cubicBezTo>
                          <a:pt x="117" y="222"/>
                          <a:pt x="117" y="222"/>
                          <a:pt x="117" y="222"/>
                        </a:cubicBezTo>
                        <a:cubicBezTo>
                          <a:pt x="117" y="222"/>
                          <a:pt x="116" y="222"/>
                          <a:pt x="116" y="222"/>
                        </a:cubicBezTo>
                        <a:cubicBezTo>
                          <a:pt x="115" y="222"/>
                          <a:pt x="115" y="222"/>
                          <a:pt x="114" y="222"/>
                        </a:cubicBezTo>
                        <a:cubicBezTo>
                          <a:pt x="112" y="223"/>
                          <a:pt x="111" y="222"/>
                          <a:pt x="110" y="224"/>
                        </a:cubicBezTo>
                        <a:cubicBezTo>
                          <a:pt x="110" y="224"/>
                          <a:pt x="110" y="224"/>
                          <a:pt x="110" y="224"/>
                        </a:cubicBezTo>
                        <a:cubicBezTo>
                          <a:pt x="110" y="224"/>
                          <a:pt x="110" y="224"/>
                          <a:pt x="109" y="224"/>
                        </a:cubicBezTo>
                        <a:cubicBezTo>
                          <a:pt x="109" y="224"/>
                          <a:pt x="109" y="224"/>
                          <a:pt x="109" y="224"/>
                        </a:cubicBezTo>
                        <a:cubicBezTo>
                          <a:pt x="109" y="224"/>
                          <a:pt x="108" y="225"/>
                          <a:pt x="108" y="226"/>
                        </a:cubicBezTo>
                        <a:cubicBezTo>
                          <a:pt x="107" y="230"/>
                          <a:pt x="106" y="227"/>
                          <a:pt x="107" y="230"/>
                        </a:cubicBezTo>
                        <a:cubicBezTo>
                          <a:pt x="107" y="232"/>
                          <a:pt x="107" y="233"/>
                          <a:pt x="108" y="234"/>
                        </a:cubicBezTo>
                        <a:cubicBezTo>
                          <a:pt x="108" y="234"/>
                          <a:pt x="109" y="235"/>
                          <a:pt x="109" y="236"/>
                        </a:cubicBezTo>
                        <a:cubicBezTo>
                          <a:pt x="109" y="237"/>
                          <a:pt x="110" y="238"/>
                          <a:pt x="108" y="238"/>
                        </a:cubicBezTo>
                        <a:cubicBezTo>
                          <a:pt x="108" y="238"/>
                          <a:pt x="108" y="238"/>
                          <a:pt x="108" y="238"/>
                        </a:cubicBezTo>
                        <a:cubicBezTo>
                          <a:pt x="108" y="238"/>
                          <a:pt x="108" y="238"/>
                          <a:pt x="107" y="238"/>
                        </a:cubicBezTo>
                        <a:cubicBezTo>
                          <a:pt x="107" y="238"/>
                          <a:pt x="107" y="238"/>
                          <a:pt x="107" y="238"/>
                        </a:cubicBezTo>
                        <a:cubicBezTo>
                          <a:pt x="107" y="238"/>
                          <a:pt x="107" y="238"/>
                          <a:pt x="107" y="239"/>
                        </a:cubicBezTo>
                        <a:cubicBezTo>
                          <a:pt x="107" y="240"/>
                          <a:pt x="105" y="243"/>
                          <a:pt x="105" y="243"/>
                        </a:cubicBezTo>
                        <a:cubicBezTo>
                          <a:pt x="105" y="243"/>
                          <a:pt x="107" y="252"/>
                          <a:pt x="108" y="254"/>
                        </a:cubicBezTo>
                        <a:cubicBezTo>
                          <a:pt x="108" y="256"/>
                          <a:pt x="110" y="257"/>
                          <a:pt x="112" y="259"/>
                        </a:cubicBezTo>
                        <a:cubicBezTo>
                          <a:pt x="113" y="261"/>
                          <a:pt x="113" y="262"/>
                          <a:pt x="113" y="264"/>
                        </a:cubicBezTo>
                        <a:cubicBezTo>
                          <a:pt x="114" y="266"/>
                          <a:pt x="115" y="266"/>
                          <a:pt x="115" y="267"/>
                        </a:cubicBezTo>
                        <a:cubicBezTo>
                          <a:pt x="115" y="268"/>
                          <a:pt x="115" y="268"/>
                          <a:pt x="117" y="270"/>
                        </a:cubicBezTo>
                        <a:cubicBezTo>
                          <a:pt x="118" y="271"/>
                          <a:pt x="120" y="271"/>
                          <a:pt x="120" y="272"/>
                        </a:cubicBezTo>
                        <a:cubicBezTo>
                          <a:pt x="121" y="274"/>
                          <a:pt x="121" y="275"/>
                          <a:pt x="122" y="275"/>
                        </a:cubicBezTo>
                        <a:cubicBezTo>
                          <a:pt x="123" y="275"/>
                          <a:pt x="126" y="276"/>
                          <a:pt x="126" y="276"/>
                        </a:cubicBezTo>
                        <a:cubicBezTo>
                          <a:pt x="127" y="274"/>
                          <a:pt x="127" y="274"/>
                          <a:pt x="127" y="274"/>
                        </a:cubicBezTo>
                        <a:cubicBezTo>
                          <a:pt x="127" y="274"/>
                          <a:pt x="127" y="274"/>
                          <a:pt x="128" y="274"/>
                        </a:cubicBezTo>
                        <a:cubicBezTo>
                          <a:pt x="128" y="274"/>
                          <a:pt x="129" y="274"/>
                          <a:pt x="129" y="275"/>
                        </a:cubicBezTo>
                        <a:cubicBezTo>
                          <a:pt x="129" y="276"/>
                          <a:pt x="129" y="278"/>
                          <a:pt x="129" y="279"/>
                        </a:cubicBezTo>
                        <a:cubicBezTo>
                          <a:pt x="129" y="279"/>
                          <a:pt x="129" y="284"/>
                          <a:pt x="130" y="286"/>
                        </a:cubicBezTo>
                        <a:cubicBezTo>
                          <a:pt x="132" y="287"/>
                          <a:pt x="133" y="286"/>
                          <a:pt x="133" y="288"/>
                        </a:cubicBezTo>
                        <a:cubicBezTo>
                          <a:pt x="134" y="290"/>
                          <a:pt x="135" y="290"/>
                          <a:pt x="136" y="290"/>
                        </a:cubicBezTo>
                        <a:cubicBezTo>
                          <a:pt x="136" y="290"/>
                          <a:pt x="137" y="290"/>
                          <a:pt x="137" y="290"/>
                        </a:cubicBezTo>
                        <a:cubicBezTo>
                          <a:pt x="137" y="290"/>
                          <a:pt x="137" y="290"/>
                          <a:pt x="138" y="290"/>
                        </a:cubicBezTo>
                        <a:cubicBezTo>
                          <a:pt x="139" y="291"/>
                          <a:pt x="139" y="293"/>
                          <a:pt x="140" y="294"/>
                        </a:cubicBezTo>
                        <a:cubicBezTo>
                          <a:pt x="140" y="295"/>
                          <a:pt x="140" y="297"/>
                          <a:pt x="140" y="297"/>
                        </a:cubicBezTo>
                        <a:cubicBezTo>
                          <a:pt x="143" y="298"/>
                          <a:pt x="143" y="298"/>
                          <a:pt x="143" y="298"/>
                        </a:cubicBezTo>
                        <a:cubicBezTo>
                          <a:pt x="145" y="300"/>
                          <a:pt x="145" y="300"/>
                          <a:pt x="145" y="300"/>
                        </a:cubicBezTo>
                        <a:cubicBezTo>
                          <a:pt x="145" y="300"/>
                          <a:pt x="145" y="302"/>
                          <a:pt x="145" y="304"/>
                        </a:cubicBezTo>
                        <a:cubicBezTo>
                          <a:pt x="145" y="305"/>
                          <a:pt x="145" y="306"/>
                          <a:pt x="145" y="307"/>
                        </a:cubicBezTo>
                        <a:cubicBezTo>
                          <a:pt x="145" y="309"/>
                          <a:pt x="145" y="310"/>
                          <a:pt x="145" y="311"/>
                        </a:cubicBezTo>
                        <a:cubicBezTo>
                          <a:pt x="145" y="313"/>
                          <a:pt x="146" y="314"/>
                          <a:pt x="147" y="315"/>
                        </a:cubicBezTo>
                        <a:cubicBezTo>
                          <a:pt x="147" y="316"/>
                          <a:pt x="147" y="316"/>
                          <a:pt x="147" y="316"/>
                        </a:cubicBezTo>
                        <a:cubicBezTo>
                          <a:pt x="147" y="316"/>
                          <a:pt x="147" y="316"/>
                          <a:pt x="147" y="316"/>
                        </a:cubicBezTo>
                        <a:cubicBezTo>
                          <a:pt x="147" y="315"/>
                          <a:pt x="147" y="315"/>
                          <a:pt x="147" y="315"/>
                        </a:cubicBezTo>
                        <a:cubicBezTo>
                          <a:pt x="147" y="315"/>
                          <a:pt x="147" y="316"/>
                          <a:pt x="147" y="317"/>
                        </a:cubicBezTo>
                        <a:cubicBezTo>
                          <a:pt x="147" y="320"/>
                          <a:pt x="147" y="318"/>
                          <a:pt x="147" y="320"/>
                        </a:cubicBezTo>
                        <a:cubicBezTo>
                          <a:pt x="147" y="321"/>
                          <a:pt x="147" y="321"/>
                          <a:pt x="146" y="321"/>
                        </a:cubicBezTo>
                        <a:cubicBezTo>
                          <a:pt x="146" y="321"/>
                          <a:pt x="146" y="321"/>
                          <a:pt x="146" y="321"/>
                        </a:cubicBezTo>
                        <a:cubicBezTo>
                          <a:pt x="146" y="321"/>
                          <a:pt x="146" y="321"/>
                          <a:pt x="146" y="321"/>
                        </a:cubicBezTo>
                        <a:cubicBezTo>
                          <a:pt x="146" y="321"/>
                          <a:pt x="146" y="321"/>
                          <a:pt x="146" y="322"/>
                        </a:cubicBezTo>
                        <a:cubicBezTo>
                          <a:pt x="148" y="326"/>
                          <a:pt x="148" y="327"/>
                          <a:pt x="149" y="328"/>
                        </a:cubicBezTo>
                        <a:cubicBezTo>
                          <a:pt x="150" y="329"/>
                          <a:pt x="151" y="328"/>
                          <a:pt x="151" y="330"/>
                        </a:cubicBezTo>
                        <a:cubicBezTo>
                          <a:pt x="152" y="332"/>
                          <a:pt x="151" y="332"/>
                          <a:pt x="152" y="334"/>
                        </a:cubicBezTo>
                        <a:cubicBezTo>
                          <a:pt x="152" y="334"/>
                          <a:pt x="152" y="334"/>
                          <a:pt x="152" y="334"/>
                        </a:cubicBezTo>
                        <a:cubicBezTo>
                          <a:pt x="152" y="334"/>
                          <a:pt x="152" y="334"/>
                          <a:pt x="152" y="334"/>
                        </a:cubicBezTo>
                        <a:cubicBezTo>
                          <a:pt x="152" y="334"/>
                          <a:pt x="152" y="334"/>
                          <a:pt x="152" y="334"/>
                        </a:cubicBezTo>
                        <a:cubicBezTo>
                          <a:pt x="152" y="334"/>
                          <a:pt x="152" y="334"/>
                          <a:pt x="152" y="334"/>
                        </a:cubicBezTo>
                        <a:cubicBezTo>
                          <a:pt x="152" y="334"/>
                          <a:pt x="152" y="334"/>
                          <a:pt x="152" y="334"/>
                        </a:cubicBezTo>
                        <a:cubicBezTo>
                          <a:pt x="152" y="334"/>
                          <a:pt x="152" y="334"/>
                          <a:pt x="152" y="334"/>
                        </a:cubicBezTo>
                        <a:cubicBezTo>
                          <a:pt x="152" y="334"/>
                          <a:pt x="152" y="334"/>
                          <a:pt x="152" y="334"/>
                        </a:cubicBezTo>
                        <a:cubicBezTo>
                          <a:pt x="152" y="334"/>
                          <a:pt x="152" y="334"/>
                          <a:pt x="152" y="334"/>
                        </a:cubicBezTo>
                        <a:cubicBezTo>
                          <a:pt x="152" y="334"/>
                          <a:pt x="152" y="334"/>
                          <a:pt x="152" y="334"/>
                        </a:cubicBezTo>
                        <a:cubicBezTo>
                          <a:pt x="152" y="334"/>
                          <a:pt x="152" y="334"/>
                          <a:pt x="152" y="334"/>
                        </a:cubicBezTo>
                        <a:cubicBezTo>
                          <a:pt x="152" y="334"/>
                          <a:pt x="152" y="334"/>
                          <a:pt x="152" y="334"/>
                        </a:cubicBezTo>
                        <a:cubicBezTo>
                          <a:pt x="152" y="334"/>
                          <a:pt x="152" y="334"/>
                          <a:pt x="152" y="334"/>
                        </a:cubicBezTo>
                        <a:cubicBezTo>
                          <a:pt x="152" y="334"/>
                          <a:pt x="152" y="334"/>
                          <a:pt x="152" y="334"/>
                        </a:cubicBezTo>
                        <a:cubicBezTo>
                          <a:pt x="152" y="334"/>
                          <a:pt x="152" y="334"/>
                          <a:pt x="152" y="335"/>
                        </a:cubicBezTo>
                        <a:cubicBezTo>
                          <a:pt x="153" y="337"/>
                          <a:pt x="153" y="337"/>
                          <a:pt x="153" y="339"/>
                        </a:cubicBezTo>
                        <a:cubicBezTo>
                          <a:pt x="153" y="340"/>
                          <a:pt x="154" y="340"/>
                          <a:pt x="154" y="340"/>
                        </a:cubicBezTo>
                        <a:cubicBezTo>
                          <a:pt x="154" y="340"/>
                          <a:pt x="154" y="340"/>
                          <a:pt x="154" y="340"/>
                        </a:cubicBezTo>
                        <a:cubicBezTo>
                          <a:pt x="154" y="340"/>
                          <a:pt x="154" y="340"/>
                          <a:pt x="154" y="340"/>
                        </a:cubicBezTo>
                        <a:cubicBezTo>
                          <a:pt x="154" y="340"/>
                          <a:pt x="154" y="340"/>
                          <a:pt x="153" y="341"/>
                        </a:cubicBezTo>
                        <a:cubicBezTo>
                          <a:pt x="152" y="344"/>
                          <a:pt x="152" y="349"/>
                          <a:pt x="152" y="351"/>
                        </a:cubicBezTo>
                        <a:cubicBezTo>
                          <a:pt x="152" y="353"/>
                          <a:pt x="151" y="354"/>
                          <a:pt x="151" y="356"/>
                        </a:cubicBezTo>
                        <a:cubicBezTo>
                          <a:pt x="152" y="358"/>
                          <a:pt x="152" y="359"/>
                          <a:pt x="153" y="360"/>
                        </a:cubicBezTo>
                        <a:cubicBezTo>
                          <a:pt x="154" y="361"/>
                          <a:pt x="159" y="373"/>
                          <a:pt x="160" y="375"/>
                        </a:cubicBezTo>
                        <a:cubicBezTo>
                          <a:pt x="161" y="377"/>
                          <a:pt x="162" y="380"/>
                          <a:pt x="162" y="381"/>
                        </a:cubicBezTo>
                        <a:cubicBezTo>
                          <a:pt x="162" y="382"/>
                          <a:pt x="163" y="383"/>
                          <a:pt x="164" y="385"/>
                        </a:cubicBezTo>
                        <a:cubicBezTo>
                          <a:pt x="164" y="387"/>
                          <a:pt x="167" y="386"/>
                          <a:pt x="167" y="389"/>
                        </a:cubicBezTo>
                        <a:cubicBezTo>
                          <a:pt x="167" y="392"/>
                          <a:pt x="168" y="397"/>
                          <a:pt x="168" y="400"/>
                        </a:cubicBezTo>
                        <a:cubicBezTo>
                          <a:pt x="168" y="403"/>
                          <a:pt x="168" y="402"/>
                          <a:pt x="169" y="405"/>
                        </a:cubicBezTo>
                        <a:cubicBezTo>
                          <a:pt x="170" y="407"/>
                          <a:pt x="171" y="408"/>
                          <a:pt x="171" y="409"/>
                        </a:cubicBezTo>
                        <a:cubicBezTo>
                          <a:pt x="171" y="410"/>
                          <a:pt x="179" y="431"/>
                          <a:pt x="179" y="432"/>
                        </a:cubicBezTo>
                        <a:cubicBezTo>
                          <a:pt x="180" y="434"/>
                          <a:pt x="178" y="437"/>
                          <a:pt x="179" y="439"/>
                        </a:cubicBezTo>
                        <a:cubicBezTo>
                          <a:pt x="181" y="440"/>
                          <a:pt x="184" y="441"/>
                          <a:pt x="184" y="441"/>
                        </a:cubicBezTo>
                        <a:cubicBezTo>
                          <a:pt x="184" y="441"/>
                          <a:pt x="184" y="441"/>
                          <a:pt x="185" y="441"/>
                        </a:cubicBezTo>
                        <a:cubicBezTo>
                          <a:pt x="185" y="441"/>
                          <a:pt x="186" y="441"/>
                          <a:pt x="186" y="443"/>
                        </a:cubicBezTo>
                        <a:cubicBezTo>
                          <a:pt x="186" y="446"/>
                          <a:pt x="185" y="447"/>
                          <a:pt x="185" y="448"/>
                        </a:cubicBezTo>
                        <a:cubicBezTo>
                          <a:pt x="185" y="448"/>
                          <a:pt x="185" y="449"/>
                          <a:pt x="186" y="451"/>
                        </a:cubicBezTo>
                        <a:cubicBezTo>
                          <a:pt x="187" y="452"/>
                          <a:pt x="191" y="460"/>
                          <a:pt x="192" y="462"/>
                        </a:cubicBezTo>
                        <a:cubicBezTo>
                          <a:pt x="193" y="463"/>
                          <a:pt x="195" y="465"/>
                          <a:pt x="196" y="468"/>
                        </a:cubicBezTo>
                        <a:cubicBezTo>
                          <a:pt x="198" y="471"/>
                          <a:pt x="198" y="470"/>
                          <a:pt x="199" y="473"/>
                        </a:cubicBezTo>
                        <a:cubicBezTo>
                          <a:pt x="200" y="475"/>
                          <a:pt x="201" y="475"/>
                          <a:pt x="202" y="478"/>
                        </a:cubicBezTo>
                        <a:cubicBezTo>
                          <a:pt x="202" y="482"/>
                          <a:pt x="204" y="488"/>
                          <a:pt x="206" y="490"/>
                        </a:cubicBezTo>
                        <a:cubicBezTo>
                          <a:pt x="207" y="492"/>
                          <a:pt x="207" y="492"/>
                          <a:pt x="208" y="495"/>
                        </a:cubicBezTo>
                        <a:cubicBezTo>
                          <a:pt x="208" y="498"/>
                          <a:pt x="208" y="498"/>
                          <a:pt x="209" y="499"/>
                        </a:cubicBezTo>
                        <a:cubicBezTo>
                          <a:pt x="209" y="499"/>
                          <a:pt x="209" y="499"/>
                          <a:pt x="209" y="499"/>
                        </a:cubicBezTo>
                        <a:cubicBezTo>
                          <a:pt x="209" y="499"/>
                          <a:pt x="209" y="499"/>
                          <a:pt x="209" y="499"/>
                        </a:cubicBezTo>
                        <a:cubicBezTo>
                          <a:pt x="209" y="499"/>
                          <a:pt x="209" y="499"/>
                          <a:pt x="209" y="499"/>
                        </a:cubicBezTo>
                        <a:cubicBezTo>
                          <a:pt x="210" y="499"/>
                          <a:pt x="210" y="499"/>
                          <a:pt x="211" y="500"/>
                        </a:cubicBezTo>
                        <a:cubicBezTo>
                          <a:pt x="214" y="502"/>
                          <a:pt x="222" y="514"/>
                          <a:pt x="224" y="517"/>
                        </a:cubicBezTo>
                        <a:cubicBezTo>
                          <a:pt x="226" y="521"/>
                          <a:pt x="226" y="521"/>
                          <a:pt x="228" y="523"/>
                        </a:cubicBezTo>
                        <a:cubicBezTo>
                          <a:pt x="229" y="526"/>
                          <a:pt x="229" y="526"/>
                          <a:pt x="230" y="527"/>
                        </a:cubicBezTo>
                        <a:cubicBezTo>
                          <a:pt x="230" y="527"/>
                          <a:pt x="232" y="530"/>
                          <a:pt x="234" y="531"/>
                        </a:cubicBezTo>
                        <a:cubicBezTo>
                          <a:pt x="236" y="532"/>
                          <a:pt x="235" y="534"/>
                          <a:pt x="236" y="535"/>
                        </a:cubicBezTo>
                        <a:cubicBezTo>
                          <a:pt x="237" y="535"/>
                          <a:pt x="239" y="535"/>
                          <a:pt x="240" y="535"/>
                        </a:cubicBezTo>
                        <a:cubicBezTo>
                          <a:pt x="240" y="535"/>
                          <a:pt x="241" y="535"/>
                          <a:pt x="241" y="535"/>
                        </a:cubicBezTo>
                        <a:cubicBezTo>
                          <a:pt x="241" y="535"/>
                          <a:pt x="242" y="535"/>
                          <a:pt x="242" y="536"/>
                        </a:cubicBezTo>
                        <a:cubicBezTo>
                          <a:pt x="242" y="538"/>
                          <a:pt x="241" y="538"/>
                          <a:pt x="241" y="539"/>
                        </a:cubicBezTo>
                        <a:cubicBezTo>
                          <a:pt x="241" y="539"/>
                          <a:pt x="241" y="539"/>
                          <a:pt x="241" y="539"/>
                        </a:cubicBezTo>
                        <a:cubicBezTo>
                          <a:pt x="241" y="539"/>
                          <a:pt x="241" y="539"/>
                          <a:pt x="241" y="539"/>
                        </a:cubicBezTo>
                        <a:cubicBezTo>
                          <a:pt x="241" y="539"/>
                          <a:pt x="241" y="539"/>
                          <a:pt x="241" y="539"/>
                        </a:cubicBezTo>
                        <a:cubicBezTo>
                          <a:pt x="241" y="539"/>
                          <a:pt x="241" y="539"/>
                          <a:pt x="241" y="540"/>
                        </a:cubicBezTo>
                        <a:cubicBezTo>
                          <a:pt x="242" y="542"/>
                          <a:pt x="243" y="542"/>
                          <a:pt x="244" y="543"/>
                        </a:cubicBezTo>
                        <a:cubicBezTo>
                          <a:pt x="245" y="543"/>
                          <a:pt x="247" y="545"/>
                          <a:pt x="248" y="546"/>
                        </a:cubicBezTo>
                        <a:cubicBezTo>
                          <a:pt x="248" y="547"/>
                          <a:pt x="249" y="549"/>
                          <a:pt x="251" y="551"/>
                        </a:cubicBezTo>
                        <a:cubicBezTo>
                          <a:pt x="252" y="554"/>
                          <a:pt x="253" y="553"/>
                          <a:pt x="255" y="555"/>
                        </a:cubicBezTo>
                        <a:cubicBezTo>
                          <a:pt x="256" y="557"/>
                          <a:pt x="256" y="557"/>
                          <a:pt x="257" y="559"/>
                        </a:cubicBezTo>
                        <a:cubicBezTo>
                          <a:pt x="257" y="560"/>
                          <a:pt x="258" y="562"/>
                          <a:pt x="258" y="562"/>
                        </a:cubicBezTo>
                        <a:cubicBezTo>
                          <a:pt x="258" y="562"/>
                          <a:pt x="284" y="582"/>
                          <a:pt x="286" y="585"/>
                        </a:cubicBezTo>
                        <a:cubicBezTo>
                          <a:pt x="288" y="588"/>
                          <a:pt x="291" y="590"/>
                          <a:pt x="292" y="591"/>
                        </a:cubicBezTo>
                        <a:cubicBezTo>
                          <a:pt x="294" y="593"/>
                          <a:pt x="295" y="593"/>
                          <a:pt x="297" y="594"/>
                        </a:cubicBezTo>
                        <a:cubicBezTo>
                          <a:pt x="298" y="595"/>
                          <a:pt x="301" y="597"/>
                          <a:pt x="301" y="597"/>
                        </a:cubicBezTo>
                        <a:cubicBezTo>
                          <a:pt x="301" y="597"/>
                          <a:pt x="310" y="604"/>
                          <a:pt x="310" y="604"/>
                        </a:cubicBezTo>
                        <a:cubicBezTo>
                          <a:pt x="311" y="605"/>
                          <a:pt x="312" y="606"/>
                          <a:pt x="315" y="607"/>
                        </a:cubicBezTo>
                        <a:cubicBezTo>
                          <a:pt x="317" y="608"/>
                          <a:pt x="318" y="608"/>
                          <a:pt x="319" y="609"/>
                        </a:cubicBezTo>
                        <a:cubicBezTo>
                          <a:pt x="319" y="610"/>
                          <a:pt x="322" y="612"/>
                          <a:pt x="323" y="612"/>
                        </a:cubicBezTo>
                        <a:cubicBezTo>
                          <a:pt x="324" y="613"/>
                          <a:pt x="325" y="613"/>
                          <a:pt x="326" y="614"/>
                        </a:cubicBezTo>
                        <a:cubicBezTo>
                          <a:pt x="326" y="615"/>
                          <a:pt x="328" y="615"/>
                          <a:pt x="329" y="616"/>
                        </a:cubicBezTo>
                        <a:cubicBezTo>
                          <a:pt x="329" y="617"/>
                          <a:pt x="330" y="617"/>
                          <a:pt x="331" y="618"/>
                        </a:cubicBezTo>
                        <a:cubicBezTo>
                          <a:pt x="332" y="618"/>
                          <a:pt x="333" y="619"/>
                          <a:pt x="333" y="619"/>
                        </a:cubicBezTo>
                        <a:cubicBezTo>
                          <a:pt x="336" y="621"/>
                          <a:pt x="336" y="621"/>
                          <a:pt x="336" y="621"/>
                        </a:cubicBezTo>
                        <a:cubicBezTo>
                          <a:pt x="336" y="619"/>
                          <a:pt x="336" y="619"/>
                          <a:pt x="336" y="619"/>
                        </a:cubicBezTo>
                        <a:cubicBezTo>
                          <a:pt x="336" y="619"/>
                          <a:pt x="331" y="612"/>
                          <a:pt x="324" y="607"/>
                        </a:cubicBezTo>
                        <a:cubicBezTo>
                          <a:pt x="318" y="602"/>
                          <a:pt x="305" y="592"/>
                          <a:pt x="303" y="590"/>
                        </a:cubicBezTo>
                        <a:cubicBezTo>
                          <a:pt x="301" y="588"/>
                          <a:pt x="300" y="585"/>
                          <a:pt x="301" y="583"/>
                        </a:cubicBezTo>
                        <a:cubicBezTo>
                          <a:pt x="301" y="582"/>
                          <a:pt x="300" y="581"/>
                          <a:pt x="298" y="579"/>
                        </a:cubicBezTo>
                        <a:cubicBezTo>
                          <a:pt x="297" y="576"/>
                          <a:pt x="293" y="578"/>
                          <a:pt x="288" y="572"/>
                        </a:cubicBezTo>
                        <a:cubicBezTo>
                          <a:pt x="283" y="566"/>
                          <a:pt x="283" y="566"/>
                          <a:pt x="283" y="566"/>
                        </a:cubicBezTo>
                        <a:cubicBezTo>
                          <a:pt x="285" y="559"/>
                          <a:pt x="285" y="559"/>
                          <a:pt x="285" y="559"/>
                        </a:cubicBezTo>
                        <a:cubicBezTo>
                          <a:pt x="285" y="559"/>
                          <a:pt x="282" y="559"/>
                          <a:pt x="283" y="557"/>
                        </a:cubicBezTo>
                        <a:cubicBezTo>
                          <a:pt x="284" y="555"/>
                          <a:pt x="284" y="555"/>
                          <a:pt x="284" y="555"/>
                        </a:cubicBezTo>
                        <a:cubicBezTo>
                          <a:pt x="284" y="555"/>
                          <a:pt x="284" y="553"/>
                          <a:pt x="280" y="550"/>
                        </a:cubicBezTo>
                        <a:cubicBezTo>
                          <a:pt x="277" y="548"/>
                          <a:pt x="272" y="544"/>
                          <a:pt x="274" y="543"/>
                        </a:cubicBezTo>
                        <a:cubicBezTo>
                          <a:pt x="274" y="543"/>
                          <a:pt x="275" y="543"/>
                          <a:pt x="275" y="543"/>
                        </a:cubicBezTo>
                        <a:cubicBezTo>
                          <a:pt x="277" y="543"/>
                          <a:pt x="279" y="544"/>
                          <a:pt x="281" y="544"/>
                        </a:cubicBezTo>
                        <a:cubicBezTo>
                          <a:pt x="283" y="544"/>
                          <a:pt x="283" y="546"/>
                          <a:pt x="283" y="546"/>
                        </a:cubicBezTo>
                        <a:cubicBezTo>
                          <a:pt x="283" y="546"/>
                          <a:pt x="284" y="545"/>
                          <a:pt x="284" y="544"/>
                        </a:cubicBezTo>
                        <a:cubicBezTo>
                          <a:pt x="285" y="540"/>
                          <a:pt x="279" y="538"/>
                          <a:pt x="282" y="537"/>
                        </a:cubicBezTo>
                        <a:cubicBezTo>
                          <a:pt x="283" y="536"/>
                          <a:pt x="285" y="536"/>
                          <a:pt x="286" y="536"/>
                        </a:cubicBezTo>
                        <a:cubicBezTo>
                          <a:pt x="289" y="536"/>
                          <a:pt x="291" y="537"/>
                          <a:pt x="291" y="537"/>
                        </a:cubicBezTo>
                        <a:cubicBezTo>
                          <a:pt x="291" y="537"/>
                          <a:pt x="293" y="537"/>
                          <a:pt x="295" y="537"/>
                        </a:cubicBezTo>
                        <a:cubicBezTo>
                          <a:pt x="296" y="537"/>
                          <a:pt x="297" y="537"/>
                          <a:pt x="298" y="537"/>
                        </a:cubicBezTo>
                        <a:cubicBezTo>
                          <a:pt x="300" y="537"/>
                          <a:pt x="301" y="536"/>
                          <a:pt x="301" y="534"/>
                        </a:cubicBezTo>
                        <a:cubicBezTo>
                          <a:pt x="301" y="531"/>
                          <a:pt x="299" y="526"/>
                          <a:pt x="299" y="526"/>
                        </a:cubicBezTo>
                        <a:cubicBezTo>
                          <a:pt x="299" y="526"/>
                          <a:pt x="292" y="521"/>
                          <a:pt x="291" y="519"/>
                        </a:cubicBezTo>
                        <a:cubicBezTo>
                          <a:pt x="290" y="516"/>
                          <a:pt x="290" y="516"/>
                          <a:pt x="290" y="516"/>
                        </a:cubicBezTo>
                        <a:cubicBezTo>
                          <a:pt x="290" y="516"/>
                          <a:pt x="277" y="508"/>
                          <a:pt x="282" y="508"/>
                        </a:cubicBezTo>
                        <a:cubicBezTo>
                          <a:pt x="287" y="508"/>
                          <a:pt x="298" y="511"/>
                          <a:pt x="298" y="511"/>
                        </a:cubicBezTo>
                        <a:cubicBezTo>
                          <a:pt x="298" y="511"/>
                          <a:pt x="298" y="514"/>
                          <a:pt x="300" y="516"/>
                        </a:cubicBezTo>
                        <a:cubicBezTo>
                          <a:pt x="302" y="517"/>
                          <a:pt x="304" y="519"/>
                          <a:pt x="307" y="519"/>
                        </a:cubicBezTo>
                        <a:cubicBezTo>
                          <a:pt x="307" y="519"/>
                          <a:pt x="308" y="519"/>
                          <a:pt x="308" y="519"/>
                        </a:cubicBezTo>
                        <a:cubicBezTo>
                          <a:pt x="310" y="519"/>
                          <a:pt x="310" y="519"/>
                          <a:pt x="311" y="516"/>
                        </a:cubicBezTo>
                        <a:cubicBezTo>
                          <a:pt x="312" y="511"/>
                          <a:pt x="311" y="510"/>
                          <a:pt x="312" y="505"/>
                        </a:cubicBezTo>
                        <a:cubicBezTo>
                          <a:pt x="313" y="501"/>
                          <a:pt x="312" y="501"/>
                          <a:pt x="316" y="499"/>
                        </a:cubicBezTo>
                        <a:cubicBezTo>
                          <a:pt x="321" y="496"/>
                          <a:pt x="318" y="489"/>
                          <a:pt x="318" y="489"/>
                        </a:cubicBezTo>
                        <a:cubicBezTo>
                          <a:pt x="318" y="484"/>
                          <a:pt x="318" y="484"/>
                          <a:pt x="318" y="484"/>
                        </a:cubicBezTo>
                        <a:cubicBezTo>
                          <a:pt x="318" y="484"/>
                          <a:pt x="318" y="483"/>
                          <a:pt x="321" y="481"/>
                        </a:cubicBezTo>
                        <a:cubicBezTo>
                          <a:pt x="323" y="480"/>
                          <a:pt x="323" y="478"/>
                          <a:pt x="323" y="475"/>
                        </a:cubicBezTo>
                        <a:cubicBezTo>
                          <a:pt x="323" y="472"/>
                          <a:pt x="324" y="470"/>
                          <a:pt x="321" y="469"/>
                        </a:cubicBezTo>
                        <a:cubicBezTo>
                          <a:pt x="318" y="467"/>
                          <a:pt x="315" y="468"/>
                          <a:pt x="315" y="463"/>
                        </a:cubicBezTo>
                        <a:cubicBezTo>
                          <a:pt x="315" y="457"/>
                          <a:pt x="315" y="452"/>
                          <a:pt x="316" y="451"/>
                        </a:cubicBezTo>
                        <a:cubicBezTo>
                          <a:pt x="318" y="449"/>
                          <a:pt x="321" y="446"/>
                          <a:pt x="321" y="446"/>
                        </a:cubicBezTo>
                        <a:cubicBezTo>
                          <a:pt x="327" y="442"/>
                          <a:pt x="327" y="442"/>
                          <a:pt x="327" y="442"/>
                        </a:cubicBezTo>
                        <a:cubicBezTo>
                          <a:pt x="327" y="442"/>
                          <a:pt x="330" y="445"/>
                          <a:pt x="332" y="445"/>
                        </a:cubicBezTo>
                        <a:cubicBezTo>
                          <a:pt x="334" y="445"/>
                          <a:pt x="337" y="442"/>
                          <a:pt x="337" y="442"/>
                        </a:cubicBezTo>
                        <a:cubicBezTo>
                          <a:pt x="339" y="439"/>
                          <a:pt x="339" y="439"/>
                          <a:pt x="339" y="439"/>
                        </a:cubicBezTo>
                        <a:cubicBezTo>
                          <a:pt x="339" y="439"/>
                          <a:pt x="342" y="437"/>
                          <a:pt x="345" y="437"/>
                        </a:cubicBezTo>
                        <a:cubicBezTo>
                          <a:pt x="347" y="437"/>
                          <a:pt x="352" y="439"/>
                          <a:pt x="352" y="439"/>
                        </a:cubicBezTo>
                        <a:cubicBezTo>
                          <a:pt x="352" y="439"/>
                          <a:pt x="354" y="441"/>
                          <a:pt x="357" y="441"/>
                        </a:cubicBezTo>
                        <a:cubicBezTo>
                          <a:pt x="358" y="441"/>
                          <a:pt x="359" y="441"/>
                          <a:pt x="359" y="440"/>
                        </a:cubicBezTo>
                        <a:cubicBezTo>
                          <a:pt x="361" y="436"/>
                          <a:pt x="355" y="440"/>
                          <a:pt x="361" y="436"/>
                        </a:cubicBezTo>
                        <a:cubicBezTo>
                          <a:pt x="366" y="433"/>
                          <a:pt x="369" y="432"/>
                          <a:pt x="368" y="430"/>
                        </a:cubicBezTo>
                        <a:cubicBezTo>
                          <a:pt x="367" y="427"/>
                          <a:pt x="366" y="426"/>
                          <a:pt x="366" y="424"/>
                        </a:cubicBezTo>
                        <a:cubicBezTo>
                          <a:pt x="367" y="421"/>
                          <a:pt x="367" y="421"/>
                          <a:pt x="367" y="421"/>
                        </a:cubicBezTo>
                        <a:cubicBezTo>
                          <a:pt x="367" y="421"/>
                          <a:pt x="369" y="420"/>
                          <a:pt x="370" y="417"/>
                        </a:cubicBezTo>
                        <a:cubicBezTo>
                          <a:pt x="372" y="413"/>
                          <a:pt x="373" y="412"/>
                          <a:pt x="373" y="410"/>
                        </a:cubicBezTo>
                        <a:cubicBezTo>
                          <a:pt x="373" y="407"/>
                          <a:pt x="372" y="406"/>
                          <a:pt x="373" y="405"/>
                        </a:cubicBezTo>
                        <a:cubicBezTo>
                          <a:pt x="373" y="404"/>
                          <a:pt x="370" y="402"/>
                          <a:pt x="370" y="401"/>
                        </a:cubicBezTo>
                        <a:cubicBezTo>
                          <a:pt x="370" y="400"/>
                          <a:pt x="368" y="399"/>
                          <a:pt x="370" y="397"/>
                        </a:cubicBezTo>
                        <a:cubicBezTo>
                          <a:pt x="371" y="394"/>
                          <a:pt x="373" y="394"/>
                          <a:pt x="373" y="393"/>
                        </a:cubicBezTo>
                        <a:cubicBezTo>
                          <a:pt x="373" y="392"/>
                          <a:pt x="374" y="388"/>
                          <a:pt x="374" y="387"/>
                        </a:cubicBezTo>
                        <a:cubicBezTo>
                          <a:pt x="374" y="386"/>
                          <a:pt x="373" y="385"/>
                          <a:pt x="373" y="384"/>
                        </a:cubicBezTo>
                        <a:cubicBezTo>
                          <a:pt x="373" y="382"/>
                          <a:pt x="374" y="379"/>
                          <a:pt x="374" y="379"/>
                        </a:cubicBezTo>
                        <a:cubicBezTo>
                          <a:pt x="375" y="378"/>
                          <a:pt x="373" y="373"/>
                          <a:pt x="371" y="369"/>
                        </a:cubicBezTo>
                        <a:cubicBezTo>
                          <a:pt x="370" y="365"/>
                          <a:pt x="369" y="364"/>
                          <a:pt x="368" y="364"/>
                        </a:cubicBezTo>
                        <a:cubicBezTo>
                          <a:pt x="368" y="363"/>
                          <a:pt x="364" y="364"/>
                          <a:pt x="367" y="360"/>
                        </a:cubicBezTo>
                        <a:cubicBezTo>
                          <a:pt x="370" y="356"/>
                          <a:pt x="370" y="358"/>
                          <a:pt x="370" y="356"/>
                        </a:cubicBezTo>
                        <a:cubicBezTo>
                          <a:pt x="371" y="354"/>
                          <a:pt x="370" y="352"/>
                          <a:pt x="370" y="352"/>
                        </a:cubicBezTo>
                        <a:cubicBezTo>
                          <a:pt x="370" y="352"/>
                          <a:pt x="367" y="349"/>
                          <a:pt x="368" y="348"/>
                        </a:cubicBezTo>
                        <a:cubicBezTo>
                          <a:pt x="368" y="347"/>
                          <a:pt x="369" y="345"/>
                          <a:pt x="370" y="345"/>
                        </a:cubicBezTo>
                        <a:cubicBezTo>
                          <a:pt x="371" y="345"/>
                          <a:pt x="371" y="345"/>
                          <a:pt x="371" y="345"/>
                        </a:cubicBezTo>
                        <a:cubicBezTo>
                          <a:pt x="371" y="345"/>
                          <a:pt x="371" y="345"/>
                          <a:pt x="372" y="345"/>
                        </a:cubicBezTo>
                        <a:cubicBezTo>
                          <a:pt x="372" y="345"/>
                          <a:pt x="372" y="345"/>
                          <a:pt x="373" y="345"/>
                        </a:cubicBezTo>
                        <a:cubicBezTo>
                          <a:pt x="374" y="345"/>
                          <a:pt x="376" y="344"/>
                          <a:pt x="377" y="341"/>
                        </a:cubicBezTo>
                        <a:cubicBezTo>
                          <a:pt x="380" y="336"/>
                          <a:pt x="380" y="332"/>
                          <a:pt x="381" y="330"/>
                        </a:cubicBezTo>
                        <a:cubicBezTo>
                          <a:pt x="382" y="328"/>
                          <a:pt x="380" y="326"/>
                          <a:pt x="383" y="324"/>
                        </a:cubicBezTo>
                        <a:cubicBezTo>
                          <a:pt x="385" y="322"/>
                          <a:pt x="385" y="320"/>
                          <a:pt x="388" y="318"/>
                        </a:cubicBezTo>
                        <a:cubicBezTo>
                          <a:pt x="391" y="315"/>
                          <a:pt x="395" y="304"/>
                          <a:pt x="397" y="302"/>
                        </a:cubicBezTo>
                        <a:cubicBezTo>
                          <a:pt x="398" y="299"/>
                          <a:pt x="401" y="297"/>
                          <a:pt x="400" y="292"/>
                        </a:cubicBezTo>
                        <a:cubicBezTo>
                          <a:pt x="398" y="288"/>
                          <a:pt x="398" y="283"/>
                          <a:pt x="398" y="283"/>
                        </a:cubicBezTo>
                        <a:cubicBezTo>
                          <a:pt x="398" y="283"/>
                          <a:pt x="396" y="281"/>
                          <a:pt x="395" y="279"/>
                        </a:cubicBezTo>
                        <a:cubicBezTo>
                          <a:pt x="394" y="278"/>
                          <a:pt x="392" y="279"/>
                          <a:pt x="393" y="275"/>
                        </a:cubicBezTo>
                        <a:cubicBezTo>
                          <a:pt x="393" y="270"/>
                          <a:pt x="392" y="269"/>
                          <a:pt x="390" y="267"/>
                        </a:cubicBezTo>
                        <a:cubicBezTo>
                          <a:pt x="387" y="264"/>
                          <a:pt x="388" y="263"/>
                          <a:pt x="386" y="262"/>
                        </a:cubicBezTo>
                        <a:cubicBezTo>
                          <a:pt x="384" y="261"/>
                          <a:pt x="380" y="261"/>
                          <a:pt x="379" y="261"/>
                        </a:cubicBezTo>
                        <a:cubicBezTo>
                          <a:pt x="378" y="261"/>
                          <a:pt x="378" y="261"/>
                          <a:pt x="377" y="261"/>
                        </a:cubicBezTo>
                        <a:cubicBezTo>
                          <a:pt x="375" y="261"/>
                          <a:pt x="374" y="261"/>
                          <a:pt x="373" y="259"/>
                        </a:cubicBezTo>
                        <a:cubicBezTo>
                          <a:pt x="370" y="255"/>
                          <a:pt x="364" y="251"/>
                          <a:pt x="364" y="251"/>
                        </a:cubicBezTo>
                        <a:cubicBezTo>
                          <a:pt x="364" y="251"/>
                          <a:pt x="348" y="236"/>
                          <a:pt x="346" y="235"/>
                        </a:cubicBezTo>
                        <a:cubicBezTo>
                          <a:pt x="345" y="234"/>
                          <a:pt x="341" y="233"/>
                          <a:pt x="338" y="233"/>
                        </a:cubicBezTo>
                        <a:cubicBezTo>
                          <a:pt x="337" y="233"/>
                          <a:pt x="337" y="233"/>
                          <a:pt x="336" y="233"/>
                        </a:cubicBezTo>
                        <a:cubicBezTo>
                          <a:pt x="333" y="233"/>
                          <a:pt x="332" y="234"/>
                          <a:pt x="330" y="234"/>
                        </a:cubicBezTo>
                        <a:cubicBezTo>
                          <a:pt x="329" y="234"/>
                          <a:pt x="329" y="234"/>
                          <a:pt x="328" y="233"/>
                        </a:cubicBezTo>
                        <a:cubicBezTo>
                          <a:pt x="326" y="232"/>
                          <a:pt x="317" y="228"/>
                          <a:pt x="317" y="228"/>
                        </a:cubicBezTo>
                        <a:cubicBezTo>
                          <a:pt x="317" y="228"/>
                          <a:pt x="312" y="228"/>
                          <a:pt x="311" y="228"/>
                        </a:cubicBezTo>
                        <a:cubicBezTo>
                          <a:pt x="311" y="229"/>
                          <a:pt x="309" y="230"/>
                          <a:pt x="307" y="230"/>
                        </a:cubicBezTo>
                        <a:cubicBezTo>
                          <a:pt x="306" y="230"/>
                          <a:pt x="306" y="230"/>
                          <a:pt x="306" y="229"/>
                        </a:cubicBezTo>
                        <a:cubicBezTo>
                          <a:pt x="304" y="228"/>
                          <a:pt x="303" y="226"/>
                          <a:pt x="303" y="225"/>
                        </a:cubicBezTo>
                        <a:cubicBezTo>
                          <a:pt x="303" y="224"/>
                          <a:pt x="300" y="218"/>
                          <a:pt x="300" y="218"/>
                        </a:cubicBezTo>
                        <a:cubicBezTo>
                          <a:pt x="300" y="218"/>
                          <a:pt x="299" y="215"/>
                          <a:pt x="297" y="215"/>
                        </a:cubicBezTo>
                        <a:cubicBezTo>
                          <a:pt x="296" y="215"/>
                          <a:pt x="291" y="214"/>
                          <a:pt x="291" y="214"/>
                        </a:cubicBezTo>
                        <a:cubicBezTo>
                          <a:pt x="286" y="210"/>
                          <a:pt x="286" y="210"/>
                          <a:pt x="286" y="210"/>
                        </a:cubicBezTo>
                        <a:cubicBezTo>
                          <a:pt x="286" y="210"/>
                          <a:pt x="281" y="206"/>
                          <a:pt x="279" y="206"/>
                        </a:cubicBezTo>
                        <a:cubicBezTo>
                          <a:pt x="278" y="205"/>
                          <a:pt x="276" y="205"/>
                          <a:pt x="275" y="205"/>
                        </a:cubicBezTo>
                        <a:cubicBezTo>
                          <a:pt x="275" y="205"/>
                          <a:pt x="275" y="205"/>
                          <a:pt x="275" y="205"/>
                        </a:cubicBezTo>
                        <a:cubicBezTo>
                          <a:pt x="274" y="206"/>
                          <a:pt x="274" y="207"/>
                          <a:pt x="273" y="207"/>
                        </a:cubicBezTo>
                        <a:cubicBezTo>
                          <a:pt x="272" y="207"/>
                          <a:pt x="271" y="207"/>
                          <a:pt x="271" y="207"/>
                        </a:cubicBezTo>
                        <a:cubicBezTo>
                          <a:pt x="270" y="207"/>
                          <a:pt x="270" y="207"/>
                          <a:pt x="270" y="206"/>
                        </a:cubicBezTo>
                        <a:cubicBezTo>
                          <a:pt x="269" y="205"/>
                          <a:pt x="268" y="202"/>
                          <a:pt x="268" y="202"/>
                        </a:cubicBezTo>
                        <a:cubicBezTo>
                          <a:pt x="268" y="202"/>
                          <a:pt x="270" y="200"/>
                          <a:pt x="267" y="199"/>
                        </a:cubicBezTo>
                        <a:cubicBezTo>
                          <a:pt x="265" y="199"/>
                          <a:pt x="262" y="199"/>
                          <a:pt x="262" y="199"/>
                        </a:cubicBezTo>
                        <a:cubicBezTo>
                          <a:pt x="262" y="199"/>
                          <a:pt x="259" y="196"/>
                          <a:pt x="258" y="195"/>
                        </a:cubicBezTo>
                        <a:cubicBezTo>
                          <a:pt x="257" y="194"/>
                          <a:pt x="254" y="189"/>
                          <a:pt x="255" y="187"/>
                        </a:cubicBezTo>
                        <a:cubicBezTo>
                          <a:pt x="256" y="186"/>
                          <a:pt x="256" y="186"/>
                          <a:pt x="256" y="186"/>
                        </a:cubicBezTo>
                        <a:cubicBezTo>
                          <a:pt x="256" y="186"/>
                          <a:pt x="256" y="186"/>
                          <a:pt x="256" y="186"/>
                        </a:cubicBezTo>
                        <a:cubicBezTo>
                          <a:pt x="256" y="186"/>
                          <a:pt x="256" y="186"/>
                          <a:pt x="256" y="186"/>
                        </a:cubicBezTo>
                        <a:cubicBezTo>
                          <a:pt x="256" y="186"/>
                          <a:pt x="256" y="186"/>
                          <a:pt x="256" y="184"/>
                        </a:cubicBezTo>
                        <a:cubicBezTo>
                          <a:pt x="258" y="182"/>
                          <a:pt x="258" y="180"/>
                          <a:pt x="257" y="179"/>
                        </a:cubicBezTo>
                        <a:cubicBezTo>
                          <a:pt x="257" y="178"/>
                          <a:pt x="251" y="171"/>
                          <a:pt x="249" y="168"/>
                        </a:cubicBezTo>
                        <a:cubicBezTo>
                          <a:pt x="248" y="165"/>
                          <a:pt x="247" y="160"/>
                          <a:pt x="247" y="159"/>
                        </a:cubicBezTo>
                        <a:cubicBezTo>
                          <a:pt x="247" y="157"/>
                          <a:pt x="250" y="157"/>
                          <a:pt x="246" y="153"/>
                        </a:cubicBezTo>
                        <a:cubicBezTo>
                          <a:pt x="242" y="150"/>
                          <a:pt x="231" y="135"/>
                          <a:pt x="228" y="134"/>
                        </a:cubicBezTo>
                        <a:cubicBezTo>
                          <a:pt x="226" y="132"/>
                          <a:pt x="222" y="130"/>
                          <a:pt x="221" y="130"/>
                        </a:cubicBezTo>
                        <a:cubicBezTo>
                          <a:pt x="219" y="130"/>
                          <a:pt x="216" y="127"/>
                          <a:pt x="215" y="127"/>
                        </a:cubicBezTo>
                        <a:cubicBezTo>
                          <a:pt x="214" y="127"/>
                          <a:pt x="212" y="126"/>
                          <a:pt x="211" y="126"/>
                        </a:cubicBezTo>
                        <a:cubicBezTo>
                          <a:pt x="211" y="126"/>
                          <a:pt x="210" y="126"/>
                          <a:pt x="210" y="126"/>
                        </a:cubicBezTo>
                        <a:cubicBezTo>
                          <a:pt x="210" y="126"/>
                          <a:pt x="210" y="127"/>
                          <a:pt x="210" y="127"/>
                        </a:cubicBezTo>
                        <a:cubicBezTo>
                          <a:pt x="210" y="127"/>
                          <a:pt x="209" y="126"/>
                          <a:pt x="209" y="126"/>
                        </a:cubicBezTo>
                        <a:cubicBezTo>
                          <a:pt x="209" y="126"/>
                          <a:pt x="209" y="126"/>
                          <a:pt x="208" y="126"/>
                        </a:cubicBezTo>
                        <a:cubicBezTo>
                          <a:pt x="208" y="126"/>
                          <a:pt x="207" y="127"/>
                          <a:pt x="207" y="127"/>
                        </a:cubicBezTo>
                        <a:cubicBezTo>
                          <a:pt x="206" y="129"/>
                          <a:pt x="208" y="129"/>
                          <a:pt x="206" y="129"/>
                        </a:cubicBezTo>
                        <a:cubicBezTo>
                          <a:pt x="206" y="129"/>
                          <a:pt x="205" y="129"/>
                          <a:pt x="205" y="129"/>
                        </a:cubicBezTo>
                        <a:cubicBezTo>
                          <a:pt x="202" y="129"/>
                          <a:pt x="198" y="127"/>
                          <a:pt x="198" y="127"/>
                        </a:cubicBezTo>
                        <a:cubicBezTo>
                          <a:pt x="198" y="127"/>
                          <a:pt x="196" y="123"/>
                          <a:pt x="195" y="122"/>
                        </a:cubicBezTo>
                        <a:cubicBezTo>
                          <a:pt x="194" y="121"/>
                          <a:pt x="191" y="117"/>
                          <a:pt x="191" y="117"/>
                        </a:cubicBezTo>
                        <a:cubicBezTo>
                          <a:pt x="189" y="115"/>
                          <a:pt x="189" y="115"/>
                          <a:pt x="189" y="115"/>
                        </a:cubicBezTo>
                        <a:cubicBezTo>
                          <a:pt x="189" y="115"/>
                          <a:pt x="185" y="108"/>
                          <a:pt x="183" y="105"/>
                        </a:cubicBezTo>
                        <a:cubicBezTo>
                          <a:pt x="181" y="102"/>
                          <a:pt x="181" y="101"/>
                          <a:pt x="178" y="99"/>
                        </a:cubicBezTo>
                        <a:cubicBezTo>
                          <a:pt x="176" y="98"/>
                          <a:pt x="174" y="98"/>
                          <a:pt x="173" y="98"/>
                        </a:cubicBezTo>
                        <a:cubicBezTo>
                          <a:pt x="172" y="97"/>
                          <a:pt x="169" y="97"/>
                          <a:pt x="170" y="95"/>
                        </a:cubicBezTo>
                        <a:cubicBezTo>
                          <a:pt x="171" y="93"/>
                          <a:pt x="172" y="94"/>
                          <a:pt x="172" y="92"/>
                        </a:cubicBezTo>
                        <a:cubicBezTo>
                          <a:pt x="171" y="90"/>
                          <a:pt x="170" y="88"/>
                          <a:pt x="169" y="87"/>
                        </a:cubicBezTo>
                        <a:cubicBezTo>
                          <a:pt x="168" y="86"/>
                          <a:pt x="165" y="86"/>
                          <a:pt x="166" y="84"/>
                        </a:cubicBezTo>
                        <a:cubicBezTo>
                          <a:pt x="168" y="82"/>
                          <a:pt x="168" y="81"/>
                          <a:pt x="168" y="80"/>
                        </a:cubicBezTo>
                        <a:cubicBezTo>
                          <a:pt x="168" y="78"/>
                          <a:pt x="167" y="76"/>
                          <a:pt x="167" y="76"/>
                        </a:cubicBezTo>
                        <a:cubicBezTo>
                          <a:pt x="167" y="76"/>
                          <a:pt x="163" y="73"/>
                          <a:pt x="162" y="73"/>
                        </a:cubicBezTo>
                        <a:cubicBezTo>
                          <a:pt x="162" y="73"/>
                          <a:pt x="162" y="73"/>
                          <a:pt x="162" y="74"/>
                        </a:cubicBezTo>
                        <a:cubicBezTo>
                          <a:pt x="162" y="74"/>
                          <a:pt x="161" y="77"/>
                          <a:pt x="161" y="77"/>
                        </a:cubicBezTo>
                        <a:cubicBezTo>
                          <a:pt x="157" y="77"/>
                          <a:pt x="157" y="77"/>
                          <a:pt x="157" y="77"/>
                        </a:cubicBezTo>
                        <a:cubicBezTo>
                          <a:pt x="157" y="77"/>
                          <a:pt x="156" y="75"/>
                          <a:pt x="155" y="75"/>
                        </a:cubicBezTo>
                        <a:cubicBezTo>
                          <a:pt x="154" y="75"/>
                          <a:pt x="153" y="75"/>
                          <a:pt x="153" y="75"/>
                        </a:cubicBezTo>
                        <a:cubicBezTo>
                          <a:pt x="152" y="75"/>
                          <a:pt x="152" y="75"/>
                          <a:pt x="152" y="75"/>
                        </a:cubicBezTo>
                        <a:cubicBezTo>
                          <a:pt x="151" y="74"/>
                          <a:pt x="152" y="71"/>
                          <a:pt x="150" y="71"/>
                        </a:cubicBezTo>
                        <a:cubicBezTo>
                          <a:pt x="149" y="71"/>
                          <a:pt x="149" y="71"/>
                          <a:pt x="149" y="71"/>
                        </a:cubicBezTo>
                        <a:cubicBezTo>
                          <a:pt x="149" y="71"/>
                          <a:pt x="148" y="71"/>
                          <a:pt x="148" y="71"/>
                        </a:cubicBezTo>
                        <a:cubicBezTo>
                          <a:pt x="147" y="72"/>
                          <a:pt x="146" y="74"/>
                          <a:pt x="146" y="76"/>
                        </a:cubicBezTo>
                        <a:cubicBezTo>
                          <a:pt x="147" y="77"/>
                          <a:pt x="147" y="78"/>
                          <a:pt x="146" y="79"/>
                        </a:cubicBezTo>
                        <a:cubicBezTo>
                          <a:pt x="145" y="79"/>
                          <a:pt x="142" y="80"/>
                          <a:pt x="141" y="80"/>
                        </a:cubicBezTo>
                        <a:cubicBezTo>
                          <a:pt x="140" y="80"/>
                          <a:pt x="136" y="78"/>
                          <a:pt x="136" y="78"/>
                        </a:cubicBezTo>
                        <a:cubicBezTo>
                          <a:pt x="136" y="78"/>
                          <a:pt x="136" y="75"/>
                          <a:pt x="133" y="75"/>
                        </a:cubicBezTo>
                        <a:cubicBezTo>
                          <a:pt x="130" y="75"/>
                          <a:pt x="123" y="74"/>
                          <a:pt x="123" y="74"/>
                        </a:cubicBezTo>
                        <a:cubicBezTo>
                          <a:pt x="123" y="74"/>
                          <a:pt x="121" y="71"/>
                          <a:pt x="121" y="70"/>
                        </a:cubicBezTo>
                        <a:cubicBezTo>
                          <a:pt x="120" y="69"/>
                          <a:pt x="120" y="68"/>
                          <a:pt x="118" y="67"/>
                        </a:cubicBezTo>
                        <a:cubicBezTo>
                          <a:pt x="117" y="67"/>
                          <a:pt x="117" y="67"/>
                          <a:pt x="117" y="67"/>
                        </a:cubicBezTo>
                        <a:cubicBezTo>
                          <a:pt x="117" y="67"/>
                          <a:pt x="117" y="67"/>
                          <a:pt x="116" y="67"/>
                        </a:cubicBezTo>
                        <a:cubicBezTo>
                          <a:pt x="116" y="67"/>
                          <a:pt x="116" y="67"/>
                          <a:pt x="116" y="67"/>
                        </a:cubicBezTo>
                        <a:cubicBezTo>
                          <a:pt x="116" y="67"/>
                          <a:pt x="116" y="67"/>
                          <a:pt x="116" y="66"/>
                        </a:cubicBezTo>
                        <a:cubicBezTo>
                          <a:pt x="114" y="64"/>
                          <a:pt x="113" y="61"/>
                          <a:pt x="113" y="61"/>
                        </a:cubicBezTo>
                        <a:cubicBezTo>
                          <a:pt x="113" y="61"/>
                          <a:pt x="114" y="58"/>
                          <a:pt x="112" y="58"/>
                        </a:cubicBezTo>
                        <a:cubicBezTo>
                          <a:pt x="111" y="58"/>
                          <a:pt x="110" y="58"/>
                          <a:pt x="110" y="58"/>
                        </a:cubicBezTo>
                        <a:cubicBezTo>
                          <a:pt x="109" y="58"/>
                          <a:pt x="109" y="58"/>
                          <a:pt x="109" y="59"/>
                        </a:cubicBezTo>
                        <a:cubicBezTo>
                          <a:pt x="109" y="62"/>
                          <a:pt x="110" y="60"/>
                          <a:pt x="109" y="62"/>
                        </a:cubicBezTo>
                        <a:cubicBezTo>
                          <a:pt x="109" y="65"/>
                          <a:pt x="108" y="65"/>
                          <a:pt x="107" y="66"/>
                        </a:cubicBezTo>
                        <a:cubicBezTo>
                          <a:pt x="106" y="67"/>
                          <a:pt x="104" y="68"/>
                          <a:pt x="104" y="68"/>
                        </a:cubicBezTo>
                        <a:cubicBezTo>
                          <a:pt x="104" y="68"/>
                          <a:pt x="104" y="68"/>
                          <a:pt x="103" y="68"/>
                        </a:cubicBezTo>
                        <a:cubicBezTo>
                          <a:pt x="102" y="68"/>
                          <a:pt x="101" y="67"/>
                          <a:pt x="102" y="67"/>
                        </a:cubicBezTo>
                        <a:cubicBezTo>
                          <a:pt x="102" y="65"/>
                          <a:pt x="103" y="63"/>
                          <a:pt x="103" y="63"/>
                        </a:cubicBezTo>
                        <a:cubicBezTo>
                          <a:pt x="103" y="63"/>
                          <a:pt x="104" y="62"/>
                          <a:pt x="105" y="61"/>
                        </a:cubicBezTo>
                        <a:cubicBezTo>
                          <a:pt x="105" y="60"/>
                          <a:pt x="105" y="57"/>
                          <a:pt x="105" y="57"/>
                        </a:cubicBezTo>
                        <a:cubicBezTo>
                          <a:pt x="102" y="54"/>
                          <a:pt x="102" y="54"/>
                          <a:pt x="102" y="54"/>
                        </a:cubicBezTo>
                        <a:cubicBezTo>
                          <a:pt x="102" y="54"/>
                          <a:pt x="101" y="54"/>
                          <a:pt x="100" y="54"/>
                        </a:cubicBezTo>
                        <a:cubicBezTo>
                          <a:pt x="99" y="54"/>
                          <a:pt x="98" y="54"/>
                          <a:pt x="97" y="56"/>
                        </a:cubicBezTo>
                        <a:cubicBezTo>
                          <a:pt x="97" y="60"/>
                          <a:pt x="96" y="60"/>
                          <a:pt x="95" y="62"/>
                        </a:cubicBezTo>
                        <a:cubicBezTo>
                          <a:pt x="95" y="63"/>
                          <a:pt x="93" y="63"/>
                          <a:pt x="92" y="64"/>
                        </a:cubicBezTo>
                        <a:cubicBezTo>
                          <a:pt x="91" y="65"/>
                          <a:pt x="86" y="64"/>
                          <a:pt x="86" y="65"/>
                        </a:cubicBezTo>
                        <a:cubicBezTo>
                          <a:pt x="85" y="66"/>
                          <a:pt x="83" y="68"/>
                          <a:pt x="82" y="69"/>
                        </a:cubicBezTo>
                        <a:cubicBezTo>
                          <a:pt x="82" y="70"/>
                          <a:pt x="80" y="70"/>
                          <a:pt x="80" y="71"/>
                        </a:cubicBezTo>
                        <a:cubicBezTo>
                          <a:pt x="79" y="73"/>
                          <a:pt x="80" y="76"/>
                          <a:pt x="81" y="78"/>
                        </a:cubicBezTo>
                        <a:cubicBezTo>
                          <a:pt x="81" y="80"/>
                          <a:pt x="81" y="80"/>
                          <a:pt x="80" y="83"/>
                        </a:cubicBezTo>
                        <a:cubicBezTo>
                          <a:pt x="78" y="86"/>
                          <a:pt x="78" y="87"/>
                          <a:pt x="77" y="87"/>
                        </a:cubicBezTo>
                        <a:cubicBezTo>
                          <a:pt x="76" y="87"/>
                          <a:pt x="75" y="88"/>
                          <a:pt x="75" y="88"/>
                        </a:cubicBezTo>
                        <a:cubicBezTo>
                          <a:pt x="74" y="88"/>
                          <a:pt x="73" y="88"/>
                          <a:pt x="73" y="86"/>
                        </a:cubicBezTo>
                        <a:cubicBezTo>
                          <a:pt x="73" y="84"/>
                          <a:pt x="72" y="80"/>
                          <a:pt x="69" y="80"/>
                        </a:cubicBezTo>
                        <a:cubicBezTo>
                          <a:pt x="67" y="79"/>
                          <a:pt x="65" y="78"/>
                          <a:pt x="65" y="78"/>
                        </a:cubicBezTo>
                        <a:cubicBezTo>
                          <a:pt x="65" y="78"/>
                          <a:pt x="59" y="78"/>
                          <a:pt x="59" y="80"/>
                        </a:cubicBezTo>
                        <a:cubicBezTo>
                          <a:pt x="58" y="82"/>
                          <a:pt x="56" y="81"/>
                          <a:pt x="56" y="83"/>
                        </a:cubicBezTo>
                        <a:cubicBezTo>
                          <a:pt x="56" y="84"/>
                          <a:pt x="56" y="85"/>
                          <a:pt x="55" y="85"/>
                        </a:cubicBezTo>
                        <a:cubicBezTo>
                          <a:pt x="54" y="85"/>
                          <a:pt x="54" y="85"/>
                          <a:pt x="53" y="84"/>
                        </a:cubicBezTo>
                        <a:cubicBezTo>
                          <a:pt x="52" y="81"/>
                          <a:pt x="49" y="83"/>
                          <a:pt x="49" y="77"/>
                        </a:cubicBezTo>
                        <a:cubicBezTo>
                          <a:pt x="49" y="71"/>
                          <a:pt x="46" y="68"/>
                          <a:pt x="47" y="67"/>
                        </a:cubicBezTo>
                        <a:cubicBezTo>
                          <a:pt x="47" y="65"/>
                          <a:pt x="44" y="58"/>
                          <a:pt x="46" y="53"/>
                        </a:cubicBezTo>
                        <a:cubicBezTo>
                          <a:pt x="47" y="47"/>
                          <a:pt x="46" y="43"/>
                          <a:pt x="48" y="39"/>
                        </a:cubicBezTo>
                        <a:cubicBezTo>
                          <a:pt x="49" y="35"/>
                          <a:pt x="50" y="27"/>
                          <a:pt x="47" y="24"/>
                        </a:cubicBezTo>
                        <a:cubicBezTo>
                          <a:pt x="45" y="20"/>
                          <a:pt x="47" y="22"/>
                          <a:pt x="44" y="19"/>
                        </a:cubicBezTo>
                        <a:cubicBezTo>
                          <a:pt x="41" y="16"/>
                          <a:pt x="39" y="15"/>
                          <a:pt x="38" y="15"/>
                        </a:cubicBezTo>
                        <a:cubicBezTo>
                          <a:pt x="38" y="15"/>
                          <a:pt x="34" y="16"/>
                          <a:pt x="34" y="16"/>
                        </a:cubicBezTo>
                        <a:cubicBezTo>
                          <a:pt x="34" y="16"/>
                          <a:pt x="32" y="17"/>
                          <a:pt x="31" y="17"/>
                        </a:cubicBezTo>
                        <a:cubicBezTo>
                          <a:pt x="31" y="17"/>
                          <a:pt x="31" y="17"/>
                          <a:pt x="30" y="16"/>
                        </a:cubicBezTo>
                        <a:cubicBezTo>
                          <a:pt x="29" y="16"/>
                          <a:pt x="26" y="15"/>
                          <a:pt x="27" y="14"/>
                        </a:cubicBezTo>
                        <a:cubicBezTo>
                          <a:pt x="27" y="13"/>
                          <a:pt x="29" y="6"/>
                          <a:pt x="29" y="6"/>
                        </a:cubicBezTo>
                        <a:cubicBezTo>
                          <a:pt x="29" y="6"/>
                          <a:pt x="29" y="5"/>
                          <a:pt x="29" y="5"/>
                        </a:cubicBezTo>
                        <a:cubicBezTo>
                          <a:pt x="19" y="3"/>
                          <a:pt x="9" y="2"/>
                          <a:pt x="0" y="0"/>
                        </a:cubicBezTo>
                      </a:path>
                    </a:pathLst>
                  </a:custGeom>
                  <a:solidFill>
                    <a:srgbClr val="00AA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576d1b7-ee78-4120-960d-083c3a085f47" id="511" name="îšľîḍé">
                    <a:extLst>
                      <a:ext uri="{FF2B5EF4-FFF2-40B4-BE49-F238E27FC236}">
                        <a16:creationId id="{56BF8FE0-25A4-B7A1-BFE2-3E7AF9D84C83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767" y="3059"/>
                    <a:ext cx="153" cy="278"/>
                  </a:xfrm>
                  <a:custGeom>
                    <a:avLst/>
                    <a:gdLst>
                      <a:gd fmla="*/ 68 w 74" name="T0"/>
                      <a:gd fmla="*/ 0 h 134" name="T1"/>
                      <a:gd fmla="*/ 67 w 74" name="T2"/>
                      <a:gd fmla="*/ 0 h 134" name="T3"/>
                      <a:gd fmla="*/ 63 w 74" name="T4"/>
                      <a:gd fmla="*/ 4 h 134" name="T5"/>
                      <a:gd fmla="*/ 63 w 74" name="T6"/>
                      <a:gd fmla="*/ 9 h 134" name="T7"/>
                      <a:gd fmla="*/ 61 w 74" name="T8"/>
                      <a:gd fmla="*/ 14 h 134" name="T9"/>
                      <a:gd fmla="*/ 54 w 74" name="T10"/>
                      <a:gd fmla="*/ 17 h 134" name="T11"/>
                      <a:gd fmla="*/ 52 w 74" name="T12"/>
                      <a:gd fmla="*/ 27 h 134" name="T13"/>
                      <a:gd fmla="*/ 50 w 74" name="T14"/>
                      <a:gd fmla="*/ 31 h 134" name="T15"/>
                      <a:gd fmla="*/ 41 w 74" name="T16"/>
                      <a:gd fmla="*/ 39 h 134" name="T17"/>
                      <a:gd fmla="*/ 32 w 74" name="T18"/>
                      <a:gd fmla="*/ 44 h 134" name="T19"/>
                      <a:gd fmla="*/ 24 w 74" name="T20"/>
                      <a:gd fmla="*/ 49 h 134" name="T21"/>
                      <a:gd fmla="*/ 19 w 74" name="T22"/>
                      <a:gd fmla="*/ 55 h 134" name="T23"/>
                      <a:gd fmla="*/ 19 w 74" name="T24"/>
                      <a:gd fmla="*/ 60 h 134" name="T25"/>
                      <a:gd fmla="*/ 18 w 74" name="T26"/>
                      <a:gd fmla="*/ 61 h 134" name="T27"/>
                      <a:gd fmla="*/ 17 w 74" name="T28"/>
                      <a:gd fmla="*/ 61 h 134" name="T29"/>
                      <a:gd fmla="*/ 17 w 74" name="T30"/>
                      <a:gd fmla="*/ 61 h 134" name="T31"/>
                      <a:gd fmla="*/ 17 w 74" name="T32"/>
                      <a:gd fmla="*/ 62 h 134" name="T33"/>
                      <a:gd fmla="*/ 15 w 74" name="T34"/>
                      <a:gd fmla="*/ 73 h 134" name="T35"/>
                      <a:gd fmla="*/ 14 w 74" name="T36"/>
                      <a:gd fmla="*/ 88 h 134" name="T37"/>
                      <a:gd fmla="*/ 10 w 74" name="T38"/>
                      <a:gd fmla="*/ 94 h 134" name="T39"/>
                      <a:gd fmla="*/ 6 w 74" name="T40"/>
                      <a:gd fmla="*/ 98 h 134" name="T41"/>
                      <a:gd fmla="*/ 2 w 74" name="T42"/>
                      <a:gd fmla="*/ 105 h 134" name="T43"/>
                      <a:gd fmla="*/ 2 w 74" name="T44"/>
                      <a:gd fmla="*/ 111 h 134" name="T45"/>
                      <a:gd fmla="*/ 2 w 74" name="T46"/>
                      <a:gd fmla="*/ 116 h 134" name="T47"/>
                      <a:gd fmla="*/ 2 w 74" name="T48"/>
                      <a:gd fmla="*/ 126 h 134" name="T49"/>
                      <a:gd fmla="*/ 1 w 74" name="T50"/>
                      <a:gd fmla="*/ 127 h 134" name="T51"/>
                      <a:gd fmla="*/ 1 w 74" name="T52"/>
                      <a:gd fmla="*/ 127 h 134" name="T53"/>
                      <a:gd fmla="*/ 1 w 74" name="T54"/>
                      <a:gd fmla="*/ 127 h 134" name="T55"/>
                      <a:gd fmla="*/ 1 w 74" name="T56"/>
                      <a:gd fmla="*/ 129 h 134" name="T57"/>
                      <a:gd fmla="*/ 3 w 74" name="T58"/>
                      <a:gd fmla="*/ 133 h 134" name="T59"/>
                      <a:gd fmla="*/ 8 w 74" name="T60"/>
                      <a:gd fmla="*/ 134 h 134" name="T61"/>
                      <a:gd fmla="*/ 11 w 74" name="T62"/>
                      <a:gd fmla="*/ 134 h 134" name="T63"/>
                      <a:gd fmla="*/ 15 w 74" name="T64"/>
                      <a:gd fmla="*/ 130 h 134" name="T65"/>
                      <a:gd fmla="*/ 16 w 74" name="T66"/>
                      <a:gd fmla="*/ 128 h 134" name="T67"/>
                      <a:gd fmla="*/ 26 w 74" name="T68"/>
                      <a:gd fmla="*/ 123 h 134" name="T69"/>
                      <a:gd fmla="*/ 47 w 74" name="T70"/>
                      <a:gd fmla="*/ 84 h 134" name="T71"/>
                      <a:gd fmla="*/ 58 w 74" name="T72"/>
                      <a:gd fmla="*/ 57 h 134" name="T73"/>
                      <a:gd fmla="*/ 62 w 74" name="T74"/>
                      <a:gd fmla="*/ 49 h 134" name="T75"/>
                      <a:gd fmla="*/ 66 w 74" name="T76"/>
                      <a:gd fmla="*/ 44 h 134" name="T77"/>
                      <a:gd fmla="*/ 67 w 74" name="T78"/>
                      <a:gd fmla="*/ 39 h 134" name="T79"/>
                      <a:gd fmla="*/ 70 w 74" name="T80"/>
                      <a:gd fmla="*/ 37 h 134" name="T81"/>
                      <a:gd fmla="*/ 73 w 74" name="T82"/>
                      <a:gd fmla="*/ 32 h 134" name="T83"/>
                      <a:gd fmla="*/ 73 w 74" name="T84"/>
                      <a:gd fmla="*/ 26 h 134" name="T85"/>
                      <a:gd fmla="*/ 72 w 74" name="T86"/>
                      <a:gd fmla="*/ 20 h 134" name="T87"/>
                      <a:gd fmla="*/ 73 w 74" name="T88"/>
                      <a:gd fmla="*/ 14 h 134" name="T89"/>
                      <a:gd fmla="*/ 73 w 74" name="T90"/>
                      <a:gd fmla="*/ 10 h 134" name="T91"/>
                      <a:gd fmla="*/ 69 w 74" name="T92"/>
                      <a:gd fmla="*/ 5 h 134" name="T93"/>
                      <a:gd fmla="*/ 69 w 74" name="T94"/>
                      <a:gd fmla="*/ 2 h 134" name="T95"/>
                      <a:gd fmla="*/ 68 w 74" name="T96"/>
                      <a:gd fmla="*/ 0 h 134" name="T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b="b" l="0" r="r" t="0"/>
                    <a:pathLst>
                      <a:path h="134" w="74">
                        <a:moveTo>
                          <a:pt x="68" y="0"/>
                        </a:moveTo>
                        <a:cubicBezTo>
                          <a:pt x="67" y="0"/>
                          <a:pt x="67" y="0"/>
                          <a:pt x="67" y="0"/>
                        </a:cubicBezTo>
                        <a:cubicBezTo>
                          <a:pt x="65" y="1"/>
                          <a:pt x="63" y="2"/>
                          <a:pt x="63" y="4"/>
                        </a:cubicBezTo>
                        <a:cubicBezTo>
                          <a:pt x="63" y="6"/>
                          <a:pt x="63" y="7"/>
                          <a:pt x="63" y="9"/>
                        </a:cubicBezTo>
                        <a:cubicBezTo>
                          <a:pt x="63" y="11"/>
                          <a:pt x="63" y="12"/>
                          <a:pt x="61" y="14"/>
                        </a:cubicBezTo>
                        <a:cubicBezTo>
                          <a:pt x="58" y="15"/>
                          <a:pt x="55" y="15"/>
                          <a:pt x="54" y="17"/>
                        </a:cubicBezTo>
                        <a:cubicBezTo>
                          <a:pt x="53" y="20"/>
                          <a:pt x="52" y="25"/>
                          <a:pt x="52" y="27"/>
                        </a:cubicBezTo>
                        <a:cubicBezTo>
                          <a:pt x="51" y="29"/>
                          <a:pt x="54" y="26"/>
                          <a:pt x="50" y="31"/>
                        </a:cubicBezTo>
                        <a:cubicBezTo>
                          <a:pt x="45" y="35"/>
                          <a:pt x="47" y="35"/>
                          <a:pt x="41" y="39"/>
                        </a:cubicBezTo>
                        <a:cubicBezTo>
                          <a:pt x="36" y="43"/>
                          <a:pt x="36" y="41"/>
                          <a:pt x="32" y="44"/>
                        </a:cubicBezTo>
                        <a:cubicBezTo>
                          <a:pt x="28" y="47"/>
                          <a:pt x="28" y="45"/>
                          <a:pt x="24" y="49"/>
                        </a:cubicBezTo>
                        <a:cubicBezTo>
                          <a:pt x="20" y="52"/>
                          <a:pt x="18" y="53"/>
                          <a:pt x="19" y="55"/>
                        </a:cubicBezTo>
                        <a:cubicBezTo>
                          <a:pt x="19" y="57"/>
                          <a:pt x="21" y="58"/>
                          <a:pt x="19" y="60"/>
                        </a:cubicBezTo>
                        <a:cubicBezTo>
                          <a:pt x="18" y="61"/>
                          <a:pt x="18" y="61"/>
                          <a:pt x="18" y="61"/>
                        </a:cubicBezTo>
                        <a:cubicBezTo>
                          <a:pt x="18" y="61"/>
                          <a:pt x="17" y="61"/>
                          <a:pt x="17" y="61"/>
                        </a:cubicBezTo>
                        <a:cubicBezTo>
                          <a:pt x="17" y="61"/>
                          <a:pt x="17" y="61"/>
                          <a:pt x="17" y="61"/>
                        </a:cubicBezTo>
                        <a:cubicBezTo>
                          <a:pt x="17" y="61"/>
                          <a:pt x="17" y="61"/>
                          <a:pt x="17" y="62"/>
                        </a:cubicBezTo>
                        <a:cubicBezTo>
                          <a:pt x="15" y="66"/>
                          <a:pt x="16" y="61"/>
                          <a:pt x="15" y="73"/>
                        </a:cubicBezTo>
                        <a:cubicBezTo>
                          <a:pt x="15" y="85"/>
                          <a:pt x="15" y="85"/>
                          <a:pt x="14" y="88"/>
                        </a:cubicBezTo>
                        <a:cubicBezTo>
                          <a:pt x="13" y="91"/>
                          <a:pt x="12" y="92"/>
                          <a:pt x="10" y="94"/>
                        </a:cubicBezTo>
                        <a:cubicBezTo>
                          <a:pt x="9" y="96"/>
                          <a:pt x="9" y="95"/>
                          <a:pt x="6" y="98"/>
                        </a:cubicBezTo>
                        <a:cubicBezTo>
                          <a:pt x="4" y="102"/>
                          <a:pt x="2" y="102"/>
                          <a:pt x="2" y="105"/>
                        </a:cubicBezTo>
                        <a:cubicBezTo>
                          <a:pt x="2" y="107"/>
                          <a:pt x="1" y="109"/>
                          <a:pt x="2" y="111"/>
                        </a:cubicBezTo>
                        <a:cubicBezTo>
                          <a:pt x="3" y="114"/>
                          <a:pt x="3" y="115"/>
                          <a:pt x="2" y="116"/>
                        </a:cubicBezTo>
                        <a:cubicBezTo>
                          <a:pt x="1" y="118"/>
                          <a:pt x="2" y="123"/>
                          <a:pt x="2" y="126"/>
                        </a:cubicBezTo>
                        <a:cubicBezTo>
                          <a:pt x="2" y="127"/>
                          <a:pt x="1" y="127"/>
                          <a:pt x="1" y="127"/>
                        </a:cubicBezTo>
                        <a:cubicBezTo>
                          <a:pt x="1" y="127"/>
                          <a:pt x="1" y="127"/>
                          <a:pt x="1" y="127"/>
                        </a:cubicBezTo>
                        <a:cubicBezTo>
                          <a:pt x="1" y="127"/>
                          <a:pt x="1" y="127"/>
                          <a:pt x="1" y="127"/>
                        </a:cubicBezTo>
                        <a:cubicBezTo>
                          <a:pt x="0" y="127"/>
                          <a:pt x="1" y="127"/>
                          <a:pt x="1" y="129"/>
                        </a:cubicBezTo>
                        <a:cubicBezTo>
                          <a:pt x="3" y="133"/>
                          <a:pt x="0" y="131"/>
                          <a:pt x="3" y="133"/>
                        </a:cubicBezTo>
                        <a:cubicBezTo>
                          <a:pt x="5" y="134"/>
                          <a:pt x="6" y="134"/>
                          <a:pt x="8" y="134"/>
                        </a:cubicBezTo>
                        <a:cubicBezTo>
                          <a:pt x="10" y="134"/>
                          <a:pt x="11" y="134"/>
                          <a:pt x="11" y="134"/>
                        </a:cubicBezTo>
                        <a:cubicBezTo>
                          <a:pt x="11" y="134"/>
                          <a:pt x="14" y="132"/>
                          <a:pt x="15" y="130"/>
                        </a:cubicBezTo>
                        <a:cubicBezTo>
                          <a:pt x="16" y="128"/>
                          <a:pt x="16" y="128"/>
                          <a:pt x="16" y="128"/>
                        </a:cubicBezTo>
                        <a:cubicBezTo>
                          <a:pt x="16" y="128"/>
                          <a:pt x="24" y="126"/>
                          <a:pt x="26" y="123"/>
                        </a:cubicBezTo>
                        <a:cubicBezTo>
                          <a:pt x="28" y="120"/>
                          <a:pt x="44" y="90"/>
                          <a:pt x="47" y="84"/>
                        </a:cubicBezTo>
                        <a:cubicBezTo>
                          <a:pt x="50" y="78"/>
                          <a:pt x="57" y="60"/>
                          <a:pt x="58" y="57"/>
                        </a:cubicBezTo>
                        <a:cubicBezTo>
                          <a:pt x="59" y="54"/>
                          <a:pt x="59" y="50"/>
                          <a:pt x="62" y="49"/>
                        </a:cubicBezTo>
                        <a:cubicBezTo>
                          <a:pt x="64" y="47"/>
                          <a:pt x="65" y="47"/>
                          <a:pt x="66" y="44"/>
                        </a:cubicBezTo>
                        <a:cubicBezTo>
                          <a:pt x="66" y="42"/>
                          <a:pt x="67" y="39"/>
                          <a:pt x="67" y="39"/>
                        </a:cubicBezTo>
                        <a:cubicBezTo>
                          <a:pt x="67" y="39"/>
                          <a:pt x="68" y="38"/>
                          <a:pt x="70" y="37"/>
                        </a:cubicBezTo>
                        <a:cubicBezTo>
                          <a:pt x="72" y="35"/>
                          <a:pt x="73" y="32"/>
                          <a:pt x="73" y="32"/>
                        </a:cubicBezTo>
                        <a:cubicBezTo>
                          <a:pt x="73" y="32"/>
                          <a:pt x="73" y="28"/>
                          <a:pt x="73" y="26"/>
                        </a:cubicBezTo>
                        <a:cubicBezTo>
                          <a:pt x="72" y="24"/>
                          <a:pt x="72" y="20"/>
                          <a:pt x="72" y="20"/>
                        </a:cubicBezTo>
                        <a:cubicBezTo>
                          <a:pt x="73" y="14"/>
                          <a:pt x="73" y="14"/>
                          <a:pt x="73" y="14"/>
                        </a:cubicBezTo>
                        <a:cubicBezTo>
                          <a:pt x="73" y="14"/>
                          <a:pt x="74" y="11"/>
                          <a:pt x="73" y="10"/>
                        </a:cubicBezTo>
                        <a:cubicBezTo>
                          <a:pt x="72" y="8"/>
                          <a:pt x="69" y="5"/>
                          <a:pt x="69" y="5"/>
                        </a:cubicBezTo>
                        <a:cubicBezTo>
                          <a:pt x="69" y="2"/>
                          <a:pt x="69" y="2"/>
                          <a:pt x="69" y="2"/>
                        </a:cubicBezTo>
                        <a:cubicBezTo>
                          <a:pt x="69" y="2"/>
                          <a:pt x="69" y="0"/>
                          <a:pt x="68" y="0"/>
                        </a:cubicBezTo>
                      </a:path>
                    </a:pathLst>
                  </a:custGeom>
                  <a:solidFill>
                    <a:srgbClr val="00AA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6fdf644f-cbe5-4713-b592-22093d6c76b7" id="512" name="î$ḷídê">
                    <a:extLst>
                      <a:ext uri="{FF2B5EF4-FFF2-40B4-BE49-F238E27FC236}">
                        <a16:creationId id="{B31838B2-E6BE-75D8-608C-C1D3A886A94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265" y="2342"/>
                    <a:ext cx="191" cy="244"/>
                  </a:xfrm>
                  <a:custGeom>
                    <a:avLst/>
                    <a:gdLst>
                      <a:gd fmla="*/ 55 w 92" name="T0"/>
                      <a:gd fmla="*/ 8 h 118" name="T1"/>
                      <a:gd fmla="*/ 0 w 92" name="T2"/>
                      <a:gd fmla="*/ 19 h 118" name="T3"/>
                      <a:gd fmla="*/ 0 w 92" name="T4"/>
                      <a:gd fmla="*/ 19 h 118" name="T5"/>
                      <a:gd fmla="*/ 3 w 92" name="T6"/>
                      <a:gd fmla="*/ 40 h 118" name="T7"/>
                      <a:gd fmla="*/ 11 w 92" name="T8"/>
                      <a:gd fmla="*/ 56 h 118" name="T9"/>
                      <a:gd fmla="*/ 13 w 92" name="T10"/>
                      <a:gd fmla="*/ 63 h 118" name="T11"/>
                      <a:gd fmla="*/ 15 w 92" name="T12"/>
                      <a:gd fmla="*/ 83 h 118" name="T13"/>
                      <a:gd fmla="*/ 18 w 92" name="T14"/>
                      <a:gd fmla="*/ 90 h 118" name="T15"/>
                      <a:gd fmla="*/ 19 w 92" name="T16"/>
                      <a:gd fmla="*/ 99 h 118" name="T17"/>
                      <a:gd fmla="*/ 20 w 92" name="T18"/>
                      <a:gd fmla="*/ 105 h 118" name="T19"/>
                      <a:gd fmla="*/ 20 w 92" name="T20"/>
                      <a:gd fmla="*/ 115 h 118" name="T21"/>
                      <a:gd fmla="*/ 20 w 92" name="T22"/>
                      <a:gd fmla="*/ 118 h 118" name="T23"/>
                      <a:gd fmla="*/ 20 w 92" name="T24"/>
                      <a:gd fmla="*/ 118 h 118" name="T25"/>
                      <a:gd fmla="*/ 24 w 92" name="T26"/>
                      <a:gd fmla="*/ 115 h 118" name="T27"/>
                      <a:gd fmla="*/ 28 w 92" name="T28"/>
                      <a:gd fmla="*/ 109 h 118" name="T29"/>
                      <a:gd fmla="*/ 29 w 92" name="T30"/>
                      <a:gd fmla="*/ 102 h 118" name="T31"/>
                      <a:gd fmla="*/ 32 w 92" name="T32"/>
                      <a:gd fmla="*/ 96 h 118" name="T33"/>
                      <a:gd fmla="*/ 35 w 92" name="T34"/>
                      <a:gd fmla="*/ 88 h 118" name="T35"/>
                      <a:gd fmla="*/ 35 w 92" name="T36"/>
                      <a:gd fmla="*/ 82 h 118" name="T37"/>
                      <a:gd fmla="*/ 36 w 92" name="T38"/>
                      <a:gd fmla="*/ 74 h 118" name="T39"/>
                      <a:gd fmla="*/ 38 w 92" name="T40"/>
                      <a:gd fmla="*/ 62 h 118" name="T41"/>
                      <a:gd fmla="*/ 37 w 92" name="T42"/>
                      <a:gd fmla="*/ 51 h 118" name="T43"/>
                      <a:gd fmla="*/ 42 w 92" name="T44"/>
                      <a:gd fmla="*/ 42 h 118" name="T45"/>
                      <a:gd fmla="*/ 47 w 92" name="T46"/>
                      <a:gd fmla="*/ 29 h 118" name="T47"/>
                      <a:gd fmla="*/ 51 w 92" name="T48"/>
                      <a:gd fmla="*/ 19 h 118" name="T49"/>
                      <a:gd fmla="*/ 55 w 92" name="T50"/>
                      <a:gd fmla="*/ 8 h 118" name="T51"/>
                      <a:gd fmla="*/ 89 w 92" name="T52"/>
                      <a:gd fmla="*/ 0 h 118" name="T53"/>
                      <a:gd fmla="*/ 70 w 92" name="T54"/>
                      <a:gd fmla="*/ 5 h 118" name="T55"/>
                      <a:gd fmla="*/ 72 w 92" name="T56"/>
                      <a:gd fmla="*/ 10 h 118" name="T57"/>
                      <a:gd fmla="*/ 77 w 92" name="T58"/>
                      <a:gd fmla="*/ 25 h 118" name="T59"/>
                      <a:gd fmla="*/ 77 w 92" name="T60"/>
                      <a:gd fmla="*/ 32 h 118" name="T61"/>
                      <a:gd fmla="*/ 78 w 92" name="T62"/>
                      <a:gd fmla="*/ 37 h 118" name="T63"/>
                      <a:gd fmla="*/ 81 w 92" name="T64"/>
                      <a:gd fmla="*/ 40 h 118" name="T65"/>
                      <a:gd fmla="*/ 83 w 92" name="T66"/>
                      <a:gd fmla="*/ 47 h 118" name="T67"/>
                      <a:gd fmla="*/ 82 w 92" name="T68"/>
                      <a:gd fmla="*/ 51 h 118" name="T69"/>
                      <a:gd fmla="*/ 84 w 92" name="T70"/>
                      <a:gd fmla="*/ 79 h 118" name="T71"/>
                      <a:gd fmla="*/ 83 w 92" name="T72"/>
                      <a:gd fmla="*/ 86 h 118" name="T73"/>
                      <a:gd fmla="*/ 83 w 92" name="T74"/>
                      <a:gd fmla="*/ 101 h 118" name="T75"/>
                      <a:gd fmla="*/ 84 w 92" name="T76"/>
                      <a:gd fmla="*/ 106 h 118" name="T77"/>
                      <a:gd fmla="*/ 89 w 92" name="T78"/>
                      <a:gd fmla="*/ 0 h 118" name="T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b="b" l="0" r="r" t="0"/>
                    <a:pathLst>
                      <a:path h="118" w="92">
                        <a:moveTo>
                          <a:pt x="55" y="8"/>
                        </a:moveTo>
                        <a:cubicBezTo>
                          <a:pt x="37" y="12"/>
                          <a:pt x="19" y="16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0" y="19"/>
                          <a:pt x="2" y="35"/>
                          <a:pt x="3" y="40"/>
                        </a:cubicBezTo>
                        <a:cubicBezTo>
                          <a:pt x="5" y="45"/>
                          <a:pt x="11" y="54"/>
                          <a:pt x="11" y="56"/>
                        </a:cubicBezTo>
                        <a:cubicBezTo>
                          <a:pt x="11" y="59"/>
                          <a:pt x="13" y="60"/>
                          <a:pt x="13" y="63"/>
                        </a:cubicBezTo>
                        <a:cubicBezTo>
                          <a:pt x="14" y="65"/>
                          <a:pt x="12" y="80"/>
                          <a:pt x="15" y="83"/>
                        </a:cubicBezTo>
                        <a:cubicBezTo>
                          <a:pt x="17" y="87"/>
                          <a:pt x="18" y="84"/>
                          <a:pt x="18" y="90"/>
                        </a:cubicBezTo>
                        <a:cubicBezTo>
                          <a:pt x="19" y="95"/>
                          <a:pt x="19" y="97"/>
                          <a:pt x="19" y="99"/>
                        </a:cubicBezTo>
                        <a:cubicBezTo>
                          <a:pt x="19" y="101"/>
                          <a:pt x="20" y="101"/>
                          <a:pt x="20" y="105"/>
                        </a:cubicBezTo>
                        <a:cubicBezTo>
                          <a:pt x="20" y="108"/>
                          <a:pt x="20" y="115"/>
                          <a:pt x="20" y="115"/>
                        </a:cubicBezTo>
                        <a:cubicBezTo>
                          <a:pt x="20" y="115"/>
                          <a:pt x="18" y="118"/>
                          <a:pt x="20" y="118"/>
                        </a:cubicBezTo>
                        <a:cubicBezTo>
                          <a:pt x="20" y="118"/>
                          <a:pt x="20" y="118"/>
                          <a:pt x="20" y="118"/>
                        </a:cubicBezTo>
                        <a:cubicBezTo>
                          <a:pt x="23" y="117"/>
                          <a:pt x="24" y="117"/>
                          <a:pt x="24" y="115"/>
                        </a:cubicBezTo>
                        <a:cubicBezTo>
                          <a:pt x="25" y="113"/>
                          <a:pt x="27" y="111"/>
                          <a:pt x="28" y="109"/>
                        </a:cubicBezTo>
                        <a:cubicBezTo>
                          <a:pt x="28" y="106"/>
                          <a:pt x="28" y="105"/>
                          <a:pt x="29" y="102"/>
                        </a:cubicBezTo>
                        <a:cubicBezTo>
                          <a:pt x="29" y="99"/>
                          <a:pt x="31" y="97"/>
                          <a:pt x="32" y="96"/>
                        </a:cubicBezTo>
                        <a:cubicBezTo>
                          <a:pt x="33" y="94"/>
                          <a:pt x="35" y="92"/>
                          <a:pt x="35" y="88"/>
                        </a:cubicBezTo>
                        <a:cubicBezTo>
                          <a:pt x="35" y="84"/>
                          <a:pt x="35" y="83"/>
                          <a:pt x="35" y="82"/>
                        </a:cubicBezTo>
                        <a:cubicBezTo>
                          <a:pt x="35" y="80"/>
                          <a:pt x="34" y="78"/>
                          <a:pt x="36" y="74"/>
                        </a:cubicBezTo>
                        <a:cubicBezTo>
                          <a:pt x="38" y="70"/>
                          <a:pt x="38" y="64"/>
                          <a:pt x="38" y="62"/>
                        </a:cubicBezTo>
                        <a:cubicBezTo>
                          <a:pt x="38" y="59"/>
                          <a:pt x="35" y="54"/>
                          <a:pt x="37" y="51"/>
                        </a:cubicBezTo>
                        <a:cubicBezTo>
                          <a:pt x="38" y="48"/>
                          <a:pt x="40" y="45"/>
                          <a:pt x="42" y="42"/>
                        </a:cubicBezTo>
                        <a:cubicBezTo>
                          <a:pt x="43" y="39"/>
                          <a:pt x="46" y="32"/>
                          <a:pt x="47" y="29"/>
                        </a:cubicBezTo>
                        <a:cubicBezTo>
                          <a:pt x="47" y="27"/>
                          <a:pt x="51" y="19"/>
                          <a:pt x="51" y="19"/>
                        </a:cubicBezTo>
                        <a:cubicBezTo>
                          <a:pt x="51" y="19"/>
                          <a:pt x="53" y="13"/>
                          <a:pt x="55" y="8"/>
                        </a:cubicBezTo>
                        <a:moveTo>
                          <a:pt x="89" y="0"/>
                        </a:moveTo>
                        <a:cubicBezTo>
                          <a:pt x="83" y="2"/>
                          <a:pt x="76" y="4"/>
                          <a:pt x="70" y="5"/>
                        </a:cubicBezTo>
                        <a:cubicBezTo>
                          <a:pt x="70" y="6"/>
                          <a:pt x="71" y="7"/>
                          <a:pt x="72" y="10"/>
                        </a:cubicBezTo>
                        <a:cubicBezTo>
                          <a:pt x="74" y="16"/>
                          <a:pt x="77" y="22"/>
                          <a:pt x="77" y="25"/>
                        </a:cubicBezTo>
                        <a:cubicBezTo>
                          <a:pt x="77" y="28"/>
                          <a:pt x="77" y="26"/>
                          <a:pt x="77" y="32"/>
                        </a:cubicBezTo>
                        <a:cubicBezTo>
                          <a:pt x="78" y="37"/>
                          <a:pt x="78" y="37"/>
                          <a:pt x="78" y="37"/>
                        </a:cubicBezTo>
                        <a:cubicBezTo>
                          <a:pt x="81" y="40"/>
                          <a:pt x="81" y="40"/>
                          <a:pt x="81" y="40"/>
                        </a:cubicBezTo>
                        <a:cubicBezTo>
                          <a:pt x="83" y="47"/>
                          <a:pt x="83" y="47"/>
                          <a:pt x="83" y="47"/>
                        </a:cubicBezTo>
                        <a:cubicBezTo>
                          <a:pt x="83" y="47"/>
                          <a:pt x="82" y="49"/>
                          <a:pt x="82" y="51"/>
                        </a:cubicBezTo>
                        <a:cubicBezTo>
                          <a:pt x="81" y="53"/>
                          <a:pt x="84" y="79"/>
                          <a:pt x="84" y="79"/>
                        </a:cubicBezTo>
                        <a:cubicBezTo>
                          <a:pt x="84" y="79"/>
                          <a:pt x="83" y="79"/>
                          <a:pt x="83" y="86"/>
                        </a:cubicBezTo>
                        <a:cubicBezTo>
                          <a:pt x="83" y="93"/>
                          <a:pt x="83" y="101"/>
                          <a:pt x="83" y="101"/>
                        </a:cubicBezTo>
                        <a:cubicBezTo>
                          <a:pt x="84" y="106"/>
                          <a:pt x="84" y="106"/>
                          <a:pt x="84" y="106"/>
                        </a:cubicBezTo>
                        <a:cubicBezTo>
                          <a:pt x="84" y="106"/>
                          <a:pt x="92" y="66"/>
                          <a:pt x="89" y="0"/>
                        </a:cubicBezTo>
                      </a:path>
                    </a:pathLst>
                  </a:custGeom>
                  <a:solidFill>
                    <a:srgbClr val="00AA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053580d-0ce3-4fe5-a937-e74ea99dd6a1" id="513" name="ïš1iḋê">
                    <a:extLst>
                      <a:ext uri="{FF2B5EF4-FFF2-40B4-BE49-F238E27FC236}">
                        <a16:creationId id="{AD912177-EB04-697C-A433-BC47A5B03020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570" y="2420"/>
                    <a:ext cx="1438" cy="1137"/>
                  </a:xfrm>
                  <a:custGeom>
                    <a:avLst/>
                    <a:gdLst>
                      <a:gd fmla="*/ 511 w 692" name="T0"/>
                      <a:gd fmla="*/ 200 h 548" name="T1"/>
                      <a:gd fmla="*/ 525 w 692" name="T2"/>
                      <a:gd fmla="*/ 191 h 548" name="T3"/>
                      <a:gd fmla="*/ 520 w 692" name="T4"/>
                      <a:gd fmla="*/ 214 h 548" name="T5"/>
                      <a:gd fmla="*/ 513 w 692" name="T6"/>
                      <a:gd fmla="*/ 219 h 548" name="T7"/>
                      <a:gd fmla="*/ 506 w 692" name="T8"/>
                      <a:gd fmla="*/ 217 h 548" name="T9"/>
                      <a:gd fmla="*/ 509 w 692" name="T10"/>
                      <a:gd fmla="*/ 203 h 548" name="T11"/>
                      <a:gd fmla="*/ 609 w 692" name="T12"/>
                      <a:gd fmla="*/ 13 h 548" name="T13"/>
                      <a:gd fmla="*/ 606 w 692" name="T14"/>
                      <a:gd fmla="*/ 35 h 548" name="T15"/>
                      <a:gd fmla="*/ 587 w 692" name="T16"/>
                      <a:gd fmla="*/ 12 h 548" name="T17"/>
                      <a:gd fmla="*/ 192 w 692" name="T18"/>
                      <a:gd fmla="*/ 42 h 548" name="T19"/>
                      <a:gd fmla="*/ 204 w 692" name="T20"/>
                      <a:gd fmla="*/ 52 h 548" name="T21"/>
                      <a:gd fmla="*/ 193 w 692" name="T22"/>
                      <a:gd fmla="*/ 65 h 548" name="T23"/>
                      <a:gd fmla="*/ 182 w 692" name="T24"/>
                      <a:gd fmla="*/ 64 h 548" name="T25"/>
                      <a:gd fmla="*/ 175 w 692" name="T26"/>
                      <a:gd fmla="*/ 70 h 548" name="T27"/>
                      <a:gd fmla="*/ 170 w 692" name="T28"/>
                      <a:gd fmla="*/ 69 h 548" name="T29"/>
                      <a:gd fmla="*/ 149 w 692" name="T30"/>
                      <a:gd fmla="*/ 71 h 548" name="T31"/>
                      <a:gd fmla="*/ 149 w 692" name="T32"/>
                      <a:gd fmla="*/ 83 h 548" name="T33"/>
                      <a:gd fmla="*/ 145 w 692" name="T34"/>
                      <a:gd fmla="*/ 81 h 548" name="T35"/>
                      <a:gd fmla="*/ 136 w 692" name="T36"/>
                      <a:gd fmla="*/ 88 h 548" name="T37"/>
                      <a:gd fmla="*/ 121 w 692" name="T38"/>
                      <a:gd fmla="*/ 75 h 548" name="T39"/>
                      <a:gd fmla="*/ 126 w 692" name="T40"/>
                      <a:gd fmla="*/ 66 h 548" name="T41"/>
                      <a:gd fmla="*/ 135 w 692" name="T42"/>
                      <a:gd fmla="*/ 53 h 548" name="T43"/>
                      <a:gd fmla="*/ 137 w 692" name="T44"/>
                      <a:gd fmla="*/ 43 h 548" name="T45"/>
                      <a:gd fmla="*/ 144 w 692" name="T46"/>
                      <a:gd fmla="*/ 44 h 548" name="T47"/>
                      <a:gd fmla="*/ 106 w 692" name="T48"/>
                      <a:gd fmla="*/ 32 h 548" name="T49"/>
                      <a:gd fmla="*/ 21 w 692" name="T50"/>
                      <a:gd fmla="*/ 74 h 548" name="T51"/>
                      <a:gd fmla="*/ 39 w 692" name="T52"/>
                      <a:gd fmla="*/ 104 h 548" name="T53"/>
                      <a:gd fmla="*/ 75 w 692" name="T54"/>
                      <a:gd fmla="*/ 137 h 548" name="T55"/>
                      <a:gd fmla="*/ 106 w 692" name="T56"/>
                      <a:gd fmla="*/ 148 h 548" name="T57"/>
                      <a:gd fmla="*/ 120 w 692" name="T58"/>
                      <a:gd fmla="*/ 142 h 548" name="T59"/>
                      <a:gd fmla="*/ 158 w 692" name="T60"/>
                      <a:gd fmla="*/ 148 h 548" name="T61"/>
                      <a:gd fmla="*/ 188 w 692" name="T62"/>
                      <a:gd fmla="*/ 135 h 548" name="T63"/>
                      <a:gd fmla="*/ 233 w 692" name="T64"/>
                      <a:gd fmla="*/ 130 h 548" name="T65"/>
                      <a:gd fmla="*/ 248 w 692" name="T66"/>
                      <a:gd fmla="*/ 153 h 548" name="T67"/>
                      <a:gd fmla="*/ 267 w 692" name="T68"/>
                      <a:gd fmla="*/ 150 h 548" name="T69"/>
                      <a:gd fmla="*/ 282 w 692" name="T70"/>
                      <a:gd fmla="*/ 159 h 548" name="T71"/>
                      <a:gd fmla="*/ 281 w 692" name="T72"/>
                      <a:gd fmla="*/ 191 h 548" name="T73"/>
                      <a:gd fmla="*/ 279 w 692" name="T74"/>
                      <a:gd fmla="*/ 204 h 548" name="T75"/>
                      <a:gd fmla="*/ 288 w 692" name="T76"/>
                      <a:gd fmla="*/ 236 h 548" name="T77"/>
                      <a:gd fmla="*/ 309 w 692" name="T78"/>
                      <a:gd fmla="*/ 278 h 548" name="T79"/>
                      <a:gd fmla="*/ 319 w 692" name="T80"/>
                      <a:gd fmla="*/ 299 h 548" name="T81"/>
                      <a:gd fmla="*/ 317 w 692" name="T82"/>
                      <a:gd fmla="*/ 315 h 548" name="T83"/>
                      <a:gd fmla="*/ 302 w 692" name="T84"/>
                      <a:gd fmla="*/ 373 h 548" name="T85"/>
                      <a:gd fmla="*/ 316 w 692" name="T86"/>
                      <a:gd fmla="*/ 439 h 548" name="T87"/>
                      <a:gd fmla="*/ 335 w 692" name="T88"/>
                      <a:gd fmla="*/ 499 h 548" name="T89"/>
                      <a:gd fmla="*/ 346 w 692" name="T90"/>
                      <a:gd fmla="*/ 521 h 548" name="T91"/>
                      <a:gd fmla="*/ 343 w 692" name="T92"/>
                      <a:gd fmla="*/ 532 h 548" name="T93"/>
                      <a:gd fmla="*/ 354 w 692" name="T94"/>
                      <a:gd fmla="*/ 547 h 548" name="T95"/>
                      <a:gd fmla="*/ 383 w 692" name="T96"/>
                      <a:gd fmla="*/ 541 h 548" name="T97"/>
                      <a:gd fmla="*/ 416 w 692" name="T98"/>
                      <a:gd fmla="*/ 533 h 548" name="T99"/>
                      <a:gd fmla="*/ 483 w 692" name="T100"/>
                      <a:gd fmla="*/ 470 h 548" name="T101"/>
                      <a:gd fmla="*/ 515 w 692" name="T102"/>
                      <a:gd fmla="*/ 429 h 548" name="T103"/>
                      <a:gd fmla="*/ 513 w 692" name="T104"/>
                      <a:gd fmla="*/ 401 h 548" name="T105"/>
                      <a:gd fmla="*/ 574 w 692" name="T106"/>
                      <a:gd fmla="*/ 342 h 548" name="T107"/>
                      <a:gd fmla="*/ 571 w 692" name="T108"/>
                      <a:gd fmla="*/ 274 h 548" name="T109"/>
                      <a:gd fmla="*/ 575 w 692" name="T110"/>
                      <a:gd fmla="*/ 248 h 548" name="T111"/>
                      <a:gd fmla="*/ 652 w 692" name="T112"/>
                      <a:gd fmla="*/ 138 h 548" name="T113"/>
                      <a:gd fmla="*/ 682 w 692" name="T114"/>
                      <a:gd fmla="*/ 63 h 548" name="T115"/>
                      <a:gd fmla="*/ 669 w 692" name="T116"/>
                      <a:gd fmla="*/ 57 h 548" name="T117"/>
                      <a:gd fmla="*/ 634 w 692" name="T118"/>
                      <a:gd fmla="*/ 67 h 548" name="T119"/>
                      <a:gd fmla="*/ 619 w 692" name="T120"/>
                      <a:gd fmla="*/ 44 h 548" name="T121"/>
                      <a:gd fmla="*/ 654 w 692" name="T122"/>
                      <a:gd fmla="*/ 34 h 548" name="T123"/>
                      <a:gd fmla="*/ 692 w 692" name="T124"/>
                      <a:gd fmla="*/ 0 h 548" name="T1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b="b" l="0" r="r" t="0"/>
                    <a:pathLst>
                      <a:path h="548" w="692">
                        <a:moveTo>
                          <a:pt x="159" y="31"/>
                        </a:moveTo>
                        <a:cubicBezTo>
                          <a:pt x="158" y="31"/>
                          <a:pt x="158" y="31"/>
                          <a:pt x="157" y="31"/>
                        </a:cubicBezTo>
                        <a:cubicBezTo>
                          <a:pt x="157" y="31"/>
                          <a:pt x="158" y="31"/>
                          <a:pt x="158" y="31"/>
                        </a:cubicBezTo>
                        <a:cubicBezTo>
                          <a:pt x="158" y="31"/>
                          <a:pt x="158" y="31"/>
                          <a:pt x="158" y="31"/>
                        </a:cubicBezTo>
                        <a:cubicBezTo>
                          <a:pt x="158" y="31"/>
                          <a:pt x="158" y="31"/>
                          <a:pt x="159" y="31"/>
                        </a:cubicBezTo>
                        <a:moveTo>
                          <a:pt x="511" y="200"/>
                        </a:moveTo>
                        <a:cubicBezTo>
                          <a:pt x="511" y="200"/>
                          <a:pt x="511" y="199"/>
                          <a:pt x="512" y="198"/>
                        </a:cubicBezTo>
                        <a:cubicBezTo>
                          <a:pt x="512" y="196"/>
                          <a:pt x="513" y="197"/>
                          <a:pt x="514" y="196"/>
                        </a:cubicBezTo>
                        <a:cubicBezTo>
                          <a:pt x="515" y="196"/>
                          <a:pt x="517" y="196"/>
                          <a:pt x="518" y="195"/>
                        </a:cubicBezTo>
                        <a:cubicBezTo>
                          <a:pt x="520" y="195"/>
                          <a:pt x="520" y="195"/>
                          <a:pt x="522" y="192"/>
                        </a:cubicBezTo>
                        <a:cubicBezTo>
                          <a:pt x="522" y="191"/>
                          <a:pt x="523" y="191"/>
                          <a:pt x="523" y="191"/>
                        </a:cubicBezTo>
                        <a:cubicBezTo>
                          <a:pt x="524" y="191"/>
                          <a:pt x="524" y="191"/>
                          <a:pt x="525" y="191"/>
                        </a:cubicBezTo>
                        <a:cubicBezTo>
                          <a:pt x="527" y="191"/>
                          <a:pt x="529" y="193"/>
                          <a:pt x="529" y="193"/>
                        </a:cubicBezTo>
                        <a:cubicBezTo>
                          <a:pt x="529" y="193"/>
                          <a:pt x="529" y="195"/>
                          <a:pt x="529" y="196"/>
                        </a:cubicBezTo>
                        <a:cubicBezTo>
                          <a:pt x="529" y="197"/>
                          <a:pt x="529" y="199"/>
                          <a:pt x="529" y="200"/>
                        </a:cubicBezTo>
                        <a:cubicBezTo>
                          <a:pt x="529" y="202"/>
                          <a:pt x="528" y="203"/>
                          <a:pt x="527" y="205"/>
                        </a:cubicBezTo>
                        <a:cubicBezTo>
                          <a:pt x="526" y="206"/>
                          <a:pt x="524" y="208"/>
                          <a:pt x="522" y="209"/>
                        </a:cubicBezTo>
                        <a:cubicBezTo>
                          <a:pt x="521" y="211"/>
                          <a:pt x="521" y="213"/>
                          <a:pt x="520" y="214"/>
                        </a:cubicBezTo>
                        <a:cubicBezTo>
                          <a:pt x="520" y="214"/>
                          <a:pt x="520" y="217"/>
                          <a:pt x="519" y="218"/>
                        </a:cubicBezTo>
                        <a:cubicBezTo>
                          <a:pt x="519" y="220"/>
                          <a:pt x="518" y="220"/>
                          <a:pt x="517" y="220"/>
                        </a:cubicBezTo>
                        <a:cubicBezTo>
                          <a:pt x="517" y="221"/>
                          <a:pt x="516" y="221"/>
                          <a:pt x="516" y="221"/>
                        </a:cubicBezTo>
                        <a:cubicBezTo>
                          <a:pt x="515" y="221"/>
                          <a:pt x="515" y="221"/>
                          <a:pt x="514" y="220"/>
                        </a:cubicBezTo>
                        <a:cubicBezTo>
                          <a:pt x="513" y="219"/>
                          <a:pt x="513" y="219"/>
                          <a:pt x="513" y="219"/>
                        </a:cubicBezTo>
                        <a:cubicBezTo>
                          <a:pt x="513" y="219"/>
                          <a:pt x="513" y="219"/>
                          <a:pt x="513" y="219"/>
                        </a:cubicBezTo>
                        <a:cubicBezTo>
                          <a:pt x="513" y="219"/>
                          <a:pt x="514" y="219"/>
                          <a:pt x="514" y="219"/>
                        </a:cubicBezTo>
                        <a:cubicBezTo>
                          <a:pt x="514" y="219"/>
                          <a:pt x="514" y="219"/>
                          <a:pt x="514" y="219"/>
                        </a:cubicBezTo>
                        <a:cubicBezTo>
                          <a:pt x="514" y="218"/>
                          <a:pt x="512" y="217"/>
                          <a:pt x="511" y="217"/>
                        </a:cubicBezTo>
                        <a:cubicBezTo>
                          <a:pt x="511" y="217"/>
                          <a:pt x="508" y="220"/>
                          <a:pt x="508" y="220"/>
                        </a:cubicBezTo>
                        <a:cubicBezTo>
                          <a:pt x="508" y="221"/>
                          <a:pt x="507" y="221"/>
                          <a:pt x="507" y="221"/>
                        </a:cubicBezTo>
                        <a:cubicBezTo>
                          <a:pt x="506" y="221"/>
                          <a:pt x="506" y="217"/>
                          <a:pt x="506" y="217"/>
                        </a:cubicBezTo>
                        <a:cubicBezTo>
                          <a:pt x="506" y="216"/>
                          <a:pt x="507" y="214"/>
                          <a:pt x="507" y="213"/>
                        </a:cubicBezTo>
                        <a:cubicBezTo>
                          <a:pt x="508" y="213"/>
                          <a:pt x="508" y="212"/>
                          <a:pt x="508" y="212"/>
                        </a:cubicBezTo>
                        <a:cubicBezTo>
                          <a:pt x="509" y="212"/>
                          <a:pt x="509" y="213"/>
                          <a:pt x="509" y="213"/>
                        </a:cubicBezTo>
                        <a:cubicBezTo>
                          <a:pt x="509" y="213"/>
                          <a:pt x="510" y="211"/>
                          <a:pt x="511" y="209"/>
                        </a:cubicBezTo>
                        <a:cubicBezTo>
                          <a:pt x="511" y="207"/>
                          <a:pt x="511" y="207"/>
                          <a:pt x="511" y="205"/>
                        </a:cubicBezTo>
                        <a:cubicBezTo>
                          <a:pt x="511" y="203"/>
                          <a:pt x="509" y="203"/>
                          <a:pt x="509" y="203"/>
                        </a:cubicBezTo>
                        <a:cubicBezTo>
                          <a:pt x="509" y="203"/>
                          <a:pt x="509" y="203"/>
                          <a:pt x="509" y="201"/>
                        </a:cubicBezTo>
                        <a:cubicBezTo>
                          <a:pt x="509" y="200"/>
                          <a:pt x="510" y="200"/>
                          <a:pt x="510" y="200"/>
                        </a:cubicBezTo>
                        <a:cubicBezTo>
                          <a:pt x="510" y="200"/>
                          <a:pt x="511" y="200"/>
                          <a:pt x="511" y="200"/>
                        </a:cubicBezTo>
                        <a:moveTo>
                          <a:pt x="692" y="0"/>
                        </a:moveTo>
                        <a:cubicBezTo>
                          <a:pt x="666" y="3"/>
                          <a:pt x="638" y="6"/>
                          <a:pt x="610" y="9"/>
                        </a:cubicBezTo>
                        <a:cubicBezTo>
                          <a:pt x="610" y="10"/>
                          <a:pt x="610" y="12"/>
                          <a:pt x="609" y="13"/>
                        </a:cubicBezTo>
                        <a:cubicBezTo>
                          <a:pt x="608" y="15"/>
                          <a:pt x="608" y="16"/>
                          <a:pt x="608" y="16"/>
                        </a:cubicBezTo>
                        <a:cubicBezTo>
                          <a:pt x="608" y="17"/>
                          <a:pt x="610" y="21"/>
                          <a:pt x="611" y="22"/>
                        </a:cubicBezTo>
                        <a:cubicBezTo>
                          <a:pt x="612" y="24"/>
                          <a:pt x="612" y="28"/>
                          <a:pt x="612" y="30"/>
                        </a:cubicBezTo>
                        <a:cubicBezTo>
                          <a:pt x="612" y="32"/>
                          <a:pt x="612" y="31"/>
                          <a:pt x="611" y="34"/>
                        </a:cubicBezTo>
                        <a:cubicBezTo>
                          <a:pt x="610" y="36"/>
                          <a:pt x="610" y="36"/>
                          <a:pt x="609" y="36"/>
                        </a:cubicBezTo>
                        <a:cubicBezTo>
                          <a:pt x="609" y="36"/>
                          <a:pt x="607" y="35"/>
                          <a:pt x="606" y="35"/>
                        </a:cubicBezTo>
                        <a:cubicBezTo>
                          <a:pt x="604" y="35"/>
                          <a:pt x="603" y="31"/>
                          <a:pt x="603" y="31"/>
                        </a:cubicBezTo>
                        <a:cubicBezTo>
                          <a:pt x="603" y="31"/>
                          <a:pt x="597" y="27"/>
                          <a:pt x="596" y="24"/>
                        </a:cubicBezTo>
                        <a:cubicBezTo>
                          <a:pt x="595" y="22"/>
                          <a:pt x="595" y="23"/>
                          <a:pt x="594" y="21"/>
                        </a:cubicBezTo>
                        <a:cubicBezTo>
                          <a:pt x="594" y="20"/>
                          <a:pt x="593" y="19"/>
                          <a:pt x="591" y="19"/>
                        </a:cubicBezTo>
                        <a:cubicBezTo>
                          <a:pt x="589" y="19"/>
                          <a:pt x="588" y="17"/>
                          <a:pt x="588" y="16"/>
                        </a:cubicBezTo>
                        <a:cubicBezTo>
                          <a:pt x="587" y="14"/>
                          <a:pt x="587" y="14"/>
                          <a:pt x="587" y="12"/>
                        </a:cubicBezTo>
                        <a:cubicBezTo>
                          <a:pt x="587" y="12"/>
                          <a:pt x="587" y="11"/>
                          <a:pt x="587" y="11"/>
                        </a:cubicBezTo>
                        <a:cubicBezTo>
                          <a:pt x="467" y="22"/>
                          <a:pt x="330" y="29"/>
                          <a:pt x="184" y="31"/>
                        </a:cubicBezTo>
                        <a:cubicBezTo>
                          <a:pt x="184" y="32"/>
                          <a:pt x="184" y="33"/>
                          <a:pt x="184" y="33"/>
                        </a:cubicBezTo>
                        <a:cubicBezTo>
                          <a:pt x="187" y="38"/>
                          <a:pt x="187" y="38"/>
                          <a:pt x="187" y="38"/>
                        </a:cubicBezTo>
                        <a:cubicBezTo>
                          <a:pt x="187" y="38"/>
                          <a:pt x="187" y="38"/>
                          <a:pt x="190" y="39"/>
                        </a:cubicBezTo>
                        <a:cubicBezTo>
                          <a:pt x="194" y="40"/>
                          <a:pt x="192" y="42"/>
                          <a:pt x="192" y="42"/>
                        </a:cubicBezTo>
                        <a:cubicBezTo>
                          <a:pt x="192" y="42"/>
                          <a:pt x="192" y="45"/>
                          <a:pt x="192" y="46"/>
                        </a:cubicBezTo>
                        <a:cubicBezTo>
                          <a:pt x="192" y="48"/>
                          <a:pt x="193" y="49"/>
                          <a:pt x="194" y="49"/>
                        </a:cubicBezTo>
                        <a:cubicBezTo>
                          <a:pt x="195" y="49"/>
                          <a:pt x="197" y="51"/>
                          <a:pt x="197" y="51"/>
                        </a:cubicBezTo>
                        <a:cubicBezTo>
                          <a:pt x="197" y="51"/>
                          <a:pt x="198" y="51"/>
                          <a:pt x="200" y="51"/>
                        </a:cubicBezTo>
                        <a:cubicBezTo>
                          <a:pt x="201" y="51"/>
                          <a:pt x="202" y="51"/>
                          <a:pt x="203" y="51"/>
                        </a:cubicBezTo>
                        <a:cubicBezTo>
                          <a:pt x="206" y="52"/>
                          <a:pt x="203" y="51"/>
                          <a:pt x="204" y="52"/>
                        </a:cubicBezTo>
                        <a:cubicBezTo>
                          <a:pt x="205" y="54"/>
                          <a:pt x="206" y="55"/>
                          <a:pt x="206" y="56"/>
                        </a:cubicBezTo>
                        <a:cubicBezTo>
                          <a:pt x="207" y="57"/>
                          <a:pt x="206" y="60"/>
                          <a:pt x="206" y="60"/>
                        </a:cubicBezTo>
                        <a:cubicBezTo>
                          <a:pt x="206" y="64"/>
                          <a:pt x="206" y="64"/>
                          <a:pt x="206" y="64"/>
                        </a:cubicBezTo>
                        <a:cubicBezTo>
                          <a:pt x="206" y="64"/>
                          <a:pt x="203" y="64"/>
                          <a:pt x="202" y="64"/>
                        </a:cubicBezTo>
                        <a:cubicBezTo>
                          <a:pt x="201" y="64"/>
                          <a:pt x="198" y="65"/>
                          <a:pt x="198" y="65"/>
                        </a:cubicBezTo>
                        <a:cubicBezTo>
                          <a:pt x="198" y="65"/>
                          <a:pt x="194" y="65"/>
                          <a:pt x="193" y="65"/>
                        </a:cubicBezTo>
                        <a:cubicBezTo>
                          <a:pt x="192" y="65"/>
                          <a:pt x="192" y="67"/>
                          <a:pt x="192" y="67"/>
                        </a:cubicBezTo>
                        <a:cubicBezTo>
                          <a:pt x="191" y="70"/>
                          <a:pt x="191" y="70"/>
                          <a:pt x="191" y="70"/>
                        </a:cubicBezTo>
                        <a:cubicBezTo>
                          <a:pt x="191" y="70"/>
                          <a:pt x="189" y="70"/>
                          <a:pt x="187" y="70"/>
                        </a:cubicBezTo>
                        <a:cubicBezTo>
                          <a:pt x="185" y="70"/>
                          <a:pt x="186" y="70"/>
                          <a:pt x="184" y="70"/>
                        </a:cubicBezTo>
                        <a:cubicBezTo>
                          <a:pt x="183" y="70"/>
                          <a:pt x="184" y="68"/>
                          <a:pt x="184" y="68"/>
                        </a:cubicBezTo>
                        <a:cubicBezTo>
                          <a:pt x="184" y="68"/>
                          <a:pt x="184" y="66"/>
                          <a:pt x="182" y="64"/>
                        </a:cubicBezTo>
                        <a:cubicBezTo>
                          <a:pt x="182" y="64"/>
                          <a:pt x="182" y="64"/>
                          <a:pt x="182" y="64"/>
                        </a:cubicBezTo>
                        <a:cubicBezTo>
                          <a:pt x="182" y="64"/>
                          <a:pt x="181" y="65"/>
                          <a:pt x="179" y="65"/>
                        </a:cubicBezTo>
                        <a:cubicBezTo>
                          <a:pt x="175" y="65"/>
                          <a:pt x="179" y="67"/>
                          <a:pt x="179" y="67"/>
                        </a:cubicBezTo>
                        <a:cubicBezTo>
                          <a:pt x="179" y="67"/>
                          <a:pt x="179" y="70"/>
                          <a:pt x="178" y="70"/>
                        </a:cubicBezTo>
                        <a:cubicBezTo>
                          <a:pt x="178" y="71"/>
                          <a:pt x="177" y="71"/>
                          <a:pt x="177" y="71"/>
                        </a:cubicBezTo>
                        <a:cubicBezTo>
                          <a:pt x="177" y="71"/>
                          <a:pt x="176" y="70"/>
                          <a:pt x="175" y="70"/>
                        </a:cubicBezTo>
                        <a:cubicBezTo>
                          <a:pt x="174" y="70"/>
                          <a:pt x="174" y="69"/>
                          <a:pt x="174" y="69"/>
                        </a:cubicBezTo>
                        <a:cubicBezTo>
                          <a:pt x="174" y="69"/>
                          <a:pt x="174" y="69"/>
                          <a:pt x="174" y="69"/>
                        </a:cubicBezTo>
                        <a:cubicBezTo>
                          <a:pt x="174" y="70"/>
                          <a:pt x="174" y="70"/>
                          <a:pt x="174" y="70"/>
                        </a:cubicBezTo>
                        <a:cubicBezTo>
                          <a:pt x="174" y="70"/>
                          <a:pt x="174" y="69"/>
                          <a:pt x="174" y="69"/>
                        </a:cubicBezTo>
                        <a:cubicBezTo>
                          <a:pt x="173" y="69"/>
                          <a:pt x="173" y="69"/>
                          <a:pt x="172" y="69"/>
                        </a:cubicBezTo>
                        <a:cubicBezTo>
                          <a:pt x="171" y="69"/>
                          <a:pt x="171" y="69"/>
                          <a:pt x="170" y="69"/>
                        </a:cubicBezTo>
                        <a:cubicBezTo>
                          <a:pt x="169" y="69"/>
                          <a:pt x="168" y="70"/>
                          <a:pt x="166" y="70"/>
                        </a:cubicBezTo>
                        <a:cubicBezTo>
                          <a:pt x="165" y="70"/>
                          <a:pt x="164" y="70"/>
                          <a:pt x="163" y="70"/>
                        </a:cubicBezTo>
                        <a:cubicBezTo>
                          <a:pt x="162" y="70"/>
                          <a:pt x="160" y="70"/>
                          <a:pt x="158" y="70"/>
                        </a:cubicBezTo>
                        <a:cubicBezTo>
                          <a:pt x="153" y="70"/>
                          <a:pt x="155" y="69"/>
                          <a:pt x="153" y="69"/>
                        </a:cubicBezTo>
                        <a:cubicBezTo>
                          <a:pt x="153" y="69"/>
                          <a:pt x="153" y="69"/>
                          <a:pt x="153" y="69"/>
                        </a:cubicBezTo>
                        <a:cubicBezTo>
                          <a:pt x="151" y="69"/>
                          <a:pt x="151" y="70"/>
                          <a:pt x="149" y="71"/>
                        </a:cubicBezTo>
                        <a:cubicBezTo>
                          <a:pt x="148" y="72"/>
                          <a:pt x="149" y="71"/>
                          <a:pt x="149" y="72"/>
                        </a:cubicBezTo>
                        <a:cubicBezTo>
                          <a:pt x="149" y="74"/>
                          <a:pt x="149" y="75"/>
                          <a:pt x="149" y="77"/>
                        </a:cubicBezTo>
                        <a:cubicBezTo>
                          <a:pt x="149" y="78"/>
                          <a:pt x="150" y="79"/>
                          <a:pt x="149" y="82"/>
                        </a:cubicBezTo>
                        <a:cubicBezTo>
                          <a:pt x="149" y="83"/>
                          <a:pt x="149" y="83"/>
                          <a:pt x="149" y="83"/>
                        </a:cubicBezTo>
                        <a:cubicBezTo>
                          <a:pt x="149" y="83"/>
                          <a:pt x="149" y="83"/>
                          <a:pt x="149" y="83"/>
                        </a:cubicBezTo>
                        <a:cubicBezTo>
                          <a:pt x="149" y="83"/>
                          <a:pt x="149" y="83"/>
                          <a:pt x="149" y="83"/>
                        </a:cubicBezTo>
                        <a:cubicBezTo>
                          <a:pt x="149" y="83"/>
                          <a:pt x="149" y="83"/>
                          <a:pt x="149" y="83"/>
                        </a:cubicBezTo>
                        <a:cubicBezTo>
                          <a:pt x="149" y="84"/>
                          <a:pt x="148" y="84"/>
                          <a:pt x="148" y="84"/>
                        </a:cubicBezTo>
                        <a:cubicBezTo>
                          <a:pt x="147" y="84"/>
                          <a:pt x="146" y="83"/>
                          <a:pt x="146" y="82"/>
                        </a:cubicBezTo>
                        <a:cubicBezTo>
                          <a:pt x="146" y="81"/>
                          <a:pt x="146" y="81"/>
                          <a:pt x="146" y="81"/>
                        </a:cubicBezTo>
                        <a:cubicBezTo>
                          <a:pt x="146" y="81"/>
                          <a:pt x="146" y="81"/>
                          <a:pt x="146" y="81"/>
                        </a:cubicBezTo>
                        <a:cubicBezTo>
                          <a:pt x="145" y="81"/>
                          <a:pt x="145" y="81"/>
                          <a:pt x="145" y="81"/>
                        </a:cubicBezTo>
                        <a:cubicBezTo>
                          <a:pt x="144" y="81"/>
                          <a:pt x="144" y="81"/>
                          <a:pt x="143" y="81"/>
                        </a:cubicBezTo>
                        <a:cubicBezTo>
                          <a:pt x="143" y="81"/>
                          <a:pt x="142" y="81"/>
                          <a:pt x="142" y="81"/>
                        </a:cubicBezTo>
                        <a:cubicBezTo>
                          <a:pt x="141" y="81"/>
                          <a:pt x="142" y="82"/>
                          <a:pt x="140" y="82"/>
                        </a:cubicBezTo>
                        <a:cubicBezTo>
                          <a:pt x="139" y="82"/>
                          <a:pt x="139" y="84"/>
                          <a:pt x="139" y="84"/>
                        </a:cubicBezTo>
                        <a:cubicBezTo>
                          <a:pt x="139" y="84"/>
                          <a:pt x="138" y="86"/>
                          <a:pt x="137" y="87"/>
                        </a:cubicBezTo>
                        <a:cubicBezTo>
                          <a:pt x="137" y="88"/>
                          <a:pt x="136" y="88"/>
                          <a:pt x="136" y="88"/>
                        </a:cubicBezTo>
                        <a:cubicBezTo>
                          <a:pt x="135" y="88"/>
                          <a:pt x="134" y="87"/>
                          <a:pt x="134" y="87"/>
                        </a:cubicBezTo>
                        <a:cubicBezTo>
                          <a:pt x="133" y="87"/>
                          <a:pt x="131" y="87"/>
                          <a:pt x="130" y="87"/>
                        </a:cubicBezTo>
                        <a:cubicBezTo>
                          <a:pt x="128" y="86"/>
                          <a:pt x="128" y="84"/>
                          <a:pt x="128" y="83"/>
                        </a:cubicBezTo>
                        <a:cubicBezTo>
                          <a:pt x="127" y="82"/>
                          <a:pt x="125" y="82"/>
                          <a:pt x="125" y="82"/>
                        </a:cubicBezTo>
                        <a:cubicBezTo>
                          <a:pt x="125" y="82"/>
                          <a:pt x="126" y="80"/>
                          <a:pt x="125" y="78"/>
                        </a:cubicBezTo>
                        <a:cubicBezTo>
                          <a:pt x="124" y="77"/>
                          <a:pt x="123" y="77"/>
                          <a:pt x="121" y="75"/>
                        </a:cubicBezTo>
                        <a:cubicBezTo>
                          <a:pt x="120" y="73"/>
                          <a:pt x="122" y="73"/>
                          <a:pt x="123" y="69"/>
                        </a:cubicBezTo>
                        <a:cubicBezTo>
                          <a:pt x="123" y="68"/>
                          <a:pt x="123" y="67"/>
                          <a:pt x="123" y="67"/>
                        </a:cubicBezTo>
                        <a:cubicBezTo>
                          <a:pt x="123" y="67"/>
                          <a:pt x="123" y="68"/>
                          <a:pt x="123" y="68"/>
                        </a:cubicBezTo>
                        <a:cubicBezTo>
                          <a:pt x="123" y="68"/>
                          <a:pt x="123" y="68"/>
                          <a:pt x="124" y="68"/>
                        </a:cubicBezTo>
                        <a:cubicBezTo>
                          <a:pt x="124" y="68"/>
                          <a:pt x="124" y="68"/>
                          <a:pt x="124" y="68"/>
                        </a:cubicBezTo>
                        <a:cubicBezTo>
                          <a:pt x="125" y="67"/>
                          <a:pt x="125" y="67"/>
                          <a:pt x="126" y="66"/>
                        </a:cubicBezTo>
                        <a:cubicBezTo>
                          <a:pt x="126" y="64"/>
                          <a:pt x="126" y="64"/>
                          <a:pt x="126" y="63"/>
                        </a:cubicBezTo>
                        <a:cubicBezTo>
                          <a:pt x="126" y="62"/>
                          <a:pt x="126" y="61"/>
                          <a:pt x="129" y="60"/>
                        </a:cubicBezTo>
                        <a:cubicBezTo>
                          <a:pt x="131" y="60"/>
                          <a:pt x="131" y="59"/>
                          <a:pt x="131" y="59"/>
                        </a:cubicBezTo>
                        <a:cubicBezTo>
                          <a:pt x="131" y="59"/>
                          <a:pt x="132" y="58"/>
                          <a:pt x="134" y="55"/>
                        </a:cubicBezTo>
                        <a:cubicBezTo>
                          <a:pt x="135" y="54"/>
                          <a:pt x="135" y="53"/>
                          <a:pt x="135" y="53"/>
                        </a:cubicBezTo>
                        <a:cubicBezTo>
                          <a:pt x="135" y="53"/>
                          <a:pt x="135" y="53"/>
                          <a:pt x="135" y="53"/>
                        </a:cubicBezTo>
                        <a:cubicBezTo>
                          <a:pt x="135" y="54"/>
                          <a:pt x="135" y="54"/>
                          <a:pt x="135" y="54"/>
                        </a:cubicBezTo>
                        <a:cubicBezTo>
                          <a:pt x="135" y="54"/>
                          <a:pt x="135" y="54"/>
                          <a:pt x="136" y="53"/>
                        </a:cubicBezTo>
                        <a:cubicBezTo>
                          <a:pt x="137" y="51"/>
                          <a:pt x="136" y="53"/>
                          <a:pt x="136" y="51"/>
                        </a:cubicBezTo>
                        <a:cubicBezTo>
                          <a:pt x="137" y="49"/>
                          <a:pt x="136" y="49"/>
                          <a:pt x="136" y="48"/>
                        </a:cubicBezTo>
                        <a:cubicBezTo>
                          <a:pt x="136" y="46"/>
                          <a:pt x="136" y="46"/>
                          <a:pt x="137" y="44"/>
                        </a:cubicBezTo>
                        <a:cubicBezTo>
                          <a:pt x="137" y="43"/>
                          <a:pt x="137" y="43"/>
                          <a:pt x="137" y="43"/>
                        </a:cubicBezTo>
                        <a:cubicBezTo>
                          <a:pt x="138" y="43"/>
                          <a:pt x="138" y="43"/>
                          <a:pt x="138" y="43"/>
                        </a:cubicBezTo>
                        <a:cubicBezTo>
                          <a:pt x="138" y="43"/>
                          <a:pt x="138" y="43"/>
                          <a:pt x="138" y="43"/>
                        </a:cubicBezTo>
                        <a:cubicBezTo>
                          <a:pt x="138" y="43"/>
                          <a:pt x="138" y="43"/>
                          <a:pt x="139" y="42"/>
                        </a:cubicBezTo>
                        <a:cubicBezTo>
                          <a:pt x="139" y="41"/>
                          <a:pt x="140" y="41"/>
                          <a:pt x="140" y="41"/>
                        </a:cubicBezTo>
                        <a:cubicBezTo>
                          <a:pt x="140" y="41"/>
                          <a:pt x="139" y="42"/>
                          <a:pt x="140" y="43"/>
                        </a:cubicBezTo>
                        <a:cubicBezTo>
                          <a:pt x="142" y="44"/>
                          <a:pt x="143" y="44"/>
                          <a:pt x="144" y="44"/>
                        </a:cubicBezTo>
                        <a:cubicBezTo>
                          <a:pt x="144" y="44"/>
                          <a:pt x="144" y="44"/>
                          <a:pt x="144" y="44"/>
                        </a:cubicBezTo>
                        <a:cubicBezTo>
                          <a:pt x="146" y="44"/>
                          <a:pt x="146" y="43"/>
                          <a:pt x="149" y="40"/>
                        </a:cubicBezTo>
                        <a:cubicBezTo>
                          <a:pt x="153" y="37"/>
                          <a:pt x="151" y="39"/>
                          <a:pt x="152" y="36"/>
                        </a:cubicBezTo>
                        <a:cubicBezTo>
                          <a:pt x="154" y="34"/>
                          <a:pt x="154" y="34"/>
                          <a:pt x="155" y="32"/>
                        </a:cubicBezTo>
                        <a:cubicBezTo>
                          <a:pt x="155" y="32"/>
                          <a:pt x="155" y="31"/>
                          <a:pt x="155" y="31"/>
                        </a:cubicBezTo>
                        <a:cubicBezTo>
                          <a:pt x="139" y="31"/>
                          <a:pt x="123" y="32"/>
                          <a:pt x="106" y="32"/>
                        </a:cubicBezTo>
                        <a:cubicBezTo>
                          <a:pt x="70" y="32"/>
                          <a:pt x="35" y="31"/>
                          <a:pt x="0" y="31"/>
                        </a:cubicBezTo>
                        <a:cubicBezTo>
                          <a:pt x="0" y="34"/>
                          <a:pt x="2" y="43"/>
                          <a:pt x="2" y="46"/>
                        </a:cubicBezTo>
                        <a:cubicBezTo>
                          <a:pt x="2" y="49"/>
                          <a:pt x="4" y="49"/>
                          <a:pt x="5" y="54"/>
                        </a:cubicBezTo>
                        <a:cubicBezTo>
                          <a:pt x="6" y="59"/>
                          <a:pt x="8" y="58"/>
                          <a:pt x="11" y="63"/>
                        </a:cubicBezTo>
                        <a:cubicBezTo>
                          <a:pt x="14" y="69"/>
                          <a:pt x="16" y="70"/>
                          <a:pt x="16" y="70"/>
                        </a:cubicBezTo>
                        <a:cubicBezTo>
                          <a:pt x="21" y="74"/>
                          <a:pt x="21" y="74"/>
                          <a:pt x="21" y="74"/>
                        </a:cubicBezTo>
                        <a:cubicBezTo>
                          <a:pt x="21" y="74"/>
                          <a:pt x="22" y="74"/>
                          <a:pt x="23" y="77"/>
                        </a:cubicBezTo>
                        <a:cubicBezTo>
                          <a:pt x="24" y="80"/>
                          <a:pt x="26" y="81"/>
                          <a:pt x="27" y="83"/>
                        </a:cubicBezTo>
                        <a:cubicBezTo>
                          <a:pt x="28" y="84"/>
                          <a:pt x="28" y="84"/>
                          <a:pt x="28" y="84"/>
                        </a:cubicBezTo>
                        <a:cubicBezTo>
                          <a:pt x="35" y="90"/>
                          <a:pt x="35" y="90"/>
                          <a:pt x="35" y="90"/>
                        </a:cubicBezTo>
                        <a:cubicBezTo>
                          <a:pt x="35" y="90"/>
                          <a:pt x="38" y="90"/>
                          <a:pt x="38" y="95"/>
                        </a:cubicBezTo>
                        <a:cubicBezTo>
                          <a:pt x="38" y="99"/>
                          <a:pt x="37" y="102"/>
                          <a:pt x="39" y="104"/>
                        </a:cubicBezTo>
                        <a:cubicBezTo>
                          <a:pt x="41" y="107"/>
                          <a:pt x="45" y="109"/>
                          <a:pt x="45" y="109"/>
                        </a:cubicBezTo>
                        <a:cubicBezTo>
                          <a:pt x="45" y="109"/>
                          <a:pt x="45" y="112"/>
                          <a:pt x="45" y="113"/>
                        </a:cubicBezTo>
                        <a:cubicBezTo>
                          <a:pt x="46" y="114"/>
                          <a:pt x="60" y="121"/>
                          <a:pt x="63" y="123"/>
                        </a:cubicBezTo>
                        <a:cubicBezTo>
                          <a:pt x="65" y="125"/>
                          <a:pt x="65" y="125"/>
                          <a:pt x="67" y="128"/>
                        </a:cubicBezTo>
                        <a:cubicBezTo>
                          <a:pt x="68" y="131"/>
                          <a:pt x="70" y="134"/>
                          <a:pt x="70" y="134"/>
                        </a:cubicBezTo>
                        <a:cubicBezTo>
                          <a:pt x="70" y="134"/>
                          <a:pt x="73" y="136"/>
                          <a:pt x="75" y="137"/>
                        </a:cubicBezTo>
                        <a:cubicBezTo>
                          <a:pt x="76" y="138"/>
                          <a:pt x="78" y="140"/>
                          <a:pt x="80" y="141"/>
                        </a:cubicBezTo>
                        <a:cubicBezTo>
                          <a:pt x="82" y="143"/>
                          <a:pt x="86" y="145"/>
                          <a:pt x="86" y="145"/>
                        </a:cubicBezTo>
                        <a:cubicBezTo>
                          <a:pt x="86" y="145"/>
                          <a:pt x="90" y="147"/>
                          <a:pt x="91" y="148"/>
                        </a:cubicBezTo>
                        <a:cubicBezTo>
                          <a:pt x="92" y="149"/>
                          <a:pt x="99" y="152"/>
                          <a:pt x="101" y="152"/>
                        </a:cubicBezTo>
                        <a:cubicBezTo>
                          <a:pt x="102" y="152"/>
                          <a:pt x="102" y="152"/>
                          <a:pt x="102" y="152"/>
                        </a:cubicBezTo>
                        <a:cubicBezTo>
                          <a:pt x="104" y="151"/>
                          <a:pt x="106" y="148"/>
                          <a:pt x="106" y="148"/>
                        </a:cubicBezTo>
                        <a:cubicBezTo>
                          <a:pt x="106" y="148"/>
                          <a:pt x="108" y="148"/>
                          <a:pt x="110" y="147"/>
                        </a:cubicBezTo>
                        <a:cubicBezTo>
                          <a:pt x="111" y="147"/>
                          <a:pt x="111" y="147"/>
                          <a:pt x="111" y="147"/>
                        </a:cubicBezTo>
                        <a:cubicBezTo>
                          <a:pt x="111" y="147"/>
                          <a:pt x="111" y="147"/>
                          <a:pt x="111" y="147"/>
                        </a:cubicBezTo>
                        <a:cubicBezTo>
                          <a:pt x="111" y="147"/>
                          <a:pt x="110" y="147"/>
                          <a:pt x="111" y="147"/>
                        </a:cubicBezTo>
                        <a:cubicBezTo>
                          <a:pt x="111" y="147"/>
                          <a:pt x="111" y="147"/>
                          <a:pt x="113" y="146"/>
                        </a:cubicBezTo>
                        <a:cubicBezTo>
                          <a:pt x="117" y="143"/>
                          <a:pt x="118" y="143"/>
                          <a:pt x="120" y="142"/>
                        </a:cubicBezTo>
                        <a:cubicBezTo>
                          <a:pt x="122" y="141"/>
                          <a:pt x="124" y="141"/>
                          <a:pt x="124" y="141"/>
                        </a:cubicBezTo>
                        <a:cubicBezTo>
                          <a:pt x="124" y="141"/>
                          <a:pt x="134" y="142"/>
                          <a:pt x="140" y="142"/>
                        </a:cubicBezTo>
                        <a:cubicBezTo>
                          <a:pt x="143" y="142"/>
                          <a:pt x="145" y="142"/>
                          <a:pt x="147" y="142"/>
                        </a:cubicBezTo>
                        <a:cubicBezTo>
                          <a:pt x="148" y="142"/>
                          <a:pt x="149" y="142"/>
                          <a:pt x="150" y="143"/>
                        </a:cubicBezTo>
                        <a:cubicBezTo>
                          <a:pt x="151" y="145"/>
                          <a:pt x="153" y="146"/>
                          <a:pt x="154" y="147"/>
                        </a:cubicBezTo>
                        <a:cubicBezTo>
                          <a:pt x="155" y="147"/>
                          <a:pt x="157" y="148"/>
                          <a:pt x="158" y="148"/>
                        </a:cubicBezTo>
                        <a:cubicBezTo>
                          <a:pt x="159" y="148"/>
                          <a:pt x="159" y="148"/>
                          <a:pt x="159" y="148"/>
                        </a:cubicBezTo>
                        <a:cubicBezTo>
                          <a:pt x="161" y="147"/>
                          <a:pt x="163" y="147"/>
                          <a:pt x="164" y="145"/>
                        </a:cubicBezTo>
                        <a:cubicBezTo>
                          <a:pt x="166" y="143"/>
                          <a:pt x="161" y="144"/>
                          <a:pt x="166" y="143"/>
                        </a:cubicBezTo>
                        <a:cubicBezTo>
                          <a:pt x="170" y="142"/>
                          <a:pt x="170" y="143"/>
                          <a:pt x="173" y="142"/>
                        </a:cubicBezTo>
                        <a:cubicBezTo>
                          <a:pt x="175" y="141"/>
                          <a:pt x="181" y="139"/>
                          <a:pt x="183" y="137"/>
                        </a:cubicBezTo>
                        <a:cubicBezTo>
                          <a:pt x="185" y="136"/>
                          <a:pt x="188" y="135"/>
                          <a:pt x="188" y="135"/>
                        </a:cubicBezTo>
                        <a:cubicBezTo>
                          <a:pt x="188" y="135"/>
                          <a:pt x="193" y="132"/>
                          <a:pt x="196" y="130"/>
                        </a:cubicBezTo>
                        <a:cubicBezTo>
                          <a:pt x="198" y="128"/>
                          <a:pt x="200" y="128"/>
                          <a:pt x="205" y="128"/>
                        </a:cubicBezTo>
                        <a:cubicBezTo>
                          <a:pt x="208" y="128"/>
                          <a:pt x="210" y="127"/>
                          <a:pt x="212" y="127"/>
                        </a:cubicBezTo>
                        <a:cubicBezTo>
                          <a:pt x="213" y="127"/>
                          <a:pt x="213" y="127"/>
                          <a:pt x="214" y="127"/>
                        </a:cubicBezTo>
                        <a:cubicBezTo>
                          <a:pt x="217" y="128"/>
                          <a:pt x="226" y="127"/>
                          <a:pt x="227" y="128"/>
                        </a:cubicBezTo>
                        <a:cubicBezTo>
                          <a:pt x="228" y="128"/>
                          <a:pt x="233" y="130"/>
                          <a:pt x="233" y="130"/>
                        </a:cubicBezTo>
                        <a:cubicBezTo>
                          <a:pt x="233" y="130"/>
                          <a:pt x="235" y="131"/>
                          <a:pt x="235" y="133"/>
                        </a:cubicBezTo>
                        <a:cubicBezTo>
                          <a:pt x="235" y="136"/>
                          <a:pt x="236" y="138"/>
                          <a:pt x="236" y="138"/>
                        </a:cubicBezTo>
                        <a:cubicBezTo>
                          <a:pt x="236" y="138"/>
                          <a:pt x="237" y="139"/>
                          <a:pt x="238" y="140"/>
                        </a:cubicBezTo>
                        <a:cubicBezTo>
                          <a:pt x="238" y="142"/>
                          <a:pt x="239" y="143"/>
                          <a:pt x="239" y="145"/>
                        </a:cubicBezTo>
                        <a:cubicBezTo>
                          <a:pt x="239" y="147"/>
                          <a:pt x="238" y="148"/>
                          <a:pt x="241" y="150"/>
                        </a:cubicBezTo>
                        <a:cubicBezTo>
                          <a:pt x="243" y="151"/>
                          <a:pt x="245" y="153"/>
                          <a:pt x="248" y="153"/>
                        </a:cubicBezTo>
                        <a:cubicBezTo>
                          <a:pt x="251" y="153"/>
                          <a:pt x="258" y="153"/>
                          <a:pt x="260" y="151"/>
                        </a:cubicBezTo>
                        <a:cubicBezTo>
                          <a:pt x="261" y="150"/>
                          <a:pt x="258" y="150"/>
                          <a:pt x="261" y="150"/>
                        </a:cubicBezTo>
                        <a:cubicBezTo>
                          <a:pt x="262" y="150"/>
                          <a:pt x="262" y="150"/>
                          <a:pt x="263" y="150"/>
                        </a:cubicBezTo>
                        <a:cubicBezTo>
                          <a:pt x="263" y="150"/>
                          <a:pt x="264" y="150"/>
                          <a:pt x="265" y="150"/>
                        </a:cubicBezTo>
                        <a:cubicBezTo>
                          <a:pt x="265" y="150"/>
                          <a:pt x="266" y="150"/>
                          <a:pt x="266" y="150"/>
                        </a:cubicBezTo>
                        <a:cubicBezTo>
                          <a:pt x="266" y="150"/>
                          <a:pt x="267" y="150"/>
                          <a:pt x="267" y="150"/>
                        </a:cubicBezTo>
                        <a:cubicBezTo>
                          <a:pt x="269" y="149"/>
                          <a:pt x="269" y="149"/>
                          <a:pt x="269" y="149"/>
                        </a:cubicBezTo>
                        <a:cubicBezTo>
                          <a:pt x="269" y="149"/>
                          <a:pt x="271" y="147"/>
                          <a:pt x="272" y="147"/>
                        </a:cubicBezTo>
                        <a:cubicBezTo>
                          <a:pt x="273" y="147"/>
                          <a:pt x="273" y="147"/>
                          <a:pt x="273" y="147"/>
                        </a:cubicBezTo>
                        <a:cubicBezTo>
                          <a:pt x="275" y="148"/>
                          <a:pt x="277" y="150"/>
                          <a:pt x="277" y="151"/>
                        </a:cubicBezTo>
                        <a:cubicBezTo>
                          <a:pt x="277" y="152"/>
                          <a:pt x="277" y="152"/>
                          <a:pt x="277" y="152"/>
                        </a:cubicBezTo>
                        <a:cubicBezTo>
                          <a:pt x="277" y="152"/>
                          <a:pt x="280" y="157"/>
                          <a:pt x="282" y="159"/>
                        </a:cubicBezTo>
                        <a:cubicBezTo>
                          <a:pt x="284" y="160"/>
                          <a:pt x="285" y="163"/>
                          <a:pt x="285" y="163"/>
                        </a:cubicBezTo>
                        <a:cubicBezTo>
                          <a:pt x="285" y="163"/>
                          <a:pt x="286" y="165"/>
                          <a:pt x="285" y="169"/>
                        </a:cubicBezTo>
                        <a:cubicBezTo>
                          <a:pt x="285" y="173"/>
                          <a:pt x="285" y="173"/>
                          <a:pt x="285" y="175"/>
                        </a:cubicBezTo>
                        <a:cubicBezTo>
                          <a:pt x="285" y="177"/>
                          <a:pt x="282" y="182"/>
                          <a:pt x="281" y="183"/>
                        </a:cubicBezTo>
                        <a:cubicBezTo>
                          <a:pt x="279" y="185"/>
                          <a:pt x="278" y="186"/>
                          <a:pt x="279" y="188"/>
                        </a:cubicBezTo>
                        <a:cubicBezTo>
                          <a:pt x="281" y="191"/>
                          <a:pt x="278" y="189"/>
                          <a:pt x="281" y="191"/>
                        </a:cubicBezTo>
                        <a:cubicBezTo>
                          <a:pt x="281" y="192"/>
                          <a:pt x="282" y="192"/>
                          <a:pt x="282" y="192"/>
                        </a:cubicBezTo>
                        <a:cubicBezTo>
                          <a:pt x="283" y="192"/>
                          <a:pt x="283" y="192"/>
                          <a:pt x="283" y="192"/>
                        </a:cubicBezTo>
                        <a:cubicBezTo>
                          <a:pt x="283" y="192"/>
                          <a:pt x="283" y="192"/>
                          <a:pt x="283" y="192"/>
                        </a:cubicBezTo>
                        <a:cubicBezTo>
                          <a:pt x="283" y="192"/>
                          <a:pt x="283" y="192"/>
                          <a:pt x="283" y="193"/>
                        </a:cubicBezTo>
                        <a:cubicBezTo>
                          <a:pt x="283" y="196"/>
                          <a:pt x="283" y="196"/>
                          <a:pt x="283" y="196"/>
                        </a:cubicBezTo>
                        <a:cubicBezTo>
                          <a:pt x="280" y="200"/>
                          <a:pt x="279" y="201"/>
                          <a:pt x="279" y="204"/>
                        </a:cubicBezTo>
                        <a:cubicBezTo>
                          <a:pt x="279" y="206"/>
                          <a:pt x="283" y="204"/>
                          <a:pt x="279" y="206"/>
                        </a:cubicBezTo>
                        <a:cubicBezTo>
                          <a:pt x="275" y="208"/>
                          <a:pt x="275" y="208"/>
                          <a:pt x="275" y="208"/>
                        </a:cubicBezTo>
                        <a:cubicBezTo>
                          <a:pt x="275" y="208"/>
                          <a:pt x="275" y="210"/>
                          <a:pt x="275" y="215"/>
                        </a:cubicBezTo>
                        <a:cubicBezTo>
                          <a:pt x="275" y="220"/>
                          <a:pt x="277" y="219"/>
                          <a:pt x="278" y="223"/>
                        </a:cubicBezTo>
                        <a:cubicBezTo>
                          <a:pt x="280" y="227"/>
                          <a:pt x="280" y="228"/>
                          <a:pt x="281" y="231"/>
                        </a:cubicBezTo>
                        <a:cubicBezTo>
                          <a:pt x="282" y="233"/>
                          <a:pt x="286" y="234"/>
                          <a:pt x="288" y="236"/>
                        </a:cubicBezTo>
                        <a:cubicBezTo>
                          <a:pt x="290" y="238"/>
                          <a:pt x="298" y="243"/>
                          <a:pt x="298" y="243"/>
                        </a:cubicBezTo>
                        <a:cubicBezTo>
                          <a:pt x="298" y="243"/>
                          <a:pt x="301" y="247"/>
                          <a:pt x="302" y="251"/>
                        </a:cubicBezTo>
                        <a:cubicBezTo>
                          <a:pt x="303" y="255"/>
                          <a:pt x="304" y="258"/>
                          <a:pt x="304" y="258"/>
                        </a:cubicBezTo>
                        <a:cubicBezTo>
                          <a:pt x="306" y="260"/>
                          <a:pt x="306" y="260"/>
                          <a:pt x="306" y="260"/>
                        </a:cubicBezTo>
                        <a:cubicBezTo>
                          <a:pt x="306" y="260"/>
                          <a:pt x="309" y="268"/>
                          <a:pt x="309" y="272"/>
                        </a:cubicBezTo>
                        <a:cubicBezTo>
                          <a:pt x="309" y="275"/>
                          <a:pt x="306" y="275"/>
                          <a:pt x="309" y="278"/>
                        </a:cubicBezTo>
                        <a:cubicBezTo>
                          <a:pt x="312" y="281"/>
                          <a:pt x="310" y="278"/>
                          <a:pt x="312" y="281"/>
                        </a:cubicBezTo>
                        <a:cubicBezTo>
                          <a:pt x="313" y="283"/>
                          <a:pt x="313" y="285"/>
                          <a:pt x="313" y="287"/>
                        </a:cubicBezTo>
                        <a:cubicBezTo>
                          <a:pt x="313" y="289"/>
                          <a:pt x="315" y="291"/>
                          <a:pt x="315" y="291"/>
                        </a:cubicBezTo>
                        <a:cubicBezTo>
                          <a:pt x="315" y="291"/>
                          <a:pt x="316" y="291"/>
                          <a:pt x="317" y="291"/>
                        </a:cubicBezTo>
                        <a:cubicBezTo>
                          <a:pt x="318" y="291"/>
                          <a:pt x="319" y="292"/>
                          <a:pt x="319" y="294"/>
                        </a:cubicBezTo>
                        <a:cubicBezTo>
                          <a:pt x="320" y="297"/>
                          <a:pt x="321" y="297"/>
                          <a:pt x="319" y="299"/>
                        </a:cubicBezTo>
                        <a:cubicBezTo>
                          <a:pt x="319" y="299"/>
                          <a:pt x="319" y="300"/>
                          <a:pt x="319" y="300"/>
                        </a:cubicBezTo>
                        <a:cubicBezTo>
                          <a:pt x="318" y="300"/>
                          <a:pt x="318" y="299"/>
                          <a:pt x="318" y="299"/>
                        </a:cubicBezTo>
                        <a:cubicBezTo>
                          <a:pt x="317" y="299"/>
                          <a:pt x="317" y="299"/>
                          <a:pt x="317" y="299"/>
                        </a:cubicBezTo>
                        <a:cubicBezTo>
                          <a:pt x="316" y="299"/>
                          <a:pt x="316" y="300"/>
                          <a:pt x="315" y="302"/>
                        </a:cubicBezTo>
                        <a:cubicBezTo>
                          <a:pt x="314" y="309"/>
                          <a:pt x="314" y="309"/>
                          <a:pt x="314" y="309"/>
                        </a:cubicBezTo>
                        <a:cubicBezTo>
                          <a:pt x="317" y="315"/>
                          <a:pt x="317" y="315"/>
                          <a:pt x="317" y="315"/>
                        </a:cubicBezTo>
                        <a:cubicBezTo>
                          <a:pt x="317" y="315"/>
                          <a:pt x="321" y="321"/>
                          <a:pt x="321" y="323"/>
                        </a:cubicBezTo>
                        <a:cubicBezTo>
                          <a:pt x="321" y="325"/>
                          <a:pt x="321" y="329"/>
                          <a:pt x="321" y="331"/>
                        </a:cubicBezTo>
                        <a:cubicBezTo>
                          <a:pt x="322" y="333"/>
                          <a:pt x="323" y="331"/>
                          <a:pt x="322" y="337"/>
                        </a:cubicBezTo>
                        <a:cubicBezTo>
                          <a:pt x="321" y="342"/>
                          <a:pt x="315" y="343"/>
                          <a:pt x="314" y="344"/>
                        </a:cubicBezTo>
                        <a:cubicBezTo>
                          <a:pt x="314" y="346"/>
                          <a:pt x="308" y="360"/>
                          <a:pt x="306" y="364"/>
                        </a:cubicBezTo>
                        <a:cubicBezTo>
                          <a:pt x="305" y="368"/>
                          <a:pt x="305" y="368"/>
                          <a:pt x="302" y="373"/>
                        </a:cubicBezTo>
                        <a:cubicBezTo>
                          <a:pt x="299" y="378"/>
                          <a:pt x="295" y="374"/>
                          <a:pt x="296" y="378"/>
                        </a:cubicBezTo>
                        <a:cubicBezTo>
                          <a:pt x="297" y="383"/>
                          <a:pt x="297" y="383"/>
                          <a:pt x="297" y="387"/>
                        </a:cubicBezTo>
                        <a:cubicBezTo>
                          <a:pt x="297" y="390"/>
                          <a:pt x="297" y="400"/>
                          <a:pt x="298" y="405"/>
                        </a:cubicBezTo>
                        <a:cubicBezTo>
                          <a:pt x="298" y="410"/>
                          <a:pt x="301" y="412"/>
                          <a:pt x="303" y="417"/>
                        </a:cubicBezTo>
                        <a:cubicBezTo>
                          <a:pt x="305" y="421"/>
                          <a:pt x="308" y="424"/>
                          <a:pt x="309" y="425"/>
                        </a:cubicBezTo>
                        <a:cubicBezTo>
                          <a:pt x="309" y="426"/>
                          <a:pt x="314" y="434"/>
                          <a:pt x="316" y="439"/>
                        </a:cubicBezTo>
                        <a:cubicBezTo>
                          <a:pt x="319" y="444"/>
                          <a:pt x="321" y="442"/>
                          <a:pt x="321" y="448"/>
                        </a:cubicBezTo>
                        <a:cubicBezTo>
                          <a:pt x="321" y="453"/>
                          <a:pt x="320" y="457"/>
                          <a:pt x="320" y="460"/>
                        </a:cubicBezTo>
                        <a:cubicBezTo>
                          <a:pt x="320" y="462"/>
                          <a:pt x="322" y="468"/>
                          <a:pt x="322" y="468"/>
                        </a:cubicBezTo>
                        <a:cubicBezTo>
                          <a:pt x="322" y="468"/>
                          <a:pt x="324" y="485"/>
                          <a:pt x="326" y="488"/>
                        </a:cubicBezTo>
                        <a:cubicBezTo>
                          <a:pt x="328" y="492"/>
                          <a:pt x="331" y="497"/>
                          <a:pt x="334" y="498"/>
                        </a:cubicBezTo>
                        <a:cubicBezTo>
                          <a:pt x="335" y="499"/>
                          <a:pt x="335" y="499"/>
                          <a:pt x="335" y="499"/>
                        </a:cubicBezTo>
                        <a:cubicBezTo>
                          <a:pt x="336" y="499"/>
                          <a:pt x="336" y="498"/>
                          <a:pt x="337" y="498"/>
                        </a:cubicBezTo>
                        <a:cubicBezTo>
                          <a:pt x="337" y="498"/>
                          <a:pt x="337" y="497"/>
                          <a:pt x="337" y="497"/>
                        </a:cubicBezTo>
                        <a:cubicBezTo>
                          <a:pt x="337" y="497"/>
                          <a:pt x="337" y="498"/>
                          <a:pt x="338" y="500"/>
                        </a:cubicBezTo>
                        <a:cubicBezTo>
                          <a:pt x="338" y="505"/>
                          <a:pt x="338" y="503"/>
                          <a:pt x="339" y="508"/>
                        </a:cubicBezTo>
                        <a:cubicBezTo>
                          <a:pt x="340" y="512"/>
                          <a:pt x="341" y="513"/>
                          <a:pt x="343" y="515"/>
                        </a:cubicBezTo>
                        <a:cubicBezTo>
                          <a:pt x="345" y="517"/>
                          <a:pt x="345" y="518"/>
                          <a:pt x="346" y="521"/>
                        </a:cubicBezTo>
                        <a:cubicBezTo>
                          <a:pt x="347" y="524"/>
                          <a:pt x="350" y="524"/>
                          <a:pt x="348" y="526"/>
                        </a:cubicBezTo>
                        <a:cubicBezTo>
                          <a:pt x="346" y="529"/>
                          <a:pt x="343" y="529"/>
                          <a:pt x="343" y="530"/>
                        </a:cubicBezTo>
                        <a:cubicBezTo>
                          <a:pt x="343" y="531"/>
                          <a:pt x="343" y="531"/>
                          <a:pt x="343" y="531"/>
                        </a:cubicBezTo>
                        <a:cubicBezTo>
                          <a:pt x="343" y="531"/>
                          <a:pt x="342" y="531"/>
                          <a:pt x="342" y="530"/>
                        </a:cubicBezTo>
                        <a:cubicBezTo>
                          <a:pt x="342" y="530"/>
                          <a:pt x="342" y="530"/>
                          <a:pt x="342" y="530"/>
                        </a:cubicBezTo>
                        <a:cubicBezTo>
                          <a:pt x="342" y="530"/>
                          <a:pt x="342" y="531"/>
                          <a:pt x="343" y="532"/>
                        </a:cubicBezTo>
                        <a:cubicBezTo>
                          <a:pt x="345" y="535"/>
                          <a:pt x="345" y="535"/>
                          <a:pt x="345" y="535"/>
                        </a:cubicBezTo>
                        <a:cubicBezTo>
                          <a:pt x="345" y="535"/>
                          <a:pt x="349" y="535"/>
                          <a:pt x="348" y="538"/>
                        </a:cubicBezTo>
                        <a:cubicBezTo>
                          <a:pt x="347" y="540"/>
                          <a:pt x="348" y="538"/>
                          <a:pt x="347" y="540"/>
                        </a:cubicBezTo>
                        <a:cubicBezTo>
                          <a:pt x="345" y="542"/>
                          <a:pt x="344" y="545"/>
                          <a:pt x="344" y="545"/>
                        </a:cubicBezTo>
                        <a:cubicBezTo>
                          <a:pt x="344" y="545"/>
                          <a:pt x="345" y="547"/>
                          <a:pt x="349" y="547"/>
                        </a:cubicBezTo>
                        <a:cubicBezTo>
                          <a:pt x="350" y="547"/>
                          <a:pt x="352" y="547"/>
                          <a:pt x="354" y="547"/>
                        </a:cubicBezTo>
                        <a:cubicBezTo>
                          <a:pt x="354" y="547"/>
                          <a:pt x="356" y="548"/>
                          <a:pt x="359" y="548"/>
                        </a:cubicBezTo>
                        <a:cubicBezTo>
                          <a:pt x="363" y="548"/>
                          <a:pt x="365" y="547"/>
                          <a:pt x="367" y="546"/>
                        </a:cubicBezTo>
                        <a:cubicBezTo>
                          <a:pt x="369" y="545"/>
                          <a:pt x="371" y="543"/>
                          <a:pt x="373" y="543"/>
                        </a:cubicBezTo>
                        <a:cubicBezTo>
                          <a:pt x="374" y="543"/>
                          <a:pt x="374" y="543"/>
                          <a:pt x="376" y="543"/>
                        </a:cubicBezTo>
                        <a:cubicBezTo>
                          <a:pt x="377" y="543"/>
                          <a:pt x="378" y="543"/>
                          <a:pt x="379" y="543"/>
                        </a:cubicBezTo>
                        <a:cubicBezTo>
                          <a:pt x="383" y="541"/>
                          <a:pt x="383" y="541"/>
                          <a:pt x="383" y="541"/>
                        </a:cubicBezTo>
                        <a:cubicBezTo>
                          <a:pt x="383" y="541"/>
                          <a:pt x="388" y="538"/>
                          <a:pt x="392" y="537"/>
                        </a:cubicBezTo>
                        <a:cubicBezTo>
                          <a:pt x="396" y="537"/>
                          <a:pt x="399" y="535"/>
                          <a:pt x="401" y="535"/>
                        </a:cubicBezTo>
                        <a:cubicBezTo>
                          <a:pt x="402" y="535"/>
                          <a:pt x="402" y="538"/>
                          <a:pt x="404" y="538"/>
                        </a:cubicBezTo>
                        <a:cubicBezTo>
                          <a:pt x="404" y="538"/>
                          <a:pt x="404" y="538"/>
                          <a:pt x="404" y="538"/>
                        </a:cubicBezTo>
                        <a:cubicBezTo>
                          <a:pt x="407" y="537"/>
                          <a:pt x="411" y="535"/>
                          <a:pt x="411" y="535"/>
                        </a:cubicBezTo>
                        <a:cubicBezTo>
                          <a:pt x="411" y="535"/>
                          <a:pt x="415" y="534"/>
                          <a:pt x="416" y="533"/>
                        </a:cubicBezTo>
                        <a:cubicBezTo>
                          <a:pt x="417" y="533"/>
                          <a:pt x="420" y="532"/>
                          <a:pt x="421" y="532"/>
                        </a:cubicBezTo>
                        <a:cubicBezTo>
                          <a:pt x="423" y="532"/>
                          <a:pt x="429" y="532"/>
                          <a:pt x="431" y="529"/>
                        </a:cubicBezTo>
                        <a:cubicBezTo>
                          <a:pt x="434" y="526"/>
                          <a:pt x="463" y="499"/>
                          <a:pt x="466" y="496"/>
                        </a:cubicBezTo>
                        <a:cubicBezTo>
                          <a:pt x="468" y="492"/>
                          <a:pt x="468" y="491"/>
                          <a:pt x="471" y="487"/>
                        </a:cubicBezTo>
                        <a:cubicBezTo>
                          <a:pt x="474" y="483"/>
                          <a:pt x="477" y="482"/>
                          <a:pt x="479" y="479"/>
                        </a:cubicBezTo>
                        <a:cubicBezTo>
                          <a:pt x="480" y="475"/>
                          <a:pt x="482" y="475"/>
                          <a:pt x="483" y="470"/>
                        </a:cubicBezTo>
                        <a:cubicBezTo>
                          <a:pt x="483" y="466"/>
                          <a:pt x="484" y="459"/>
                          <a:pt x="484" y="459"/>
                        </a:cubicBezTo>
                        <a:cubicBezTo>
                          <a:pt x="484" y="459"/>
                          <a:pt x="487" y="457"/>
                          <a:pt x="490" y="455"/>
                        </a:cubicBezTo>
                        <a:cubicBezTo>
                          <a:pt x="493" y="453"/>
                          <a:pt x="500" y="449"/>
                          <a:pt x="502" y="448"/>
                        </a:cubicBezTo>
                        <a:cubicBezTo>
                          <a:pt x="503" y="447"/>
                          <a:pt x="506" y="445"/>
                          <a:pt x="508" y="443"/>
                        </a:cubicBezTo>
                        <a:cubicBezTo>
                          <a:pt x="510" y="442"/>
                          <a:pt x="513" y="440"/>
                          <a:pt x="513" y="438"/>
                        </a:cubicBezTo>
                        <a:cubicBezTo>
                          <a:pt x="514" y="435"/>
                          <a:pt x="514" y="431"/>
                          <a:pt x="515" y="429"/>
                        </a:cubicBezTo>
                        <a:cubicBezTo>
                          <a:pt x="516" y="427"/>
                          <a:pt x="518" y="424"/>
                          <a:pt x="518" y="423"/>
                        </a:cubicBezTo>
                        <a:cubicBezTo>
                          <a:pt x="519" y="422"/>
                          <a:pt x="520" y="420"/>
                          <a:pt x="518" y="419"/>
                        </a:cubicBezTo>
                        <a:cubicBezTo>
                          <a:pt x="517" y="417"/>
                          <a:pt x="516" y="416"/>
                          <a:pt x="516" y="415"/>
                        </a:cubicBezTo>
                        <a:cubicBezTo>
                          <a:pt x="516" y="413"/>
                          <a:pt x="516" y="411"/>
                          <a:pt x="516" y="411"/>
                        </a:cubicBezTo>
                        <a:cubicBezTo>
                          <a:pt x="516" y="411"/>
                          <a:pt x="512" y="410"/>
                          <a:pt x="512" y="408"/>
                        </a:cubicBezTo>
                        <a:cubicBezTo>
                          <a:pt x="512" y="407"/>
                          <a:pt x="513" y="401"/>
                          <a:pt x="513" y="401"/>
                        </a:cubicBezTo>
                        <a:cubicBezTo>
                          <a:pt x="513" y="401"/>
                          <a:pt x="520" y="393"/>
                          <a:pt x="526" y="387"/>
                        </a:cubicBezTo>
                        <a:cubicBezTo>
                          <a:pt x="532" y="382"/>
                          <a:pt x="534" y="380"/>
                          <a:pt x="539" y="376"/>
                        </a:cubicBezTo>
                        <a:cubicBezTo>
                          <a:pt x="545" y="372"/>
                          <a:pt x="542" y="374"/>
                          <a:pt x="545" y="372"/>
                        </a:cubicBezTo>
                        <a:cubicBezTo>
                          <a:pt x="549" y="369"/>
                          <a:pt x="557" y="367"/>
                          <a:pt x="557" y="367"/>
                        </a:cubicBezTo>
                        <a:cubicBezTo>
                          <a:pt x="557" y="367"/>
                          <a:pt x="564" y="357"/>
                          <a:pt x="567" y="353"/>
                        </a:cubicBezTo>
                        <a:cubicBezTo>
                          <a:pt x="570" y="350"/>
                          <a:pt x="574" y="345"/>
                          <a:pt x="574" y="342"/>
                        </a:cubicBezTo>
                        <a:cubicBezTo>
                          <a:pt x="574" y="338"/>
                          <a:pt x="571" y="335"/>
                          <a:pt x="573" y="332"/>
                        </a:cubicBezTo>
                        <a:cubicBezTo>
                          <a:pt x="574" y="328"/>
                          <a:pt x="575" y="311"/>
                          <a:pt x="576" y="309"/>
                        </a:cubicBezTo>
                        <a:cubicBezTo>
                          <a:pt x="576" y="307"/>
                          <a:pt x="583" y="302"/>
                          <a:pt x="579" y="300"/>
                        </a:cubicBezTo>
                        <a:cubicBezTo>
                          <a:pt x="575" y="297"/>
                          <a:pt x="571" y="294"/>
                          <a:pt x="571" y="290"/>
                        </a:cubicBezTo>
                        <a:cubicBezTo>
                          <a:pt x="571" y="285"/>
                          <a:pt x="570" y="281"/>
                          <a:pt x="570" y="279"/>
                        </a:cubicBezTo>
                        <a:cubicBezTo>
                          <a:pt x="570" y="278"/>
                          <a:pt x="571" y="274"/>
                          <a:pt x="571" y="274"/>
                        </a:cubicBezTo>
                        <a:cubicBezTo>
                          <a:pt x="571" y="274"/>
                          <a:pt x="573" y="269"/>
                          <a:pt x="573" y="268"/>
                        </a:cubicBezTo>
                        <a:cubicBezTo>
                          <a:pt x="573" y="267"/>
                          <a:pt x="572" y="262"/>
                          <a:pt x="572" y="262"/>
                        </a:cubicBezTo>
                        <a:cubicBezTo>
                          <a:pt x="572" y="262"/>
                          <a:pt x="575" y="260"/>
                          <a:pt x="575" y="259"/>
                        </a:cubicBezTo>
                        <a:cubicBezTo>
                          <a:pt x="575" y="257"/>
                          <a:pt x="572" y="255"/>
                          <a:pt x="572" y="255"/>
                        </a:cubicBezTo>
                        <a:cubicBezTo>
                          <a:pt x="572" y="255"/>
                          <a:pt x="569" y="252"/>
                          <a:pt x="571" y="250"/>
                        </a:cubicBezTo>
                        <a:cubicBezTo>
                          <a:pt x="572" y="249"/>
                          <a:pt x="575" y="248"/>
                          <a:pt x="575" y="248"/>
                        </a:cubicBezTo>
                        <a:cubicBezTo>
                          <a:pt x="577" y="245"/>
                          <a:pt x="577" y="239"/>
                          <a:pt x="577" y="239"/>
                        </a:cubicBezTo>
                        <a:cubicBezTo>
                          <a:pt x="578" y="234"/>
                          <a:pt x="578" y="234"/>
                          <a:pt x="578" y="234"/>
                        </a:cubicBezTo>
                        <a:cubicBezTo>
                          <a:pt x="578" y="234"/>
                          <a:pt x="588" y="212"/>
                          <a:pt x="597" y="205"/>
                        </a:cubicBezTo>
                        <a:cubicBezTo>
                          <a:pt x="606" y="199"/>
                          <a:pt x="619" y="172"/>
                          <a:pt x="625" y="168"/>
                        </a:cubicBezTo>
                        <a:cubicBezTo>
                          <a:pt x="631" y="163"/>
                          <a:pt x="636" y="161"/>
                          <a:pt x="642" y="154"/>
                        </a:cubicBezTo>
                        <a:cubicBezTo>
                          <a:pt x="648" y="147"/>
                          <a:pt x="652" y="138"/>
                          <a:pt x="652" y="138"/>
                        </a:cubicBezTo>
                        <a:cubicBezTo>
                          <a:pt x="652" y="138"/>
                          <a:pt x="664" y="112"/>
                          <a:pt x="667" y="108"/>
                        </a:cubicBezTo>
                        <a:cubicBezTo>
                          <a:pt x="669" y="104"/>
                          <a:pt x="674" y="96"/>
                          <a:pt x="676" y="93"/>
                        </a:cubicBezTo>
                        <a:cubicBezTo>
                          <a:pt x="677" y="90"/>
                          <a:pt x="680" y="81"/>
                          <a:pt x="681" y="78"/>
                        </a:cubicBezTo>
                        <a:cubicBezTo>
                          <a:pt x="682" y="75"/>
                          <a:pt x="679" y="73"/>
                          <a:pt x="679" y="72"/>
                        </a:cubicBezTo>
                        <a:cubicBezTo>
                          <a:pt x="679" y="70"/>
                          <a:pt x="679" y="68"/>
                          <a:pt x="681" y="67"/>
                        </a:cubicBezTo>
                        <a:cubicBezTo>
                          <a:pt x="682" y="67"/>
                          <a:pt x="682" y="63"/>
                          <a:pt x="682" y="63"/>
                        </a:cubicBezTo>
                        <a:cubicBezTo>
                          <a:pt x="680" y="62"/>
                          <a:pt x="680" y="62"/>
                          <a:pt x="680" y="62"/>
                        </a:cubicBezTo>
                        <a:cubicBezTo>
                          <a:pt x="680" y="56"/>
                          <a:pt x="680" y="56"/>
                          <a:pt x="680" y="56"/>
                        </a:cubicBezTo>
                        <a:cubicBezTo>
                          <a:pt x="679" y="51"/>
                          <a:pt x="679" y="51"/>
                          <a:pt x="679" y="51"/>
                        </a:cubicBezTo>
                        <a:cubicBezTo>
                          <a:pt x="679" y="51"/>
                          <a:pt x="678" y="50"/>
                          <a:pt x="677" y="50"/>
                        </a:cubicBezTo>
                        <a:cubicBezTo>
                          <a:pt x="676" y="50"/>
                          <a:pt x="675" y="50"/>
                          <a:pt x="675" y="51"/>
                        </a:cubicBezTo>
                        <a:cubicBezTo>
                          <a:pt x="672" y="55"/>
                          <a:pt x="669" y="57"/>
                          <a:pt x="669" y="57"/>
                        </a:cubicBezTo>
                        <a:cubicBezTo>
                          <a:pt x="669" y="57"/>
                          <a:pt x="665" y="58"/>
                          <a:pt x="661" y="58"/>
                        </a:cubicBezTo>
                        <a:cubicBezTo>
                          <a:pt x="657" y="58"/>
                          <a:pt x="654" y="58"/>
                          <a:pt x="651" y="59"/>
                        </a:cubicBezTo>
                        <a:cubicBezTo>
                          <a:pt x="648" y="61"/>
                          <a:pt x="644" y="63"/>
                          <a:pt x="644" y="63"/>
                        </a:cubicBezTo>
                        <a:cubicBezTo>
                          <a:pt x="644" y="63"/>
                          <a:pt x="643" y="63"/>
                          <a:pt x="642" y="63"/>
                        </a:cubicBezTo>
                        <a:cubicBezTo>
                          <a:pt x="641" y="63"/>
                          <a:pt x="641" y="63"/>
                          <a:pt x="640" y="63"/>
                        </a:cubicBezTo>
                        <a:cubicBezTo>
                          <a:pt x="638" y="64"/>
                          <a:pt x="634" y="67"/>
                          <a:pt x="634" y="67"/>
                        </a:cubicBezTo>
                        <a:cubicBezTo>
                          <a:pt x="628" y="69"/>
                          <a:pt x="628" y="69"/>
                          <a:pt x="628" y="69"/>
                        </a:cubicBezTo>
                        <a:cubicBezTo>
                          <a:pt x="628" y="69"/>
                          <a:pt x="627" y="69"/>
                          <a:pt x="625" y="69"/>
                        </a:cubicBezTo>
                        <a:cubicBezTo>
                          <a:pt x="623" y="69"/>
                          <a:pt x="618" y="69"/>
                          <a:pt x="618" y="67"/>
                        </a:cubicBezTo>
                        <a:cubicBezTo>
                          <a:pt x="618" y="66"/>
                          <a:pt x="617" y="60"/>
                          <a:pt x="617" y="58"/>
                        </a:cubicBezTo>
                        <a:cubicBezTo>
                          <a:pt x="616" y="57"/>
                          <a:pt x="612" y="57"/>
                          <a:pt x="614" y="54"/>
                        </a:cubicBezTo>
                        <a:cubicBezTo>
                          <a:pt x="617" y="51"/>
                          <a:pt x="617" y="44"/>
                          <a:pt x="619" y="44"/>
                        </a:cubicBezTo>
                        <a:cubicBezTo>
                          <a:pt x="621" y="43"/>
                          <a:pt x="623" y="42"/>
                          <a:pt x="625" y="42"/>
                        </a:cubicBezTo>
                        <a:cubicBezTo>
                          <a:pt x="626" y="42"/>
                          <a:pt x="628" y="42"/>
                          <a:pt x="629" y="42"/>
                        </a:cubicBezTo>
                        <a:cubicBezTo>
                          <a:pt x="630" y="42"/>
                          <a:pt x="631" y="42"/>
                          <a:pt x="631" y="42"/>
                        </a:cubicBezTo>
                        <a:cubicBezTo>
                          <a:pt x="634" y="41"/>
                          <a:pt x="637" y="36"/>
                          <a:pt x="639" y="36"/>
                        </a:cubicBezTo>
                        <a:cubicBezTo>
                          <a:pt x="640" y="36"/>
                          <a:pt x="643" y="35"/>
                          <a:pt x="646" y="35"/>
                        </a:cubicBezTo>
                        <a:cubicBezTo>
                          <a:pt x="649" y="35"/>
                          <a:pt x="653" y="35"/>
                          <a:pt x="654" y="34"/>
                        </a:cubicBezTo>
                        <a:cubicBezTo>
                          <a:pt x="655" y="34"/>
                          <a:pt x="659" y="31"/>
                          <a:pt x="659" y="31"/>
                        </a:cubicBezTo>
                        <a:cubicBezTo>
                          <a:pt x="663" y="28"/>
                          <a:pt x="663" y="28"/>
                          <a:pt x="663" y="28"/>
                        </a:cubicBezTo>
                        <a:cubicBezTo>
                          <a:pt x="663" y="28"/>
                          <a:pt x="666" y="22"/>
                          <a:pt x="671" y="22"/>
                        </a:cubicBezTo>
                        <a:cubicBezTo>
                          <a:pt x="677" y="21"/>
                          <a:pt x="682" y="17"/>
                          <a:pt x="685" y="12"/>
                        </a:cubicBezTo>
                        <a:cubicBezTo>
                          <a:pt x="688" y="6"/>
                          <a:pt x="686" y="4"/>
                          <a:pt x="690" y="1"/>
                        </a:cubicBezTo>
                        <a:cubicBezTo>
                          <a:pt x="691" y="1"/>
                          <a:pt x="691" y="0"/>
                          <a:pt x="692" y="0"/>
                        </a:cubicBezTo>
                      </a:path>
                    </a:pathLst>
                  </a:custGeom>
                  <a:solidFill>
                    <a:srgbClr val="00AA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b19c8373-52c5-4b9a-90c9-ebc0f732f669" id="514" name="iṧḷïḓè">
                    <a:extLst>
                      <a:ext uri="{FF2B5EF4-FFF2-40B4-BE49-F238E27FC236}">
                        <a16:creationId id="{991C63D5-BC29-3DE5-6335-B94CE06824B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1962" y="335"/>
                    <a:ext cx="3673" cy="1739"/>
                  </a:xfrm>
                  <a:custGeom>
                    <a:avLst/>
                    <a:gdLst>
                      <a:gd fmla="*/ 3673 w 3673" name="T0"/>
                      <a:gd fmla="*/ 1739 h 1739" name="T1"/>
                      <a:gd fmla="*/ 2894 w 3673" name="T2"/>
                      <a:gd fmla="*/ 884 h 1739" name="T3"/>
                      <a:gd fmla="*/ 2692 w 3673" name="T4"/>
                      <a:gd fmla="*/ 1125 h 1739" name="T5"/>
                      <a:gd fmla="*/ 1957 w 3673" name="T6"/>
                      <a:gd fmla="*/ 0 h 1739" name="T7"/>
                      <a:gd fmla="*/ 1421 w 3673" name="T8"/>
                      <a:gd fmla="*/ 768 h 1739" name="T9"/>
                      <a:gd fmla="*/ 1163 w 3673" name="T10"/>
                      <a:gd fmla="*/ 577 h 1739" name="T11"/>
                      <a:gd fmla="*/ 685 w 3673" name="T12"/>
                      <a:gd fmla="*/ 1351 h 1739" name="T13"/>
                      <a:gd fmla="*/ 0 w 3673" name="T14"/>
                      <a:gd fmla="*/ 1739 h 1739" name="T15"/>
                      <a:gd fmla="*/ 3673 w 3673" name="T16"/>
                      <a:gd fmla="*/ 1739 h 1739" name="T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b="b" l="0" r="r" t="0"/>
                    <a:pathLst>
                      <a:path h="1739" w="3673">
                        <a:moveTo>
                          <a:pt x="3673" y="1739"/>
                        </a:moveTo>
                        <a:lnTo>
                          <a:pt x="2894" y="884"/>
                        </a:lnTo>
                        <a:lnTo>
                          <a:pt x="2692" y="1125"/>
                        </a:lnTo>
                        <a:lnTo>
                          <a:pt x="1957" y="0"/>
                        </a:lnTo>
                        <a:lnTo>
                          <a:pt x="1421" y="768"/>
                        </a:lnTo>
                        <a:lnTo>
                          <a:pt x="1163" y="577"/>
                        </a:lnTo>
                        <a:lnTo>
                          <a:pt x="685" y="1351"/>
                        </a:lnTo>
                        <a:lnTo>
                          <a:pt x="0" y="1739"/>
                        </a:lnTo>
                        <a:lnTo>
                          <a:pt x="3673" y="1739"/>
                        </a:lnTo>
                        <a:close/>
                      </a:path>
                    </a:pathLst>
                  </a:custGeom>
                  <a:solidFill>
                    <a:srgbClr val="00A160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b32d2b4a-93b3-4ad3-8f50-fbf8901d207d" id="515" name="iṥ1îde">
                    <a:extLst>
                      <a:ext uri="{FF2B5EF4-FFF2-40B4-BE49-F238E27FC236}">
                        <a16:creationId id="{67FE7161-0382-D1E0-F8EF-022FA5EEF323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1962" y="335"/>
                    <a:ext cx="3673" cy="1739"/>
                  </a:xfrm>
                  <a:custGeom>
                    <a:avLst/>
                    <a:gdLst>
                      <a:gd fmla="*/ 3673 w 3673" name="T0"/>
                      <a:gd fmla="*/ 1739 h 1739" name="T1"/>
                      <a:gd fmla="*/ 2894 w 3673" name="T2"/>
                      <a:gd fmla="*/ 884 h 1739" name="T3"/>
                      <a:gd fmla="*/ 2692 w 3673" name="T4"/>
                      <a:gd fmla="*/ 1125 h 1739" name="T5"/>
                      <a:gd fmla="*/ 1957 w 3673" name="T6"/>
                      <a:gd fmla="*/ 0 h 1739" name="T7"/>
                      <a:gd fmla="*/ 1421 w 3673" name="T8"/>
                      <a:gd fmla="*/ 768 h 1739" name="T9"/>
                      <a:gd fmla="*/ 1163 w 3673" name="T10"/>
                      <a:gd fmla="*/ 577 h 1739" name="T11"/>
                      <a:gd fmla="*/ 685 w 3673" name="T12"/>
                      <a:gd fmla="*/ 1351 h 1739" name="T13"/>
                      <a:gd fmla="*/ 0 w 3673" name="T14"/>
                      <a:gd fmla="*/ 1739 h 1739" name="T15"/>
                      <a:gd fmla="*/ 3673 w 3673" name="T16"/>
                      <a:gd fmla="*/ 1739 h 1739" name="T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b="b" l="0" r="r" t="0"/>
                    <a:pathLst>
                      <a:path h="1739" w="3673">
                        <a:moveTo>
                          <a:pt x="3673" y="1739"/>
                        </a:moveTo>
                        <a:lnTo>
                          <a:pt x="2894" y="884"/>
                        </a:lnTo>
                        <a:lnTo>
                          <a:pt x="2692" y="1125"/>
                        </a:lnTo>
                        <a:lnTo>
                          <a:pt x="1957" y="0"/>
                        </a:lnTo>
                        <a:lnTo>
                          <a:pt x="1421" y="768"/>
                        </a:lnTo>
                        <a:lnTo>
                          <a:pt x="1163" y="577"/>
                        </a:lnTo>
                        <a:lnTo>
                          <a:pt x="685" y="1351"/>
                        </a:lnTo>
                        <a:lnTo>
                          <a:pt x="0" y="1739"/>
                        </a:lnTo>
                        <a:lnTo>
                          <a:pt x="3673" y="1739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e78d2466-3922-4bcb-80c4-6c9ed23e171b" id="516" name="îšḷîďê">
                    <a:extLst>
                      <a:ext uri="{FF2B5EF4-FFF2-40B4-BE49-F238E27FC236}">
                        <a16:creationId id="{273EA0C1-14D3-997C-B692-2FD195C4E7E7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1931" y="1856"/>
                    <a:ext cx="3704" cy="224"/>
                  </a:xfrm>
                  <a:custGeom>
                    <a:avLst/>
                    <a:gdLst>
                      <a:gd fmla="*/ 0 w 3704" name="T0"/>
                      <a:gd fmla="*/ 224 h 224" name="T1"/>
                      <a:gd fmla="*/ 1845 w 3704" name="T2"/>
                      <a:gd fmla="*/ 0 h 224" name="T3"/>
                      <a:gd fmla="*/ 1788 w 3704" name="T4"/>
                      <a:gd fmla="*/ 87 h 224" name="T5"/>
                      <a:gd fmla="*/ 2148 w 3704" name="T6"/>
                      <a:gd fmla="*/ 145 h 224" name="T7"/>
                      <a:gd fmla="*/ 3704 w 3704" name="T8"/>
                      <a:gd fmla="*/ 218 h 224" name="T9"/>
                      <a:gd fmla="*/ 0 w 3704" name="T10"/>
                      <a:gd fmla="*/ 224 h 224" name="T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b="b" l="0" r="r" t="0"/>
                    <a:pathLst>
                      <a:path h="224" w="3704">
                        <a:moveTo>
                          <a:pt x="0" y="224"/>
                        </a:moveTo>
                        <a:lnTo>
                          <a:pt x="1845" y="0"/>
                        </a:lnTo>
                        <a:lnTo>
                          <a:pt x="1788" y="87"/>
                        </a:lnTo>
                        <a:lnTo>
                          <a:pt x="2148" y="145"/>
                        </a:lnTo>
                        <a:lnTo>
                          <a:pt x="3704" y="218"/>
                        </a:lnTo>
                        <a:lnTo>
                          <a:pt x="0" y="224"/>
                        </a:lnTo>
                        <a:close/>
                      </a:path>
                    </a:pathLst>
                  </a:custGeom>
                  <a:solidFill>
                    <a:srgbClr val="00703C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f5798d2-c38b-4ce1-913b-9c870962e234" id="517" name="îślíḋe">
                    <a:extLst>
                      <a:ext uri="{FF2B5EF4-FFF2-40B4-BE49-F238E27FC236}">
                        <a16:creationId id="{DD9F64E0-450D-A919-F5EC-D301A3CDCB60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1931" y="1856"/>
                    <a:ext cx="3704" cy="224"/>
                  </a:xfrm>
                  <a:custGeom>
                    <a:avLst/>
                    <a:gdLst>
                      <a:gd fmla="*/ 0 w 3704" name="T0"/>
                      <a:gd fmla="*/ 224 h 224" name="T1"/>
                      <a:gd fmla="*/ 1845 w 3704" name="T2"/>
                      <a:gd fmla="*/ 0 h 224" name="T3"/>
                      <a:gd fmla="*/ 1788 w 3704" name="T4"/>
                      <a:gd fmla="*/ 87 h 224" name="T5"/>
                      <a:gd fmla="*/ 2148 w 3704" name="T6"/>
                      <a:gd fmla="*/ 145 h 224" name="T7"/>
                      <a:gd fmla="*/ 3704 w 3704" name="T8"/>
                      <a:gd fmla="*/ 218 h 224" name="T9"/>
                      <a:gd fmla="*/ 0 w 3704" name="T10"/>
                      <a:gd fmla="*/ 224 h 224" name="T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b="b" l="0" r="r" t="0"/>
                    <a:pathLst>
                      <a:path h="224" w="3704">
                        <a:moveTo>
                          <a:pt x="0" y="224"/>
                        </a:moveTo>
                        <a:lnTo>
                          <a:pt x="1845" y="0"/>
                        </a:lnTo>
                        <a:lnTo>
                          <a:pt x="1788" y="87"/>
                        </a:lnTo>
                        <a:lnTo>
                          <a:pt x="2148" y="145"/>
                        </a:lnTo>
                        <a:lnTo>
                          <a:pt x="3704" y="218"/>
                        </a:lnTo>
                        <a:lnTo>
                          <a:pt x="0" y="224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b7b6adf0-bf83-4495-8267-06947dda1e23" id="518" name="îṧlïḋe">
                    <a:extLst>
                      <a:ext uri="{FF2B5EF4-FFF2-40B4-BE49-F238E27FC236}">
                        <a16:creationId id="{143D4EF5-913E-CA30-F00F-2E1433F4426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919" y="335"/>
                    <a:ext cx="1716" cy="1741"/>
                  </a:xfrm>
                  <a:custGeom>
                    <a:avLst/>
                    <a:gdLst>
                      <a:gd fmla="*/ 0 w 1716" name="T0"/>
                      <a:gd fmla="*/ 0 h 1741" name="T1"/>
                      <a:gd fmla="*/ 154 w 1716" name="T2"/>
                      <a:gd fmla="*/ 538 h 1741" name="T3"/>
                      <a:gd fmla="*/ 309 w 1716" name="T4"/>
                      <a:gd fmla="*/ 1077 h 1741" name="T5"/>
                      <a:gd fmla="*/ 453 w 1716" name="T6"/>
                      <a:gd fmla="*/ 814 h 1741" name="T7"/>
                      <a:gd fmla="*/ 613 w 1716" name="T8"/>
                      <a:gd fmla="*/ 1741 h 1741" name="T9"/>
                      <a:gd fmla="*/ 1716 w 1716" name="T10"/>
                      <a:gd fmla="*/ 1739 h 1741" name="T11"/>
                      <a:gd fmla="*/ 937 w 1716" name="T12"/>
                      <a:gd fmla="*/ 884 h 1741" name="T13"/>
                      <a:gd fmla="*/ 735 w 1716" name="T14"/>
                      <a:gd fmla="*/ 1125 h 1741" name="T15"/>
                      <a:gd fmla="*/ 0 w 1716" name="T16"/>
                      <a:gd fmla="*/ 0 h 1741" name="T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b="b" l="0" r="r" t="0"/>
                    <a:pathLst>
                      <a:path h="1741" w="1716">
                        <a:moveTo>
                          <a:pt x="0" y="0"/>
                        </a:moveTo>
                        <a:lnTo>
                          <a:pt x="154" y="538"/>
                        </a:lnTo>
                        <a:lnTo>
                          <a:pt x="309" y="1077"/>
                        </a:lnTo>
                        <a:lnTo>
                          <a:pt x="453" y="814"/>
                        </a:lnTo>
                        <a:lnTo>
                          <a:pt x="613" y="1741"/>
                        </a:lnTo>
                        <a:lnTo>
                          <a:pt x="1716" y="1739"/>
                        </a:lnTo>
                        <a:lnTo>
                          <a:pt x="937" y="884"/>
                        </a:lnTo>
                        <a:lnTo>
                          <a:pt x="735" y="11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8752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eadb90ea-eced-4af2-8976-f90d26a9fb8d" id="519" name="íṡľïḍé">
                    <a:extLst>
                      <a:ext uri="{FF2B5EF4-FFF2-40B4-BE49-F238E27FC236}">
                        <a16:creationId id="{B62479DD-A958-ED7D-4E65-2672FE2E86FE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919" y="335"/>
                    <a:ext cx="1716" cy="1741"/>
                  </a:xfrm>
                  <a:custGeom>
                    <a:avLst/>
                    <a:gdLst>
                      <a:gd fmla="*/ 0 w 1716" name="T0"/>
                      <a:gd fmla="*/ 0 h 1741" name="T1"/>
                      <a:gd fmla="*/ 154 w 1716" name="T2"/>
                      <a:gd fmla="*/ 538 h 1741" name="T3"/>
                      <a:gd fmla="*/ 309 w 1716" name="T4"/>
                      <a:gd fmla="*/ 1077 h 1741" name="T5"/>
                      <a:gd fmla="*/ 453 w 1716" name="T6"/>
                      <a:gd fmla="*/ 814 h 1741" name="T7"/>
                      <a:gd fmla="*/ 613 w 1716" name="T8"/>
                      <a:gd fmla="*/ 1741 h 1741" name="T9"/>
                      <a:gd fmla="*/ 1716 w 1716" name="T10"/>
                      <a:gd fmla="*/ 1739 h 1741" name="T11"/>
                      <a:gd fmla="*/ 937 w 1716" name="T12"/>
                      <a:gd fmla="*/ 884 h 1741" name="T13"/>
                      <a:gd fmla="*/ 735 w 1716" name="T14"/>
                      <a:gd fmla="*/ 1125 h 1741" name="T15"/>
                      <a:gd fmla="*/ 0 w 1716" name="T16"/>
                      <a:gd fmla="*/ 0 h 1741" name="T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b="b" l="0" r="r" t="0"/>
                    <a:pathLst>
                      <a:path h="1741" w="1716">
                        <a:moveTo>
                          <a:pt x="0" y="0"/>
                        </a:moveTo>
                        <a:lnTo>
                          <a:pt x="154" y="538"/>
                        </a:lnTo>
                        <a:lnTo>
                          <a:pt x="309" y="1077"/>
                        </a:lnTo>
                        <a:lnTo>
                          <a:pt x="453" y="814"/>
                        </a:lnTo>
                        <a:lnTo>
                          <a:pt x="613" y="1741"/>
                        </a:lnTo>
                        <a:lnTo>
                          <a:pt x="1716" y="1739"/>
                        </a:lnTo>
                        <a:lnTo>
                          <a:pt x="937" y="884"/>
                        </a:lnTo>
                        <a:lnTo>
                          <a:pt x="735" y="1125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eb088dd9-d46e-41be-99ac-575d422721f6" id="520" name="iṥ1ïḍê">
                    <a:extLst>
                      <a:ext uri="{FF2B5EF4-FFF2-40B4-BE49-F238E27FC236}">
                        <a16:creationId id="{E51A6F92-0F2E-4267-7E65-9B6EB8CFE18A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810" y="1219"/>
                    <a:ext cx="825" cy="855"/>
                  </a:xfrm>
                  <a:custGeom>
                    <a:avLst/>
                    <a:gdLst>
                      <a:gd fmla="*/ 46 w 825" name="T0"/>
                      <a:gd fmla="*/ 0 h 855" name="T1"/>
                      <a:gd fmla="*/ 825 w 825" name="T2"/>
                      <a:gd fmla="*/ 855 h 855" name="T3"/>
                      <a:gd fmla="*/ 144 w 825" name="T4"/>
                      <a:gd fmla="*/ 270 h 855" name="T5"/>
                      <a:gd fmla="*/ 0 w 825" name="T6"/>
                      <a:gd fmla="*/ 320 h 855" name="T7"/>
                      <a:gd fmla="*/ 46 w 825" name="T8"/>
                      <a:gd fmla="*/ 0 h 855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855" w="825">
                        <a:moveTo>
                          <a:pt x="46" y="0"/>
                        </a:moveTo>
                        <a:lnTo>
                          <a:pt x="825" y="855"/>
                        </a:lnTo>
                        <a:lnTo>
                          <a:pt x="144" y="270"/>
                        </a:lnTo>
                        <a:lnTo>
                          <a:pt x="0" y="32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rgbClr val="00703C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c08683f-a2e8-4b9b-991c-81d31b1e5672" id="521" name="îš1îḓe">
                    <a:extLst>
                      <a:ext uri="{FF2B5EF4-FFF2-40B4-BE49-F238E27FC236}">
                        <a16:creationId id="{8EB57890-7BC1-49C1-E56E-6FFC31E6B766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1931" y="335"/>
                    <a:ext cx="1988" cy="1745"/>
                  </a:xfrm>
                  <a:custGeom>
                    <a:avLst/>
                    <a:gdLst>
                      <a:gd fmla="*/ 1427 w 1988" name="T0"/>
                      <a:gd fmla="*/ 1168 h 1745" name="T1"/>
                      <a:gd fmla="*/ 1988 w 1988" name="T2"/>
                      <a:gd fmla="*/ 0 h 1745" name="T3"/>
                      <a:gd fmla="*/ 1452 w 1988" name="T4"/>
                      <a:gd fmla="*/ 768 h 1745" name="T5"/>
                      <a:gd fmla="*/ 1196 w 1988" name="T6"/>
                      <a:gd fmla="*/ 579 h 1745" name="T7"/>
                      <a:gd fmla="*/ 716 w 1988" name="T8"/>
                      <a:gd fmla="*/ 1351 h 1745" name="T9"/>
                      <a:gd fmla="*/ 0 w 1988" name="T10"/>
                      <a:gd fmla="*/ 1745 h 1745" name="T11"/>
                      <a:gd fmla="*/ 916 w 1988" name="T12"/>
                      <a:gd fmla="*/ 1401 h 1745" name="T13"/>
                      <a:gd fmla="*/ 1323 w 1988" name="T14"/>
                      <a:gd fmla="*/ 795 h 1745" name="T15"/>
                      <a:gd fmla="*/ 1427 w 1988" name="T16"/>
                      <a:gd fmla="*/ 1168 h 1745" name="T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b="b" l="0" r="r" t="0"/>
                    <a:pathLst>
                      <a:path h="1745" w="1988">
                        <a:moveTo>
                          <a:pt x="1427" y="1168"/>
                        </a:moveTo>
                        <a:lnTo>
                          <a:pt x="1988" y="0"/>
                        </a:lnTo>
                        <a:lnTo>
                          <a:pt x="1452" y="768"/>
                        </a:lnTo>
                        <a:lnTo>
                          <a:pt x="1196" y="579"/>
                        </a:lnTo>
                        <a:lnTo>
                          <a:pt x="716" y="1351"/>
                        </a:lnTo>
                        <a:lnTo>
                          <a:pt x="0" y="1745"/>
                        </a:lnTo>
                        <a:lnTo>
                          <a:pt x="916" y="1401"/>
                        </a:lnTo>
                        <a:lnTo>
                          <a:pt x="1323" y="795"/>
                        </a:lnTo>
                        <a:lnTo>
                          <a:pt x="1427" y="1168"/>
                        </a:lnTo>
                        <a:close/>
                      </a:path>
                    </a:pathLst>
                  </a:custGeom>
                  <a:solidFill>
                    <a:srgbClr val="12B56B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efbf002-2b01-46f4-a0f5-fac364ffcccc" id="522" name="iṡ1iḑê">
                    <a:extLst>
                      <a:ext uri="{FF2B5EF4-FFF2-40B4-BE49-F238E27FC236}">
                        <a16:creationId id="{67301CAC-794A-9CA8-2C4E-5BE4B10C2CB2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1931" y="335"/>
                    <a:ext cx="1988" cy="1745"/>
                  </a:xfrm>
                  <a:custGeom>
                    <a:avLst/>
                    <a:gdLst>
                      <a:gd fmla="*/ 1427 w 1988" name="T0"/>
                      <a:gd fmla="*/ 1168 h 1745" name="T1"/>
                      <a:gd fmla="*/ 1988 w 1988" name="T2"/>
                      <a:gd fmla="*/ 0 h 1745" name="T3"/>
                      <a:gd fmla="*/ 1452 w 1988" name="T4"/>
                      <a:gd fmla="*/ 768 h 1745" name="T5"/>
                      <a:gd fmla="*/ 1196 w 1988" name="T6"/>
                      <a:gd fmla="*/ 579 h 1745" name="T7"/>
                      <a:gd fmla="*/ 716 w 1988" name="T8"/>
                      <a:gd fmla="*/ 1351 h 1745" name="T9"/>
                      <a:gd fmla="*/ 0 w 1988" name="T10"/>
                      <a:gd fmla="*/ 1745 h 1745" name="T11"/>
                      <a:gd fmla="*/ 916 w 1988" name="T12"/>
                      <a:gd fmla="*/ 1401 h 1745" name="T13"/>
                      <a:gd fmla="*/ 1323 w 1988" name="T14"/>
                      <a:gd fmla="*/ 795 h 1745" name="T15"/>
                      <a:gd fmla="*/ 1427 w 1988" name="T16"/>
                      <a:gd fmla="*/ 1168 h 1745" name="T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b="b" l="0" r="r" t="0"/>
                    <a:pathLst>
                      <a:path h="1745" w="1988">
                        <a:moveTo>
                          <a:pt x="1427" y="1168"/>
                        </a:moveTo>
                        <a:lnTo>
                          <a:pt x="1988" y="0"/>
                        </a:lnTo>
                        <a:lnTo>
                          <a:pt x="1452" y="768"/>
                        </a:lnTo>
                        <a:lnTo>
                          <a:pt x="1196" y="579"/>
                        </a:lnTo>
                        <a:lnTo>
                          <a:pt x="716" y="1351"/>
                        </a:lnTo>
                        <a:lnTo>
                          <a:pt x="0" y="1745"/>
                        </a:lnTo>
                        <a:lnTo>
                          <a:pt x="916" y="1401"/>
                        </a:lnTo>
                        <a:lnTo>
                          <a:pt x="1323" y="795"/>
                        </a:lnTo>
                        <a:lnTo>
                          <a:pt x="1427" y="1168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f6b8334e-2978-4f43-bfa0-0f65238071bd" id="523" name="îṣľîḋê">
                    <a:extLst>
                      <a:ext uri="{FF2B5EF4-FFF2-40B4-BE49-F238E27FC236}">
                        <a16:creationId id="{7C6653B7-DD29-D9C9-BB15-E884C6F6A699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640" y="333"/>
                    <a:ext cx="615" cy="523"/>
                  </a:xfrm>
                  <a:custGeom>
                    <a:avLst/>
                    <a:gdLst>
                      <a:gd fmla="*/ 0 w 615" name="T0"/>
                      <a:gd fmla="*/ 401 h 523" name="T1"/>
                      <a:gd fmla="*/ 279 w 615" name="T2"/>
                      <a:gd fmla="*/ 0 h 523" name="T3"/>
                      <a:gd fmla="*/ 615 w 615" name="T4"/>
                      <a:gd fmla="*/ 519 h 523" name="T5"/>
                      <a:gd fmla="*/ 347 w 615" name="T6"/>
                      <a:gd fmla="*/ 357 h 523" name="T7"/>
                      <a:gd fmla="*/ 291 w 615" name="T8"/>
                      <a:gd fmla="*/ 523 h 523" name="T9"/>
                      <a:gd fmla="*/ 146 w 615" name="T10"/>
                      <a:gd fmla="*/ 363 h 523" name="T11"/>
                      <a:gd fmla="*/ 0 w 615" name="T12"/>
                      <a:gd fmla="*/ 401 h 523" name="T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b="b" l="0" r="r" t="0"/>
                    <a:pathLst>
                      <a:path h="523" w="615">
                        <a:moveTo>
                          <a:pt x="0" y="401"/>
                        </a:moveTo>
                        <a:lnTo>
                          <a:pt x="279" y="0"/>
                        </a:lnTo>
                        <a:lnTo>
                          <a:pt x="615" y="519"/>
                        </a:lnTo>
                        <a:lnTo>
                          <a:pt x="347" y="357"/>
                        </a:lnTo>
                        <a:lnTo>
                          <a:pt x="291" y="523"/>
                        </a:lnTo>
                        <a:lnTo>
                          <a:pt x="146" y="363"/>
                        </a:lnTo>
                        <a:lnTo>
                          <a:pt x="0" y="401"/>
                        </a:lnTo>
                        <a:close/>
                      </a:path>
                    </a:pathLst>
                  </a:custGeom>
                  <a:solidFill>
                    <a:srgbClr val="D0E4A6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198d533-01cc-4290-b3fd-ba7f0d9da792" id="524" name="iṡlïḍé">
                    <a:extLst>
                      <a:ext uri="{FF2B5EF4-FFF2-40B4-BE49-F238E27FC236}">
                        <a16:creationId id="{AB86FA57-F941-5676-C78A-38F809175F0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919" y="333"/>
                    <a:ext cx="336" cy="523"/>
                  </a:xfrm>
                  <a:custGeom>
                    <a:avLst/>
                    <a:gdLst>
                      <a:gd fmla="*/ 12 w 336" name="T0"/>
                      <a:gd fmla="*/ 523 h 523" name="T1"/>
                      <a:gd fmla="*/ 0 w 336" name="T2"/>
                      <a:gd fmla="*/ 0 h 523" name="T3"/>
                      <a:gd fmla="*/ 336 w 336" name="T4"/>
                      <a:gd fmla="*/ 519 h 523" name="T5"/>
                      <a:gd fmla="*/ 68 w 336" name="T6"/>
                      <a:gd fmla="*/ 357 h 523" name="T7"/>
                      <a:gd fmla="*/ 12 w 336" name="T8"/>
                      <a:gd fmla="*/ 523 h 523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523" w="336">
                        <a:moveTo>
                          <a:pt x="12" y="523"/>
                        </a:moveTo>
                        <a:lnTo>
                          <a:pt x="0" y="0"/>
                        </a:lnTo>
                        <a:lnTo>
                          <a:pt x="336" y="519"/>
                        </a:lnTo>
                        <a:lnTo>
                          <a:pt x="68" y="357"/>
                        </a:lnTo>
                        <a:lnTo>
                          <a:pt x="12" y="523"/>
                        </a:lnTo>
                        <a:close/>
                      </a:path>
                    </a:pathLst>
                  </a:custGeom>
                  <a:solidFill>
                    <a:srgbClr val="A0CF6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0decf98-d18f-478c-a428-f90a01241134" id="525" name="ïṣľiḑè">
                    <a:extLst>
                      <a:ext uri="{FF2B5EF4-FFF2-40B4-BE49-F238E27FC236}">
                        <a16:creationId id="{5D149172-1AB7-C221-36A0-98AEA574D00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909" y="912"/>
                    <a:ext cx="474" cy="369"/>
                  </a:xfrm>
                  <a:custGeom>
                    <a:avLst/>
                    <a:gdLst>
                      <a:gd fmla="*/ 474 w 474" name="T0"/>
                      <a:gd fmla="*/ 191 h 369" name="T1"/>
                      <a:gd fmla="*/ 216 w 474" name="T2"/>
                      <a:gd fmla="*/ 0 h 369" name="T3"/>
                      <a:gd fmla="*/ 0 w 474" name="T4"/>
                      <a:gd fmla="*/ 351 h 369" name="T5"/>
                      <a:gd fmla="*/ 129 w 474" name="T6"/>
                      <a:gd fmla="*/ 228 h 369" name="T7"/>
                      <a:gd fmla="*/ 191 w 474" name="T8"/>
                      <a:gd fmla="*/ 369 h 369" name="T9"/>
                      <a:gd fmla="*/ 318 w 474" name="T10"/>
                      <a:gd fmla="*/ 154 h 369" name="T11"/>
                      <a:gd fmla="*/ 474 w 474" name="T12"/>
                      <a:gd fmla="*/ 191 h 369" name="T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b="b" l="0" r="r" t="0"/>
                    <a:pathLst>
                      <a:path h="369" w="474">
                        <a:moveTo>
                          <a:pt x="474" y="191"/>
                        </a:moveTo>
                        <a:lnTo>
                          <a:pt x="216" y="0"/>
                        </a:lnTo>
                        <a:lnTo>
                          <a:pt x="0" y="351"/>
                        </a:lnTo>
                        <a:lnTo>
                          <a:pt x="129" y="228"/>
                        </a:lnTo>
                        <a:lnTo>
                          <a:pt x="191" y="369"/>
                        </a:lnTo>
                        <a:lnTo>
                          <a:pt x="318" y="154"/>
                        </a:lnTo>
                        <a:lnTo>
                          <a:pt x="474" y="191"/>
                        </a:lnTo>
                        <a:close/>
                      </a:path>
                    </a:pathLst>
                  </a:custGeom>
                  <a:solidFill>
                    <a:srgbClr val="D0E4A6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e04c10d-1a17-4fed-b9ab-0a5546fc78b6" id="526" name="îŝḻíḓè">
                    <a:extLst>
                      <a:ext uri="{FF2B5EF4-FFF2-40B4-BE49-F238E27FC236}">
                        <a16:creationId id="{CA32AA91-02FB-7019-2651-5EA814041506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100" y="912"/>
                    <a:ext cx="283" cy="369"/>
                  </a:xfrm>
                  <a:custGeom>
                    <a:avLst/>
                    <a:gdLst>
                      <a:gd fmla="*/ 0 w 283" name="T0"/>
                      <a:gd fmla="*/ 369 h 369" name="T1"/>
                      <a:gd fmla="*/ 25 w 283" name="T2"/>
                      <a:gd fmla="*/ 0 h 369" name="T3"/>
                      <a:gd fmla="*/ 283 w 283" name="T4"/>
                      <a:gd fmla="*/ 191 h 369" name="T5"/>
                      <a:gd fmla="*/ 127 w 283" name="T6"/>
                      <a:gd fmla="*/ 154 h 369" name="T7"/>
                      <a:gd fmla="*/ 0 w 283" name="T8"/>
                      <a:gd fmla="*/ 369 h 369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369" w="283">
                        <a:moveTo>
                          <a:pt x="0" y="369"/>
                        </a:moveTo>
                        <a:lnTo>
                          <a:pt x="25" y="0"/>
                        </a:lnTo>
                        <a:lnTo>
                          <a:pt x="283" y="191"/>
                        </a:lnTo>
                        <a:lnTo>
                          <a:pt x="127" y="154"/>
                        </a:lnTo>
                        <a:lnTo>
                          <a:pt x="0" y="369"/>
                        </a:lnTo>
                        <a:close/>
                      </a:path>
                    </a:pathLst>
                  </a:custGeom>
                  <a:solidFill>
                    <a:srgbClr val="A0CF6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572cb89-5fa8-4ab5-94ec-503f056f20b3" id="527" name="i$ḻiḓê">
                    <a:extLst>
                      <a:ext uri="{FF2B5EF4-FFF2-40B4-BE49-F238E27FC236}">
                        <a16:creationId id="{A29C8D02-E304-41CF-654B-58DEF7DB09F3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654" y="1219"/>
                    <a:ext cx="509" cy="338"/>
                  </a:xfrm>
                  <a:custGeom>
                    <a:avLst/>
                    <a:gdLst>
                      <a:gd fmla="*/ 0 w 509" name="T0"/>
                      <a:gd fmla="*/ 241 h 338" name="T1"/>
                      <a:gd fmla="*/ 202 w 509" name="T2"/>
                      <a:gd fmla="*/ 0 h 338" name="T3"/>
                      <a:gd fmla="*/ 509 w 509" name="T4"/>
                      <a:gd fmla="*/ 338 h 338" name="T5"/>
                      <a:gd fmla="*/ 239 w 509" name="T6"/>
                      <a:gd fmla="*/ 191 h 338" name="T7"/>
                      <a:gd fmla="*/ 156 w 509" name="T8"/>
                      <a:gd fmla="*/ 320 h 338" name="T9"/>
                      <a:gd fmla="*/ 119 w 509" name="T10"/>
                      <a:gd fmla="*/ 203 h 338" name="T11"/>
                      <a:gd fmla="*/ 0 w 509" name="T12"/>
                      <a:gd fmla="*/ 241 h 338" name="T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b="b" l="0" r="r" t="0"/>
                    <a:pathLst>
                      <a:path h="338" w="509">
                        <a:moveTo>
                          <a:pt x="0" y="241"/>
                        </a:moveTo>
                        <a:lnTo>
                          <a:pt x="202" y="0"/>
                        </a:lnTo>
                        <a:lnTo>
                          <a:pt x="509" y="338"/>
                        </a:lnTo>
                        <a:lnTo>
                          <a:pt x="239" y="191"/>
                        </a:lnTo>
                        <a:lnTo>
                          <a:pt x="156" y="320"/>
                        </a:lnTo>
                        <a:lnTo>
                          <a:pt x="119" y="203"/>
                        </a:lnTo>
                        <a:lnTo>
                          <a:pt x="0" y="241"/>
                        </a:lnTo>
                        <a:close/>
                      </a:path>
                    </a:pathLst>
                  </a:custGeom>
                  <a:solidFill>
                    <a:srgbClr val="D0E4A6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8fbdb449-7e40-4fd5-9015-404e9c44c789" id="528" name="isḷíḋê">
                    <a:extLst>
                      <a:ext uri="{FF2B5EF4-FFF2-40B4-BE49-F238E27FC236}">
                        <a16:creationId id="{5178FF76-7A76-D03A-05DA-3C513A7EE678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810" y="1219"/>
                    <a:ext cx="353" cy="338"/>
                  </a:xfrm>
                  <a:custGeom>
                    <a:avLst/>
                    <a:gdLst>
                      <a:gd fmla="*/ 0 w 353" name="T0"/>
                      <a:gd fmla="*/ 320 h 338" name="T1"/>
                      <a:gd fmla="*/ 46 w 353" name="T2"/>
                      <a:gd fmla="*/ 0 h 338" name="T3"/>
                      <a:gd fmla="*/ 353 w 353" name="T4"/>
                      <a:gd fmla="*/ 338 h 338" name="T5"/>
                      <a:gd fmla="*/ 83 w 353" name="T6"/>
                      <a:gd fmla="*/ 191 h 338" name="T7"/>
                      <a:gd fmla="*/ 0 w 353" name="T8"/>
                      <a:gd fmla="*/ 320 h 338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338" w="353">
                        <a:moveTo>
                          <a:pt x="0" y="320"/>
                        </a:moveTo>
                        <a:lnTo>
                          <a:pt x="46" y="0"/>
                        </a:lnTo>
                        <a:lnTo>
                          <a:pt x="353" y="338"/>
                        </a:lnTo>
                        <a:lnTo>
                          <a:pt x="83" y="191"/>
                        </a:lnTo>
                        <a:lnTo>
                          <a:pt x="0" y="320"/>
                        </a:lnTo>
                        <a:close/>
                      </a:path>
                    </a:pathLst>
                  </a:custGeom>
                  <a:solidFill>
                    <a:srgbClr val="A0CF6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99235786-f0e8-424f-ba43-b99930ed29b4" id="529" name="iṥľiḓe">
                    <a:extLst>
                      <a:ext uri="{FF2B5EF4-FFF2-40B4-BE49-F238E27FC236}">
                        <a16:creationId id="{38AFF88B-0D7E-F17E-9384-86A62F35FCBE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593" y="696"/>
                    <a:ext cx="142" cy="349"/>
                  </a:xfrm>
                  <a:custGeom>
                    <a:avLst/>
                    <a:gdLst>
                      <a:gd fmla="*/ 0 w 68" name="T0"/>
                      <a:gd fmla="*/ 0 h 168" name="T1"/>
                      <a:gd fmla="*/ 52 w 68" name="T2"/>
                      <a:gd fmla="*/ 168 h 168" name="T3"/>
                      <a:gd fmla="*/ 0 w 68" name="T4"/>
                      <a:gd fmla="*/ 0 h 168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168" w="68">
                        <a:moveTo>
                          <a:pt x="0" y="0"/>
                        </a:moveTo>
                        <a:cubicBezTo>
                          <a:pt x="52" y="168"/>
                          <a:pt x="52" y="168"/>
                          <a:pt x="52" y="168"/>
                        </a:cubicBezTo>
                        <a:cubicBezTo>
                          <a:pt x="52" y="168"/>
                          <a:pt x="68" y="6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da6f2d8-84cc-4b09-9990-5921bd9dba3a" id="530" name="îṧľíḓe">
                    <a:extLst>
                      <a:ext uri="{FF2B5EF4-FFF2-40B4-BE49-F238E27FC236}">
                        <a16:creationId id="{DD1EC8B4-E805-4322-4C2E-CE2D7D8773B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546" y="696"/>
                    <a:ext cx="155" cy="349"/>
                  </a:xfrm>
                  <a:custGeom>
                    <a:avLst/>
                    <a:gdLst>
                      <a:gd fmla="*/ 23 w 75" name="T0"/>
                      <a:gd fmla="*/ 0 h 168" name="T1"/>
                      <a:gd fmla="*/ 75 w 75" name="T2"/>
                      <a:gd fmla="*/ 168 h 168" name="T3"/>
                      <a:gd fmla="*/ 23 w 75" name="T4"/>
                      <a:gd fmla="*/ 0 h 168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168" w="75">
                        <a:moveTo>
                          <a:pt x="23" y="0"/>
                        </a:moveTo>
                        <a:cubicBezTo>
                          <a:pt x="75" y="168"/>
                          <a:pt x="75" y="168"/>
                          <a:pt x="75" y="168"/>
                        </a:cubicBezTo>
                        <a:cubicBezTo>
                          <a:pt x="75" y="168"/>
                          <a:pt x="0" y="88"/>
                          <a:pt x="2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2959e59-813c-4b31-a1a5-f75ebf39c85a" id="531" name="ïşḷîḍê">
                    <a:extLst>
                      <a:ext uri="{FF2B5EF4-FFF2-40B4-BE49-F238E27FC236}">
                        <a16:creationId id="{130CC564-B65D-FE0F-E4F4-3D2C4B62AD96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52" y="1032"/>
                    <a:ext cx="251" cy="266"/>
                  </a:xfrm>
                  <a:custGeom>
                    <a:avLst/>
                    <a:gdLst>
                      <a:gd fmla="*/ 0 w 121" name="T0"/>
                      <a:gd fmla="*/ 128 h 128" name="T1"/>
                      <a:gd fmla="*/ 121 w 121" name="T2"/>
                      <a:gd fmla="*/ 0 h 128" name="T3"/>
                      <a:gd fmla="*/ 0 w 121" name="T4"/>
                      <a:gd fmla="*/ 128 h 128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128" w="121">
                        <a:moveTo>
                          <a:pt x="0" y="128"/>
                        </a:moveTo>
                        <a:cubicBezTo>
                          <a:pt x="121" y="0"/>
                          <a:pt x="121" y="0"/>
                          <a:pt x="121" y="0"/>
                        </a:cubicBezTo>
                        <a:cubicBezTo>
                          <a:pt x="121" y="0"/>
                          <a:pt x="87" y="105"/>
                          <a:pt x="0" y="128"/>
                        </a:cubicBez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7e5fec9-eca5-48f9-99fd-d21781f3d806" id="532" name="iṡḻiḑe">
                    <a:extLst>
                      <a:ext uri="{FF2B5EF4-FFF2-40B4-BE49-F238E27FC236}">
                        <a16:creationId id="{0E019103-1327-7C0E-42A6-FAF30B0239B9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52" y="1032"/>
                    <a:ext cx="251" cy="266"/>
                  </a:xfrm>
                  <a:custGeom>
                    <a:avLst/>
                    <a:gdLst>
                      <a:gd fmla="*/ 0 w 121" name="T0"/>
                      <a:gd fmla="*/ 128 h 128" name="T1"/>
                      <a:gd fmla="*/ 121 w 121" name="T2"/>
                      <a:gd fmla="*/ 0 h 128" name="T3"/>
                      <a:gd fmla="*/ 0 w 121" name="T4"/>
                      <a:gd fmla="*/ 128 h 128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128" w="121">
                        <a:moveTo>
                          <a:pt x="0" y="128"/>
                        </a:moveTo>
                        <a:cubicBezTo>
                          <a:pt x="121" y="0"/>
                          <a:pt x="121" y="0"/>
                          <a:pt x="121" y="0"/>
                        </a:cubicBezTo>
                        <a:cubicBezTo>
                          <a:pt x="121" y="0"/>
                          <a:pt x="18" y="39"/>
                          <a:pt x="0" y="1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f1ae9b7-6065-4d13-a1f3-faaf603b49f9" id="533" name="i$ļíḑè">
                    <a:extLst>
                      <a:ext uri="{FF2B5EF4-FFF2-40B4-BE49-F238E27FC236}">
                        <a16:creationId id="{947E7789-D175-BBFA-3601-CD56AD99B671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695" y="987"/>
                    <a:ext cx="355" cy="132"/>
                  </a:xfrm>
                  <a:custGeom>
                    <a:avLst/>
                    <a:gdLst>
                      <a:gd fmla="*/ 171 w 171" name="T0"/>
                      <a:gd fmla="*/ 64 h 64" name="T1"/>
                      <a:gd fmla="*/ 0 w 171" name="T2"/>
                      <a:gd fmla="*/ 23 h 64" name="T3"/>
                      <a:gd fmla="*/ 171 w 171" name="T4"/>
                      <a:gd fmla="*/ 64 h 64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64" w="171">
                        <a:moveTo>
                          <a:pt x="171" y="64"/>
                        </a:move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0" y="23"/>
                          <a:pt x="107" y="0"/>
                          <a:pt x="171" y="64"/>
                        </a:cubicBez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4f03075-5264-4eab-a591-66a4d93b506b" id="534" name="ïśľîďê">
                    <a:extLst>
                      <a:ext uri="{FF2B5EF4-FFF2-40B4-BE49-F238E27FC236}">
                        <a16:creationId id="{472D8682-652B-945C-D10C-D9D9DADF246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695" y="1034"/>
                    <a:ext cx="355" cy="146"/>
                  </a:xfrm>
                  <a:custGeom>
                    <a:avLst/>
                    <a:gdLst>
                      <a:gd fmla="*/ 171 w 171" name="T0"/>
                      <a:gd fmla="*/ 41 h 70" name="T1"/>
                      <a:gd fmla="*/ 0 w 171" name="T2"/>
                      <a:gd fmla="*/ 0 h 70" name="T3"/>
                      <a:gd fmla="*/ 171 w 171" name="T4"/>
                      <a:gd fmla="*/ 41 h 70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70" w="171">
                        <a:moveTo>
                          <a:pt x="171" y="4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85" y="70"/>
                          <a:pt x="171" y="4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6ee2e175-9478-43b8-bcc0-1f61bc4d6b17" id="535" name="ïṣ1ïḑê">
                    <a:extLst>
                      <a:ext uri="{FF2B5EF4-FFF2-40B4-BE49-F238E27FC236}">
                        <a16:creationId id="{F8C1B42F-221E-460B-7317-905A557BDBCE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662" y="1057"/>
                    <a:ext cx="71" cy="1056"/>
                  </a:xfrm>
                  <a:custGeom>
                    <a:avLst/>
                    <a:gdLst>
                      <a:gd fmla="*/ 0 w 71" name="T0"/>
                      <a:gd fmla="*/ 1056 h 1056" name="T1"/>
                      <a:gd fmla="*/ 71 w 71" name="T2"/>
                      <a:gd fmla="*/ 1056 h 1056" name="T3"/>
                      <a:gd fmla="*/ 48 w 71" name="T4"/>
                      <a:gd fmla="*/ 0 h 1056" name="T5"/>
                      <a:gd fmla="*/ 23 w 71" name="T6"/>
                      <a:gd fmla="*/ 0 h 1056" name="T7"/>
                      <a:gd fmla="*/ 0 w 71" name="T8"/>
                      <a:gd fmla="*/ 1056 h 1056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1056" w="71">
                        <a:moveTo>
                          <a:pt x="0" y="1056"/>
                        </a:moveTo>
                        <a:lnTo>
                          <a:pt x="71" y="1056"/>
                        </a:lnTo>
                        <a:lnTo>
                          <a:pt x="48" y="0"/>
                        </a:lnTo>
                        <a:lnTo>
                          <a:pt x="23" y="0"/>
                        </a:lnTo>
                        <a:lnTo>
                          <a:pt x="0" y="105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23b9121-5a26-4104-91ca-37ccc6c437b1" id="536" name="ïŝľïḋê">
                    <a:extLst>
                      <a:ext uri="{FF2B5EF4-FFF2-40B4-BE49-F238E27FC236}">
                        <a16:creationId id="{DE2BA119-43CF-AD14-930E-2D101D5D2C34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662" y="1057"/>
                    <a:ext cx="33" cy="1056"/>
                  </a:xfrm>
                  <a:custGeom>
                    <a:avLst/>
                    <a:gdLst>
                      <a:gd fmla="*/ 0 w 33" name="T0"/>
                      <a:gd fmla="*/ 1056 h 1056" name="T1"/>
                      <a:gd fmla="*/ 27 w 33" name="T2"/>
                      <a:gd fmla="*/ 1056 h 1056" name="T3"/>
                      <a:gd fmla="*/ 33 w 33" name="T4"/>
                      <a:gd fmla="*/ 0 h 1056" name="T5"/>
                      <a:gd fmla="*/ 23 w 33" name="T6"/>
                      <a:gd fmla="*/ 0 h 1056" name="T7"/>
                      <a:gd fmla="*/ 0 w 33" name="T8"/>
                      <a:gd fmla="*/ 1056 h 1056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1056" w="33">
                        <a:moveTo>
                          <a:pt x="0" y="1056"/>
                        </a:moveTo>
                        <a:lnTo>
                          <a:pt x="27" y="1056"/>
                        </a:lnTo>
                        <a:lnTo>
                          <a:pt x="33" y="0"/>
                        </a:lnTo>
                        <a:lnTo>
                          <a:pt x="23" y="0"/>
                        </a:lnTo>
                        <a:lnTo>
                          <a:pt x="0" y="1056"/>
                        </a:lnTo>
                        <a:close/>
                      </a:path>
                    </a:pathLst>
                  </a:custGeom>
                  <a:solidFill>
                    <a:srgbClr val="D1D3D4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2933ef7-1579-4e0d-adff-fb7d3787a6b8" id="537" name="iṩļïḍê">
                    <a:extLst>
                      <a:ext uri="{FF2B5EF4-FFF2-40B4-BE49-F238E27FC236}">
                        <a16:creationId id="{67B96604-70F2-226D-2F23-4691CEB2FC52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658" y="1003"/>
                    <a:ext cx="79" cy="79"/>
                  </a:xfrm>
                  <a:prstGeom prst="ellipse">
                    <a:avLst/>
                  </a:pr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a668e614-fd9a-46c0-bac6-f8eefe62709a" id="538" name="ïs1ídè">
                    <a:extLst>
                      <a:ext uri="{FF2B5EF4-FFF2-40B4-BE49-F238E27FC236}">
                        <a16:creationId id="{D6D4BF17-323B-C4C8-3EED-E8183B3E25E8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668" y="1014"/>
                    <a:ext cx="58" cy="58"/>
                  </a:xfrm>
                  <a:prstGeom prst="ellipse">
                    <a:avLst/>
                  </a:prstGeom>
                  <a:solidFill>
                    <a:srgbClr val="9AD8DA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4c04eba7-b8a1-4748-97d8-ad0fc3ce136a" id="539" name="íṡliḍè">
                    <a:extLst>
                      <a:ext uri="{FF2B5EF4-FFF2-40B4-BE49-F238E27FC236}">
                        <a16:creationId id="{37A3603B-8CCB-6DCE-88AE-600579286B56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668" y="1016"/>
                    <a:ext cx="48" cy="56"/>
                  </a:xfrm>
                  <a:custGeom>
                    <a:avLst/>
                    <a:gdLst>
                      <a:gd fmla="*/ 9 w 23" name="T0"/>
                      <a:gd fmla="*/ 0 h 27" name="T1"/>
                      <a:gd fmla="*/ 4 w 23" name="T2"/>
                      <a:gd fmla="*/ 11 h 27" name="T3"/>
                      <a:gd fmla="*/ 18 w 23" name="T4"/>
                      <a:gd fmla="*/ 25 h 27" name="T5"/>
                      <a:gd fmla="*/ 23 w 23" name="T6"/>
                      <a:gd fmla="*/ 24 h 27" name="T7"/>
                      <a:gd fmla="*/ 14 w 23" name="T8"/>
                      <a:gd fmla="*/ 27 h 27" name="T9"/>
                      <a:gd fmla="*/ 0 w 23" name="T10"/>
                      <a:gd fmla="*/ 13 h 27" name="T11"/>
                      <a:gd fmla="*/ 9 w 23" name="T12"/>
                      <a:gd fmla="*/ 0 h 27" name="T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b="b" l="0" r="r" t="0"/>
                    <a:pathLst>
                      <a:path h="27" w="23">
                        <a:moveTo>
                          <a:pt x="9" y="0"/>
                        </a:moveTo>
                        <a:cubicBezTo>
                          <a:pt x="6" y="3"/>
                          <a:pt x="4" y="6"/>
                          <a:pt x="4" y="11"/>
                        </a:cubicBezTo>
                        <a:cubicBezTo>
                          <a:pt x="4" y="18"/>
                          <a:pt x="10" y="25"/>
                          <a:pt x="18" y="25"/>
                        </a:cubicBezTo>
                        <a:cubicBezTo>
                          <a:pt x="20" y="25"/>
                          <a:pt x="22" y="24"/>
                          <a:pt x="23" y="24"/>
                        </a:cubicBezTo>
                        <a:cubicBezTo>
                          <a:pt x="21" y="26"/>
                          <a:pt x="18" y="27"/>
                          <a:pt x="14" y="27"/>
                        </a:cubicBezTo>
                        <a:cubicBezTo>
                          <a:pt x="6" y="27"/>
                          <a:pt x="0" y="21"/>
                          <a:pt x="0" y="13"/>
                        </a:cubicBezTo>
                        <a:cubicBezTo>
                          <a:pt x="0" y="7"/>
                          <a:pt x="4" y="2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72CCD2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7031115-a88e-47af-a6b1-8dc86fdbdeb6" id="540" name="ïś1ïḓê">
                    <a:extLst>
                      <a:ext uri="{FF2B5EF4-FFF2-40B4-BE49-F238E27FC236}">
                        <a16:creationId id="{F4F89762-8975-9064-8555-58C7EEBDD907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606" y="2082"/>
                    <a:ext cx="183" cy="50"/>
                  </a:xfrm>
                  <a:custGeom>
                    <a:avLst/>
                    <a:gdLst>
                      <a:gd fmla="*/ 0 w 88" name="T0"/>
                      <a:gd fmla="*/ 24 h 24" name="T1"/>
                      <a:gd fmla="*/ 44 w 88" name="T2"/>
                      <a:gd fmla="*/ 0 h 24" name="T3"/>
                      <a:gd fmla="*/ 88 w 88" name="T4"/>
                      <a:gd fmla="*/ 24 h 24" name="T5"/>
                      <a:gd fmla="*/ 0 w 88" name="T6"/>
                      <a:gd fmla="*/ 24 h 24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24" w="88">
                        <a:moveTo>
                          <a:pt x="0" y="24"/>
                        </a:moveTo>
                        <a:cubicBezTo>
                          <a:pt x="0" y="11"/>
                          <a:pt x="20" y="0"/>
                          <a:pt x="44" y="0"/>
                        </a:cubicBezTo>
                        <a:cubicBezTo>
                          <a:pt x="68" y="0"/>
                          <a:pt x="88" y="11"/>
                          <a:pt x="88" y="24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f3cb2309-39c2-49fd-83c3-e023115bcdfa" id="541" name="ïśḷidê">
                    <a:extLst>
                      <a:ext uri="{FF2B5EF4-FFF2-40B4-BE49-F238E27FC236}">
                        <a16:creationId id="{C4B8D9C6-6171-3551-1BC4-98DF9207B9CA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606" y="2082"/>
                    <a:ext cx="104" cy="50"/>
                  </a:xfrm>
                  <a:custGeom>
                    <a:avLst/>
                    <a:gdLst>
                      <a:gd fmla="*/ 44 w 50" name="T0"/>
                      <a:gd fmla="*/ 0 h 24" name="T1"/>
                      <a:gd fmla="*/ 50 w 50" name="T2"/>
                      <a:gd fmla="*/ 0 h 24" name="T3"/>
                      <a:gd fmla="*/ 13 w 50" name="T4"/>
                      <a:gd fmla="*/ 24 h 24" name="T5"/>
                      <a:gd fmla="*/ 0 w 50" name="T6"/>
                      <a:gd fmla="*/ 24 h 24" name="T7"/>
                      <a:gd fmla="*/ 44 w 50" name="T8"/>
                      <a:gd fmla="*/ 0 h 24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24" w="50">
                        <a:moveTo>
                          <a:pt x="44" y="0"/>
                        </a:moveTo>
                        <a:cubicBezTo>
                          <a:pt x="46" y="0"/>
                          <a:pt x="48" y="0"/>
                          <a:pt x="50" y="0"/>
                        </a:cubicBezTo>
                        <a:cubicBezTo>
                          <a:pt x="29" y="2"/>
                          <a:pt x="13" y="12"/>
                          <a:pt x="13" y="24"/>
                        </a:cubicBezTo>
                        <a:cubicBezTo>
                          <a:pt x="0" y="24"/>
                          <a:pt x="0" y="24"/>
                          <a:pt x="0" y="24"/>
                        </a:cubicBezTo>
                        <a:cubicBezTo>
                          <a:pt x="0" y="11"/>
                          <a:pt x="20" y="0"/>
                          <a:pt x="44" y="0"/>
                        </a:cubicBezTo>
                        <a:close/>
                      </a:path>
                    </a:pathLst>
                  </a:custGeom>
                  <a:solidFill>
                    <a:srgbClr val="D1D3D4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1208dc7-823c-48a0-ad44-e1f813c47b0c" id="542" name="îśḻïḋe">
                    <a:extLst>
                      <a:ext uri="{FF2B5EF4-FFF2-40B4-BE49-F238E27FC236}">
                        <a16:creationId id="{872EE215-7316-E7F3-F7BD-F71DF5DD49B3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892" y="1132"/>
                    <a:ext cx="102" cy="253"/>
                  </a:xfrm>
                  <a:custGeom>
                    <a:avLst/>
                    <a:gdLst>
                      <a:gd fmla="*/ 0 w 49" name="T0"/>
                      <a:gd fmla="*/ 0 h 122" name="T1"/>
                      <a:gd fmla="*/ 37 w 49" name="T2"/>
                      <a:gd fmla="*/ 122 h 122" name="T3"/>
                      <a:gd fmla="*/ 0 w 49" name="T4"/>
                      <a:gd fmla="*/ 0 h 122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122" w="49">
                        <a:moveTo>
                          <a:pt x="0" y="0"/>
                        </a:moveTo>
                        <a:cubicBezTo>
                          <a:pt x="37" y="122"/>
                          <a:pt x="37" y="122"/>
                          <a:pt x="37" y="122"/>
                        </a:cubicBezTo>
                        <a:cubicBezTo>
                          <a:pt x="37" y="122"/>
                          <a:pt x="49" y="4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e9b4872c-eacb-44ca-b9f9-a8cdcfbdd29e" id="543" name="îSḻíḓê">
                    <a:extLst>
                      <a:ext uri="{FF2B5EF4-FFF2-40B4-BE49-F238E27FC236}">
                        <a16:creationId id="{86277693-BF89-3019-A36A-AF7EAA85C169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857" y="1132"/>
                    <a:ext cx="112" cy="253"/>
                  </a:xfrm>
                  <a:custGeom>
                    <a:avLst/>
                    <a:gdLst>
                      <a:gd fmla="*/ 17 w 54" name="T0"/>
                      <a:gd fmla="*/ 0 h 122" name="T1"/>
                      <a:gd fmla="*/ 54 w 54" name="T2"/>
                      <a:gd fmla="*/ 122 h 122" name="T3"/>
                      <a:gd fmla="*/ 17 w 54" name="T4"/>
                      <a:gd fmla="*/ 0 h 122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122" w="54">
                        <a:moveTo>
                          <a:pt x="17" y="0"/>
                        </a:moveTo>
                        <a:cubicBezTo>
                          <a:pt x="54" y="122"/>
                          <a:pt x="54" y="122"/>
                          <a:pt x="54" y="122"/>
                        </a:cubicBezTo>
                        <a:cubicBezTo>
                          <a:pt x="54" y="122"/>
                          <a:pt x="0" y="63"/>
                          <a:pt x="1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b20b42fa-e93f-4a27-bae2-8d385037e6aa" id="544" name="ïŝļîḍe">
                    <a:extLst>
                      <a:ext uri="{FF2B5EF4-FFF2-40B4-BE49-F238E27FC236}">
                        <a16:creationId id="{E4CE69F8-B3E3-671F-26DF-15DC026A1DD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788" y="1375"/>
                    <a:ext cx="183" cy="193"/>
                  </a:xfrm>
                  <a:custGeom>
                    <a:avLst/>
                    <a:gdLst>
                      <a:gd fmla="*/ 0 w 88" name="T0"/>
                      <a:gd fmla="*/ 93 h 93" name="T1"/>
                      <a:gd fmla="*/ 88 w 88" name="T2"/>
                      <a:gd fmla="*/ 0 h 93" name="T3"/>
                      <a:gd fmla="*/ 0 w 88" name="T4"/>
                      <a:gd fmla="*/ 93 h 93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93" w="88">
                        <a:moveTo>
                          <a:pt x="0" y="93"/>
                        </a:moveTo>
                        <a:cubicBezTo>
                          <a:pt x="88" y="0"/>
                          <a:pt x="88" y="0"/>
                          <a:pt x="88" y="0"/>
                        </a:cubicBezTo>
                        <a:cubicBezTo>
                          <a:pt x="88" y="0"/>
                          <a:pt x="63" y="76"/>
                          <a:pt x="0" y="93"/>
                        </a:cubicBez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e25c75c6-0a8f-4d0e-a0ea-f3e78b9ff5ce" id="545" name="îṧlïďê">
                    <a:extLst>
                      <a:ext uri="{FF2B5EF4-FFF2-40B4-BE49-F238E27FC236}">
                        <a16:creationId id="{3DBD8A82-2A26-6E27-FE92-01969B19A9E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788" y="1375"/>
                    <a:ext cx="183" cy="193"/>
                  </a:xfrm>
                  <a:custGeom>
                    <a:avLst/>
                    <a:gdLst>
                      <a:gd fmla="*/ 0 w 88" name="T0"/>
                      <a:gd fmla="*/ 93 h 93" name="T1"/>
                      <a:gd fmla="*/ 88 w 88" name="T2"/>
                      <a:gd fmla="*/ 0 h 93" name="T3"/>
                      <a:gd fmla="*/ 0 w 88" name="T4"/>
                      <a:gd fmla="*/ 93 h 93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93" w="88">
                        <a:moveTo>
                          <a:pt x="0" y="93"/>
                        </a:moveTo>
                        <a:cubicBezTo>
                          <a:pt x="88" y="0"/>
                          <a:pt x="88" y="0"/>
                          <a:pt x="88" y="0"/>
                        </a:cubicBezTo>
                        <a:cubicBezTo>
                          <a:pt x="88" y="0"/>
                          <a:pt x="13" y="29"/>
                          <a:pt x="0" y="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85122d3-3e2e-4c85-804b-9a0839ad04d0" id="546" name="ï$ļïďe">
                    <a:extLst>
                      <a:ext uri="{FF2B5EF4-FFF2-40B4-BE49-F238E27FC236}">
                        <a16:creationId id="{790C6C93-0B1E-CE23-D4F4-9ED924EF562A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965" y="1341"/>
                    <a:ext cx="257" cy="98"/>
                  </a:xfrm>
                  <a:custGeom>
                    <a:avLst/>
                    <a:gdLst>
                      <a:gd fmla="*/ 124 w 124" name="T0"/>
                      <a:gd fmla="*/ 47 h 47" name="T1"/>
                      <a:gd fmla="*/ 0 w 124" name="T2"/>
                      <a:gd fmla="*/ 17 h 47" name="T3"/>
                      <a:gd fmla="*/ 124 w 124" name="T4"/>
                      <a:gd fmla="*/ 47 h 47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47" w="124">
                        <a:moveTo>
                          <a:pt x="124" y="47"/>
                        </a:moveTo>
                        <a:cubicBezTo>
                          <a:pt x="0" y="17"/>
                          <a:pt x="0" y="17"/>
                          <a:pt x="0" y="17"/>
                        </a:cubicBezTo>
                        <a:cubicBezTo>
                          <a:pt x="0" y="17"/>
                          <a:pt x="78" y="0"/>
                          <a:pt x="124" y="47"/>
                        </a:cubicBez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b7e6f9dc-a162-4fab-b0c7-8c1320feb17d" id="547" name="išḻiḑê">
                    <a:extLst>
                      <a:ext uri="{FF2B5EF4-FFF2-40B4-BE49-F238E27FC236}">
                        <a16:creationId id="{5479834C-DF71-068C-089A-3E7CBE16A416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965" y="1377"/>
                    <a:ext cx="257" cy="103"/>
                  </a:xfrm>
                  <a:custGeom>
                    <a:avLst/>
                    <a:gdLst>
                      <a:gd fmla="*/ 124 w 124" name="T0"/>
                      <a:gd fmla="*/ 30 h 50" name="T1"/>
                      <a:gd fmla="*/ 0 w 124" name="T2"/>
                      <a:gd fmla="*/ 0 h 50" name="T3"/>
                      <a:gd fmla="*/ 124 w 124" name="T4"/>
                      <a:gd fmla="*/ 30 h 50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50" w="124">
                        <a:moveTo>
                          <a:pt x="124" y="3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62" y="50"/>
                          <a:pt x="124" y="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a4a12f7e-aef3-4c0c-b81e-ce15ee6d332b" id="548" name="íṥliḍè">
                    <a:extLst>
                      <a:ext uri="{FF2B5EF4-FFF2-40B4-BE49-F238E27FC236}">
                        <a16:creationId id="{4298CFCA-985F-99BF-955F-8BC0D392AB0E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942" y="1393"/>
                    <a:ext cx="50" cy="766"/>
                  </a:xfrm>
                  <a:custGeom>
                    <a:avLst/>
                    <a:gdLst>
                      <a:gd fmla="*/ 0 w 50" name="T0"/>
                      <a:gd fmla="*/ 766 h 766" name="T1"/>
                      <a:gd fmla="*/ 50 w 50" name="T2"/>
                      <a:gd fmla="*/ 766 h 766" name="T3"/>
                      <a:gd fmla="*/ 33 w 50" name="T4"/>
                      <a:gd fmla="*/ 0 h 766" name="T5"/>
                      <a:gd fmla="*/ 16 w 50" name="T6"/>
                      <a:gd fmla="*/ 0 h 766" name="T7"/>
                      <a:gd fmla="*/ 0 w 50" name="T8"/>
                      <a:gd fmla="*/ 766 h 766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766" w="50">
                        <a:moveTo>
                          <a:pt x="0" y="766"/>
                        </a:moveTo>
                        <a:lnTo>
                          <a:pt x="50" y="766"/>
                        </a:lnTo>
                        <a:lnTo>
                          <a:pt x="33" y="0"/>
                        </a:lnTo>
                        <a:lnTo>
                          <a:pt x="16" y="0"/>
                        </a:lnTo>
                        <a:lnTo>
                          <a:pt x="0" y="76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6b490faf-0808-4c43-9dc0-0df00218725c" id="549" name="íṩļiďe">
                    <a:extLst>
                      <a:ext uri="{FF2B5EF4-FFF2-40B4-BE49-F238E27FC236}">
                        <a16:creationId id="{5E9D8E67-46AD-2E94-56FE-2BAC5392E732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942" y="1393"/>
                    <a:ext cx="23" cy="766"/>
                  </a:xfrm>
                  <a:custGeom>
                    <a:avLst/>
                    <a:gdLst>
                      <a:gd fmla="*/ 0 w 23" name="T0"/>
                      <a:gd fmla="*/ 766 h 766" name="T1"/>
                      <a:gd fmla="*/ 18 w 23" name="T2"/>
                      <a:gd fmla="*/ 766 h 766" name="T3"/>
                      <a:gd fmla="*/ 23 w 23" name="T4"/>
                      <a:gd fmla="*/ 0 h 766" name="T5"/>
                      <a:gd fmla="*/ 16 w 23" name="T6"/>
                      <a:gd fmla="*/ 0 h 766" name="T7"/>
                      <a:gd fmla="*/ 0 w 23" name="T8"/>
                      <a:gd fmla="*/ 766 h 766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766" w="23">
                        <a:moveTo>
                          <a:pt x="0" y="766"/>
                        </a:moveTo>
                        <a:lnTo>
                          <a:pt x="18" y="766"/>
                        </a:lnTo>
                        <a:lnTo>
                          <a:pt x="23" y="0"/>
                        </a:lnTo>
                        <a:lnTo>
                          <a:pt x="16" y="0"/>
                        </a:lnTo>
                        <a:lnTo>
                          <a:pt x="0" y="766"/>
                        </a:lnTo>
                        <a:close/>
                      </a:path>
                    </a:pathLst>
                  </a:custGeom>
                  <a:solidFill>
                    <a:srgbClr val="D1D3D4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466ca825-4b08-494a-bf6d-96e4f6307126" id="550" name="íṡḷîḍè">
                    <a:extLst>
                      <a:ext uri="{FF2B5EF4-FFF2-40B4-BE49-F238E27FC236}">
                        <a16:creationId id="{FDEBEAFD-B0D7-EF65-C771-B9F278D34AD9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938" y="1354"/>
                    <a:ext cx="58" cy="56"/>
                  </a:xfrm>
                  <a:prstGeom prst="ellipse">
                    <a:avLst/>
                  </a:pr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6a602da5-cec1-49f0-91f7-bdf767abcfde" id="551" name="îŝľidê">
                    <a:extLst>
                      <a:ext uri="{FF2B5EF4-FFF2-40B4-BE49-F238E27FC236}">
                        <a16:creationId id="{4DB6EA96-577F-152A-DB8D-7CC2DBDD80A0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946" y="1360"/>
                    <a:ext cx="41" cy="44"/>
                  </a:xfrm>
                  <a:prstGeom prst="ellipse">
                    <a:avLst/>
                  </a:prstGeom>
                  <a:solidFill>
                    <a:srgbClr val="9AD8DA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b9528976-3b16-4fae-a11e-746900e5d70c" id="552" name="îş1ïḍê">
                    <a:extLst>
                      <a:ext uri="{FF2B5EF4-FFF2-40B4-BE49-F238E27FC236}">
                        <a16:creationId id="{71C842D8-258B-E66D-138E-403AA242A468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946" y="1362"/>
                    <a:ext cx="35" cy="42"/>
                  </a:xfrm>
                  <a:custGeom>
                    <a:avLst/>
                    <a:gdLst>
                      <a:gd fmla="*/ 6 w 17" name="T0"/>
                      <a:gd fmla="*/ 0 h 20" name="T1"/>
                      <a:gd fmla="*/ 3 w 17" name="T2"/>
                      <a:gd fmla="*/ 8 h 20" name="T3"/>
                      <a:gd fmla="*/ 13 w 17" name="T4"/>
                      <a:gd fmla="*/ 18 h 20" name="T5"/>
                      <a:gd fmla="*/ 17 w 17" name="T6"/>
                      <a:gd fmla="*/ 17 h 20" name="T7"/>
                      <a:gd fmla="*/ 10 w 17" name="T8"/>
                      <a:gd fmla="*/ 20 h 20" name="T9"/>
                      <a:gd fmla="*/ 0 w 17" name="T10"/>
                      <a:gd fmla="*/ 10 h 20" name="T11"/>
                      <a:gd fmla="*/ 6 w 17" name="T12"/>
                      <a:gd fmla="*/ 0 h 20" name="T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b="b" l="0" r="r" t="0"/>
                    <a:pathLst>
                      <a:path h="20" w="17">
                        <a:moveTo>
                          <a:pt x="6" y="0"/>
                        </a:moveTo>
                        <a:cubicBezTo>
                          <a:pt x="4" y="2"/>
                          <a:pt x="3" y="5"/>
                          <a:pt x="3" y="8"/>
                        </a:cubicBezTo>
                        <a:cubicBezTo>
                          <a:pt x="3" y="14"/>
                          <a:pt x="7" y="18"/>
                          <a:pt x="13" y="18"/>
                        </a:cubicBezTo>
                        <a:cubicBezTo>
                          <a:pt x="14" y="18"/>
                          <a:pt x="15" y="18"/>
                          <a:pt x="17" y="17"/>
                        </a:cubicBezTo>
                        <a:cubicBezTo>
                          <a:pt x="15" y="19"/>
                          <a:pt x="13" y="20"/>
                          <a:pt x="10" y="20"/>
                        </a:cubicBezTo>
                        <a:cubicBezTo>
                          <a:pt x="4" y="20"/>
                          <a:pt x="0" y="15"/>
                          <a:pt x="0" y="10"/>
                        </a:cubicBezTo>
                        <a:cubicBezTo>
                          <a:pt x="0" y="5"/>
                          <a:pt x="3" y="2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72CCD2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44cdc255-0507-48b6-8d5d-96428918a1c7" id="553" name="ïṧ1îdê">
                    <a:extLst>
                      <a:ext uri="{FF2B5EF4-FFF2-40B4-BE49-F238E27FC236}">
                        <a16:creationId id="{2BA6265A-0EE4-7A6A-7994-3A75D9B6E903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900" y="2136"/>
                    <a:ext cx="133" cy="37"/>
                  </a:xfrm>
                  <a:custGeom>
                    <a:avLst/>
                    <a:gdLst>
                      <a:gd fmla="*/ 0 w 64" name="T0"/>
                      <a:gd fmla="*/ 18 h 18" name="T1"/>
                      <a:gd fmla="*/ 32 w 64" name="T2"/>
                      <a:gd fmla="*/ 0 h 18" name="T3"/>
                      <a:gd fmla="*/ 64 w 64" name="T4"/>
                      <a:gd fmla="*/ 18 h 18" name="T5"/>
                      <a:gd fmla="*/ 0 w 64" name="T6"/>
                      <a:gd fmla="*/ 18 h 18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18" w="64">
                        <a:moveTo>
                          <a:pt x="0" y="18"/>
                        </a:moveTo>
                        <a:cubicBezTo>
                          <a:pt x="0" y="8"/>
                          <a:pt x="14" y="0"/>
                          <a:pt x="32" y="0"/>
                        </a:cubicBezTo>
                        <a:cubicBezTo>
                          <a:pt x="49" y="0"/>
                          <a:pt x="64" y="8"/>
                          <a:pt x="64" y="18"/>
                        </a:cubicBezTo>
                        <a:lnTo>
                          <a:pt x="0" y="18"/>
                        </a:ln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66961eda-2e1a-4a0b-960b-9745fb6f109c" id="554" name="ïṣľïḍè">
                    <a:extLst>
                      <a:ext uri="{FF2B5EF4-FFF2-40B4-BE49-F238E27FC236}">
                        <a16:creationId id="{6C4C49BE-99C7-A0F6-27C2-59974361CEAE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900" y="2136"/>
                    <a:ext cx="77" cy="37"/>
                  </a:xfrm>
                  <a:custGeom>
                    <a:avLst/>
                    <a:gdLst>
                      <a:gd fmla="*/ 32 w 37" name="T0"/>
                      <a:gd fmla="*/ 0 h 18" name="T1"/>
                      <a:gd fmla="*/ 37 w 37" name="T2"/>
                      <a:gd fmla="*/ 0 h 18" name="T3"/>
                      <a:gd fmla="*/ 10 w 37" name="T4"/>
                      <a:gd fmla="*/ 18 h 18" name="T5"/>
                      <a:gd fmla="*/ 0 w 37" name="T6"/>
                      <a:gd fmla="*/ 18 h 18" name="T7"/>
                      <a:gd fmla="*/ 32 w 37" name="T8"/>
                      <a:gd fmla="*/ 0 h 18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18" w="37">
                        <a:moveTo>
                          <a:pt x="32" y="0"/>
                        </a:moveTo>
                        <a:cubicBezTo>
                          <a:pt x="33" y="0"/>
                          <a:pt x="35" y="0"/>
                          <a:pt x="37" y="0"/>
                        </a:cubicBezTo>
                        <a:cubicBezTo>
                          <a:pt x="21" y="2"/>
                          <a:pt x="10" y="9"/>
                          <a:pt x="10" y="18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0" y="8"/>
                          <a:pt x="14" y="0"/>
                          <a:pt x="32" y="0"/>
                        </a:cubicBezTo>
                        <a:close/>
                      </a:path>
                    </a:pathLst>
                  </a:custGeom>
                  <a:solidFill>
                    <a:srgbClr val="D1D3D4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0d20838f-6a7a-46bb-8839-f5f022c3af1f" id="555" name="íṣlîḍé">
                    <a:extLst>
                      <a:ext uri="{FF2B5EF4-FFF2-40B4-BE49-F238E27FC236}">
                        <a16:creationId id="{98246DE2-FE8F-40D4-347C-C6F1EA6789FA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479" y="518"/>
                    <a:ext cx="183" cy="452"/>
                  </a:xfrm>
                  <a:custGeom>
                    <a:avLst/>
                    <a:gdLst>
                      <a:gd fmla="*/ 88 w 88" name="T0"/>
                      <a:gd fmla="*/ 0 h 218" name="T1"/>
                      <a:gd fmla="*/ 22 w 88" name="T2"/>
                      <a:gd fmla="*/ 218 h 218" name="T3"/>
                      <a:gd fmla="*/ 88 w 88" name="T4"/>
                      <a:gd fmla="*/ 0 h 218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218" w="88">
                        <a:moveTo>
                          <a:pt x="88" y="0"/>
                        </a:moveTo>
                        <a:cubicBezTo>
                          <a:pt x="22" y="218"/>
                          <a:pt x="22" y="218"/>
                          <a:pt x="22" y="218"/>
                        </a:cubicBezTo>
                        <a:cubicBezTo>
                          <a:pt x="22" y="218"/>
                          <a:pt x="0" y="77"/>
                          <a:pt x="88" y="0"/>
                        </a:cubicBez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dff6db07-ad10-4deb-a91c-68a9d9288075" id="556" name="íṥļîḑê">
                    <a:extLst>
                      <a:ext uri="{FF2B5EF4-FFF2-40B4-BE49-F238E27FC236}">
                        <a16:creationId id="{746548B3-F781-A2B3-2C55-07AAC7E3438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525" y="518"/>
                    <a:ext cx="199" cy="452"/>
                  </a:xfrm>
                  <a:custGeom>
                    <a:avLst/>
                    <a:gdLst>
                      <a:gd fmla="*/ 66 w 96" name="T0"/>
                      <a:gd fmla="*/ 0 h 218" name="T1"/>
                      <a:gd fmla="*/ 0 w 96" name="T2"/>
                      <a:gd fmla="*/ 218 h 218" name="T3"/>
                      <a:gd fmla="*/ 66 w 96" name="T4"/>
                      <a:gd fmla="*/ 0 h 218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218" w="96">
                        <a:moveTo>
                          <a:pt x="66" y="0"/>
                        </a:moveTo>
                        <a:cubicBezTo>
                          <a:pt x="0" y="218"/>
                          <a:pt x="0" y="218"/>
                          <a:pt x="0" y="218"/>
                        </a:cubicBezTo>
                        <a:cubicBezTo>
                          <a:pt x="0" y="218"/>
                          <a:pt x="96" y="113"/>
                          <a:pt x="6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4a6f276a-42e5-4665-9b98-c6f37ad234b7" id="557" name="íṡļíḑè">
                    <a:extLst>
                      <a:ext uri="{FF2B5EF4-FFF2-40B4-BE49-F238E27FC236}">
                        <a16:creationId id="{15480CC0-BD62-6DD6-589F-E07F04CCC19E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521" y="953"/>
                    <a:ext cx="326" cy="345"/>
                  </a:xfrm>
                  <a:custGeom>
                    <a:avLst/>
                    <a:gdLst>
                      <a:gd fmla="*/ 157 w 157" name="T0"/>
                      <a:gd fmla="*/ 166 h 166" name="T1"/>
                      <a:gd fmla="*/ 0 w 157" name="T2"/>
                      <a:gd fmla="*/ 0 h 166" name="T3"/>
                      <a:gd fmla="*/ 157 w 157" name="T4"/>
                      <a:gd fmla="*/ 166 h 166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166" w="157">
                        <a:moveTo>
                          <a:pt x="157" y="166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44" y="135"/>
                          <a:pt x="157" y="166"/>
                        </a:cubicBez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16e1414-7e39-4d71-9838-78e78353fbe4" id="558" name="íṣ1ïḍe">
                    <a:extLst>
                      <a:ext uri="{FF2B5EF4-FFF2-40B4-BE49-F238E27FC236}">
                        <a16:creationId id="{11F091CA-BEE9-4145-05BF-20717D55771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521" y="953"/>
                    <a:ext cx="326" cy="345"/>
                  </a:xfrm>
                  <a:custGeom>
                    <a:avLst/>
                    <a:gdLst>
                      <a:gd fmla="*/ 157 w 157" name="T0"/>
                      <a:gd fmla="*/ 166 h 166" name="T1"/>
                      <a:gd fmla="*/ 0 w 157" name="T2"/>
                      <a:gd fmla="*/ 0 h 166" name="T3"/>
                      <a:gd fmla="*/ 157 w 157" name="T4"/>
                      <a:gd fmla="*/ 166 h 166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166" w="157">
                        <a:moveTo>
                          <a:pt x="157" y="166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33" y="51"/>
                          <a:pt x="157" y="16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008b1bd7-a6b5-420d-9d29-67a2de43cd13" id="559" name="iṣľïḑé">
                    <a:extLst>
                      <a:ext uri="{FF2B5EF4-FFF2-40B4-BE49-F238E27FC236}">
                        <a16:creationId id="{F0243082-EB7B-1858-425A-9D8B7F6872FB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070" y="893"/>
                    <a:ext cx="461" cy="175"/>
                  </a:xfrm>
                  <a:custGeom>
                    <a:avLst/>
                    <a:gdLst>
                      <a:gd fmla="*/ 0 w 222" name="T0"/>
                      <a:gd fmla="*/ 84 h 84" name="T1"/>
                      <a:gd fmla="*/ 222 w 222" name="T2"/>
                      <a:gd fmla="*/ 30 h 84" name="T3"/>
                      <a:gd fmla="*/ 0 w 222" name="T4"/>
                      <a:gd fmla="*/ 84 h 84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84" w="222">
                        <a:moveTo>
                          <a:pt x="0" y="84"/>
                        </a:moveTo>
                        <a:cubicBezTo>
                          <a:pt x="222" y="30"/>
                          <a:pt x="222" y="30"/>
                          <a:pt x="222" y="30"/>
                        </a:cubicBezTo>
                        <a:cubicBezTo>
                          <a:pt x="222" y="30"/>
                          <a:pt x="83" y="0"/>
                          <a:pt x="0" y="84"/>
                        </a:cubicBez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b523cc35-820c-4953-8ec2-5a86b65ebb75" id="560" name="ïṧlïḓè">
                    <a:extLst>
                      <a:ext uri="{FF2B5EF4-FFF2-40B4-BE49-F238E27FC236}">
                        <a16:creationId id="{E2E8F73C-9A76-351A-8DD5-1B77B87592F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070" y="956"/>
                    <a:ext cx="461" cy="186"/>
                  </a:xfrm>
                  <a:custGeom>
                    <a:avLst/>
                    <a:gdLst>
                      <a:gd fmla="*/ 0 w 222" name="T0"/>
                      <a:gd fmla="*/ 54 h 90" name="T1"/>
                      <a:gd fmla="*/ 222 w 222" name="T2"/>
                      <a:gd fmla="*/ 0 h 90" name="T3"/>
                      <a:gd fmla="*/ 0 w 222" name="T4"/>
                      <a:gd fmla="*/ 54 h 90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90" w="222">
                        <a:moveTo>
                          <a:pt x="0" y="54"/>
                        </a:move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112" y="90"/>
                          <a:pt x="0" y="5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146fde0-a7c7-487b-a56f-ed4c788746eb" id="561" name="îşļíḑê">
                    <a:extLst>
                      <a:ext uri="{FF2B5EF4-FFF2-40B4-BE49-F238E27FC236}">
                        <a16:creationId id="{1C109F0C-C1D8-83C1-F479-051B4A94014E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483" y="985"/>
                    <a:ext cx="90" cy="1083"/>
                  </a:xfrm>
                  <a:custGeom>
                    <a:avLst/>
                    <a:gdLst>
                      <a:gd fmla="*/ 90 w 90" name="T0"/>
                      <a:gd fmla="*/ 1083 h 1083" name="T1"/>
                      <a:gd fmla="*/ 0 w 90" name="T2"/>
                      <a:gd fmla="*/ 1083 h 1083" name="T3"/>
                      <a:gd fmla="*/ 29 w 90" name="T4"/>
                      <a:gd fmla="*/ 0 h 1083" name="T5"/>
                      <a:gd fmla="*/ 61 w 90" name="T6"/>
                      <a:gd fmla="*/ 0 h 1083" name="T7"/>
                      <a:gd fmla="*/ 90 w 90" name="T8"/>
                      <a:gd fmla="*/ 1083 h 1083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1083" w="90">
                        <a:moveTo>
                          <a:pt x="90" y="1083"/>
                        </a:moveTo>
                        <a:lnTo>
                          <a:pt x="0" y="1083"/>
                        </a:lnTo>
                        <a:lnTo>
                          <a:pt x="29" y="0"/>
                        </a:lnTo>
                        <a:lnTo>
                          <a:pt x="61" y="0"/>
                        </a:lnTo>
                        <a:lnTo>
                          <a:pt x="90" y="108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fa52f266-69ee-490e-bf39-3054cd7cbd94" id="562" name="ísliḋé">
                    <a:extLst>
                      <a:ext uri="{FF2B5EF4-FFF2-40B4-BE49-F238E27FC236}">
                        <a16:creationId id="{6A7D69E2-7A83-2651-40E1-60E2F77F93F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531" y="985"/>
                    <a:ext cx="42" cy="1083"/>
                  </a:xfrm>
                  <a:custGeom>
                    <a:avLst/>
                    <a:gdLst>
                      <a:gd fmla="*/ 42 w 42" name="T0"/>
                      <a:gd fmla="*/ 1083 h 1083" name="T1"/>
                      <a:gd fmla="*/ 8 w 42" name="T2"/>
                      <a:gd fmla="*/ 1083 h 1083" name="T3"/>
                      <a:gd fmla="*/ 0 w 42" name="T4"/>
                      <a:gd fmla="*/ 0 h 1083" name="T5"/>
                      <a:gd fmla="*/ 13 w 42" name="T6"/>
                      <a:gd fmla="*/ 0 h 1083" name="T7"/>
                      <a:gd fmla="*/ 42 w 42" name="T8"/>
                      <a:gd fmla="*/ 1083 h 1083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1083" w="42">
                        <a:moveTo>
                          <a:pt x="42" y="1083"/>
                        </a:moveTo>
                        <a:lnTo>
                          <a:pt x="8" y="1083"/>
                        </a:lnTo>
                        <a:lnTo>
                          <a:pt x="0" y="0"/>
                        </a:lnTo>
                        <a:lnTo>
                          <a:pt x="13" y="0"/>
                        </a:lnTo>
                        <a:lnTo>
                          <a:pt x="42" y="1083"/>
                        </a:lnTo>
                        <a:close/>
                      </a:path>
                    </a:pathLst>
                  </a:custGeom>
                  <a:solidFill>
                    <a:srgbClr val="D1D3D4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e636993-b91f-4c6d-96ef-1235d169847a" id="563" name="íŝ1ïḍê">
                    <a:extLst>
                      <a:ext uri="{FF2B5EF4-FFF2-40B4-BE49-F238E27FC236}">
                        <a16:creationId id="{FFA948C0-4364-36A0-1EC5-1B79C6D2CDC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477" y="916"/>
                    <a:ext cx="102" cy="100"/>
                  </a:xfrm>
                  <a:prstGeom prst="ellipse">
                    <a:avLst/>
                  </a:pr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aa6c6e41-1a24-42a9-99dc-748dc2254bac" id="564" name="íṩliḍê">
                    <a:extLst>
                      <a:ext uri="{FF2B5EF4-FFF2-40B4-BE49-F238E27FC236}">
                        <a16:creationId id="{DD8902D1-F8DA-D60D-C077-66B7749350D6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490" y="929"/>
                    <a:ext cx="76" cy="76"/>
                  </a:xfrm>
                  <a:prstGeom prst="ellipse">
                    <a:avLst/>
                  </a:prstGeom>
                  <a:solidFill>
                    <a:srgbClr val="9AD8DA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0237066-8ece-43bf-9cc6-2bad339cd798" id="565" name="iṡḻïḓé">
                    <a:extLst>
                      <a:ext uri="{FF2B5EF4-FFF2-40B4-BE49-F238E27FC236}">
                        <a16:creationId id="{5EC97BDF-216F-D229-D9F9-D1A06411159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504" y="931"/>
                    <a:ext cx="62" cy="74"/>
                  </a:xfrm>
                  <a:custGeom>
                    <a:avLst/>
                    <a:gdLst>
                      <a:gd fmla="*/ 18 w 30" name="T0"/>
                      <a:gd fmla="*/ 0 h 36" name="T1"/>
                      <a:gd fmla="*/ 25 w 30" name="T2"/>
                      <a:gd fmla="*/ 14 h 36" name="T3"/>
                      <a:gd fmla="*/ 6 w 30" name="T4"/>
                      <a:gd fmla="*/ 32 h 36" name="T5"/>
                      <a:gd fmla="*/ 0 w 30" name="T6"/>
                      <a:gd fmla="*/ 31 h 36" name="T7"/>
                      <a:gd fmla="*/ 12 w 30" name="T8"/>
                      <a:gd fmla="*/ 36 h 36" name="T9"/>
                      <a:gd fmla="*/ 30 w 30" name="T10"/>
                      <a:gd fmla="*/ 17 h 36" name="T11"/>
                      <a:gd fmla="*/ 18 w 30" name="T12"/>
                      <a:gd fmla="*/ 0 h 36" name="T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b="b" l="0" r="r" t="0"/>
                    <a:pathLst>
                      <a:path h="36" w="30">
                        <a:moveTo>
                          <a:pt x="18" y="0"/>
                        </a:moveTo>
                        <a:cubicBezTo>
                          <a:pt x="22" y="4"/>
                          <a:pt x="25" y="8"/>
                          <a:pt x="25" y="14"/>
                        </a:cubicBezTo>
                        <a:cubicBezTo>
                          <a:pt x="25" y="24"/>
                          <a:pt x="16" y="32"/>
                          <a:pt x="6" y="32"/>
                        </a:cubicBezTo>
                        <a:cubicBezTo>
                          <a:pt x="4" y="32"/>
                          <a:pt x="2" y="32"/>
                          <a:pt x="0" y="31"/>
                        </a:cubicBezTo>
                        <a:cubicBezTo>
                          <a:pt x="3" y="34"/>
                          <a:pt x="7" y="36"/>
                          <a:pt x="12" y="36"/>
                        </a:cubicBezTo>
                        <a:cubicBezTo>
                          <a:pt x="22" y="36"/>
                          <a:pt x="30" y="27"/>
                          <a:pt x="30" y="17"/>
                        </a:cubicBezTo>
                        <a:cubicBezTo>
                          <a:pt x="30" y="9"/>
                          <a:pt x="25" y="3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72CCD2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7408b08c-8aeb-4615-b54d-f927c7737186" id="566" name="îṥļiḑé">
                    <a:extLst>
                      <a:ext uri="{FF2B5EF4-FFF2-40B4-BE49-F238E27FC236}">
                        <a16:creationId id="{8AD58230-8DB1-2A33-32E6-4FF6C7F6C17E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411" y="2028"/>
                    <a:ext cx="236" cy="67"/>
                  </a:xfrm>
                  <a:custGeom>
                    <a:avLst/>
                    <a:gdLst>
                      <a:gd fmla="*/ 114 w 114" name="T0"/>
                      <a:gd fmla="*/ 32 h 32" name="T1"/>
                      <a:gd fmla="*/ 57 w 114" name="T2"/>
                      <a:gd fmla="*/ 0 h 32" name="T3"/>
                      <a:gd fmla="*/ 0 w 114" name="T4"/>
                      <a:gd fmla="*/ 32 h 32" name="T5"/>
                      <a:gd fmla="*/ 114 w 114" name="T6"/>
                      <a:gd fmla="*/ 32 h 32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32" w="114">
                        <a:moveTo>
                          <a:pt x="114" y="32"/>
                        </a:moveTo>
                        <a:cubicBezTo>
                          <a:pt x="114" y="14"/>
                          <a:pt x="89" y="0"/>
                          <a:pt x="57" y="0"/>
                        </a:cubicBezTo>
                        <a:cubicBezTo>
                          <a:pt x="26" y="0"/>
                          <a:pt x="0" y="14"/>
                          <a:pt x="0" y="32"/>
                        </a:cubicBezTo>
                        <a:cubicBezTo>
                          <a:pt x="114" y="32"/>
                          <a:pt x="114" y="32"/>
                          <a:pt x="114" y="32"/>
                        </a:cubicBezTo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d94f9030-fd2d-43a8-9b72-02118bdcc17e" id="567" name="ïš1íḑe">
                    <a:extLst>
                      <a:ext uri="{FF2B5EF4-FFF2-40B4-BE49-F238E27FC236}">
                        <a16:creationId id="{525E0242-C60C-F536-8036-433631F3DB6B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510" y="2028"/>
                    <a:ext cx="137" cy="67"/>
                  </a:xfrm>
                  <a:custGeom>
                    <a:avLst/>
                    <a:gdLst>
                      <a:gd fmla="*/ 9 w 66" name="T0"/>
                      <a:gd fmla="*/ 0 h 32" name="T1"/>
                      <a:gd fmla="*/ 0 w 66" name="T2"/>
                      <a:gd fmla="*/ 0 h 32" name="T3"/>
                      <a:gd fmla="*/ 49 w 66" name="T4"/>
                      <a:gd fmla="*/ 32 h 32" name="T5"/>
                      <a:gd fmla="*/ 66 w 66" name="T6"/>
                      <a:gd fmla="*/ 32 h 32" name="T7"/>
                      <a:gd fmla="*/ 9 w 66" name="T8"/>
                      <a:gd fmla="*/ 0 h 32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32" w="66">
                        <a:moveTo>
                          <a:pt x="9" y="0"/>
                        </a:moveTo>
                        <a:cubicBezTo>
                          <a:pt x="6" y="0"/>
                          <a:pt x="3" y="0"/>
                          <a:pt x="0" y="0"/>
                        </a:cubicBezTo>
                        <a:cubicBezTo>
                          <a:pt x="28" y="3"/>
                          <a:pt x="49" y="16"/>
                          <a:pt x="49" y="32"/>
                        </a:cubicBezTo>
                        <a:cubicBezTo>
                          <a:pt x="66" y="32"/>
                          <a:pt x="66" y="32"/>
                          <a:pt x="66" y="32"/>
                        </a:cubicBezTo>
                        <a:cubicBezTo>
                          <a:pt x="66" y="14"/>
                          <a:pt x="41" y="0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D1D3D4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4c279864-7da8-4eeb-ac24-4f86ebcc4551" id="568" name="ïšľîḑê">
                    <a:extLst>
                      <a:ext uri="{FF2B5EF4-FFF2-40B4-BE49-F238E27FC236}">
                        <a16:creationId id="{965F9FF6-ECD8-C92C-67DA-18EE5FBA28D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211" y="1180"/>
                    <a:ext cx="137" cy="340"/>
                  </a:xfrm>
                  <a:custGeom>
                    <a:avLst/>
                    <a:gdLst>
                      <a:gd fmla="*/ 66 w 66" name="T0"/>
                      <a:gd fmla="*/ 0 h 164" name="T1"/>
                      <a:gd fmla="*/ 16 w 66" name="T2"/>
                      <a:gd fmla="*/ 164 h 164" name="T3"/>
                      <a:gd fmla="*/ 66 w 66" name="T4"/>
                      <a:gd fmla="*/ 0 h 164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164" w="66">
                        <a:moveTo>
                          <a:pt x="66" y="0"/>
                        </a:moveTo>
                        <a:cubicBezTo>
                          <a:pt x="16" y="164"/>
                          <a:pt x="16" y="164"/>
                          <a:pt x="16" y="164"/>
                        </a:cubicBezTo>
                        <a:cubicBezTo>
                          <a:pt x="16" y="164"/>
                          <a:pt x="0" y="58"/>
                          <a:pt x="66" y="0"/>
                        </a:cubicBez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8bcca77-d935-447b-a047-2a7dd7796ac4" id="569" name="îşľíḑè">
                    <a:extLst>
                      <a:ext uri="{FF2B5EF4-FFF2-40B4-BE49-F238E27FC236}">
                        <a16:creationId id="{7AF31491-39A4-C8FC-D6EE-00F9A014007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244" y="1180"/>
                    <a:ext cx="152" cy="340"/>
                  </a:xfrm>
                  <a:custGeom>
                    <a:avLst/>
                    <a:gdLst>
                      <a:gd fmla="*/ 50 w 73" name="T0"/>
                      <a:gd fmla="*/ 0 h 164" name="T1"/>
                      <a:gd fmla="*/ 0 w 73" name="T2"/>
                      <a:gd fmla="*/ 164 h 164" name="T3"/>
                      <a:gd fmla="*/ 50 w 73" name="T4"/>
                      <a:gd fmla="*/ 0 h 164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164" w="73">
                        <a:moveTo>
                          <a:pt x="50" y="0"/>
                        </a:moveTo>
                        <a:cubicBezTo>
                          <a:pt x="0" y="164"/>
                          <a:pt x="0" y="164"/>
                          <a:pt x="0" y="164"/>
                        </a:cubicBezTo>
                        <a:cubicBezTo>
                          <a:pt x="0" y="164"/>
                          <a:pt x="73" y="85"/>
                          <a:pt x="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59d0ed1-9c6a-4528-91ea-958173e53649" id="570" name="iṣľîḋe">
                    <a:extLst>
                      <a:ext uri="{FF2B5EF4-FFF2-40B4-BE49-F238E27FC236}">
                        <a16:creationId id="{6930828C-A5AE-BED5-D89E-835341D71F16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242" y="1507"/>
                    <a:ext cx="246" cy="258"/>
                  </a:xfrm>
                  <a:custGeom>
                    <a:avLst/>
                    <a:gdLst>
                      <a:gd fmla="*/ 118 w 118" name="T0"/>
                      <a:gd fmla="*/ 124 h 124" name="T1"/>
                      <a:gd fmla="*/ 0 w 118" name="T2"/>
                      <a:gd fmla="*/ 0 h 124" name="T3"/>
                      <a:gd fmla="*/ 118 w 118" name="T4"/>
                      <a:gd fmla="*/ 124 h 124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124" w="118">
                        <a:moveTo>
                          <a:pt x="118" y="12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33" y="102"/>
                          <a:pt x="118" y="124"/>
                        </a:cubicBez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0b7d0046-31f5-494d-a94d-a1552098e201" id="571" name="ïṩľîḑé">
                    <a:extLst>
                      <a:ext uri="{FF2B5EF4-FFF2-40B4-BE49-F238E27FC236}">
                        <a16:creationId id="{21D85C6D-243E-9C9B-B245-D5530F53366A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242" y="1507"/>
                    <a:ext cx="246" cy="258"/>
                  </a:xfrm>
                  <a:custGeom>
                    <a:avLst/>
                    <a:gdLst>
                      <a:gd fmla="*/ 118 w 118" name="T0"/>
                      <a:gd fmla="*/ 124 h 124" name="T1"/>
                      <a:gd fmla="*/ 0 w 118" name="T2"/>
                      <a:gd fmla="*/ 0 h 124" name="T3"/>
                      <a:gd fmla="*/ 118 w 118" name="T4"/>
                      <a:gd fmla="*/ 124 h 124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124" w="118">
                        <a:moveTo>
                          <a:pt x="118" y="12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00" y="38"/>
                          <a:pt x="118" y="12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42cce31e-3fb4-411e-b49e-6a6947614713" id="572" name="iś1îďé">
                    <a:extLst>
                      <a:ext uri="{FF2B5EF4-FFF2-40B4-BE49-F238E27FC236}">
                        <a16:creationId id="{EBC899C0-C165-8053-0ABF-DA2A4F42A93E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904" y="1464"/>
                    <a:ext cx="347" cy="129"/>
                  </a:xfrm>
                  <a:custGeom>
                    <a:avLst/>
                    <a:gdLst>
                      <a:gd fmla="*/ 0 w 167" name="T0"/>
                      <a:gd fmla="*/ 62 h 62" name="T1"/>
                      <a:gd fmla="*/ 167 w 167" name="T2"/>
                      <a:gd fmla="*/ 22 h 62" name="T3"/>
                      <a:gd fmla="*/ 0 w 167" name="T4"/>
                      <a:gd fmla="*/ 62 h 62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62" w="167">
                        <a:moveTo>
                          <a:pt x="0" y="62"/>
                        </a:moveTo>
                        <a:cubicBezTo>
                          <a:pt x="167" y="22"/>
                          <a:pt x="167" y="22"/>
                          <a:pt x="167" y="22"/>
                        </a:cubicBezTo>
                        <a:cubicBezTo>
                          <a:pt x="167" y="22"/>
                          <a:pt x="62" y="0"/>
                          <a:pt x="0" y="62"/>
                        </a:cubicBez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8f3c486-aefe-4c00-81b0-ab66d00cb663" id="573" name="ïSḻïdé">
                    <a:extLst>
                      <a:ext uri="{FF2B5EF4-FFF2-40B4-BE49-F238E27FC236}">
                        <a16:creationId id="{653F982E-5015-E772-81A5-BE66B54EC1D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904" y="1510"/>
                    <a:ext cx="347" cy="141"/>
                  </a:xfrm>
                  <a:custGeom>
                    <a:avLst/>
                    <a:gdLst>
                      <a:gd fmla="*/ 0 w 167" name="T0"/>
                      <a:gd fmla="*/ 40 h 68" name="T1"/>
                      <a:gd fmla="*/ 167 w 167" name="T2"/>
                      <a:gd fmla="*/ 0 h 68" name="T3"/>
                      <a:gd fmla="*/ 0 w 167" name="T4"/>
                      <a:gd fmla="*/ 40 h 68" name="T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b="b" l="0" r="r" t="0"/>
                    <a:pathLst>
                      <a:path h="68" w="167">
                        <a:moveTo>
                          <a:pt x="0" y="40"/>
                        </a:moveTo>
                        <a:cubicBezTo>
                          <a:pt x="167" y="0"/>
                          <a:pt x="167" y="0"/>
                          <a:pt x="167" y="0"/>
                        </a:cubicBezTo>
                        <a:cubicBezTo>
                          <a:pt x="167" y="0"/>
                          <a:pt x="84" y="68"/>
                          <a:pt x="0" y="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ae7cc938-1afb-4d1f-ba5d-cc435529b195" id="574" name="îṩḻiḋê">
                    <a:extLst>
                      <a:ext uri="{FF2B5EF4-FFF2-40B4-BE49-F238E27FC236}">
                        <a16:creationId id="{DCD3D903-5164-674A-962B-C3E9956AA72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213" y="1530"/>
                    <a:ext cx="69" cy="540"/>
                  </a:xfrm>
                  <a:custGeom>
                    <a:avLst/>
                    <a:gdLst>
                      <a:gd fmla="*/ 69 w 69" name="T0"/>
                      <a:gd fmla="*/ 540 h 540" name="T1"/>
                      <a:gd fmla="*/ 0 w 69" name="T2"/>
                      <a:gd fmla="*/ 540 h 540" name="T3"/>
                      <a:gd fmla="*/ 23 w 69" name="T4"/>
                      <a:gd fmla="*/ 0 h 540" name="T5"/>
                      <a:gd fmla="*/ 46 w 69" name="T6"/>
                      <a:gd fmla="*/ 0 h 540" name="T7"/>
                      <a:gd fmla="*/ 69 w 69" name="T8"/>
                      <a:gd fmla="*/ 540 h 540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540" w="69">
                        <a:moveTo>
                          <a:pt x="69" y="540"/>
                        </a:moveTo>
                        <a:lnTo>
                          <a:pt x="0" y="540"/>
                        </a:lnTo>
                        <a:lnTo>
                          <a:pt x="23" y="0"/>
                        </a:lnTo>
                        <a:lnTo>
                          <a:pt x="46" y="0"/>
                        </a:lnTo>
                        <a:lnTo>
                          <a:pt x="69" y="54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5071cc3-dfb0-4075-8254-5abc65c31fc7" id="575" name="í$ḻiďê">
                    <a:extLst>
                      <a:ext uri="{FF2B5EF4-FFF2-40B4-BE49-F238E27FC236}">
                        <a16:creationId id="{C2592A09-2067-68EC-9CD6-9D7562EF132B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251" y="1530"/>
                    <a:ext cx="31" cy="540"/>
                  </a:xfrm>
                  <a:custGeom>
                    <a:avLst/>
                    <a:gdLst>
                      <a:gd fmla="*/ 31 w 31" name="T0"/>
                      <a:gd fmla="*/ 540 h 540" name="T1"/>
                      <a:gd fmla="*/ 6 w 31" name="T2"/>
                      <a:gd fmla="*/ 540 h 540" name="T3"/>
                      <a:gd fmla="*/ 0 w 31" name="T4"/>
                      <a:gd fmla="*/ 0 h 540" name="T5"/>
                      <a:gd fmla="*/ 8 w 31" name="T6"/>
                      <a:gd fmla="*/ 0 h 540" name="T7"/>
                      <a:gd fmla="*/ 31 w 31" name="T8"/>
                      <a:gd fmla="*/ 540 h 540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540" w="31">
                        <a:moveTo>
                          <a:pt x="31" y="540"/>
                        </a:moveTo>
                        <a:lnTo>
                          <a:pt x="6" y="540"/>
                        </a:lnTo>
                        <a:lnTo>
                          <a:pt x="0" y="0"/>
                        </a:lnTo>
                        <a:lnTo>
                          <a:pt x="8" y="0"/>
                        </a:lnTo>
                        <a:lnTo>
                          <a:pt x="31" y="540"/>
                        </a:lnTo>
                        <a:close/>
                      </a:path>
                    </a:pathLst>
                  </a:custGeom>
                  <a:solidFill>
                    <a:srgbClr val="D1D3D4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690068b6-6f03-4cf6-896c-a79e1926b94a" id="576" name="iśḷïḍe">
                    <a:extLst>
                      <a:ext uri="{FF2B5EF4-FFF2-40B4-BE49-F238E27FC236}">
                        <a16:creationId id="{9C2C25AC-C65E-4E3D-F5C4-DCA2261D49E4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211" y="1480"/>
                    <a:ext cx="75" cy="75"/>
                  </a:xfrm>
                  <a:prstGeom prst="ellipse">
                    <a:avLst/>
                  </a:pr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52f19f19-4dc0-46c9-a590-df2724ca3e77" id="577" name="ïṩľîḓe">
                    <a:extLst>
                      <a:ext uri="{FF2B5EF4-FFF2-40B4-BE49-F238E27FC236}">
                        <a16:creationId id="{5AA7FAC3-BC82-7E33-394E-51C781E73FC9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220" y="1489"/>
                    <a:ext cx="56" cy="58"/>
                  </a:xfrm>
                  <a:prstGeom prst="ellipse">
                    <a:avLst/>
                  </a:prstGeom>
                  <a:solidFill>
                    <a:srgbClr val="9AD8DA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afddf2fc-a83c-4d9b-9a29-d35459749f7a" id="578" name="îSḻïḑé">
                    <a:extLst>
                      <a:ext uri="{FF2B5EF4-FFF2-40B4-BE49-F238E27FC236}">
                        <a16:creationId id="{0136E76D-6F8C-CE4B-B75C-A97F1EC1ADD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230" y="1491"/>
                    <a:ext cx="46" cy="56"/>
                  </a:xfrm>
                  <a:custGeom>
                    <a:avLst/>
                    <a:gdLst>
                      <a:gd fmla="*/ 14 w 22" name="T0"/>
                      <a:gd fmla="*/ 0 h 27" name="T1"/>
                      <a:gd fmla="*/ 18 w 22" name="T2"/>
                      <a:gd fmla="*/ 10 h 27" name="T3"/>
                      <a:gd fmla="*/ 5 w 22" name="T4"/>
                      <a:gd fmla="*/ 24 h 27" name="T5"/>
                      <a:gd fmla="*/ 0 w 22" name="T6"/>
                      <a:gd fmla="*/ 23 h 27" name="T7"/>
                      <a:gd fmla="*/ 9 w 22" name="T8"/>
                      <a:gd fmla="*/ 27 h 27" name="T9"/>
                      <a:gd fmla="*/ 22 w 22" name="T10"/>
                      <a:gd fmla="*/ 13 h 27" name="T11"/>
                      <a:gd fmla="*/ 14 w 22" name="T12"/>
                      <a:gd fmla="*/ 0 h 27" name="T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b="b" l="0" r="r" t="0"/>
                    <a:pathLst>
                      <a:path h="27" w="22">
                        <a:moveTo>
                          <a:pt x="14" y="0"/>
                        </a:moveTo>
                        <a:cubicBezTo>
                          <a:pt x="16" y="3"/>
                          <a:pt x="18" y="6"/>
                          <a:pt x="18" y="10"/>
                        </a:cubicBezTo>
                        <a:cubicBezTo>
                          <a:pt x="18" y="18"/>
                          <a:pt x="12" y="24"/>
                          <a:pt x="5" y="24"/>
                        </a:cubicBezTo>
                        <a:cubicBezTo>
                          <a:pt x="3" y="24"/>
                          <a:pt x="1" y="24"/>
                          <a:pt x="0" y="23"/>
                        </a:cubicBezTo>
                        <a:cubicBezTo>
                          <a:pt x="2" y="25"/>
                          <a:pt x="5" y="27"/>
                          <a:pt x="9" y="27"/>
                        </a:cubicBezTo>
                        <a:cubicBezTo>
                          <a:pt x="16" y="27"/>
                          <a:pt x="22" y="20"/>
                          <a:pt x="22" y="13"/>
                        </a:cubicBezTo>
                        <a:cubicBezTo>
                          <a:pt x="22" y="7"/>
                          <a:pt x="19" y="2"/>
                          <a:pt x="14" y="0"/>
                        </a:cubicBezTo>
                        <a:close/>
                      </a:path>
                    </a:pathLst>
                  </a:custGeom>
                  <a:solidFill>
                    <a:srgbClr val="72CCD2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a34292c4-0176-4357-9b77-9f7fd9ea31f8" id="579" name="íśľïdé">
                    <a:extLst>
                      <a:ext uri="{FF2B5EF4-FFF2-40B4-BE49-F238E27FC236}">
                        <a16:creationId id="{CD54E8B7-F55D-7C7D-FB9F-8ACE6B9842E1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159" y="2039"/>
                    <a:ext cx="179" cy="49"/>
                  </a:xfrm>
                  <a:custGeom>
                    <a:avLst/>
                    <a:gdLst>
                      <a:gd fmla="*/ 86 w 86" name="T0"/>
                      <a:gd fmla="*/ 24 h 24" name="T1"/>
                      <a:gd fmla="*/ 43 w 86" name="T2"/>
                      <a:gd fmla="*/ 0 h 24" name="T3"/>
                      <a:gd fmla="*/ 0 w 86" name="T4"/>
                      <a:gd fmla="*/ 24 h 24" name="T5"/>
                      <a:gd fmla="*/ 86 w 86" name="T6"/>
                      <a:gd fmla="*/ 24 h 24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24" w="86">
                        <a:moveTo>
                          <a:pt x="86" y="24"/>
                        </a:moveTo>
                        <a:cubicBezTo>
                          <a:pt x="86" y="11"/>
                          <a:pt x="67" y="0"/>
                          <a:pt x="43" y="0"/>
                        </a:cubicBezTo>
                        <a:cubicBezTo>
                          <a:pt x="19" y="0"/>
                          <a:pt x="0" y="11"/>
                          <a:pt x="0" y="24"/>
                        </a:cubicBezTo>
                        <a:lnTo>
                          <a:pt x="86" y="24"/>
                        </a:ln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b8280f36-3af7-4540-9ef5-5ca7631b1592" id="580" name="íṧlîdè">
                    <a:extLst>
                      <a:ext uri="{FF2B5EF4-FFF2-40B4-BE49-F238E27FC236}">
                        <a16:creationId id="{0774528B-B93C-1028-5094-E20E9DAE26C4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236" y="2039"/>
                    <a:ext cx="102" cy="49"/>
                  </a:xfrm>
                  <a:custGeom>
                    <a:avLst/>
                    <a:gdLst>
                      <a:gd fmla="*/ 6 w 49" name="T0"/>
                      <a:gd fmla="*/ 0 h 24" name="T1"/>
                      <a:gd fmla="*/ 0 w 49" name="T2"/>
                      <a:gd fmla="*/ 0 h 24" name="T3"/>
                      <a:gd fmla="*/ 36 w 49" name="T4"/>
                      <a:gd fmla="*/ 24 h 24" name="T5"/>
                      <a:gd fmla="*/ 49 w 49" name="T6"/>
                      <a:gd fmla="*/ 24 h 24" name="T7"/>
                      <a:gd fmla="*/ 6 w 49" name="T8"/>
                      <a:gd fmla="*/ 0 h 24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24" w="49">
                        <a:moveTo>
                          <a:pt x="6" y="0"/>
                        </a:moveTo>
                        <a:cubicBezTo>
                          <a:pt x="4" y="0"/>
                          <a:pt x="2" y="0"/>
                          <a:pt x="0" y="0"/>
                        </a:cubicBezTo>
                        <a:cubicBezTo>
                          <a:pt x="20" y="2"/>
                          <a:pt x="36" y="12"/>
                          <a:pt x="36" y="24"/>
                        </a:cubicBezTo>
                        <a:cubicBezTo>
                          <a:pt x="49" y="24"/>
                          <a:pt x="49" y="24"/>
                          <a:pt x="49" y="24"/>
                        </a:cubicBezTo>
                        <a:cubicBezTo>
                          <a:pt x="49" y="11"/>
                          <a:pt x="30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D1D3D4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def4b8d9-8c66-4aa1-8a05-c395fc70ccb2" id="581" name="ïšľiḍé">
                    <a:extLst>
                      <a:ext uri="{FF2B5EF4-FFF2-40B4-BE49-F238E27FC236}">
                        <a16:creationId id="{99ACECAF-F252-F087-D69F-93BA9BA9032A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31" y="2028"/>
                    <a:ext cx="2967" cy="179"/>
                  </a:xfrm>
                  <a:custGeom>
                    <a:avLst/>
                    <a:gdLst>
                      <a:gd fmla="*/ 0 w 1428" name="T0"/>
                      <a:gd fmla="*/ 86 h 86" name="T1"/>
                      <a:gd fmla="*/ 714 w 1428" name="T2"/>
                      <a:gd fmla="*/ 0 h 86" name="T3"/>
                      <a:gd fmla="*/ 1428 w 1428" name="T4"/>
                      <a:gd fmla="*/ 86 h 86" name="T5"/>
                      <a:gd fmla="*/ 0 w 1428" name="T6"/>
                      <a:gd fmla="*/ 86 h 86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86" w="1428">
                        <a:moveTo>
                          <a:pt x="0" y="86"/>
                        </a:moveTo>
                        <a:cubicBezTo>
                          <a:pt x="0" y="38"/>
                          <a:pt x="320" y="0"/>
                          <a:pt x="714" y="0"/>
                        </a:cubicBezTo>
                        <a:cubicBezTo>
                          <a:pt x="1108" y="0"/>
                          <a:pt x="1428" y="38"/>
                          <a:pt x="1428" y="86"/>
                        </a:cubicBezTo>
                        <a:cubicBezTo>
                          <a:pt x="0" y="86"/>
                          <a:pt x="0" y="86"/>
                          <a:pt x="0" y="86"/>
                        </a:cubicBezTo>
                      </a:path>
                    </a:pathLst>
                  </a:custGeom>
                  <a:solidFill>
                    <a:srgbClr val="7AC14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029ea98-ad66-46b7-b738-91459893d3e2" id="582" name="ïşļïdé">
                    <a:extLst>
                      <a:ext uri="{FF2B5EF4-FFF2-40B4-BE49-F238E27FC236}">
                        <a16:creationId id="{5C412154-EB37-0B76-6AB9-FD042DE9BA1D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103" y="2263"/>
                    <a:ext cx="519" cy="14"/>
                  </a:xfrm>
                  <a:prstGeom prst="rect">
                    <a:avLst/>
                  </a:prstGeom>
                  <a:solidFill>
                    <a:srgbClr val="6D6E71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70c3549f-0300-47d4-b2aa-d420cc88a557" id="583" name="išḷîḍe">
                    <a:extLst>
                      <a:ext uri="{FF2B5EF4-FFF2-40B4-BE49-F238E27FC236}">
                        <a16:creationId id="{2B6BB661-B1E6-D445-62FB-8416FB5F27EB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103" y="2263"/>
                    <a:ext cx="519" cy="1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d372183-c164-4752-b876-c40c1f9b4eb6" id="584" name="ïṥļíḓé">
                    <a:extLst>
                      <a:ext uri="{FF2B5EF4-FFF2-40B4-BE49-F238E27FC236}">
                        <a16:creationId id="{0595606C-8E6B-5CC6-AEA0-3CB88C2425E6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101" y="2215"/>
                    <a:ext cx="524" cy="50"/>
                  </a:xfrm>
                  <a:custGeom>
                    <a:avLst/>
                    <a:gdLst>
                      <a:gd fmla="*/ 248 w 252" name="T0"/>
                      <a:gd fmla="*/ 21 h 24" name="T1"/>
                      <a:gd fmla="*/ 248 w 252" name="T2"/>
                      <a:gd fmla="*/ 24 h 24" name="T3"/>
                      <a:gd fmla="*/ 5 w 252" name="T4"/>
                      <a:gd fmla="*/ 24 h 24" name="T5"/>
                      <a:gd fmla="*/ 4 w 252" name="T6"/>
                      <a:gd fmla="*/ 21 h 24" name="T7"/>
                      <a:gd fmla="*/ 40 w 252" name="T8"/>
                      <a:gd fmla="*/ 3 h 24" name="T9"/>
                      <a:gd fmla="*/ 53 w 252" name="T10"/>
                      <a:gd fmla="*/ 0 h 24" name="T11"/>
                      <a:gd fmla="*/ 199 w 252" name="T12"/>
                      <a:gd fmla="*/ 0 h 24" name="T13"/>
                      <a:gd fmla="*/ 212 w 252" name="T14"/>
                      <a:gd fmla="*/ 3 h 24" name="T15"/>
                      <a:gd fmla="*/ 248 w 252" name="T16"/>
                      <a:gd fmla="*/ 21 h 24" name="T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b="b" l="0" r="r" t="0"/>
                    <a:pathLst>
                      <a:path h="24" w="252">
                        <a:moveTo>
                          <a:pt x="248" y="21"/>
                        </a:moveTo>
                        <a:cubicBezTo>
                          <a:pt x="252" y="23"/>
                          <a:pt x="251" y="24"/>
                          <a:pt x="248" y="24"/>
                        </a:cubicBezTo>
                        <a:cubicBezTo>
                          <a:pt x="5" y="24"/>
                          <a:pt x="5" y="24"/>
                          <a:pt x="5" y="24"/>
                        </a:cubicBezTo>
                        <a:cubicBezTo>
                          <a:pt x="1" y="24"/>
                          <a:pt x="0" y="23"/>
                          <a:pt x="4" y="21"/>
                        </a:cubicBezTo>
                        <a:cubicBezTo>
                          <a:pt x="40" y="3"/>
                          <a:pt x="40" y="3"/>
                          <a:pt x="40" y="3"/>
                        </a:cubicBezTo>
                        <a:cubicBezTo>
                          <a:pt x="43" y="1"/>
                          <a:pt x="49" y="0"/>
                          <a:pt x="53" y="0"/>
                        </a:cubicBezTo>
                        <a:cubicBezTo>
                          <a:pt x="199" y="0"/>
                          <a:pt x="199" y="0"/>
                          <a:pt x="199" y="0"/>
                        </a:cubicBezTo>
                        <a:cubicBezTo>
                          <a:pt x="203" y="0"/>
                          <a:pt x="209" y="1"/>
                          <a:pt x="212" y="3"/>
                        </a:cubicBezTo>
                        <a:cubicBezTo>
                          <a:pt x="248" y="21"/>
                          <a:pt x="248" y="21"/>
                          <a:pt x="248" y="21"/>
                        </a:cubicBezTo>
                      </a:path>
                    </a:pathLst>
                  </a:custGeom>
                  <a:solidFill>
                    <a:srgbClr val="D6D6D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d600394e-0387-4f3b-a8e9-cd08e305b7dd" id="585" name="îslïḑé">
                    <a:extLst>
                      <a:ext uri="{FF2B5EF4-FFF2-40B4-BE49-F238E27FC236}">
                        <a16:creationId id="{64B2A1C5-2D3E-FD82-92E5-B2FC65E464D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111" y="2215"/>
                    <a:ext cx="511" cy="50"/>
                  </a:xfrm>
                  <a:custGeom>
                    <a:avLst/>
                    <a:gdLst>
                      <a:gd fmla="*/ 194 w 246" name="T0"/>
                      <a:gd fmla="*/ 0 h 24" name="T1"/>
                      <a:gd fmla="*/ 128 w 246" name="T2"/>
                      <a:gd fmla="*/ 0 h 24" name="T3"/>
                      <a:gd fmla="*/ 93 w 246" name="T4"/>
                      <a:gd fmla="*/ 18 h 24" name="T5"/>
                      <a:gd fmla="*/ 0 w 246" name="T6"/>
                      <a:gd fmla="*/ 24 h 24" name="T7"/>
                      <a:gd fmla="*/ 243 w 246" name="T8"/>
                      <a:gd fmla="*/ 24 h 24" name="T9"/>
                      <a:gd fmla="*/ 246 w 246" name="T10"/>
                      <a:gd fmla="*/ 23 h 24" name="T11"/>
                      <a:gd fmla="*/ 243 w 246" name="T12"/>
                      <a:gd fmla="*/ 21 h 24" name="T13"/>
                      <a:gd fmla="*/ 207 w 246" name="T14"/>
                      <a:gd fmla="*/ 3 h 24" name="T15"/>
                      <a:gd fmla="*/ 194 w 246" name="T16"/>
                      <a:gd fmla="*/ 0 h 24" name="T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b="b" l="0" r="r" t="0"/>
                    <a:pathLst>
                      <a:path h="24" w="246">
                        <a:moveTo>
                          <a:pt x="194" y="0"/>
                        </a:moveTo>
                        <a:cubicBezTo>
                          <a:pt x="128" y="0"/>
                          <a:pt x="128" y="0"/>
                          <a:pt x="128" y="0"/>
                        </a:cubicBezTo>
                        <a:cubicBezTo>
                          <a:pt x="93" y="18"/>
                          <a:pt x="93" y="18"/>
                          <a:pt x="93" y="18"/>
                        </a:cubicBezTo>
                        <a:cubicBezTo>
                          <a:pt x="0" y="24"/>
                          <a:pt x="0" y="24"/>
                          <a:pt x="0" y="24"/>
                        </a:cubicBezTo>
                        <a:cubicBezTo>
                          <a:pt x="243" y="24"/>
                          <a:pt x="243" y="24"/>
                          <a:pt x="243" y="24"/>
                        </a:cubicBezTo>
                        <a:cubicBezTo>
                          <a:pt x="245" y="24"/>
                          <a:pt x="246" y="24"/>
                          <a:pt x="246" y="23"/>
                        </a:cubicBezTo>
                        <a:cubicBezTo>
                          <a:pt x="246" y="23"/>
                          <a:pt x="245" y="22"/>
                          <a:pt x="243" y="21"/>
                        </a:cubicBezTo>
                        <a:cubicBezTo>
                          <a:pt x="207" y="3"/>
                          <a:pt x="207" y="3"/>
                          <a:pt x="207" y="3"/>
                        </a:cubicBezTo>
                        <a:cubicBezTo>
                          <a:pt x="204" y="1"/>
                          <a:pt x="198" y="0"/>
                          <a:pt x="194" y="0"/>
                        </a:cubicBezTo>
                      </a:path>
                    </a:pathLst>
                  </a:custGeom>
                  <a:solidFill>
                    <a:srgbClr val="B4B4B5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8ada4668-0fb5-4e62-aaee-7731f1bafd2a" id="586" name="îṡliďê">
                    <a:extLst>
                      <a:ext uri="{FF2B5EF4-FFF2-40B4-BE49-F238E27FC236}">
                        <a16:creationId id="{EE1DA5B6-61F3-3702-6C95-7359D218AD06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099" y="1887"/>
                    <a:ext cx="528" cy="220"/>
                  </a:xfrm>
                  <a:custGeom>
                    <a:avLst/>
                    <a:gdLst>
                      <a:gd fmla="*/ 253 w 254" name="T0"/>
                      <a:gd fmla="*/ 99 h 106" name="T1"/>
                      <a:gd fmla="*/ 249 w 254" name="T2"/>
                      <a:gd fmla="*/ 106 h 106" name="T3"/>
                      <a:gd fmla="*/ 6 w 254" name="T4"/>
                      <a:gd fmla="*/ 106 h 106" name="T5"/>
                      <a:gd fmla="*/ 1 w 254" name="T6"/>
                      <a:gd fmla="*/ 99 h 106" name="T7"/>
                      <a:gd fmla="*/ 44 w 254" name="T8"/>
                      <a:gd fmla="*/ 6 h 106" name="T9"/>
                      <a:gd fmla="*/ 54 w 254" name="T10"/>
                      <a:gd fmla="*/ 0 h 106" name="T11"/>
                      <a:gd fmla="*/ 200 w 254" name="T12"/>
                      <a:gd fmla="*/ 0 h 106" name="T13"/>
                      <a:gd fmla="*/ 210 w 254" name="T14"/>
                      <a:gd fmla="*/ 6 h 106" name="T15"/>
                      <a:gd fmla="*/ 253 w 254" name="T16"/>
                      <a:gd fmla="*/ 99 h 106" name="T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b="b" l="0" r="r" t="0"/>
                    <a:pathLst>
                      <a:path h="106" w="254">
                        <a:moveTo>
                          <a:pt x="253" y="99"/>
                        </a:moveTo>
                        <a:cubicBezTo>
                          <a:pt x="254" y="103"/>
                          <a:pt x="252" y="106"/>
                          <a:pt x="249" y="106"/>
                        </a:cubicBezTo>
                        <a:cubicBezTo>
                          <a:pt x="6" y="106"/>
                          <a:pt x="6" y="106"/>
                          <a:pt x="6" y="106"/>
                        </a:cubicBezTo>
                        <a:cubicBezTo>
                          <a:pt x="2" y="106"/>
                          <a:pt x="0" y="103"/>
                          <a:pt x="1" y="99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6" y="3"/>
                          <a:pt x="50" y="0"/>
                          <a:pt x="54" y="0"/>
                        </a:cubicBezTo>
                        <a:cubicBezTo>
                          <a:pt x="200" y="0"/>
                          <a:pt x="200" y="0"/>
                          <a:pt x="200" y="0"/>
                        </a:cubicBezTo>
                        <a:cubicBezTo>
                          <a:pt x="204" y="0"/>
                          <a:pt x="208" y="3"/>
                          <a:pt x="210" y="6"/>
                        </a:cubicBezTo>
                        <a:lnTo>
                          <a:pt x="253" y="99"/>
                        </a:ln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8a31440-bdcd-40ee-a196-b1a6c7fe7575" id="587" name="ïṥļíďé">
                    <a:extLst>
                      <a:ext uri="{FF2B5EF4-FFF2-40B4-BE49-F238E27FC236}">
                        <a16:creationId id="{ABEBAF12-92A8-6F41-1979-6286A3DF078D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111" y="2107"/>
                    <a:ext cx="505" cy="21"/>
                  </a:xfrm>
                  <a:custGeom>
                    <a:avLst/>
                    <a:gdLst>
                      <a:gd fmla="*/ 505 w 505" name="T0"/>
                      <a:gd fmla="*/ 0 h 21" name="T1"/>
                      <a:gd fmla="*/ 0 w 505" name="T2"/>
                      <a:gd fmla="*/ 0 h 21" name="T3"/>
                      <a:gd fmla="*/ 13 w 505" name="T4"/>
                      <a:gd fmla="*/ 21 h 21" name="T5"/>
                      <a:gd fmla="*/ 491 w 505" name="T6"/>
                      <a:gd fmla="*/ 21 h 21" name="T7"/>
                      <a:gd fmla="*/ 505 w 505" name="T8"/>
                      <a:gd fmla="*/ 0 h 21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21" w="505">
                        <a:moveTo>
                          <a:pt x="505" y="0"/>
                        </a:moveTo>
                        <a:lnTo>
                          <a:pt x="0" y="0"/>
                        </a:lnTo>
                        <a:lnTo>
                          <a:pt x="13" y="21"/>
                        </a:lnTo>
                        <a:lnTo>
                          <a:pt x="491" y="21"/>
                        </a:lnTo>
                        <a:lnTo>
                          <a:pt x="505" y="0"/>
                        </a:lnTo>
                        <a:close/>
                      </a:path>
                    </a:pathLst>
                  </a:custGeom>
                  <a:solidFill>
                    <a:srgbClr val="93959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f1b16ae1-67da-42f1-a19f-f08ac6eec5d3" id="588" name="ïṩ1ïḓe">
                    <a:extLst>
                      <a:ext uri="{FF2B5EF4-FFF2-40B4-BE49-F238E27FC236}">
                        <a16:creationId id="{EFBFE413-027D-CCBF-4ADA-DAD71D24BD3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369" y="1947"/>
                    <a:ext cx="91" cy="48"/>
                  </a:xfrm>
                  <a:custGeom>
                    <a:avLst/>
                    <a:gdLst>
                      <a:gd fmla="*/ 0 w 91" name="T0"/>
                      <a:gd fmla="*/ 48 h 48" name="T1"/>
                      <a:gd fmla="*/ 91 w 91" name="T2"/>
                      <a:gd fmla="*/ 48 h 48" name="T3"/>
                      <a:gd fmla="*/ 81 w 91" name="T4"/>
                      <a:gd fmla="*/ 0 h 48" name="T5"/>
                      <a:gd fmla="*/ 0 w 91" name="T6"/>
                      <a:gd fmla="*/ 0 h 48" name="T7"/>
                      <a:gd fmla="*/ 0 w 91" name="T8"/>
                      <a:gd fmla="*/ 48 h 48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48" w="91">
                        <a:moveTo>
                          <a:pt x="0" y="48"/>
                        </a:moveTo>
                        <a:lnTo>
                          <a:pt x="91" y="48"/>
                        </a:lnTo>
                        <a:lnTo>
                          <a:pt x="81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5091C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1a192e2-d92f-4ea3-8d55-b9b08b0ec996" id="589" name="ïṥľiḑé">
                    <a:extLst>
                      <a:ext uri="{FF2B5EF4-FFF2-40B4-BE49-F238E27FC236}">
                        <a16:creationId id="{BED2CC97-8AE8-84DD-3164-058D0F6405C9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267" y="1947"/>
                    <a:ext cx="90" cy="48"/>
                  </a:xfrm>
                  <a:custGeom>
                    <a:avLst/>
                    <a:gdLst>
                      <a:gd fmla="*/ 90 w 90" name="T0"/>
                      <a:gd fmla="*/ 48 h 48" name="T1"/>
                      <a:gd fmla="*/ 90 w 90" name="T2"/>
                      <a:gd fmla="*/ 0 h 48" name="T3"/>
                      <a:gd fmla="*/ 11 w 90" name="T4"/>
                      <a:gd fmla="*/ 0 h 48" name="T5"/>
                      <a:gd fmla="*/ 0 w 90" name="T6"/>
                      <a:gd fmla="*/ 48 h 48" name="T7"/>
                      <a:gd fmla="*/ 90 w 90" name="T8"/>
                      <a:gd fmla="*/ 48 h 48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48" w="90">
                        <a:moveTo>
                          <a:pt x="90" y="48"/>
                        </a:moveTo>
                        <a:lnTo>
                          <a:pt x="90" y="0"/>
                        </a:lnTo>
                        <a:lnTo>
                          <a:pt x="11" y="0"/>
                        </a:lnTo>
                        <a:lnTo>
                          <a:pt x="0" y="48"/>
                        </a:lnTo>
                        <a:lnTo>
                          <a:pt x="90" y="48"/>
                        </a:lnTo>
                        <a:close/>
                      </a:path>
                    </a:pathLst>
                  </a:custGeom>
                  <a:solidFill>
                    <a:srgbClr val="5091C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6e48bac0-8ae7-4845-b46f-85880f8c0767" id="590" name="îṡ1ïḑè">
                    <a:extLst>
                      <a:ext uri="{FF2B5EF4-FFF2-40B4-BE49-F238E27FC236}">
                        <a16:creationId id="{1B746CAC-B98D-4632-F630-E00F7A1B9434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369" y="1900"/>
                    <a:ext cx="77" cy="35"/>
                  </a:xfrm>
                  <a:custGeom>
                    <a:avLst/>
                    <a:gdLst>
                      <a:gd fmla="*/ 0 w 77" name="T0"/>
                      <a:gd fmla="*/ 35 h 35" name="T1"/>
                      <a:gd fmla="*/ 77 w 77" name="T2"/>
                      <a:gd fmla="*/ 35 h 35" name="T3"/>
                      <a:gd fmla="*/ 71 w 77" name="T4"/>
                      <a:gd fmla="*/ 0 h 35" name="T5"/>
                      <a:gd fmla="*/ 0 w 77" name="T6"/>
                      <a:gd fmla="*/ 0 h 35" name="T7"/>
                      <a:gd fmla="*/ 0 w 77" name="T8"/>
                      <a:gd fmla="*/ 35 h 35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35" w="77">
                        <a:moveTo>
                          <a:pt x="0" y="35"/>
                        </a:moveTo>
                        <a:lnTo>
                          <a:pt x="77" y="35"/>
                        </a:lnTo>
                        <a:lnTo>
                          <a:pt x="71" y="0"/>
                        </a:lnTo>
                        <a:lnTo>
                          <a:pt x="0" y="0"/>
                        </a:lnTo>
                        <a:lnTo>
                          <a:pt x="0" y="35"/>
                        </a:lnTo>
                        <a:close/>
                      </a:path>
                    </a:pathLst>
                  </a:custGeom>
                  <a:solidFill>
                    <a:srgbClr val="5091C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4ffac9f9-c778-4347-b6d9-76d9912f30fb" id="591" name="îşlïḋê">
                    <a:extLst>
                      <a:ext uri="{FF2B5EF4-FFF2-40B4-BE49-F238E27FC236}">
                        <a16:creationId id="{F15EE04F-40B6-1A32-5920-1C079787F2B9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251" y="2007"/>
                    <a:ext cx="106" cy="69"/>
                  </a:xfrm>
                  <a:custGeom>
                    <a:avLst/>
                    <a:gdLst>
                      <a:gd fmla="*/ 106 w 106" name="T0"/>
                      <a:gd fmla="*/ 69 h 69" name="T1"/>
                      <a:gd fmla="*/ 106 w 106" name="T2"/>
                      <a:gd fmla="*/ 0 h 69" name="T3"/>
                      <a:gd fmla="*/ 14 w 106" name="T4"/>
                      <a:gd fmla="*/ 0 h 69" name="T5"/>
                      <a:gd fmla="*/ 0 w 106" name="T6"/>
                      <a:gd fmla="*/ 69 h 69" name="T7"/>
                      <a:gd fmla="*/ 106 w 106" name="T8"/>
                      <a:gd fmla="*/ 69 h 69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69" w="106">
                        <a:moveTo>
                          <a:pt x="106" y="69"/>
                        </a:moveTo>
                        <a:lnTo>
                          <a:pt x="106" y="0"/>
                        </a:lnTo>
                        <a:lnTo>
                          <a:pt x="14" y="0"/>
                        </a:lnTo>
                        <a:lnTo>
                          <a:pt x="0" y="69"/>
                        </a:lnTo>
                        <a:lnTo>
                          <a:pt x="106" y="69"/>
                        </a:lnTo>
                        <a:close/>
                      </a:path>
                    </a:pathLst>
                  </a:custGeom>
                  <a:solidFill>
                    <a:srgbClr val="5091C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db7088b-ae50-4b89-9822-895a0e3b1664" id="592" name="íS1ïďê">
                    <a:extLst>
                      <a:ext uri="{FF2B5EF4-FFF2-40B4-BE49-F238E27FC236}">
                        <a16:creationId id="{70FDE0C8-E78D-B424-01ED-F6365FEF6A1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167" y="1947"/>
                    <a:ext cx="98" cy="48"/>
                  </a:xfrm>
                  <a:custGeom>
                    <a:avLst/>
                    <a:gdLst>
                      <a:gd fmla="*/ 23 w 98" name="T0"/>
                      <a:gd fmla="*/ 0 h 48" name="T1"/>
                      <a:gd fmla="*/ 0 w 98" name="T2"/>
                      <a:gd fmla="*/ 48 h 48" name="T3"/>
                      <a:gd fmla="*/ 88 w 98" name="T4"/>
                      <a:gd fmla="*/ 48 h 48" name="T5"/>
                      <a:gd fmla="*/ 98 w 98" name="T6"/>
                      <a:gd fmla="*/ 0 h 48" name="T7"/>
                      <a:gd fmla="*/ 23 w 98" name="T8"/>
                      <a:gd fmla="*/ 0 h 48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48" w="98">
                        <a:moveTo>
                          <a:pt x="23" y="0"/>
                        </a:moveTo>
                        <a:lnTo>
                          <a:pt x="0" y="48"/>
                        </a:lnTo>
                        <a:lnTo>
                          <a:pt x="88" y="48"/>
                        </a:lnTo>
                        <a:lnTo>
                          <a:pt x="98" y="0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rgbClr val="5091C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91ddaca4-4c85-4722-9d71-d0426fd2b145" id="593" name="îṣļiḍè">
                    <a:extLst>
                      <a:ext uri="{FF2B5EF4-FFF2-40B4-BE49-F238E27FC236}">
                        <a16:creationId id="{30198C10-7106-E78D-E06D-2511445FB1ED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280" y="1900"/>
                    <a:ext cx="77" cy="35"/>
                  </a:xfrm>
                  <a:custGeom>
                    <a:avLst/>
                    <a:gdLst>
                      <a:gd fmla="*/ 77 w 77" name="T0"/>
                      <a:gd fmla="*/ 0 h 35" name="T1"/>
                      <a:gd fmla="*/ 8 w 77" name="T2"/>
                      <a:gd fmla="*/ 0 h 35" name="T3"/>
                      <a:gd fmla="*/ 0 w 77" name="T4"/>
                      <a:gd fmla="*/ 35 h 35" name="T5"/>
                      <a:gd fmla="*/ 77 w 77" name="T6"/>
                      <a:gd fmla="*/ 35 h 35" name="T7"/>
                      <a:gd fmla="*/ 77 w 77" name="T8"/>
                      <a:gd fmla="*/ 0 h 35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35" w="77">
                        <a:moveTo>
                          <a:pt x="77" y="0"/>
                        </a:moveTo>
                        <a:lnTo>
                          <a:pt x="8" y="0"/>
                        </a:lnTo>
                        <a:lnTo>
                          <a:pt x="0" y="35"/>
                        </a:lnTo>
                        <a:lnTo>
                          <a:pt x="77" y="35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rgbClr val="5091C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452f360-4198-4722-935e-e3a50adf5115" id="594" name="íṧľïďe">
                    <a:extLst>
                      <a:ext uri="{FF2B5EF4-FFF2-40B4-BE49-F238E27FC236}">
                        <a16:creationId id="{4AC39490-011E-5202-A884-D8C03B71A27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194" y="1900"/>
                    <a:ext cx="81" cy="35"/>
                  </a:xfrm>
                  <a:custGeom>
                    <a:avLst/>
                    <a:gdLst>
                      <a:gd fmla="*/ 73 w 81" name="T0"/>
                      <a:gd fmla="*/ 35 h 35" name="T1"/>
                      <a:gd fmla="*/ 81 w 81" name="T2"/>
                      <a:gd fmla="*/ 0 h 35" name="T3"/>
                      <a:gd fmla="*/ 15 w 81" name="T4"/>
                      <a:gd fmla="*/ 0 h 35" name="T5"/>
                      <a:gd fmla="*/ 0 w 81" name="T6"/>
                      <a:gd fmla="*/ 35 h 35" name="T7"/>
                      <a:gd fmla="*/ 73 w 81" name="T8"/>
                      <a:gd fmla="*/ 35 h 35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35" w="81">
                        <a:moveTo>
                          <a:pt x="73" y="35"/>
                        </a:moveTo>
                        <a:lnTo>
                          <a:pt x="81" y="0"/>
                        </a:lnTo>
                        <a:lnTo>
                          <a:pt x="15" y="0"/>
                        </a:lnTo>
                        <a:lnTo>
                          <a:pt x="0" y="35"/>
                        </a:lnTo>
                        <a:lnTo>
                          <a:pt x="73" y="35"/>
                        </a:lnTo>
                        <a:close/>
                      </a:path>
                    </a:pathLst>
                  </a:custGeom>
                  <a:solidFill>
                    <a:srgbClr val="5091C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6cccae39-5eb1-48ff-a5e3-32e1f492f294" id="595" name="íṣḷîḍé">
                    <a:extLst>
                      <a:ext uri="{FF2B5EF4-FFF2-40B4-BE49-F238E27FC236}">
                        <a16:creationId id="{683568BD-C270-47DB-3084-1B6C18D2E13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369" y="2007"/>
                    <a:ext cx="108" cy="69"/>
                  </a:xfrm>
                  <a:custGeom>
                    <a:avLst/>
                    <a:gdLst>
                      <a:gd fmla="*/ 93 w 108" name="T0"/>
                      <a:gd fmla="*/ 0 h 69" name="T1"/>
                      <a:gd fmla="*/ 0 w 108" name="T2"/>
                      <a:gd fmla="*/ 0 h 69" name="T3"/>
                      <a:gd fmla="*/ 0 w 108" name="T4"/>
                      <a:gd fmla="*/ 69 h 69" name="T5"/>
                      <a:gd fmla="*/ 108 w 108" name="T6"/>
                      <a:gd fmla="*/ 69 h 69" name="T7"/>
                      <a:gd fmla="*/ 93 w 108" name="T8"/>
                      <a:gd fmla="*/ 0 h 69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69" w="108">
                        <a:moveTo>
                          <a:pt x="93" y="0"/>
                        </a:moveTo>
                        <a:lnTo>
                          <a:pt x="0" y="0"/>
                        </a:lnTo>
                        <a:lnTo>
                          <a:pt x="0" y="69"/>
                        </a:lnTo>
                        <a:lnTo>
                          <a:pt x="108" y="69"/>
                        </a:lnTo>
                        <a:lnTo>
                          <a:pt x="93" y="0"/>
                        </a:lnTo>
                        <a:close/>
                      </a:path>
                    </a:pathLst>
                  </a:custGeom>
                  <a:solidFill>
                    <a:srgbClr val="5091C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a781e12c-de77-41fc-b20d-2c1d162dad88" id="596" name="ïšḻíḓê">
                    <a:extLst>
                      <a:ext uri="{FF2B5EF4-FFF2-40B4-BE49-F238E27FC236}">
                        <a16:creationId id="{A7E194C2-0222-FE58-0710-9BA346F5EC4D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52" y="1900"/>
                    <a:ext cx="79" cy="35"/>
                  </a:xfrm>
                  <a:custGeom>
                    <a:avLst/>
                    <a:gdLst>
                      <a:gd fmla="*/ 6 w 79" name="T0"/>
                      <a:gd fmla="*/ 35 h 35" name="T1"/>
                      <a:gd fmla="*/ 79 w 79" name="T2"/>
                      <a:gd fmla="*/ 35 h 35" name="T3"/>
                      <a:gd fmla="*/ 64 w 79" name="T4"/>
                      <a:gd fmla="*/ 0 h 35" name="T5"/>
                      <a:gd fmla="*/ 0 w 79" name="T6"/>
                      <a:gd fmla="*/ 0 h 35" name="T7"/>
                      <a:gd fmla="*/ 6 w 79" name="T8"/>
                      <a:gd fmla="*/ 35 h 35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35" w="79">
                        <a:moveTo>
                          <a:pt x="6" y="35"/>
                        </a:moveTo>
                        <a:lnTo>
                          <a:pt x="79" y="35"/>
                        </a:lnTo>
                        <a:lnTo>
                          <a:pt x="64" y="0"/>
                        </a:lnTo>
                        <a:lnTo>
                          <a:pt x="0" y="0"/>
                        </a:lnTo>
                        <a:lnTo>
                          <a:pt x="6" y="35"/>
                        </a:lnTo>
                        <a:close/>
                      </a:path>
                    </a:pathLst>
                  </a:custGeom>
                  <a:solidFill>
                    <a:srgbClr val="5091C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93ba2183-f83e-4a55-bffd-4feb133f7c56" id="597" name="íSlíḍé">
                    <a:extLst>
                      <a:ext uri="{FF2B5EF4-FFF2-40B4-BE49-F238E27FC236}">
                        <a16:creationId id="{10F0CF4F-07F8-7001-B4C3-8E91011036EA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132" y="2007"/>
                    <a:ext cx="121" cy="69"/>
                  </a:xfrm>
                  <a:custGeom>
                    <a:avLst/>
                    <a:gdLst>
                      <a:gd fmla="*/ 121 w 121" name="T0"/>
                      <a:gd fmla="*/ 0 h 69" name="T1"/>
                      <a:gd fmla="*/ 31 w 121" name="T2"/>
                      <a:gd fmla="*/ 0 h 69" name="T3"/>
                      <a:gd fmla="*/ 0 w 121" name="T4"/>
                      <a:gd fmla="*/ 69 h 69" name="T5"/>
                      <a:gd fmla="*/ 106 w 121" name="T6"/>
                      <a:gd fmla="*/ 69 h 69" name="T7"/>
                      <a:gd fmla="*/ 121 w 121" name="T8"/>
                      <a:gd fmla="*/ 0 h 69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69" w="121">
                        <a:moveTo>
                          <a:pt x="121" y="0"/>
                        </a:moveTo>
                        <a:lnTo>
                          <a:pt x="31" y="0"/>
                        </a:lnTo>
                        <a:lnTo>
                          <a:pt x="0" y="69"/>
                        </a:lnTo>
                        <a:lnTo>
                          <a:pt x="106" y="69"/>
                        </a:lnTo>
                        <a:lnTo>
                          <a:pt x="121" y="0"/>
                        </a:lnTo>
                        <a:close/>
                      </a:path>
                    </a:pathLst>
                  </a:custGeom>
                  <a:solidFill>
                    <a:srgbClr val="5091C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d2a908f3-49d7-413e-abba-5a6deb936c66" id="598" name="işļîḑe">
                    <a:extLst>
                      <a:ext uri="{FF2B5EF4-FFF2-40B4-BE49-F238E27FC236}">
                        <a16:creationId id="{C14023EC-6D26-0E93-7F75-A8663A1B7E8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62" y="1947"/>
                    <a:ext cx="96" cy="48"/>
                  </a:xfrm>
                  <a:custGeom>
                    <a:avLst/>
                    <a:gdLst>
                      <a:gd fmla="*/ 9 w 96" name="T0"/>
                      <a:gd fmla="*/ 48 h 48" name="T1"/>
                      <a:gd fmla="*/ 96 w 96" name="T2"/>
                      <a:gd fmla="*/ 48 h 48" name="T3"/>
                      <a:gd fmla="*/ 73 w 96" name="T4"/>
                      <a:gd fmla="*/ 0 h 48" name="T5"/>
                      <a:gd fmla="*/ 0 w 96" name="T6"/>
                      <a:gd fmla="*/ 0 h 48" name="T7"/>
                      <a:gd fmla="*/ 9 w 96" name="T8"/>
                      <a:gd fmla="*/ 48 h 48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48" w="96">
                        <a:moveTo>
                          <a:pt x="9" y="48"/>
                        </a:moveTo>
                        <a:lnTo>
                          <a:pt x="96" y="48"/>
                        </a:lnTo>
                        <a:lnTo>
                          <a:pt x="73" y="0"/>
                        </a:lnTo>
                        <a:lnTo>
                          <a:pt x="0" y="0"/>
                        </a:lnTo>
                        <a:lnTo>
                          <a:pt x="9" y="48"/>
                        </a:lnTo>
                        <a:close/>
                      </a:path>
                    </a:pathLst>
                  </a:custGeom>
                  <a:solidFill>
                    <a:srgbClr val="5091C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f050a50b-656f-49d4-ba46-926dcb1b377d" id="599" name="iṣḻïḍê">
                    <a:extLst>
                      <a:ext uri="{FF2B5EF4-FFF2-40B4-BE49-F238E27FC236}">
                        <a16:creationId id="{C95AEDD3-F5D5-26E0-0C55-DB590E73C86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475" y="2007"/>
                    <a:ext cx="118" cy="69"/>
                  </a:xfrm>
                  <a:custGeom>
                    <a:avLst/>
                    <a:gdLst>
                      <a:gd fmla="*/ 87 w 118" name="T0"/>
                      <a:gd fmla="*/ 0 h 69" name="T1"/>
                      <a:gd fmla="*/ 0 w 118" name="T2"/>
                      <a:gd fmla="*/ 0 h 69" name="T3"/>
                      <a:gd fmla="*/ 14 w 118" name="T4"/>
                      <a:gd fmla="*/ 69 h 69" name="T5"/>
                      <a:gd fmla="*/ 118 w 118" name="T6"/>
                      <a:gd fmla="*/ 69 h 69" name="T7"/>
                      <a:gd fmla="*/ 87 w 118" name="T8"/>
                      <a:gd fmla="*/ 0 h 69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69" w="118">
                        <a:moveTo>
                          <a:pt x="87" y="0"/>
                        </a:moveTo>
                        <a:lnTo>
                          <a:pt x="0" y="0"/>
                        </a:lnTo>
                        <a:lnTo>
                          <a:pt x="14" y="69"/>
                        </a:lnTo>
                        <a:lnTo>
                          <a:pt x="118" y="69"/>
                        </a:lnTo>
                        <a:lnTo>
                          <a:pt x="87" y="0"/>
                        </a:lnTo>
                        <a:close/>
                      </a:path>
                    </a:pathLst>
                  </a:custGeom>
                  <a:solidFill>
                    <a:srgbClr val="5091C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5dcaeac-c2da-4b53-aa7f-f3d0e833ea36" id="600" name="ïṥḻíḑé">
                    <a:extLst>
                      <a:ext uri="{FF2B5EF4-FFF2-40B4-BE49-F238E27FC236}">
                        <a16:creationId id="{23171636-4C6C-2D11-044F-EDAF00EBBD09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305" y="2117"/>
                    <a:ext cx="112" cy="135"/>
                  </a:xfrm>
                  <a:custGeom>
                    <a:avLst/>
                    <a:gdLst>
                      <a:gd fmla="*/ 112 w 112" name="T0"/>
                      <a:gd fmla="*/ 135 h 135" name="T1"/>
                      <a:gd fmla="*/ 0 w 112" name="T2"/>
                      <a:gd fmla="*/ 135 h 135" name="T3"/>
                      <a:gd fmla="*/ 20 w 112" name="T4"/>
                      <a:gd fmla="*/ 0 h 135" name="T5"/>
                      <a:gd fmla="*/ 93 w 112" name="T6"/>
                      <a:gd fmla="*/ 0 h 135" name="T7"/>
                      <a:gd fmla="*/ 112 w 112" name="T8"/>
                      <a:gd fmla="*/ 135 h 135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135" w="112">
                        <a:moveTo>
                          <a:pt x="112" y="135"/>
                        </a:moveTo>
                        <a:lnTo>
                          <a:pt x="0" y="135"/>
                        </a:lnTo>
                        <a:lnTo>
                          <a:pt x="20" y="0"/>
                        </a:lnTo>
                        <a:lnTo>
                          <a:pt x="93" y="0"/>
                        </a:lnTo>
                        <a:lnTo>
                          <a:pt x="112" y="135"/>
                        </a:ln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e28b51ae-88ed-4a14-be93-5dd5dbaf333d" id="601" name="iṧļîḋe">
                    <a:extLst>
                      <a:ext uri="{FF2B5EF4-FFF2-40B4-BE49-F238E27FC236}">
                        <a16:creationId id="{77E8B54B-D8AB-13B5-866E-846557E75939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379" y="2117"/>
                    <a:ext cx="38" cy="135"/>
                  </a:xfrm>
                  <a:custGeom>
                    <a:avLst/>
                    <a:gdLst>
                      <a:gd fmla="*/ 19 w 38" name="T0"/>
                      <a:gd fmla="*/ 0 h 135" name="T1"/>
                      <a:gd fmla="*/ 0 w 38" name="T2"/>
                      <a:gd fmla="*/ 0 h 135" name="T3"/>
                      <a:gd fmla="*/ 19 w 38" name="T4"/>
                      <a:gd fmla="*/ 135 h 135" name="T5"/>
                      <a:gd fmla="*/ 38 w 38" name="T6"/>
                      <a:gd fmla="*/ 135 h 135" name="T7"/>
                      <a:gd fmla="*/ 19 w 38" name="T8"/>
                      <a:gd fmla="*/ 0 h 135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135" w="38">
                        <a:moveTo>
                          <a:pt x="19" y="0"/>
                        </a:moveTo>
                        <a:lnTo>
                          <a:pt x="0" y="0"/>
                        </a:lnTo>
                        <a:lnTo>
                          <a:pt x="19" y="135"/>
                        </a:lnTo>
                        <a:lnTo>
                          <a:pt x="38" y="135"/>
                        </a:lnTo>
                        <a:lnTo>
                          <a:pt x="19" y="0"/>
                        </a:lnTo>
                        <a:close/>
                      </a:path>
                    </a:pathLst>
                  </a:custGeom>
                  <a:solidFill>
                    <a:srgbClr val="BCBEC0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f7dcc83-936f-4c64-8fd6-bc1d24ab4b7d" id="602" name="ïśḻîḓè">
                    <a:extLst>
                      <a:ext uri="{FF2B5EF4-FFF2-40B4-BE49-F238E27FC236}">
                        <a16:creationId id="{54272B11-C7D6-B712-5648-3136ED6F0B22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557" y="1765"/>
                    <a:ext cx="420" cy="431"/>
                  </a:xfrm>
                  <a:custGeom>
                    <a:avLst/>
                    <a:gdLst>
                      <a:gd fmla="*/ 420 w 420" name="T0"/>
                      <a:gd fmla="*/ 431 h 431" name="T1"/>
                      <a:gd fmla="*/ 0 w 420" name="T2"/>
                      <a:gd fmla="*/ 431 h 431" name="T3"/>
                      <a:gd fmla="*/ 0 w 420" name="T4"/>
                      <a:gd fmla="*/ 211 h 431" name="T5"/>
                      <a:gd fmla="*/ 210 w 420" name="T6"/>
                      <a:gd fmla="*/ 0 h 431" name="T7"/>
                      <a:gd fmla="*/ 420 w 420" name="T8"/>
                      <a:gd fmla="*/ 211 h 431" name="T9"/>
                      <a:gd fmla="*/ 420 w 420" name="T10"/>
                      <a:gd fmla="*/ 431 h 431" name="T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b="b" l="0" r="r" t="0"/>
                    <a:pathLst>
                      <a:path h="431" w="420">
                        <a:moveTo>
                          <a:pt x="420" y="431"/>
                        </a:moveTo>
                        <a:lnTo>
                          <a:pt x="0" y="431"/>
                        </a:lnTo>
                        <a:lnTo>
                          <a:pt x="0" y="211"/>
                        </a:lnTo>
                        <a:lnTo>
                          <a:pt x="210" y="0"/>
                        </a:lnTo>
                        <a:lnTo>
                          <a:pt x="420" y="211"/>
                        </a:lnTo>
                        <a:lnTo>
                          <a:pt x="420" y="43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540e2c44-800a-4504-9f15-4c9e61f782f0" id="603" name="iSľîḓe">
                    <a:extLst>
                      <a:ext uri="{FF2B5EF4-FFF2-40B4-BE49-F238E27FC236}">
                        <a16:creationId id="{284A37F8-1FA5-E4E3-4D3C-D5735ED2981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730" y="2064"/>
                    <a:ext cx="68" cy="130"/>
                  </a:xfrm>
                  <a:prstGeom prst="rect">
                    <a:avLst/>
                  </a:prstGeom>
                  <a:solidFill>
                    <a:srgbClr val="D09C4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bde9c119-10e5-4ad4-bf4e-5f1fe55f6ffe" id="604" name="íṧ1îḑê">
                    <a:extLst>
                      <a:ext uri="{FF2B5EF4-FFF2-40B4-BE49-F238E27FC236}">
                        <a16:creationId id="{2E28E667-BAD1-6193-B8D5-EFB0E985BE7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736" y="2068"/>
                    <a:ext cx="62" cy="126"/>
                  </a:xfrm>
                  <a:prstGeom prst="rect">
                    <a:avLst/>
                  </a:prstGeom>
                  <a:solidFill>
                    <a:srgbClr val="FFD372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4d26345-e429-4367-b4d2-944197d0d3ff" id="605" name="îşľïḋe">
                    <a:extLst>
                      <a:ext uri="{FF2B5EF4-FFF2-40B4-BE49-F238E27FC236}">
                        <a16:creationId id="{71B5AFDE-145E-6B7F-E43B-98EF41D0C8F2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755" y="1742"/>
                    <a:ext cx="257" cy="257"/>
                  </a:xfrm>
                  <a:custGeom>
                    <a:avLst/>
                    <a:gdLst>
                      <a:gd fmla="*/ 237 w 257" name="T0"/>
                      <a:gd fmla="*/ 257 h 257" name="T1"/>
                      <a:gd fmla="*/ 257 w 257" name="T2"/>
                      <a:gd fmla="*/ 236 h 257" name="T3"/>
                      <a:gd fmla="*/ 21 w 257" name="T4"/>
                      <a:gd fmla="*/ 0 h 257" name="T5"/>
                      <a:gd fmla="*/ 0 w 257" name="T6"/>
                      <a:gd fmla="*/ 21 h 257" name="T7"/>
                      <a:gd fmla="*/ 237 w 257" name="T8"/>
                      <a:gd fmla="*/ 257 h 257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257" w="257">
                        <a:moveTo>
                          <a:pt x="237" y="257"/>
                        </a:moveTo>
                        <a:lnTo>
                          <a:pt x="257" y="236"/>
                        </a:lnTo>
                        <a:lnTo>
                          <a:pt x="21" y="0"/>
                        </a:lnTo>
                        <a:lnTo>
                          <a:pt x="0" y="21"/>
                        </a:lnTo>
                        <a:lnTo>
                          <a:pt x="237" y="257"/>
                        </a:lnTo>
                        <a:close/>
                      </a:path>
                    </a:pathLst>
                  </a:custGeom>
                  <a:solidFill>
                    <a:srgbClr val="AB0634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50b6d1bd-263e-4ee9-8f09-c1d4ef3862cb" id="606" name="iSļîḍé">
                    <a:extLst>
                      <a:ext uri="{FF2B5EF4-FFF2-40B4-BE49-F238E27FC236}">
                        <a16:creationId id="{11FBEBF1-EC87-E109-7BFB-64A1962C0037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759" y="1736"/>
                    <a:ext cx="258" cy="259"/>
                  </a:xfrm>
                  <a:custGeom>
                    <a:avLst/>
                    <a:gdLst>
                      <a:gd fmla="*/ 237 w 258" name="T0"/>
                      <a:gd fmla="*/ 259 h 259" name="T1"/>
                      <a:gd fmla="*/ 258 w 258" name="T2"/>
                      <a:gd fmla="*/ 238 h 259" name="T3"/>
                      <a:gd fmla="*/ 21 w 258" name="T4"/>
                      <a:gd fmla="*/ 0 h 259" name="T5"/>
                      <a:gd fmla="*/ 0 w 258" name="T6"/>
                      <a:gd fmla="*/ 20 h 259" name="T7"/>
                      <a:gd fmla="*/ 237 w 258" name="T8"/>
                      <a:gd fmla="*/ 259 h 259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259" w="258">
                        <a:moveTo>
                          <a:pt x="237" y="259"/>
                        </a:moveTo>
                        <a:lnTo>
                          <a:pt x="258" y="238"/>
                        </a:lnTo>
                        <a:lnTo>
                          <a:pt x="21" y="0"/>
                        </a:lnTo>
                        <a:lnTo>
                          <a:pt x="0" y="20"/>
                        </a:lnTo>
                        <a:lnTo>
                          <a:pt x="237" y="259"/>
                        </a:lnTo>
                        <a:close/>
                      </a:path>
                    </a:pathLst>
                  </a:custGeom>
                  <a:solidFill>
                    <a:srgbClr val="F164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9eddddb1-895f-426e-a831-105c8db3650c" id="607" name="iṥḷîḑè">
                    <a:extLst>
                      <a:ext uri="{FF2B5EF4-FFF2-40B4-BE49-F238E27FC236}">
                        <a16:creationId id="{40C0EB0F-D7B3-E30C-58C4-1DBD674CB080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516" y="1715"/>
                    <a:ext cx="280" cy="280"/>
                  </a:xfrm>
                  <a:custGeom>
                    <a:avLst/>
                    <a:gdLst>
                      <a:gd fmla="*/ 21 w 280" name="T0"/>
                      <a:gd fmla="*/ 280 h 280" name="T1"/>
                      <a:gd fmla="*/ 0 w 280" name="T2"/>
                      <a:gd fmla="*/ 259 h 280" name="T3"/>
                      <a:gd fmla="*/ 260 w 280" name="T4"/>
                      <a:gd fmla="*/ 0 h 280" name="T5"/>
                      <a:gd fmla="*/ 280 w 280" name="T6"/>
                      <a:gd fmla="*/ 21 h 280" name="T7"/>
                      <a:gd fmla="*/ 21 w 280" name="T8"/>
                      <a:gd fmla="*/ 280 h 280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280" w="280">
                        <a:moveTo>
                          <a:pt x="21" y="280"/>
                        </a:moveTo>
                        <a:lnTo>
                          <a:pt x="0" y="259"/>
                        </a:lnTo>
                        <a:lnTo>
                          <a:pt x="260" y="0"/>
                        </a:lnTo>
                        <a:lnTo>
                          <a:pt x="280" y="21"/>
                        </a:lnTo>
                        <a:lnTo>
                          <a:pt x="21" y="280"/>
                        </a:lnTo>
                        <a:close/>
                      </a:path>
                    </a:pathLst>
                  </a:custGeom>
                  <a:solidFill>
                    <a:srgbClr val="E4566C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bc1a091-56b1-45e8-9c0d-c822fc0c5148" id="608" name="iṡḻíḓè">
                    <a:extLst>
                      <a:ext uri="{FF2B5EF4-FFF2-40B4-BE49-F238E27FC236}">
                        <a16:creationId id="{E12843DA-F607-0B91-D7DF-A35B6C3B6A5B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676" y="1954"/>
                    <a:ext cx="70" cy="68"/>
                  </a:xfrm>
                  <a:prstGeom prst="rect">
                    <a:avLst/>
                  </a:pr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d2634ed-a6fc-4276-8baf-2156ab6cca51" id="609" name="îṡḷïďê">
                    <a:extLst>
                      <a:ext uri="{FF2B5EF4-FFF2-40B4-BE49-F238E27FC236}">
                        <a16:creationId id="{EFAA4B3C-FD44-9281-9C6D-F69131224BD4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680" y="1958"/>
                    <a:ext cx="29" cy="60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a9ceaeb1-6936-4419-9467-5f2edea2f3c1" id="610" name="îṩ1îďe">
                    <a:extLst>
                      <a:ext uri="{FF2B5EF4-FFF2-40B4-BE49-F238E27FC236}">
                        <a16:creationId id="{80779E8A-8AC6-C876-520C-884363F6CA4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713" y="1958"/>
                    <a:ext cx="29" cy="60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9cc6a6ef-3f77-4191-907e-6f23b88c3a5a" id="611" name="îşḻîḑé">
                    <a:extLst>
                      <a:ext uri="{FF2B5EF4-FFF2-40B4-BE49-F238E27FC236}">
                        <a16:creationId id="{86E90E26-116D-87C2-618F-665FABCCB899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682" y="1958"/>
                    <a:ext cx="25" cy="60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1f8327c-ee84-478f-bd59-e3f523be2892" id="612" name="ïṡļïḑè">
                    <a:extLst>
                      <a:ext uri="{FF2B5EF4-FFF2-40B4-BE49-F238E27FC236}">
                        <a16:creationId id="{427DB361-8DCC-11BE-7837-9F135B148A07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715" y="1958"/>
                    <a:ext cx="25" cy="60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5b31ff4b-1ba5-4e51-ae77-f6adc5aec77e" id="613" name="íŝlïḍe">
                    <a:extLst>
                      <a:ext uri="{FF2B5EF4-FFF2-40B4-BE49-F238E27FC236}">
                        <a16:creationId id="{109D7244-48D7-1D52-3DDB-BD2A6C0303D3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682" y="1958"/>
                    <a:ext cx="13" cy="60"/>
                  </a:xfrm>
                  <a:custGeom>
                    <a:avLst/>
                    <a:gdLst>
                      <a:gd fmla="*/ 0 w 13" name="T0"/>
                      <a:gd fmla="*/ 0 h 60" name="T1"/>
                      <a:gd fmla="*/ 13 w 13" name="T2"/>
                      <a:gd fmla="*/ 0 h 60" name="T3"/>
                      <a:gd fmla="*/ 0 w 13" name="T4"/>
                      <a:gd fmla="*/ 60 h 60" name="T5"/>
                      <a:gd fmla="*/ 0 w 13" name="T6"/>
                      <a:gd fmla="*/ 0 h 60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60" w="13">
                        <a:moveTo>
                          <a:pt x="0" y="0"/>
                        </a:moveTo>
                        <a:lnTo>
                          <a:pt x="13" y="0"/>
                        </a:lnTo>
                        <a:lnTo>
                          <a:pt x="0" y="6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32e5933-0a93-4a6d-a189-d4c49010dfc3" id="614" name="i$liḍê">
                    <a:extLst>
                      <a:ext uri="{FF2B5EF4-FFF2-40B4-BE49-F238E27FC236}">
                        <a16:creationId id="{F16351F0-80A4-3594-8A43-F898D28D954E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715" y="1958"/>
                    <a:ext cx="13" cy="60"/>
                  </a:xfrm>
                  <a:custGeom>
                    <a:avLst/>
                    <a:gdLst>
                      <a:gd fmla="*/ 0 w 13" name="T0"/>
                      <a:gd fmla="*/ 0 h 60" name="T1"/>
                      <a:gd fmla="*/ 13 w 13" name="T2"/>
                      <a:gd fmla="*/ 0 h 60" name="T3"/>
                      <a:gd fmla="*/ 0 w 13" name="T4"/>
                      <a:gd fmla="*/ 60 h 60" name="T5"/>
                      <a:gd fmla="*/ 0 w 13" name="T6"/>
                      <a:gd fmla="*/ 0 h 60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60" w="13">
                        <a:moveTo>
                          <a:pt x="0" y="0"/>
                        </a:moveTo>
                        <a:lnTo>
                          <a:pt x="13" y="0"/>
                        </a:lnTo>
                        <a:lnTo>
                          <a:pt x="0" y="6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9ee70735-f45f-44bb-b7e8-655edda34a9c" id="615" name="ís1îdê">
                    <a:extLst>
                      <a:ext uri="{FF2B5EF4-FFF2-40B4-BE49-F238E27FC236}">
                        <a16:creationId id="{AA539868-E374-67F9-E75E-28F3A774DB9E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620" y="2064"/>
                    <a:ext cx="70" cy="78"/>
                  </a:xfrm>
                  <a:prstGeom prst="rect">
                    <a:avLst/>
                  </a:prstGeom>
                  <a:solidFill>
                    <a:srgbClr val="E7E5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eab0ec38-d229-4c4d-a897-4fb46bca6b5f" id="616" name="íṡļîdé">
                    <a:extLst>
                      <a:ext uri="{FF2B5EF4-FFF2-40B4-BE49-F238E27FC236}">
                        <a16:creationId id="{E4564B2F-CA5D-C4DD-B274-2C694F1929A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624" y="2068"/>
                    <a:ext cx="29" cy="70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af3ddd0b-7f91-413b-94ac-867e062b2b27" id="617" name="íṥḻiḑè">
                    <a:extLst>
                      <a:ext uri="{FF2B5EF4-FFF2-40B4-BE49-F238E27FC236}">
                        <a16:creationId id="{06D61069-1FC0-2818-F7E3-DF3DAE1869BB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657" y="2068"/>
                    <a:ext cx="29" cy="70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0e787efc-63e0-40f7-8d43-96f74871bf93" id="618" name="ïŝḷíḑe">
                    <a:extLst>
                      <a:ext uri="{FF2B5EF4-FFF2-40B4-BE49-F238E27FC236}">
                        <a16:creationId id="{2EEDA191-AFBE-47B4-327F-68EA6E9DA9D1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626" y="2068"/>
                    <a:ext cx="25" cy="70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9d907988-1231-4b19-8e4f-324720cb1cc2" id="619" name="îŝḻïḓé">
                    <a:extLst>
                      <a:ext uri="{FF2B5EF4-FFF2-40B4-BE49-F238E27FC236}">
                        <a16:creationId id="{AA0D050B-C822-9350-0DE5-CC43886FD35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659" y="2068"/>
                    <a:ext cx="25" cy="70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f5c043a-b6dd-46e3-8e7a-51cb24460765" id="620" name="ïṥļiḋè">
                    <a:extLst>
                      <a:ext uri="{FF2B5EF4-FFF2-40B4-BE49-F238E27FC236}">
                        <a16:creationId id="{2A9C9EF6-3C3A-1999-45E9-5F54E331E82A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626" y="2068"/>
                    <a:ext cx="12" cy="70"/>
                  </a:xfrm>
                  <a:custGeom>
                    <a:avLst/>
                    <a:gdLst>
                      <a:gd fmla="*/ 0 w 12" name="T0"/>
                      <a:gd fmla="*/ 0 h 70" name="T1"/>
                      <a:gd fmla="*/ 12 w 12" name="T2"/>
                      <a:gd fmla="*/ 0 h 70" name="T3"/>
                      <a:gd fmla="*/ 0 w 12" name="T4"/>
                      <a:gd fmla="*/ 70 h 70" name="T5"/>
                      <a:gd fmla="*/ 0 w 12" name="T6"/>
                      <a:gd fmla="*/ 0 h 70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70" w="12">
                        <a:moveTo>
                          <a:pt x="0" y="0"/>
                        </a:moveTo>
                        <a:lnTo>
                          <a:pt x="12" y="0"/>
                        </a:lnTo>
                        <a:lnTo>
                          <a:pt x="0" y="7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99952c41-6162-4482-869e-23d2186f5c69" id="621" name="îslîḋe">
                    <a:extLst>
                      <a:ext uri="{FF2B5EF4-FFF2-40B4-BE49-F238E27FC236}">
                        <a16:creationId id="{BFB8B373-DE52-6778-A98F-B497B200E7C0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659" y="2068"/>
                    <a:ext cx="13" cy="70"/>
                  </a:xfrm>
                  <a:custGeom>
                    <a:avLst/>
                    <a:gdLst>
                      <a:gd fmla="*/ 0 w 13" name="T0"/>
                      <a:gd fmla="*/ 0 h 70" name="T1"/>
                      <a:gd fmla="*/ 13 w 13" name="T2"/>
                      <a:gd fmla="*/ 0 h 70" name="T3"/>
                      <a:gd fmla="*/ 0 w 13" name="T4"/>
                      <a:gd fmla="*/ 70 h 70" name="T5"/>
                      <a:gd fmla="*/ 0 w 13" name="T6"/>
                      <a:gd fmla="*/ 0 h 70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70" w="13">
                        <a:moveTo>
                          <a:pt x="0" y="0"/>
                        </a:moveTo>
                        <a:lnTo>
                          <a:pt x="13" y="0"/>
                        </a:lnTo>
                        <a:lnTo>
                          <a:pt x="0" y="7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d65421f0-a5ef-4864-a376-955c02d45c53" id="622" name="îŝļîḍê">
                    <a:extLst>
                      <a:ext uri="{FF2B5EF4-FFF2-40B4-BE49-F238E27FC236}">
                        <a16:creationId id="{1E95326D-D182-B1B1-5B98-1323ACF3C81B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842" y="2064"/>
                    <a:ext cx="71" cy="78"/>
                  </a:xfrm>
                  <a:prstGeom prst="rect">
                    <a:avLst/>
                  </a:prstGeom>
                  <a:solidFill>
                    <a:srgbClr val="E7E5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053ce90b-9196-4e1f-b155-0589a59f6a73" id="623" name="íšļïḋé">
                    <a:extLst>
                      <a:ext uri="{FF2B5EF4-FFF2-40B4-BE49-F238E27FC236}">
                        <a16:creationId id="{B347E7EC-280A-E683-4F6B-123C49009573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846" y="2068"/>
                    <a:ext cx="29" cy="70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ee55d73c-29d8-47ed-805e-b5e9775dc049" id="624" name="iSľïdè">
                    <a:extLst>
                      <a:ext uri="{FF2B5EF4-FFF2-40B4-BE49-F238E27FC236}">
                        <a16:creationId id="{B8934A35-2A75-D39B-3A29-46FF6660F276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879" y="2068"/>
                    <a:ext cx="30" cy="70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7e6d9b19-e5b5-4d9c-8c99-6d811913a5e1" id="625" name="ïṣļïḑé">
                    <a:extLst>
                      <a:ext uri="{FF2B5EF4-FFF2-40B4-BE49-F238E27FC236}">
                        <a16:creationId id="{4DD16E2B-46A0-8ACD-1B12-443DE953AAE2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848" y="2068"/>
                    <a:ext cx="27" cy="70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0797416-02eb-404e-89b7-61595c65daa3" id="626" name="iśľíḑè">
                    <a:extLst>
                      <a:ext uri="{FF2B5EF4-FFF2-40B4-BE49-F238E27FC236}">
                        <a16:creationId id="{85194C55-E52C-F961-D50C-3553956ED4F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881" y="2068"/>
                    <a:ext cx="28" cy="70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80059bcc-6b69-4c13-ace5-0308ded2e735" id="627" name="isľîḓê">
                    <a:extLst>
                      <a:ext uri="{FF2B5EF4-FFF2-40B4-BE49-F238E27FC236}">
                        <a16:creationId id="{AD566EA7-DA35-B087-2546-D297A077DB89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848" y="2068"/>
                    <a:ext cx="13" cy="70"/>
                  </a:xfrm>
                  <a:custGeom>
                    <a:avLst/>
                    <a:gdLst>
                      <a:gd fmla="*/ 0 w 13" name="T0"/>
                      <a:gd fmla="*/ 0 h 70" name="T1"/>
                      <a:gd fmla="*/ 13 w 13" name="T2"/>
                      <a:gd fmla="*/ 0 h 70" name="T3"/>
                      <a:gd fmla="*/ 0 w 13" name="T4"/>
                      <a:gd fmla="*/ 70 h 70" name="T5"/>
                      <a:gd fmla="*/ 0 w 13" name="T6"/>
                      <a:gd fmla="*/ 0 h 70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70" w="13">
                        <a:moveTo>
                          <a:pt x="0" y="0"/>
                        </a:moveTo>
                        <a:lnTo>
                          <a:pt x="13" y="0"/>
                        </a:lnTo>
                        <a:lnTo>
                          <a:pt x="0" y="7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ace97b44-03a1-4311-912a-45a6f3f8d56f" id="628" name="îSliḑê">
                    <a:extLst>
                      <a:ext uri="{FF2B5EF4-FFF2-40B4-BE49-F238E27FC236}">
                        <a16:creationId id="{7929E83A-59E1-ECE9-AAFD-ECAF746BDDB7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881" y="2068"/>
                    <a:ext cx="13" cy="70"/>
                  </a:xfrm>
                  <a:custGeom>
                    <a:avLst/>
                    <a:gdLst>
                      <a:gd fmla="*/ 0 w 13" name="T0"/>
                      <a:gd fmla="*/ 0 h 70" name="T1"/>
                      <a:gd fmla="*/ 13 w 13" name="T2"/>
                      <a:gd fmla="*/ 0 h 70" name="T3"/>
                      <a:gd fmla="*/ 0 w 13" name="T4"/>
                      <a:gd fmla="*/ 70 h 70" name="T5"/>
                      <a:gd fmla="*/ 0 w 13" name="T6"/>
                      <a:gd fmla="*/ 0 h 70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70" w="13">
                        <a:moveTo>
                          <a:pt x="0" y="0"/>
                        </a:moveTo>
                        <a:lnTo>
                          <a:pt x="13" y="0"/>
                        </a:lnTo>
                        <a:lnTo>
                          <a:pt x="0" y="7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e96e9079-9bdf-471d-a8b2-8a9729f6ce3b" id="629" name="işľïďe">
                    <a:extLst>
                      <a:ext uri="{FF2B5EF4-FFF2-40B4-BE49-F238E27FC236}">
                        <a16:creationId id="{5E88D69B-2038-4A6E-06FA-843984233D7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786" y="1954"/>
                    <a:ext cx="71" cy="68"/>
                  </a:xfrm>
                  <a:prstGeom prst="rect">
                    <a:avLst/>
                  </a:pr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b0eaff4c-570a-46f6-9f35-2bd66f8a2232" id="630" name="ïṣ1ïḓé">
                    <a:extLst>
                      <a:ext uri="{FF2B5EF4-FFF2-40B4-BE49-F238E27FC236}">
                        <a16:creationId id="{A56E0393-0C33-8404-6798-D9817A2846B2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790" y="1958"/>
                    <a:ext cx="29" cy="60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8fc1535-310f-4a49-90a6-3ea3c195e6b7" id="631" name="îŝ1iḑe">
                    <a:extLst>
                      <a:ext uri="{FF2B5EF4-FFF2-40B4-BE49-F238E27FC236}">
                        <a16:creationId id="{CF93EF19-568F-283F-3496-32B1D3782E23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823" y="1958"/>
                    <a:ext cx="29" cy="60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6afb97e2-f98d-4049-9255-1eb3ce6a84be" id="632" name="îSľíďe">
                    <a:extLst>
                      <a:ext uri="{FF2B5EF4-FFF2-40B4-BE49-F238E27FC236}">
                        <a16:creationId id="{E30A481A-1A22-E544-FB41-6841BDE2A551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792" y="1958"/>
                    <a:ext cx="27" cy="60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1732521-42df-434c-b106-b33f0843cf0a" id="633" name="íṥlîḍe">
                    <a:extLst>
                      <a:ext uri="{FF2B5EF4-FFF2-40B4-BE49-F238E27FC236}">
                        <a16:creationId id="{C8FFC897-F2F1-FA37-F5BC-D798C7C06180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825" y="1958"/>
                    <a:ext cx="27" cy="60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6deef94-72fa-48f0-8d1f-dbfb632ac192" id="634" name="iş1îďé">
                    <a:extLst>
                      <a:ext uri="{FF2B5EF4-FFF2-40B4-BE49-F238E27FC236}">
                        <a16:creationId id="{21F0C0C6-1B2B-DD1D-EF70-E27260AE999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792" y="1958"/>
                    <a:ext cx="13" cy="60"/>
                  </a:xfrm>
                  <a:custGeom>
                    <a:avLst/>
                    <a:gdLst>
                      <a:gd fmla="*/ 0 w 13" name="T0"/>
                      <a:gd fmla="*/ 0 h 60" name="T1"/>
                      <a:gd fmla="*/ 13 w 13" name="T2"/>
                      <a:gd fmla="*/ 0 h 60" name="T3"/>
                      <a:gd fmla="*/ 0 w 13" name="T4"/>
                      <a:gd fmla="*/ 60 h 60" name="T5"/>
                      <a:gd fmla="*/ 0 w 13" name="T6"/>
                      <a:gd fmla="*/ 0 h 60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60" w="13">
                        <a:moveTo>
                          <a:pt x="0" y="0"/>
                        </a:moveTo>
                        <a:lnTo>
                          <a:pt x="13" y="0"/>
                        </a:lnTo>
                        <a:lnTo>
                          <a:pt x="0" y="6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63694433-ba6e-4896-a75a-733109b68b3b" id="635" name="i$ľiḍê">
                    <a:extLst>
                      <a:ext uri="{FF2B5EF4-FFF2-40B4-BE49-F238E27FC236}">
                        <a16:creationId id="{64C9F80D-0B92-3F50-EC7A-17B25BB16F74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825" y="1958"/>
                    <a:ext cx="13" cy="60"/>
                  </a:xfrm>
                  <a:custGeom>
                    <a:avLst/>
                    <a:gdLst>
                      <a:gd fmla="*/ 0 w 13" name="T0"/>
                      <a:gd fmla="*/ 0 h 60" name="T1"/>
                      <a:gd fmla="*/ 13 w 13" name="T2"/>
                      <a:gd fmla="*/ 0 h 60" name="T3"/>
                      <a:gd fmla="*/ 0 w 13" name="T4"/>
                      <a:gd fmla="*/ 60 h 60" name="T5"/>
                      <a:gd fmla="*/ 0 w 13" name="T6"/>
                      <a:gd fmla="*/ 0 h 60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60" w="13">
                        <a:moveTo>
                          <a:pt x="0" y="0"/>
                        </a:moveTo>
                        <a:lnTo>
                          <a:pt x="13" y="0"/>
                        </a:lnTo>
                        <a:lnTo>
                          <a:pt x="0" y="6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b1cf751e-4193-48c5-8a27-689ed1d6feab" id="636" name="íśľïde">
                    <a:extLst>
                      <a:ext uri="{FF2B5EF4-FFF2-40B4-BE49-F238E27FC236}">
                        <a16:creationId id="{D677A50A-27E5-9791-3E57-760D8D60E184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557" y="1765"/>
                    <a:ext cx="420" cy="431"/>
                  </a:xfrm>
                  <a:custGeom>
                    <a:avLst/>
                    <a:gdLst>
                      <a:gd fmla="*/ 210 w 420" name="T0"/>
                      <a:gd fmla="*/ 0 h 431" name="T1"/>
                      <a:gd fmla="*/ 0 w 420" name="T2"/>
                      <a:gd fmla="*/ 211 h 431" name="T3"/>
                      <a:gd fmla="*/ 0 w 420" name="T4"/>
                      <a:gd fmla="*/ 226 h 431" name="T5"/>
                      <a:gd fmla="*/ 210 w 420" name="T6"/>
                      <a:gd fmla="*/ 16 h 431" name="T7"/>
                      <a:gd fmla="*/ 391 w 420" name="T8"/>
                      <a:gd fmla="*/ 197 h 431" name="T9"/>
                      <a:gd fmla="*/ 391 w 420" name="T10"/>
                      <a:gd fmla="*/ 431 h 431" name="T11"/>
                      <a:gd fmla="*/ 420 w 420" name="T12"/>
                      <a:gd fmla="*/ 431 h 431" name="T13"/>
                      <a:gd fmla="*/ 420 w 420" name="T14"/>
                      <a:gd fmla="*/ 211 h 431" name="T15"/>
                      <a:gd fmla="*/ 210 w 420" name="T16"/>
                      <a:gd fmla="*/ 0 h 431" name="T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b="b" l="0" r="r" t="0"/>
                    <a:pathLst>
                      <a:path h="431" w="420">
                        <a:moveTo>
                          <a:pt x="210" y="0"/>
                        </a:moveTo>
                        <a:lnTo>
                          <a:pt x="0" y="211"/>
                        </a:lnTo>
                        <a:lnTo>
                          <a:pt x="0" y="226"/>
                        </a:lnTo>
                        <a:lnTo>
                          <a:pt x="210" y="16"/>
                        </a:lnTo>
                        <a:lnTo>
                          <a:pt x="391" y="197"/>
                        </a:lnTo>
                        <a:lnTo>
                          <a:pt x="391" y="431"/>
                        </a:lnTo>
                        <a:lnTo>
                          <a:pt x="420" y="431"/>
                        </a:lnTo>
                        <a:lnTo>
                          <a:pt x="420" y="211"/>
                        </a:lnTo>
                        <a:lnTo>
                          <a:pt x="210" y="0"/>
                        </a:ln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76c0eaa4-1f35-4b69-a061-f1622f2f87b2" id="637" name="ïṡļiḍè">
                    <a:extLst>
                      <a:ext uri="{FF2B5EF4-FFF2-40B4-BE49-F238E27FC236}">
                        <a16:creationId id="{167A4A07-6B2F-C2E2-05F0-A6E8437B9640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799" y="1491"/>
                    <a:ext cx="752" cy="705"/>
                  </a:xfrm>
                  <a:custGeom>
                    <a:avLst/>
                    <a:gdLst>
                      <a:gd fmla="*/ 752 w 752" name="T0"/>
                      <a:gd fmla="*/ 705 h 705" name="T1"/>
                      <a:gd fmla="*/ 0 w 752" name="T2"/>
                      <a:gd fmla="*/ 705 h 705" name="T3"/>
                      <a:gd fmla="*/ 0 w 752" name="T4"/>
                      <a:gd fmla="*/ 373 h 705" name="T5"/>
                      <a:gd fmla="*/ 376 w 752" name="T6"/>
                      <a:gd fmla="*/ 0 h 705" name="T7"/>
                      <a:gd fmla="*/ 752 w 752" name="T8"/>
                      <a:gd fmla="*/ 373 h 705" name="T9"/>
                      <a:gd fmla="*/ 752 w 752" name="T10"/>
                      <a:gd fmla="*/ 705 h 705" name="T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b="b" l="0" r="r" t="0"/>
                    <a:pathLst>
                      <a:path h="705" w="752">
                        <a:moveTo>
                          <a:pt x="752" y="705"/>
                        </a:moveTo>
                        <a:lnTo>
                          <a:pt x="0" y="705"/>
                        </a:lnTo>
                        <a:lnTo>
                          <a:pt x="0" y="373"/>
                        </a:lnTo>
                        <a:lnTo>
                          <a:pt x="376" y="0"/>
                        </a:lnTo>
                        <a:lnTo>
                          <a:pt x="752" y="373"/>
                        </a:lnTo>
                        <a:lnTo>
                          <a:pt x="752" y="70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faf5cca1-47e4-4924-a494-bb515a4d327b" id="638" name="îṧ1iḑè">
                    <a:extLst>
                      <a:ext uri="{FF2B5EF4-FFF2-40B4-BE49-F238E27FC236}">
                        <a16:creationId id="{88FA43CC-8962-DD4B-A5CD-E042FFF87B0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799" y="1491"/>
                    <a:ext cx="752" cy="705"/>
                  </a:xfrm>
                  <a:custGeom>
                    <a:avLst/>
                    <a:gdLst>
                      <a:gd fmla="*/ 752 w 752" name="T0"/>
                      <a:gd fmla="*/ 705 h 705" name="T1"/>
                      <a:gd fmla="*/ 0 w 752" name="T2"/>
                      <a:gd fmla="*/ 705 h 705" name="T3"/>
                      <a:gd fmla="*/ 0 w 752" name="T4"/>
                      <a:gd fmla="*/ 373 h 705" name="T5"/>
                      <a:gd fmla="*/ 376 w 752" name="T6"/>
                      <a:gd fmla="*/ 0 h 705" name="T7"/>
                      <a:gd fmla="*/ 752 w 752" name="T8"/>
                      <a:gd fmla="*/ 373 h 705" name="T9"/>
                      <a:gd fmla="*/ 752 w 752" name="T10"/>
                      <a:gd fmla="*/ 705 h 705" name="T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b="b" l="0" r="r" t="0"/>
                    <a:pathLst>
                      <a:path h="705" w="752">
                        <a:moveTo>
                          <a:pt x="752" y="705"/>
                        </a:moveTo>
                        <a:lnTo>
                          <a:pt x="0" y="705"/>
                        </a:lnTo>
                        <a:lnTo>
                          <a:pt x="0" y="373"/>
                        </a:lnTo>
                        <a:lnTo>
                          <a:pt x="376" y="0"/>
                        </a:lnTo>
                        <a:lnTo>
                          <a:pt x="752" y="373"/>
                        </a:lnTo>
                        <a:lnTo>
                          <a:pt x="752" y="705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fe3aee4f-db78-446b-bd6c-c869c9cc6a0f" id="639" name="ïṩlïḓê">
                    <a:extLst>
                      <a:ext uri="{FF2B5EF4-FFF2-40B4-BE49-F238E27FC236}">
                        <a16:creationId id="{39F7958A-E8FA-B691-B7C4-516FECC55B11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111" y="1962"/>
                    <a:ext cx="122" cy="234"/>
                  </a:xfrm>
                  <a:prstGeom prst="rect">
                    <a:avLst/>
                  </a:prstGeom>
                  <a:solidFill>
                    <a:srgbClr val="D09C4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b34ff17-9899-4ae4-af3d-5d4982cf731c" id="640" name="îṧḻídè">
                    <a:extLst>
                      <a:ext uri="{FF2B5EF4-FFF2-40B4-BE49-F238E27FC236}">
                        <a16:creationId id="{45622890-1B0B-6388-264B-7E78903CE4BB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119" y="1970"/>
                    <a:ext cx="114" cy="226"/>
                  </a:xfrm>
                  <a:prstGeom prst="rect">
                    <a:avLst/>
                  </a:prstGeom>
                  <a:solidFill>
                    <a:srgbClr val="FFD372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8d0b6389-0316-4891-b729-67b76a50665b" id="641" name="ïṡļíďé">
                    <a:extLst>
                      <a:ext uri="{FF2B5EF4-FFF2-40B4-BE49-F238E27FC236}">
                        <a16:creationId id="{96951B79-2ECB-8CD7-43A0-A767E54361C4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152" y="1445"/>
                    <a:ext cx="464" cy="463"/>
                  </a:xfrm>
                  <a:custGeom>
                    <a:avLst/>
                    <a:gdLst>
                      <a:gd fmla="*/ 424 w 464" name="T0"/>
                      <a:gd fmla="*/ 463 h 463" name="T1"/>
                      <a:gd fmla="*/ 464 w 464" name="T2"/>
                      <a:gd fmla="*/ 426 h 463" name="T3"/>
                      <a:gd fmla="*/ 38 w 464" name="T4"/>
                      <a:gd fmla="*/ 0 h 463" name="T5"/>
                      <a:gd fmla="*/ 0 w 464" name="T6"/>
                      <a:gd fmla="*/ 38 h 463" name="T7"/>
                      <a:gd fmla="*/ 424 w 464" name="T8"/>
                      <a:gd fmla="*/ 463 h 463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463" w="464">
                        <a:moveTo>
                          <a:pt x="424" y="463"/>
                        </a:moveTo>
                        <a:lnTo>
                          <a:pt x="464" y="426"/>
                        </a:lnTo>
                        <a:lnTo>
                          <a:pt x="38" y="0"/>
                        </a:lnTo>
                        <a:lnTo>
                          <a:pt x="0" y="38"/>
                        </a:lnTo>
                        <a:lnTo>
                          <a:pt x="424" y="463"/>
                        </a:lnTo>
                        <a:close/>
                      </a:path>
                    </a:pathLst>
                  </a:custGeom>
                  <a:solidFill>
                    <a:srgbClr val="AB0634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6dd61bbd-d6e5-455d-8858-8810c3f72948" id="642" name="ïṥľiḓe">
                    <a:extLst>
                      <a:ext uri="{FF2B5EF4-FFF2-40B4-BE49-F238E27FC236}">
                        <a16:creationId id="{4115B7D8-A8FE-4EAE-4E0D-45F4B91F3279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161" y="1437"/>
                    <a:ext cx="461" cy="461"/>
                  </a:xfrm>
                  <a:custGeom>
                    <a:avLst/>
                    <a:gdLst>
                      <a:gd fmla="*/ 423 w 461" name="T0"/>
                      <a:gd fmla="*/ 461 h 461" name="T1"/>
                      <a:gd fmla="*/ 461 w 461" name="T2"/>
                      <a:gd fmla="*/ 423 h 461" name="T3"/>
                      <a:gd fmla="*/ 37 w 461" name="T4"/>
                      <a:gd fmla="*/ 0 h 461" name="T5"/>
                      <a:gd fmla="*/ 0 w 461" name="T6"/>
                      <a:gd fmla="*/ 37 h 461" name="T7"/>
                      <a:gd fmla="*/ 423 w 461" name="T8"/>
                      <a:gd fmla="*/ 461 h 461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461" w="461">
                        <a:moveTo>
                          <a:pt x="423" y="461"/>
                        </a:moveTo>
                        <a:lnTo>
                          <a:pt x="461" y="423"/>
                        </a:lnTo>
                        <a:lnTo>
                          <a:pt x="37" y="0"/>
                        </a:lnTo>
                        <a:lnTo>
                          <a:pt x="0" y="37"/>
                        </a:lnTo>
                        <a:lnTo>
                          <a:pt x="423" y="461"/>
                        </a:lnTo>
                        <a:close/>
                      </a:path>
                    </a:pathLst>
                  </a:custGeom>
                  <a:solidFill>
                    <a:srgbClr val="F164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fa88978f-d7b0-4318-8143-b452d796031f" id="643" name="îSļîḋe">
                    <a:extLst>
                      <a:ext uri="{FF2B5EF4-FFF2-40B4-BE49-F238E27FC236}">
                        <a16:creationId id="{F27CDA06-0421-57B3-AA4B-2A92F5E8F573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726" y="1397"/>
                    <a:ext cx="503" cy="501"/>
                  </a:xfrm>
                  <a:custGeom>
                    <a:avLst/>
                    <a:gdLst>
                      <a:gd fmla="*/ 38 w 503" name="T0"/>
                      <a:gd fmla="*/ 501 h 501" name="T1"/>
                      <a:gd fmla="*/ 0 w 503" name="T2"/>
                      <a:gd fmla="*/ 463 h 501" name="T3"/>
                      <a:gd fmla="*/ 466 w 503" name="T4"/>
                      <a:gd fmla="*/ 0 h 501" name="T5"/>
                      <a:gd fmla="*/ 503 w 503" name="T6"/>
                      <a:gd fmla="*/ 38 h 501" name="T7"/>
                      <a:gd fmla="*/ 38 w 503" name="T8"/>
                      <a:gd fmla="*/ 501 h 501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501" w="503">
                        <a:moveTo>
                          <a:pt x="38" y="501"/>
                        </a:moveTo>
                        <a:lnTo>
                          <a:pt x="0" y="463"/>
                        </a:lnTo>
                        <a:lnTo>
                          <a:pt x="466" y="0"/>
                        </a:lnTo>
                        <a:lnTo>
                          <a:pt x="503" y="38"/>
                        </a:lnTo>
                        <a:lnTo>
                          <a:pt x="38" y="501"/>
                        </a:lnTo>
                        <a:close/>
                      </a:path>
                    </a:pathLst>
                  </a:custGeom>
                  <a:solidFill>
                    <a:srgbClr val="E4566C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5f6dbd12-a610-4ef1-a83c-f90da1f482dd" id="644" name="îšḷiḍê">
                    <a:extLst>
                      <a:ext uri="{FF2B5EF4-FFF2-40B4-BE49-F238E27FC236}">
                        <a16:creationId id="{B3E010DF-F5F4-D04D-C2D0-F0F5DA8EACDA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011" y="1765"/>
                    <a:ext cx="127" cy="122"/>
                  </a:xfrm>
                  <a:prstGeom prst="rect">
                    <a:avLst/>
                  </a:pr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74cea59c-3bd0-47a0-a06f-9204956ae512" id="645" name="îṩļîde">
                    <a:extLst>
                      <a:ext uri="{FF2B5EF4-FFF2-40B4-BE49-F238E27FC236}">
                        <a16:creationId id="{FC49E289-222D-402E-0CD4-1DC771D6FBC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019" y="1771"/>
                    <a:ext cx="52" cy="110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043562cd-22dd-4e73-b046-be3aa0e57008" id="646" name="iṡľíḋe">
                    <a:extLst>
                      <a:ext uri="{FF2B5EF4-FFF2-40B4-BE49-F238E27FC236}">
                        <a16:creationId id="{ADD54B96-E83F-A782-9425-C62656D1767D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080" y="1771"/>
                    <a:ext cx="51" cy="110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df0358f2-a5f3-417a-a4f8-541912289a77" id="647" name="ïSḻíḍe">
                    <a:extLst>
                      <a:ext uri="{FF2B5EF4-FFF2-40B4-BE49-F238E27FC236}">
                        <a16:creationId id="{4EBBCA3D-5737-99EE-6A85-95277B81C2D8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021" y="1773"/>
                    <a:ext cx="48" cy="106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d9cc55fd-9e35-493d-bad0-eaa93f1ac8d0" id="648" name="ïŝḷiḋé">
                    <a:extLst>
                      <a:ext uri="{FF2B5EF4-FFF2-40B4-BE49-F238E27FC236}">
                        <a16:creationId id="{43114F31-82C0-D441-A483-78B50D82513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082" y="1773"/>
                    <a:ext cx="47" cy="106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d9b7731-29fa-4828-b276-d3767d6f8228" id="649" name="işļïďe">
                    <a:extLst>
                      <a:ext uri="{FF2B5EF4-FFF2-40B4-BE49-F238E27FC236}">
                        <a16:creationId id="{7A224FCD-902E-5096-44F3-305CE9C6918B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021" y="1773"/>
                    <a:ext cx="23" cy="106"/>
                  </a:xfrm>
                  <a:custGeom>
                    <a:avLst/>
                    <a:gdLst>
                      <a:gd fmla="*/ 0 w 23" name="T0"/>
                      <a:gd fmla="*/ 0 h 106" name="T1"/>
                      <a:gd fmla="*/ 23 w 23" name="T2"/>
                      <a:gd fmla="*/ 0 h 106" name="T3"/>
                      <a:gd fmla="*/ 0 w 23" name="T4"/>
                      <a:gd fmla="*/ 106 h 106" name="T5"/>
                      <a:gd fmla="*/ 0 w 23" name="T6"/>
                      <a:gd fmla="*/ 0 h 106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106" w="23">
                        <a:moveTo>
                          <a:pt x="0" y="0"/>
                        </a:moveTo>
                        <a:lnTo>
                          <a:pt x="23" y="0"/>
                        </a:lnTo>
                        <a:lnTo>
                          <a:pt x="0" y="1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7e3f6baa-fbd3-4388-a36d-c198dc719b1e" id="650" name="îṣḻîḓè">
                    <a:extLst>
                      <a:ext uri="{FF2B5EF4-FFF2-40B4-BE49-F238E27FC236}">
                        <a16:creationId id="{BB355ECD-3196-D804-EB5C-DA4BE66A78A4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082" y="1773"/>
                    <a:ext cx="22" cy="106"/>
                  </a:xfrm>
                  <a:custGeom>
                    <a:avLst/>
                    <a:gdLst>
                      <a:gd fmla="*/ 0 w 22" name="T0"/>
                      <a:gd fmla="*/ 0 h 106" name="T1"/>
                      <a:gd fmla="*/ 22 w 22" name="T2"/>
                      <a:gd fmla="*/ 0 h 106" name="T3"/>
                      <a:gd fmla="*/ 0 w 22" name="T4"/>
                      <a:gd fmla="*/ 106 h 106" name="T5"/>
                      <a:gd fmla="*/ 0 w 22" name="T6"/>
                      <a:gd fmla="*/ 0 h 106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106" w="22">
                        <a:moveTo>
                          <a:pt x="0" y="0"/>
                        </a:moveTo>
                        <a:lnTo>
                          <a:pt x="22" y="0"/>
                        </a:lnTo>
                        <a:lnTo>
                          <a:pt x="0" y="1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bc1300a2-6a93-49fb-965d-5d6127a28e73" id="651" name="ï$ľíďè">
                    <a:extLst>
                      <a:ext uri="{FF2B5EF4-FFF2-40B4-BE49-F238E27FC236}">
                        <a16:creationId id="{5C750668-E335-13A2-8847-7B8B4892BFDE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913" y="1962"/>
                    <a:ext cx="125" cy="141"/>
                  </a:xfrm>
                  <a:prstGeom prst="rect">
                    <a:avLst/>
                  </a:prstGeom>
                  <a:solidFill>
                    <a:srgbClr val="E7E5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8bb0463-a295-4687-839d-05c1fe8a492b" id="652" name="îṡḷíḓe">
                    <a:extLst>
                      <a:ext uri="{FF2B5EF4-FFF2-40B4-BE49-F238E27FC236}">
                        <a16:creationId id="{85F26EA8-AC0B-1834-ACE6-BFB153D47FE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920" y="1968"/>
                    <a:ext cx="51" cy="129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edda7287-3999-422d-83d7-5ac24f7de880" id="653" name="isľîḋé">
                    <a:extLst>
                      <a:ext uri="{FF2B5EF4-FFF2-40B4-BE49-F238E27FC236}">
                        <a16:creationId id="{7CA60EF3-1FD4-5DB2-25BC-5144899B71B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980" y="1968"/>
                    <a:ext cx="52" cy="129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e80d8ee-c9f6-4935-8777-eb21bd07c3f5" id="654" name="iṥ1iḍe">
                    <a:extLst>
                      <a:ext uri="{FF2B5EF4-FFF2-40B4-BE49-F238E27FC236}">
                        <a16:creationId id="{29517DF9-C01C-FFC3-B8D8-2AD0F56E9D90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922" y="1970"/>
                    <a:ext cx="47" cy="125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54613932-6009-430f-97a4-b76309dbb3be" id="655" name="îṡľiḓé">
                    <a:extLst>
                      <a:ext uri="{FF2B5EF4-FFF2-40B4-BE49-F238E27FC236}">
                        <a16:creationId id="{55F94A1B-A758-B40E-AE36-BE175A75D67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982" y="1970"/>
                    <a:ext cx="48" cy="125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7b23fdd2-b44f-4ea3-99bd-f8a9563b2ff4" id="656" name="islíḍè">
                    <a:extLst>
                      <a:ext uri="{FF2B5EF4-FFF2-40B4-BE49-F238E27FC236}">
                        <a16:creationId id="{CE3A36C1-B8A2-09A3-F0E4-587971A792E8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922" y="1970"/>
                    <a:ext cx="22" cy="125"/>
                  </a:xfrm>
                  <a:custGeom>
                    <a:avLst/>
                    <a:gdLst>
                      <a:gd fmla="*/ 0 w 22" name="T0"/>
                      <a:gd fmla="*/ 0 h 125" name="T1"/>
                      <a:gd fmla="*/ 22 w 22" name="T2"/>
                      <a:gd fmla="*/ 0 h 125" name="T3"/>
                      <a:gd fmla="*/ 0 w 22" name="T4"/>
                      <a:gd fmla="*/ 125 h 125" name="T5"/>
                      <a:gd fmla="*/ 0 w 22" name="T6"/>
                      <a:gd fmla="*/ 0 h 125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125" w="22">
                        <a:moveTo>
                          <a:pt x="0" y="0"/>
                        </a:moveTo>
                        <a:lnTo>
                          <a:pt x="22" y="0"/>
                        </a:lnTo>
                        <a:lnTo>
                          <a:pt x="0" y="1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826cbc7a-131a-4078-8d6f-934f2fcbb1ea" id="657" name="îṥḷíḍê">
                    <a:extLst>
                      <a:ext uri="{FF2B5EF4-FFF2-40B4-BE49-F238E27FC236}">
                        <a16:creationId id="{EDE180C0-A2FB-D899-2130-7AA6E1C565C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982" y="1970"/>
                    <a:ext cx="23" cy="125"/>
                  </a:xfrm>
                  <a:custGeom>
                    <a:avLst/>
                    <a:gdLst>
                      <a:gd fmla="*/ 0 w 23" name="T0"/>
                      <a:gd fmla="*/ 0 h 125" name="T1"/>
                      <a:gd fmla="*/ 23 w 23" name="T2"/>
                      <a:gd fmla="*/ 0 h 125" name="T3"/>
                      <a:gd fmla="*/ 0 w 23" name="T4"/>
                      <a:gd fmla="*/ 125 h 125" name="T5"/>
                      <a:gd fmla="*/ 0 w 23" name="T6"/>
                      <a:gd fmla="*/ 0 h 125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125" w="23">
                        <a:moveTo>
                          <a:pt x="0" y="0"/>
                        </a:moveTo>
                        <a:lnTo>
                          <a:pt x="23" y="0"/>
                        </a:lnTo>
                        <a:lnTo>
                          <a:pt x="0" y="1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74b2f9b-5ed7-4c8d-81e0-a589a40c7b0f" id="658" name="ïṧlíḑé">
                    <a:extLst>
                      <a:ext uri="{FF2B5EF4-FFF2-40B4-BE49-F238E27FC236}">
                        <a16:creationId id="{04B87C3B-9612-131B-5240-869CD0819497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310" y="1962"/>
                    <a:ext cx="127" cy="141"/>
                  </a:xfrm>
                  <a:prstGeom prst="rect">
                    <a:avLst/>
                  </a:prstGeom>
                  <a:solidFill>
                    <a:srgbClr val="E7E5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c7b44ab-6c9b-4e0c-a03d-1783d77489aa" id="659" name="îşlíḑè">
                    <a:extLst>
                      <a:ext uri="{FF2B5EF4-FFF2-40B4-BE49-F238E27FC236}">
                        <a16:creationId id="{7043B2BA-F19D-29F9-32AE-B8F2BA1850B2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318" y="1968"/>
                    <a:ext cx="52" cy="129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5b52fdf-5868-434b-907e-c824722eb116" id="660" name="íşḻiḑé">
                    <a:extLst>
                      <a:ext uri="{FF2B5EF4-FFF2-40B4-BE49-F238E27FC236}">
                        <a16:creationId id="{611E2AAA-FF34-192C-118F-3FE4A06593E7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379" y="1968"/>
                    <a:ext cx="50" cy="129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42251e3-0a0d-4d68-abdc-8d480fd39b76" id="661" name="ïṥļiḋé">
                    <a:extLst>
                      <a:ext uri="{FF2B5EF4-FFF2-40B4-BE49-F238E27FC236}">
                        <a16:creationId id="{A8F2ED0E-959B-503E-E071-1435972C7549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321" y="1970"/>
                    <a:ext cx="47" cy="125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1e3a61e6-e8c9-43f4-8adf-8d50589f30ca" id="662" name="ïṧļiďê">
                    <a:extLst>
                      <a:ext uri="{FF2B5EF4-FFF2-40B4-BE49-F238E27FC236}">
                        <a16:creationId id="{4EEBD5E7-AB33-EF56-7ED3-3EC240D0A016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381" y="1970"/>
                    <a:ext cx="45" cy="125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6f014e90-620e-4cdd-9019-2ce348c9842d" id="663" name="ïš1iḋé">
                    <a:extLst>
                      <a:ext uri="{FF2B5EF4-FFF2-40B4-BE49-F238E27FC236}">
                        <a16:creationId id="{F8B79192-ED16-E29F-25E1-43B7452401E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321" y="1970"/>
                    <a:ext cx="22" cy="125"/>
                  </a:xfrm>
                  <a:custGeom>
                    <a:avLst/>
                    <a:gdLst>
                      <a:gd fmla="*/ 0 w 22" name="T0"/>
                      <a:gd fmla="*/ 0 h 125" name="T1"/>
                      <a:gd fmla="*/ 22 w 22" name="T2"/>
                      <a:gd fmla="*/ 0 h 125" name="T3"/>
                      <a:gd fmla="*/ 0 w 22" name="T4"/>
                      <a:gd fmla="*/ 125 h 125" name="T5"/>
                      <a:gd fmla="*/ 0 w 22" name="T6"/>
                      <a:gd fmla="*/ 0 h 125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125" w="22">
                        <a:moveTo>
                          <a:pt x="0" y="0"/>
                        </a:moveTo>
                        <a:lnTo>
                          <a:pt x="22" y="0"/>
                        </a:lnTo>
                        <a:lnTo>
                          <a:pt x="0" y="1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452db02-9444-477f-9f5b-4fafd1ffb56e" id="664" name="ïsḷîḍé">
                    <a:extLst>
                      <a:ext uri="{FF2B5EF4-FFF2-40B4-BE49-F238E27FC236}">
                        <a16:creationId id="{758C1EC1-F69B-BB77-F357-D257E37D7AF1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381" y="1970"/>
                    <a:ext cx="23" cy="125"/>
                  </a:xfrm>
                  <a:custGeom>
                    <a:avLst/>
                    <a:gdLst>
                      <a:gd fmla="*/ 0 w 23" name="T0"/>
                      <a:gd fmla="*/ 0 h 125" name="T1"/>
                      <a:gd fmla="*/ 23 w 23" name="T2"/>
                      <a:gd fmla="*/ 0 h 125" name="T3"/>
                      <a:gd fmla="*/ 0 w 23" name="T4"/>
                      <a:gd fmla="*/ 125 h 125" name="T5"/>
                      <a:gd fmla="*/ 0 w 23" name="T6"/>
                      <a:gd fmla="*/ 0 h 125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125" w="23">
                        <a:moveTo>
                          <a:pt x="0" y="0"/>
                        </a:moveTo>
                        <a:lnTo>
                          <a:pt x="23" y="0"/>
                        </a:lnTo>
                        <a:lnTo>
                          <a:pt x="0" y="1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9d7d3449-4979-40dc-bb10-cd4df65cbec3" id="665" name="íŝļïdé">
                    <a:extLst>
                      <a:ext uri="{FF2B5EF4-FFF2-40B4-BE49-F238E27FC236}">
                        <a16:creationId id="{D210C35A-2F10-B472-83BD-6E5993D4A58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210" y="1765"/>
                    <a:ext cx="127" cy="122"/>
                  </a:xfrm>
                  <a:prstGeom prst="rect">
                    <a:avLst/>
                  </a:pr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1472893-44ab-481c-a4fe-010117a287bb" id="666" name="íṩḻíḍê">
                    <a:extLst>
                      <a:ext uri="{FF2B5EF4-FFF2-40B4-BE49-F238E27FC236}">
                        <a16:creationId id="{61BC0281-4B5C-DC65-10A2-6231BF9D6866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219" y="1771"/>
                    <a:ext cx="52" cy="110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704f682-fee4-46ca-9d07-a7db87862e6f" id="667" name="íŝļîḑê">
                    <a:extLst>
                      <a:ext uri="{FF2B5EF4-FFF2-40B4-BE49-F238E27FC236}">
                        <a16:creationId id="{2E415DBA-93F4-848F-2A92-F86CFAC6FC30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277" y="1771"/>
                    <a:ext cx="52" cy="110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77cac0d-1313-467b-a582-4d6bdb1bc2d4" id="668" name="iṣḻîḑé">
                    <a:extLst>
                      <a:ext uri="{FF2B5EF4-FFF2-40B4-BE49-F238E27FC236}">
                        <a16:creationId id="{7281EAE7-25BE-CFA2-52C6-55141102ADDB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221" y="1773"/>
                    <a:ext cx="46" cy="106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f4ced359-328f-4b4d-b24a-0dee764a3290" id="669" name="i$ḷíḋé">
                    <a:extLst>
                      <a:ext uri="{FF2B5EF4-FFF2-40B4-BE49-F238E27FC236}">
                        <a16:creationId id="{0A65D725-B466-739B-CDF6-38E7AE7961EB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279" y="1773"/>
                    <a:ext cx="48" cy="106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48f6e0ee-dd73-444f-b258-0ba2ae03c396" id="670" name="î$1ïḓé">
                    <a:extLst>
                      <a:ext uri="{FF2B5EF4-FFF2-40B4-BE49-F238E27FC236}">
                        <a16:creationId id="{1C4850DA-0AAE-4C32-26C2-B3D23690462E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221" y="1773"/>
                    <a:ext cx="23" cy="106"/>
                  </a:xfrm>
                  <a:custGeom>
                    <a:avLst/>
                    <a:gdLst>
                      <a:gd fmla="*/ 0 w 23" name="T0"/>
                      <a:gd fmla="*/ 0 h 106" name="T1"/>
                      <a:gd fmla="*/ 23 w 23" name="T2"/>
                      <a:gd fmla="*/ 0 h 106" name="T3"/>
                      <a:gd fmla="*/ 0 w 23" name="T4"/>
                      <a:gd fmla="*/ 106 h 106" name="T5"/>
                      <a:gd fmla="*/ 0 w 23" name="T6"/>
                      <a:gd fmla="*/ 0 h 106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106" w="23">
                        <a:moveTo>
                          <a:pt x="0" y="0"/>
                        </a:moveTo>
                        <a:lnTo>
                          <a:pt x="23" y="0"/>
                        </a:lnTo>
                        <a:lnTo>
                          <a:pt x="0" y="1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d0248fa2-18b3-4df0-a03b-aec6dbd78224" id="671" name="ïšḷiḑé">
                    <a:extLst>
                      <a:ext uri="{FF2B5EF4-FFF2-40B4-BE49-F238E27FC236}">
                        <a16:creationId id="{AA63BB18-DC27-13D4-1E25-C6F7F4C045B8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3279" y="1773"/>
                    <a:ext cx="23" cy="106"/>
                  </a:xfrm>
                  <a:custGeom>
                    <a:avLst/>
                    <a:gdLst>
                      <a:gd fmla="*/ 0 w 23" name="T0"/>
                      <a:gd fmla="*/ 0 h 106" name="T1"/>
                      <a:gd fmla="*/ 23 w 23" name="T2"/>
                      <a:gd fmla="*/ 0 h 106" name="T3"/>
                      <a:gd fmla="*/ 0 w 23" name="T4"/>
                      <a:gd fmla="*/ 106 h 106" name="T5"/>
                      <a:gd fmla="*/ 0 w 23" name="T6"/>
                      <a:gd fmla="*/ 0 h 106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106" w="23">
                        <a:moveTo>
                          <a:pt x="0" y="0"/>
                        </a:moveTo>
                        <a:lnTo>
                          <a:pt x="23" y="0"/>
                        </a:lnTo>
                        <a:lnTo>
                          <a:pt x="0" y="1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fdce59e1-df9f-4384-8af1-afa6b58dbcf2" id="672" name="ïṥľíḓé">
                    <a:extLst>
                      <a:ext uri="{FF2B5EF4-FFF2-40B4-BE49-F238E27FC236}">
                        <a16:creationId id="{26900CAE-04E2-1975-09E1-1B96E4C8D68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799" y="1489"/>
                    <a:ext cx="752" cy="707"/>
                  </a:xfrm>
                  <a:custGeom>
                    <a:avLst/>
                    <a:gdLst>
                      <a:gd fmla="*/ 376 w 752" name="T0"/>
                      <a:gd fmla="*/ 0 h 707" name="T1"/>
                      <a:gd fmla="*/ 0 w 752" name="T2"/>
                      <a:gd fmla="*/ 375 h 707" name="T3"/>
                      <a:gd fmla="*/ 0 w 752" name="T4"/>
                      <a:gd fmla="*/ 402 h 707" name="T5"/>
                      <a:gd fmla="*/ 376 w 752" name="T6"/>
                      <a:gd fmla="*/ 29 h 707" name="T7"/>
                      <a:gd fmla="*/ 700 w 752" name="T8"/>
                      <a:gd fmla="*/ 353 h 707" name="T9"/>
                      <a:gd fmla="*/ 700 w 752" name="T10"/>
                      <a:gd fmla="*/ 707 h 707" name="T11"/>
                      <a:gd fmla="*/ 752 w 752" name="T12"/>
                      <a:gd fmla="*/ 707 h 707" name="T13"/>
                      <a:gd fmla="*/ 752 w 752" name="T14"/>
                      <a:gd fmla="*/ 375 h 707" name="T15"/>
                      <a:gd fmla="*/ 376 w 752" name="T16"/>
                      <a:gd fmla="*/ 0 h 707" name="T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b="b" l="0" r="r" t="0"/>
                    <a:pathLst>
                      <a:path h="707" w="752">
                        <a:moveTo>
                          <a:pt x="376" y="0"/>
                        </a:moveTo>
                        <a:lnTo>
                          <a:pt x="0" y="375"/>
                        </a:lnTo>
                        <a:lnTo>
                          <a:pt x="0" y="402"/>
                        </a:lnTo>
                        <a:lnTo>
                          <a:pt x="376" y="29"/>
                        </a:lnTo>
                        <a:lnTo>
                          <a:pt x="700" y="353"/>
                        </a:lnTo>
                        <a:lnTo>
                          <a:pt x="700" y="707"/>
                        </a:lnTo>
                        <a:lnTo>
                          <a:pt x="752" y="707"/>
                        </a:lnTo>
                        <a:lnTo>
                          <a:pt x="752" y="375"/>
                        </a:lnTo>
                        <a:lnTo>
                          <a:pt x="376" y="0"/>
                        </a:lnTo>
                        <a:close/>
                      </a:path>
                    </a:pathLst>
                  </a:cu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deca21c0-fbe5-48dd-a360-38862d21adb3" id="673" name="ï$ļiḓê">
                    <a:extLst>
                      <a:ext uri="{FF2B5EF4-FFF2-40B4-BE49-F238E27FC236}">
                        <a16:creationId id="{5984CD5C-CC54-BC4A-4800-4E13DACFD411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2799" y="1489"/>
                    <a:ext cx="752" cy="707"/>
                  </a:xfrm>
                  <a:custGeom>
                    <a:avLst/>
                    <a:gdLst>
                      <a:gd fmla="*/ 376 w 752" name="T0"/>
                      <a:gd fmla="*/ 0 h 707" name="T1"/>
                      <a:gd fmla="*/ 0 w 752" name="T2"/>
                      <a:gd fmla="*/ 375 h 707" name="T3"/>
                      <a:gd fmla="*/ 0 w 752" name="T4"/>
                      <a:gd fmla="*/ 402 h 707" name="T5"/>
                      <a:gd fmla="*/ 376 w 752" name="T6"/>
                      <a:gd fmla="*/ 29 h 707" name="T7"/>
                      <a:gd fmla="*/ 700 w 752" name="T8"/>
                      <a:gd fmla="*/ 353 h 707" name="T9"/>
                      <a:gd fmla="*/ 700 w 752" name="T10"/>
                      <a:gd fmla="*/ 707 h 707" name="T11"/>
                      <a:gd fmla="*/ 752 w 752" name="T12"/>
                      <a:gd fmla="*/ 707 h 707" name="T13"/>
                      <a:gd fmla="*/ 752 w 752" name="T14"/>
                      <a:gd fmla="*/ 375 h 707" name="T15"/>
                      <a:gd fmla="*/ 376 w 752" name="T16"/>
                      <a:gd fmla="*/ 0 h 707" name="T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b="b" l="0" r="r" t="0"/>
                    <a:pathLst>
                      <a:path h="707" w="752">
                        <a:moveTo>
                          <a:pt x="376" y="0"/>
                        </a:moveTo>
                        <a:lnTo>
                          <a:pt x="0" y="375"/>
                        </a:lnTo>
                        <a:lnTo>
                          <a:pt x="0" y="402"/>
                        </a:lnTo>
                        <a:lnTo>
                          <a:pt x="376" y="29"/>
                        </a:lnTo>
                        <a:lnTo>
                          <a:pt x="700" y="353"/>
                        </a:lnTo>
                        <a:lnTo>
                          <a:pt x="700" y="707"/>
                        </a:lnTo>
                        <a:lnTo>
                          <a:pt x="752" y="707"/>
                        </a:lnTo>
                        <a:lnTo>
                          <a:pt x="752" y="375"/>
                        </a:lnTo>
                        <a:lnTo>
                          <a:pt x="376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fc110e62-c5c7-4305-b758-592765316b55" id="674" name="ïṧlïḓê">
                    <a:extLst>
                      <a:ext uri="{FF2B5EF4-FFF2-40B4-BE49-F238E27FC236}">
                        <a16:creationId id="{D329848D-706C-ED74-7FB0-49B68C91352B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804" y="1765"/>
                    <a:ext cx="420" cy="431"/>
                  </a:xfrm>
                  <a:custGeom>
                    <a:avLst/>
                    <a:gdLst>
                      <a:gd fmla="*/ 420 w 420" name="T0"/>
                      <a:gd fmla="*/ 431 h 431" name="T1"/>
                      <a:gd fmla="*/ 0 w 420" name="T2"/>
                      <a:gd fmla="*/ 431 h 431" name="T3"/>
                      <a:gd fmla="*/ 0 w 420" name="T4"/>
                      <a:gd fmla="*/ 211 h 431" name="T5"/>
                      <a:gd fmla="*/ 210 w 420" name="T6"/>
                      <a:gd fmla="*/ 0 h 431" name="T7"/>
                      <a:gd fmla="*/ 420 w 420" name="T8"/>
                      <a:gd fmla="*/ 211 h 431" name="T9"/>
                      <a:gd fmla="*/ 420 w 420" name="T10"/>
                      <a:gd fmla="*/ 431 h 431" name="T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b="b" l="0" r="r" t="0"/>
                    <a:pathLst>
                      <a:path h="431" w="420">
                        <a:moveTo>
                          <a:pt x="420" y="431"/>
                        </a:moveTo>
                        <a:lnTo>
                          <a:pt x="0" y="431"/>
                        </a:lnTo>
                        <a:lnTo>
                          <a:pt x="0" y="211"/>
                        </a:lnTo>
                        <a:lnTo>
                          <a:pt x="210" y="0"/>
                        </a:lnTo>
                        <a:lnTo>
                          <a:pt x="420" y="211"/>
                        </a:lnTo>
                        <a:lnTo>
                          <a:pt x="420" y="43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d5f62737-01dd-45c9-8ac8-850df488a0fe" id="675" name="îslíḑe">
                    <a:extLst>
                      <a:ext uri="{FF2B5EF4-FFF2-40B4-BE49-F238E27FC236}">
                        <a16:creationId id="{918E435F-D4FA-75A1-5C4A-EDF52871F537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976" y="2064"/>
                    <a:ext cx="69" cy="130"/>
                  </a:xfrm>
                  <a:prstGeom prst="rect">
                    <a:avLst/>
                  </a:prstGeom>
                  <a:solidFill>
                    <a:srgbClr val="D09C4F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c492e27d-2ce2-494a-8eb0-f33c2579bf0c" id="676" name="ïṩḻïḓé">
                    <a:extLst>
                      <a:ext uri="{FF2B5EF4-FFF2-40B4-BE49-F238E27FC236}">
                        <a16:creationId id="{3B66306C-2744-9B98-D212-EC005A4B59B5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983" y="2068"/>
                    <a:ext cx="62" cy="126"/>
                  </a:xfrm>
                  <a:prstGeom prst="rect">
                    <a:avLst/>
                  </a:prstGeom>
                  <a:solidFill>
                    <a:srgbClr val="FFD372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5b9f21e1-b569-4e6a-b622-e4e8cb09bfbc" id="677" name="išḻíḓe">
                    <a:extLst>
                      <a:ext uri="{FF2B5EF4-FFF2-40B4-BE49-F238E27FC236}">
                        <a16:creationId id="{7C5A749E-4ED6-E8D5-F0C1-09B726CA3992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001" y="1742"/>
                    <a:ext cx="258" cy="257"/>
                  </a:xfrm>
                  <a:custGeom>
                    <a:avLst/>
                    <a:gdLst>
                      <a:gd fmla="*/ 237 w 258" name="T0"/>
                      <a:gd fmla="*/ 257 h 257" name="T1"/>
                      <a:gd fmla="*/ 258 w 258" name="T2"/>
                      <a:gd fmla="*/ 236 h 257" name="T3"/>
                      <a:gd fmla="*/ 21 w 258" name="T4"/>
                      <a:gd fmla="*/ 0 h 257" name="T5"/>
                      <a:gd fmla="*/ 0 w 258" name="T6"/>
                      <a:gd fmla="*/ 21 h 257" name="T7"/>
                      <a:gd fmla="*/ 237 w 258" name="T8"/>
                      <a:gd fmla="*/ 257 h 257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257" w="258">
                        <a:moveTo>
                          <a:pt x="237" y="257"/>
                        </a:moveTo>
                        <a:lnTo>
                          <a:pt x="258" y="236"/>
                        </a:lnTo>
                        <a:lnTo>
                          <a:pt x="21" y="0"/>
                        </a:lnTo>
                        <a:lnTo>
                          <a:pt x="0" y="21"/>
                        </a:lnTo>
                        <a:lnTo>
                          <a:pt x="237" y="257"/>
                        </a:lnTo>
                        <a:close/>
                      </a:path>
                    </a:pathLst>
                  </a:custGeom>
                  <a:solidFill>
                    <a:srgbClr val="AB0634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5da59beb-d2d4-495b-8b9d-fa724daab49e" id="678" name="išľíḍe">
                    <a:extLst>
                      <a:ext uri="{FF2B5EF4-FFF2-40B4-BE49-F238E27FC236}">
                        <a16:creationId id="{2C13C489-CC8A-FDF4-0472-E0F2CA0F80BC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5006" y="1736"/>
                    <a:ext cx="257" cy="259"/>
                  </a:xfrm>
                  <a:custGeom>
                    <a:avLst/>
                    <a:gdLst>
                      <a:gd fmla="*/ 236 w 257" name="T0"/>
                      <a:gd fmla="*/ 259 h 259" name="T1"/>
                      <a:gd fmla="*/ 257 w 257" name="T2"/>
                      <a:gd fmla="*/ 238 h 259" name="T3"/>
                      <a:gd fmla="*/ 20 w 257" name="T4"/>
                      <a:gd fmla="*/ 0 h 259" name="T5"/>
                      <a:gd fmla="*/ 0 w 257" name="T6"/>
                      <a:gd fmla="*/ 20 h 259" name="T7"/>
                      <a:gd fmla="*/ 236 w 257" name="T8"/>
                      <a:gd fmla="*/ 259 h 259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259" w="257">
                        <a:moveTo>
                          <a:pt x="236" y="259"/>
                        </a:moveTo>
                        <a:lnTo>
                          <a:pt x="257" y="238"/>
                        </a:lnTo>
                        <a:lnTo>
                          <a:pt x="20" y="0"/>
                        </a:lnTo>
                        <a:lnTo>
                          <a:pt x="0" y="20"/>
                        </a:lnTo>
                        <a:lnTo>
                          <a:pt x="236" y="259"/>
                        </a:lnTo>
                        <a:close/>
                      </a:path>
                    </a:pathLst>
                  </a:custGeom>
                  <a:solidFill>
                    <a:srgbClr val="F16477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b7434899-893f-486d-acfb-03b1894bcbe6" id="679" name="iŝļide">
                    <a:extLst>
                      <a:ext uri="{FF2B5EF4-FFF2-40B4-BE49-F238E27FC236}">
                        <a16:creationId id="{18437C43-3505-75E0-25BB-5A2E39C02D78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762" y="1715"/>
                    <a:ext cx="281" cy="280"/>
                  </a:xfrm>
                  <a:custGeom>
                    <a:avLst/>
                    <a:gdLst>
                      <a:gd fmla="*/ 21 w 281" name="T0"/>
                      <a:gd fmla="*/ 280 h 280" name="T1"/>
                      <a:gd fmla="*/ 0 w 281" name="T2"/>
                      <a:gd fmla="*/ 259 h 280" name="T3"/>
                      <a:gd fmla="*/ 260 w 281" name="T4"/>
                      <a:gd fmla="*/ 0 h 280" name="T5"/>
                      <a:gd fmla="*/ 281 w 281" name="T6"/>
                      <a:gd fmla="*/ 21 h 280" name="T7"/>
                      <a:gd fmla="*/ 21 w 281" name="T8"/>
                      <a:gd fmla="*/ 280 h 280" name="T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b="b" l="0" r="r" t="0"/>
                    <a:pathLst>
                      <a:path h="280" w="281">
                        <a:moveTo>
                          <a:pt x="21" y="280"/>
                        </a:moveTo>
                        <a:lnTo>
                          <a:pt x="0" y="259"/>
                        </a:lnTo>
                        <a:lnTo>
                          <a:pt x="260" y="0"/>
                        </a:lnTo>
                        <a:lnTo>
                          <a:pt x="281" y="21"/>
                        </a:lnTo>
                        <a:lnTo>
                          <a:pt x="21" y="280"/>
                        </a:lnTo>
                        <a:close/>
                      </a:path>
                    </a:pathLst>
                  </a:custGeom>
                  <a:solidFill>
                    <a:srgbClr val="E4566C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5cb9ea8a-7250-49fc-a2a2-a76b0de68ff5" id="680" name="íş1iḍé">
                    <a:extLst>
                      <a:ext uri="{FF2B5EF4-FFF2-40B4-BE49-F238E27FC236}">
                        <a16:creationId id="{65A06CC7-4C10-33C4-B5FE-EB6BEAF32E41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922" y="1954"/>
                    <a:ext cx="71" cy="68"/>
                  </a:xfrm>
                  <a:prstGeom prst="rect">
                    <a:avLst/>
                  </a:prstGeom>
                  <a:solidFill>
                    <a:srgbClr val="E6E7E8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5ae83849-d851-4e42-9518-a231aa12b523" id="681" name="íṩḻíḍè">
                    <a:extLst>
                      <a:ext uri="{FF2B5EF4-FFF2-40B4-BE49-F238E27FC236}">
                        <a16:creationId id="{665AEA54-2DE5-DA70-6A5A-E858131B4436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927" y="1958"/>
                    <a:ext cx="29" cy="60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2a673ac6-d295-4cad-bb0d-bbdd41190804" id="682" name="îşľïďê">
                    <a:extLst>
                      <a:ext uri="{FF2B5EF4-FFF2-40B4-BE49-F238E27FC236}">
                        <a16:creationId id="{E5D1C6B4-94F3-A54A-6FF3-4BA9854A140F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960" y="1958"/>
                    <a:ext cx="29" cy="60"/>
                  </a:xfrm>
                  <a:prstGeom prst="rect">
                    <a:avLst/>
                  </a:prstGeom>
                  <a:solidFill>
                    <a:srgbClr val="C5C19D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35e18268-3a0e-4f7b-831e-7dd9a799c5d2" id="683" name="ïṡ1iďê">
                    <a:extLst>
                      <a:ext uri="{FF2B5EF4-FFF2-40B4-BE49-F238E27FC236}">
                        <a16:creationId id="{A5CC9494-D794-AB59-5707-A2CAD7265C24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929" y="1958"/>
                    <a:ext cx="25" cy="60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bf497546-deb5-4be5-afb0-8d184938290b" id="684" name="íṩḷiḍê">
                    <a:extLst>
                      <a:ext uri="{FF2B5EF4-FFF2-40B4-BE49-F238E27FC236}">
                        <a16:creationId id="{11647054-2CE6-5ED0-DB61-44BA84A106E3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962" y="1958"/>
                    <a:ext cx="25" cy="60"/>
                  </a:xfrm>
                  <a:prstGeom prst="rect">
                    <a:avLst/>
                  </a:prstGeom>
                  <a:solidFill>
                    <a:srgbClr val="70CDE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48d50eb5-4b16-4bb4-a133-4737f839e9eb" id="685" name="îŝlïḑê">
                    <a:extLst>
                      <a:ext uri="{FF2B5EF4-FFF2-40B4-BE49-F238E27FC236}">
                        <a16:creationId id="{CAD52D80-8763-7EF0-9DB5-507E506BD9CB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929" y="1958"/>
                    <a:ext cx="12" cy="60"/>
                  </a:xfrm>
                  <a:custGeom>
                    <a:avLst/>
                    <a:gdLst>
                      <a:gd fmla="*/ 0 w 12" name="T0"/>
                      <a:gd fmla="*/ 0 h 60" name="T1"/>
                      <a:gd fmla="*/ 12 w 12" name="T2"/>
                      <a:gd fmla="*/ 0 h 60" name="T3"/>
                      <a:gd fmla="*/ 0 w 12" name="T4"/>
                      <a:gd fmla="*/ 60 h 60" name="T5"/>
                      <a:gd fmla="*/ 0 w 12" name="T6"/>
                      <a:gd fmla="*/ 0 h 60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60" w="12">
                        <a:moveTo>
                          <a:pt x="0" y="0"/>
                        </a:moveTo>
                        <a:lnTo>
                          <a:pt x="12" y="0"/>
                        </a:lnTo>
                        <a:lnTo>
                          <a:pt x="0" y="6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  <p:sp>
                <p:nvSpPr>
                  <p:cNvPr descr="8066fcbc-f264-4d7e-b1c7-b1cdbeb51e0b" id="686" name="îSľídè">
                    <a:extLst>
                      <a:ext uri="{FF2B5EF4-FFF2-40B4-BE49-F238E27FC236}">
                        <a16:creationId id="{987DA27A-FDC9-0F40-F614-13F9C79D2D4B}"/>
                      </a:ext>
                    </a:extLst>
                  </p:cNvPr>
                  <p:cNvSpPr/>
                  <p:nvPr/>
                </p:nvSpPr>
                <p:spPr bwMode="auto">
                  <a:xfrm flipV="false" flipH="false">
                    <a:off x="4962" y="1958"/>
                    <a:ext cx="12" cy="60"/>
                  </a:xfrm>
                  <a:custGeom>
                    <a:avLst/>
                    <a:gdLst>
                      <a:gd fmla="*/ 0 w 12" name="T0"/>
                      <a:gd fmla="*/ 0 h 60" name="T1"/>
                      <a:gd fmla="*/ 12 w 12" name="T2"/>
                      <a:gd fmla="*/ 0 h 60" name="T3"/>
                      <a:gd fmla="*/ 0 w 12" name="T4"/>
                      <a:gd fmla="*/ 60 h 60" name="T5"/>
                      <a:gd fmla="*/ 0 w 12" name="T6"/>
                      <a:gd fmla="*/ 0 h 60" name="T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b="b" l="0" r="r" t="0"/>
                    <a:pathLst>
                      <a:path h="60" w="12">
                        <a:moveTo>
                          <a:pt x="0" y="0"/>
                        </a:moveTo>
                        <a:lnTo>
                          <a:pt x="12" y="0"/>
                        </a:lnTo>
                        <a:lnTo>
                          <a:pt x="0" y="6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7C3D3"/>
                  </a:solidFill>
                  <a:ln>
                    <a:noFill/>
                  </a:ln>
                  <a:extLst>
                    <a:ext uri="{91240B29-F687-4F45-9708-019B960494DF}">
                      <a14:hiddenLine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</a:p>
                </p:txBody>
              </p:sp>
            </p:grpSp>
            <p:sp>
              <p:nvSpPr>
                <p:cNvPr descr="732d612a-3cfc-4ed5-a694-5e3ef8460c14" id="365" name="išľiḓè">
                  <a:extLst>
                    <a:ext uri="{FF2B5EF4-FFF2-40B4-BE49-F238E27FC236}">
                      <a16:creationId id="{42AA45F7-11EC-5C94-F7FA-3151EC66DB65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325899" y="3576654"/>
                  <a:ext cx="85110" cy="93501"/>
                </a:xfrm>
                <a:prstGeom prst="rect">
                  <a:avLst/>
                </a:prstGeom>
                <a:solidFill>
                  <a:srgbClr val="E7E5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74b3681d-6a5b-4a11-9bb3-d34423295a0e" id="366" name="î$ḷïḋê">
                  <a:extLst>
                    <a:ext uri="{FF2B5EF4-FFF2-40B4-BE49-F238E27FC236}">
                      <a16:creationId id="{10230E81-C866-68A5-2E81-8AA3156FC571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330694" y="3581449"/>
                  <a:ext cx="35962" cy="83911"/>
                </a:xfrm>
                <a:prstGeom prst="rect">
                  <a:avLst/>
                </a:prstGeom>
                <a:solidFill>
                  <a:srgbClr val="C5C19D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503fd28a-f29a-4b1b-a2db-71d98b14d1ed" id="367" name="ï$1iḓê">
                  <a:extLst>
                    <a:ext uri="{FF2B5EF4-FFF2-40B4-BE49-F238E27FC236}">
                      <a16:creationId id="{99C40BA5-F7A4-9E89-2F5B-62F52C578C79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371451" y="3581449"/>
                  <a:ext cx="34763" cy="83911"/>
                </a:xfrm>
                <a:prstGeom prst="rect">
                  <a:avLst/>
                </a:prstGeom>
                <a:solidFill>
                  <a:srgbClr val="C5C19D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58baf4fc-24af-44eb-8bea-609f0477a601" id="368" name="ï$1iḓê">
                  <a:extLst>
                    <a:ext uri="{FF2B5EF4-FFF2-40B4-BE49-F238E27FC236}">
                      <a16:creationId id="{AD3E58C2-B680-6760-B470-FA8083D51FB9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334290" y="3581449"/>
                  <a:ext cx="28770" cy="83911"/>
                </a:xfrm>
                <a:prstGeom prst="rect">
                  <a:avLst/>
                </a:prstGeom>
                <a:solidFill>
                  <a:srgbClr val="70CDE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677f84de-785e-403f-afd6-337c3f04a4ca" id="369" name="iṣľîḋê">
                  <a:extLst>
                    <a:ext uri="{FF2B5EF4-FFF2-40B4-BE49-F238E27FC236}">
                      <a16:creationId id="{F29CBF7F-5CBC-06E1-022E-6A7E1D8F75E6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373849" y="3581449"/>
                  <a:ext cx="29968" cy="83911"/>
                </a:xfrm>
                <a:prstGeom prst="rect">
                  <a:avLst/>
                </a:prstGeom>
                <a:solidFill>
                  <a:srgbClr val="70CDE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ca3a3d89-7aec-475c-942a-5931b76535ff" id="370" name="íṩlïdê">
                  <a:extLst>
                    <a:ext uri="{FF2B5EF4-FFF2-40B4-BE49-F238E27FC236}">
                      <a16:creationId id="{1DEE76D6-B70F-7BB0-35EF-A927502D9956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334290" y="3581449"/>
                  <a:ext cx="14385" cy="83911"/>
                </a:xfrm>
                <a:custGeom>
                  <a:avLst/>
                  <a:gdLst>
                    <a:gd fmla="*/ 0 w 12" name="T0"/>
                    <a:gd fmla="*/ 0 h 70" name="T1"/>
                    <a:gd fmla="*/ 12 w 12" name="T2"/>
                    <a:gd fmla="*/ 0 h 70" name="T3"/>
                    <a:gd fmla="*/ 0 w 12" name="T4"/>
                    <a:gd fmla="*/ 70 h 70" name="T5"/>
                    <a:gd fmla="*/ 0 w 12" name="T6"/>
                    <a:gd fmla="*/ 0 h 70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70" w="12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0" y="7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C3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1298a6ca-f90e-4a98-a258-204bd317d7a4" id="371" name="î$ḷíḑe">
                  <a:extLst>
                    <a:ext uri="{FF2B5EF4-FFF2-40B4-BE49-F238E27FC236}">
                      <a16:creationId id="{86786AFA-D80A-AAB3-F02A-7659D76030D8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373849" y="3581449"/>
                  <a:ext cx="14385" cy="83911"/>
                </a:xfrm>
                <a:custGeom>
                  <a:avLst/>
                  <a:gdLst>
                    <a:gd fmla="*/ 0 w 12" name="T0"/>
                    <a:gd fmla="*/ 0 h 70" name="T1"/>
                    <a:gd fmla="*/ 12 w 12" name="T2"/>
                    <a:gd fmla="*/ 0 h 70" name="T3"/>
                    <a:gd fmla="*/ 0 w 12" name="T4"/>
                    <a:gd fmla="*/ 70 h 70" name="T5"/>
                    <a:gd fmla="*/ 0 w 12" name="T6"/>
                    <a:gd fmla="*/ 0 h 70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70" w="12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0" y="7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C3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215de317-b114-4568-aa85-1ba4f44f5d3a" id="372" name="išľîďè">
                  <a:extLst>
                    <a:ext uri="{FF2B5EF4-FFF2-40B4-BE49-F238E27FC236}">
                      <a16:creationId id="{63015296-3EC8-7B83-3D78-262FF31BD7E4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593217" y="3576654"/>
                  <a:ext cx="83911" cy="93501"/>
                </a:xfrm>
                <a:prstGeom prst="rect">
                  <a:avLst/>
                </a:prstGeom>
                <a:solidFill>
                  <a:srgbClr val="E7E5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13808521-4b6d-43f5-96b5-e60508a92742" id="373" name="îṩlîḑê">
                  <a:extLst>
                    <a:ext uri="{FF2B5EF4-FFF2-40B4-BE49-F238E27FC236}">
                      <a16:creationId id="{FD216F0A-38C8-DA5B-C55B-89F59BEDCEA0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598012" y="3581449"/>
                  <a:ext cx="34763" cy="83911"/>
                </a:xfrm>
                <a:prstGeom prst="rect">
                  <a:avLst/>
                </a:prstGeom>
                <a:solidFill>
                  <a:srgbClr val="C5C19D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46682459-cfcb-4555-8867-391b433f776f" id="374" name="işlîde">
                  <a:extLst>
                    <a:ext uri="{FF2B5EF4-FFF2-40B4-BE49-F238E27FC236}">
                      <a16:creationId id="{F060F872-A84A-A55B-6F82-9F7ED21F5B22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637570" y="3581449"/>
                  <a:ext cx="34763" cy="83911"/>
                </a:xfrm>
                <a:prstGeom prst="rect">
                  <a:avLst/>
                </a:prstGeom>
                <a:solidFill>
                  <a:srgbClr val="C5C19D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fab99e8e-9935-4a24-8d2f-7781f5c588ed" id="375" name="ïšḻïḑé">
                  <a:extLst>
                    <a:ext uri="{FF2B5EF4-FFF2-40B4-BE49-F238E27FC236}">
                      <a16:creationId id="{1267FC3A-E8BE-C662-4505-282B33E799E6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600409" y="3581449"/>
                  <a:ext cx="32366" cy="83911"/>
                </a:xfrm>
                <a:prstGeom prst="rect">
                  <a:avLst/>
                </a:prstGeom>
                <a:solidFill>
                  <a:srgbClr val="70CDE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7f0d2e4f-50eb-4379-9b7b-fa58924c19b8" id="376" name="î$1iḑè">
                  <a:extLst>
                    <a:ext uri="{FF2B5EF4-FFF2-40B4-BE49-F238E27FC236}">
                      <a16:creationId id="{EDC159EA-4C64-86C4-24B0-BC997CCBB62A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639967" y="3581449"/>
                  <a:ext cx="32366" cy="83911"/>
                </a:xfrm>
                <a:prstGeom prst="rect">
                  <a:avLst/>
                </a:prstGeom>
                <a:solidFill>
                  <a:srgbClr val="70CDE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fdc49cf9-0492-4a17-93f4-fb80ef024d73" id="377" name="iṡḷïdê">
                  <a:extLst>
                    <a:ext uri="{FF2B5EF4-FFF2-40B4-BE49-F238E27FC236}">
                      <a16:creationId id="{3472EFD5-FDB5-C0F2-B720-CE1BEFED641F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600409" y="3581449"/>
                  <a:ext cx="14385" cy="83911"/>
                </a:xfrm>
                <a:custGeom>
                  <a:avLst/>
                  <a:gdLst>
                    <a:gd fmla="*/ 0 w 12" name="T0"/>
                    <a:gd fmla="*/ 0 h 70" name="T1"/>
                    <a:gd fmla="*/ 12 w 12" name="T2"/>
                    <a:gd fmla="*/ 0 h 70" name="T3"/>
                    <a:gd fmla="*/ 0 w 12" name="T4"/>
                    <a:gd fmla="*/ 70 h 70" name="T5"/>
                    <a:gd fmla="*/ 0 w 12" name="T6"/>
                    <a:gd fmla="*/ 0 h 70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70" w="12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0" y="7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C3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55a78006-e15c-44b4-a79e-2394d62ab7a9" id="378" name="íṥḷïdé">
                  <a:extLst>
                    <a:ext uri="{FF2B5EF4-FFF2-40B4-BE49-F238E27FC236}">
                      <a16:creationId id="{2627C6EC-FE3C-A76E-F453-5285FB3DCC23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639967" y="3581449"/>
                  <a:ext cx="15584" cy="83911"/>
                </a:xfrm>
                <a:custGeom>
                  <a:avLst/>
                  <a:gdLst>
                    <a:gd fmla="*/ 0 w 13" name="T0"/>
                    <a:gd fmla="*/ 0 h 70" name="T1"/>
                    <a:gd fmla="*/ 13 w 13" name="T2"/>
                    <a:gd fmla="*/ 0 h 70" name="T3"/>
                    <a:gd fmla="*/ 0 w 13" name="T4"/>
                    <a:gd fmla="*/ 70 h 70" name="T5"/>
                    <a:gd fmla="*/ 0 w 13" name="T6"/>
                    <a:gd fmla="*/ 0 h 70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70" w="13">
                      <a:moveTo>
                        <a:pt x="0" y="0"/>
                      </a:moveTo>
                      <a:lnTo>
                        <a:pt x="13" y="0"/>
                      </a:lnTo>
                      <a:lnTo>
                        <a:pt x="0" y="7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C3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0989bfab-5e7a-4001-8333-bdeab6b00d7b" id="379" name="îŝḻíḑe">
                  <a:extLst>
                    <a:ext uri="{FF2B5EF4-FFF2-40B4-BE49-F238E27FC236}">
                      <a16:creationId id="{40010B97-A32F-EBFC-983B-891EF02F9CB1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526088" y="3444793"/>
                  <a:ext cx="83911" cy="81514"/>
                </a:xfrm>
                <a:prstGeom prst="rect">
                  <a:avLst/>
                </a:prstGeom>
                <a:solidFill>
                  <a:srgbClr val="E6E7E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4fe5a9df-b8ef-4d77-af98-52ae1776ecd0" id="380" name="ïşlïḍé">
                  <a:extLst>
                    <a:ext uri="{FF2B5EF4-FFF2-40B4-BE49-F238E27FC236}">
                      <a16:creationId id="{FEAA0738-92D3-6B12-F9B3-067149034663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530883" y="3449588"/>
                  <a:ext cx="34763" cy="71924"/>
                </a:xfrm>
                <a:prstGeom prst="rect">
                  <a:avLst/>
                </a:prstGeom>
                <a:solidFill>
                  <a:srgbClr val="C5C19D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dc83ea25-b0dc-4678-8561-4a2293db14d5" id="381" name="iṡľîďé">
                  <a:extLst>
                    <a:ext uri="{FF2B5EF4-FFF2-40B4-BE49-F238E27FC236}">
                      <a16:creationId id="{254B5733-E976-9861-7452-9E0DC5B5F15B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570441" y="3449588"/>
                  <a:ext cx="34763" cy="71924"/>
                </a:xfrm>
                <a:prstGeom prst="rect">
                  <a:avLst/>
                </a:prstGeom>
                <a:solidFill>
                  <a:srgbClr val="C5C19D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3064057d-5b23-4091-b224-d83ed4a2010c" id="382" name="íṥḻïḍè">
                  <a:extLst>
                    <a:ext uri="{FF2B5EF4-FFF2-40B4-BE49-F238E27FC236}">
                      <a16:creationId id="{37BB28C4-107B-C1DE-D55C-D65837576FF0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533280" y="3449588"/>
                  <a:ext cx="32366" cy="71924"/>
                </a:xfrm>
                <a:prstGeom prst="rect">
                  <a:avLst/>
                </a:prstGeom>
                <a:solidFill>
                  <a:srgbClr val="70CDE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39cd655b-6c7f-458d-89a5-fcc7f7a87840" id="383" name="iṡḻíḋè">
                  <a:extLst>
                    <a:ext uri="{FF2B5EF4-FFF2-40B4-BE49-F238E27FC236}">
                      <a16:creationId id="{28BBAE23-80AC-5BF8-AEE6-5643055D1662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572838" y="3449588"/>
                  <a:ext cx="32366" cy="71924"/>
                </a:xfrm>
                <a:prstGeom prst="rect">
                  <a:avLst/>
                </a:prstGeom>
                <a:solidFill>
                  <a:srgbClr val="70CDE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8fe29016-94eb-4e2d-ac33-75a471a4c81d" id="384" name="íSḷídê">
                  <a:extLst>
                    <a:ext uri="{FF2B5EF4-FFF2-40B4-BE49-F238E27FC236}">
                      <a16:creationId id="{DC992C3C-DA06-B392-2E51-312AB55E79A9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533280" y="3449588"/>
                  <a:ext cx="14385" cy="71924"/>
                </a:xfrm>
                <a:custGeom>
                  <a:avLst/>
                  <a:gdLst>
                    <a:gd fmla="*/ 0 w 12" name="T0"/>
                    <a:gd fmla="*/ 0 h 60" name="T1"/>
                    <a:gd fmla="*/ 12 w 12" name="T2"/>
                    <a:gd fmla="*/ 0 h 60" name="T3"/>
                    <a:gd fmla="*/ 0 w 12" name="T4"/>
                    <a:gd fmla="*/ 60 h 60" name="T5"/>
                    <a:gd fmla="*/ 0 w 12" name="T6"/>
                    <a:gd fmla="*/ 0 h 60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60" w="12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0" y="6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C3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6bd6f6e2-14ea-4c84-acf3-f4680dd95451" id="385" name="ï$ḷïḋé">
                  <a:extLst>
                    <a:ext uri="{FF2B5EF4-FFF2-40B4-BE49-F238E27FC236}">
                      <a16:creationId id="{A410BF5C-8B08-60BF-EAA8-036E1A7506DF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572838" y="3449588"/>
                  <a:ext cx="14385" cy="71924"/>
                </a:xfrm>
                <a:custGeom>
                  <a:avLst/>
                  <a:gdLst>
                    <a:gd fmla="*/ 0 w 12" name="T0"/>
                    <a:gd fmla="*/ 0 h 60" name="T1"/>
                    <a:gd fmla="*/ 12 w 12" name="T2"/>
                    <a:gd fmla="*/ 0 h 60" name="T3"/>
                    <a:gd fmla="*/ 0 w 12" name="T4"/>
                    <a:gd fmla="*/ 60 h 60" name="T5"/>
                    <a:gd fmla="*/ 0 w 12" name="T6"/>
                    <a:gd fmla="*/ 0 h 60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60" w="12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0" y="6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C3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a19f6765-b8d6-4882-a9c7-4e4c99654aea" id="386" name="íṡ1iḑé">
                  <a:extLst>
                    <a:ext uri="{FF2B5EF4-FFF2-40B4-BE49-F238E27FC236}">
                      <a16:creationId id="{9B0BA6B9-933F-BCD0-1487-BBAD1BAB88F4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251578" y="3218233"/>
                  <a:ext cx="503468" cy="516654"/>
                </a:xfrm>
                <a:custGeom>
                  <a:avLst/>
                  <a:gdLst>
                    <a:gd fmla="*/ 210 w 420" name="T0"/>
                    <a:gd fmla="*/ 0 h 431" name="T1"/>
                    <a:gd fmla="*/ 0 w 420" name="T2"/>
                    <a:gd fmla="*/ 211 h 431" name="T3"/>
                    <a:gd fmla="*/ 0 w 420" name="T4"/>
                    <a:gd fmla="*/ 226 h 431" name="T5"/>
                    <a:gd fmla="*/ 210 w 420" name="T6"/>
                    <a:gd fmla="*/ 16 h 431" name="T7"/>
                    <a:gd fmla="*/ 391 w 420" name="T8"/>
                    <a:gd fmla="*/ 197 h 431" name="T9"/>
                    <a:gd fmla="*/ 391 w 420" name="T10"/>
                    <a:gd fmla="*/ 431 h 431" name="T11"/>
                    <a:gd fmla="*/ 420 w 420" name="T12"/>
                    <a:gd fmla="*/ 431 h 431" name="T13"/>
                    <a:gd fmla="*/ 420 w 420" name="T14"/>
                    <a:gd fmla="*/ 211 h 431" name="T15"/>
                    <a:gd fmla="*/ 210 w 420" name="T16"/>
                    <a:gd fmla="*/ 0 h 431" name="T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b="b" l="0" r="r" t="0"/>
                  <a:pathLst>
                    <a:path h="431" w="420">
                      <a:moveTo>
                        <a:pt x="210" y="0"/>
                      </a:moveTo>
                      <a:lnTo>
                        <a:pt x="0" y="211"/>
                      </a:lnTo>
                      <a:lnTo>
                        <a:pt x="0" y="226"/>
                      </a:lnTo>
                      <a:lnTo>
                        <a:pt x="210" y="16"/>
                      </a:lnTo>
                      <a:lnTo>
                        <a:pt x="391" y="197"/>
                      </a:lnTo>
                      <a:lnTo>
                        <a:pt x="391" y="431"/>
                      </a:lnTo>
                      <a:lnTo>
                        <a:pt x="420" y="431"/>
                      </a:lnTo>
                      <a:lnTo>
                        <a:pt x="420" y="211"/>
                      </a:lnTo>
                      <a:lnTo>
                        <a:pt x="210" y="0"/>
                      </a:lnTo>
                      <a:close/>
                    </a:path>
                  </a:pathLst>
                </a:custGeom>
                <a:solidFill>
                  <a:srgbClr val="E6E7E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d131472a-1aa8-4515-bd3d-287aa82aac1e" id="387" name="íŝļïḑé">
                  <a:extLst>
                    <a:ext uri="{FF2B5EF4-FFF2-40B4-BE49-F238E27FC236}">
                      <a16:creationId id="{183056D8-2CDC-2C49-597A-527FE645AF23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342938" y="2889780"/>
                  <a:ext cx="901447" cy="845107"/>
                </a:xfrm>
                <a:custGeom>
                  <a:avLst/>
                  <a:gdLst>
                    <a:gd fmla="*/ 752 w 752" name="T0"/>
                    <a:gd fmla="*/ 705 h 705" name="T1"/>
                    <a:gd fmla="*/ 0 w 752" name="T2"/>
                    <a:gd fmla="*/ 705 h 705" name="T3"/>
                    <a:gd fmla="*/ 0 w 752" name="T4"/>
                    <a:gd fmla="*/ 373 h 705" name="T5"/>
                    <a:gd fmla="*/ 376 w 752" name="T6"/>
                    <a:gd fmla="*/ 0 h 705" name="T7"/>
                    <a:gd fmla="*/ 752 w 752" name="T8"/>
                    <a:gd fmla="*/ 373 h 705" name="T9"/>
                    <a:gd fmla="*/ 752 w 752" name="T10"/>
                    <a:gd fmla="*/ 705 h 705" name="T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b="b" l="0" r="r" t="0"/>
                  <a:pathLst>
                    <a:path h="705" w="752">
                      <a:moveTo>
                        <a:pt x="752" y="705"/>
                      </a:moveTo>
                      <a:lnTo>
                        <a:pt x="0" y="705"/>
                      </a:lnTo>
                      <a:lnTo>
                        <a:pt x="0" y="373"/>
                      </a:lnTo>
                      <a:lnTo>
                        <a:pt x="376" y="0"/>
                      </a:lnTo>
                      <a:lnTo>
                        <a:pt x="752" y="373"/>
                      </a:lnTo>
                      <a:lnTo>
                        <a:pt x="752" y="70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17c33290-fc79-4078-89e8-06c4918a4ac8" id="388" name="ïṧlîḋe">
                  <a:extLst>
                    <a:ext uri="{FF2B5EF4-FFF2-40B4-BE49-F238E27FC236}">
                      <a16:creationId id="{E552BB91-6F98-2A90-13CD-7B46FE650440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342938" y="2889780"/>
                  <a:ext cx="901447" cy="845107"/>
                </a:xfrm>
                <a:custGeom>
                  <a:avLst/>
                  <a:gdLst>
                    <a:gd fmla="*/ 752 w 752" name="T0"/>
                    <a:gd fmla="*/ 705 h 705" name="T1"/>
                    <a:gd fmla="*/ 0 w 752" name="T2"/>
                    <a:gd fmla="*/ 705 h 705" name="T3"/>
                    <a:gd fmla="*/ 0 w 752" name="T4"/>
                    <a:gd fmla="*/ 373 h 705" name="T5"/>
                    <a:gd fmla="*/ 376 w 752" name="T6"/>
                    <a:gd fmla="*/ 0 h 705" name="T7"/>
                    <a:gd fmla="*/ 752 w 752" name="T8"/>
                    <a:gd fmla="*/ 373 h 705" name="T9"/>
                    <a:gd fmla="*/ 752 w 752" name="T10"/>
                    <a:gd fmla="*/ 705 h 705" name="T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b="b" l="0" r="r" t="0"/>
                  <a:pathLst>
                    <a:path h="705" w="752">
                      <a:moveTo>
                        <a:pt x="752" y="705"/>
                      </a:moveTo>
                      <a:lnTo>
                        <a:pt x="0" y="705"/>
                      </a:lnTo>
                      <a:lnTo>
                        <a:pt x="0" y="373"/>
                      </a:lnTo>
                      <a:lnTo>
                        <a:pt x="376" y="0"/>
                      </a:lnTo>
                      <a:lnTo>
                        <a:pt x="752" y="373"/>
                      </a:lnTo>
                      <a:lnTo>
                        <a:pt x="752" y="705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13c6a528-9265-4e1c-a152-82cbd3da2980" id="389" name="iṩḷîḍè">
                  <a:extLst>
                    <a:ext uri="{FF2B5EF4-FFF2-40B4-BE49-F238E27FC236}">
                      <a16:creationId id="{7AD80CDF-211B-C24C-B39C-5A3831A80AF4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715744" y="3454383"/>
                  <a:ext cx="147444" cy="280503"/>
                </a:xfrm>
                <a:prstGeom prst="rect">
                  <a:avLst/>
                </a:prstGeom>
                <a:solidFill>
                  <a:srgbClr val="D09C4F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c0cb64b2-8d81-47b0-affe-acffc1d524f9" id="390" name="ïşlîḓê">
                  <a:extLst>
                    <a:ext uri="{FF2B5EF4-FFF2-40B4-BE49-F238E27FC236}">
                      <a16:creationId id="{A1546782-E263-9FF8-B398-D06ED20846B0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726533" y="3463973"/>
                  <a:ext cx="136656" cy="270914"/>
                </a:xfrm>
                <a:prstGeom prst="rect">
                  <a:avLst/>
                </a:prstGeom>
                <a:solidFill>
                  <a:srgbClr val="FFD372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a4b0068e-c454-4c48-8994-f46a746292ab" id="391" name="iṡlíḑe">
                  <a:extLst>
                    <a:ext uri="{FF2B5EF4-FFF2-40B4-BE49-F238E27FC236}">
                      <a16:creationId id="{3965C269-B110-05D2-DC3B-622EFA4774F9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766091" y="2834638"/>
                  <a:ext cx="555013" cy="555013"/>
                </a:xfrm>
                <a:custGeom>
                  <a:avLst/>
                  <a:gdLst>
                    <a:gd fmla="*/ 424 w 463" name="T0"/>
                    <a:gd fmla="*/ 463 h 463" name="T1"/>
                    <a:gd fmla="*/ 463 w 463" name="T2"/>
                    <a:gd fmla="*/ 426 h 463" name="T3"/>
                    <a:gd fmla="*/ 37 w 463" name="T4"/>
                    <a:gd fmla="*/ 0 h 463" name="T5"/>
                    <a:gd fmla="*/ 0 w 463" name="T6"/>
                    <a:gd fmla="*/ 38 h 463" name="T7"/>
                    <a:gd fmla="*/ 424 w 463" name="T8"/>
                    <a:gd fmla="*/ 463 h 463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463" w="463">
                      <a:moveTo>
                        <a:pt x="424" y="463"/>
                      </a:moveTo>
                      <a:lnTo>
                        <a:pt x="463" y="426"/>
                      </a:lnTo>
                      <a:lnTo>
                        <a:pt x="37" y="0"/>
                      </a:lnTo>
                      <a:lnTo>
                        <a:pt x="0" y="38"/>
                      </a:lnTo>
                      <a:lnTo>
                        <a:pt x="424" y="463"/>
                      </a:lnTo>
                      <a:close/>
                    </a:path>
                  </a:pathLst>
                </a:custGeom>
                <a:solidFill>
                  <a:srgbClr val="AB0634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df6603f0-28b6-4fdd-8a41-7a40396f34f7" id="392" name="iSḷíďé">
                  <a:extLst>
                    <a:ext uri="{FF2B5EF4-FFF2-40B4-BE49-F238E27FC236}">
                      <a16:creationId id="{60723C68-4DB0-8842-D39F-FE054D37BDBE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775681" y="2825048"/>
                  <a:ext cx="552616" cy="552616"/>
                </a:xfrm>
                <a:custGeom>
                  <a:avLst/>
                  <a:gdLst>
                    <a:gd fmla="*/ 424 w 461" name="T0"/>
                    <a:gd fmla="*/ 461 h 461" name="T1"/>
                    <a:gd fmla="*/ 461 w 461" name="T2"/>
                    <a:gd fmla="*/ 423 h 461" name="T3"/>
                    <a:gd fmla="*/ 38 w 461" name="T4"/>
                    <a:gd fmla="*/ 0 h 461" name="T5"/>
                    <a:gd fmla="*/ 0 w 461" name="T6"/>
                    <a:gd fmla="*/ 37 h 461" name="T7"/>
                    <a:gd fmla="*/ 424 w 461" name="T8"/>
                    <a:gd fmla="*/ 461 h 461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461" w="461">
                      <a:moveTo>
                        <a:pt x="424" y="461"/>
                      </a:moveTo>
                      <a:lnTo>
                        <a:pt x="461" y="423"/>
                      </a:lnTo>
                      <a:lnTo>
                        <a:pt x="38" y="0"/>
                      </a:lnTo>
                      <a:lnTo>
                        <a:pt x="0" y="37"/>
                      </a:lnTo>
                      <a:lnTo>
                        <a:pt x="424" y="461"/>
                      </a:lnTo>
                      <a:close/>
                    </a:path>
                  </a:pathLst>
                </a:custGeom>
                <a:solidFill>
                  <a:srgbClr val="F16477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8788eb3b-0c9a-4edc-a2f6-356d61ce6efa" id="393" name="ïśľiḑè">
                  <a:extLst>
                    <a:ext uri="{FF2B5EF4-FFF2-40B4-BE49-F238E27FC236}">
                      <a16:creationId id="{9DF26507-0476-B9A0-3C44-CC7B6B971E6A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255431" y="2777099"/>
                  <a:ext cx="602963" cy="600565"/>
                </a:xfrm>
                <a:custGeom>
                  <a:avLst/>
                  <a:gdLst>
                    <a:gd fmla="*/ 39 w 503" name="T0"/>
                    <a:gd fmla="*/ 501 h 501" name="T1"/>
                    <a:gd fmla="*/ 0 w 503" name="T2"/>
                    <a:gd fmla="*/ 463 h 501" name="T3"/>
                    <a:gd fmla="*/ 465 w 503" name="T4"/>
                    <a:gd fmla="*/ 0 h 501" name="T5"/>
                    <a:gd fmla="*/ 503 w 503" name="T6"/>
                    <a:gd fmla="*/ 38 h 501" name="T7"/>
                    <a:gd fmla="*/ 39 w 503" name="T8"/>
                    <a:gd fmla="*/ 501 h 501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501" w="503">
                      <a:moveTo>
                        <a:pt x="39" y="501"/>
                      </a:moveTo>
                      <a:lnTo>
                        <a:pt x="0" y="463"/>
                      </a:lnTo>
                      <a:lnTo>
                        <a:pt x="465" y="0"/>
                      </a:lnTo>
                      <a:lnTo>
                        <a:pt x="503" y="38"/>
                      </a:lnTo>
                      <a:lnTo>
                        <a:pt x="39" y="501"/>
                      </a:lnTo>
                      <a:close/>
                    </a:path>
                  </a:pathLst>
                </a:custGeom>
                <a:solidFill>
                  <a:srgbClr val="E4566C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e38b7dec-fe24-4f35-8620-25155b057364" id="394" name="îś1íḓê">
                  <a:extLst>
                    <a:ext uri="{FF2B5EF4-FFF2-40B4-BE49-F238E27FC236}">
                      <a16:creationId id="{E988EB44-6E6B-9996-8F59-55701407C91D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597070" y="3218233"/>
                  <a:ext cx="151040" cy="146245"/>
                </a:xfrm>
                <a:prstGeom prst="rect">
                  <a:avLst/>
                </a:prstGeom>
                <a:solidFill>
                  <a:srgbClr val="E6E7E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97ca6c28-8cda-4414-b566-8cfd6dbdd83a" id="395" name="ïṣḻîḋé">
                  <a:extLst>
                    <a:ext uri="{FF2B5EF4-FFF2-40B4-BE49-F238E27FC236}">
                      <a16:creationId id="{B275E2A6-49A5-21AF-0F31-89FE7847BC54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606660" y="3225425"/>
                  <a:ext cx="62334" cy="131861"/>
                </a:xfrm>
                <a:prstGeom prst="rect">
                  <a:avLst/>
                </a:prstGeom>
                <a:solidFill>
                  <a:srgbClr val="C5C19D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e06e9f43-e67d-4226-8074-d61ab4aa8ac9" id="396" name="íšḻïďè">
                  <a:extLst>
                    <a:ext uri="{FF2B5EF4-FFF2-40B4-BE49-F238E27FC236}">
                      <a16:creationId id="{FCCA90BF-9F0D-D34A-93DA-28491B83AC5A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678584" y="3225425"/>
                  <a:ext cx="62334" cy="131861"/>
                </a:xfrm>
                <a:prstGeom prst="rect">
                  <a:avLst/>
                </a:prstGeom>
                <a:solidFill>
                  <a:srgbClr val="C5C19D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3c9fd3b7-3a7f-4898-9452-db86be73d83b" id="397" name="íṡliḍe">
                  <a:extLst>
                    <a:ext uri="{FF2B5EF4-FFF2-40B4-BE49-F238E27FC236}">
                      <a16:creationId id="{59913195-6BF9-71E0-9D7F-C458068FE246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609057" y="3227822"/>
                  <a:ext cx="57539" cy="127066"/>
                </a:xfrm>
                <a:prstGeom prst="rect">
                  <a:avLst/>
                </a:prstGeom>
                <a:solidFill>
                  <a:srgbClr val="70CDE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89adce48-65b0-4f09-8ea3-d25d030b2429" id="398" name="îşľiḓe">
                  <a:extLst>
                    <a:ext uri="{FF2B5EF4-FFF2-40B4-BE49-F238E27FC236}">
                      <a16:creationId id="{FBE40807-6689-2C19-78DC-86A45B314338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680981" y="3227822"/>
                  <a:ext cx="57539" cy="127066"/>
                </a:xfrm>
                <a:prstGeom prst="rect">
                  <a:avLst/>
                </a:prstGeom>
                <a:solidFill>
                  <a:srgbClr val="70CDE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6e001b19-3855-4080-bcd3-3b80930cf88d" id="399" name="ïŝľïďè">
                  <a:extLst>
                    <a:ext uri="{FF2B5EF4-FFF2-40B4-BE49-F238E27FC236}">
                      <a16:creationId id="{788E1E6C-6FA2-133E-E753-74979A75D5D8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609057" y="3227822"/>
                  <a:ext cx="27571" cy="127066"/>
                </a:xfrm>
                <a:custGeom>
                  <a:avLst/>
                  <a:gdLst>
                    <a:gd fmla="*/ 0 w 23" name="T0"/>
                    <a:gd fmla="*/ 0 h 106" name="T1"/>
                    <a:gd fmla="*/ 23 w 23" name="T2"/>
                    <a:gd fmla="*/ 0 h 106" name="T3"/>
                    <a:gd fmla="*/ 0 w 23" name="T4"/>
                    <a:gd fmla="*/ 106 h 106" name="T5"/>
                    <a:gd fmla="*/ 0 w 23" name="T6"/>
                    <a:gd fmla="*/ 0 h 106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106" w="23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0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C3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e86efe3c-df88-4a79-a9c4-b61670348857" id="400" name="ïṣļíḑê">
                  <a:extLst>
                    <a:ext uri="{FF2B5EF4-FFF2-40B4-BE49-F238E27FC236}">
                      <a16:creationId id="{5D259849-AA64-3488-3101-EC2A6E8C04AB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680981" y="3227822"/>
                  <a:ext cx="27571" cy="127066"/>
                </a:xfrm>
                <a:custGeom>
                  <a:avLst/>
                  <a:gdLst>
                    <a:gd fmla="*/ 0 w 23" name="T0"/>
                    <a:gd fmla="*/ 0 h 106" name="T1"/>
                    <a:gd fmla="*/ 23 w 23" name="T2"/>
                    <a:gd fmla="*/ 0 h 106" name="T3"/>
                    <a:gd fmla="*/ 0 w 23" name="T4"/>
                    <a:gd fmla="*/ 106 h 106" name="T5"/>
                    <a:gd fmla="*/ 0 w 23" name="T6"/>
                    <a:gd fmla="*/ 0 h 106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106" w="23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0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C3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351482a0-29d1-46d7-955d-f199eea1d829" id="401" name="iṣḻïḓe">
                  <a:extLst>
                    <a:ext uri="{FF2B5EF4-FFF2-40B4-BE49-F238E27FC236}">
                      <a16:creationId id="{1B7E24A3-63F6-DFB4-33ED-7B55A36D0853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479594" y="3454383"/>
                  <a:ext cx="149842" cy="169021"/>
                </a:xfrm>
                <a:prstGeom prst="rect">
                  <a:avLst/>
                </a:prstGeom>
                <a:solidFill>
                  <a:srgbClr val="E7E5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00c15764-8828-4296-b01a-ab013eaff88d" id="402" name="î$ľiḓe">
                  <a:extLst>
                    <a:ext uri="{FF2B5EF4-FFF2-40B4-BE49-F238E27FC236}">
                      <a16:creationId id="{10F074DB-96CB-809E-D5A8-7C04872C7FB2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486786" y="3461575"/>
                  <a:ext cx="62334" cy="154637"/>
                </a:xfrm>
                <a:prstGeom prst="rect">
                  <a:avLst/>
                </a:prstGeom>
                <a:solidFill>
                  <a:srgbClr val="C5C19D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2bcad86d-de6a-4c06-a259-777a1ce9a7e6" id="403" name="ïṥḻïďê">
                  <a:extLst>
                    <a:ext uri="{FF2B5EF4-FFF2-40B4-BE49-F238E27FC236}">
                      <a16:creationId id="{C58DD08C-48B2-EAC7-B134-75FF0E3D9AC6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558710" y="3461575"/>
                  <a:ext cx="62334" cy="154637"/>
                </a:xfrm>
                <a:prstGeom prst="rect">
                  <a:avLst/>
                </a:prstGeom>
                <a:solidFill>
                  <a:srgbClr val="C5C19D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3816e320-41d2-4c9f-a456-f45a8cca585f" id="404" name="íṥḻïḓè">
                  <a:extLst>
                    <a:ext uri="{FF2B5EF4-FFF2-40B4-BE49-F238E27FC236}">
                      <a16:creationId id="{DEDDF227-B428-1BDB-3F63-FBF3C8DD1747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489184" y="3463973"/>
                  <a:ext cx="57539" cy="149842"/>
                </a:xfrm>
                <a:prstGeom prst="rect">
                  <a:avLst/>
                </a:prstGeom>
                <a:solidFill>
                  <a:srgbClr val="70CDE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4a7da411-c623-4add-8e52-77e1842916a1" id="405" name="íṥḻíďè">
                  <a:extLst>
                    <a:ext uri="{FF2B5EF4-FFF2-40B4-BE49-F238E27FC236}">
                      <a16:creationId id="{EBE8EA22-882E-6749-05B8-9E18503AFB0C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561108" y="3463973"/>
                  <a:ext cx="57539" cy="149842"/>
                </a:xfrm>
                <a:prstGeom prst="rect">
                  <a:avLst/>
                </a:prstGeom>
                <a:solidFill>
                  <a:srgbClr val="70CDE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5a3b19a6-b111-4a46-9675-21beab9afedb" id="406" name="îsḷíďé">
                  <a:extLst>
                    <a:ext uri="{FF2B5EF4-FFF2-40B4-BE49-F238E27FC236}">
                      <a16:creationId id="{2AB1E1EA-E062-D3D7-C87D-82AE9AE6AB07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489184" y="3463973"/>
                  <a:ext cx="27571" cy="149842"/>
                </a:xfrm>
                <a:custGeom>
                  <a:avLst/>
                  <a:gdLst>
                    <a:gd fmla="*/ 0 w 23" name="T0"/>
                    <a:gd fmla="*/ 0 h 125" name="T1"/>
                    <a:gd fmla="*/ 23 w 23" name="T2"/>
                    <a:gd fmla="*/ 0 h 125" name="T3"/>
                    <a:gd fmla="*/ 0 w 23" name="T4"/>
                    <a:gd fmla="*/ 125 h 125" name="T5"/>
                    <a:gd fmla="*/ 0 w 23" name="T6"/>
                    <a:gd fmla="*/ 0 h 125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125" w="23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0" y="12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C3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b7ba5c09-e0cf-49c4-8420-a7ec0630aeb4" id="407" name="iṥ1íḑé">
                  <a:extLst>
                    <a:ext uri="{FF2B5EF4-FFF2-40B4-BE49-F238E27FC236}">
                      <a16:creationId id="{B4062B96-1A64-76DE-2C4A-01591F1E64B3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561108" y="3463973"/>
                  <a:ext cx="27571" cy="149842"/>
                </a:xfrm>
                <a:custGeom>
                  <a:avLst/>
                  <a:gdLst>
                    <a:gd fmla="*/ 0 w 23" name="T0"/>
                    <a:gd fmla="*/ 0 h 125" name="T1"/>
                    <a:gd fmla="*/ 23 w 23" name="T2"/>
                    <a:gd fmla="*/ 0 h 125" name="T3"/>
                    <a:gd fmla="*/ 0 w 23" name="T4"/>
                    <a:gd fmla="*/ 125 h 125" name="T5"/>
                    <a:gd fmla="*/ 0 w 23" name="T6"/>
                    <a:gd fmla="*/ 0 h 125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125" w="23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0" y="12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C3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fc63709f-23f0-474e-b160-62b09b9cb984" id="408" name="îṧḻiďè">
                  <a:extLst>
                    <a:ext uri="{FF2B5EF4-FFF2-40B4-BE49-F238E27FC236}">
                      <a16:creationId id="{BD13FC85-B973-2B01-EC20-4B37783CB8DF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955491" y="3454383"/>
                  <a:ext cx="151040" cy="169021"/>
                </a:xfrm>
                <a:prstGeom prst="rect">
                  <a:avLst/>
                </a:prstGeom>
                <a:solidFill>
                  <a:srgbClr val="E7E5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efc0c48f-d4dc-48c1-9048-0651023d40c4" id="409" name="íšļïďe">
                  <a:extLst>
                    <a:ext uri="{FF2B5EF4-FFF2-40B4-BE49-F238E27FC236}">
                      <a16:creationId id="{AEE60C8D-01D1-9C7F-A8D0-F05C1C2F7044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965081" y="3461575"/>
                  <a:ext cx="62334" cy="154637"/>
                </a:xfrm>
                <a:prstGeom prst="rect">
                  <a:avLst/>
                </a:prstGeom>
                <a:solidFill>
                  <a:srgbClr val="C5C19D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6a76780d-5862-4f76-b28f-fbc6fb9e3385" id="410" name="ïṩḻíḓè">
                  <a:extLst>
                    <a:ext uri="{FF2B5EF4-FFF2-40B4-BE49-F238E27FC236}">
                      <a16:creationId id="{28202E71-24F0-009A-860D-4D96C0A9008A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037005" y="3461575"/>
                  <a:ext cx="59937" cy="154637"/>
                </a:xfrm>
                <a:prstGeom prst="rect">
                  <a:avLst/>
                </a:prstGeom>
                <a:solidFill>
                  <a:srgbClr val="C5C19D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f64dd543-13ca-4c28-89eb-63f20223afab" id="411" name="i$liḑé">
                  <a:extLst>
                    <a:ext uri="{FF2B5EF4-FFF2-40B4-BE49-F238E27FC236}">
                      <a16:creationId id="{EE24DE16-757E-E4F8-7F6F-EA85FF3B72D4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967478" y="3463973"/>
                  <a:ext cx="57539" cy="149842"/>
                </a:xfrm>
                <a:prstGeom prst="rect">
                  <a:avLst/>
                </a:prstGeom>
                <a:solidFill>
                  <a:srgbClr val="70CDE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6ebab509-3a91-4397-b47f-c003c8248b6a" id="412" name="íṥļiḓè">
                  <a:extLst>
                    <a:ext uri="{FF2B5EF4-FFF2-40B4-BE49-F238E27FC236}">
                      <a16:creationId id="{83ADAA49-A6A0-4FFB-1DEE-4D746CEBE72B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039402" y="3463973"/>
                  <a:ext cx="55142" cy="149842"/>
                </a:xfrm>
                <a:prstGeom prst="rect">
                  <a:avLst/>
                </a:prstGeom>
                <a:solidFill>
                  <a:srgbClr val="70CDE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d3f0b0a5-ccb2-41b8-9dfe-6a9f7ab11a52" id="413" name="îşḻídê">
                  <a:extLst>
                    <a:ext uri="{FF2B5EF4-FFF2-40B4-BE49-F238E27FC236}">
                      <a16:creationId id="{6E9008A1-D9DF-A8B6-C2A4-EE236A9D7B35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967478" y="3463973"/>
                  <a:ext cx="27571" cy="149842"/>
                </a:xfrm>
                <a:custGeom>
                  <a:avLst/>
                  <a:gdLst>
                    <a:gd fmla="*/ 0 w 23" name="T0"/>
                    <a:gd fmla="*/ 0 h 125" name="T1"/>
                    <a:gd fmla="*/ 23 w 23" name="T2"/>
                    <a:gd fmla="*/ 0 h 125" name="T3"/>
                    <a:gd fmla="*/ 0 w 23" name="T4"/>
                    <a:gd fmla="*/ 125 h 125" name="T5"/>
                    <a:gd fmla="*/ 0 w 23" name="T6"/>
                    <a:gd fmla="*/ 0 h 125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125" w="23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0" y="12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C3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41efb904-2315-452d-9c03-9c5e05c16000" id="414" name="îSļîďe">
                  <a:extLst>
                    <a:ext uri="{FF2B5EF4-FFF2-40B4-BE49-F238E27FC236}">
                      <a16:creationId id="{EDA87983-899F-1BBE-4333-87676CCE6CB1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039402" y="3463973"/>
                  <a:ext cx="27571" cy="149842"/>
                </a:xfrm>
                <a:custGeom>
                  <a:avLst/>
                  <a:gdLst>
                    <a:gd fmla="*/ 0 w 23" name="T0"/>
                    <a:gd fmla="*/ 0 h 125" name="T1"/>
                    <a:gd fmla="*/ 23 w 23" name="T2"/>
                    <a:gd fmla="*/ 0 h 125" name="T3"/>
                    <a:gd fmla="*/ 0 w 23" name="T4"/>
                    <a:gd fmla="*/ 125 h 125" name="T5"/>
                    <a:gd fmla="*/ 0 w 23" name="T6"/>
                    <a:gd fmla="*/ 0 h 125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125" w="23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0" y="12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C3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a0a5323b-afa6-49cd-9618-1a20aa27d3b9" id="415" name="îṧlîḍè">
                  <a:extLst>
                    <a:ext uri="{FF2B5EF4-FFF2-40B4-BE49-F238E27FC236}">
                      <a16:creationId id="{3D7AD894-60A8-79BA-BD8D-0D2E015D1DCD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835618" y="3218233"/>
                  <a:ext cx="152239" cy="146245"/>
                </a:xfrm>
                <a:prstGeom prst="rect">
                  <a:avLst/>
                </a:prstGeom>
                <a:solidFill>
                  <a:srgbClr val="E6E7E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5b33f649-6c68-4e94-95be-93ec58585b3d" id="416" name="ïṧḻïḍè">
                  <a:extLst>
                    <a:ext uri="{FF2B5EF4-FFF2-40B4-BE49-F238E27FC236}">
                      <a16:creationId id="{033D6F2C-6852-1966-40BC-256ED4C95335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845207" y="3225425"/>
                  <a:ext cx="62334" cy="131861"/>
                </a:xfrm>
                <a:prstGeom prst="rect">
                  <a:avLst/>
                </a:prstGeom>
                <a:solidFill>
                  <a:srgbClr val="C5C19D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27e586a9-a7e5-428b-9285-572f573e1b9c" id="417" name="íŝlíḓè">
                  <a:extLst>
                    <a:ext uri="{FF2B5EF4-FFF2-40B4-BE49-F238E27FC236}">
                      <a16:creationId id="{2871A507-5016-508A-B356-1D6B16AD7226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914734" y="3225425"/>
                  <a:ext cx="62334" cy="131861"/>
                </a:xfrm>
                <a:prstGeom prst="rect">
                  <a:avLst/>
                </a:prstGeom>
                <a:solidFill>
                  <a:srgbClr val="C5C19D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3a1edc45-8fd9-4035-833f-1fe336ede367" id="418" name="ïślídê">
                  <a:extLst>
                    <a:ext uri="{FF2B5EF4-FFF2-40B4-BE49-F238E27FC236}">
                      <a16:creationId id="{BD4617C9-CD8C-EED0-8D29-8ACF41D6031D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847605" y="3227822"/>
                  <a:ext cx="55142" cy="127066"/>
                </a:xfrm>
                <a:prstGeom prst="rect">
                  <a:avLst/>
                </a:prstGeom>
                <a:solidFill>
                  <a:srgbClr val="70CDE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d4edffe6-9a21-4315-b0a1-a457e22d4c6a" id="419" name="iṣľiďé">
                  <a:extLst>
                    <a:ext uri="{FF2B5EF4-FFF2-40B4-BE49-F238E27FC236}">
                      <a16:creationId id="{BD9A95DA-A268-AEF6-5226-7326C1A32E56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920728" y="3227822"/>
                  <a:ext cx="53943" cy="127066"/>
                </a:xfrm>
                <a:prstGeom prst="rect">
                  <a:avLst/>
                </a:prstGeom>
                <a:solidFill>
                  <a:srgbClr val="70CDE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00f4903c-165c-40a7-9fae-969e1ebd5a3e" id="420" name="îṥliḋé">
                  <a:extLst>
                    <a:ext uri="{FF2B5EF4-FFF2-40B4-BE49-F238E27FC236}">
                      <a16:creationId id="{63750D27-9CA7-6D1D-2B7C-1938FB6E5FE5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847605" y="3227822"/>
                  <a:ext cx="27571" cy="127066"/>
                </a:xfrm>
                <a:custGeom>
                  <a:avLst/>
                  <a:gdLst>
                    <a:gd fmla="*/ 0 w 23" name="T0"/>
                    <a:gd fmla="*/ 0 h 106" name="T1"/>
                    <a:gd fmla="*/ 23 w 23" name="T2"/>
                    <a:gd fmla="*/ 0 h 106" name="T3"/>
                    <a:gd fmla="*/ 0 w 23" name="T4"/>
                    <a:gd fmla="*/ 106 h 106" name="T5"/>
                    <a:gd fmla="*/ 0 w 23" name="T6"/>
                    <a:gd fmla="*/ 0 h 106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106" w="23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0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C3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857c28e6-a4f2-4aa7-9255-5b55c171f3bf" id="421" name="íŝ1íḍê">
                  <a:extLst>
                    <a:ext uri="{FF2B5EF4-FFF2-40B4-BE49-F238E27FC236}">
                      <a16:creationId id="{3E852E99-9C82-8D8A-DF7E-51CA8D136600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920728" y="3227822"/>
                  <a:ext cx="23975" cy="127066"/>
                </a:xfrm>
                <a:custGeom>
                  <a:avLst/>
                  <a:gdLst>
                    <a:gd fmla="*/ 0 w 20" name="T0"/>
                    <a:gd fmla="*/ 0 h 106" name="T1"/>
                    <a:gd fmla="*/ 20 w 20" name="T2"/>
                    <a:gd fmla="*/ 0 h 106" name="T3"/>
                    <a:gd fmla="*/ 0 w 20" name="T4"/>
                    <a:gd fmla="*/ 106 h 106" name="T5"/>
                    <a:gd fmla="*/ 0 w 20" name="T6"/>
                    <a:gd fmla="*/ 0 h 106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106" w="20">
                      <a:moveTo>
                        <a:pt x="0" y="0"/>
                      </a:moveTo>
                      <a:lnTo>
                        <a:pt x="20" y="0"/>
                      </a:lnTo>
                      <a:lnTo>
                        <a:pt x="0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C3D3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9b1ea119-716a-4eff-b146-299452de4490" id="422" name="îṧļîdè">
                  <a:extLst>
                    <a:ext uri="{FF2B5EF4-FFF2-40B4-BE49-F238E27FC236}">
                      <a16:creationId id="{68C211DE-61AB-17B5-C281-EABFA7C33CC7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342938" y="2887382"/>
                  <a:ext cx="901447" cy="847504"/>
                </a:xfrm>
                <a:custGeom>
                  <a:avLst/>
                  <a:gdLst>
                    <a:gd fmla="*/ 376 w 752" name="T0"/>
                    <a:gd fmla="*/ 0 h 707" name="T1"/>
                    <a:gd fmla="*/ 0 w 752" name="T2"/>
                    <a:gd fmla="*/ 375 h 707" name="T3"/>
                    <a:gd fmla="*/ 0 w 752" name="T4"/>
                    <a:gd fmla="*/ 402 h 707" name="T5"/>
                    <a:gd fmla="*/ 376 w 752" name="T6"/>
                    <a:gd fmla="*/ 29 h 707" name="T7"/>
                    <a:gd fmla="*/ 700 w 752" name="T8"/>
                    <a:gd fmla="*/ 353 h 707" name="T9"/>
                    <a:gd fmla="*/ 700 w 752" name="T10"/>
                    <a:gd fmla="*/ 707 h 707" name="T11"/>
                    <a:gd fmla="*/ 752 w 752" name="T12"/>
                    <a:gd fmla="*/ 707 h 707" name="T13"/>
                    <a:gd fmla="*/ 752 w 752" name="T14"/>
                    <a:gd fmla="*/ 375 h 707" name="T15"/>
                    <a:gd fmla="*/ 376 w 752" name="T16"/>
                    <a:gd fmla="*/ 0 h 707" name="T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b="b" l="0" r="r" t="0"/>
                  <a:pathLst>
                    <a:path h="707" w="752">
                      <a:moveTo>
                        <a:pt x="376" y="0"/>
                      </a:moveTo>
                      <a:lnTo>
                        <a:pt x="0" y="375"/>
                      </a:lnTo>
                      <a:lnTo>
                        <a:pt x="0" y="402"/>
                      </a:lnTo>
                      <a:lnTo>
                        <a:pt x="376" y="29"/>
                      </a:lnTo>
                      <a:lnTo>
                        <a:pt x="700" y="353"/>
                      </a:lnTo>
                      <a:lnTo>
                        <a:pt x="700" y="707"/>
                      </a:lnTo>
                      <a:lnTo>
                        <a:pt x="752" y="707"/>
                      </a:lnTo>
                      <a:lnTo>
                        <a:pt x="752" y="375"/>
                      </a:lnTo>
                      <a:lnTo>
                        <a:pt x="376" y="0"/>
                      </a:lnTo>
                      <a:close/>
                    </a:path>
                  </a:pathLst>
                </a:custGeom>
                <a:solidFill>
                  <a:srgbClr val="E6E7E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5e1ebc35-311a-4fc6-adb6-e2324c6f0fe7" id="423" name="îśliḓé">
                  <a:extLst>
                    <a:ext uri="{FF2B5EF4-FFF2-40B4-BE49-F238E27FC236}">
                      <a16:creationId id="{A39D7BBB-D046-2C7E-1EF2-4803378CE0DF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342938" y="2887382"/>
                  <a:ext cx="901447" cy="847504"/>
                </a:xfrm>
                <a:custGeom>
                  <a:avLst/>
                  <a:gdLst>
                    <a:gd fmla="*/ 376 w 752" name="T0"/>
                    <a:gd fmla="*/ 0 h 707" name="T1"/>
                    <a:gd fmla="*/ 0 w 752" name="T2"/>
                    <a:gd fmla="*/ 375 h 707" name="T3"/>
                    <a:gd fmla="*/ 0 w 752" name="T4"/>
                    <a:gd fmla="*/ 402 h 707" name="T5"/>
                    <a:gd fmla="*/ 376 w 752" name="T6"/>
                    <a:gd fmla="*/ 29 h 707" name="T7"/>
                    <a:gd fmla="*/ 700 w 752" name="T8"/>
                    <a:gd fmla="*/ 353 h 707" name="T9"/>
                    <a:gd fmla="*/ 700 w 752" name="T10"/>
                    <a:gd fmla="*/ 707 h 707" name="T11"/>
                    <a:gd fmla="*/ 752 w 752" name="T12"/>
                    <a:gd fmla="*/ 707 h 707" name="T13"/>
                    <a:gd fmla="*/ 752 w 752" name="T14"/>
                    <a:gd fmla="*/ 375 h 707" name="T15"/>
                    <a:gd fmla="*/ 376 w 752" name="T16"/>
                    <a:gd fmla="*/ 0 h 707" name="T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b="b" l="0" r="r" t="0"/>
                  <a:pathLst>
                    <a:path h="707" w="752">
                      <a:moveTo>
                        <a:pt x="376" y="0"/>
                      </a:moveTo>
                      <a:lnTo>
                        <a:pt x="0" y="375"/>
                      </a:lnTo>
                      <a:lnTo>
                        <a:pt x="0" y="402"/>
                      </a:lnTo>
                      <a:lnTo>
                        <a:pt x="376" y="29"/>
                      </a:lnTo>
                      <a:lnTo>
                        <a:pt x="700" y="353"/>
                      </a:lnTo>
                      <a:lnTo>
                        <a:pt x="700" y="707"/>
                      </a:lnTo>
                      <a:lnTo>
                        <a:pt x="752" y="707"/>
                      </a:lnTo>
                      <a:lnTo>
                        <a:pt x="752" y="375"/>
                      </a:lnTo>
                      <a:lnTo>
                        <a:pt x="376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ec16aa5b-2c6c-45ba-a6a2-1af100a8b322" id="424" name="ïṩļíḑê">
                  <a:extLst>
                    <a:ext uri="{FF2B5EF4-FFF2-40B4-BE49-F238E27FC236}">
                      <a16:creationId id="{CD9E9112-1C4B-57EE-38BF-DD29ED62EC8A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949240" y="3563468"/>
                  <a:ext cx="67129" cy="254131"/>
                </a:xfrm>
                <a:custGeom>
                  <a:avLst/>
                  <a:gdLst>
                    <a:gd fmla="*/ 25 w 27" name="T0"/>
                    <a:gd fmla="*/ 54 h 102" name="T1"/>
                    <a:gd fmla="*/ 15 w 27" name="T2"/>
                    <a:gd fmla="*/ 59 h 102" name="T3"/>
                    <a:gd fmla="*/ 12 w 27" name="T4"/>
                    <a:gd fmla="*/ 0 h 102" name="T5"/>
                    <a:gd fmla="*/ 2 w 27" name="T6"/>
                    <a:gd fmla="*/ 0 h 102" name="T7"/>
                    <a:gd fmla="*/ 0 w 27" name="T8"/>
                    <a:gd fmla="*/ 102 h 102" name="T9"/>
                    <a:gd fmla="*/ 18 w 27" name="T10"/>
                    <a:gd fmla="*/ 102 h 102" name="T11"/>
                    <a:gd fmla="*/ 16 w 27" name="T12"/>
                    <a:gd fmla="*/ 67 h 102" name="T13"/>
                    <a:gd fmla="*/ 26 w 27" name="T14"/>
                    <a:gd fmla="*/ 58 h 102" name="T15"/>
                    <a:gd fmla="*/ 25 w 27" name="T16"/>
                    <a:gd fmla="*/ 54 h 102" name="T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b="b" l="0" r="r" t="0"/>
                  <a:pathLst>
                    <a:path h="102" w="27">
                      <a:moveTo>
                        <a:pt x="25" y="54"/>
                      </a:moveTo>
                      <a:cubicBezTo>
                        <a:pt x="24" y="54"/>
                        <a:pt x="20" y="56"/>
                        <a:pt x="15" y="59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02"/>
                        <a:pt x="0" y="102"/>
                        <a:pt x="0" y="102"/>
                      </a:cubicBezTo>
                      <a:cubicBezTo>
                        <a:pt x="18" y="102"/>
                        <a:pt x="18" y="102"/>
                        <a:pt x="18" y="102"/>
                      </a:cubicBezTo>
                      <a:cubicBezTo>
                        <a:pt x="16" y="67"/>
                        <a:pt x="16" y="67"/>
                        <a:pt x="16" y="67"/>
                      </a:cubicBezTo>
                      <a:cubicBezTo>
                        <a:pt x="20" y="63"/>
                        <a:pt x="25" y="59"/>
                        <a:pt x="26" y="58"/>
                      </a:cubicBezTo>
                      <a:cubicBezTo>
                        <a:pt x="27" y="57"/>
                        <a:pt x="27" y="54"/>
                        <a:pt x="25" y="54"/>
                      </a:cubicBezTo>
                    </a:path>
                  </a:pathLst>
                </a:custGeom>
                <a:solidFill>
                  <a:srgbClr val="9B5F0E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61deef3c-8c3e-4419-9243-fc278e0be783" id="425" name="ïšḻidê">
                  <a:extLst>
                    <a:ext uri="{FF2B5EF4-FFF2-40B4-BE49-F238E27FC236}">
                      <a16:creationId id="{A987E8F5-7812-F95C-C871-B207D8415653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968420" y="3563468"/>
                  <a:ext cx="10789" cy="25173"/>
                </a:xfrm>
                <a:custGeom>
                  <a:avLst/>
                  <a:gdLst>
                    <a:gd fmla="*/ 9 w 9" name="T0"/>
                    <a:gd fmla="*/ 0 h 21" name="T1"/>
                    <a:gd fmla="*/ 0 w 9" name="T2"/>
                    <a:gd fmla="*/ 0 h 21" name="T3"/>
                    <a:gd fmla="*/ 9 w 9" name="T4"/>
                    <a:gd fmla="*/ 0 h 21" name="T5"/>
                    <a:gd fmla="*/ 9 w 9" name="T6"/>
                    <a:gd fmla="*/ 21 h 21" name="T7"/>
                    <a:gd fmla="*/ 9 w 9" name="T8"/>
                    <a:gd fmla="*/ 21 h 21" name="T9"/>
                    <a:gd fmla="*/ 9 w 9" name="T10"/>
                    <a:gd fmla="*/ 0 h 21" name="T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b="b" l="0" r="r" t="0"/>
                  <a:pathLst>
                    <a:path h="21" w="9">
                      <a:moveTo>
                        <a:pt x="9" y="0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21"/>
                      </a:lnTo>
                      <a:lnTo>
                        <a:pt x="9" y="21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005931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6d5dbcc8-422f-4f12-a0d1-138a0051abf2" id="426" name="ïsľîḓe">
                  <a:extLst>
                    <a:ext uri="{FF2B5EF4-FFF2-40B4-BE49-F238E27FC236}">
                      <a16:creationId id="{2D023F62-88EF-EBA1-5913-192E9C44B8B9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968420" y="3563468"/>
                  <a:ext cx="10789" cy="25173"/>
                </a:xfrm>
                <a:custGeom>
                  <a:avLst/>
                  <a:gdLst>
                    <a:gd fmla="*/ 9 w 9" name="T0"/>
                    <a:gd fmla="*/ 0 h 21" name="T1"/>
                    <a:gd fmla="*/ 0 w 9" name="T2"/>
                    <a:gd fmla="*/ 0 h 21" name="T3"/>
                    <a:gd fmla="*/ 9 w 9" name="T4"/>
                    <a:gd fmla="*/ 0 h 21" name="T5"/>
                    <a:gd fmla="*/ 9 w 9" name="T6"/>
                    <a:gd fmla="*/ 21 h 21" name="T7"/>
                    <a:gd fmla="*/ 9 w 9" name="T8"/>
                    <a:gd fmla="*/ 21 h 21" name="T9"/>
                    <a:gd fmla="*/ 9 w 9" name="T10"/>
                    <a:gd fmla="*/ 0 h 21" name="T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b="b" l="0" r="r" t="0"/>
                  <a:pathLst>
                    <a:path h="21" w="9">
                      <a:moveTo>
                        <a:pt x="9" y="0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21"/>
                      </a:lnTo>
                      <a:lnTo>
                        <a:pt x="9" y="21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9dc78a40-02b5-4d33-8fb1-529012b330aa" id="427" name="íṩḻíḓè">
                  <a:extLst>
                    <a:ext uri="{FF2B5EF4-FFF2-40B4-BE49-F238E27FC236}">
                      <a16:creationId id="{36A8F8F9-B9B8-204E-7E94-D735CFA3DE01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981606" y="3600628"/>
                  <a:ext cx="0" cy="13186"/>
                </a:xfrm>
                <a:custGeom>
                  <a:avLst/>
                  <a:gdLst>
                    <a:gd fmla="*/ 0 h 5" name="T0"/>
                    <a:gd fmla="*/ 0 h 5" name="T1"/>
                    <a:gd fmla="*/ 5 h 5" name="T2"/>
                    <a:gd fmla="*/ 5 h 5" name="T3"/>
                    <a:gd fmla="*/ 0 h 5" name="T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b="b" l="0" r="r" t="0"/>
                  <a:pathLst>
                    <a:path h="5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A9998B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981d9245-defd-4ce2-8601-f45dec96d68d" id="428" name="íṡļiḍé">
                  <a:extLst>
                    <a:ext uri="{FF2B5EF4-FFF2-40B4-BE49-F238E27FC236}">
                      <a16:creationId id="{6BF387E9-93F9-A66A-F65B-497E91BCF9BC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968420" y="3563468"/>
                  <a:ext cx="47949" cy="254131"/>
                </a:xfrm>
                <a:custGeom>
                  <a:avLst/>
                  <a:gdLst>
                    <a:gd fmla="*/ 4 w 19" name="T0"/>
                    <a:gd fmla="*/ 0 h 102" name="T1"/>
                    <a:gd fmla="*/ 0 w 19" name="T2"/>
                    <a:gd fmla="*/ 0 h 102" name="T3"/>
                    <a:gd fmla="*/ 0 w 19" name="T4"/>
                    <a:gd fmla="*/ 102 h 102" name="T5"/>
                    <a:gd fmla="*/ 10 w 19" name="T6"/>
                    <a:gd fmla="*/ 102 h 102" name="T7"/>
                    <a:gd fmla="*/ 10 w 19" name="T8"/>
                    <a:gd fmla="*/ 95 h 102" name="T9"/>
                    <a:gd fmla="*/ 9 w 19" name="T10"/>
                    <a:gd fmla="*/ 87 h 102" name="T11"/>
                    <a:gd fmla="*/ 8 w 19" name="T12"/>
                    <a:gd fmla="*/ 67 h 102" name="T13"/>
                    <a:gd fmla="*/ 12 w 19" name="T14"/>
                    <a:gd fmla="*/ 64 h 102" name="T15"/>
                    <a:gd fmla="*/ 18 w 19" name="T16"/>
                    <a:gd fmla="*/ 58 h 102" name="T17"/>
                    <a:gd fmla="*/ 18 w 19" name="T18"/>
                    <a:gd fmla="*/ 58 h 102" name="T19"/>
                    <a:gd fmla="*/ 19 w 19" name="T20"/>
                    <a:gd fmla="*/ 55 h 102" name="T21"/>
                    <a:gd fmla="*/ 17 w 19" name="T22"/>
                    <a:gd fmla="*/ 54 h 102" name="T23"/>
                    <a:gd fmla="*/ 17 w 19" name="T24"/>
                    <a:gd fmla="*/ 54 h 102" name="T25"/>
                    <a:gd fmla="*/ 7 w 19" name="T26"/>
                    <a:gd fmla="*/ 59 h 102" name="T27"/>
                    <a:gd fmla="*/ 5 w 19" name="T28"/>
                    <a:gd fmla="*/ 20 h 102" name="T29"/>
                    <a:gd fmla="*/ 5 w 19" name="T30"/>
                    <a:gd fmla="*/ 15 h 102" name="T31"/>
                    <a:gd fmla="*/ 4 w 19" name="T32"/>
                    <a:gd fmla="*/ 10 h 102" name="T33"/>
                    <a:gd fmla="*/ 4 w 19" name="T34"/>
                    <a:gd fmla="*/ 0 h 102" name="T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b="b" l="0" r="r" t="0"/>
                  <a:pathLst>
                    <a:path h="102" w="19">
                      <a:moveTo>
                        <a:pt x="4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2"/>
                        <a:pt x="0" y="102"/>
                        <a:pt x="0" y="102"/>
                      </a:cubicBezTo>
                      <a:cubicBezTo>
                        <a:pt x="10" y="102"/>
                        <a:pt x="10" y="102"/>
                        <a:pt x="10" y="102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9" y="87"/>
                        <a:pt x="9" y="87"/>
                        <a:pt x="9" y="87"/>
                      </a:cubicBezTo>
                      <a:cubicBezTo>
                        <a:pt x="8" y="67"/>
                        <a:pt x="8" y="67"/>
                        <a:pt x="8" y="67"/>
                      </a:cubicBezTo>
                      <a:cubicBezTo>
                        <a:pt x="9" y="66"/>
                        <a:pt x="10" y="65"/>
                        <a:pt x="12" y="64"/>
                      </a:cubicBezTo>
                      <a:cubicBezTo>
                        <a:pt x="15" y="61"/>
                        <a:pt x="17" y="58"/>
                        <a:pt x="18" y="58"/>
                      </a:cubicBezTo>
                      <a:cubicBezTo>
                        <a:pt x="18" y="58"/>
                        <a:pt x="18" y="58"/>
                        <a:pt x="18" y="58"/>
                      </a:cubicBezTo>
                      <a:cubicBezTo>
                        <a:pt x="18" y="57"/>
                        <a:pt x="19" y="56"/>
                        <a:pt x="19" y="55"/>
                      </a:cubicBezTo>
                      <a:cubicBezTo>
                        <a:pt x="18" y="54"/>
                        <a:pt x="18" y="54"/>
                        <a:pt x="17" y="54"/>
                      </a:cubicBezTo>
                      <a:cubicBezTo>
                        <a:pt x="17" y="54"/>
                        <a:pt x="17" y="54"/>
                        <a:pt x="17" y="54"/>
                      </a:cubicBezTo>
                      <a:cubicBezTo>
                        <a:pt x="16" y="54"/>
                        <a:pt x="12" y="56"/>
                        <a:pt x="7" y="59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solidFill>
                  <a:srgbClr val="723F0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40301ba6-a3bf-404a-b6ad-1ed6876a6ddf" id="429" name="íṥḻîḋê">
                  <a:extLst>
                    <a:ext uri="{FF2B5EF4-FFF2-40B4-BE49-F238E27FC236}">
                      <a16:creationId id="{7BC1EEC7-64FA-FE73-8192-51404236D4FA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779020" y="3352491"/>
                  <a:ext cx="374005" cy="328453"/>
                </a:xfrm>
                <a:custGeom>
                  <a:avLst/>
                  <a:gdLst>
                    <a:gd fmla="*/ 150 w 150" name="T0"/>
                    <a:gd fmla="*/ 79 h 132" name="T1"/>
                    <a:gd fmla="*/ 142 w 150" name="T2"/>
                    <a:gd fmla="*/ 60 h 132" name="T3"/>
                    <a:gd fmla="*/ 145 w 150" name="T4"/>
                    <a:gd fmla="*/ 47 h 132" name="T5"/>
                    <a:gd fmla="*/ 117 w 150" name="T6"/>
                    <a:gd fmla="*/ 19 h 132" name="T7"/>
                    <a:gd fmla="*/ 103 w 150" name="T8"/>
                    <a:gd fmla="*/ 22 h 132" name="T9"/>
                    <a:gd fmla="*/ 75 w 150" name="T10"/>
                    <a:gd fmla="*/ 0 h 132" name="T11"/>
                    <a:gd fmla="*/ 47 w 150" name="T12"/>
                    <a:gd fmla="*/ 22 h 132" name="T13"/>
                    <a:gd fmla="*/ 33 w 150" name="T14"/>
                    <a:gd fmla="*/ 19 h 132" name="T15"/>
                    <a:gd fmla="*/ 5 w 150" name="T16"/>
                    <a:gd fmla="*/ 47 h 132" name="T17"/>
                    <a:gd fmla="*/ 8 w 150" name="T18"/>
                    <a:gd fmla="*/ 60 h 132" name="T19"/>
                    <a:gd fmla="*/ 0 w 150" name="T20"/>
                    <a:gd fmla="*/ 79 h 132" name="T21"/>
                    <a:gd fmla="*/ 24 w 150" name="T22"/>
                    <a:gd fmla="*/ 107 h 132" name="T23"/>
                    <a:gd fmla="*/ 52 w 150" name="T24"/>
                    <a:gd fmla="*/ 132 h 132" name="T25"/>
                    <a:gd fmla="*/ 75 w 150" name="T26"/>
                    <a:gd fmla="*/ 121 h 132" name="T27"/>
                    <a:gd fmla="*/ 98 w 150" name="T28"/>
                    <a:gd fmla="*/ 132 h 132" name="T29"/>
                    <a:gd fmla="*/ 126 w 150" name="T30"/>
                    <a:gd fmla="*/ 107 h 132" name="T31"/>
                    <a:gd fmla="*/ 150 w 150" name="T32"/>
                    <a:gd fmla="*/ 79 h 132" name="T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b="b" l="0" r="r" t="0"/>
                  <a:pathLst>
                    <a:path h="132" w="150">
                      <a:moveTo>
                        <a:pt x="150" y="79"/>
                      </a:moveTo>
                      <a:cubicBezTo>
                        <a:pt x="150" y="72"/>
                        <a:pt x="147" y="65"/>
                        <a:pt x="142" y="60"/>
                      </a:cubicBezTo>
                      <a:cubicBezTo>
                        <a:pt x="144" y="56"/>
                        <a:pt x="145" y="52"/>
                        <a:pt x="145" y="47"/>
                      </a:cubicBezTo>
                      <a:cubicBezTo>
                        <a:pt x="145" y="31"/>
                        <a:pt x="132" y="19"/>
                        <a:pt x="117" y="19"/>
                      </a:cubicBezTo>
                      <a:cubicBezTo>
                        <a:pt x="112" y="19"/>
                        <a:pt x="107" y="20"/>
                        <a:pt x="103" y="22"/>
                      </a:cubicBezTo>
                      <a:cubicBezTo>
                        <a:pt x="100" y="9"/>
                        <a:pt x="89" y="0"/>
                        <a:pt x="75" y="0"/>
                      </a:cubicBezTo>
                      <a:cubicBezTo>
                        <a:pt x="61" y="0"/>
                        <a:pt x="50" y="9"/>
                        <a:pt x="47" y="22"/>
                      </a:cubicBezTo>
                      <a:cubicBezTo>
                        <a:pt x="43" y="20"/>
                        <a:pt x="38" y="19"/>
                        <a:pt x="33" y="19"/>
                      </a:cubicBezTo>
                      <a:cubicBezTo>
                        <a:pt x="17" y="19"/>
                        <a:pt x="5" y="31"/>
                        <a:pt x="5" y="47"/>
                      </a:cubicBezTo>
                      <a:cubicBezTo>
                        <a:pt x="5" y="52"/>
                        <a:pt x="6" y="56"/>
                        <a:pt x="8" y="60"/>
                      </a:cubicBezTo>
                      <a:cubicBezTo>
                        <a:pt x="3" y="65"/>
                        <a:pt x="0" y="72"/>
                        <a:pt x="0" y="79"/>
                      </a:cubicBezTo>
                      <a:cubicBezTo>
                        <a:pt x="0" y="93"/>
                        <a:pt x="10" y="105"/>
                        <a:pt x="24" y="107"/>
                      </a:cubicBezTo>
                      <a:cubicBezTo>
                        <a:pt x="26" y="121"/>
                        <a:pt x="38" y="132"/>
                        <a:pt x="52" y="132"/>
                      </a:cubicBezTo>
                      <a:cubicBezTo>
                        <a:pt x="61" y="132"/>
                        <a:pt x="70" y="128"/>
                        <a:pt x="75" y="121"/>
                      </a:cubicBezTo>
                      <a:cubicBezTo>
                        <a:pt x="80" y="128"/>
                        <a:pt x="88" y="132"/>
                        <a:pt x="98" y="132"/>
                      </a:cubicBezTo>
                      <a:cubicBezTo>
                        <a:pt x="112" y="132"/>
                        <a:pt x="124" y="121"/>
                        <a:pt x="126" y="107"/>
                      </a:cubicBezTo>
                      <a:cubicBezTo>
                        <a:pt x="139" y="105"/>
                        <a:pt x="150" y="93"/>
                        <a:pt x="150" y="79"/>
                      </a:cubicBezTo>
                      <a:close/>
                    </a:path>
                  </a:pathLst>
                </a:custGeom>
                <a:solidFill>
                  <a:srgbClr val="00B085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bdbdb0bc-5767-4ba8-ab61-76fe3c51a454" id="430" name="is1íḍé">
                  <a:extLst>
                    <a:ext uri="{FF2B5EF4-FFF2-40B4-BE49-F238E27FC236}">
                      <a16:creationId id="{8350B0EB-059C-F7BC-ACAA-A7BF6B9673A6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841354" y="3399241"/>
                  <a:ext cx="311670" cy="281702"/>
                </a:xfrm>
                <a:custGeom>
                  <a:avLst/>
                  <a:gdLst>
                    <a:gd fmla="*/ 117 w 125" name="T0"/>
                    <a:gd fmla="*/ 41 h 113" name="T1"/>
                    <a:gd fmla="*/ 120 w 125" name="T2"/>
                    <a:gd fmla="*/ 28 h 113" name="T3"/>
                    <a:gd fmla="*/ 96 w 125" name="T4"/>
                    <a:gd fmla="*/ 0 h 113" name="T5"/>
                    <a:gd fmla="*/ 109 w 125" name="T6"/>
                    <a:gd fmla="*/ 23 h 113" name="T7"/>
                    <a:gd fmla="*/ 106 w 125" name="T8"/>
                    <a:gd fmla="*/ 35 h 113" name="T9"/>
                    <a:gd fmla="*/ 113 w 125" name="T10"/>
                    <a:gd fmla="*/ 53 h 113" name="T11"/>
                    <a:gd fmla="*/ 90 w 125" name="T12"/>
                    <a:gd fmla="*/ 80 h 113" name="T13"/>
                    <a:gd fmla="*/ 64 w 125" name="T14"/>
                    <a:gd fmla="*/ 103 h 113" name="T15"/>
                    <a:gd fmla="*/ 42 w 125" name="T16"/>
                    <a:gd fmla="*/ 92 h 113" name="T17"/>
                    <a:gd fmla="*/ 20 w 125" name="T18"/>
                    <a:gd fmla="*/ 103 h 113" name="T19"/>
                    <a:gd fmla="*/ 0 w 125" name="T20"/>
                    <a:gd fmla="*/ 94 h 113" name="T21"/>
                    <a:gd fmla="*/ 27 w 125" name="T22"/>
                    <a:gd fmla="*/ 113 h 113" name="T23"/>
                    <a:gd fmla="*/ 50 w 125" name="T24"/>
                    <a:gd fmla="*/ 102 h 113" name="T25"/>
                    <a:gd fmla="*/ 73 w 125" name="T26"/>
                    <a:gd fmla="*/ 113 h 113" name="T27"/>
                    <a:gd fmla="*/ 101 w 125" name="T28"/>
                    <a:gd fmla="*/ 88 h 113" name="T29"/>
                    <a:gd fmla="*/ 125 w 125" name="T30"/>
                    <a:gd fmla="*/ 60 h 113" name="T31"/>
                    <a:gd fmla="*/ 117 w 125" name="T32"/>
                    <a:gd fmla="*/ 41 h 113" name="T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b="b" l="0" r="r" t="0"/>
                  <a:pathLst>
                    <a:path h="113" w="125">
                      <a:moveTo>
                        <a:pt x="117" y="41"/>
                      </a:moveTo>
                      <a:cubicBezTo>
                        <a:pt x="119" y="37"/>
                        <a:pt x="120" y="33"/>
                        <a:pt x="120" y="28"/>
                      </a:cubicBezTo>
                      <a:cubicBezTo>
                        <a:pt x="120" y="14"/>
                        <a:pt x="110" y="2"/>
                        <a:pt x="96" y="0"/>
                      </a:cubicBezTo>
                      <a:cubicBezTo>
                        <a:pt x="104" y="5"/>
                        <a:pt x="109" y="13"/>
                        <a:pt x="109" y="23"/>
                      </a:cubicBezTo>
                      <a:cubicBezTo>
                        <a:pt x="109" y="27"/>
                        <a:pt x="108" y="31"/>
                        <a:pt x="106" y="35"/>
                      </a:cubicBezTo>
                      <a:cubicBezTo>
                        <a:pt x="110" y="39"/>
                        <a:pt x="113" y="46"/>
                        <a:pt x="113" y="53"/>
                      </a:cubicBezTo>
                      <a:cubicBezTo>
                        <a:pt x="113" y="67"/>
                        <a:pt x="103" y="78"/>
                        <a:pt x="90" y="80"/>
                      </a:cubicBezTo>
                      <a:cubicBezTo>
                        <a:pt x="89" y="93"/>
                        <a:pt x="77" y="103"/>
                        <a:pt x="64" y="103"/>
                      </a:cubicBezTo>
                      <a:cubicBezTo>
                        <a:pt x="55" y="103"/>
                        <a:pt x="47" y="99"/>
                        <a:pt x="42" y="92"/>
                      </a:cubicBezTo>
                      <a:cubicBezTo>
                        <a:pt x="37" y="99"/>
                        <a:pt x="29" y="103"/>
                        <a:pt x="20" y="103"/>
                      </a:cubicBezTo>
                      <a:cubicBezTo>
                        <a:pt x="12" y="103"/>
                        <a:pt x="5" y="99"/>
                        <a:pt x="0" y="94"/>
                      </a:cubicBezTo>
                      <a:cubicBezTo>
                        <a:pt x="4" y="105"/>
                        <a:pt x="14" y="113"/>
                        <a:pt x="27" y="113"/>
                      </a:cubicBezTo>
                      <a:cubicBezTo>
                        <a:pt x="36" y="113"/>
                        <a:pt x="45" y="109"/>
                        <a:pt x="50" y="102"/>
                      </a:cubicBezTo>
                      <a:cubicBezTo>
                        <a:pt x="55" y="109"/>
                        <a:pt x="63" y="113"/>
                        <a:pt x="73" y="113"/>
                      </a:cubicBezTo>
                      <a:cubicBezTo>
                        <a:pt x="87" y="113"/>
                        <a:pt x="99" y="102"/>
                        <a:pt x="101" y="88"/>
                      </a:cubicBezTo>
                      <a:cubicBezTo>
                        <a:pt x="114" y="86"/>
                        <a:pt x="125" y="74"/>
                        <a:pt x="125" y="60"/>
                      </a:cubicBezTo>
                      <a:cubicBezTo>
                        <a:pt x="125" y="53"/>
                        <a:pt x="122" y="46"/>
                        <a:pt x="117" y="41"/>
                      </a:cubicBezTo>
                      <a:close/>
                    </a:path>
                  </a:pathLst>
                </a:custGeom>
                <a:solidFill>
                  <a:srgbClr val="009470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6b818418-1149-4fde-a4b8-2cccca78a750" id="431" name="ïṡḷîḓê">
                  <a:extLst>
                    <a:ext uri="{FF2B5EF4-FFF2-40B4-BE49-F238E27FC236}">
                      <a16:creationId id="{97AA5AD0-8F47-2617-5C32-9BA6CDB0A98F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979209" y="3352491"/>
                  <a:ext cx="56340" cy="64732"/>
                </a:xfrm>
                <a:custGeom>
                  <a:avLst/>
                  <a:gdLst>
                    <a:gd fmla="*/ 17 w 23" name="T0"/>
                    <a:gd fmla="*/ 26 h 26" name="T1"/>
                    <a:gd fmla="*/ 23 w 23" name="T2"/>
                    <a:gd fmla="*/ 22 h 26" name="T3"/>
                    <a:gd fmla="*/ 0 w 23" name="T4"/>
                    <a:gd fmla="*/ 0 h 26" name="T5"/>
                    <a:gd fmla="*/ 17 w 23" name="T6"/>
                    <a:gd fmla="*/ 26 h 26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26" w="23">
                      <a:moveTo>
                        <a:pt x="17" y="26"/>
                      </a:moveTo>
                      <a:cubicBezTo>
                        <a:pt x="18" y="25"/>
                        <a:pt x="20" y="24"/>
                        <a:pt x="23" y="22"/>
                      </a:cubicBezTo>
                      <a:cubicBezTo>
                        <a:pt x="20" y="9"/>
                        <a:pt x="9" y="2"/>
                        <a:pt x="0" y="0"/>
                      </a:cubicBezTo>
                      <a:cubicBezTo>
                        <a:pt x="7" y="4"/>
                        <a:pt x="15" y="18"/>
                        <a:pt x="17" y="26"/>
                      </a:cubicBezTo>
                      <a:close/>
                    </a:path>
                  </a:pathLst>
                </a:custGeom>
                <a:solidFill>
                  <a:srgbClr val="009470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9129c66a-22ca-4565-b59f-ff4967b48439" id="432" name="ïSľiďe">
                  <a:extLst>
                    <a:ext uri="{FF2B5EF4-FFF2-40B4-BE49-F238E27FC236}">
                      <a16:creationId id="{6498CC13-88A8-7861-0AC3-FDBAB9B12E52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782616" y="3570660"/>
                  <a:ext cx="56340" cy="47949"/>
                </a:xfrm>
                <a:custGeom>
                  <a:avLst/>
                  <a:gdLst>
                    <a:gd fmla="*/ 21 w 23" name="T0"/>
                    <a:gd fmla="*/ 11 h 19" name="T1"/>
                    <a:gd fmla="*/ 0 w 23" name="T2"/>
                    <a:gd fmla="*/ 0 h 19" name="T3"/>
                    <a:gd fmla="*/ 23 w 23" name="T4"/>
                    <a:gd fmla="*/ 19 h 19" name="T5"/>
                    <a:gd fmla="*/ 21 w 23" name="T6"/>
                    <a:gd fmla="*/ 11 h 19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19" w="23">
                      <a:moveTo>
                        <a:pt x="21" y="11"/>
                      </a:moveTo>
                      <a:cubicBezTo>
                        <a:pt x="14" y="10"/>
                        <a:pt x="4" y="6"/>
                        <a:pt x="0" y="0"/>
                      </a:cubicBezTo>
                      <a:cubicBezTo>
                        <a:pt x="3" y="9"/>
                        <a:pt x="11" y="17"/>
                        <a:pt x="23" y="19"/>
                      </a:cubicBezTo>
                      <a:cubicBezTo>
                        <a:pt x="22" y="17"/>
                        <a:pt x="21" y="14"/>
                        <a:pt x="21" y="11"/>
                      </a:cubicBezTo>
                      <a:close/>
                    </a:path>
                  </a:pathLst>
                </a:custGeom>
                <a:solidFill>
                  <a:srgbClr val="009470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c9ef45dd-be02-44f6-a37a-763eb7c6e1b4" id="433" name="ïṩḷíďè">
                  <a:extLst>
                    <a:ext uri="{FF2B5EF4-FFF2-40B4-BE49-F238E27FC236}">
                      <a16:creationId id="{A088FAC5-4391-D1C4-B1E9-EA8DEF6C5787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4855311" y="3603026"/>
                  <a:ext cx="67129" cy="254131"/>
                </a:xfrm>
                <a:custGeom>
                  <a:avLst/>
                  <a:gdLst>
                    <a:gd fmla="*/ 25 w 27" name="T0"/>
                    <a:gd fmla="*/ 53 h 102" name="T1"/>
                    <a:gd fmla="*/ 16 w 27" name="T2"/>
                    <a:gd fmla="*/ 59 h 102" name="T3"/>
                    <a:gd fmla="*/ 12 w 27" name="T4"/>
                    <a:gd fmla="*/ 0 h 102" name="T5"/>
                    <a:gd fmla="*/ 2 w 27" name="T6"/>
                    <a:gd fmla="*/ 0 h 102" name="T7"/>
                    <a:gd fmla="*/ 0 w 27" name="T8"/>
                    <a:gd fmla="*/ 102 h 102" name="T9"/>
                    <a:gd fmla="*/ 18 w 27" name="T10"/>
                    <a:gd fmla="*/ 102 h 102" name="T11"/>
                    <a:gd fmla="*/ 16 w 27" name="T12"/>
                    <a:gd fmla="*/ 67 h 102" name="T13"/>
                    <a:gd fmla="*/ 26 w 27" name="T14"/>
                    <a:gd fmla="*/ 58 h 102" name="T15"/>
                    <a:gd fmla="*/ 25 w 27" name="T16"/>
                    <a:gd fmla="*/ 53 h 102" name="T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b="b" l="0" r="r" t="0"/>
                  <a:pathLst>
                    <a:path h="102" w="27">
                      <a:moveTo>
                        <a:pt x="25" y="53"/>
                      </a:moveTo>
                      <a:cubicBezTo>
                        <a:pt x="24" y="53"/>
                        <a:pt x="20" y="56"/>
                        <a:pt x="16" y="59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02"/>
                        <a:pt x="0" y="102"/>
                        <a:pt x="0" y="102"/>
                      </a:cubicBezTo>
                      <a:cubicBezTo>
                        <a:pt x="18" y="102"/>
                        <a:pt x="18" y="102"/>
                        <a:pt x="18" y="102"/>
                      </a:cubicBezTo>
                      <a:cubicBezTo>
                        <a:pt x="16" y="67"/>
                        <a:pt x="16" y="67"/>
                        <a:pt x="16" y="67"/>
                      </a:cubicBezTo>
                      <a:cubicBezTo>
                        <a:pt x="20" y="62"/>
                        <a:pt x="25" y="58"/>
                        <a:pt x="26" y="58"/>
                      </a:cubicBezTo>
                      <a:cubicBezTo>
                        <a:pt x="27" y="56"/>
                        <a:pt x="27" y="53"/>
                        <a:pt x="25" y="53"/>
                      </a:cubicBezTo>
                    </a:path>
                  </a:pathLst>
                </a:custGeom>
                <a:solidFill>
                  <a:srgbClr val="9B5F0E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100618dc-3b28-4e37-9bb1-848d72b9c218" id="434" name="íŝľíḓé">
                  <a:extLst>
                    <a:ext uri="{FF2B5EF4-FFF2-40B4-BE49-F238E27FC236}">
                      <a16:creationId id="{526F1319-3110-4FC9-ADB1-41310D41459B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4892472" y="3734886"/>
                  <a:ext cx="29968" cy="13186"/>
                </a:xfrm>
                <a:custGeom>
                  <a:avLst/>
                  <a:gdLst>
                    <a:gd fmla="*/ 10 w 12" name="T0"/>
                    <a:gd fmla="*/ 0 h 5" name="T1"/>
                    <a:gd fmla="*/ 10 w 12" name="T2"/>
                    <a:gd fmla="*/ 0 h 5" name="T3"/>
                    <a:gd fmla="*/ 1 w 12" name="T4"/>
                    <a:gd fmla="*/ 5 h 5" name="T5"/>
                    <a:gd fmla="*/ 1 w 12" name="T6"/>
                    <a:gd fmla="*/ 5 h 5" name="T7"/>
                    <a:gd fmla="*/ 10 w 12" name="T8"/>
                    <a:gd fmla="*/ 0 h 5" name="T9"/>
                    <a:gd fmla="*/ 10 w 12" name="T10"/>
                    <a:gd fmla="*/ 0 h 5" name="T11"/>
                    <a:gd fmla="*/ 12 w 12" name="T12"/>
                    <a:gd fmla="*/ 2 h 5" name="T13"/>
                    <a:gd fmla="*/ 10 w 12" name="T14"/>
                    <a:gd fmla="*/ 0 h 5" name="T15"/>
                    <a:gd fmla="*/ 0 w 12" name="T16"/>
                    <a:gd fmla="*/ 0 h 5" name="T17"/>
                    <a:gd fmla="*/ 0 w 12" name="T18"/>
                    <a:gd fmla="*/ 0 h 5" name="T19"/>
                    <a:gd fmla="*/ 1 w 12" name="T20"/>
                    <a:gd fmla="*/ 5 h 5" name="T21"/>
                    <a:gd fmla="*/ 1 w 12" name="T22"/>
                    <a:gd fmla="*/ 5 h 5" name="T23"/>
                    <a:gd fmla="*/ 0 w 12" name="T24"/>
                    <a:gd fmla="*/ 0 h 5" name="T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b="b" l="0" r="r" t="0"/>
                  <a:pathLst>
                    <a:path h="5" w="12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9" y="0"/>
                        <a:pt x="5" y="3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5" y="3"/>
                        <a:pt x="9" y="0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1" y="0"/>
                        <a:pt x="12" y="1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5A802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98dcf1eb-5334-4c1b-b1e4-c2ac1d80e8e8" id="435" name="ïṡḷîḑé">
                  <a:extLst>
                    <a:ext uri="{FF2B5EF4-FFF2-40B4-BE49-F238E27FC236}">
                      <a16:creationId id="{4DFDE974-3DB3-5FFD-34AD-9070D6A0D9A4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4875690" y="3603026"/>
                  <a:ext cx="16782" cy="131861"/>
                </a:xfrm>
                <a:custGeom>
                  <a:avLst/>
                  <a:gdLst>
                    <a:gd fmla="*/ 8 w 14" name="T0"/>
                    <a:gd fmla="*/ 0 h 110" name="T1"/>
                    <a:gd fmla="*/ 0 w 14" name="T2"/>
                    <a:gd fmla="*/ 0 h 110" name="T3"/>
                    <a:gd fmla="*/ 8 w 14" name="T4"/>
                    <a:gd fmla="*/ 0 h 110" name="T5"/>
                    <a:gd fmla="*/ 14 w 14" name="T6"/>
                    <a:gd fmla="*/ 110 h 110" name="T7"/>
                    <a:gd fmla="*/ 14 w 14" name="T8"/>
                    <a:gd fmla="*/ 110 h 110" name="T9"/>
                    <a:gd fmla="*/ 8 w 14" name="T10"/>
                    <a:gd fmla="*/ 0 h 110" name="T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b="b" l="0" r="r" t="0"/>
                  <a:pathLst>
                    <a:path h="110" w="14">
                      <a:moveTo>
                        <a:pt x="8" y="0"/>
                      </a:moveTo>
                      <a:lnTo>
                        <a:pt x="0" y="0"/>
                      </a:lnTo>
                      <a:lnTo>
                        <a:pt x="8" y="0"/>
                      </a:lnTo>
                      <a:lnTo>
                        <a:pt x="14" y="110"/>
                      </a:lnTo>
                      <a:lnTo>
                        <a:pt x="14" y="11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BCA999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c8300b8c-ac7b-4565-82e7-d8be9440ca75" id="436" name="ïş1íḑè">
                  <a:extLst>
                    <a:ext uri="{FF2B5EF4-FFF2-40B4-BE49-F238E27FC236}">
                      <a16:creationId id="{ACD7C503-3992-538A-0E76-DD2ECBA57CFF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4875690" y="3603026"/>
                  <a:ext cx="16782" cy="131861"/>
                </a:xfrm>
                <a:custGeom>
                  <a:avLst/>
                  <a:gdLst>
                    <a:gd fmla="*/ 8 w 14" name="T0"/>
                    <a:gd fmla="*/ 0 h 110" name="T1"/>
                    <a:gd fmla="*/ 0 w 14" name="T2"/>
                    <a:gd fmla="*/ 0 h 110" name="T3"/>
                    <a:gd fmla="*/ 8 w 14" name="T4"/>
                    <a:gd fmla="*/ 0 h 110" name="T5"/>
                    <a:gd fmla="*/ 14 w 14" name="T6"/>
                    <a:gd fmla="*/ 110 h 110" name="T7"/>
                    <a:gd fmla="*/ 14 w 14" name="T8"/>
                    <a:gd fmla="*/ 110 h 110" name="T9"/>
                    <a:gd fmla="*/ 8 w 14" name="T10"/>
                    <a:gd fmla="*/ 0 h 110" name="T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b="b" l="0" r="r" t="0"/>
                  <a:pathLst>
                    <a:path h="110" w="14">
                      <a:moveTo>
                        <a:pt x="8" y="0"/>
                      </a:moveTo>
                      <a:lnTo>
                        <a:pt x="0" y="0"/>
                      </a:lnTo>
                      <a:lnTo>
                        <a:pt x="8" y="0"/>
                      </a:lnTo>
                      <a:lnTo>
                        <a:pt x="14" y="110"/>
                      </a:lnTo>
                      <a:lnTo>
                        <a:pt x="14" y="11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1fd2cb21-877d-446a-8596-9d0f8268f6db" id="437" name="îŝḷîḋè">
                  <a:extLst>
                    <a:ext uri="{FF2B5EF4-FFF2-40B4-BE49-F238E27FC236}">
                      <a16:creationId id="{33484D8D-055F-EE5F-1CE5-FF7C90CA1F0B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4917645" y="3745675"/>
                  <a:ext cx="2397" cy="2397"/>
                </a:xfrm>
                <a:custGeom>
                  <a:avLst/>
                  <a:gdLst>
                    <a:gd fmla="*/ 1 w 1" name="T0"/>
                    <a:gd fmla="*/ 0 h 1" name="T1"/>
                    <a:gd fmla="*/ 1 w 1" name="T2"/>
                    <a:gd fmla="*/ 1 h 1" name="T3"/>
                    <a:gd fmla="*/ 0 w 1" name="T4"/>
                    <a:gd fmla="*/ 1 h 1" name="T5"/>
                    <a:gd fmla="*/ 0 w 1" name="T6"/>
                    <a:gd fmla="*/ 1 h 1" name="T7"/>
                    <a:gd fmla="*/ 1 w 1" name="T8"/>
                    <a:gd fmla="*/ 1 h 1" name="T9"/>
                    <a:gd fmla="*/ 1 w 1" name="T10"/>
                    <a:gd fmla="*/ 0 h 1" name="T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b="b" l="0" r="r" t="0"/>
                  <a:pathLst>
                    <a:path h="1"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solidFill>
                  <a:srgbClr val="5A802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42e199bf-1dfb-4ada-bb7f-69b59826a7e8" id="438" name="iśļîďê">
                  <a:extLst>
                    <a:ext uri="{FF2B5EF4-FFF2-40B4-BE49-F238E27FC236}">
                      <a16:creationId id="{138D5591-0E20-6468-6EE0-8525BD9CA83F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4875690" y="3603026"/>
                  <a:ext cx="46751" cy="254131"/>
                </a:xfrm>
                <a:custGeom>
                  <a:avLst/>
                  <a:gdLst>
                    <a:gd fmla="*/ 4 w 19" name="T0"/>
                    <a:gd fmla="*/ 0 h 102" name="T1"/>
                    <a:gd fmla="*/ 0 w 19" name="T2"/>
                    <a:gd fmla="*/ 0 h 102" name="T3"/>
                    <a:gd fmla="*/ 0 w 19" name="T4"/>
                    <a:gd fmla="*/ 102 h 102" name="T5"/>
                    <a:gd fmla="*/ 10 w 19" name="T6"/>
                    <a:gd fmla="*/ 102 h 102" name="T7"/>
                    <a:gd fmla="*/ 10 w 19" name="T8"/>
                    <a:gd fmla="*/ 94 h 102" name="T9"/>
                    <a:gd fmla="*/ 9 w 19" name="T10"/>
                    <a:gd fmla="*/ 87 h 102" name="T11"/>
                    <a:gd fmla="*/ 8 w 19" name="T12"/>
                    <a:gd fmla="*/ 67 h 102" name="T13"/>
                    <a:gd fmla="*/ 12 w 19" name="T14"/>
                    <a:gd fmla="*/ 63 h 102" name="T15"/>
                    <a:gd fmla="*/ 17 w 19" name="T16"/>
                    <a:gd fmla="*/ 58 h 102" name="T17"/>
                    <a:gd fmla="*/ 18 w 19" name="T18"/>
                    <a:gd fmla="*/ 58 h 102" name="T19"/>
                    <a:gd fmla="*/ 18 w 19" name="T20"/>
                    <a:gd fmla="*/ 57 h 102" name="T21"/>
                    <a:gd fmla="*/ 19 w 19" name="T22"/>
                    <a:gd fmla="*/ 55 h 102" name="T23"/>
                    <a:gd fmla="*/ 17 w 19" name="T24"/>
                    <a:gd fmla="*/ 53 h 102" name="T25"/>
                    <a:gd fmla="*/ 17 w 19" name="T26"/>
                    <a:gd fmla="*/ 53 h 102" name="T27"/>
                    <a:gd fmla="*/ 8 w 19" name="T28"/>
                    <a:gd fmla="*/ 58 h 102" name="T29"/>
                    <a:gd fmla="*/ 8 w 19" name="T30"/>
                    <a:gd fmla="*/ 59 h 102" name="T31"/>
                    <a:gd fmla="*/ 8 w 19" name="T32"/>
                    <a:gd fmla="*/ 58 h 102" name="T33"/>
                    <a:gd fmla="*/ 7 w 19" name="T34"/>
                    <a:gd fmla="*/ 53 h 102" name="T35"/>
                    <a:gd fmla="*/ 4 w 19" name="T36"/>
                    <a:gd fmla="*/ 0 h 102" name="T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b="b" l="0" r="r" t="0"/>
                  <a:pathLst>
                    <a:path h="102" w="19">
                      <a:moveTo>
                        <a:pt x="4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2"/>
                        <a:pt x="0" y="102"/>
                        <a:pt x="0" y="102"/>
                      </a:cubicBezTo>
                      <a:cubicBezTo>
                        <a:pt x="10" y="102"/>
                        <a:pt x="10" y="102"/>
                        <a:pt x="10" y="102"/>
                      </a:cubicBezTo>
                      <a:cubicBezTo>
                        <a:pt x="10" y="94"/>
                        <a:pt x="10" y="94"/>
                        <a:pt x="10" y="94"/>
                      </a:cubicBezTo>
                      <a:cubicBezTo>
                        <a:pt x="9" y="87"/>
                        <a:pt x="9" y="87"/>
                        <a:pt x="9" y="87"/>
                      </a:cubicBezTo>
                      <a:cubicBezTo>
                        <a:pt x="8" y="67"/>
                        <a:pt x="8" y="67"/>
                        <a:pt x="8" y="67"/>
                      </a:cubicBezTo>
                      <a:cubicBezTo>
                        <a:pt x="9" y="66"/>
                        <a:pt x="11" y="64"/>
                        <a:pt x="12" y="63"/>
                      </a:cubicBezTo>
                      <a:cubicBezTo>
                        <a:pt x="14" y="61"/>
                        <a:pt x="16" y="59"/>
                        <a:pt x="17" y="58"/>
                      </a:cubicBezTo>
                      <a:cubicBezTo>
                        <a:pt x="17" y="58"/>
                        <a:pt x="18" y="58"/>
                        <a:pt x="18" y="58"/>
                      </a:cubicBezTo>
                      <a:cubicBezTo>
                        <a:pt x="18" y="57"/>
                        <a:pt x="18" y="57"/>
                        <a:pt x="18" y="57"/>
                      </a:cubicBezTo>
                      <a:cubicBezTo>
                        <a:pt x="19" y="56"/>
                        <a:pt x="19" y="56"/>
                        <a:pt x="19" y="55"/>
                      </a:cubicBezTo>
                      <a:cubicBezTo>
                        <a:pt x="19" y="54"/>
                        <a:pt x="18" y="53"/>
                        <a:pt x="17" y="53"/>
                      </a:cubicBezTo>
                      <a:cubicBezTo>
                        <a:pt x="17" y="53"/>
                        <a:pt x="17" y="53"/>
                        <a:pt x="17" y="53"/>
                      </a:cubicBezTo>
                      <a:cubicBezTo>
                        <a:pt x="16" y="53"/>
                        <a:pt x="12" y="56"/>
                        <a:pt x="8" y="58"/>
                      </a:cubicBezTo>
                      <a:cubicBezTo>
                        <a:pt x="8" y="58"/>
                        <a:pt x="8" y="58"/>
                        <a:pt x="8" y="59"/>
                      </a:cubicBezTo>
                      <a:cubicBezTo>
                        <a:pt x="8" y="58"/>
                        <a:pt x="8" y="58"/>
                        <a:pt x="8" y="58"/>
                      </a:cubicBezTo>
                      <a:cubicBezTo>
                        <a:pt x="7" y="53"/>
                        <a:pt x="7" y="53"/>
                        <a:pt x="7" y="53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solidFill>
                  <a:srgbClr val="723F0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0f0de6b1-b1cb-4093-8149-57fcc790d81b" id="439" name="iŝlïďé">
                  <a:extLst>
                    <a:ext uri="{FF2B5EF4-FFF2-40B4-BE49-F238E27FC236}">
                      <a16:creationId id="{DE7B7BCD-639A-3EEB-CE55-7DD90E98879C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4686290" y="3389651"/>
                  <a:ext cx="374005" cy="330850"/>
                </a:xfrm>
                <a:custGeom>
                  <a:avLst/>
                  <a:gdLst>
                    <a:gd fmla="*/ 150 w 150" name="T0"/>
                    <a:gd fmla="*/ 80 h 133" name="T1"/>
                    <a:gd fmla="*/ 142 w 150" name="T2"/>
                    <a:gd fmla="*/ 60 h 133" name="T3"/>
                    <a:gd fmla="*/ 145 w 150" name="T4"/>
                    <a:gd fmla="*/ 48 h 133" name="T5"/>
                    <a:gd fmla="*/ 117 w 150" name="T6"/>
                    <a:gd fmla="*/ 19 h 133" name="T7"/>
                    <a:gd fmla="*/ 103 w 150" name="T8"/>
                    <a:gd fmla="*/ 23 h 133" name="T9"/>
                    <a:gd fmla="*/ 75 w 150" name="T10"/>
                    <a:gd fmla="*/ 0 h 133" name="T11"/>
                    <a:gd fmla="*/ 47 w 150" name="T12"/>
                    <a:gd fmla="*/ 23 h 133" name="T13"/>
                    <a:gd fmla="*/ 33 w 150" name="T14"/>
                    <a:gd fmla="*/ 19 h 133" name="T15"/>
                    <a:gd fmla="*/ 5 w 150" name="T16"/>
                    <a:gd fmla="*/ 48 h 133" name="T17"/>
                    <a:gd fmla="*/ 8 w 150" name="T18"/>
                    <a:gd fmla="*/ 60 h 133" name="T19"/>
                    <a:gd fmla="*/ 0 w 150" name="T20"/>
                    <a:gd fmla="*/ 80 h 133" name="T21"/>
                    <a:gd fmla="*/ 24 w 150" name="T22"/>
                    <a:gd fmla="*/ 108 h 133" name="T23"/>
                    <a:gd fmla="*/ 52 w 150" name="T24"/>
                    <a:gd fmla="*/ 133 h 133" name="T25"/>
                    <a:gd fmla="*/ 75 w 150" name="T26"/>
                    <a:gd fmla="*/ 121 h 133" name="T27"/>
                    <a:gd fmla="*/ 98 w 150" name="T28"/>
                    <a:gd fmla="*/ 133 h 133" name="T29"/>
                    <a:gd fmla="*/ 126 w 150" name="T30"/>
                    <a:gd fmla="*/ 108 h 133" name="T31"/>
                    <a:gd fmla="*/ 150 w 150" name="T32"/>
                    <a:gd fmla="*/ 80 h 133" name="T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b="b" l="0" r="r" t="0"/>
                  <a:pathLst>
                    <a:path h="133" w="150">
                      <a:moveTo>
                        <a:pt x="150" y="80"/>
                      </a:moveTo>
                      <a:cubicBezTo>
                        <a:pt x="150" y="72"/>
                        <a:pt x="147" y="65"/>
                        <a:pt x="142" y="60"/>
                      </a:cubicBezTo>
                      <a:cubicBezTo>
                        <a:pt x="144" y="57"/>
                        <a:pt x="145" y="52"/>
                        <a:pt x="145" y="48"/>
                      </a:cubicBezTo>
                      <a:cubicBezTo>
                        <a:pt x="145" y="32"/>
                        <a:pt x="132" y="19"/>
                        <a:pt x="117" y="19"/>
                      </a:cubicBezTo>
                      <a:cubicBezTo>
                        <a:pt x="112" y="19"/>
                        <a:pt x="107" y="21"/>
                        <a:pt x="103" y="23"/>
                      </a:cubicBezTo>
                      <a:cubicBezTo>
                        <a:pt x="100" y="10"/>
                        <a:pt x="89" y="0"/>
                        <a:pt x="75" y="0"/>
                      </a:cubicBezTo>
                      <a:cubicBezTo>
                        <a:pt x="61" y="0"/>
                        <a:pt x="50" y="10"/>
                        <a:pt x="47" y="23"/>
                      </a:cubicBezTo>
                      <a:cubicBezTo>
                        <a:pt x="43" y="21"/>
                        <a:pt x="38" y="19"/>
                        <a:pt x="33" y="19"/>
                      </a:cubicBezTo>
                      <a:cubicBezTo>
                        <a:pt x="18" y="19"/>
                        <a:pt x="5" y="32"/>
                        <a:pt x="5" y="48"/>
                      </a:cubicBezTo>
                      <a:cubicBezTo>
                        <a:pt x="5" y="52"/>
                        <a:pt x="6" y="57"/>
                        <a:pt x="8" y="60"/>
                      </a:cubicBezTo>
                      <a:cubicBezTo>
                        <a:pt x="3" y="65"/>
                        <a:pt x="0" y="72"/>
                        <a:pt x="0" y="80"/>
                      </a:cubicBezTo>
                      <a:cubicBezTo>
                        <a:pt x="0" y="94"/>
                        <a:pt x="10" y="106"/>
                        <a:pt x="24" y="108"/>
                      </a:cubicBezTo>
                      <a:cubicBezTo>
                        <a:pt x="26" y="122"/>
                        <a:pt x="38" y="133"/>
                        <a:pt x="52" y="133"/>
                      </a:cubicBezTo>
                      <a:cubicBezTo>
                        <a:pt x="62" y="133"/>
                        <a:pt x="70" y="128"/>
                        <a:pt x="75" y="121"/>
                      </a:cubicBezTo>
                      <a:cubicBezTo>
                        <a:pt x="80" y="128"/>
                        <a:pt x="89" y="133"/>
                        <a:pt x="98" y="133"/>
                      </a:cubicBezTo>
                      <a:cubicBezTo>
                        <a:pt x="112" y="133"/>
                        <a:pt x="124" y="122"/>
                        <a:pt x="126" y="108"/>
                      </a:cubicBezTo>
                      <a:cubicBezTo>
                        <a:pt x="140" y="106"/>
                        <a:pt x="150" y="94"/>
                        <a:pt x="150" y="80"/>
                      </a:cubicBezTo>
                      <a:close/>
                    </a:path>
                  </a:pathLst>
                </a:custGeom>
                <a:solidFill>
                  <a:srgbClr val="00B085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91f055f1-fa51-4f5e-903b-027736432ef7" id="440" name="iṡļiḓè">
                  <a:extLst>
                    <a:ext uri="{FF2B5EF4-FFF2-40B4-BE49-F238E27FC236}">
                      <a16:creationId id="{DF3C11FC-598E-A08F-793D-557C54992159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4748624" y="3438799"/>
                  <a:ext cx="311670" cy="281702"/>
                </a:xfrm>
                <a:custGeom>
                  <a:avLst/>
                  <a:gdLst>
                    <a:gd fmla="*/ 117 w 125" name="T0"/>
                    <a:gd fmla="*/ 40 h 113" name="T1"/>
                    <a:gd fmla="*/ 120 w 125" name="T2"/>
                    <a:gd fmla="*/ 28 h 113" name="T3"/>
                    <a:gd fmla="*/ 96 w 125" name="T4"/>
                    <a:gd fmla="*/ 0 h 113" name="T5"/>
                    <a:gd fmla="*/ 109 w 125" name="T6"/>
                    <a:gd fmla="*/ 22 h 113" name="T7"/>
                    <a:gd fmla="*/ 106 w 125" name="T8"/>
                    <a:gd fmla="*/ 34 h 113" name="T9"/>
                    <a:gd fmla="*/ 113 w 125" name="T10"/>
                    <a:gd fmla="*/ 53 h 113" name="T11"/>
                    <a:gd fmla="*/ 91 w 125" name="T12"/>
                    <a:gd fmla="*/ 79 h 113" name="T13"/>
                    <a:gd fmla="*/ 64 w 125" name="T14"/>
                    <a:gd fmla="*/ 103 h 113" name="T15"/>
                    <a:gd fmla="*/ 42 w 125" name="T16"/>
                    <a:gd fmla="*/ 92 h 113" name="T17"/>
                    <a:gd fmla="*/ 21 w 125" name="T18"/>
                    <a:gd fmla="*/ 103 h 113" name="T19"/>
                    <a:gd fmla="*/ 0 w 125" name="T20"/>
                    <a:gd fmla="*/ 93 h 113" name="T21"/>
                    <a:gd fmla="*/ 27 w 125" name="T22"/>
                    <a:gd fmla="*/ 113 h 113" name="T23"/>
                    <a:gd fmla="*/ 50 w 125" name="T24"/>
                    <a:gd fmla="*/ 101 h 113" name="T25"/>
                    <a:gd fmla="*/ 73 w 125" name="T26"/>
                    <a:gd fmla="*/ 113 h 113" name="T27"/>
                    <a:gd fmla="*/ 101 w 125" name="T28"/>
                    <a:gd fmla="*/ 88 h 113" name="T29"/>
                    <a:gd fmla="*/ 125 w 125" name="T30"/>
                    <a:gd fmla="*/ 60 h 113" name="T31"/>
                    <a:gd fmla="*/ 117 w 125" name="T32"/>
                    <a:gd fmla="*/ 40 h 113" name="T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b="b" l="0" r="r" t="0"/>
                  <a:pathLst>
                    <a:path h="113" w="125">
                      <a:moveTo>
                        <a:pt x="117" y="40"/>
                      </a:moveTo>
                      <a:cubicBezTo>
                        <a:pt x="119" y="37"/>
                        <a:pt x="120" y="32"/>
                        <a:pt x="120" y="28"/>
                      </a:cubicBezTo>
                      <a:cubicBezTo>
                        <a:pt x="120" y="14"/>
                        <a:pt x="110" y="2"/>
                        <a:pt x="96" y="0"/>
                      </a:cubicBezTo>
                      <a:cubicBezTo>
                        <a:pt x="104" y="5"/>
                        <a:pt x="109" y="13"/>
                        <a:pt x="109" y="22"/>
                      </a:cubicBezTo>
                      <a:cubicBezTo>
                        <a:pt x="109" y="27"/>
                        <a:pt x="108" y="31"/>
                        <a:pt x="106" y="34"/>
                      </a:cubicBezTo>
                      <a:cubicBezTo>
                        <a:pt x="110" y="39"/>
                        <a:pt x="113" y="45"/>
                        <a:pt x="113" y="53"/>
                      </a:cubicBezTo>
                      <a:cubicBezTo>
                        <a:pt x="113" y="66"/>
                        <a:pt x="103" y="77"/>
                        <a:pt x="91" y="79"/>
                      </a:cubicBezTo>
                      <a:cubicBezTo>
                        <a:pt x="89" y="92"/>
                        <a:pt x="78" y="103"/>
                        <a:pt x="64" y="103"/>
                      </a:cubicBezTo>
                      <a:cubicBezTo>
                        <a:pt x="55" y="103"/>
                        <a:pt x="47" y="98"/>
                        <a:pt x="42" y="92"/>
                      </a:cubicBezTo>
                      <a:cubicBezTo>
                        <a:pt x="37" y="98"/>
                        <a:pt x="29" y="103"/>
                        <a:pt x="21" y="103"/>
                      </a:cubicBezTo>
                      <a:cubicBezTo>
                        <a:pt x="12" y="103"/>
                        <a:pt x="5" y="99"/>
                        <a:pt x="0" y="93"/>
                      </a:cubicBezTo>
                      <a:cubicBezTo>
                        <a:pt x="4" y="105"/>
                        <a:pt x="15" y="113"/>
                        <a:pt x="27" y="113"/>
                      </a:cubicBezTo>
                      <a:cubicBezTo>
                        <a:pt x="37" y="113"/>
                        <a:pt x="45" y="108"/>
                        <a:pt x="50" y="101"/>
                      </a:cubicBezTo>
                      <a:cubicBezTo>
                        <a:pt x="55" y="108"/>
                        <a:pt x="64" y="113"/>
                        <a:pt x="73" y="113"/>
                      </a:cubicBezTo>
                      <a:cubicBezTo>
                        <a:pt x="87" y="113"/>
                        <a:pt x="99" y="102"/>
                        <a:pt x="101" y="88"/>
                      </a:cubicBezTo>
                      <a:cubicBezTo>
                        <a:pt x="115" y="86"/>
                        <a:pt x="125" y="74"/>
                        <a:pt x="125" y="60"/>
                      </a:cubicBezTo>
                      <a:cubicBezTo>
                        <a:pt x="125" y="52"/>
                        <a:pt x="122" y="45"/>
                        <a:pt x="117" y="40"/>
                      </a:cubicBezTo>
                      <a:close/>
                    </a:path>
                  </a:pathLst>
                </a:custGeom>
                <a:solidFill>
                  <a:srgbClr val="009470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b2975d21-d68b-4c38-9920-a3303556ea8d" id="441" name="iśľïḋê">
                  <a:extLst>
                    <a:ext uri="{FF2B5EF4-FFF2-40B4-BE49-F238E27FC236}">
                      <a16:creationId id="{13AFD3C2-D549-05C7-0E13-8CC614FA6BB7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4885279" y="3392049"/>
                  <a:ext cx="57539" cy="64732"/>
                </a:xfrm>
                <a:custGeom>
                  <a:avLst/>
                  <a:gdLst>
                    <a:gd fmla="*/ 17 w 23" name="T0"/>
                    <a:gd fmla="*/ 26 h 26" name="T1"/>
                    <a:gd fmla="*/ 23 w 23" name="T2"/>
                    <a:gd fmla="*/ 22 h 26" name="T3"/>
                    <a:gd fmla="*/ 0 w 23" name="T4"/>
                    <a:gd fmla="*/ 0 h 26" name="T5"/>
                    <a:gd fmla="*/ 17 w 23" name="T6"/>
                    <a:gd fmla="*/ 26 h 26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26" w="23">
                      <a:moveTo>
                        <a:pt x="17" y="26"/>
                      </a:moveTo>
                      <a:cubicBezTo>
                        <a:pt x="18" y="24"/>
                        <a:pt x="20" y="24"/>
                        <a:pt x="23" y="22"/>
                      </a:cubicBezTo>
                      <a:cubicBezTo>
                        <a:pt x="20" y="8"/>
                        <a:pt x="9" y="1"/>
                        <a:pt x="0" y="0"/>
                      </a:cubicBezTo>
                      <a:cubicBezTo>
                        <a:pt x="7" y="3"/>
                        <a:pt x="15" y="18"/>
                        <a:pt x="17" y="26"/>
                      </a:cubicBezTo>
                      <a:close/>
                    </a:path>
                  </a:pathLst>
                </a:custGeom>
                <a:solidFill>
                  <a:srgbClr val="009470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3cbe4b70-81cc-4d1a-8438-cd6d7e533ada" id="442" name="iṩḻíḓe">
                  <a:extLst>
                    <a:ext uri="{FF2B5EF4-FFF2-40B4-BE49-F238E27FC236}">
                      <a16:creationId id="{759F52F1-01C5-5F20-8DB9-A2EDBDA1B858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4688687" y="3607821"/>
                  <a:ext cx="57539" cy="50347"/>
                </a:xfrm>
                <a:custGeom>
                  <a:avLst/>
                  <a:gdLst>
                    <a:gd fmla="*/ 21 w 23" name="T0"/>
                    <a:gd fmla="*/ 12 h 20" name="T1"/>
                    <a:gd fmla="*/ 0 w 23" name="T2"/>
                    <a:gd fmla="*/ 0 h 20" name="T3"/>
                    <a:gd fmla="*/ 23 w 23" name="T4"/>
                    <a:gd fmla="*/ 20 h 20" name="T5"/>
                    <a:gd fmla="*/ 21 w 23" name="T6"/>
                    <a:gd fmla="*/ 12 h 20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20" w="23">
                      <a:moveTo>
                        <a:pt x="21" y="12"/>
                      </a:moveTo>
                      <a:cubicBezTo>
                        <a:pt x="14" y="10"/>
                        <a:pt x="4" y="6"/>
                        <a:pt x="0" y="0"/>
                      </a:cubicBezTo>
                      <a:cubicBezTo>
                        <a:pt x="3" y="10"/>
                        <a:pt x="11" y="18"/>
                        <a:pt x="23" y="20"/>
                      </a:cubicBezTo>
                      <a:cubicBezTo>
                        <a:pt x="22" y="17"/>
                        <a:pt x="21" y="15"/>
                        <a:pt x="21" y="12"/>
                      </a:cubicBezTo>
                      <a:close/>
                    </a:path>
                  </a:pathLst>
                </a:custGeom>
                <a:solidFill>
                  <a:srgbClr val="009470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23799dd3-f1a4-4b62-a7cd-17021a2b9c83" id="443" name="îŝľiḍé">
                  <a:extLst>
                    <a:ext uri="{FF2B5EF4-FFF2-40B4-BE49-F238E27FC236}">
                      <a16:creationId id="{0D10D8CC-EAEA-B8D0-7A3A-1B7CB8C8C0E6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382497" y="3595833"/>
                  <a:ext cx="67129" cy="254131"/>
                </a:xfrm>
                <a:custGeom>
                  <a:avLst/>
                  <a:gdLst>
                    <a:gd fmla="*/ 25 w 27" name="T0"/>
                    <a:gd fmla="*/ 54 h 102" name="T1"/>
                    <a:gd fmla="*/ 15 w 27" name="T2"/>
                    <a:gd fmla="*/ 59 h 102" name="T3"/>
                    <a:gd fmla="*/ 12 w 27" name="T4"/>
                    <a:gd fmla="*/ 0 h 102" name="T5"/>
                    <a:gd fmla="*/ 2 w 27" name="T6"/>
                    <a:gd fmla="*/ 0 h 102" name="T7"/>
                    <a:gd fmla="*/ 0 w 27" name="T8"/>
                    <a:gd fmla="*/ 102 h 102" name="T9"/>
                    <a:gd fmla="*/ 18 w 27" name="T10"/>
                    <a:gd fmla="*/ 102 h 102" name="T11"/>
                    <a:gd fmla="*/ 16 w 27" name="T12"/>
                    <a:gd fmla="*/ 67 h 102" name="T13"/>
                    <a:gd fmla="*/ 26 w 27" name="T14"/>
                    <a:gd fmla="*/ 58 h 102" name="T15"/>
                    <a:gd fmla="*/ 25 w 27" name="T16"/>
                    <a:gd fmla="*/ 54 h 102" name="T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b="b" l="0" r="r" t="0"/>
                  <a:pathLst>
                    <a:path h="102" w="27">
                      <a:moveTo>
                        <a:pt x="25" y="54"/>
                      </a:moveTo>
                      <a:cubicBezTo>
                        <a:pt x="24" y="54"/>
                        <a:pt x="20" y="56"/>
                        <a:pt x="15" y="59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02"/>
                        <a:pt x="0" y="102"/>
                        <a:pt x="0" y="102"/>
                      </a:cubicBezTo>
                      <a:cubicBezTo>
                        <a:pt x="18" y="102"/>
                        <a:pt x="18" y="102"/>
                        <a:pt x="18" y="102"/>
                      </a:cubicBezTo>
                      <a:cubicBezTo>
                        <a:pt x="16" y="67"/>
                        <a:pt x="16" y="67"/>
                        <a:pt x="16" y="67"/>
                      </a:cubicBezTo>
                      <a:cubicBezTo>
                        <a:pt x="20" y="63"/>
                        <a:pt x="25" y="59"/>
                        <a:pt x="26" y="58"/>
                      </a:cubicBezTo>
                      <a:cubicBezTo>
                        <a:pt x="27" y="57"/>
                        <a:pt x="27" y="54"/>
                        <a:pt x="25" y="54"/>
                      </a:cubicBezTo>
                    </a:path>
                  </a:pathLst>
                </a:custGeom>
                <a:solidFill>
                  <a:srgbClr val="9B5F0E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264782a7-f938-4e51-bb57-5ecc187274a5" id="444" name="ïśľïḋê">
                  <a:extLst>
                    <a:ext uri="{FF2B5EF4-FFF2-40B4-BE49-F238E27FC236}">
                      <a16:creationId id="{06E860D4-87B5-5929-BA35-07B0FE2DEACE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419657" y="3734886"/>
                  <a:ext cx="27571" cy="13186"/>
                </a:xfrm>
                <a:custGeom>
                  <a:avLst/>
                  <a:gdLst>
                    <a:gd fmla="*/ 11 w 11" name="T0"/>
                    <a:gd fmla="*/ 2 h 5" name="T1"/>
                    <a:gd fmla="*/ 11 w 11" name="T2"/>
                    <a:gd fmla="*/ 2 h 5" name="T3"/>
                    <a:gd fmla="*/ 7 w 11" name="T4"/>
                    <a:gd fmla="*/ 5 h 5" name="T5"/>
                    <a:gd fmla="*/ 7 w 11" name="T6"/>
                    <a:gd fmla="*/ 5 h 5" name="T7"/>
                    <a:gd fmla="*/ 10 w 11" name="T8"/>
                    <a:gd fmla="*/ 2 h 5" name="T9"/>
                    <a:gd fmla="*/ 11 w 11" name="T10"/>
                    <a:gd fmla="*/ 2 h 5" name="T11"/>
                    <a:gd fmla="*/ 6 w 11" name="T12"/>
                    <a:gd fmla="*/ 0 h 5" name="T13"/>
                    <a:gd fmla="*/ 6 w 11" name="T14"/>
                    <a:gd fmla="*/ 0 h 5" name="T15"/>
                    <a:gd fmla="*/ 0 w 11" name="T16"/>
                    <a:gd fmla="*/ 3 h 5" name="T17"/>
                    <a:gd fmla="*/ 0 w 11" name="T18"/>
                    <a:gd fmla="*/ 0 h 5" name="T19"/>
                    <a:gd fmla="*/ 0 w 11" name="T20"/>
                    <a:gd fmla="*/ 0 h 5" name="T21"/>
                    <a:gd fmla="*/ 0 w 11" name="T22"/>
                    <a:gd fmla="*/ 3 h 5" name="T23"/>
                    <a:gd fmla="*/ 6 w 11" name="T24"/>
                    <a:gd fmla="*/ 0 h 5" name="T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b="b" l="0" r="r" t="0"/>
                  <a:pathLst>
                    <a:path h="5" w="11">
                      <a:moveTo>
                        <a:pt x="11" y="2"/>
                      </a:move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0" y="2"/>
                        <a:pt x="9" y="3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9" y="4"/>
                        <a:pt x="10" y="2"/>
                        <a:pt x="10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"/>
                        <a:pt x="2" y="2"/>
                        <a:pt x="0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2"/>
                        <a:pt x="4" y="1"/>
                        <a:pt x="6" y="0"/>
                      </a:cubicBezTo>
                    </a:path>
                  </a:pathLst>
                </a:custGeom>
                <a:solidFill>
                  <a:srgbClr val="5A802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e41acdd7-cd4f-49e7-8e0a-688ff122b470" id="445" name="í$ḻíḋe">
                  <a:extLst>
                    <a:ext uri="{FF2B5EF4-FFF2-40B4-BE49-F238E27FC236}">
                      <a16:creationId id="{E6FAE5F3-408B-09F4-1FAD-FE94B11F3E45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401676" y="3595833"/>
                  <a:ext cx="47949" cy="139053"/>
                </a:xfrm>
                <a:custGeom>
                  <a:avLst/>
                  <a:gdLst>
                    <a:gd fmla="*/ 17 w 19" name="T0"/>
                    <a:gd fmla="*/ 54 h 56" name="T1"/>
                    <a:gd fmla="*/ 17 w 19" name="T2"/>
                    <a:gd fmla="*/ 54 h 56" name="T3"/>
                    <a:gd fmla="*/ 13 w 19" name="T4"/>
                    <a:gd fmla="*/ 56 h 56" name="T5"/>
                    <a:gd fmla="*/ 13 w 19" name="T6"/>
                    <a:gd fmla="*/ 56 h 56" name="T7"/>
                    <a:gd fmla="*/ 17 w 19" name="T8"/>
                    <a:gd fmla="*/ 54 h 56" name="T9"/>
                    <a:gd fmla="*/ 17 w 19" name="T10"/>
                    <a:gd fmla="*/ 54 h 56" name="T11"/>
                    <a:gd fmla="*/ 19 w 19" name="T12"/>
                    <a:gd fmla="*/ 55 h 56" name="T13"/>
                    <a:gd fmla="*/ 17 w 19" name="T14"/>
                    <a:gd fmla="*/ 54 h 56" name="T15"/>
                    <a:gd fmla="*/ 4 w 19" name="T16"/>
                    <a:gd fmla="*/ 0 h 56" name="T17"/>
                    <a:gd fmla="*/ 0 w 19" name="T18"/>
                    <a:gd fmla="*/ 0 h 56" name="T19"/>
                    <a:gd fmla="*/ 4 w 19" name="T20"/>
                    <a:gd fmla="*/ 0 h 56" name="T21"/>
                    <a:gd fmla="*/ 7 w 19" name="T22"/>
                    <a:gd fmla="*/ 56 h 56" name="T23"/>
                    <a:gd fmla="*/ 7 w 19" name="T24"/>
                    <a:gd fmla="*/ 56 h 56" name="T25"/>
                    <a:gd fmla="*/ 4 w 19" name="T26"/>
                    <a:gd fmla="*/ 0 h 56" name="T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b="b" l="0" r="r" t="0"/>
                  <a:pathLst>
                    <a:path h="56" w="19">
                      <a:moveTo>
                        <a:pt x="17" y="54"/>
                      </a:moveTo>
                      <a:cubicBezTo>
                        <a:pt x="17" y="54"/>
                        <a:pt x="17" y="54"/>
                        <a:pt x="17" y="54"/>
                      </a:cubicBezTo>
                      <a:cubicBezTo>
                        <a:pt x="16" y="54"/>
                        <a:pt x="15" y="55"/>
                        <a:pt x="13" y="56"/>
                      </a:cubicBezTo>
                      <a:cubicBezTo>
                        <a:pt x="13" y="56"/>
                        <a:pt x="13" y="56"/>
                        <a:pt x="13" y="56"/>
                      </a:cubicBezTo>
                      <a:cubicBezTo>
                        <a:pt x="15" y="55"/>
                        <a:pt x="16" y="54"/>
                        <a:pt x="17" y="54"/>
                      </a:cubicBezTo>
                      <a:cubicBezTo>
                        <a:pt x="17" y="54"/>
                        <a:pt x="17" y="54"/>
                        <a:pt x="17" y="54"/>
                      </a:cubicBezTo>
                      <a:cubicBezTo>
                        <a:pt x="18" y="54"/>
                        <a:pt x="18" y="55"/>
                        <a:pt x="19" y="55"/>
                      </a:cubicBezTo>
                      <a:cubicBezTo>
                        <a:pt x="18" y="55"/>
                        <a:pt x="18" y="54"/>
                        <a:pt x="17" y="54"/>
                      </a:cubicBezTo>
                      <a:moveTo>
                        <a:pt x="4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7" y="56"/>
                        <a:pt x="7" y="56"/>
                        <a:pt x="7" y="56"/>
                      </a:cubicBezTo>
                      <a:cubicBezTo>
                        <a:pt x="7" y="56"/>
                        <a:pt x="7" y="56"/>
                        <a:pt x="7" y="56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solidFill>
                  <a:srgbClr val="BCA999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03f531b7-9ae0-4ba0-b670-11bcff854f1a" id="446" name="ïṡḻíḍê">
                  <a:extLst>
                    <a:ext uri="{FF2B5EF4-FFF2-40B4-BE49-F238E27FC236}">
                      <a16:creationId id="{2ECE9943-3AEC-B1B1-3158-215E07A2561C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401676" y="3595833"/>
                  <a:ext cx="47949" cy="254131"/>
                </a:xfrm>
                <a:custGeom>
                  <a:avLst/>
                  <a:gdLst>
                    <a:gd fmla="*/ 4 w 19" name="T0"/>
                    <a:gd fmla="*/ 0 h 102" name="T1"/>
                    <a:gd fmla="*/ 0 w 19" name="T2"/>
                    <a:gd fmla="*/ 0 h 102" name="T3"/>
                    <a:gd fmla="*/ 0 w 19" name="T4"/>
                    <a:gd fmla="*/ 102 h 102" name="T5"/>
                    <a:gd fmla="*/ 10 w 19" name="T6"/>
                    <a:gd fmla="*/ 102 h 102" name="T7"/>
                    <a:gd fmla="*/ 10 w 19" name="T8"/>
                    <a:gd fmla="*/ 95 h 102" name="T9"/>
                    <a:gd fmla="*/ 9 w 19" name="T10"/>
                    <a:gd fmla="*/ 88 h 102" name="T11"/>
                    <a:gd fmla="*/ 8 w 19" name="T12"/>
                    <a:gd fmla="*/ 67 h 102" name="T13"/>
                    <a:gd fmla="*/ 12 w 19" name="T14"/>
                    <a:gd fmla="*/ 64 h 102" name="T15"/>
                    <a:gd fmla="*/ 14 w 19" name="T16"/>
                    <a:gd fmla="*/ 61 h 102" name="T17"/>
                    <a:gd fmla="*/ 18 w 19" name="T18"/>
                    <a:gd fmla="*/ 58 h 102" name="T19"/>
                    <a:gd fmla="*/ 18 w 19" name="T20"/>
                    <a:gd fmla="*/ 58 h 102" name="T21"/>
                    <a:gd fmla="*/ 19 w 19" name="T22"/>
                    <a:gd fmla="*/ 55 h 102" name="T23"/>
                    <a:gd fmla="*/ 17 w 19" name="T24"/>
                    <a:gd fmla="*/ 54 h 102" name="T25"/>
                    <a:gd fmla="*/ 17 w 19" name="T26"/>
                    <a:gd fmla="*/ 54 h 102" name="T27"/>
                    <a:gd fmla="*/ 13 w 19" name="T28"/>
                    <a:gd fmla="*/ 56 h 102" name="T29"/>
                    <a:gd fmla="*/ 7 w 19" name="T30"/>
                    <a:gd fmla="*/ 59 h 102" name="T31"/>
                    <a:gd fmla="*/ 7 w 19" name="T32"/>
                    <a:gd fmla="*/ 56 h 102" name="T33"/>
                    <a:gd fmla="*/ 4 w 19" name="T34"/>
                    <a:gd fmla="*/ 0 h 102" name="T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b="b" l="0" r="r" t="0"/>
                  <a:pathLst>
                    <a:path h="102" w="19">
                      <a:moveTo>
                        <a:pt x="4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2"/>
                        <a:pt x="0" y="102"/>
                        <a:pt x="0" y="102"/>
                      </a:cubicBezTo>
                      <a:cubicBezTo>
                        <a:pt x="10" y="102"/>
                        <a:pt x="10" y="102"/>
                        <a:pt x="10" y="102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9" y="88"/>
                        <a:pt x="9" y="88"/>
                        <a:pt x="9" y="88"/>
                      </a:cubicBezTo>
                      <a:cubicBezTo>
                        <a:pt x="8" y="67"/>
                        <a:pt x="8" y="67"/>
                        <a:pt x="8" y="67"/>
                      </a:cubicBezTo>
                      <a:cubicBezTo>
                        <a:pt x="9" y="66"/>
                        <a:pt x="10" y="65"/>
                        <a:pt x="12" y="64"/>
                      </a:cubicBezTo>
                      <a:cubicBezTo>
                        <a:pt x="13" y="63"/>
                        <a:pt x="14" y="62"/>
                        <a:pt x="14" y="61"/>
                      </a:cubicBezTo>
                      <a:cubicBezTo>
                        <a:pt x="16" y="59"/>
                        <a:pt x="17" y="58"/>
                        <a:pt x="18" y="58"/>
                      </a:cubicBezTo>
                      <a:cubicBezTo>
                        <a:pt x="18" y="58"/>
                        <a:pt x="18" y="58"/>
                        <a:pt x="18" y="58"/>
                      </a:cubicBezTo>
                      <a:cubicBezTo>
                        <a:pt x="18" y="57"/>
                        <a:pt x="19" y="56"/>
                        <a:pt x="19" y="55"/>
                      </a:cubicBezTo>
                      <a:cubicBezTo>
                        <a:pt x="18" y="55"/>
                        <a:pt x="18" y="54"/>
                        <a:pt x="17" y="54"/>
                      </a:cubicBezTo>
                      <a:cubicBezTo>
                        <a:pt x="17" y="54"/>
                        <a:pt x="17" y="54"/>
                        <a:pt x="17" y="54"/>
                      </a:cubicBezTo>
                      <a:cubicBezTo>
                        <a:pt x="16" y="54"/>
                        <a:pt x="15" y="55"/>
                        <a:pt x="13" y="56"/>
                      </a:cubicBezTo>
                      <a:cubicBezTo>
                        <a:pt x="11" y="57"/>
                        <a:pt x="9" y="58"/>
                        <a:pt x="7" y="59"/>
                      </a:cubicBezTo>
                      <a:cubicBezTo>
                        <a:pt x="7" y="56"/>
                        <a:pt x="7" y="56"/>
                        <a:pt x="7" y="56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solidFill>
                  <a:srgbClr val="723F0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38e66cb0-8ae3-4841-83f5-f39e892bc3a4" id="447" name="ï$1îḑè">
                  <a:extLst>
                    <a:ext uri="{FF2B5EF4-FFF2-40B4-BE49-F238E27FC236}">
                      <a16:creationId id="{99B501BC-55B0-B947-8C9D-9525832343B0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213475" y="3384856"/>
                  <a:ext cx="372806" cy="328453"/>
                </a:xfrm>
                <a:custGeom>
                  <a:avLst/>
                  <a:gdLst>
                    <a:gd fmla="*/ 150 w 150" name="T0"/>
                    <a:gd fmla="*/ 79 h 132" name="T1"/>
                    <a:gd fmla="*/ 142 w 150" name="T2"/>
                    <a:gd fmla="*/ 60 h 132" name="T3"/>
                    <a:gd fmla="*/ 145 w 150" name="T4"/>
                    <a:gd fmla="*/ 47 h 132" name="T5"/>
                    <a:gd fmla="*/ 117 w 150" name="T6"/>
                    <a:gd fmla="*/ 19 h 132" name="T7"/>
                    <a:gd fmla="*/ 103 w 150" name="T8"/>
                    <a:gd fmla="*/ 22 h 132" name="T9"/>
                    <a:gd fmla="*/ 75 w 150" name="T10"/>
                    <a:gd fmla="*/ 0 h 132" name="T11"/>
                    <a:gd fmla="*/ 47 w 150" name="T12"/>
                    <a:gd fmla="*/ 22 h 132" name="T13"/>
                    <a:gd fmla="*/ 33 w 150" name="T14"/>
                    <a:gd fmla="*/ 19 h 132" name="T15"/>
                    <a:gd fmla="*/ 5 w 150" name="T16"/>
                    <a:gd fmla="*/ 47 h 132" name="T17"/>
                    <a:gd fmla="*/ 8 w 150" name="T18"/>
                    <a:gd fmla="*/ 60 h 132" name="T19"/>
                    <a:gd fmla="*/ 0 w 150" name="T20"/>
                    <a:gd fmla="*/ 79 h 132" name="T21"/>
                    <a:gd fmla="*/ 24 w 150" name="T22"/>
                    <a:gd fmla="*/ 107 h 132" name="T23"/>
                    <a:gd fmla="*/ 52 w 150" name="T24"/>
                    <a:gd fmla="*/ 132 h 132" name="T25"/>
                    <a:gd fmla="*/ 75 w 150" name="T26"/>
                    <a:gd fmla="*/ 121 h 132" name="T27"/>
                    <a:gd fmla="*/ 98 w 150" name="T28"/>
                    <a:gd fmla="*/ 132 h 132" name="T29"/>
                    <a:gd fmla="*/ 126 w 150" name="T30"/>
                    <a:gd fmla="*/ 107 h 132" name="T31"/>
                    <a:gd fmla="*/ 150 w 150" name="T32"/>
                    <a:gd fmla="*/ 79 h 132" name="T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b="b" l="0" r="r" t="0"/>
                  <a:pathLst>
                    <a:path h="132" w="150">
                      <a:moveTo>
                        <a:pt x="150" y="79"/>
                      </a:moveTo>
                      <a:cubicBezTo>
                        <a:pt x="150" y="72"/>
                        <a:pt x="147" y="65"/>
                        <a:pt x="142" y="60"/>
                      </a:cubicBezTo>
                      <a:cubicBezTo>
                        <a:pt x="144" y="56"/>
                        <a:pt x="145" y="52"/>
                        <a:pt x="145" y="47"/>
                      </a:cubicBezTo>
                      <a:cubicBezTo>
                        <a:pt x="145" y="32"/>
                        <a:pt x="132" y="19"/>
                        <a:pt x="117" y="19"/>
                      </a:cubicBezTo>
                      <a:cubicBezTo>
                        <a:pt x="112" y="19"/>
                        <a:pt x="107" y="20"/>
                        <a:pt x="103" y="22"/>
                      </a:cubicBezTo>
                      <a:cubicBezTo>
                        <a:pt x="100" y="9"/>
                        <a:pt x="89" y="0"/>
                        <a:pt x="75" y="0"/>
                      </a:cubicBezTo>
                      <a:cubicBezTo>
                        <a:pt x="61" y="0"/>
                        <a:pt x="50" y="9"/>
                        <a:pt x="47" y="22"/>
                      </a:cubicBezTo>
                      <a:cubicBezTo>
                        <a:pt x="43" y="20"/>
                        <a:pt x="38" y="19"/>
                        <a:pt x="33" y="19"/>
                      </a:cubicBezTo>
                      <a:cubicBezTo>
                        <a:pt x="17" y="19"/>
                        <a:pt x="5" y="32"/>
                        <a:pt x="5" y="47"/>
                      </a:cubicBezTo>
                      <a:cubicBezTo>
                        <a:pt x="5" y="52"/>
                        <a:pt x="6" y="56"/>
                        <a:pt x="8" y="60"/>
                      </a:cubicBezTo>
                      <a:cubicBezTo>
                        <a:pt x="3" y="65"/>
                        <a:pt x="0" y="72"/>
                        <a:pt x="0" y="79"/>
                      </a:cubicBezTo>
                      <a:cubicBezTo>
                        <a:pt x="0" y="94"/>
                        <a:pt x="10" y="105"/>
                        <a:pt x="24" y="107"/>
                      </a:cubicBezTo>
                      <a:cubicBezTo>
                        <a:pt x="26" y="121"/>
                        <a:pt x="37" y="132"/>
                        <a:pt x="52" y="132"/>
                      </a:cubicBezTo>
                      <a:cubicBezTo>
                        <a:pt x="61" y="132"/>
                        <a:pt x="70" y="128"/>
                        <a:pt x="75" y="121"/>
                      </a:cubicBezTo>
                      <a:cubicBezTo>
                        <a:pt x="80" y="128"/>
                        <a:pt x="88" y="132"/>
                        <a:pt x="98" y="132"/>
                      </a:cubicBezTo>
                      <a:cubicBezTo>
                        <a:pt x="112" y="132"/>
                        <a:pt x="124" y="121"/>
                        <a:pt x="126" y="107"/>
                      </a:cubicBezTo>
                      <a:cubicBezTo>
                        <a:pt x="139" y="105"/>
                        <a:pt x="150" y="94"/>
                        <a:pt x="150" y="79"/>
                      </a:cubicBezTo>
                      <a:close/>
                    </a:path>
                  </a:pathLst>
                </a:custGeom>
                <a:solidFill>
                  <a:srgbClr val="00B085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c25dd259-a7f3-4316-a418-8a2100b870cf" id="448" name="ïşḻiḋè">
                  <a:extLst>
                    <a:ext uri="{FF2B5EF4-FFF2-40B4-BE49-F238E27FC236}">
                      <a16:creationId id="{8EB44DBB-5C0D-30A1-B705-621ED0D1EBFB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275809" y="3431607"/>
                  <a:ext cx="310472" cy="281702"/>
                </a:xfrm>
                <a:custGeom>
                  <a:avLst/>
                  <a:gdLst>
                    <a:gd fmla="*/ 117 w 125" name="T0"/>
                    <a:gd fmla="*/ 41 h 113" name="T1"/>
                    <a:gd fmla="*/ 120 w 125" name="T2"/>
                    <a:gd fmla="*/ 28 h 113" name="T3"/>
                    <a:gd fmla="*/ 96 w 125" name="T4"/>
                    <a:gd fmla="*/ 0 h 113" name="T5"/>
                    <a:gd fmla="*/ 108 w 125" name="T6"/>
                    <a:gd fmla="*/ 23 h 113" name="T7"/>
                    <a:gd fmla="*/ 106 w 125" name="T8"/>
                    <a:gd fmla="*/ 35 h 113" name="T9"/>
                    <a:gd fmla="*/ 113 w 125" name="T10"/>
                    <a:gd fmla="*/ 53 h 113" name="T11"/>
                    <a:gd fmla="*/ 90 w 125" name="T12"/>
                    <a:gd fmla="*/ 80 h 113" name="T13"/>
                    <a:gd fmla="*/ 64 w 125" name="T14"/>
                    <a:gd fmla="*/ 103 h 113" name="T15"/>
                    <a:gd fmla="*/ 42 w 125" name="T16"/>
                    <a:gd fmla="*/ 92 h 113" name="T17"/>
                    <a:gd fmla="*/ 20 w 125" name="T18"/>
                    <a:gd fmla="*/ 103 h 113" name="T19"/>
                    <a:gd fmla="*/ 0 w 125" name="T20"/>
                    <a:gd fmla="*/ 94 h 113" name="T21"/>
                    <a:gd fmla="*/ 27 w 125" name="T22"/>
                    <a:gd fmla="*/ 113 h 113" name="T23"/>
                    <a:gd fmla="*/ 50 w 125" name="T24"/>
                    <a:gd fmla="*/ 102 h 113" name="T25"/>
                    <a:gd fmla="*/ 73 w 125" name="T26"/>
                    <a:gd fmla="*/ 113 h 113" name="T27"/>
                    <a:gd fmla="*/ 101 w 125" name="T28"/>
                    <a:gd fmla="*/ 88 h 113" name="T29"/>
                    <a:gd fmla="*/ 125 w 125" name="T30"/>
                    <a:gd fmla="*/ 60 h 113" name="T31"/>
                    <a:gd fmla="*/ 117 w 125" name="T32"/>
                    <a:gd fmla="*/ 41 h 113" name="T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b="b" l="0" r="r" t="0"/>
                  <a:pathLst>
                    <a:path h="113" w="125">
                      <a:moveTo>
                        <a:pt x="117" y="41"/>
                      </a:moveTo>
                      <a:cubicBezTo>
                        <a:pt x="119" y="37"/>
                        <a:pt x="120" y="33"/>
                        <a:pt x="120" y="28"/>
                      </a:cubicBezTo>
                      <a:cubicBezTo>
                        <a:pt x="120" y="14"/>
                        <a:pt x="110" y="3"/>
                        <a:pt x="96" y="0"/>
                      </a:cubicBezTo>
                      <a:cubicBezTo>
                        <a:pt x="104" y="5"/>
                        <a:pt x="108" y="13"/>
                        <a:pt x="108" y="23"/>
                      </a:cubicBezTo>
                      <a:cubicBezTo>
                        <a:pt x="108" y="27"/>
                        <a:pt x="107" y="31"/>
                        <a:pt x="106" y="35"/>
                      </a:cubicBezTo>
                      <a:cubicBezTo>
                        <a:pt x="110" y="40"/>
                        <a:pt x="113" y="46"/>
                        <a:pt x="113" y="53"/>
                      </a:cubicBezTo>
                      <a:cubicBezTo>
                        <a:pt x="113" y="67"/>
                        <a:pt x="103" y="78"/>
                        <a:pt x="90" y="80"/>
                      </a:cubicBezTo>
                      <a:cubicBezTo>
                        <a:pt x="89" y="93"/>
                        <a:pt x="77" y="103"/>
                        <a:pt x="64" y="103"/>
                      </a:cubicBezTo>
                      <a:cubicBezTo>
                        <a:pt x="55" y="103"/>
                        <a:pt x="47" y="99"/>
                        <a:pt x="42" y="92"/>
                      </a:cubicBezTo>
                      <a:cubicBezTo>
                        <a:pt x="37" y="99"/>
                        <a:pt x="29" y="103"/>
                        <a:pt x="20" y="103"/>
                      </a:cubicBezTo>
                      <a:cubicBezTo>
                        <a:pt x="12" y="103"/>
                        <a:pt x="5" y="100"/>
                        <a:pt x="0" y="94"/>
                      </a:cubicBezTo>
                      <a:cubicBezTo>
                        <a:pt x="4" y="105"/>
                        <a:pt x="14" y="113"/>
                        <a:pt x="27" y="113"/>
                      </a:cubicBezTo>
                      <a:cubicBezTo>
                        <a:pt x="36" y="113"/>
                        <a:pt x="45" y="109"/>
                        <a:pt x="50" y="102"/>
                      </a:cubicBezTo>
                      <a:cubicBezTo>
                        <a:pt x="55" y="109"/>
                        <a:pt x="63" y="113"/>
                        <a:pt x="73" y="113"/>
                      </a:cubicBezTo>
                      <a:cubicBezTo>
                        <a:pt x="87" y="113"/>
                        <a:pt x="99" y="102"/>
                        <a:pt x="101" y="88"/>
                      </a:cubicBezTo>
                      <a:cubicBezTo>
                        <a:pt x="114" y="86"/>
                        <a:pt x="125" y="75"/>
                        <a:pt x="125" y="60"/>
                      </a:cubicBezTo>
                      <a:cubicBezTo>
                        <a:pt x="125" y="53"/>
                        <a:pt x="122" y="46"/>
                        <a:pt x="117" y="41"/>
                      </a:cubicBezTo>
                      <a:close/>
                    </a:path>
                  </a:pathLst>
                </a:custGeom>
                <a:solidFill>
                  <a:srgbClr val="009470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2c81eb96-4fc7-4ff9-9a10-1b381ad55733" id="449" name="iSḻiḋè">
                  <a:extLst>
                    <a:ext uri="{FF2B5EF4-FFF2-40B4-BE49-F238E27FC236}">
                      <a16:creationId id="{EE400D69-A4F0-0499-24BA-5A3EB0CD3DA1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412465" y="3384856"/>
                  <a:ext cx="57539" cy="64732"/>
                </a:xfrm>
                <a:custGeom>
                  <a:avLst/>
                  <a:gdLst>
                    <a:gd fmla="*/ 17 w 23" name="T0"/>
                    <a:gd fmla="*/ 26 h 26" name="T1"/>
                    <a:gd fmla="*/ 23 w 23" name="T2"/>
                    <a:gd fmla="*/ 22 h 26" name="T3"/>
                    <a:gd fmla="*/ 0 w 23" name="T4"/>
                    <a:gd fmla="*/ 0 h 26" name="T5"/>
                    <a:gd fmla="*/ 17 w 23" name="T6"/>
                    <a:gd fmla="*/ 26 h 26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26" w="23">
                      <a:moveTo>
                        <a:pt x="17" y="26"/>
                      </a:moveTo>
                      <a:cubicBezTo>
                        <a:pt x="18" y="25"/>
                        <a:pt x="20" y="24"/>
                        <a:pt x="23" y="22"/>
                      </a:cubicBezTo>
                      <a:cubicBezTo>
                        <a:pt x="20" y="9"/>
                        <a:pt x="9" y="2"/>
                        <a:pt x="0" y="0"/>
                      </a:cubicBezTo>
                      <a:cubicBezTo>
                        <a:pt x="7" y="4"/>
                        <a:pt x="15" y="18"/>
                        <a:pt x="17" y="26"/>
                      </a:cubicBezTo>
                      <a:close/>
                    </a:path>
                  </a:pathLst>
                </a:custGeom>
                <a:solidFill>
                  <a:srgbClr val="009470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a3fdd917-37a3-497f-987c-dc92ff723927" id="450" name="ï$1îḍê">
                  <a:extLst>
                    <a:ext uri="{FF2B5EF4-FFF2-40B4-BE49-F238E27FC236}">
                      <a16:creationId id="{C816F4D6-772F-88EA-5701-D7D411D825DD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215873" y="3603026"/>
                  <a:ext cx="56340" cy="47949"/>
                </a:xfrm>
                <a:custGeom>
                  <a:avLst/>
                  <a:gdLst>
                    <a:gd fmla="*/ 21 w 23" name="T0"/>
                    <a:gd fmla="*/ 11 h 19" name="T1"/>
                    <a:gd fmla="*/ 0 w 23" name="T2"/>
                    <a:gd fmla="*/ 0 h 19" name="T3"/>
                    <a:gd fmla="*/ 23 w 23" name="T4"/>
                    <a:gd fmla="*/ 19 h 19" name="T5"/>
                    <a:gd fmla="*/ 21 w 23" name="T6"/>
                    <a:gd fmla="*/ 11 h 19" name="T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b="b" l="0" r="r" t="0"/>
                  <a:pathLst>
                    <a:path h="19" w="23">
                      <a:moveTo>
                        <a:pt x="21" y="11"/>
                      </a:moveTo>
                      <a:cubicBezTo>
                        <a:pt x="14" y="10"/>
                        <a:pt x="4" y="6"/>
                        <a:pt x="0" y="0"/>
                      </a:cubicBezTo>
                      <a:cubicBezTo>
                        <a:pt x="3" y="9"/>
                        <a:pt x="11" y="17"/>
                        <a:pt x="23" y="19"/>
                      </a:cubicBezTo>
                      <a:cubicBezTo>
                        <a:pt x="22" y="17"/>
                        <a:pt x="21" y="14"/>
                        <a:pt x="21" y="11"/>
                      </a:cubicBezTo>
                      <a:close/>
                    </a:path>
                  </a:pathLst>
                </a:custGeom>
                <a:solidFill>
                  <a:srgbClr val="009470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95339314-1bed-482d-b37b-bb6d56c22d6e" id="451" name="iṣlïḍè">
                  <a:extLst>
                    <a:ext uri="{FF2B5EF4-FFF2-40B4-BE49-F238E27FC236}">
                      <a16:creationId id="{4E76B340-EBAF-0C90-88A4-D0EFA549BE5F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203629" y="3662962"/>
                  <a:ext cx="45552" cy="254131"/>
                </a:xfrm>
                <a:custGeom>
                  <a:avLst/>
                  <a:gdLst>
                    <a:gd fmla="*/ 25 w 38" name="T0"/>
                    <a:gd fmla="*/ 0 h 212" name="T1"/>
                    <a:gd fmla="*/ 5 w 38" name="T2"/>
                    <a:gd fmla="*/ 0 h 212" name="T3"/>
                    <a:gd fmla="*/ 0 w 38" name="T4"/>
                    <a:gd fmla="*/ 212 h 212" name="T5"/>
                    <a:gd fmla="*/ 38 w 38" name="T6"/>
                    <a:gd fmla="*/ 212 h 212" name="T7"/>
                    <a:gd fmla="*/ 25 w 38" name="T8"/>
                    <a:gd fmla="*/ 0 h 212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212" w="38">
                      <a:moveTo>
                        <a:pt x="25" y="0"/>
                      </a:moveTo>
                      <a:lnTo>
                        <a:pt x="5" y="0"/>
                      </a:lnTo>
                      <a:lnTo>
                        <a:pt x="0" y="212"/>
                      </a:lnTo>
                      <a:lnTo>
                        <a:pt x="38" y="212"/>
                      </a:lnTo>
                      <a:lnTo>
                        <a:pt x="25" y="0"/>
                      </a:lnTo>
                      <a:close/>
                    </a:path>
                  </a:pathLst>
                </a:custGeom>
                <a:solidFill>
                  <a:srgbClr val="9B5F0E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15b3228c-2f24-4b43-902f-91179cf7616e" id="452" name="íślíde">
                  <a:extLst>
                    <a:ext uri="{FF2B5EF4-FFF2-40B4-BE49-F238E27FC236}">
                      <a16:creationId id="{152B2F3C-0078-3108-56ED-1A34E7472CB6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203629" y="3662962"/>
                  <a:ext cx="45552" cy="254131"/>
                </a:xfrm>
                <a:custGeom>
                  <a:avLst/>
                  <a:gdLst>
                    <a:gd fmla="*/ 25 w 38" name="T0"/>
                    <a:gd fmla="*/ 0 h 212" name="T1"/>
                    <a:gd fmla="*/ 5 w 38" name="T2"/>
                    <a:gd fmla="*/ 0 h 212" name="T3"/>
                    <a:gd fmla="*/ 0 w 38" name="T4"/>
                    <a:gd fmla="*/ 212 h 212" name="T5"/>
                    <a:gd fmla="*/ 38 w 38" name="T6"/>
                    <a:gd fmla="*/ 212 h 212" name="T7"/>
                    <a:gd fmla="*/ 25 w 38" name="T8"/>
                    <a:gd fmla="*/ 0 h 212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212" w="38">
                      <a:moveTo>
                        <a:pt x="25" y="0"/>
                      </a:moveTo>
                      <a:lnTo>
                        <a:pt x="5" y="0"/>
                      </a:lnTo>
                      <a:lnTo>
                        <a:pt x="0" y="212"/>
                      </a:lnTo>
                      <a:lnTo>
                        <a:pt x="38" y="212"/>
                      </a:lnTo>
                      <a:lnTo>
                        <a:pt x="25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5640928c-53a4-47da-a069-ea20d392da67" id="453" name="í$ḷidè">
                  <a:extLst>
                    <a:ext uri="{FF2B5EF4-FFF2-40B4-BE49-F238E27FC236}">
                      <a16:creationId id="{B46C1E85-C294-883D-79E9-804221B1E163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237193" y="3734886"/>
                  <a:ext cx="2397" cy="13186"/>
                </a:xfrm>
                <a:custGeom>
                  <a:avLst/>
                  <a:gdLst>
                    <a:gd fmla="*/ 0 w 2" name="T0"/>
                    <a:gd fmla="*/ 0 h 11" name="T1"/>
                    <a:gd fmla="*/ 0 w 2" name="T2"/>
                    <a:gd fmla="*/ 0 h 11" name="T3"/>
                    <a:gd fmla="*/ 2 w 2" name="T4"/>
                    <a:gd fmla="*/ 11 h 11" name="T5"/>
                    <a:gd fmla="*/ 2 w 2" name="T6"/>
                    <a:gd fmla="*/ 11 h 11" name="T7"/>
                    <a:gd fmla="*/ 0 w 2" name="T8"/>
                    <a:gd fmla="*/ 0 h 11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11" w="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" y="11"/>
                      </a:lnTo>
                      <a:lnTo>
                        <a:pt x="2" y="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A802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addcf1b3-5297-40a4-a1b7-3767f035905e" id="454" name="ïśḻîḋe">
                  <a:extLst>
                    <a:ext uri="{FF2B5EF4-FFF2-40B4-BE49-F238E27FC236}">
                      <a16:creationId id="{50A91BE1-8947-5EFB-8F41-8B21A75230F3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237193" y="3734886"/>
                  <a:ext cx="2397" cy="13186"/>
                </a:xfrm>
                <a:custGeom>
                  <a:avLst/>
                  <a:gdLst>
                    <a:gd fmla="*/ 0 w 2" name="T0"/>
                    <a:gd fmla="*/ 0 h 11" name="T1"/>
                    <a:gd fmla="*/ 0 w 2" name="T2"/>
                    <a:gd fmla="*/ 0 h 11" name="T3"/>
                    <a:gd fmla="*/ 2 w 2" name="T4"/>
                    <a:gd fmla="*/ 11 h 11" name="T5"/>
                    <a:gd fmla="*/ 2 w 2" name="T6"/>
                    <a:gd fmla="*/ 11 h 11" name="T7"/>
                    <a:gd fmla="*/ 0 w 2" name="T8"/>
                    <a:gd fmla="*/ 0 h 11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11" w="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" y="11"/>
                      </a:lnTo>
                      <a:lnTo>
                        <a:pt x="2" y="1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1c9a7c25-92b8-4c34-b2ae-cf0200e4b032" id="455" name="iṧ1íḍe">
                  <a:extLst>
                    <a:ext uri="{FF2B5EF4-FFF2-40B4-BE49-F238E27FC236}">
                      <a16:creationId id="{34995F40-3964-0359-EDDF-0568D3A2FF48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221609" y="3662962"/>
                  <a:ext cx="15584" cy="71924"/>
                </a:xfrm>
                <a:custGeom>
                  <a:avLst/>
                  <a:gdLst>
                    <a:gd fmla="*/ 10 w 13" name="T0"/>
                    <a:gd fmla="*/ 0 h 60" name="T1"/>
                    <a:gd fmla="*/ 0 w 13" name="T2"/>
                    <a:gd fmla="*/ 0 h 60" name="T3"/>
                    <a:gd fmla="*/ 10 w 13" name="T4"/>
                    <a:gd fmla="*/ 0 h 60" name="T5"/>
                    <a:gd fmla="*/ 13 w 13" name="T6"/>
                    <a:gd fmla="*/ 60 h 60" name="T7"/>
                    <a:gd fmla="*/ 13 w 13" name="T8"/>
                    <a:gd fmla="*/ 60 h 60" name="T9"/>
                    <a:gd fmla="*/ 10 w 13" name="T10"/>
                    <a:gd fmla="*/ 0 h 60" name="T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b="b" l="0" r="r" t="0"/>
                  <a:pathLst>
                    <a:path h="60" w="13">
                      <a:moveTo>
                        <a:pt x="10" y="0"/>
                      </a:move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3" y="60"/>
                      </a:lnTo>
                      <a:lnTo>
                        <a:pt x="13" y="6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A9998B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3488857c-5807-4b0d-8326-feb531b96dc6" id="456" name="ïṩḷiḑê">
                  <a:extLst>
                    <a:ext uri="{FF2B5EF4-FFF2-40B4-BE49-F238E27FC236}">
                      <a16:creationId id="{D4A90FDD-2601-DEAB-050D-BE5D24FC14F8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221609" y="3662962"/>
                  <a:ext cx="15584" cy="71924"/>
                </a:xfrm>
                <a:custGeom>
                  <a:avLst/>
                  <a:gdLst>
                    <a:gd fmla="*/ 10 w 13" name="T0"/>
                    <a:gd fmla="*/ 0 h 60" name="T1"/>
                    <a:gd fmla="*/ 0 w 13" name="T2"/>
                    <a:gd fmla="*/ 0 h 60" name="T3"/>
                    <a:gd fmla="*/ 10 w 13" name="T4"/>
                    <a:gd fmla="*/ 0 h 60" name="T5"/>
                    <a:gd fmla="*/ 13 w 13" name="T6"/>
                    <a:gd fmla="*/ 60 h 60" name="T7"/>
                    <a:gd fmla="*/ 13 w 13" name="T8"/>
                    <a:gd fmla="*/ 60 h 60" name="T9"/>
                    <a:gd fmla="*/ 10 w 13" name="T10"/>
                    <a:gd fmla="*/ 0 h 60" name="T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b="b" l="0" r="r" t="0"/>
                  <a:pathLst>
                    <a:path h="60" w="13">
                      <a:moveTo>
                        <a:pt x="10" y="0"/>
                      </a:move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3" y="60"/>
                      </a:lnTo>
                      <a:lnTo>
                        <a:pt x="13" y="6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cd71c0e1-702b-490b-a272-950b5835df56" id="457" name="iSľîḓê">
                  <a:extLst>
                    <a:ext uri="{FF2B5EF4-FFF2-40B4-BE49-F238E27FC236}">
                      <a16:creationId id="{B16FCDBA-9EAE-65F7-1838-C3F20BCF04B7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221609" y="3662962"/>
                  <a:ext cx="27571" cy="254131"/>
                </a:xfrm>
                <a:custGeom>
                  <a:avLst/>
                  <a:gdLst>
                    <a:gd fmla="*/ 10 w 23" name="T0"/>
                    <a:gd fmla="*/ 0 h 212" name="T1"/>
                    <a:gd fmla="*/ 0 w 23" name="T2"/>
                    <a:gd fmla="*/ 0 h 212" name="T3"/>
                    <a:gd fmla="*/ 0 w 23" name="T4"/>
                    <a:gd fmla="*/ 212 h 212" name="T5"/>
                    <a:gd fmla="*/ 23 w 23" name="T6"/>
                    <a:gd fmla="*/ 212 h 212" name="T7"/>
                    <a:gd fmla="*/ 23 w 23" name="T8"/>
                    <a:gd fmla="*/ 197 h 212" name="T9"/>
                    <a:gd fmla="*/ 15 w 23" name="T10"/>
                    <a:gd fmla="*/ 71 h 212" name="T11"/>
                    <a:gd fmla="*/ 13 w 23" name="T12"/>
                    <a:gd fmla="*/ 60 h 212" name="T13"/>
                    <a:gd fmla="*/ 10 w 23" name="T14"/>
                    <a:gd fmla="*/ 0 h 212" name="T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b="b" l="0" r="r" t="0"/>
                  <a:pathLst>
                    <a:path h="212" w="23">
                      <a:moveTo>
                        <a:pt x="10" y="0"/>
                      </a:moveTo>
                      <a:lnTo>
                        <a:pt x="0" y="0"/>
                      </a:lnTo>
                      <a:lnTo>
                        <a:pt x="0" y="212"/>
                      </a:lnTo>
                      <a:lnTo>
                        <a:pt x="23" y="212"/>
                      </a:lnTo>
                      <a:lnTo>
                        <a:pt x="23" y="197"/>
                      </a:lnTo>
                      <a:lnTo>
                        <a:pt x="15" y="71"/>
                      </a:lnTo>
                      <a:lnTo>
                        <a:pt x="13" y="6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723F0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f13bd4b6-0961-430f-a96f-f106f13918bf" id="458" name="ïṧḻîḑe">
                  <a:extLst>
                    <a:ext uri="{FF2B5EF4-FFF2-40B4-BE49-F238E27FC236}">
                      <a16:creationId id="{580C4702-364A-2FAF-D28D-D5D20AC2B781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221609" y="3662962"/>
                  <a:ext cx="27571" cy="254131"/>
                </a:xfrm>
                <a:custGeom>
                  <a:avLst/>
                  <a:gdLst>
                    <a:gd fmla="*/ 10 w 23" name="T0"/>
                    <a:gd fmla="*/ 0 h 212" name="T1"/>
                    <a:gd fmla="*/ 0 w 23" name="T2"/>
                    <a:gd fmla="*/ 0 h 212" name="T3"/>
                    <a:gd fmla="*/ 0 w 23" name="T4"/>
                    <a:gd fmla="*/ 212 h 212" name="T5"/>
                    <a:gd fmla="*/ 23 w 23" name="T6"/>
                    <a:gd fmla="*/ 212 h 212" name="T7"/>
                    <a:gd fmla="*/ 23 w 23" name="T8"/>
                    <a:gd fmla="*/ 197 h 212" name="T9"/>
                    <a:gd fmla="*/ 15 w 23" name="T10"/>
                    <a:gd fmla="*/ 71 h 212" name="T11"/>
                    <a:gd fmla="*/ 13 w 23" name="T12"/>
                    <a:gd fmla="*/ 60 h 212" name="T13"/>
                    <a:gd fmla="*/ 10 w 23" name="T14"/>
                    <a:gd fmla="*/ 0 h 212" name="T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b="b" l="0" r="r" t="0"/>
                  <a:pathLst>
                    <a:path h="212" w="23">
                      <a:moveTo>
                        <a:pt x="10" y="0"/>
                      </a:moveTo>
                      <a:lnTo>
                        <a:pt x="0" y="0"/>
                      </a:lnTo>
                      <a:lnTo>
                        <a:pt x="0" y="212"/>
                      </a:lnTo>
                      <a:lnTo>
                        <a:pt x="23" y="212"/>
                      </a:lnTo>
                      <a:lnTo>
                        <a:pt x="23" y="197"/>
                      </a:lnTo>
                      <a:lnTo>
                        <a:pt x="15" y="71"/>
                      </a:lnTo>
                      <a:lnTo>
                        <a:pt x="13" y="6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96075d4c-b706-4ebf-8071-18f76189393a" id="459" name="îŝlîḑe">
                  <a:extLst>
                    <a:ext uri="{FF2B5EF4-FFF2-40B4-BE49-F238E27FC236}">
                      <a16:creationId id="{2492141F-4350-F80D-76BF-6F2AE272FFB6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045396" y="3315330"/>
                  <a:ext cx="363216" cy="407569"/>
                </a:xfrm>
                <a:custGeom>
                  <a:avLst/>
                  <a:gdLst>
                    <a:gd fmla="*/ 132 w 146" name="T0"/>
                    <a:gd fmla="*/ 54 h 164" name="T1"/>
                    <a:gd fmla="*/ 73 w 146" name="T2"/>
                    <a:gd fmla="*/ 164 h 164" name="T3"/>
                    <a:gd fmla="*/ 14 w 146" name="T4"/>
                    <a:gd fmla="*/ 54 h 164" name="T5"/>
                    <a:gd fmla="*/ 73 w 146" name="T6"/>
                    <a:gd fmla="*/ 0 h 164" name="T7"/>
                    <a:gd fmla="*/ 132 w 146" name="T8"/>
                    <a:gd fmla="*/ 54 h 164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164" w="146">
                      <a:moveTo>
                        <a:pt x="132" y="54"/>
                      </a:moveTo>
                      <a:cubicBezTo>
                        <a:pt x="146" y="103"/>
                        <a:pt x="122" y="164"/>
                        <a:pt x="73" y="164"/>
                      </a:cubicBezTo>
                      <a:cubicBezTo>
                        <a:pt x="24" y="164"/>
                        <a:pt x="0" y="103"/>
                        <a:pt x="14" y="54"/>
                      </a:cubicBezTo>
                      <a:cubicBezTo>
                        <a:pt x="23" y="20"/>
                        <a:pt x="49" y="0"/>
                        <a:pt x="73" y="0"/>
                      </a:cubicBezTo>
                      <a:cubicBezTo>
                        <a:pt x="98" y="0"/>
                        <a:pt x="123" y="20"/>
                        <a:pt x="132" y="54"/>
                      </a:cubicBezTo>
                      <a:close/>
                    </a:path>
                  </a:pathLst>
                </a:custGeom>
                <a:solidFill>
                  <a:srgbClr val="54B94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a1a476d6-16cc-4a83-b4e0-d6d21e519a09" id="460" name="iśľiḓé">
                  <a:extLst>
                    <a:ext uri="{FF2B5EF4-FFF2-40B4-BE49-F238E27FC236}">
                      <a16:creationId id="{F9188E4C-FF2F-E0F7-9521-5323687BF7D0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7074165" y="3315330"/>
                  <a:ext cx="334446" cy="407569"/>
                </a:xfrm>
                <a:custGeom>
                  <a:avLst/>
                  <a:gdLst>
                    <a:gd fmla="*/ 61 w 134" name="T0"/>
                    <a:gd fmla="*/ 0 h 164" name="T1"/>
                    <a:gd fmla="*/ 59 w 134" name="T2"/>
                    <a:gd fmla="*/ 0 h 164" name="T3"/>
                    <a:gd fmla="*/ 103 w 134" name="T4"/>
                    <a:gd fmla="*/ 47 h 164" name="T5"/>
                    <a:gd fmla="*/ 46 w 134" name="T6"/>
                    <a:gd fmla="*/ 137 h 164" name="T7"/>
                    <a:gd fmla="*/ 0 w 134" name="T8"/>
                    <a:gd fmla="*/ 104 h 164" name="T9"/>
                    <a:gd fmla="*/ 61 w 134" name="T10"/>
                    <a:gd fmla="*/ 164 h 164" name="T11"/>
                    <a:gd fmla="*/ 120 w 134" name="T12"/>
                    <a:gd fmla="*/ 54 h 164" name="T13"/>
                    <a:gd fmla="*/ 61 w 134" name="T14"/>
                    <a:gd fmla="*/ 0 h 164" name="T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b="b" l="0" r="r" t="0"/>
                  <a:pathLst>
                    <a:path h="164" w="134">
                      <a:moveTo>
                        <a:pt x="61" y="0"/>
                      </a:moveTo>
                      <a:cubicBezTo>
                        <a:pt x="61" y="0"/>
                        <a:pt x="60" y="0"/>
                        <a:pt x="59" y="0"/>
                      </a:cubicBezTo>
                      <a:cubicBezTo>
                        <a:pt x="79" y="3"/>
                        <a:pt x="98" y="20"/>
                        <a:pt x="103" y="47"/>
                      </a:cubicBezTo>
                      <a:cubicBezTo>
                        <a:pt x="111" y="89"/>
                        <a:pt x="87" y="137"/>
                        <a:pt x="46" y="137"/>
                      </a:cubicBezTo>
                      <a:cubicBezTo>
                        <a:pt x="25" y="137"/>
                        <a:pt x="9" y="123"/>
                        <a:pt x="0" y="104"/>
                      </a:cubicBezTo>
                      <a:cubicBezTo>
                        <a:pt x="8" y="137"/>
                        <a:pt x="30" y="164"/>
                        <a:pt x="61" y="164"/>
                      </a:cubicBezTo>
                      <a:cubicBezTo>
                        <a:pt x="110" y="164"/>
                        <a:pt x="134" y="103"/>
                        <a:pt x="120" y="54"/>
                      </a:cubicBezTo>
                      <a:cubicBezTo>
                        <a:pt x="111" y="20"/>
                        <a:pt x="86" y="0"/>
                        <a:pt x="61" y="0"/>
                      </a:cubicBezTo>
                      <a:close/>
                    </a:path>
                  </a:pathLst>
                </a:custGeom>
                <a:solidFill>
                  <a:srgbClr val="49A942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c80c4d95-17da-4655-9ecc-15387728a4ee" id="461" name="išḷiḍé">
                  <a:extLst>
                    <a:ext uri="{FF2B5EF4-FFF2-40B4-BE49-F238E27FC236}">
                      <a16:creationId id="{BA33EDB6-D4E5-1F8D-522B-94DAB0481AE3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3851972" y="3422017"/>
                  <a:ext cx="44353" cy="254131"/>
                </a:xfrm>
                <a:custGeom>
                  <a:avLst/>
                  <a:gdLst>
                    <a:gd fmla="*/ 25 w 37" name="T0"/>
                    <a:gd fmla="*/ 0 h 212" name="T1"/>
                    <a:gd fmla="*/ 4 w 37" name="T2"/>
                    <a:gd fmla="*/ 0 h 212" name="T3"/>
                    <a:gd fmla="*/ 0 w 37" name="T4"/>
                    <a:gd fmla="*/ 212 h 212" name="T5"/>
                    <a:gd fmla="*/ 37 w 37" name="T6"/>
                    <a:gd fmla="*/ 212 h 212" name="T7"/>
                    <a:gd fmla="*/ 25 w 37" name="T8"/>
                    <a:gd fmla="*/ 0 h 212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212" w="37">
                      <a:moveTo>
                        <a:pt x="25" y="0"/>
                      </a:moveTo>
                      <a:lnTo>
                        <a:pt x="4" y="0"/>
                      </a:lnTo>
                      <a:lnTo>
                        <a:pt x="0" y="212"/>
                      </a:lnTo>
                      <a:lnTo>
                        <a:pt x="37" y="212"/>
                      </a:lnTo>
                      <a:lnTo>
                        <a:pt x="25" y="0"/>
                      </a:lnTo>
                      <a:close/>
                    </a:path>
                  </a:pathLst>
                </a:custGeom>
                <a:solidFill>
                  <a:srgbClr val="9B5F0E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f8505aeb-becd-475e-94f2-1477185b4b63" id="462" name="íṡļïdê">
                  <a:extLst>
                    <a:ext uri="{FF2B5EF4-FFF2-40B4-BE49-F238E27FC236}">
                      <a16:creationId id="{0B752FEF-F17F-00A7-D33A-FF02985F730D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3851972" y="3422017"/>
                  <a:ext cx="44353" cy="254131"/>
                </a:xfrm>
                <a:custGeom>
                  <a:avLst/>
                  <a:gdLst>
                    <a:gd fmla="*/ 25 w 37" name="T0"/>
                    <a:gd fmla="*/ 0 h 212" name="T1"/>
                    <a:gd fmla="*/ 4 w 37" name="T2"/>
                    <a:gd fmla="*/ 0 h 212" name="T3"/>
                    <a:gd fmla="*/ 0 w 37" name="T4"/>
                    <a:gd fmla="*/ 212 h 212" name="T5"/>
                    <a:gd fmla="*/ 37 w 37" name="T6"/>
                    <a:gd fmla="*/ 212 h 212" name="T7"/>
                    <a:gd fmla="*/ 25 w 37" name="T8"/>
                    <a:gd fmla="*/ 0 h 212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212" w="37">
                      <a:moveTo>
                        <a:pt x="25" y="0"/>
                      </a:moveTo>
                      <a:lnTo>
                        <a:pt x="4" y="0"/>
                      </a:lnTo>
                      <a:lnTo>
                        <a:pt x="0" y="212"/>
                      </a:lnTo>
                      <a:lnTo>
                        <a:pt x="37" y="212"/>
                      </a:lnTo>
                      <a:lnTo>
                        <a:pt x="25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7b6dab2f-92c2-4570-a1c4-3623b6f10863" id="463" name="ïṡļïḓè">
                  <a:extLst>
                    <a:ext uri="{FF2B5EF4-FFF2-40B4-BE49-F238E27FC236}">
                      <a16:creationId id="{CEBB8D2D-569D-5BBC-AFAF-0A6C22007AA3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3872350" y="3422017"/>
                  <a:ext cx="16782" cy="129463"/>
                </a:xfrm>
                <a:custGeom>
                  <a:avLst/>
                  <a:gdLst>
                    <a:gd fmla="*/ 8 w 14" name="T0"/>
                    <a:gd fmla="*/ 0 h 108" name="T1"/>
                    <a:gd fmla="*/ 0 w 14" name="T2"/>
                    <a:gd fmla="*/ 0 h 108" name="T3"/>
                    <a:gd fmla="*/ 8 w 14" name="T4"/>
                    <a:gd fmla="*/ 0 h 108" name="T5"/>
                    <a:gd fmla="*/ 14 w 14" name="T6"/>
                    <a:gd fmla="*/ 108 h 108" name="T7"/>
                    <a:gd fmla="*/ 14 w 14" name="T8"/>
                    <a:gd fmla="*/ 108 h 108" name="T9"/>
                    <a:gd fmla="*/ 8 w 14" name="T10"/>
                    <a:gd fmla="*/ 0 h 108" name="T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b="b" l="0" r="r" t="0"/>
                  <a:pathLst>
                    <a:path h="108" w="14">
                      <a:moveTo>
                        <a:pt x="8" y="0"/>
                      </a:moveTo>
                      <a:lnTo>
                        <a:pt x="0" y="0"/>
                      </a:lnTo>
                      <a:lnTo>
                        <a:pt x="8" y="0"/>
                      </a:lnTo>
                      <a:lnTo>
                        <a:pt x="14" y="108"/>
                      </a:lnTo>
                      <a:lnTo>
                        <a:pt x="14" y="108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BCA999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d74a6a04-b3eb-4dd5-a2a1-272e02525635" id="464" name="iṩ1iḓé">
                  <a:extLst>
                    <a:ext uri="{FF2B5EF4-FFF2-40B4-BE49-F238E27FC236}">
                      <a16:creationId id="{7C2AEE58-DC54-B775-6837-25DC4B3A5DF4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3872350" y="3422017"/>
                  <a:ext cx="16782" cy="129463"/>
                </a:xfrm>
                <a:custGeom>
                  <a:avLst/>
                  <a:gdLst>
                    <a:gd fmla="*/ 8 w 14" name="T0"/>
                    <a:gd fmla="*/ 0 h 108" name="T1"/>
                    <a:gd fmla="*/ 0 w 14" name="T2"/>
                    <a:gd fmla="*/ 0 h 108" name="T3"/>
                    <a:gd fmla="*/ 8 w 14" name="T4"/>
                    <a:gd fmla="*/ 0 h 108" name="T5"/>
                    <a:gd fmla="*/ 14 w 14" name="T6"/>
                    <a:gd fmla="*/ 108 h 108" name="T7"/>
                    <a:gd fmla="*/ 14 w 14" name="T8"/>
                    <a:gd fmla="*/ 108 h 108" name="T9"/>
                    <a:gd fmla="*/ 8 w 14" name="T10"/>
                    <a:gd fmla="*/ 0 h 108" name="T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b="b" l="0" r="r" t="0"/>
                  <a:pathLst>
                    <a:path h="108" w="14">
                      <a:moveTo>
                        <a:pt x="8" y="0"/>
                      </a:moveTo>
                      <a:lnTo>
                        <a:pt x="0" y="0"/>
                      </a:lnTo>
                      <a:lnTo>
                        <a:pt x="8" y="0"/>
                      </a:lnTo>
                      <a:lnTo>
                        <a:pt x="14" y="108"/>
                      </a:lnTo>
                      <a:lnTo>
                        <a:pt x="14" y="108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0b5920aa-50f6-4478-ac6f-8da826fd4db1" id="465" name="iṡḻïdè">
                  <a:extLst>
                    <a:ext uri="{FF2B5EF4-FFF2-40B4-BE49-F238E27FC236}">
                      <a16:creationId id="{D0287C17-2F7E-C62A-BB0B-974157C679F3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3889133" y="3565865"/>
                  <a:ext cx="2397" cy="20378"/>
                </a:xfrm>
                <a:custGeom>
                  <a:avLst/>
                  <a:gdLst>
                    <a:gd fmla="*/ 0 w 2" name="T0"/>
                    <a:gd fmla="*/ 0 h 17" name="T1"/>
                    <a:gd fmla="*/ 0 w 2" name="T2"/>
                    <a:gd fmla="*/ 0 h 17" name="T3"/>
                    <a:gd fmla="*/ 2 w 2" name="T4"/>
                    <a:gd fmla="*/ 17 h 17" name="T5"/>
                    <a:gd fmla="*/ 2 w 2" name="T6"/>
                    <a:gd fmla="*/ 17 h 17" name="T7"/>
                    <a:gd fmla="*/ 0 w 2" name="T8"/>
                    <a:gd fmla="*/ 0 h 17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17" w="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" y="17"/>
                      </a:lnTo>
                      <a:lnTo>
                        <a:pt x="2" y="1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B3A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d39f799a-5fd7-4238-a0bb-7c094b4cdf19" id="466" name="íšľïḍê">
                  <a:extLst>
                    <a:ext uri="{FF2B5EF4-FFF2-40B4-BE49-F238E27FC236}">
                      <a16:creationId id="{9E7C7FA6-01C5-A301-E57B-EEDEF379EABA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3889133" y="3565865"/>
                  <a:ext cx="2397" cy="20378"/>
                </a:xfrm>
                <a:custGeom>
                  <a:avLst/>
                  <a:gdLst>
                    <a:gd fmla="*/ 0 w 2" name="T0"/>
                    <a:gd fmla="*/ 0 h 17" name="T1"/>
                    <a:gd fmla="*/ 0 w 2" name="T2"/>
                    <a:gd fmla="*/ 0 h 17" name="T3"/>
                    <a:gd fmla="*/ 2 w 2" name="T4"/>
                    <a:gd fmla="*/ 17 h 17" name="T5"/>
                    <a:gd fmla="*/ 2 w 2" name="T6"/>
                    <a:gd fmla="*/ 17 h 17" name="T7"/>
                    <a:gd fmla="*/ 0 w 2" name="T8"/>
                    <a:gd fmla="*/ 0 h 17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17" w="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" y="17"/>
                      </a:lnTo>
                      <a:lnTo>
                        <a:pt x="2" y="1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54880c83-4e4b-42c6-a686-96d3fa40e43e" id="467" name="işľíḋè">
                  <a:extLst>
                    <a:ext uri="{FF2B5EF4-FFF2-40B4-BE49-F238E27FC236}">
                      <a16:creationId id="{07D62877-96FD-B26A-4B8E-41C21C5ED6DE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3891530" y="3586244"/>
                  <a:ext cx="1199" cy="9590"/>
                </a:xfrm>
                <a:prstGeom prst="rect">
                  <a:avLst/>
                </a:prstGeom>
                <a:solidFill>
                  <a:srgbClr val="004A24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ab5fc134-5ff3-4b5a-854b-5a7c21c48b02" id="468" name="îšḷiḓe">
                  <a:extLst>
                    <a:ext uri="{FF2B5EF4-FFF2-40B4-BE49-F238E27FC236}">
                      <a16:creationId id="{CBD75996-B5F5-F349-9DCA-5F0C3A36CAC8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3891530" y="3586244"/>
                  <a:ext cx="1199" cy="9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c0a02803-0f6c-4847-830f-acee9a68215e" id="469" name="îSļiďè">
                  <a:extLst>
                    <a:ext uri="{FF2B5EF4-FFF2-40B4-BE49-F238E27FC236}">
                      <a16:creationId id="{6B42E113-2946-EF2B-54D3-AD33946A2A28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3889133" y="3551480"/>
                  <a:ext cx="1199" cy="14385"/>
                </a:xfrm>
                <a:prstGeom prst="rect">
                  <a:avLst/>
                </a:prstGeom>
                <a:solidFill>
                  <a:srgbClr val="0D7840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ed57b4a4-ce5d-47e3-8d9b-4213237bbf40" id="470" name="î$liďe">
                  <a:extLst>
                    <a:ext uri="{FF2B5EF4-FFF2-40B4-BE49-F238E27FC236}">
                      <a16:creationId id="{8B96228E-818F-1749-DD73-007CC61D71DD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3889133" y="3551480"/>
                  <a:ext cx="1199" cy="1438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0822793e-ce94-4c84-a185-2562f336ceca" id="471" name="ïṣliḍe">
                  <a:extLst>
                    <a:ext uri="{FF2B5EF4-FFF2-40B4-BE49-F238E27FC236}">
                      <a16:creationId id="{77F93C12-7BBA-CBC6-1EE2-C93A5FF436FA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3872350" y="3422017"/>
                  <a:ext cx="23975" cy="254131"/>
                </a:xfrm>
                <a:custGeom>
                  <a:avLst/>
                  <a:gdLst>
                    <a:gd fmla="*/ 8 w 20" name="T0"/>
                    <a:gd fmla="*/ 0 h 212" name="T1"/>
                    <a:gd fmla="*/ 0 w 20" name="T2"/>
                    <a:gd fmla="*/ 0 h 212" name="T3"/>
                    <a:gd fmla="*/ 0 w 20" name="T4"/>
                    <a:gd fmla="*/ 212 h 212" name="T5"/>
                    <a:gd fmla="*/ 20 w 20" name="T6"/>
                    <a:gd fmla="*/ 212 h 212" name="T7"/>
                    <a:gd fmla="*/ 20 w 20" name="T8"/>
                    <a:gd fmla="*/ 197 h 212" name="T9"/>
                    <a:gd fmla="*/ 16 w 20" name="T10"/>
                    <a:gd fmla="*/ 145 h 212" name="T11"/>
                    <a:gd fmla="*/ 16 w 20" name="T12"/>
                    <a:gd fmla="*/ 137 h 212" name="T13"/>
                    <a:gd fmla="*/ 14 w 20" name="T14"/>
                    <a:gd fmla="*/ 120 h 212" name="T15"/>
                    <a:gd fmla="*/ 14 w 20" name="T16"/>
                    <a:gd fmla="*/ 108 h 212" name="T17"/>
                    <a:gd fmla="*/ 8 w 20" name="T18"/>
                    <a:gd fmla="*/ 0 h 212" name="T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b="b" l="0" r="r" t="0"/>
                  <a:pathLst>
                    <a:path h="212" w="20">
                      <a:moveTo>
                        <a:pt x="8" y="0"/>
                      </a:moveTo>
                      <a:lnTo>
                        <a:pt x="0" y="0"/>
                      </a:lnTo>
                      <a:lnTo>
                        <a:pt x="0" y="212"/>
                      </a:lnTo>
                      <a:lnTo>
                        <a:pt x="20" y="212"/>
                      </a:lnTo>
                      <a:lnTo>
                        <a:pt x="20" y="197"/>
                      </a:lnTo>
                      <a:lnTo>
                        <a:pt x="16" y="145"/>
                      </a:lnTo>
                      <a:lnTo>
                        <a:pt x="16" y="137"/>
                      </a:lnTo>
                      <a:lnTo>
                        <a:pt x="14" y="120"/>
                      </a:lnTo>
                      <a:lnTo>
                        <a:pt x="14" y="108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723F0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5fba34af-2b22-4ea8-865b-262ec46e9ba3" id="472" name="îs1îďê">
                  <a:extLst>
                    <a:ext uri="{FF2B5EF4-FFF2-40B4-BE49-F238E27FC236}">
                      <a16:creationId id="{BD201774-C9D7-6C17-5576-7157C7672AC5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3872350" y="3422017"/>
                  <a:ext cx="23975" cy="254131"/>
                </a:xfrm>
                <a:custGeom>
                  <a:avLst/>
                  <a:gdLst>
                    <a:gd fmla="*/ 8 w 20" name="T0"/>
                    <a:gd fmla="*/ 0 h 212" name="T1"/>
                    <a:gd fmla="*/ 0 w 20" name="T2"/>
                    <a:gd fmla="*/ 0 h 212" name="T3"/>
                    <a:gd fmla="*/ 0 w 20" name="T4"/>
                    <a:gd fmla="*/ 212 h 212" name="T5"/>
                    <a:gd fmla="*/ 20 w 20" name="T6"/>
                    <a:gd fmla="*/ 212 h 212" name="T7"/>
                    <a:gd fmla="*/ 20 w 20" name="T8"/>
                    <a:gd fmla="*/ 197 h 212" name="T9"/>
                    <a:gd fmla="*/ 16 w 20" name="T10"/>
                    <a:gd fmla="*/ 145 h 212" name="T11"/>
                    <a:gd fmla="*/ 16 w 20" name="T12"/>
                    <a:gd fmla="*/ 137 h 212" name="T13"/>
                    <a:gd fmla="*/ 14 w 20" name="T14"/>
                    <a:gd fmla="*/ 120 h 212" name="T15"/>
                    <a:gd fmla="*/ 14 w 20" name="T16"/>
                    <a:gd fmla="*/ 108 h 212" name="T17"/>
                    <a:gd fmla="*/ 8 w 20" name="T18"/>
                    <a:gd fmla="*/ 0 h 212" name="T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b="b" l="0" r="r" t="0"/>
                  <a:pathLst>
                    <a:path h="212" w="20">
                      <a:moveTo>
                        <a:pt x="8" y="0"/>
                      </a:moveTo>
                      <a:lnTo>
                        <a:pt x="0" y="0"/>
                      </a:lnTo>
                      <a:lnTo>
                        <a:pt x="0" y="212"/>
                      </a:lnTo>
                      <a:lnTo>
                        <a:pt x="20" y="212"/>
                      </a:lnTo>
                      <a:lnTo>
                        <a:pt x="20" y="197"/>
                      </a:lnTo>
                      <a:lnTo>
                        <a:pt x="16" y="145"/>
                      </a:lnTo>
                      <a:lnTo>
                        <a:pt x="16" y="137"/>
                      </a:lnTo>
                      <a:lnTo>
                        <a:pt x="14" y="120"/>
                      </a:lnTo>
                      <a:lnTo>
                        <a:pt x="14" y="108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635f91fd-8f78-4c30-86b1-fb9399d42a71" id="473" name="ïš1ïḑê">
                  <a:extLst>
                    <a:ext uri="{FF2B5EF4-FFF2-40B4-BE49-F238E27FC236}">
                      <a16:creationId id="{70933C8A-5CBE-5FE7-9BDF-9A75556822CA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3692540" y="3073186"/>
                  <a:ext cx="363216" cy="408768"/>
                </a:xfrm>
                <a:custGeom>
                  <a:avLst/>
                  <a:gdLst>
                    <a:gd fmla="*/ 132 w 146" name="T0"/>
                    <a:gd fmla="*/ 54 h 164" name="T1"/>
                    <a:gd fmla="*/ 73 w 146" name="T2"/>
                    <a:gd fmla="*/ 164 h 164" name="T3"/>
                    <a:gd fmla="*/ 14 w 146" name="T4"/>
                    <a:gd fmla="*/ 54 h 164" name="T5"/>
                    <a:gd fmla="*/ 73 w 146" name="T6"/>
                    <a:gd fmla="*/ 0 h 164" name="T7"/>
                    <a:gd fmla="*/ 132 w 146" name="T8"/>
                    <a:gd fmla="*/ 54 h 164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164" w="146">
                      <a:moveTo>
                        <a:pt x="132" y="54"/>
                      </a:moveTo>
                      <a:cubicBezTo>
                        <a:pt x="146" y="103"/>
                        <a:pt x="123" y="164"/>
                        <a:pt x="73" y="164"/>
                      </a:cubicBezTo>
                      <a:cubicBezTo>
                        <a:pt x="24" y="164"/>
                        <a:pt x="0" y="103"/>
                        <a:pt x="14" y="54"/>
                      </a:cubicBezTo>
                      <a:cubicBezTo>
                        <a:pt x="23" y="20"/>
                        <a:pt x="49" y="0"/>
                        <a:pt x="73" y="0"/>
                      </a:cubicBezTo>
                      <a:cubicBezTo>
                        <a:pt x="98" y="0"/>
                        <a:pt x="123" y="20"/>
                        <a:pt x="132" y="54"/>
                      </a:cubicBezTo>
                      <a:close/>
                    </a:path>
                  </a:pathLst>
                </a:custGeom>
                <a:solidFill>
                  <a:srgbClr val="54B94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04ddafcd-8e79-4f5f-a7a8-28e1c5d0a5b2" id="474" name="iṧḷîḋê">
                  <a:extLst>
                    <a:ext uri="{FF2B5EF4-FFF2-40B4-BE49-F238E27FC236}">
                      <a16:creationId id="{5018234A-94DB-B352-20AE-C12B0768AEC4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3724906" y="3073186"/>
                  <a:ext cx="330850" cy="408768"/>
                </a:xfrm>
                <a:custGeom>
                  <a:avLst/>
                  <a:gdLst>
                    <a:gd fmla="*/ 60 w 133" name="T0"/>
                    <a:gd fmla="*/ 0 h 164" name="T1"/>
                    <a:gd fmla="*/ 59 w 133" name="T2"/>
                    <a:gd fmla="*/ 0 h 164" name="T3"/>
                    <a:gd fmla="*/ 102 w 133" name="T4"/>
                    <a:gd fmla="*/ 47 h 164" name="T5"/>
                    <a:gd fmla="*/ 45 w 133" name="T6"/>
                    <a:gd fmla="*/ 137 h 164" name="T7"/>
                    <a:gd fmla="*/ 0 w 133" name="T8"/>
                    <a:gd fmla="*/ 104 h 164" name="T9"/>
                    <a:gd fmla="*/ 60 w 133" name="T10"/>
                    <a:gd fmla="*/ 164 h 164" name="T11"/>
                    <a:gd fmla="*/ 119 w 133" name="T12"/>
                    <a:gd fmla="*/ 54 h 164" name="T13"/>
                    <a:gd fmla="*/ 60 w 133" name="T14"/>
                    <a:gd fmla="*/ 0 h 164" name="T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b="b" l="0" r="r" t="0"/>
                  <a:pathLst>
                    <a:path h="164" w="133">
                      <a:moveTo>
                        <a:pt x="60" y="0"/>
                      </a:moveTo>
                      <a:cubicBezTo>
                        <a:pt x="60" y="0"/>
                        <a:pt x="59" y="0"/>
                        <a:pt x="59" y="0"/>
                      </a:cubicBezTo>
                      <a:cubicBezTo>
                        <a:pt x="78" y="3"/>
                        <a:pt x="97" y="20"/>
                        <a:pt x="102" y="47"/>
                      </a:cubicBezTo>
                      <a:cubicBezTo>
                        <a:pt x="110" y="89"/>
                        <a:pt x="86" y="137"/>
                        <a:pt x="45" y="137"/>
                      </a:cubicBezTo>
                      <a:cubicBezTo>
                        <a:pt x="24" y="137"/>
                        <a:pt x="8" y="123"/>
                        <a:pt x="0" y="104"/>
                      </a:cubicBezTo>
                      <a:cubicBezTo>
                        <a:pt x="7" y="137"/>
                        <a:pt x="29" y="164"/>
                        <a:pt x="60" y="164"/>
                      </a:cubicBezTo>
                      <a:cubicBezTo>
                        <a:pt x="110" y="164"/>
                        <a:pt x="133" y="103"/>
                        <a:pt x="119" y="54"/>
                      </a:cubicBezTo>
                      <a:cubicBezTo>
                        <a:pt x="110" y="20"/>
                        <a:pt x="85" y="0"/>
                        <a:pt x="60" y="0"/>
                      </a:cubicBezTo>
                      <a:close/>
                    </a:path>
                  </a:pathLst>
                </a:custGeom>
                <a:solidFill>
                  <a:srgbClr val="49A942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3b329adc-9614-40bd-ab21-702265cfd082" id="475" name="îṡḻiḋe">
                  <a:extLst>
                    <a:ext uri="{FF2B5EF4-FFF2-40B4-BE49-F238E27FC236}">
                      <a16:creationId id="{AF3B33D3-A347-F50E-42EA-8D4A7F96306E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5702815" y="3662962"/>
                  <a:ext cx="44353" cy="254131"/>
                </a:xfrm>
                <a:custGeom>
                  <a:avLst/>
                  <a:gdLst>
                    <a:gd fmla="*/ 25 w 37" name="T0"/>
                    <a:gd fmla="*/ 0 h 212" name="T1"/>
                    <a:gd fmla="*/ 4 w 37" name="T2"/>
                    <a:gd fmla="*/ 0 h 212" name="T3"/>
                    <a:gd fmla="*/ 0 w 37" name="T4"/>
                    <a:gd fmla="*/ 212 h 212" name="T5"/>
                    <a:gd fmla="*/ 37 w 37" name="T6"/>
                    <a:gd fmla="*/ 212 h 212" name="T7"/>
                    <a:gd fmla="*/ 25 w 37" name="T8"/>
                    <a:gd fmla="*/ 0 h 212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212" w="37">
                      <a:moveTo>
                        <a:pt x="25" y="0"/>
                      </a:moveTo>
                      <a:lnTo>
                        <a:pt x="4" y="0"/>
                      </a:lnTo>
                      <a:lnTo>
                        <a:pt x="0" y="212"/>
                      </a:lnTo>
                      <a:lnTo>
                        <a:pt x="37" y="212"/>
                      </a:lnTo>
                      <a:lnTo>
                        <a:pt x="25" y="0"/>
                      </a:lnTo>
                      <a:close/>
                    </a:path>
                  </a:pathLst>
                </a:custGeom>
                <a:solidFill>
                  <a:srgbClr val="9B5F0E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a5a16da5-34c4-4169-9b1f-92869cd73d3d" id="476" name="ïSḻíḑé">
                  <a:extLst>
                    <a:ext uri="{FF2B5EF4-FFF2-40B4-BE49-F238E27FC236}">
                      <a16:creationId id="{23702584-25E9-63C1-ABB2-8661A9131565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5702815" y="3662962"/>
                  <a:ext cx="44353" cy="254131"/>
                </a:xfrm>
                <a:custGeom>
                  <a:avLst/>
                  <a:gdLst>
                    <a:gd fmla="*/ 25 w 37" name="T0"/>
                    <a:gd fmla="*/ 0 h 212" name="T1"/>
                    <a:gd fmla="*/ 4 w 37" name="T2"/>
                    <a:gd fmla="*/ 0 h 212" name="T3"/>
                    <a:gd fmla="*/ 0 w 37" name="T4"/>
                    <a:gd fmla="*/ 212 h 212" name="T5"/>
                    <a:gd fmla="*/ 37 w 37" name="T6"/>
                    <a:gd fmla="*/ 212 h 212" name="T7"/>
                    <a:gd fmla="*/ 25 w 37" name="T8"/>
                    <a:gd fmla="*/ 0 h 212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212" w="37">
                      <a:moveTo>
                        <a:pt x="25" y="0"/>
                      </a:moveTo>
                      <a:lnTo>
                        <a:pt x="4" y="0"/>
                      </a:lnTo>
                      <a:lnTo>
                        <a:pt x="0" y="212"/>
                      </a:lnTo>
                      <a:lnTo>
                        <a:pt x="37" y="212"/>
                      </a:lnTo>
                      <a:lnTo>
                        <a:pt x="25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c95c6290-b62c-41cf-b86d-844e6de6cf5d" id="477" name="ïśľîḑé">
                  <a:extLst>
                    <a:ext uri="{FF2B5EF4-FFF2-40B4-BE49-F238E27FC236}">
                      <a16:creationId id="{8CE34CF0-25B2-D1D6-6D02-BE555D719347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5735181" y="3734886"/>
                  <a:ext cx="2397" cy="13186"/>
                </a:xfrm>
                <a:custGeom>
                  <a:avLst/>
                  <a:gdLst>
                    <a:gd fmla="*/ 2 w 2" name="T0"/>
                    <a:gd fmla="*/ 0 h 11" name="T1"/>
                    <a:gd fmla="*/ 0 w 2" name="T2"/>
                    <a:gd fmla="*/ 0 h 11" name="T3"/>
                    <a:gd fmla="*/ 2 w 2" name="T4"/>
                    <a:gd fmla="*/ 11 h 11" name="T5"/>
                    <a:gd fmla="*/ 2 w 2" name="T6"/>
                    <a:gd fmla="*/ 11 h 11" name="T7"/>
                    <a:gd fmla="*/ 2 w 2" name="T8"/>
                    <a:gd fmla="*/ 0 h 11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11"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11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5A802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ffc9c704-1f33-4dbf-b075-573eaa758b4d" id="478" name="işlïde">
                  <a:extLst>
                    <a:ext uri="{FF2B5EF4-FFF2-40B4-BE49-F238E27FC236}">
                      <a16:creationId id="{4DB1E6FE-4544-853B-08AF-63BB2A5B39BC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5735181" y="3734886"/>
                  <a:ext cx="2397" cy="13186"/>
                </a:xfrm>
                <a:custGeom>
                  <a:avLst/>
                  <a:gdLst>
                    <a:gd fmla="*/ 2 w 2" name="T0"/>
                    <a:gd fmla="*/ 0 h 11" name="T1"/>
                    <a:gd fmla="*/ 0 w 2" name="T2"/>
                    <a:gd fmla="*/ 0 h 11" name="T3"/>
                    <a:gd fmla="*/ 2 w 2" name="T4"/>
                    <a:gd fmla="*/ 11 h 11" name="T5"/>
                    <a:gd fmla="*/ 2 w 2" name="T6"/>
                    <a:gd fmla="*/ 11 h 11" name="T7"/>
                    <a:gd fmla="*/ 2 w 2" name="T8"/>
                    <a:gd fmla="*/ 0 h 11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11"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11"/>
                      </a:lnTo>
                      <a:lnTo>
                        <a:pt x="2" y="11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ae7e612d-8b9d-4069-92b5-a0c1676799e5" id="479" name="iṣļíde">
                  <a:extLst>
                    <a:ext uri="{FF2B5EF4-FFF2-40B4-BE49-F238E27FC236}">
                      <a16:creationId id="{DA24BC7B-FF97-225E-5593-BD4D0ED94AC2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5721995" y="3662962"/>
                  <a:ext cx="15584" cy="71924"/>
                </a:xfrm>
                <a:custGeom>
                  <a:avLst/>
                  <a:gdLst>
                    <a:gd fmla="*/ 9 w 13" name="T0"/>
                    <a:gd fmla="*/ 0 h 60" name="T1"/>
                    <a:gd fmla="*/ 0 w 13" name="T2"/>
                    <a:gd fmla="*/ 0 h 60" name="T3"/>
                    <a:gd fmla="*/ 9 w 13" name="T4"/>
                    <a:gd fmla="*/ 0 h 60" name="T5"/>
                    <a:gd fmla="*/ 11 w 13" name="T6"/>
                    <a:gd fmla="*/ 60 h 60" name="T7"/>
                    <a:gd fmla="*/ 13 w 13" name="T8"/>
                    <a:gd fmla="*/ 60 h 60" name="T9"/>
                    <a:gd fmla="*/ 9 w 13" name="T10"/>
                    <a:gd fmla="*/ 0 h 60" name="T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b="b" l="0" r="r" t="0"/>
                  <a:pathLst>
                    <a:path h="60" w="13">
                      <a:moveTo>
                        <a:pt x="9" y="0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1" y="60"/>
                      </a:lnTo>
                      <a:lnTo>
                        <a:pt x="13" y="6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A9998B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3db16132-0aa4-44cd-8fa1-d282b96a49e4" id="480" name="í$ľíḍe">
                  <a:extLst>
                    <a:ext uri="{FF2B5EF4-FFF2-40B4-BE49-F238E27FC236}">
                      <a16:creationId id="{D012BF2C-EC7D-816E-9112-9729557FDAA6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5721995" y="3662962"/>
                  <a:ext cx="15584" cy="71924"/>
                </a:xfrm>
                <a:custGeom>
                  <a:avLst/>
                  <a:gdLst>
                    <a:gd fmla="*/ 9 w 13" name="T0"/>
                    <a:gd fmla="*/ 0 h 60" name="T1"/>
                    <a:gd fmla="*/ 0 w 13" name="T2"/>
                    <a:gd fmla="*/ 0 h 60" name="T3"/>
                    <a:gd fmla="*/ 9 w 13" name="T4"/>
                    <a:gd fmla="*/ 0 h 60" name="T5"/>
                    <a:gd fmla="*/ 11 w 13" name="T6"/>
                    <a:gd fmla="*/ 60 h 60" name="T7"/>
                    <a:gd fmla="*/ 13 w 13" name="T8"/>
                    <a:gd fmla="*/ 60 h 60" name="T9"/>
                    <a:gd fmla="*/ 9 w 13" name="T10"/>
                    <a:gd fmla="*/ 0 h 60" name="T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b="b" l="0" r="r" t="0"/>
                  <a:pathLst>
                    <a:path h="60" w="13">
                      <a:moveTo>
                        <a:pt x="9" y="0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1" y="60"/>
                      </a:lnTo>
                      <a:lnTo>
                        <a:pt x="13" y="6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205c5ab2-67fc-4d69-a81f-c56d5496dcd6" id="481" name="íṥḻïḓê">
                  <a:extLst>
                    <a:ext uri="{FF2B5EF4-FFF2-40B4-BE49-F238E27FC236}">
                      <a16:creationId id="{48E5D2EB-EB42-A874-E994-8AACBBB15956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5721995" y="3662962"/>
                  <a:ext cx="25173" cy="254131"/>
                </a:xfrm>
                <a:custGeom>
                  <a:avLst/>
                  <a:gdLst>
                    <a:gd fmla="*/ 9 w 21" name="T0"/>
                    <a:gd fmla="*/ 0 h 212" name="T1"/>
                    <a:gd fmla="*/ 0 w 21" name="T2"/>
                    <a:gd fmla="*/ 0 h 212" name="T3"/>
                    <a:gd fmla="*/ 0 w 21" name="T4"/>
                    <a:gd fmla="*/ 212 h 212" name="T5"/>
                    <a:gd fmla="*/ 21 w 21" name="T6"/>
                    <a:gd fmla="*/ 212 h 212" name="T7"/>
                    <a:gd fmla="*/ 21 w 21" name="T8"/>
                    <a:gd fmla="*/ 197 h 212" name="T9"/>
                    <a:gd fmla="*/ 13 w 21" name="T10"/>
                    <a:gd fmla="*/ 71 h 212" name="T11"/>
                    <a:gd fmla="*/ 11 w 21" name="T12"/>
                    <a:gd fmla="*/ 60 h 212" name="T13"/>
                    <a:gd fmla="*/ 9 w 21" name="T14"/>
                    <a:gd fmla="*/ 0 h 212" name="T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b="b" l="0" r="r" t="0"/>
                  <a:pathLst>
                    <a:path h="212" w="21">
                      <a:moveTo>
                        <a:pt x="9" y="0"/>
                      </a:moveTo>
                      <a:lnTo>
                        <a:pt x="0" y="0"/>
                      </a:lnTo>
                      <a:lnTo>
                        <a:pt x="0" y="212"/>
                      </a:lnTo>
                      <a:lnTo>
                        <a:pt x="21" y="212"/>
                      </a:lnTo>
                      <a:lnTo>
                        <a:pt x="21" y="197"/>
                      </a:lnTo>
                      <a:lnTo>
                        <a:pt x="13" y="71"/>
                      </a:lnTo>
                      <a:lnTo>
                        <a:pt x="11" y="6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723F0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31387a62-2975-4fc1-bab5-176fd32d3ead" id="482" name="ïŝlíďè">
                  <a:extLst>
                    <a:ext uri="{FF2B5EF4-FFF2-40B4-BE49-F238E27FC236}">
                      <a16:creationId id="{B3417051-92F7-23EE-2795-E96B4C25BF71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5721995" y="3662962"/>
                  <a:ext cx="25173" cy="254131"/>
                </a:xfrm>
                <a:custGeom>
                  <a:avLst/>
                  <a:gdLst>
                    <a:gd fmla="*/ 9 w 21" name="T0"/>
                    <a:gd fmla="*/ 0 h 212" name="T1"/>
                    <a:gd fmla="*/ 0 w 21" name="T2"/>
                    <a:gd fmla="*/ 0 h 212" name="T3"/>
                    <a:gd fmla="*/ 0 w 21" name="T4"/>
                    <a:gd fmla="*/ 212 h 212" name="T5"/>
                    <a:gd fmla="*/ 21 w 21" name="T6"/>
                    <a:gd fmla="*/ 212 h 212" name="T7"/>
                    <a:gd fmla="*/ 21 w 21" name="T8"/>
                    <a:gd fmla="*/ 197 h 212" name="T9"/>
                    <a:gd fmla="*/ 13 w 21" name="T10"/>
                    <a:gd fmla="*/ 71 h 212" name="T11"/>
                    <a:gd fmla="*/ 11 w 21" name="T12"/>
                    <a:gd fmla="*/ 60 h 212" name="T13"/>
                    <a:gd fmla="*/ 9 w 21" name="T14"/>
                    <a:gd fmla="*/ 0 h 212" name="T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b="b" l="0" r="r" t="0"/>
                  <a:pathLst>
                    <a:path h="212" w="21">
                      <a:moveTo>
                        <a:pt x="9" y="0"/>
                      </a:moveTo>
                      <a:lnTo>
                        <a:pt x="0" y="0"/>
                      </a:lnTo>
                      <a:lnTo>
                        <a:pt x="0" y="212"/>
                      </a:lnTo>
                      <a:lnTo>
                        <a:pt x="21" y="212"/>
                      </a:lnTo>
                      <a:lnTo>
                        <a:pt x="21" y="197"/>
                      </a:lnTo>
                      <a:lnTo>
                        <a:pt x="13" y="71"/>
                      </a:lnTo>
                      <a:lnTo>
                        <a:pt x="11" y="6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87640e25-d60a-4eb1-9aa4-21970346612c" id="483" name="íṥ1iḍe">
                  <a:extLst>
                    <a:ext uri="{FF2B5EF4-FFF2-40B4-BE49-F238E27FC236}">
                      <a16:creationId id="{FA3866BE-9924-F39B-01DB-61DC7EB9F91C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5543384" y="3315330"/>
                  <a:ext cx="363216" cy="407569"/>
                </a:xfrm>
                <a:custGeom>
                  <a:avLst/>
                  <a:gdLst>
                    <a:gd fmla="*/ 132 w 146" name="T0"/>
                    <a:gd fmla="*/ 54 h 164" name="T1"/>
                    <a:gd fmla="*/ 73 w 146" name="T2"/>
                    <a:gd fmla="*/ 164 h 164" name="T3"/>
                    <a:gd fmla="*/ 14 w 146" name="T4"/>
                    <a:gd fmla="*/ 54 h 164" name="T5"/>
                    <a:gd fmla="*/ 73 w 146" name="T6"/>
                    <a:gd fmla="*/ 0 h 164" name="T7"/>
                    <a:gd fmla="*/ 132 w 146" name="T8"/>
                    <a:gd fmla="*/ 54 h 164" name="T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b="b" l="0" r="r" t="0"/>
                  <a:pathLst>
                    <a:path h="164" w="146">
                      <a:moveTo>
                        <a:pt x="132" y="54"/>
                      </a:moveTo>
                      <a:cubicBezTo>
                        <a:pt x="146" y="103"/>
                        <a:pt x="123" y="164"/>
                        <a:pt x="73" y="164"/>
                      </a:cubicBezTo>
                      <a:cubicBezTo>
                        <a:pt x="24" y="164"/>
                        <a:pt x="0" y="103"/>
                        <a:pt x="14" y="54"/>
                      </a:cubicBezTo>
                      <a:cubicBezTo>
                        <a:pt x="23" y="20"/>
                        <a:pt x="49" y="0"/>
                        <a:pt x="73" y="0"/>
                      </a:cubicBezTo>
                      <a:cubicBezTo>
                        <a:pt x="98" y="0"/>
                        <a:pt x="123" y="20"/>
                        <a:pt x="132" y="54"/>
                      </a:cubicBezTo>
                      <a:close/>
                    </a:path>
                  </a:pathLst>
                </a:custGeom>
                <a:solidFill>
                  <a:srgbClr val="54B948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65800ffe-1c77-4c09-9809-5c66bfb81579" id="484" name="ïšlîďé">
                  <a:extLst>
                    <a:ext uri="{FF2B5EF4-FFF2-40B4-BE49-F238E27FC236}">
                      <a16:creationId id="{0941C76E-A5CD-6E3B-2A65-F3FA2B1EF9C5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5575750" y="3315330"/>
                  <a:ext cx="330850" cy="407569"/>
                </a:xfrm>
                <a:custGeom>
                  <a:avLst/>
                  <a:gdLst>
                    <a:gd fmla="*/ 60 w 133" name="T0"/>
                    <a:gd fmla="*/ 0 h 164" name="T1"/>
                    <a:gd fmla="*/ 58 w 133" name="T2"/>
                    <a:gd fmla="*/ 0 h 164" name="T3"/>
                    <a:gd fmla="*/ 102 w 133" name="T4"/>
                    <a:gd fmla="*/ 47 h 164" name="T5"/>
                    <a:gd fmla="*/ 45 w 133" name="T6"/>
                    <a:gd fmla="*/ 137 h 164" name="T7"/>
                    <a:gd fmla="*/ 0 w 133" name="T8"/>
                    <a:gd fmla="*/ 104 h 164" name="T9"/>
                    <a:gd fmla="*/ 60 w 133" name="T10"/>
                    <a:gd fmla="*/ 164 h 164" name="T11"/>
                    <a:gd fmla="*/ 119 w 133" name="T12"/>
                    <a:gd fmla="*/ 54 h 164" name="T13"/>
                    <a:gd fmla="*/ 60 w 133" name="T14"/>
                    <a:gd fmla="*/ 0 h 164" name="T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b="b" l="0" r="r" t="0"/>
                  <a:pathLst>
                    <a:path h="164" w="133">
                      <a:moveTo>
                        <a:pt x="60" y="0"/>
                      </a:moveTo>
                      <a:cubicBezTo>
                        <a:pt x="60" y="0"/>
                        <a:pt x="59" y="0"/>
                        <a:pt x="58" y="0"/>
                      </a:cubicBezTo>
                      <a:cubicBezTo>
                        <a:pt x="78" y="3"/>
                        <a:pt x="97" y="20"/>
                        <a:pt x="102" y="47"/>
                      </a:cubicBezTo>
                      <a:cubicBezTo>
                        <a:pt x="110" y="89"/>
                        <a:pt x="86" y="137"/>
                        <a:pt x="45" y="137"/>
                      </a:cubicBezTo>
                      <a:cubicBezTo>
                        <a:pt x="24" y="137"/>
                        <a:pt x="8" y="123"/>
                        <a:pt x="0" y="104"/>
                      </a:cubicBezTo>
                      <a:cubicBezTo>
                        <a:pt x="7" y="137"/>
                        <a:pt x="29" y="164"/>
                        <a:pt x="60" y="164"/>
                      </a:cubicBezTo>
                      <a:cubicBezTo>
                        <a:pt x="110" y="164"/>
                        <a:pt x="133" y="103"/>
                        <a:pt x="119" y="54"/>
                      </a:cubicBezTo>
                      <a:cubicBezTo>
                        <a:pt x="110" y="20"/>
                        <a:pt x="85" y="0"/>
                        <a:pt x="60" y="0"/>
                      </a:cubicBezTo>
                      <a:close/>
                    </a:path>
                  </a:pathLst>
                </a:custGeom>
                <a:solidFill>
                  <a:srgbClr val="49A942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2ab85c5c-3822-4f5f-8c64-825392624ac1" id="485" name="îṡ1ïďè">
                  <a:extLst>
                    <a:ext uri="{FF2B5EF4-FFF2-40B4-BE49-F238E27FC236}">
                      <a16:creationId id="{77C5F30E-C86D-9633-DBBC-0A0684D27C60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5405529" y="1812119"/>
                  <a:ext cx="549020" cy="374005"/>
                </a:xfrm>
                <a:custGeom>
                  <a:avLst/>
                  <a:gdLst>
                    <a:gd fmla="*/ 179 w 220" name="T0"/>
                    <a:gd fmla="*/ 44 h 150" name="T1"/>
                    <a:gd fmla="*/ 178 w 220" name="T2"/>
                    <a:gd fmla="*/ 44 h 150" name="T3"/>
                    <a:gd fmla="*/ 127 w 220" name="T4"/>
                    <a:gd fmla="*/ 0 h 150" name="T5"/>
                    <a:gd fmla="*/ 78 w 220" name="T6"/>
                    <a:gd fmla="*/ 38 h 150" name="T7"/>
                    <a:gd fmla="*/ 63 w 220" name="T8"/>
                    <a:gd fmla="*/ 34 h 150" name="T9"/>
                    <a:gd fmla="*/ 33 w 220" name="T10"/>
                    <a:gd fmla="*/ 64 h 150" name="T11"/>
                    <a:gd fmla="*/ 34 w 220" name="T12"/>
                    <a:gd fmla="*/ 70 h 150" name="T13"/>
                    <a:gd fmla="*/ 30 w 220" name="T14"/>
                    <a:gd fmla="*/ 69 h 150" name="T15"/>
                    <a:gd fmla="*/ 0 w 220" name="T16"/>
                    <a:gd fmla="*/ 99 h 150" name="T17"/>
                    <a:gd fmla="*/ 30 w 220" name="T18"/>
                    <a:gd fmla="*/ 129 h 150" name="T19"/>
                    <a:gd fmla="*/ 45 w 220" name="T20"/>
                    <a:gd fmla="*/ 125 h 150" name="T21"/>
                    <a:gd fmla="*/ 170 w 220" name="T22"/>
                    <a:gd fmla="*/ 125 h 150" name="T23"/>
                    <a:gd fmla="*/ 179 w 220" name="T24"/>
                    <a:gd fmla="*/ 126 h 150" name="T25"/>
                    <a:gd fmla="*/ 220 w 220" name="T26"/>
                    <a:gd fmla="*/ 85 h 150" name="T27"/>
                    <a:gd fmla="*/ 179 w 220" name="T28"/>
                    <a:gd fmla="*/ 44 h 150" name="T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b="b" l="0" r="r" t="0"/>
                  <a:pathLst>
                    <a:path h="150" w="220">
                      <a:moveTo>
                        <a:pt x="179" y="44"/>
                      </a:moveTo>
                      <a:cubicBezTo>
                        <a:pt x="179" y="44"/>
                        <a:pt x="178" y="44"/>
                        <a:pt x="178" y="44"/>
                      </a:cubicBezTo>
                      <a:cubicBezTo>
                        <a:pt x="174" y="19"/>
                        <a:pt x="153" y="0"/>
                        <a:pt x="127" y="0"/>
                      </a:cubicBezTo>
                      <a:cubicBezTo>
                        <a:pt x="104" y="0"/>
                        <a:pt x="84" y="16"/>
                        <a:pt x="78" y="38"/>
                      </a:cubicBezTo>
                      <a:cubicBezTo>
                        <a:pt x="73" y="36"/>
                        <a:pt x="69" y="34"/>
                        <a:pt x="63" y="34"/>
                      </a:cubicBezTo>
                      <a:cubicBezTo>
                        <a:pt x="47" y="34"/>
                        <a:pt x="33" y="48"/>
                        <a:pt x="33" y="64"/>
                      </a:cubicBezTo>
                      <a:cubicBezTo>
                        <a:pt x="33" y="66"/>
                        <a:pt x="33" y="68"/>
                        <a:pt x="34" y="70"/>
                      </a:cubicBezTo>
                      <a:cubicBezTo>
                        <a:pt x="32" y="69"/>
                        <a:pt x="31" y="69"/>
                        <a:pt x="30" y="69"/>
                      </a:cubicBezTo>
                      <a:cubicBezTo>
                        <a:pt x="13" y="69"/>
                        <a:pt x="0" y="83"/>
                        <a:pt x="0" y="99"/>
                      </a:cubicBezTo>
                      <a:cubicBezTo>
                        <a:pt x="0" y="116"/>
                        <a:pt x="13" y="129"/>
                        <a:pt x="30" y="129"/>
                      </a:cubicBezTo>
                      <a:cubicBezTo>
                        <a:pt x="35" y="129"/>
                        <a:pt x="41" y="128"/>
                        <a:pt x="45" y="125"/>
                      </a:cubicBezTo>
                      <a:cubicBezTo>
                        <a:pt x="82" y="150"/>
                        <a:pt x="165" y="142"/>
                        <a:pt x="170" y="125"/>
                      </a:cubicBezTo>
                      <a:cubicBezTo>
                        <a:pt x="173" y="126"/>
                        <a:pt x="176" y="126"/>
                        <a:pt x="179" y="126"/>
                      </a:cubicBezTo>
                      <a:cubicBezTo>
                        <a:pt x="202" y="126"/>
                        <a:pt x="220" y="108"/>
                        <a:pt x="220" y="85"/>
                      </a:cubicBezTo>
                      <a:cubicBezTo>
                        <a:pt x="220" y="62"/>
                        <a:pt x="202" y="44"/>
                        <a:pt x="179" y="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fb886925-e681-4e9f-98bf-5106a829d67e" id="486" name="iŝḻíḋe">
                  <a:extLst>
                    <a:ext uri="{FF2B5EF4-FFF2-40B4-BE49-F238E27FC236}">
                      <a16:creationId id="{5181E957-151B-F07D-A7DF-46C59D65B3CA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6937510" y="1556789"/>
                  <a:ext cx="762394" cy="516654"/>
                </a:xfrm>
                <a:custGeom>
                  <a:avLst/>
                  <a:gdLst>
                    <a:gd fmla="*/ 249 w 306" name="T0"/>
                    <a:gd fmla="*/ 61 h 208" name="T1"/>
                    <a:gd fmla="*/ 247 w 306" name="T2"/>
                    <a:gd fmla="*/ 61 h 208" name="T3"/>
                    <a:gd fmla="*/ 177 w 306" name="T4"/>
                    <a:gd fmla="*/ 0 h 208" name="T5"/>
                    <a:gd fmla="*/ 108 w 306" name="T6"/>
                    <a:gd fmla="*/ 52 h 208" name="T7"/>
                    <a:gd fmla="*/ 88 w 306" name="T8"/>
                    <a:gd fmla="*/ 47 h 208" name="T9"/>
                    <a:gd fmla="*/ 46 w 306" name="T10"/>
                    <a:gd fmla="*/ 89 h 208" name="T11"/>
                    <a:gd fmla="*/ 47 w 306" name="T12"/>
                    <a:gd fmla="*/ 96 h 208" name="T13"/>
                    <a:gd fmla="*/ 41 w 306" name="T14"/>
                    <a:gd fmla="*/ 95 h 208" name="T15"/>
                    <a:gd fmla="*/ 0 w 306" name="T16"/>
                    <a:gd fmla="*/ 137 h 208" name="T17"/>
                    <a:gd fmla="*/ 41 w 306" name="T18"/>
                    <a:gd fmla="*/ 179 h 208" name="T19"/>
                    <a:gd fmla="*/ 63 w 306" name="T20"/>
                    <a:gd fmla="*/ 173 h 208" name="T21"/>
                    <a:gd fmla="*/ 236 w 306" name="T22"/>
                    <a:gd fmla="*/ 173 h 208" name="T23"/>
                    <a:gd fmla="*/ 249 w 306" name="T24"/>
                    <a:gd fmla="*/ 175 h 208" name="T25"/>
                    <a:gd fmla="*/ 306 w 306" name="T26"/>
                    <a:gd fmla="*/ 118 h 208" name="T27"/>
                    <a:gd fmla="*/ 249 w 306" name="T28"/>
                    <a:gd fmla="*/ 61 h 208" name="T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b="b" l="0" r="r" t="0"/>
                  <a:pathLst>
                    <a:path h="208" w="306">
                      <a:moveTo>
                        <a:pt x="249" y="61"/>
                      </a:moveTo>
                      <a:cubicBezTo>
                        <a:pt x="248" y="61"/>
                        <a:pt x="248" y="61"/>
                        <a:pt x="247" y="61"/>
                      </a:cubicBezTo>
                      <a:cubicBezTo>
                        <a:pt x="242" y="26"/>
                        <a:pt x="213" y="0"/>
                        <a:pt x="177" y="0"/>
                      </a:cubicBezTo>
                      <a:cubicBezTo>
                        <a:pt x="144" y="0"/>
                        <a:pt x="116" y="22"/>
                        <a:pt x="108" y="52"/>
                      </a:cubicBezTo>
                      <a:cubicBezTo>
                        <a:pt x="102" y="49"/>
                        <a:pt x="95" y="47"/>
                        <a:pt x="88" y="47"/>
                      </a:cubicBezTo>
                      <a:cubicBezTo>
                        <a:pt x="65" y="47"/>
                        <a:pt x="46" y="66"/>
                        <a:pt x="46" y="89"/>
                      </a:cubicBezTo>
                      <a:cubicBezTo>
                        <a:pt x="46" y="91"/>
                        <a:pt x="46" y="94"/>
                        <a:pt x="47" y="96"/>
                      </a:cubicBezTo>
                      <a:cubicBezTo>
                        <a:pt x="45" y="96"/>
                        <a:pt x="43" y="95"/>
                        <a:pt x="41" y="95"/>
                      </a:cubicBezTo>
                      <a:cubicBezTo>
                        <a:pt x="18" y="95"/>
                        <a:pt x="0" y="114"/>
                        <a:pt x="0" y="137"/>
                      </a:cubicBezTo>
                      <a:cubicBezTo>
                        <a:pt x="0" y="160"/>
                        <a:pt x="18" y="179"/>
                        <a:pt x="41" y="179"/>
                      </a:cubicBezTo>
                      <a:cubicBezTo>
                        <a:pt x="49" y="179"/>
                        <a:pt x="56" y="177"/>
                        <a:pt x="63" y="173"/>
                      </a:cubicBezTo>
                      <a:cubicBezTo>
                        <a:pt x="114" y="208"/>
                        <a:pt x="228" y="196"/>
                        <a:pt x="236" y="173"/>
                      </a:cubicBezTo>
                      <a:cubicBezTo>
                        <a:pt x="240" y="174"/>
                        <a:pt x="244" y="175"/>
                        <a:pt x="249" y="175"/>
                      </a:cubicBezTo>
                      <a:cubicBezTo>
                        <a:pt x="280" y="175"/>
                        <a:pt x="306" y="149"/>
                        <a:pt x="306" y="118"/>
                      </a:cubicBezTo>
                      <a:cubicBezTo>
                        <a:pt x="306" y="86"/>
                        <a:pt x="280" y="61"/>
                        <a:pt x="249" y="61"/>
                      </a:cubicBezTo>
                      <a:close/>
                    </a:path>
                  </a:pathLst>
                </a:custGeom>
                <a:solidFill>
                  <a:srgbClr val="C9EBFC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a5695668-c461-49cf-b8ee-977b47fda3b6" id="487" name="îṡlídè">
                  <a:extLst>
                    <a:ext uri="{FF2B5EF4-FFF2-40B4-BE49-F238E27FC236}">
                      <a16:creationId id="{FC7B9FE8-F249-7559-B29F-40C930265E80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3879543" y="2327574"/>
                  <a:ext cx="363216" cy="248138"/>
                </a:xfrm>
                <a:custGeom>
                  <a:avLst/>
                  <a:gdLst>
                    <a:gd fmla="*/ 119 w 146" name="T0"/>
                    <a:gd fmla="*/ 29 h 100" name="T1"/>
                    <a:gd fmla="*/ 118 w 146" name="T2"/>
                    <a:gd fmla="*/ 30 h 100" name="T3"/>
                    <a:gd fmla="*/ 85 w 146" name="T4"/>
                    <a:gd fmla="*/ 0 h 100" name="T5"/>
                    <a:gd fmla="*/ 52 w 146" name="T6"/>
                    <a:gd fmla="*/ 26 h 100" name="T7"/>
                    <a:gd fmla="*/ 42 w 146" name="T8"/>
                    <a:gd fmla="*/ 23 h 100" name="T9"/>
                    <a:gd fmla="*/ 22 w 146" name="T10"/>
                    <a:gd fmla="*/ 43 h 100" name="T11"/>
                    <a:gd fmla="*/ 23 w 146" name="T12"/>
                    <a:gd fmla="*/ 46 h 100" name="T13"/>
                    <a:gd fmla="*/ 20 w 146" name="T14"/>
                    <a:gd fmla="*/ 46 h 100" name="T15"/>
                    <a:gd fmla="*/ 0 w 146" name="T16"/>
                    <a:gd fmla="*/ 66 h 100" name="T17"/>
                    <a:gd fmla="*/ 20 w 146" name="T18"/>
                    <a:gd fmla="*/ 86 h 100" name="T19"/>
                    <a:gd fmla="*/ 30 w 146" name="T20"/>
                    <a:gd fmla="*/ 83 h 100" name="T21"/>
                    <a:gd fmla="*/ 113 w 146" name="T22"/>
                    <a:gd fmla="*/ 83 h 100" name="T23"/>
                    <a:gd fmla="*/ 119 w 146" name="T24"/>
                    <a:gd fmla="*/ 84 h 100" name="T25"/>
                    <a:gd fmla="*/ 146 w 146" name="T26"/>
                    <a:gd fmla="*/ 57 h 100" name="T27"/>
                    <a:gd fmla="*/ 119 w 146" name="T28"/>
                    <a:gd fmla="*/ 29 h 100" name="T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b="b" l="0" r="r" t="0"/>
                  <a:pathLst>
                    <a:path h="100" w="146">
                      <a:moveTo>
                        <a:pt x="119" y="29"/>
                      </a:moveTo>
                      <a:cubicBezTo>
                        <a:pt x="118" y="30"/>
                        <a:pt x="118" y="30"/>
                        <a:pt x="118" y="30"/>
                      </a:cubicBezTo>
                      <a:cubicBezTo>
                        <a:pt x="116" y="13"/>
                        <a:pt x="102" y="0"/>
                        <a:pt x="85" y="0"/>
                      </a:cubicBezTo>
                      <a:cubicBezTo>
                        <a:pt x="69" y="0"/>
                        <a:pt x="56" y="11"/>
                        <a:pt x="52" y="26"/>
                      </a:cubicBezTo>
                      <a:cubicBezTo>
                        <a:pt x="49" y="24"/>
                        <a:pt x="46" y="23"/>
                        <a:pt x="42" y="23"/>
                      </a:cubicBezTo>
                      <a:cubicBezTo>
                        <a:pt x="31" y="23"/>
                        <a:pt x="22" y="32"/>
                        <a:pt x="22" y="43"/>
                      </a:cubicBezTo>
                      <a:cubicBezTo>
                        <a:pt x="22" y="44"/>
                        <a:pt x="22" y="45"/>
                        <a:pt x="23" y="46"/>
                      </a:cubicBezTo>
                      <a:cubicBezTo>
                        <a:pt x="22" y="46"/>
                        <a:pt x="21" y="46"/>
                        <a:pt x="20" y="46"/>
                      </a:cubicBezTo>
                      <a:cubicBezTo>
                        <a:pt x="9" y="46"/>
                        <a:pt x="0" y="55"/>
                        <a:pt x="0" y="66"/>
                      </a:cubicBezTo>
                      <a:cubicBezTo>
                        <a:pt x="0" y="77"/>
                        <a:pt x="9" y="86"/>
                        <a:pt x="20" y="86"/>
                      </a:cubicBezTo>
                      <a:cubicBezTo>
                        <a:pt x="24" y="86"/>
                        <a:pt x="27" y="85"/>
                        <a:pt x="30" y="83"/>
                      </a:cubicBezTo>
                      <a:cubicBezTo>
                        <a:pt x="55" y="100"/>
                        <a:pt x="110" y="94"/>
                        <a:pt x="113" y="83"/>
                      </a:cubicBezTo>
                      <a:cubicBezTo>
                        <a:pt x="115" y="84"/>
                        <a:pt x="117" y="84"/>
                        <a:pt x="119" y="84"/>
                      </a:cubicBezTo>
                      <a:cubicBezTo>
                        <a:pt x="134" y="84"/>
                        <a:pt x="146" y="72"/>
                        <a:pt x="146" y="57"/>
                      </a:cubicBezTo>
                      <a:cubicBezTo>
                        <a:pt x="146" y="42"/>
                        <a:pt x="134" y="29"/>
                        <a:pt x="119" y="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  <p:sp>
              <p:nvSpPr>
                <p:cNvPr descr="cc6d7b00-7470-48c1-b80a-fc16ecfcecdb" id="488" name="ïŝḷídé">
                  <a:extLst>
                    <a:ext uri="{FF2B5EF4-FFF2-40B4-BE49-F238E27FC236}">
                      <a16:creationId id="{E8562DFA-4D3C-93D9-74D6-D34055FA00DE}"/>
                    </a:ext>
                  </a:extLst>
                </p:cNvPr>
                <p:cNvSpPr/>
                <p:nvPr/>
              </p:nvSpPr>
              <p:spPr bwMode="auto">
                <a:xfrm flipV="false" flipH="false">
                  <a:off x="4603577" y="1466884"/>
                  <a:ext cx="618546" cy="420755"/>
                </a:xfrm>
                <a:custGeom>
                  <a:avLst/>
                  <a:gdLst>
                    <a:gd fmla="*/ 202 w 248" name="T0"/>
                    <a:gd fmla="*/ 49 h 169" name="T1"/>
                    <a:gd fmla="*/ 201 w 248" name="T2"/>
                    <a:gd fmla="*/ 49 h 169" name="T3"/>
                    <a:gd fmla="*/ 144 w 248" name="T4"/>
                    <a:gd fmla="*/ 0 h 169" name="T5"/>
                    <a:gd fmla="*/ 88 w 248" name="T6"/>
                    <a:gd fmla="*/ 43 h 169" name="T7"/>
                    <a:gd fmla="*/ 71 w 248" name="T8"/>
                    <a:gd fmla="*/ 38 h 169" name="T9"/>
                    <a:gd fmla="*/ 37 w 248" name="T10"/>
                    <a:gd fmla="*/ 72 h 169" name="T11"/>
                    <a:gd fmla="*/ 38 w 248" name="T12"/>
                    <a:gd fmla="*/ 78 h 169" name="T13"/>
                    <a:gd fmla="*/ 34 w 248" name="T14"/>
                    <a:gd fmla="*/ 78 h 169" name="T15"/>
                    <a:gd fmla="*/ 0 w 248" name="T16"/>
                    <a:gd fmla="*/ 111 h 169" name="T17"/>
                    <a:gd fmla="*/ 34 w 248" name="T18"/>
                    <a:gd fmla="*/ 145 h 169" name="T19"/>
                    <a:gd fmla="*/ 51 w 248" name="T20"/>
                    <a:gd fmla="*/ 140 h 169" name="T21"/>
                    <a:gd fmla="*/ 191 w 248" name="T22"/>
                    <a:gd fmla="*/ 141 h 169" name="T23"/>
                    <a:gd fmla="*/ 202 w 248" name="T24"/>
                    <a:gd fmla="*/ 142 h 169" name="T25"/>
                    <a:gd fmla="*/ 248 w 248" name="T26"/>
                    <a:gd fmla="*/ 96 h 169" name="T27"/>
                    <a:gd fmla="*/ 202 w 248" name="T28"/>
                    <a:gd fmla="*/ 49 h 169" name="T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b="b" l="0" r="r" t="0"/>
                  <a:pathLst>
                    <a:path h="169" w="248">
                      <a:moveTo>
                        <a:pt x="202" y="49"/>
                      </a:moveTo>
                      <a:cubicBezTo>
                        <a:pt x="202" y="49"/>
                        <a:pt x="201" y="49"/>
                        <a:pt x="201" y="49"/>
                      </a:cubicBezTo>
                      <a:cubicBezTo>
                        <a:pt x="197" y="22"/>
                        <a:pt x="173" y="0"/>
                        <a:pt x="144" y="0"/>
                      </a:cubicBezTo>
                      <a:cubicBezTo>
                        <a:pt x="117" y="0"/>
                        <a:pt x="95" y="18"/>
                        <a:pt x="88" y="43"/>
                      </a:cubicBezTo>
                      <a:cubicBezTo>
                        <a:pt x="83" y="40"/>
                        <a:pt x="77" y="38"/>
                        <a:pt x="71" y="38"/>
                      </a:cubicBezTo>
                      <a:cubicBezTo>
                        <a:pt x="53" y="38"/>
                        <a:pt x="37" y="53"/>
                        <a:pt x="37" y="72"/>
                      </a:cubicBezTo>
                      <a:cubicBezTo>
                        <a:pt x="37" y="74"/>
                        <a:pt x="38" y="76"/>
                        <a:pt x="38" y="78"/>
                      </a:cubicBezTo>
                      <a:cubicBezTo>
                        <a:pt x="37" y="78"/>
                        <a:pt x="35" y="78"/>
                        <a:pt x="34" y="78"/>
                      </a:cubicBezTo>
                      <a:cubicBezTo>
                        <a:pt x="15" y="78"/>
                        <a:pt x="0" y="93"/>
                        <a:pt x="0" y="111"/>
                      </a:cubicBezTo>
                      <a:cubicBezTo>
                        <a:pt x="0" y="130"/>
                        <a:pt x="15" y="145"/>
                        <a:pt x="34" y="145"/>
                      </a:cubicBezTo>
                      <a:cubicBezTo>
                        <a:pt x="40" y="145"/>
                        <a:pt x="46" y="143"/>
                        <a:pt x="51" y="140"/>
                      </a:cubicBezTo>
                      <a:cubicBezTo>
                        <a:pt x="93" y="169"/>
                        <a:pt x="186" y="160"/>
                        <a:pt x="191" y="141"/>
                      </a:cubicBezTo>
                      <a:cubicBezTo>
                        <a:pt x="195" y="141"/>
                        <a:pt x="198" y="142"/>
                        <a:pt x="202" y="142"/>
                      </a:cubicBezTo>
                      <a:cubicBezTo>
                        <a:pt x="228" y="142"/>
                        <a:pt x="248" y="121"/>
                        <a:pt x="248" y="96"/>
                      </a:cubicBezTo>
                      <a:cubicBezTo>
                        <a:pt x="248" y="70"/>
                        <a:pt x="228" y="49"/>
                        <a:pt x="202" y="49"/>
                      </a:cubicBezTo>
                      <a:close/>
                    </a:path>
                  </a:pathLst>
                </a:custGeom>
                <a:solidFill>
                  <a:srgbClr val="C9EBFC"/>
                </a:solidFill>
                <a:ln>
                  <a:noFill/>
                </a:ln>
                <a:extLst>
                  <a:ext uri="{91240B29-F687-4F45-9708-019B960494DF}">
                    <a14:hiddenLine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</a:p>
              </p:txBody>
            </p:sp>
          </p:grpSp>
          <p:sp>
            <p:nvSpPr>
              <p:cNvPr descr="03c442a2-bc2d-435d-b997-d3e2e1902d53" id="363" name="Title">
                <a:extLst>
                  <a:ext uri="{FF2B5EF4-FFF2-40B4-BE49-F238E27FC236}">
                    <a16:creationId id="{776154C3-40F0-B393-A2EF-BCD37E93D6DB}"/>
                  </a:ext>
                </a:extLst>
              </p:cNvPr>
              <p:cNvSpPr txBox="1"/>
              <p:nvPr/>
            </p:nvSpPr>
            <p:spPr>
              <a:xfrm flipV="false" flipH="false">
                <a:off x="660399" y="1139108"/>
                <a:ext cx="3891875" cy="111142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ctr" anchorCtr="0" bIns="45720" lIns="91440" rIns="91440" tIns="45720" wrap="square">
                <a:normAutofit/>
              </a:bodyPr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2800">
                    <a:solidFill>
                      <a:srgbClr val="2F2F2F"/>
                    </a:solidFill>
                    <a:ea typeface="微软雅黑"/>
                  </a:rPr>
                  <a:t>检查足部健康状况，排除潜在问题</a:t>
                </a:r>
              </a:p>
            </p:txBody>
          </p:sp>
        </p:grpSp>
      </p:grp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舔脚行为建议步骤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掌握正确的舔脚行为要点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确认意愿</a:t>
            </a:r>
          </a:p>
        </p:txBody>
      </p:sp>
      <p:grpSp>
        <p:nvGrpSpPr>
          <p:cNvPr descr="c2876251-df7d-49fa-b093-e3da7ff6cb06" id="6" name="e4da216c-8377-4d12-9b20-9120541452fe.source.3.zh-Hans.pptx">
            <a:extLst>
              <a:ext uri="{FF2B5EF4-FFF2-40B4-BE49-F238E27FC236}">
                <a16:creationId id="{07CE6B59-3D03-D053-7F19-5705E38E44CD}"/>
              </a:ext>
            </a:extLst>
          </p:cNvPr>
          <p:cNvGrpSpPr/>
          <p:nvPr/>
        </p:nvGrpSpPr>
        <p:grpSpPr>
          <a:xfrm>
            <a:off x="1994274" y="1173735"/>
            <a:ext cx="8075503" cy="4500181"/>
            <a:chOff x="1994274" y="1173735"/>
            <a:chExt cx="8075503" cy="4500181"/>
          </a:xfrm>
        </p:grpSpPr>
        <p:sp>
          <p:nvSpPr>
            <p:cNvPr descr="cf8086d6-3875-40f8-b46b-7a83a05d3dd1" id="50" name="Title">
              <a:extLst>
                <a:ext uri="{FF2B5EF4-FFF2-40B4-BE49-F238E27FC236}">
                  <a16:creationId id="{13BAE5CD-7C32-7237-F8D3-6EF80509D12F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1994274" y="1173735"/>
              <a:ext cx="8075503" cy="70284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确保双方自愿参与，避免强迫</a:t>
              </a:r>
            </a:p>
          </p:txBody>
        </p:sp>
        <p:grpSp>
          <p:nvGrpSpPr>
            <p:cNvPr descr="5b2d517d-2208-4357-9706-0d6c30bec449" id="2" name="组合 1">
              <a:extLst>
                <a:ext uri="{FF2B5EF4-FFF2-40B4-BE49-F238E27FC236}">
                  <a16:creationId id="{27B9AFCF-BBA5-0424-2F36-E77A0ED8C714}"/>
                </a:ext>
              </a:extLst>
            </p:cNvPr>
            <p:cNvGrpSpPr/>
            <p:nvPr/>
          </p:nvGrpSpPr>
          <p:grpSpPr>
            <a:xfrm>
              <a:off x="2353275" y="2890732"/>
              <a:ext cx="2939902" cy="2667190"/>
              <a:chOff x="2353275" y="2890732"/>
              <a:chExt cx="2939902" cy="2667190"/>
            </a:xfrm>
          </p:grpSpPr>
          <p:sp>
            <p:nvSpPr>
              <p:cNvPr descr="686a0560-6186-47e1-9038-029f4822942b" id="13" name="Shape1">
                <a:extLst>
                  <a:ext uri="{FF2B5EF4-FFF2-40B4-BE49-F238E27FC236}">
                    <a16:creationId id="{EAAAC43D-E966-EA47-9A43-CCB44B2CA1A2}"/>
                  </a:ext>
                </a:extLst>
              </p:cNvPr>
              <p:cNvSpPr/>
              <p:nvPr/>
            </p:nvSpPr>
            <p:spPr>
              <a:xfrm flipH="true" flipV="false">
                <a:off x="2353275" y="3267076"/>
                <a:ext cx="2939902" cy="2290846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3dc11f5-2385-4115-9ef2-1bdb55b11368" id="10" name="Text1">
                <a:extLst>
                  <a:ext uri="{FF2B5EF4-FFF2-40B4-BE49-F238E27FC236}">
                    <a16:creationId id="{E66695E6-2FC1-5D64-FA95-6FB3FC986A57}"/>
                  </a:ext>
                </a:extLst>
              </p:cNvPr>
              <p:cNvSpPr txBox="1"/>
              <p:nvPr/>
            </p:nvSpPr>
            <p:spPr>
              <a:xfrm flipV="false" flipH="false">
                <a:off x="2490289" y="4242925"/>
                <a:ext cx="2625764" cy="934962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舔脚行为需建立在双方自愿的基础上，不能强迫任何一方。</a:t>
                </a:r>
              </a:p>
            </p:txBody>
          </p:sp>
          <p:sp>
            <p:nvSpPr>
              <p:cNvPr descr="b1ceb581-b183-4ffa-8b46-160b9d731939" id="11" name="Bullet1">
                <a:extLst>
                  <a:ext uri="{FF2B5EF4-FFF2-40B4-BE49-F238E27FC236}">
                    <a16:creationId id="{D054EB2E-1F2A-162E-CBD2-200E8A967729}"/>
                  </a:ext>
                </a:extLst>
              </p:cNvPr>
              <p:cNvSpPr txBox="1"/>
              <p:nvPr/>
            </p:nvSpPr>
            <p:spPr>
              <a:xfrm flipV="false" flipH="false">
                <a:off x="2490288" y="3647111"/>
                <a:ext cx="2284912" cy="595812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双方自愿</a:t>
                </a:r>
              </a:p>
            </p:txBody>
          </p:sp>
          <p:sp>
            <p:nvSpPr>
              <p:cNvPr descr="437ea19b-aebc-4503-968b-fc34fda2f6c9" id="33" name="IconMisc1">
                <a:extLst>
                  <a:ext uri="{FF2B5EF4-FFF2-40B4-BE49-F238E27FC236}">
                    <a16:creationId id="{A8B782D5-3213-FA3F-B5F2-CCD4DE1C7070}"/>
                  </a:ext>
                </a:extLst>
              </p:cNvPr>
              <p:cNvSpPr/>
              <p:nvPr/>
            </p:nvSpPr>
            <p:spPr>
              <a:xfrm flipH="true" rot="21244468" flipV="false">
                <a:off x="2550248" y="2890732"/>
                <a:ext cx="826074" cy="720913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12700">
                <a:solidFill>
                  <a:srgbClr val="FFFFFF"/>
                </a:solidFill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efbaab1-a8a9-4494-a1c9-8ccc3353102a" id="34" name="Number1">
                <a:extLst>
                  <a:ext uri="{FF2B5EF4-FFF2-40B4-BE49-F238E27FC236}">
                    <a16:creationId id="{2F93238A-770F-7910-2186-9AC9EADCC2A9}"/>
                  </a:ext>
                </a:extLst>
              </p:cNvPr>
              <p:cNvSpPr/>
              <p:nvPr/>
            </p:nvSpPr>
            <p:spPr>
              <a:xfrm flipV="false" flipH="false">
                <a:off x="2622959" y="2919439"/>
                <a:ext cx="690335" cy="712815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01</a:t>
                </a:r>
              </a:p>
            </p:txBody>
          </p:sp>
        </p:grpSp>
        <p:grpSp>
          <p:nvGrpSpPr>
            <p:cNvPr descr="f43cc670-968c-4235-ae2e-24eefe84d945" id="3" name="组合 2">
              <a:extLst>
                <a:ext uri="{FF2B5EF4-FFF2-40B4-BE49-F238E27FC236}">
                  <a16:creationId id="{2ACA18F7-E66A-E181-4B16-7060A58207E4}"/>
                </a:ext>
              </a:extLst>
            </p:cNvPr>
            <p:cNvGrpSpPr/>
            <p:nvPr/>
          </p:nvGrpSpPr>
          <p:grpSpPr>
            <a:xfrm>
              <a:off x="4465414" y="2045734"/>
              <a:ext cx="3320796" cy="2290846"/>
              <a:chOff x="4465414" y="2045734"/>
              <a:chExt cx="3320796" cy="2290846"/>
            </a:xfrm>
          </p:grpSpPr>
          <p:sp>
            <p:nvSpPr>
              <p:cNvPr descr="9d1df28d-5978-4244-af55-09e05ee91a22" id="17" name="Shape2">
                <a:extLst>
                  <a:ext uri="{FF2B5EF4-FFF2-40B4-BE49-F238E27FC236}">
                    <a16:creationId id="{3F1287BD-FCB4-C7B5-2DC4-8EA171B14CEA}"/>
                  </a:ext>
                </a:extLst>
              </p:cNvPr>
              <p:cNvSpPr/>
              <p:nvPr/>
            </p:nvSpPr>
            <p:spPr>
              <a:xfrm flipH="true" flipV="false">
                <a:off x="4465414" y="2045734"/>
                <a:ext cx="2939902" cy="2290846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f41550c-766d-4c5c-9265-aaedd99b22cf" id="18" name="Text2">
                <a:extLst>
                  <a:ext uri="{FF2B5EF4-FFF2-40B4-BE49-F238E27FC236}">
                    <a16:creationId id="{10E66E26-FC83-DD7E-8A4A-980FF62BBF0B}"/>
                  </a:ext>
                </a:extLst>
              </p:cNvPr>
              <p:cNvSpPr txBox="1"/>
              <p:nvPr/>
            </p:nvSpPr>
            <p:spPr>
              <a:xfrm flipV="false" flipH="false">
                <a:off x="4602428" y="3021582"/>
                <a:ext cx="2112132" cy="975847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任何一方不愿意时，都不能以任何理由强迫其进行舔脚。</a:t>
                </a:r>
              </a:p>
            </p:txBody>
          </p:sp>
          <p:sp>
            <p:nvSpPr>
              <p:cNvPr descr="7a7807af-50c1-427d-940b-83b717664b37" id="19" name="Bullet2">
                <a:extLst>
                  <a:ext uri="{FF2B5EF4-FFF2-40B4-BE49-F238E27FC236}">
                    <a16:creationId id="{0542B06C-9478-1ECF-0317-B56D2C847EB5}"/>
                  </a:ext>
                </a:extLst>
              </p:cNvPr>
              <p:cNvSpPr txBox="1"/>
              <p:nvPr/>
            </p:nvSpPr>
            <p:spPr>
              <a:xfrm flipV="false" flipH="false">
                <a:off x="4602427" y="2425769"/>
                <a:ext cx="2301552" cy="595812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避免强迫</a:t>
                </a:r>
              </a:p>
            </p:txBody>
          </p:sp>
          <p:sp>
            <p:nvSpPr>
              <p:cNvPr descr="8aeebcf6-2540-4c7a-a3db-22ea0f1e66dc" id="37" name="IconMisc2">
                <a:extLst>
                  <a:ext uri="{FF2B5EF4-FFF2-40B4-BE49-F238E27FC236}">
                    <a16:creationId id="{947E8081-0D41-CE79-20FC-E2C55B082AC1}"/>
                  </a:ext>
                </a:extLst>
              </p:cNvPr>
              <p:cNvSpPr/>
              <p:nvPr/>
            </p:nvSpPr>
            <p:spPr>
              <a:xfrm flipH="true" rot="21244468" flipV="false">
                <a:off x="6960136" y="2293566"/>
                <a:ext cx="826074" cy="720913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12700">
                <a:solidFill>
                  <a:srgbClr val="FFFFFF"/>
                </a:solidFill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4545224-d962-440a-b67c-b1c7ff4e60e0" id="38" name="Number2">
                <a:extLst>
                  <a:ext uri="{FF2B5EF4-FFF2-40B4-BE49-F238E27FC236}">
                    <a16:creationId id="{D06F3B0F-709E-C646-D721-756237036787}"/>
                  </a:ext>
                </a:extLst>
              </p:cNvPr>
              <p:cNvSpPr/>
              <p:nvPr/>
            </p:nvSpPr>
            <p:spPr>
              <a:xfrm flipV="false" flipH="false">
                <a:off x="7032847" y="2322273"/>
                <a:ext cx="690335" cy="712815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02</a:t>
                </a:r>
              </a:p>
            </p:txBody>
          </p:sp>
        </p:grpSp>
        <p:grpSp>
          <p:nvGrpSpPr>
            <p:cNvPr descr="22b01e71-42a8-47e3-8652-95c7121eac74" id="4" name="组合 3">
              <a:extLst>
                <a:ext uri="{FF2B5EF4-FFF2-40B4-BE49-F238E27FC236}">
                  <a16:creationId id="{4D56E28D-7134-8290-0295-44CA3E49D325}"/>
                </a:ext>
              </a:extLst>
            </p:cNvPr>
            <p:cNvGrpSpPr/>
            <p:nvPr/>
          </p:nvGrpSpPr>
          <p:grpSpPr>
            <a:xfrm>
              <a:off x="6577553" y="3267076"/>
              <a:ext cx="3248472" cy="2406840"/>
              <a:chOff x="6577553" y="3267076"/>
              <a:chExt cx="3248472" cy="2406840"/>
            </a:xfrm>
          </p:grpSpPr>
          <p:sp>
            <p:nvSpPr>
              <p:cNvPr descr="25933173-22a0-47f9-ac5b-aead5cf775bd" id="26" name="Shape3">
                <a:extLst>
                  <a:ext uri="{FF2B5EF4-FFF2-40B4-BE49-F238E27FC236}">
                    <a16:creationId id="{DCE5A162-27DD-6911-19BC-F5433975819C}"/>
                  </a:ext>
                </a:extLst>
              </p:cNvPr>
              <p:cNvSpPr/>
              <p:nvPr/>
            </p:nvSpPr>
            <p:spPr>
              <a:xfrm flipH="true" flipV="false">
                <a:off x="6577553" y="3267076"/>
                <a:ext cx="2939902" cy="2290846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493c457-6764-4bd0-8a7f-53229ead238d" id="27" name="Text3">
                <a:extLst>
                  <a:ext uri="{FF2B5EF4-FFF2-40B4-BE49-F238E27FC236}">
                    <a16:creationId id="{02018070-5E04-12CA-5A1A-C812AC06FB69}"/>
                  </a:ext>
                </a:extLst>
              </p:cNvPr>
              <p:cNvSpPr txBox="1"/>
              <p:nvPr/>
            </p:nvSpPr>
            <p:spPr>
              <a:xfrm flipV="false" flipH="false">
                <a:off x="6714567" y="4242925"/>
                <a:ext cx="2358095" cy="934962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充分尊重对方的意愿和选择，是健康互动的前提。</a:t>
                </a:r>
              </a:p>
            </p:txBody>
          </p:sp>
          <p:sp>
            <p:nvSpPr>
              <p:cNvPr descr="007f277a-1b13-4ca4-a10f-e63badda5c5c" id="28" name="Bullet3">
                <a:extLst>
                  <a:ext uri="{FF2B5EF4-FFF2-40B4-BE49-F238E27FC236}">
                    <a16:creationId id="{A92B0C12-92F7-50E4-A225-63A33EFF771A}"/>
                  </a:ext>
                </a:extLst>
              </p:cNvPr>
              <p:cNvSpPr txBox="1"/>
              <p:nvPr/>
            </p:nvSpPr>
            <p:spPr>
              <a:xfrm flipV="false" flipH="false">
                <a:off x="6714565" y="3647111"/>
                <a:ext cx="2358095" cy="595812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尊重意愿</a:t>
                </a:r>
              </a:p>
            </p:txBody>
          </p:sp>
          <p:sp>
            <p:nvSpPr>
              <p:cNvPr descr="5a595c7f-d3e5-49a1-8b89-fdb1450b28fe" id="40" name="IconMisc3">
                <a:extLst>
                  <a:ext uri="{FF2B5EF4-FFF2-40B4-BE49-F238E27FC236}">
                    <a16:creationId id="{8656C532-E34B-A412-D0DC-4AF4ED7F3E76}"/>
                  </a:ext>
                </a:extLst>
              </p:cNvPr>
              <p:cNvSpPr/>
              <p:nvPr/>
            </p:nvSpPr>
            <p:spPr>
              <a:xfrm flipH="true" rot="21244468" flipV="false">
                <a:off x="8999951" y="4932394"/>
                <a:ext cx="826074" cy="720913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12700">
                <a:solidFill>
                  <a:srgbClr val="FFFFFF"/>
                </a:solidFill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6bb66eb-b96b-48b1-9c9d-f4d8831729fd" id="41" name="Number3">
                <a:extLst>
                  <a:ext uri="{FF2B5EF4-FFF2-40B4-BE49-F238E27FC236}">
                    <a16:creationId id="{88866E3D-8AF9-659A-53E5-CAB01F0B3A0B}"/>
                  </a:ext>
                </a:extLst>
              </p:cNvPr>
              <p:cNvSpPr/>
              <p:nvPr/>
            </p:nvSpPr>
            <p:spPr>
              <a:xfrm flipV="false" flipH="false">
                <a:off x="9072662" y="4961101"/>
                <a:ext cx="690335" cy="712815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03</a:t>
                </a:r>
              </a:p>
            </p:txBody>
          </p:sp>
        </p:grpSp>
      </p:grpSp>
    </p:spTree>
  </p:cSld>
  <p:clrMapOvr>
    <a:masterClrMapping/>
  </p:clrMapOvr>
</p:sld>
</file>

<file path=ppt/slides/slide20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环境要求</a:t>
            </a:r>
          </a:p>
        </p:txBody>
      </p:sp>
      <p:grpSp>
        <p:nvGrpSpPr>
          <p:cNvPr descr="889a4c8a-2dd6-4eeb-bcdc-dc5af66b51c6" id="39" name="0b8b5de5-0dcf-4375-b327-f3e6649d7e6f.source.3.zh-Hans.pptx">
            <a:extLst>
              <a:ext uri="{FF2B5EF4-FFF2-40B4-BE49-F238E27FC236}">
                <a16:creationId id="{092C9891-573E-FF06-D0E3-915E3A3E35CB}"/>
              </a:ext>
            </a:extLst>
          </p:cNvPr>
          <p:cNvGrpSpPr/>
          <p:nvPr/>
        </p:nvGrpSpPr>
        <p:grpSpPr>
          <a:xfrm>
            <a:off x="0" y="0"/>
            <a:ext cx="12192000" cy="6510290"/>
            <a:chOff x="0" y="0"/>
            <a:chExt cx="12192000" cy="6510290"/>
          </a:xfrm>
        </p:grpSpPr>
        <p:sp>
          <p:nvSpPr>
            <p:cNvPr descr="19c61c04-80cb-47e1-ba76-8215319357d2" id="3" name="矩形 2">
              <a:extLst>
                <a:ext uri="{FF2B5EF4-FFF2-40B4-BE49-F238E27FC236}">
                  <a16:creationId id="{74FFEC7F-A846-E1BD-D12E-AF77CBDD95A3}"/>
                </a:ext>
              </a:extLst>
            </p:cNvPr>
            <p:cNvSpPr>
              <a:spLocks/>
            </p:cNvSpPr>
            <p:nvPr/>
          </p:nvSpPr>
          <p:spPr>
            <a:xfrm flipV="false" flipH="false">
              <a:off x="0" y="0"/>
              <a:ext cx="12191999" cy="4713650"/>
            </a:xfrm>
            <a:prstGeom prst="rect">
              <a:avLst/>
            </a:prstGeom>
            <a:gradFill flip="none" rotWithShape="1">
              <a:gsLst>
                <a:gs pos="41000">
                  <a:schemeClr val="accent1">
                    <a:alpha val="0"/>
                  </a:schemeClr>
                </a:gs>
                <a:gs pos="100000">
                  <a:schemeClr val="accent1">
                    <a:alpha val="58000"/>
                  </a:schemeClr>
                </a:gs>
              </a:gsLst>
              <a:lin ang="16200000" scaled="1"/>
              <a:tileRect/>
            </a:gradFill>
            <a:ln w="12700"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/>
            <a:p>
              <a:pPr algn="l"/>
            </a:p>
          </p:txBody>
        </p:sp>
        <p:cxnSp>
          <p:nvCxnSpPr>
            <p:cNvPr descr="c0d7b467-6ef8-4357-8cc8-41b52c479c59" id="35" name="直接连接符 34">
              <a:extLst>
                <a:ext uri="{FF2B5EF4-FFF2-40B4-BE49-F238E27FC236}">
                  <a16:creationId id="{3CF81B3F-EE7C-FA77-934D-2DAA9579694E}"/>
                </a:ext>
              </a:extLst>
            </p:cNvPr>
            <p:cNvCxnSpPr>
              <a:cxnSpLocks/>
            </p:cNvCxnSpPr>
            <p:nvPr/>
          </p:nvCxnSpPr>
          <p:spPr>
            <a:xfrm flipV="false" flipH="false">
              <a:off x="4731657" y="4697233"/>
              <a:ext cx="7460343" cy="0"/>
            </a:xfrm>
            <a:prstGeom prst="line">
              <a:avLst/>
            </a:prstGeom>
            <a:ln>
              <a:solidFill>
                <a:schemeClr val="tx2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descr="15980a4c-b1cc-46ea-8158-3768437758e0" id="6" name="组合 5">
              <a:extLst>
                <a:ext uri="{FF2B5EF4-FFF2-40B4-BE49-F238E27FC236}">
                  <a16:creationId id="{9B631D77-B417-F398-16F3-30B4B2D097E7}"/>
                </a:ext>
              </a:extLst>
            </p:cNvPr>
            <p:cNvGrpSpPr/>
            <p:nvPr/>
          </p:nvGrpSpPr>
          <p:grpSpPr>
            <a:xfrm>
              <a:off x="3936488" y="2685995"/>
              <a:ext cx="2108867" cy="2463720"/>
              <a:chOff x="660400" y="3943301"/>
              <a:chExt cx="2108228" cy="2462974"/>
            </a:xfrm>
          </p:grpSpPr>
          <p:sp>
            <p:nvSpPr>
              <p:cNvPr descr="bb7f4787-ffa6-4efa-b2a7-0e6e70472eb0" id="29" name="Number1">
                <a:extLst>
                  <a:ext uri="{FF2B5EF4-FFF2-40B4-BE49-F238E27FC236}">
                    <a16:creationId id="{EDCD3920-F894-4143-E7EC-B4D207A14D9A}"/>
                  </a:ext>
                </a:extLst>
              </p:cNvPr>
              <p:cNvSpPr/>
              <p:nvPr/>
            </p:nvSpPr>
            <p:spPr>
              <a:xfrm flipV="false" flipH="false">
                <a:off x="1252709" y="5501585"/>
                <a:ext cx="904690" cy="90469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75000">
                    <a:schemeClr val="accent1"/>
                  </a:gs>
                </a:gsLst>
                <a:lin ang="2700000" scaled="1"/>
                <a:tileRect/>
              </a:gradFill>
              <a:ln w="12700">
                <a:solidFill>
                  <a:schemeClr val="bg1"/>
                </a:solidFill>
              </a:ln>
              <a:effectLst>
                <a:outerShdw algn="tl" blurRad="127000" dir="2700000" dist="63500" rotWithShape="0">
                  <a:schemeClr val="accent1">
                    <a:alpha val="15000"/>
                  </a:scheme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/>
              <a:lstStyle/>
              <a:p>
                <a:pPr algn="ctr"/>
                <a:r>
                  <a:rPr lang="en-US" b="true" i="false" u="none" sz="2000">
                    <a:solidFill>
                      <a:srgbClr val="FFFFFF"/>
                    </a:solidFill>
                    <a:latin typeface="Arial"/>
                  </a:rPr>
                  <a:t>01</a:t>
                </a:r>
              </a:p>
            </p:txBody>
          </p:sp>
          <p:sp>
            <p:nvSpPr>
              <p:cNvPr descr="31603055-6880-4cc0-b1e6-3337c7aafd01" id="30" name="Bullet1">
                <a:extLst>
                  <a:ext uri="{FF2B5EF4-FFF2-40B4-BE49-F238E27FC236}">
                    <a16:creationId id="{138A4F8F-8999-C62B-6F71-FF43B7E9F27B}"/>
                  </a:ext>
                </a:extLst>
              </p:cNvPr>
              <p:cNvSpPr txBox="1"/>
              <p:nvPr/>
            </p:nvSpPr>
            <p:spPr>
              <a:xfrm flipV="false" flipH="false">
                <a:off x="660400" y="3943301"/>
                <a:ext cx="2108228" cy="66823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800">
                    <a:solidFill>
                      <a:srgbClr val="2F2F2F"/>
                    </a:solidFill>
                    <a:ea typeface="微软雅黑"/>
                  </a:rPr>
                  <a:t>环境干净</a:t>
                </a:r>
              </a:p>
            </p:txBody>
          </p:sp>
          <p:sp>
            <p:nvSpPr>
              <p:cNvPr descr="880e7ecf-afac-4ce7-b23c-b730a835e26d" id="31" name="Text1">
                <a:extLst>
                  <a:ext uri="{FF2B5EF4-FFF2-40B4-BE49-F238E27FC236}">
                    <a16:creationId id="{9BA19024-59CA-3BB9-5C63-162C1096A1B5}"/>
                  </a:ext>
                </a:extLst>
              </p:cNvPr>
              <p:cNvSpPr txBox="1"/>
              <p:nvPr/>
            </p:nvSpPr>
            <p:spPr>
              <a:xfrm flipV="false" flipH="false">
                <a:off x="660400" y="4617286"/>
                <a:ext cx="2108228" cy="6348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保持互动环境清洁卫生，减少病菌滋生和传播。</a:t>
                </a:r>
              </a:p>
            </p:txBody>
          </p:sp>
        </p:grpSp>
        <p:grpSp>
          <p:nvGrpSpPr>
            <p:cNvPr descr="c18509ff-e2cb-4689-b519-522bb92e890c" id="7" name="组合 6">
              <a:extLst>
                <a:ext uri="{FF2B5EF4-FFF2-40B4-BE49-F238E27FC236}">
                  <a16:creationId id="{7E1DFE0E-DFE9-49C2-0898-3B2E60668A84}"/>
                </a:ext>
              </a:extLst>
            </p:cNvPr>
            <p:cNvGrpSpPr/>
            <p:nvPr/>
          </p:nvGrpSpPr>
          <p:grpSpPr>
            <a:xfrm>
              <a:off x="6673260" y="2685995"/>
              <a:ext cx="2108867" cy="2463720"/>
              <a:chOff x="660400" y="3943301"/>
              <a:chExt cx="2108228" cy="2462974"/>
            </a:xfrm>
          </p:grpSpPr>
          <p:sp>
            <p:nvSpPr>
              <p:cNvPr descr="bb96b249-1885-4bc8-82eb-bda492141adc" id="25" name="Number2">
                <a:extLst>
                  <a:ext uri="{FF2B5EF4-FFF2-40B4-BE49-F238E27FC236}">
                    <a16:creationId id="{F736FEC6-7294-3414-5DB9-E83CEB5FA2EB}"/>
                  </a:ext>
                </a:extLst>
              </p:cNvPr>
              <p:cNvSpPr/>
              <p:nvPr/>
            </p:nvSpPr>
            <p:spPr>
              <a:xfrm flipV="false" flipH="false">
                <a:off x="1252709" y="5501585"/>
                <a:ext cx="904690" cy="90469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60000"/>
                      <a:lumOff val="40000"/>
                    </a:schemeClr>
                  </a:gs>
                  <a:gs pos="75000">
                    <a:schemeClr val="accent2"/>
                  </a:gs>
                </a:gsLst>
                <a:lin ang="2700000" scaled="1"/>
                <a:tileRect/>
              </a:gradFill>
              <a:ln w="12700">
                <a:solidFill>
                  <a:schemeClr val="bg1"/>
                </a:solidFill>
              </a:ln>
              <a:effectLst>
                <a:outerShdw algn="tl" blurRad="127000" dir="2700000" dist="63500" rotWithShape="0">
                  <a:schemeClr val="accent2">
                    <a:alpha val="15000"/>
                  </a:scheme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/>
              <a:lstStyle/>
              <a:p>
                <a:pPr algn="ctr"/>
                <a:r>
                  <a:rPr lang="en-US" b="true" i="false" u="none" sz="2000">
                    <a:solidFill>
                      <a:srgbClr val="FFFFFF"/>
                    </a:solidFill>
                    <a:latin typeface="Arial"/>
                  </a:rPr>
                  <a:t>02</a:t>
                </a:r>
              </a:p>
            </p:txBody>
          </p:sp>
          <p:sp>
            <p:nvSpPr>
              <p:cNvPr descr="bfe8be7a-1574-4a06-b256-cd741c865089" id="26" name="Bullet2">
                <a:extLst>
                  <a:ext uri="{FF2B5EF4-FFF2-40B4-BE49-F238E27FC236}">
                    <a16:creationId id="{153EB2CB-4914-9F48-8F61-E8F23F000FC4}"/>
                  </a:ext>
                </a:extLst>
              </p:cNvPr>
              <p:cNvSpPr txBox="1"/>
              <p:nvPr/>
            </p:nvSpPr>
            <p:spPr>
              <a:xfrm flipV="false" flipH="false">
                <a:off x="660400" y="3943301"/>
                <a:ext cx="2108228" cy="66823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800">
                    <a:solidFill>
                      <a:srgbClr val="2F2F2F"/>
                    </a:solidFill>
                    <a:ea typeface="微软雅黑"/>
                  </a:rPr>
                  <a:t>通风良好</a:t>
                </a:r>
              </a:p>
            </p:txBody>
          </p:sp>
          <p:sp>
            <p:nvSpPr>
              <p:cNvPr descr="0ad2ec85-923d-4a70-8919-34375386f344" id="27" name="Text2">
                <a:extLst>
                  <a:ext uri="{FF2B5EF4-FFF2-40B4-BE49-F238E27FC236}">
                    <a16:creationId id="{60B95228-1B05-AAB2-73C8-F57229AD15A8}"/>
                  </a:ext>
                </a:extLst>
              </p:cNvPr>
              <p:cNvSpPr txBox="1"/>
              <p:nvPr/>
            </p:nvSpPr>
            <p:spPr>
              <a:xfrm flipV="false" flipH="false">
                <a:off x="660400" y="4617286"/>
                <a:ext cx="2108228" cy="6348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确保室内空气流通，避免因气味影响体验。</a:t>
                </a:r>
              </a:p>
            </p:txBody>
          </p:sp>
        </p:grpSp>
        <p:grpSp>
          <p:nvGrpSpPr>
            <p:cNvPr descr="bd90a917-ce76-4c76-8a98-5c88104313b6" id="8" name="组合 7">
              <a:extLst>
                <a:ext uri="{FF2B5EF4-FFF2-40B4-BE49-F238E27FC236}">
                  <a16:creationId id="{BD770F0B-1799-751E-329C-F24246AD33DF}"/>
                </a:ext>
              </a:extLst>
            </p:cNvPr>
            <p:cNvGrpSpPr/>
            <p:nvPr/>
          </p:nvGrpSpPr>
          <p:grpSpPr>
            <a:xfrm>
              <a:off x="9410033" y="2685995"/>
              <a:ext cx="2108867" cy="2463720"/>
              <a:chOff x="660400" y="3943301"/>
              <a:chExt cx="2108228" cy="2462974"/>
            </a:xfrm>
          </p:grpSpPr>
          <p:sp>
            <p:nvSpPr>
              <p:cNvPr descr="e57a70f0-e39a-4cf5-9419-d6e619716876" id="21" name="Number3">
                <a:extLst>
                  <a:ext uri="{FF2B5EF4-FFF2-40B4-BE49-F238E27FC236}">
                    <a16:creationId id="{F0D6A45B-9DCF-C0F1-95E9-06D71816BE5C}"/>
                  </a:ext>
                </a:extLst>
              </p:cNvPr>
              <p:cNvSpPr/>
              <p:nvPr/>
            </p:nvSpPr>
            <p:spPr>
              <a:xfrm flipV="false" flipH="false">
                <a:off x="1252709" y="5501585"/>
                <a:ext cx="904690" cy="90469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75000">
                    <a:schemeClr val="accent1"/>
                  </a:gs>
                </a:gsLst>
                <a:lin ang="2700000" scaled="1"/>
                <a:tileRect/>
              </a:gradFill>
              <a:ln w="12700">
                <a:solidFill>
                  <a:schemeClr val="bg1"/>
                </a:solidFill>
              </a:ln>
              <a:effectLst>
                <a:outerShdw algn="tl" blurRad="127000" dir="2700000" dist="63500" rotWithShape="0">
                  <a:schemeClr val="accent1">
                    <a:alpha val="15000"/>
                  </a:scheme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/>
              <a:lstStyle/>
              <a:p>
                <a:pPr algn="ctr"/>
                <a:r>
                  <a:rPr lang="en-US" b="true" i="false" u="none" sz="2000">
                    <a:solidFill>
                      <a:srgbClr val="FFFFFF"/>
                    </a:solidFill>
                    <a:latin typeface="Arial"/>
                  </a:rPr>
                  <a:t>03</a:t>
                </a:r>
              </a:p>
            </p:txBody>
          </p:sp>
          <p:sp>
            <p:nvSpPr>
              <p:cNvPr descr="b8cd25c5-cea2-4b6a-b513-313284fb4bb2" id="22" name="Bullet3">
                <a:extLst>
                  <a:ext uri="{FF2B5EF4-FFF2-40B4-BE49-F238E27FC236}">
                    <a16:creationId id="{0A31721C-7D5A-A472-6F84-84419BD90213}"/>
                  </a:ext>
                </a:extLst>
              </p:cNvPr>
              <p:cNvSpPr txBox="1"/>
              <p:nvPr/>
            </p:nvSpPr>
            <p:spPr>
              <a:xfrm flipV="false" flipH="false">
                <a:off x="660400" y="3943301"/>
                <a:ext cx="2108228" cy="66823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800">
                    <a:solidFill>
                      <a:srgbClr val="2F2F2F"/>
                    </a:solidFill>
                    <a:ea typeface="微软雅黑"/>
                  </a:rPr>
                  <a:t>避免交叉感染</a:t>
                </a:r>
              </a:p>
            </p:txBody>
          </p:sp>
          <p:sp>
            <p:nvSpPr>
              <p:cNvPr descr="7fef71ef-f390-43da-aa99-329659e0c8b7" id="23" name="Text3">
                <a:extLst>
                  <a:ext uri="{FF2B5EF4-FFF2-40B4-BE49-F238E27FC236}">
                    <a16:creationId id="{687F9627-1509-3DAC-7D2D-20DF6084A412}"/>
                  </a:ext>
                </a:extLst>
              </p:cNvPr>
              <p:cNvSpPr txBox="1"/>
              <p:nvPr/>
            </p:nvSpPr>
            <p:spPr>
              <a:xfrm flipV="false" flipH="false">
                <a:off x="660400" y="4617286"/>
                <a:ext cx="2108228" cy="6348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做好环境消毒，防止舔脚过程中出现交叉感染。</a:t>
                </a:r>
              </a:p>
            </p:txBody>
          </p:sp>
        </p:grpSp>
        <p:sp>
          <p:nvSpPr>
            <p:cNvPr descr="b760729a-95cb-4457-8bc8-cd2debd286b1" id="12" name="Title">
              <a:extLst>
                <a:ext uri="{FF2B5EF4-FFF2-40B4-BE49-F238E27FC236}">
                  <a16:creationId id="{4C262299-006B-661A-A183-0332D27BC491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660400" y="1130301"/>
              <a:ext cx="10858500" cy="8484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营造良好的舔脚环境</a:t>
              </a:r>
            </a:p>
          </p:txBody>
        </p:sp>
        <p:grpSp>
          <p:nvGrpSpPr>
            <p:cNvPr descr="1cf100c7-0181-4727-95d7-9a365bdbf5d6" id="74" name="组合 73">
              <a:extLst>
                <a:ext uri="{FF2B5EF4-FFF2-40B4-BE49-F238E27FC236}">
                  <a16:creationId id="{348556E2-7B90-8B32-18B2-E3F4A6849BCD}"/>
                </a:ext>
              </a:extLst>
            </p:cNvPr>
            <p:cNvGrpSpPr/>
            <p:nvPr/>
          </p:nvGrpSpPr>
          <p:grpSpPr>
            <a:xfrm>
              <a:off x="175661" y="2526262"/>
              <a:ext cx="4028717" cy="3984028"/>
              <a:chOff x="-4984917" y="-4421222"/>
              <a:chExt cx="4412573" cy="4363626"/>
            </a:xfrm>
          </p:grpSpPr>
          <p:sp>
            <p:nvSpPr>
              <p:cNvPr descr="62c3ac6f-0524-4e04-a2f0-484eebb8f9e9" id="76" name="任意多边形: 形状 75">
                <a:extLst>
                  <a:ext uri="{FF2B5EF4-FFF2-40B4-BE49-F238E27FC236}">
                    <a16:creationId id="{DDA54F7D-B28F-95BE-6872-4D7FCC97F024}"/>
                  </a:ext>
                </a:extLst>
              </p:cNvPr>
              <p:cNvSpPr/>
              <p:nvPr/>
            </p:nvSpPr>
            <p:spPr>
              <a:xfrm flipV="false" flipH="false">
                <a:off x="-2672130" y="-720967"/>
                <a:ext cx="591593" cy="59259"/>
              </a:xfrm>
              <a:custGeom>
                <a:avLst/>
                <a:gdLst>
                  <a:gd fmla="*/ 28743 w 591593" name="connsiteX0"/>
                  <a:gd fmla="*/ 59029 h 59259" name="connsiteY0"/>
                  <a:gd fmla="*/ 561076 w 591593" name="connsiteX1"/>
                  <a:gd fmla="*/ 59029 h 59259" name="connsiteY1"/>
                  <a:gd fmla="*/ 590790 w 591593" name="connsiteX2"/>
                  <a:gd fmla="*/ 29316 h 59259" name="connsiteY2"/>
                  <a:gd fmla="*/ 590790 w 591593" name="connsiteX3"/>
                  <a:gd fmla="*/ 29316 h 59259" name="connsiteY3"/>
                  <a:gd fmla="*/ 561076 w 591593" name="connsiteX4"/>
                  <a:gd fmla="*/ -230 h 59259" name="connsiteY4"/>
                  <a:gd fmla="*/ 28743 w 591593" name="connsiteX5"/>
                  <a:gd fmla="*/ -230 h 59259" name="connsiteY5"/>
                  <a:gd fmla="*/ -803 w 591593" name="connsiteX6"/>
                  <a:gd fmla="*/ 29316 h 59259" name="connsiteY6"/>
                  <a:gd fmla="*/ -803 w 591593" name="connsiteX7"/>
                  <a:gd fmla="*/ 29316 h 59259" name="connsiteY7"/>
                  <a:gd fmla="*/ 28577 w 591593" name="connsiteX8"/>
                  <a:gd fmla="*/ 59029 h 59259" name="connsiteY8"/>
                  <a:gd fmla="*/ 28743 w 591593" name="connsiteX9"/>
                  <a:gd fmla="*/ 59029 h 59259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59259" w="591593">
                    <a:moveTo>
                      <a:pt x="28743" y="59029"/>
                    </a:moveTo>
                    <a:lnTo>
                      <a:pt x="561076" y="59029"/>
                    </a:lnTo>
                    <a:cubicBezTo>
                      <a:pt x="577486" y="59029"/>
                      <a:pt x="590790" y="45725"/>
                      <a:pt x="590790" y="29316"/>
                    </a:cubicBezTo>
                    <a:lnTo>
                      <a:pt x="590790" y="29316"/>
                    </a:lnTo>
                    <a:cubicBezTo>
                      <a:pt x="590707" y="12974"/>
                      <a:pt x="577419" y="-230"/>
                      <a:pt x="561076" y="-230"/>
                    </a:cubicBezTo>
                    <a:lnTo>
                      <a:pt x="28743" y="-230"/>
                    </a:lnTo>
                    <a:cubicBezTo>
                      <a:pt x="12418" y="-230"/>
                      <a:pt x="-803" y="12991"/>
                      <a:pt x="-803" y="29316"/>
                    </a:cubicBezTo>
                    <a:lnTo>
                      <a:pt x="-803" y="29316"/>
                    </a:lnTo>
                    <a:cubicBezTo>
                      <a:pt x="-886" y="45642"/>
                      <a:pt x="12251" y="58929"/>
                      <a:pt x="28577" y="59029"/>
                    </a:cubicBezTo>
                    <a:cubicBezTo>
                      <a:pt x="28627" y="59029"/>
                      <a:pt x="28693" y="59029"/>
                      <a:pt x="28743" y="59029"/>
                    </a:cubicBezTo>
                    <a:close/>
                  </a:path>
                </a:pathLst>
              </a:custGeom>
              <a:solidFill>
                <a:srgbClr val="FF7700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18465e7-b278-4b5c-8f6a-f66f3bb4800b" id="77" name="任意多边形: 形状 76">
                <a:extLst>
                  <a:ext uri="{FF2B5EF4-FFF2-40B4-BE49-F238E27FC236}">
                    <a16:creationId id="{52F59613-D9E7-AD6C-CEF9-A08254447B97}"/>
                  </a:ext>
                </a:extLst>
              </p:cNvPr>
              <p:cNvSpPr/>
              <p:nvPr/>
            </p:nvSpPr>
            <p:spPr>
              <a:xfrm flipV="false" flipH="false">
                <a:off x="-2859878" y="-1383847"/>
                <a:ext cx="907484" cy="669769"/>
              </a:xfrm>
              <a:custGeom>
                <a:avLst/>
                <a:gdLst>
                  <a:gd fmla="*/ 5661 w 907484" name="connsiteX0"/>
                  <a:gd fmla="*/ 657142 h 669769" name="connsiteY0"/>
                  <a:gd fmla="*/ 22354 w 907484" name="connsiteX1"/>
                  <a:gd fmla="*/ 669495 h 669769" name="connsiteY1"/>
                  <a:gd fmla="*/ 887041 w 907484" name="connsiteX2"/>
                  <a:gd fmla="*/ 669495 h 669769" name="connsiteY2"/>
                  <a:gd fmla="*/ 906639 w 907484" name="connsiteX3"/>
                  <a:gd fmla="*/ 652451 h 669769" name="connsiteY3"/>
                  <a:gd fmla="*/ 904568 w 907484" name="connsiteX4"/>
                  <a:gd fmla="*/ 642619 h 669769" name="connsiteY4"/>
                  <a:gd fmla="*/ 900228 w 907484" name="connsiteX5"/>
                  <a:gd fmla="*/ 630601 h 669769" name="connsiteY5"/>
                  <a:gd fmla="*/ 898058 w 907484" name="connsiteX6"/>
                  <a:gd fmla="*/ 624090 h 669769" name="connsiteY6"/>
                  <a:gd fmla="*/ 896722 w 907484" name="connsiteX7"/>
                  <a:gd fmla="*/ 620251 h 669769" name="connsiteY7"/>
                  <a:gd fmla="*/ 870014 w 907484" name="connsiteX8"/>
                  <a:gd fmla="*/ 545133 h 669769" name="connsiteY8"/>
                  <a:gd fmla="*/ 862502 w 907484" name="connsiteX9"/>
                  <a:gd fmla="*/ 523766 h 669769" name="connsiteY9"/>
                  <a:gd fmla="*/ 843306 w 907484" name="connsiteX10"/>
                  <a:gd fmla="*/ 469682 h 669769" name="connsiteY10"/>
                  <a:gd fmla="*/ 835794 w 907484" name="connsiteX11"/>
                  <a:gd fmla="*/ 448482 h 669769" name="connsiteY11"/>
                  <a:gd fmla="*/ 835794 w 907484" name="connsiteX12"/>
                  <a:gd fmla="*/ 448482 h 669769" name="connsiteY12"/>
                  <a:gd fmla="*/ 785716 w 907484" name="connsiteX13"/>
                  <a:gd fmla="*/ 309932 h 669769" name="connsiteY13"/>
                  <a:gd fmla="*/ 780541 w 907484" name="connsiteX14"/>
                  <a:gd fmla="*/ 295576 h 669769" name="connsiteY14"/>
                  <a:gd fmla="*/ 779205 w 907484" name="connsiteX15"/>
                  <a:gd fmla="*/ 291569 h 669769" name="connsiteY15"/>
                  <a:gd fmla="*/ 757839 w 907484" name="connsiteX16"/>
                  <a:gd fmla="*/ 232310 h 669769" name="connsiteY16"/>
                  <a:gd fmla="*/ 672205 w 907484" name="connsiteX17"/>
                  <a:gd fmla="*/ -220 h 669769" name="connsiteY17"/>
                  <a:gd fmla="*/ 310305 w 907484" name="connsiteX18"/>
                  <a:gd fmla="*/ -220 h 669769" name="connsiteY18"/>
                  <a:gd fmla="*/ 443847 w 907484" name="connsiteX19"/>
                  <a:gd fmla="*/ 371695 h 669769" name="connsiteY19"/>
                  <a:gd fmla="*/ 436335 w 907484" name="connsiteX20"/>
                  <a:gd fmla="*/ 396901 h 669769" name="connsiteY20"/>
                  <a:gd fmla="*/ 335177 w 907484" name="connsiteX21"/>
                  <a:gd fmla="*/ 447981 h 669769" name="connsiteY21"/>
                  <a:gd fmla="*/ 32537 w 907484" name="connsiteX22"/>
                  <a:gd fmla="*/ 565999 h 669769" name="connsiteY22"/>
                  <a:gd fmla="*/ 1821 w 907484" name="connsiteX23"/>
                  <a:gd fmla="*/ 602556 h 669769" name="connsiteY23"/>
                  <a:gd fmla="*/ 5661 w 907484" name="connsiteX24"/>
                  <a:gd fmla="*/ 657142 h 669769" name="connsiteY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b="b" l="l" r="r" t="t"/>
                <a:pathLst>
                  <a:path h="669769" w="907484">
                    <a:moveTo>
                      <a:pt x="5661" y="657142"/>
                    </a:moveTo>
                    <a:cubicBezTo>
                      <a:pt x="8399" y="664120"/>
                      <a:pt x="14876" y="668927"/>
                      <a:pt x="22354" y="669495"/>
                    </a:cubicBezTo>
                    <a:lnTo>
                      <a:pt x="887041" y="669495"/>
                    </a:lnTo>
                    <a:cubicBezTo>
                      <a:pt x="897156" y="670196"/>
                      <a:pt x="905937" y="662567"/>
                      <a:pt x="906639" y="652451"/>
                    </a:cubicBezTo>
                    <a:cubicBezTo>
                      <a:pt x="906872" y="649046"/>
                      <a:pt x="906154" y="645640"/>
                      <a:pt x="904568" y="642619"/>
                    </a:cubicBezTo>
                    <a:cubicBezTo>
                      <a:pt x="903233" y="638947"/>
                      <a:pt x="901731" y="634940"/>
                      <a:pt x="900228" y="630601"/>
                    </a:cubicBezTo>
                    <a:cubicBezTo>
                      <a:pt x="898726" y="626260"/>
                      <a:pt x="898892" y="626260"/>
                      <a:pt x="898058" y="624090"/>
                    </a:cubicBezTo>
                    <a:lnTo>
                      <a:pt x="896722" y="620251"/>
                    </a:lnTo>
                    <a:lnTo>
                      <a:pt x="870014" y="545133"/>
                    </a:lnTo>
                    <a:lnTo>
                      <a:pt x="862502" y="523766"/>
                    </a:lnTo>
                    <a:cubicBezTo>
                      <a:pt x="856326" y="507074"/>
                      <a:pt x="849982" y="488545"/>
                      <a:pt x="843306" y="469682"/>
                    </a:cubicBezTo>
                    <a:cubicBezTo>
                      <a:pt x="840802" y="462671"/>
                      <a:pt x="838131" y="455660"/>
                      <a:pt x="835794" y="448482"/>
                    </a:cubicBezTo>
                    <a:lnTo>
                      <a:pt x="835794" y="448482"/>
                    </a:lnTo>
                    <a:cubicBezTo>
                      <a:pt x="820103" y="404079"/>
                      <a:pt x="802408" y="356672"/>
                      <a:pt x="785716" y="309932"/>
                    </a:cubicBezTo>
                    <a:lnTo>
                      <a:pt x="780541" y="295576"/>
                    </a:lnTo>
                    <a:cubicBezTo>
                      <a:pt x="780173" y="294224"/>
                      <a:pt x="779723" y="292872"/>
                      <a:pt x="779205" y="291569"/>
                    </a:cubicBezTo>
                    <a:lnTo>
                      <a:pt x="757839" y="232310"/>
                    </a:lnTo>
                    <a:cubicBezTo>
                      <a:pt x="711934" y="104110"/>
                      <a:pt x="673373" y="-1389"/>
                      <a:pt x="672205" y="-220"/>
                    </a:cubicBezTo>
                    <a:lnTo>
                      <a:pt x="310305" y="-220"/>
                    </a:lnTo>
                    <a:lnTo>
                      <a:pt x="443847" y="371695"/>
                    </a:lnTo>
                    <a:cubicBezTo>
                      <a:pt x="448487" y="380759"/>
                      <a:pt x="445182" y="391860"/>
                      <a:pt x="436335" y="396901"/>
                    </a:cubicBezTo>
                    <a:lnTo>
                      <a:pt x="335177" y="447981"/>
                    </a:lnTo>
                    <a:lnTo>
                      <a:pt x="32537" y="565999"/>
                    </a:lnTo>
                    <a:cubicBezTo>
                      <a:pt x="17614" y="573328"/>
                      <a:pt x="6462" y="586598"/>
                      <a:pt x="1821" y="602556"/>
                    </a:cubicBezTo>
                    <a:cubicBezTo>
                      <a:pt x="-2702" y="620702"/>
                      <a:pt x="-1350" y="639815"/>
                      <a:pt x="5661" y="657142"/>
                    </a:cubicBezTo>
                    <a:close/>
                  </a:path>
                </a:pathLst>
              </a:custGeom>
              <a:solidFill>
                <a:srgbClr val="F1CDC5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820aef4-c912-4960-8ecd-3b396d79b9dd" id="78" name="任意多边形: 形状 77">
                <a:extLst>
                  <a:ext uri="{FF2B5EF4-FFF2-40B4-BE49-F238E27FC236}">
                    <a16:creationId id="{CFAC4869-DD77-30BD-3B48-323FF700A8D6}"/>
                  </a:ext>
                </a:extLst>
              </p:cNvPr>
              <p:cNvSpPr/>
              <p:nvPr/>
            </p:nvSpPr>
            <p:spPr>
              <a:xfrm flipV="false" flipH="false">
                <a:off x="-2548604" y="-1384025"/>
                <a:ext cx="431342" cy="185477"/>
              </a:xfrm>
              <a:custGeom>
                <a:avLst/>
                <a:gdLst>
                  <a:gd fmla="*/ 65968 w 431342" name="connsiteX0"/>
                  <a:gd fmla="*/ 185248 h 185477" name="connsiteY0"/>
                  <a:gd fmla="*/ -803 w 431342" name="connsiteX1"/>
                  <a:gd fmla="*/ -209 h 185477" name="connsiteY1"/>
                  <a:gd fmla="*/ 361765 w 431342" name="connsiteX2"/>
                  <a:gd fmla="*/ -209 h 185477" name="connsiteY2"/>
                  <a:gd fmla="*/ 430539 w 431342" name="connsiteX3"/>
                  <a:gd fmla="*/ 185248 h 185477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185477" w="431342">
                    <a:moveTo>
                      <a:pt x="65968" y="185248"/>
                    </a:moveTo>
                    <a:lnTo>
                      <a:pt x="-803" y="-209"/>
                    </a:lnTo>
                    <a:lnTo>
                      <a:pt x="361765" y="-209"/>
                    </a:lnTo>
                    <a:cubicBezTo>
                      <a:pt x="362767" y="-1712"/>
                      <a:pt x="392479" y="79082"/>
                      <a:pt x="430539" y="185248"/>
                    </a:cubicBezTo>
                    <a:close/>
                  </a:path>
                </a:pathLst>
              </a:custGeom>
              <a:solidFill>
                <a:srgbClr val="EBB3A9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f209fc5-54aa-40d1-8e2b-ac8839adc258" id="79" name="任意多边形: 形状 78">
                <a:extLst>
                  <a:ext uri="{FF2B5EF4-FFF2-40B4-BE49-F238E27FC236}">
                    <a16:creationId id="{0C47DFAD-44D2-DF91-6DB6-C3848B5C4CE3}"/>
                  </a:ext>
                </a:extLst>
              </p:cNvPr>
              <p:cNvSpPr/>
              <p:nvPr/>
            </p:nvSpPr>
            <p:spPr>
              <a:xfrm flipV="false" flipH="false">
                <a:off x="-2859697" y="-939976"/>
                <a:ext cx="907303" cy="225898"/>
              </a:xfrm>
              <a:custGeom>
                <a:avLst/>
                <a:gdLst>
                  <a:gd fmla="*/ 5481 w 907303" name="connsiteX0"/>
                  <a:gd fmla="*/ 213271 h 225898" name="connsiteY0"/>
                  <a:gd fmla="*/ 22173 w 907303" name="connsiteX1"/>
                  <a:gd fmla="*/ 225624 h 225898" name="connsiteY1"/>
                  <a:gd fmla="*/ 886860 w 907303" name="connsiteX2"/>
                  <a:gd fmla="*/ 225624 h 225898" name="connsiteY2"/>
                  <a:gd fmla="*/ 906458 w 907303" name="connsiteX3"/>
                  <a:gd fmla="*/ 208580 h 225898" name="connsiteY3"/>
                  <a:gd fmla="*/ 904387 w 907303" name="connsiteX4"/>
                  <a:gd fmla="*/ 198748 h 225898" name="connsiteY4"/>
                  <a:gd fmla="*/ 900047 w 907303" name="connsiteX5"/>
                  <a:gd fmla="*/ 186730 h 225898" name="connsiteY5"/>
                  <a:gd fmla="*/ 897877 w 907303" name="connsiteX6"/>
                  <a:gd fmla="*/ 180219 h 225898" name="connsiteY6"/>
                  <a:gd fmla="*/ 896541 w 907303" name="connsiteX7"/>
                  <a:gd fmla="*/ 176380 h 225898" name="connsiteY7"/>
                  <a:gd fmla="*/ 869833 w 907303" name="connsiteX8"/>
                  <a:gd fmla="*/ 101262 h 225898" name="connsiteY8"/>
                  <a:gd fmla="*/ 862321 w 907303" name="connsiteX9"/>
                  <a:gd fmla="*/ 79895 h 225898" name="connsiteY9"/>
                  <a:gd fmla="*/ 843125 w 907303" name="connsiteX10"/>
                  <a:gd fmla="*/ 25811 h 225898" name="connsiteY10"/>
                  <a:gd fmla="*/ 835613 w 907303" name="connsiteX11"/>
                  <a:gd fmla="*/ 4611 h 225898" name="connsiteY11"/>
                  <a:gd fmla="*/ 347015 w 907303" name="connsiteX12"/>
                  <a:gd fmla="*/ -230 h 225898" name="connsiteY12"/>
                  <a:gd fmla="*/ 335329 w 907303" name="connsiteX13"/>
                  <a:gd fmla="*/ 3943 h 225898" name="connsiteY13"/>
                  <a:gd fmla="*/ 32689 w 907303" name="connsiteX14"/>
                  <a:gd fmla="*/ 121961 h 225898" name="connsiteY14"/>
                  <a:gd fmla="*/ 1975 w 907303" name="connsiteX15"/>
                  <a:gd fmla="*/ 158519 h 225898" name="connsiteY15"/>
                  <a:gd fmla="*/ 5481 w 907303" name="connsiteX16"/>
                  <a:gd fmla="*/ 213271 h 225898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225898" w="907303">
                    <a:moveTo>
                      <a:pt x="5481" y="213271"/>
                    </a:moveTo>
                    <a:cubicBezTo>
                      <a:pt x="8218" y="220249"/>
                      <a:pt x="14695" y="225056"/>
                      <a:pt x="22173" y="225624"/>
                    </a:cubicBezTo>
                    <a:lnTo>
                      <a:pt x="886860" y="225624"/>
                    </a:lnTo>
                    <a:cubicBezTo>
                      <a:pt x="896975" y="226325"/>
                      <a:pt x="905756" y="218696"/>
                      <a:pt x="906458" y="208580"/>
                    </a:cubicBezTo>
                    <a:cubicBezTo>
                      <a:pt x="906691" y="205175"/>
                      <a:pt x="905973" y="201769"/>
                      <a:pt x="904387" y="198748"/>
                    </a:cubicBezTo>
                    <a:cubicBezTo>
                      <a:pt x="903052" y="195076"/>
                      <a:pt x="901550" y="191069"/>
                      <a:pt x="900047" y="186730"/>
                    </a:cubicBezTo>
                    <a:cubicBezTo>
                      <a:pt x="898545" y="182389"/>
                      <a:pt x="898711" y="182389"/>
                      <a:pt x="897877" y="180219"/>
                    </a:cubicBezTo>
                    <a:lnTo>
                      <a:pt x="896541" y="176380"/>
                    </a:lnTo>
                    <a:lnTo>
                      <a:pt x="869833" y="101262"/>
                    </a:lnTo>
                    <a:lnTo>
                      <a:pt x="862321" y="79895"/>
                    </a:lnTo>
                    <a:cubicBezTo>
                      <a:pt x="856145" y="63203"/>
                      <a:pt x="849802" y="44674"/>
                      <a:pt x="843125" y="25811"/>
                    </a:cubicBezTo>
                    <a:cubicBezTo>
                      <a:pt x="840621" y="18800"/>
                      <a:pt x="837950" y="11789"/>
                      <a:pt x="835613" y="4611"/>
                    </a:cubicBezTo>
                    <a:cubicBezTo>
                      <a:pt x="825097" y="15294"/>
                      <a:pt x="697396" y="138154"/>
                      <a:pt x="347015" y="-230"/>
                    </a:cubicBezTo>
                    <a:lnTo>
                      <a:pt x="335329" y="3943"/>
                    </a:lnTo>
                    <a:lnTo>
                      <a:pt x="32689" y="121961"/>
                    </a:lnTo>
                    <a:cubicBezTo>
                      <a:pt x="17766" y="129290"/>
                      <a:pt x="6616" y="142560"/>
                      <a:pt x="1975" y="158519"/>
                    </a:cubicBezTo>
                    <a:cubicBezTo>
                      <a:pt x="-2682" y="176680"/>
                      <a:pt x="-1464" y="195861"/>
                      <a:pt x="5481" y="213271"/>
                    </a:cubicBezTo>
                    <a:close/>
                  </a:path>
                </a:pathLst>
              </a:custGeom>
              <a:solidFill>
                <a:srgbClr val="004579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bb0c9dc-7b23-4240-bddb-1468895f20f8" id="80" name="任意多边形: 形状 79">
                <a:extLst>
                  <a:ext uri="{FF2B5EF4-FFF2-40B4-BE49-F238E27FC236}">
                    <a16:creationId id="{709B660E-6A02-8807-34A2-5743CDBFBDE0}"/>
                  </a:ext>
                </a:extLst>
              </p:cNvPr>
              <p:cNvSpPr/>
              <p:nvPr/>
            </p:nvSpPr>
            <p:spPr>
              <a:xfrm flipV="false" flipH="false">
                <a:off x="-2859697" y="-939976"/>
                <a:ext cx="907303" cy="225898"/>
              </a:xfrm>
              <a:custGeom>
                <a:avLst/>
                <a:gdLst>
                  <a:gd fmla="*/ 5481 w 907303" name="connsiteX0"/>
                  <a:gd fmla="*/ 213271 h 225898" name="connsiteY0"/>
                  <a:gd fmla="*/ 22173 w 907303" name="connsiteX1"/>
                  <a:gd fmla="*/ 225624 h 225898" name="connsiteY1"/>
                  <a:gd fmla="*/ 886860 w 907303" name="connsiteX2"/>
                  <a:gd fmla="*/ 225624 h 225898" name="connsiteY2"/>
                  <a:gd fmla="*/ 906458 w 907303" name="connsiteX3"/>
                  <a:gd fmla="*/ 208580 h 225898" name="connsiteY3"/>
                  <a:gd fmla="*/ 904387 w 907303" name="connsiteX4"/>
                  <a:gd fmla="*/ 198748 h 225898" name="connsiteY4"/>
                  <a:gd fmla="*/ 900047 w 907303" name="connsiteX5"/>
                  <a:gd fmla="*/ 186730 h 225898" name="connsiteY5"/>
                  <a:gd fmla="*/ 897877 w 907303" name="connsiteX6"/>
                  <a:gd fmla="*/ 180219 h 225898" name="connsiteY6"/>
                  <a:gd fmla="*/ 896541 w 907303" name="connsiteX7"/>
                  <a:gd fmla="*/ 176380 h 225898" name="connsiteY7"/>
                  <a:gd fmla="*/ 869833 w 907303" name="connsiteX8"/>
                  <a:gd fmla="*/ 101262 h 225898" name="connsiteY8"/>
                  <a:gd fmla="*/ 862321 w 907303" name="connsiteX9"/>
                  <a:gd fmla="*/ 79895 h 225898" name="connsiteY9"/>
                  <a:gd fmla="*/ 843125 w 907303" name="connsiteX10"/>
                  <a:gd fmla="*/ 25811 h 225898" name="connsiteY10"/>
                  <a:gd fmla="*/ 835613 w 907303" name="connsiteX11"/>
                  <a:gd fmla="*/ 4611 h 225898" name="connsiteY11"/>
                  <a:gd fmla="*/ 347015 w 907303" name="connsiteX12"/>
                  <a:gd fmla="*/ -230 h 225898" name="connsiteY12"/>
                  <a:gd fmla="*/ 335329 w 907303" name="connsiteX13"/>
                  <a:gd fmla="*/ 3943 h 225898" name="connsiteY13"/>
                  <a:gd fmla="*/ 32689 w 907303" name="connsiteX14"/>
                  <a:gd fmla="*/ 121961 h 225898" name="connsiteY14"/>
                  <a:gd fmla="*/ 1975 w 907303" name="connsiteX15"/>
                  <a:gd fmla="*/ 158519 h 225898" name="connsiteY15"/>
                  <a:gd fmla="*/ 5481 w 907303" name="connsiteX16"/>
                  <a:gd fmla="*/ 213271 h 225898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225898" w="907303">
                    <a:moveTo>
                      <a:pt x="5481" y="213271"/>
                    </a:moveTo>
                    <a:cubicBezTo>
                      <a:pt x="8218" y="220249"/>
                      <a:pt x="14695" y="225056"/>
                      <a:pt x="22173" y="225624"/>
                    </a:cubicBezTo>
                    <a:lnTo>
                      <a:pt x="886860" y="225624"/>
                    </a:lnTo>
                    <a:cubicBezTo>
                      <a:pt x="896975" y="226325"/>
                      <a:pt x="905756" y="218696"/>
                      <a:pt x="906458" y="208580"/>
                    </a:cubicBezTo>
                    <a:cubicBezTo>
                      <a:pt x="906691" y="205175"/>
                      <a:pt x="905973" y="201769"/>
                      <a:pt x="904387" y="198748"/>
                    </a:cubicBezTo>
                    <a:cubicBezTo>
                      <a:pt x="903052" y="195076"/>
                      <a:pt x="901550" y="191069"/>
                      <a:pt x="900047" y="186730"/>
                    </a:cubicBezTo>
                    <a:cubicBezTo>
                      <a:pt x="898545" y="182389"/>
                      <a:pt x="898711" y="182389"/>
                      <a:pt x="897877" y="180219"/>
                    </a:cubicBezTo>
                    <a:lnTo>
                      <a:pt x="896541" y="176380"/>
                    </a:lnTo>
                    <a:lnTo>
                      <a:pt x="869833" y="101262"/>
                    </a:lnTo>
                    <a:lnTo>
                      <a:pt x="862321" y="79895"/>
                    </a:lnTo>
                    <a:cubicBezTo>
                      <a:pt x="856145" y="63203"/>
                      <a:pt x="849802" y="44674"/>
                      <a:pt x="843125" y="25811"/>
                    </a:cubicBezTo>
                    <a:cubicBezTo>
                      <a:pt x="840621" y="18800"/>
                      <a:pt x="837950" y="11789"/>
                      <a:pt x="835613" y="4611"/>
                    </a:cubicBezTo>
                    <a:cubicBezTo>
                      <a:pt x="825097" y="15294"/>
                      <a:pt x="697396" y="138154"/>
                      <a:pt x="347015" y="-230"/>
                    </a:cubicBezTo>
                    <a:lnTo>
                      <a:pt x="335329" y="3943"/>
                    </a:lnTo>
                    <a:lnTo>
                      <a:pt x="32689" y="121961"/>
                    </a:lnTo>
                    <a:cubicBezTo>
                      <a:pt x="17766" y="129290"/>
                      <a:pt x="6616" y="142560"/>
                      <a:pt x="1975" y="158519"/>
                    </a:cubicBezTo>
                    <a:cubicBezTo>
                      <a:pt x="-2682" y="176680"/>
                      <a:pt x="-1464" y="195861"/>
                      <a:pt x="5481" y="213271"/>
                    </a:cubicBezTo>
                    <a:close/>
                  </a:path>
                </a:pathLst>
              </a:custGeom>
              <a:solidFill>
                <a:srgbClr val="1E010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9539512-3835-4ec3-8b76-f909008c35c5" id="81" name="任意多边形: 形状 80">
                <a:extLst>
                  <a:ext uri="{FF2B5EF4-FFF2-40B4-BE49-F238E27FC236}">
                    <a16:creationId id="{7746E53B-706D-E44F-773F-AF4255420945}"/>
                  </a:ext>
                </a:extLst>
              </p:cNvPr>
              <p:cNvSpPr/>
              <p:nvPr/>
            </p:nvSpPr>
            <p:spPr>
              <a:xfrm flipV="false" flipH="false">
                <a:off x="-3358640" y="-2798886"/>
                <a:ext cx="1620138" cy="1566118"/>
              </a:xfrm>
              <a:custGeom>
                <a:avLst/>
                <a:gdLst>
                  <a:gd fmla="*/ 857643 w 1620138" name="connsiteX0"/>
                  <a:gd fmla="*/ 23474 h 1566118" name="connsiteY0"/>
                  <a:gd fmla="*/ -368 w 1620138" name="connsiteX1"/>
                  <a:gd fmla="*/ 685678 h 1566118" name="connsiteY1"/>
                  <a:gd fmla="*/ 798884 w 1620138" name="connsiteX2"/>
                  <a:gd fmla="*/ 1565888 h 1566118" name="connsiteY2"/>
                  <a:gd fmla="*/ 1291656 w 1620138" name="connsiteX3"/>
                  <a:gd fmla="*/ 1565888 h 1566118" name="connsiteY3"/>
                  <a:gd fmla="*/ 946783 w 1620138" name="connsiteX4"/>
                  <a:gd fmla="*/ 886325 h 1566118" name="connsiteY4"/>
                  <a:gd fmla="*/ 1619335 w 1620138" name="connsiteX5"/>
                  <a:gd fmla="*/ -230 h 1566118" name="connsiteY5"/>
                  <a:gd fmla="*/ 857643 w 1620138" name="connsiteX6"/>
                  <a:gd fmla="*/ 23474 h 1566118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566118" w="1620138">
                    <a:moveTo>
                      <a:pt x="857643" y="23474"/>
                    </a:moveTo>
                    <a:cubicBezTo>
                      <a:pt x="857643" y="23474"/>
                      <a:pt x="19998" y="392385"/>
                      <a:pt x="-368" y="685678"/>
                    </a:cubicBezTo>
                    <a:cubicBezTo>
                      <a:pt x="-22401" y="1002841"/>
                      <a:pt x="798884" y="1565888"/>
                      <a:pt x="798884" y="1565888"/>
                    </a:cubicBezTo>
                    <a:lnTo>
                      <a:pt x="1291656" y="1565888"/>
                    </a:lnTo>
                    <a:lnTo>
                      <a:pt x="946783" y="886325"/>
                    </a:lnTo>
                    <a:lnTo>
                      <a:pt x="1619335" y="-230"/>
                    </a:lnTo>
                    <a:cubicBezTo>
                      <a:pt x="1619335" y="-230"/>
                      <a:pt x="840950" y="39165"/>
                      <a:pt x="857643" y="23474"/>
                    </a:cubicBezTo>
                    <a:close/>
                  </a:path>
                </a:pathLst>
              </a:custGeom>
              <a:solidFill>
                <a:srgbClr val="30526D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610b995-739b-4c5a-9b52-498b559140ac" id="82" name="任意多边形: 形状 81">
                <a:extLst>
                  <a:ext uri="{FF2B5EF4-FFF2-40B4-BE49-F238E27FC236}">
                    <a16:creationId id="{3904C05E-CFD8-FEC4-6310-D93E7173BF81}"/>
                  </a:ext>
                </a:extLst>
              </p:cNvPr>
              <p:cNvSpPr/>
              <p:nvPr/>
            </p:nvSpPr>
            <p:spPr>
              <a:xfrm flipV="false" flipH="false">
                <a:off x="-3358640" y="-2798886"/>
                <a:ext cx="1620138" cy="1566118"/>
              </a:xfrm>
              <a:custGeom>
                <a:avLst/>
                <a:gdLst>
                  <a:gd fmla="*/ 857643 w 1620138" name="connsiteX0"/>
                  <a:gd fmla="*/ 23474 h 1566118" name="connsiteY0"/>
                  <a:gd fmla="*/ -368 w 1620138" name="connsiteX1"/>
                  <a:gd fmla="*/ 685678 h 1566118" name="connsiteY1"/>
                  <a:gd fmla="*/ 798884 w 1620138" name="connsiteX2"/>
                  <a:gd fmla="*/ 1565888 h 1566118" name="connsiteY2"/>
                  <a:gd fmla="*/ 1291656 w 1620138" name="connsiteX3"/>
                  <a:gd fmla="*/ 1565888 h 1566118" name="connsiteY3"/>
                  <a:gd fmla="*/ 946783 w 1620138" name="connsiteX4"/>
                  <a:gd fmla="*/ 886325 h 1566118" name="connsiteY4"/>
                  <a:gd fmla="*/ 1619335 w 1620138" name="connsiteX5"/>
                  <a:gd fmla="*/ -230 h 1566118" name="connsiteY5"/>
                  <a:gd fmla="*/ 857643 w 1620138" name="connsiteX6"/>
                  <a:gd fmla="*/ 23474 h 1566118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566118" w="1620138">
                    <a:moveTo>
                      <a:pt x="857643" y="23474"/>
                    </a:moveTo>
                    <a:cubicBezTo>
                      <a:pt x="857643" y="23474"/>
                      <a:pt x="19998" y="392385"/>
                      <a:pt x="-368" y="685678"/>
                    </a:cubicBezTo>
                    <a:cubicBezTo>
                      <a:pt x="-22401" y="1002841"/>
                      <a:pt x="798884" y="1565888"/>
                      <a:pt x="798884" y="1565888"/>
                    </a:cubicBezTo>
                    <a:lnTo>
                      <a:pt x="1291656" y="1565888"/>
                    </a:lnTo>
                    <a:lnTo>
                      <a:pt x="946783" y="886325"/>
                    </a:lnTo>
                    <a:lnTo>
                      <a:pt x="1619335" y="-230"/>
                    </a:lnTo>
                    <a:cubicBezTo>
                      <a:pt x="1619335" y="-230"/>
                      <a:pt x="840950" y="39165"/>
                      <a:pt x="857643" y="23474"/>
                    </a:cubicBezTo>
                    <a:close/>
                  </a:path>
                </a:pathLst>
              </a:custGeom>
              <a:solidFill>
                <a:srgbClr val="FF7800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5abe68f-6474-42d3-83f3-95542a5c7c73" id="83" name="任意多边形: 形状 82">
                <a:extLst>
                  <a:ext uri="{FF2B5EF4-FFF2-40B4-BE49-F238E27FC236}">
                    <a16:creationId id="{20E55979-754B-843A-7D7A-19DC284F4EF8}"/>
                  </a:ext>
                </a:extLst>
              </p:cNvPr>
              <p:cNvSpPr/>
              <p:nvPr/>
            </p:nvSpPr>
            <p:spPr>
              <a:xfrm flipV="false" flipH="false">
                <a:off x="-2813017" y="-1423066"/>
                <a:ext cx="746835" cy="190798"/>
              </a:xfrm>
              <a:custGeom>
                <a:avLst/>
                <a:gdLst>
                  <a:gd fmla="*/ 648546 w 746835" name="connsiteX0"/>
                  <a:gd fmla="*/ -230 h 190798" name="connsiteY0"/>
                  <a:gd fmla="*/ 746033 w 746835" name="connsiteX1"/>
                  <a:gd fmla="*/ 190569 h 190798" name="connsiteY1"/>
                  <a:gd fmla="*/ 252426 w 746835" name="connsiteX2"/>
                  <a:gd fmla="*/ 190569 h 190798" name="connsiteY2"/>
                  <a:gd fmla="*/ -803 w 746835" name="connsiteX3"/>
                  <a:gd fmla="*/ 104 h 190798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190798" w="746835">
                    <a:moveTo>
                      <a:pt x="648546" y="-230"/>
                    </a:moveTo>
                    <a:lnTo>
                      <a:pt x="746033" y="190569"/>
                    </a:lnTo>
                    <a:lnTo>
                      <a:pt x="252426" y="190569"/>
                    </a:lnTo>
                    <a:cubicBezTo>
                      <a:pt x="252426" y="190569"/>
                      <a:pt x="139917" y="113281"/>
                      <a:pt x="-803" y="104"/>
                    </a:cubicBezTo>
                    <a:close/>
                  </a:path>
                </a:pathLst>
              </a:custGeom>
              <a:solidFill>
                <a:srgbClr val="00CCFA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dc78a3e-2cb7-46eb-88cb-c1434e438e82" id="84" name="任意多边形: 形状 83">
                <a:extLst>
                  <a:ext uri="{FF2B5EF4-FFF2-40B4-BE49-F238E27FC236}">
                    <a16:creationId id="{46244F6E-8EBA-C9CA-FFCC-8E026D555CCA}"/>
                  </a:ext>
                </a:extLst>
              </p:cNvPr>
              <p:cNvSpPr/>
              <p:nvPr/>
            </p:nvSpPr>
            <p:spPr>
              <a:xfrm flipV="false" flipH="false">
                <a:off x="-2813017" y="-1423066"/>
                <a:ext cx="746835" cy="190798"/>
              </a:xfrm>
              <a:custGeom>
                <a:avLst/>
                <a:gdLst>
                  <a:gd fmla="*/ 648546 w 746835" name="connsiteX0"/>
                  <a:gd fmla="*/ -230 h 190798" name="connsiteY0"/>
                  <a:gd fmla="*/ 746033 w 746835" name="connsiteX1"/>
                  <a:gd fmla="*/ 190569 h 190798" name="connsiteY1"/>
                  <a:gd fmla="*/ 252426 w 746835" name="connsiteX2"/>
                  <a:gd fmla="*/ 190569 h 190798" name="connsiteY2"/>
                  <a:gd fmla="*/ -803 w 746835" name="connsiteX3"/>
                  <a:gd fmla="*/ 104 h 190798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190798" w="746835">
                    <a:moveTo>
                      <a:pt x="648546" y="-230"/>
                    </a:moveTo>
                    <a:lnTo>
                      <a:pt x="746033" y="190569"/>
                    </a:lnTo>
                    <a:lnTo>
                      <a:pt x="252426" y="190569"/>
                    </a:lnTo>
                    <a:cubicBezTo>
                      <a:pt x="252426" y="190569"/>
                      <a:pt x="139917" y="113281"/>
                      <a:pt x="-803" y="104"/>
                    </a:cubicBezTo>
                    <a:close/>
                  </a:path>
                </a:pathLst>
              </a:custGeom>
              <a:solidFill>
                <a:srgbClr val="F59801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6bbee8b-5774-4d58-9cd8-0be547087ddd" id="85" name="任意多边形: 形状 84">
                <a:extLst>
                  <a:ext uri="{FF2B5EF4-FFF2-40B4-BE49-F238E27FC236}">
                    <a16:creationId id="{7F0AF644-ECC0-57DF-0DCF-3C11C925A767}"/>
                  </a:ext>
                </a:extLst>
              </p:cNvPr>
              <p:cNvSpPr/>
              <p:nvPr/>
            </p:nvSpPr>
            <p:spPr>
              <a:xfrm flipV="false" flipH="false">
                <a:off x="-4360757" y="-2363204"/>
                <a:ext cx="617116" cy="440188"/>
              </a:xfrm>
              <a:custGeom>
                <a:avLst/>
                <a:gdLst>
                  <a:gd fmla="*/ 616313 w 617116" name="connsiteX0"/>
                  <a:gd fmla="*/ -230 h 440188" name="connsiteY0"/>
                  <a:gd fmla="*/ 36071 w 617116" name="connsiteX1"/>
                  <a:gd fmla="*/ -230 h 440188" name="connsiteY1"/>
                  <a:gd fmla="*/ -803 w 617116" name="connsiteX2"/>
                  <a:gd fmla="*/ 36678 h 440188" name="connsiteY2"/>
                  <a:gd fmla="*/ -486 w 617116" name="connsiteX3"/>
                  <a:gd fmla="*/ 41502 h 440188" name="connsiteY3"/>
                  <a:gd fmla="*/ 45419 w 617116" name="connsiteX4"/>
                  <a:gd fmla="*/ 384873 h 440188" name="connsiteY4"/>
                  <a:gd fmla="*/ 108351 w 617116" name="connsiteX5"/>
                  <a:gd fmla="*/ 439959 h 440188" name="connsiteY5"/>
                  <a:gd fmla="*/ 490950 w 617116" name="connsiteX6"/>
                  <a:gd fmla="*/ 439959 h 440188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440188" w="617116">
                    <a:moveTo>
                      <a:pt x="616313" y="-230"/>
                    </a:moveTo>
                    <a:lnTo>
                      <a:pt x="36071" y="-230"/>
                    </a:lnTo>
                    <a:cubicBezTo>
                      <a:pt x="15689" y="-230"/>
                      <a:pt x="-820" y="16296"/>
                      <a:pt x="-803" y="36678"/>
                    </a:cubicBezTo>
                    <a:cubicBezTo>
                      <a:pt x="-803" y="38297"/>
                      <a:pt x="-703" y="39900"/>
                      <a:pt x="-486" y="41502"/>
                    </a:cubicBezTo>
                    <a:lnTo>
                      <a:pt x="45419" y="384873"/>
                    </a:lnTo>
                    <a:cubicBezTo>
                      <a:pt x="49608" y="416423"/>
                      <a:pt x="76517" y="439993"/>
                      <a:pt x="108351" y="439959"/>
                    </a:cubicBezTo>
                    <a:lnTo>
                      <a:pt x="490950" y="439959"/>
                    </a:lnTo>
                    <a:close/>
                  </a:path>
                </a:pathLst>
              </a:custGeom>
              <a:solidFill>
                <a:srgbClr val="774927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f9896a6-40b0-491e-a1ad-ee4907341f9e" id="86" name="任意多边形: 形状 85">
                <a:extLst>
                  <a:ext uri="{FF2B5EF4-FFF2-40B4-BE49-F238E27FC236}">
                    <a16:creationId id="{E23776D9-4C32-EAAE-2FC9-F34574F2DAD2}"/>
                  </a:ext>
                </a:extLst>
              </p:cNvPr>
              <p:cNvSpPr/>
              <p:nvPr/>
            </p:nvSpPr>
            <p:spPr>
              <a:xfrm flipV="false" flipH="false">
                <a:off x="-1512982" y="-1829536"/>
                <a:ext cx="940638" cy="940651"/>
              </a:xfrm>
              <a:custGeom>
                <a:avLst/>
                <a:gdLst>
                  <a:gd fmla="*/ 917301 w 940638" name="connsiteX0"/>
                  <a:gd fmla="*/ 940409 h 940651" name="connsiteY0"/>
                  <a:gd fmla="*/ 939836 w 940638" name="connsiteX1"/>
                  <a:gd fmla="*/ 917874 h 940651" name="connsiteY1"/>
                  <a:gd fmla="*/ 21732 w 940638" name="connsiteX2"/>
                  <a:gd fmla="*/ -230 h 940651" name="connsiteY2"/>
                  <a:gd fmla="*/ -803 w 940638" name="connsiteX3"/>
                  <a:gd fmla="*/ 22305 h 940651" name="connsiteY3"/>
                  <a:gd fmla="*/ 21732 w 940638" name="connsiteX4"/>
                  <a:gd fmla="*/ 44841 h 940651" name="connsiteY4"/>
                  <a:gd fmla="*/ 894098 w 940638" name="connsiteX5"/>
                  <a:gd fmla="*/ 917206 h 940651" name="connsiteY5"/>
                  <a:gd fmla="*/ 915632 w 940638" name="connsiteX6"/>
                  <a:gd fmla="*/ 940409 h 940651" name="connsiteY6"/>
                  <a:gd fmla="*/ 917301 w 940638" name="connsiteX7"/>
                  <a:gd fmla="*/ 940409 h 940651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940651" w="940638">
                    <a:moveTo>
                      <a:pt x="917301" y="940409"/>
                    </a:moveTo>
                    <a:cubicBezTo>
                      <a:pt x="929820" y="940409"/>
                      <a:pt x="939836" y="930327"/>
                      <a:pt x="939836" y="917874"/>
                    </a:cubicBezTo>
                    <a:cubicBezTo>
                      <a:pt x="939836" y="410813"/>
                      <a:pt x="528859" y="-230"/>
                      <a:pt x="21732" y="-230"/>
                    </a:cubicBezTo>
                    <a:cubicBezTo>
                      <a:pt x="9212" y="-230"/>
                      <a:pt x="-803" y="9853"/>
                      <a:pt x="-803" y="22305"/>
                    </a:cubicBezTo>
                    <a:cubicBezTo>
                      <a:pt x="-803" y="34758"/>
                      <a:pt x="9212" y="44841"/>
                      <a:pt x="21732" y="44841"/>
                    </a:cubicBezTo>
                    <a:cubicBezTo>
                      <a:pt x="503319" y="45492"/>
                      <a:pt x="893429" y="435686"/>
                      <a:pt x="894098" y="917206"/>
                    </a:cubicBezTo>
                    <a:cubicBezTo>
                      <a:pt x="893596" y="929559"/>
                      <a:pt x="903279" y="939942"/>
                      <a:pt x="915632" y="940409"/>
                    </a:cubicBezTo>
                    <a:cubicBezTo>
                      <a:pt x="916131" y="940426"/>
                      <a:pt x="916800" y="940426"/>
                      <a:pt x="917301" y="940409"/>
                    </a:cubicBezTo>
                    <a:close/>
                  </a:path>
                </a:pathLst>
              </a:custGeom>
              <a:solidFill>
                <a:srgbClr val="EBB24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9fd09e6-7867-4b88-9bb3-4f72f7384128" id="87" name="任意多边形: 形状 86">
                <a:extLst>
                  <a:ext uri="{FF2B5EF4-FFF2-40B4-BE49-F238E27FC236}">
                    <a16:creationId id="{C786EA02-9F75-E9D9-0D88-D49C92B1EF6B}"/>
                  </a:ext>
                </a:extLst>
              </p:cNvPr>
              <p:cNvSpPr/>
              <p:nvPr/>
            </p:nvSpPr>
            <p:spPr>
              <a:xfrm rot="17094001" flipV="false" flipH="false">
                <a:off x="-1756625" y="-1272722"/>
                <a:ext cx="729475" cy="25206"/>
              </a:xfrm>
              <a:custGeom>
                <a:avLst/>
                <a:gdLst>
                  <a:gd fmla="*/ -803 w 729475" name="connsiteX0"/>
                  <a:gd fmla="*/ -230 h 25206" name="connsiteY0"/>
                  <a:gd fmla="*/ 728671 w 729475" name="connsiteX1"/>
                  <a:gd fmla="*/ -230 h 25206" name="connsiteY1"/>
                  <a:gd fmla="*/ 728671 w 729475" name="connsiteX2"/>
                  <a:gd fmla="*/ 24976 h 25206" name="connsiteY2"/>
                  <a:gd fmla="*/ -804 w 729475" name="connsiteX3"/>
                  <a:gd fmla="*/ 24976 h 25206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25206" w="729475">
                    <a:moveTo>
                      <a:pt x="-803" y="-230"/>
                    </a:moveTo>
                    <a:lnTo>
                      <a:pt x="728671" y="-230"/>
                    </a:lnTo>
                    <a:lnTo>
                      <a:pt x="728671" y="24976"/>
                    </a:lnTo>
                    <a:lnTo>
                      <a:pt x="-804" y="24976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4720a6e-c78b-4b99-9b86-296579d85d60" id="88" name="任意多边形: 形状 87">
                <a:extLst>
                  <a:ext uri="{FF2B5EF4-FFF2-40B4-BE49-F238E27FC236}">
                    <a16:creationId id="{3B2851C7-2863-8939-90C9-D68CCA97304C}"/>
                  </a:ext>
                </a:extLst>
              </p:cNvPr>
              <p:cNvSpPr/>
              <p:nvPr/>
            </p:nvSpPr>
            <p:spPr>
              <a:xfrm rot="19793399" flipV="false" flipH="false">
                <a:off x="-1530548" y="-1104886"/>
                <a:ext cx="729475" cy="25206"/>
              </a:xfrm>
              <a:custGeom>
                <a:avLst/>
                <a:gdLst>
                  <a:gd fmla="*/ -803 w 729475" name="connsiteX0"/>
                  <a:gd fmla="*/ -230 h 25206" name="connsiteY0"/>
                  <a:gd fmla="*/ 728673 w 729475" name="connsiteX1"/>
                  <a:gd fmla="*/ -230 h 25206" name="connsiteY1"/>
                  <a:gd fmla="*/ 728673 w 729475" name="connsiteX2"/>
                  <a:gd fmla="*/ 24976 h 25206" name="connsiteY2"/>
                  <a:gd fmla="*/ -803 w 729475" name="connsiteX3"/>
                  <a:gd fmla="*/ 24976 h 25206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25206" w="729475">
                    <a:moveTo>
                      <a:pt x="-803" y="-230"/>
                    </a:moveTo>
                    <a:lnTo>
                      <a:pt x="728673" y="-230"/>
                    </a:lnTo>
                    <a:lnTo>
                      <a:pt x="728673" y="24976"/>
                    </a:lnTo>
                    <a:lnTo>
                      <a:pt x="-803" y="24976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21b727e-f307-47a9-b314-30c05e2fe430" id="89" name="任意多边形: 形状 88">
                <a:extLst>
                  <a:ext uri="{FF2B5EF4-FFF2-40B4-BE49-F238E27FC236}">
                    <a16:creationId id="{ED86744F-62CB-224D-FD55-A1E29699D0C3}"/>
                  </a:ext>
                </a:extLst>
              </p:cNvPr>
              <p:cNvSpPr/>
              <p:nvPr/>
            </p:nvSpPr>
            <p:spPr>
              <a:xfrm rot="17094001" flipV="false" flipH="false">
                <a:off x="-1174568" y="-1170723"/>
                <a:ext cx="25206" cy="729475"/>
              </a:xfrm>
              <a:custGeom>
                <a:avLst/>
                <a:gdLst>
                  <a:gd fmla="*/ -803 w 25206" name="connsiteX0"/>
                  <a:gd fmla="*/ -230 h 729475" name="connsiteY0"/>
                  <a:gd fmla="*/ 24404 w 25206" name="connsiteX1"/>
                  <a:gd fmla="*/ -230 h 729475" name="connsiteY1"/>
                  <a:gd fmla="*/ 24404 w 25206" name="connsiteX2"/>
                  <a:gd fmla="*/ 729245 h 729475" name="connsiteY2"/>
                  <a:gd fmla="*/ -803 w 25206" name="connsiteX3"/>
                  <a:gd fmla="*/ 729245 h 729475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729475" w="25206">
                    <a:moveTo>
                      <a:pt x="-803" y="-230"/>
                    </a:moveTo>
                    <a:lnTo>
                      <a:pt x="24404" y="-230"/>
                    </a:lnTo>
                    <a:lnTo>
                      <a:pt x="24404" y="729245"/>
                    </a:lnTo>
                    <a:lnTo>
                      <a:pt x="-803" y="729245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ce79d01-16dd-4e03-be0d-2d6e7a34f415" id="90" name="任意多边形: 形状 89">
                <a:extLst>
                  <a:ext uri="{FF2B5EF4-FFF2-40B4-BE49-F238E27FC236}">
                    <a16:creationId id="{6DADB39E-5386-DBEE-8F5F-174C628C1F08}"/>
                  </a:ext>
                </a:extLst>
              </p:cNvPr>
              <p:cNvSpPr/>
              <p:nvPr/>
            </p:nvSpPr>
            <p:spPr>
              <a:xfrm rot="19806808" flipV="false" flipH="false">
                <a:off x="-1271480" y="-883532"/>
                <a:ext cx="25292" cy="731987"/>
              </a:xfrm>
              <a:custGeom>
                <a:avLst/>
                <a:gdLst>
                  <a:gd fmla="*/ -799 w 25292" name="connsiteX0"/>
                  <a:gd fmla="*/ -226 h 731987" name="connsiteY0"/>
                  <a:gd fmla="*/ 24494 w 25292" name="connsiteX1"/>
                  <a:gd fmla="*/ -226 h 731987" name="connsiteY1"/>
                  <a:gd fmla="*/ 24494 w 25292" name="connsiteX2"/>
                  <a:gd fmla="*/ 731761 h 731987" name="connsiteY2"/>
                  <a:gd fmla="*/ -799 w 25292" name="connsiteX3"/>
                  <a:gd fmla="*/ 731761 h 731987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731987" w="25292">
                    <a:moveTo>
                      <a:pt x="-799" y="-226"/>
                    </a:moveTo>
                    <a:lnTo>
                      <a:pt x="24494" y="-226"/>
                    </a:lnTo>
                    <a:lnTo>
                      <a:pt x="24494" y="731761"/>
                    </a:lnTo>
                    <a:lnTo>
                      <a:pt x="-799" y="731761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726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6f3bd1a-e177-40a7-b8b0-6f94d4c836b9" id="91" name="任意多边形: 形状 90">
                <a:extLst>
                  <a:ext uri="{FF2B5EF4-FFF2-40B4-BE49-F238E27FC236}">
                    <a16:creationId id="{A2C71416-6B53-DA2F-82A0-6BF7037D4265}"/>
                  </a:ext>
                </a:extLst>
              </p:cNvPr>
              <p:cNvSpPr/>
              <p:nvPr/>
            </p:nvSpPr>
            <p:spPr>
              <a:xfrm rot="19806808" flipV="false" flipH="false">
                <a:off x="-1630607" y="-1514658"/>
                <a:ext cx="25292" cy="731987"/>
              </a:xfrm>
              <a:custGeom>
                <a:avLst/>
                <a:gdLst>
                  <a:gd fmla="*/ -799 w 25292" name="connsiteX0"/>
                  <a:gd fmla="*/ -226 h 731987" name="connsiteY0"/>
                  <a:gd fmla="*/ 24494 w 25292" name="connsiteX1"/>
                  <a:gd fmla="*/ -226 h 731987" name="connsiteY1"/>
                  <a:gd fmla="*/ 24494 w 25292" name="connsiteX2"/>
                  <a:gd fmla="*/ 731761 h 731987" name="connsiteY2"/>
                  <a:gd fmla="*/ -799 w 25292" name="connsiteX3"/>
                  <a:gd fmla="*/ 731761 h 731987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731987" w="25292">
                    <a:moveTo>
                      <a:pt x="-799" y="-226"/>
                    </a:moveTo>
                    <a:lnTo>
                      <a:pt x="24494" y="-226"/>
                    </a:lnTo>
                    <a:lnTo>
                      <a:pt x="24494" y="731761"/>
                    </a:lnTo>
                    <a:lnTo>
                      <a:pt x="-799" y="731761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726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a18945b-ece1-479b-ade2-40eeb310679f" id="92" name="任意多边形: 形状 91">
                <a:extLst>
                  <a:ext uri="{FF2B5EF4-FFF2-40B4-BE49-F238E27FC236}">
                    <a16:creationId id="{93FB2D1A-DFF3-CCEA-A481-97378DC94FB9}"/>
                  </a:ext>
                </a:extLst>
              </p:cNvPr>
              <p:cNvSpPr/>
              <p:nvPr/>
            </p:nvSpPr>
            <p:spPr>
              <a:xfrm rot="17094001" flipV="false" flipH="false">
                <a:off x="-1873706" y="-1352313"/>
                <a:ext cx="25206" cy="729475"/>
              </a:xfrm>
              <a:custGeom>
                <a:avLst/>
                <a:gdLst>
                  <a:gd fmla="*/ -803 w 25206" name="connsiteX0"/>
                  <a:gd fmla="*/ -230 h 729475" name="connsiteY0"/>
                  <a:gd fmla="*/ 24403 w 25206" name="connsiteX1"/>
                  <a:gd fmla="*/ -230 h 729475" name="connsiteY1"/>
                  <a:gd fmla="*/ 24403 w 25206" name="connsiteX2"/>
                  <a:gd fmla="*/ 729246 h 729475" name="connsiteY2"/>
                  <a:gd fmla="*/ -803 w 25206" name="connsiteX3"/>
                  <a:gd fmla="*/ 729246 h 729475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729475" w="25206">
                    <a:moveTo>
                      <a:pt x="-803" y="-230"/>
                    </a:moveTo>
                    <a:lnTo>
                      <a:pt x="24403" y="-230"/>
                    </a:lnTo>
                    <a:lnTo>
                      <a:pt x="24403" y="729246"/>
                    </a:lnTo>
                    <a:lnTo>
                      <a:pt x="-803" y="729246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7024a4e-b640-42dc-8f6b-ca851d033fc1" id="93" name="任意多边形: 形状 92">
                <a:extLst>
                  <a:ext uri="{FF2B5EF4-FFF2-40B4-BE49-F238E27FC236}">
                    <a16:creationId id="{DC8789F8-3CDA-6B99-D12B-E332C8025BA0}"/>
                  </a:ext>
                </a:extLst>
              </p:cNvPr>
              <p:cNvSpPr/>
              <p:nvPr/>
            </p:nvSpPr>
            <p:spPr>
              <a:xfrm rot="19793399" flipV="false" flipH="false">
                <a:off x="-2154723" y="-724547"/>
                <a:ext cx="729475" cy="25206"/>
              </a:xfrm>
              <a:custGeom>
                <a:avLst/>
                <a:gdLst>
                  <a:gd fmla="*/ -803 w 729475" name="connsiteX0"/>
                  <a:gd fmla="*/ -230 h 25206" name="connsiteY0"/>
                  <a:gd fmla="*/ 728673 w 729475" name="connsiteX1"/>
                  <a:gd fmla="*/ -230 h 25206" name="connsiteY1"/>
                  <a:gd fmla="*/ 728673 w 729475" name="connsiteX2"/>
                  <a:gd fmla="*/ 24976 h 25206" name="connsiteY2"/>
                  <a:gd fmla="*/ -803 w 729475" name="connsiteX3"/>
                  <a:gd fmla="*/ 24976 h 25206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25206" w="729475">
                    <a:moveTo>
                      <a:pt x="-803" y="-230"/>
                    </a:moveTo>
                    <a:lnTo>
                      <a:pt x="728673" y="-230"/>
                    </a:lnTo>
                    <a:lnTo>
                      <a:pt x="728673" y="24976"/>
                    </a:lnTo>
                    <a:lnTo>
                      <a:pt x="-803" y="24976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4854b7d-26ff-480e-92ee-99ffecd47a60" id="94" name="任意多边形: 形状 93">
                <a:extLst>
                  <a:ext uri="{FF2B5EF4-FFF2-40B4-BE49-F238E27FC236}">
                    <a16:creationId id="{39FE95C1-9DAF-D881-4ED1-965E2EF76CDE}"/>
                  </a:ext>
                </a:extLst>
              </p:cNvPr>
              <p:cNvSpPr/>
              <p:nvPr/>
            </p:nvSpPr>
            <p:spPr>
              <a:xfrm rot="17094599" flipV="false" flipH="false">
                <a:off x="-1933403" y="-550587"/>
                <a:ext cx="729475" cy="25206"/>
              </a:xfrm>
              <a:custGeom>
                <a:avLst/>
                <a:gdLst>
                  <a:gd fmla="*/ -803 w 729475" name="connsiteX0"/>
                  <a:gd fmla="*/ -230 h 25206" name="connsiteY0"/>
                  <a:gd fmla="*/ 728672 w 729475" name="connsiteX1"/>
                  <a:gd fmla="*/ -230 h 25206" name="connsiteY1"/>
                  <a:gd fmla="*/ 728672 w 729475" name="connsiteX2"/>
                  <a:gd fmla="*/ 24976 h 25206" name="connsiteY2"/>
                  <a:gd fmla="*/ -803 w 729475" name="connsiteX3"/>
                  <a:gd fmla="*/ 24976 h 25206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25206" w="729475">
                    <a:moveTo>
                      <a:pt x="-803" y="-230"/>
                    </a:moveTo>
                    <a:lnTo>
                      <a:pt x="728672" y="-230"/>
                    </a:lnTo>
                    <a:lnTo>
                      <a:pt x="728672" y="24976"/>
                    </a:lnTo>
                    <a:lnTo>
                      <a:pt x="-803" y="24976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1e19753-5be7-4ed2-8dda-a882a6d8c151" id="95" name="任意多边形: 形状 94">
                <a:extLst>
                  <a:ext uri="{FF2B5EF4-FFF2-40B4-BE49-F238E27FC236}">
                    <a16:creationId id="{FF93772A-4BA0-1E3C-947F-6BADC75C190A}"/>
                  </a:ext>
                </a:extLst>
              </p:cNvPr>
              <p:cNvSpPr/>
              <p:nvPr/>
            </p:nvSpPr>
            <p:spPr>
              <a:xfrm flipV="false" flipH="false">
                <a:off x="-2292703" y="-1714689"/>
                <a:ext cx="1605513" cy="1605512"/>
              </a:xfrm>
              <a:custGeom>
                <a:avLst/>
                <a:gdLst>
                  <a:gd fmla="*/ 802121 w 1605513" name="connsiteX0"/>
                  <a:gd fmla="*/ 1605283 h 1605512" name="connsiteY0"/>
                  <a:gd fmla="*/ -803 w 1605513" name="connsiteX1"/>
                  <a:gd fmla="*/ 802694 h 1605512" name="connsiteY1"/>
                  <a:gd fmla="*/ 801787 w 1605513" name="connsiteX2"/>
                  <a:gd fmla="*/ -230 h 1605512" name="connsiteY2"/>
                  <a:gd fmla="*/ 1604710 w 1605513" name="connsiteX3"/>
                  <a:gd fmla="*/ 802360 h 1605512" name="connsiteY3"/>
                  <a:gd fmla="*/ 1604710 w 1605513" name="connsiteX4"/>
                  <a:gd fmla="*/ 802527 h 1605512" name="connsiteY4"/>
                  <a:gd fmla="*/ 802121 w 1605513" name="connsiteX5"/>
                  <a:gd fmla="*/ 1605283 h 1605512" name="connsiteY5"/>
                  <a:gd fmla="*/ 802121 w 1605513" name="connsiteX6"/>
                  <a:gd fmla="*/ 95921 h 1605512" name="connsiteY6"/>
                  <a:gd fmla="*/ 95515 w 1605513" name="connsiteX7"/>
                  <a:gd fmla="*/ 802527 h 1605512" name="connsiteY7"/>
                  <a:gd fmla="*/ 802121 w 1605513" name="connsiteX8"/>
                  <a:gd fmla="*/ 1509133 h 1605512" name="connsiteY8"/>
                  <a:gd fmla="*/ 1508727 w 1605513" name="connsiteX9"/>
                  <a:gd fmla="*/ 802527 h 1605512" name="connsiteY9"/>
                  <a:gd fmla="*/ 802121 w 1605513" name="connsiteX10"/>
                  <a:gd fmla="*/ 95921 h 1605512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1605512" w="1605513">
                    <a:moveTo>
                      <a:pt x="802121" y="1605283"/>
                    </a:moveTo>
                    <a:cubicBezTo>
                      <a:pt x="358777" y="1605384"/>
                      <a:pt x="-703" y="1246038"/>
                      <a:pt x="-803" y="802694"/>
                    </a:cubicBezTo>
                    <a:cubicBezTo>
                      <a:pt x="-887" y="359350"/>
                      <a:pt x="358443" y="-130"/>
                      <a:pt x="801787" y="-230"/>
                    </a:cubicBezTo>
                    <a:cubicBezTo>
                      <a:pt x="1245147" y="-330"/>
                      <a:pt x="1604543" y="359016"/>
                      <a:pt x="1604710" y="802360"/>
                    </a:cubicBezTo>
                    <a:cubicBezTo>
                      <a:pt x="1604710" y="802410"/>
                      <a:pt x="1604710" y="802477"/>
                      <a:pt x="1604710" y="802527"/>
                    </a:cubicBezTo>
                    <a:cubicBezTo>
                      <a:pt x="1604209" y="1245620"/>
                      <a:pt x="1245147" y="1604732"/>
                      <a:pt x="802121" y="1605283"/>
                    </a:cubicBezTo>
                    <a:close/>
                    <a:moveTo>
                      <a:pt x="802121" y="95921"/>
                    </a:moveTo>
                    <a:cubicBezTo>
                      <a:pt x="411876" y="95921"/>
                      <a:pt x="95515" y="412283"/>
                      <a:pt x="95515" y="802527"/>
                    </a:cubicBezTo>
                    <a:cubicBezTo>
                      <a:pt x="95515" y="1192771"/>
                      <a:pt x="411876" y="1509133"/>
                      <a:pt x="802121" y="1509133"/>
                    </a:cubicBezTo>
                    <a:cubicBezTo>
                      <a:pt x="1192399" y="1509133"/>
                      <a:pt x="1508727" y="1192771"/>
                      <a:pt x="1508727" y="802527"/>
                    </a:cubicBezTo>
                    <a:cubicBezTo>
                      <a:pt x="1508225" y="412466"/>
                      <a:pt x="1192232" y="96388"/>
                      <a:pt x="802121" y="9592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7c62a4a-c5de-47bd-b711-8f2492ceb874" id="96" name="任意多边形: 形状 95">
                <a:extLst>
                  <a:ext uri="{FF2B5EF4-FFF2-40B4-BE49-F238E27FC236}">
                    <a16:creationId id="{898F125F-9B2F-5C48-099D-2E5C6688A6CD}"/>
                  </a:ext>
                </a:extLst>
              </p:cNvPr>
              <p:cNvSpPr/>
              <p:nvPr/>
            </p:nvSpPr>
            <p:spPr>
              <a:xfrm flipV="false" flipH="false">
                <a:off x="-2344283" y="-1766270"/>
                <a:ext cx="1708673" cy="1708674"/>
              </a:xfrm>
              <a:custGeom>
                <a:avLst/>
                <a:gdLst>
                  <a:gd fmla="*/ 853701 w 1708673" name="connsiteX0"/>
                  <a:gd fmla="*/ 1708444 h 1708674" name="connsiteY0"/>
                  <a:gd fmla="*/ -803 w 1708673" name="connsiteX1"/>
                  <a:gd fmla="*/ 854274 h 1708674" name="connsiteY1"/>
                  <a:gd fmla="*/ 853367 w 1708673" name="connsiteX2"/>
                  <a:gd fmla="*/ -230 h 1708674" name="connsiteY2"/>
                  <a:gd fmla="*/ 1707871 w 1708673" name="connsiteX3"/>
                  <a:gd fmla="*/ 853940 h 1708674" name="connsiteY3"/>
                  <a:gd fmla="*/ 1707871 w 1708673" name="connsiteX4"/>
                  <a:gd fmla="*/ 854107 h 1708674" name="connsiteY4"/>
                  <a:gd fmla="*/ 853701 w 1708673" name="connsiteX5"/>
                  <a:gd fmla="*/ 1708444 h 1708674" name="connsiteY5"/>
                  <a:gd fmla="*/ 853701 w 1708673" name="connsiteX6"/>
                  <a:gd fmla="*/ 77559 h 1708674" name="connsiteY6"/>
                  <a:gd fmla="*/ 76818 w 1708673" name="connsiteX7"/>
                  <a:gd fmla="*/ 854107 h 1708674" name="connsiteY7"/>
                  <a:gd fmla="*/ 853367 w 1708673" name="connsiteX8"/>
                  <a:gd fmla="*/ 1630990 h 1708674" name="connsiteY8"/>
                  <a:gd fmla="*/ 1630251 w 1708673" name="connsiteX9"/>
                  <a:gd fmla="*/ 854441 h 1708674" name="connsiteY9"/>
                  <a:gd fmla="*/ 1630251 w 1708673" name="connsiteX10"/>
                  <a:gd fmla="*/ 854107 h 1708674" name="connsiteY10"/>
                  <a:gd fmla="*/ 853701 w 1708673" name="connsiteX11"/>
                  <a:gd fmla="*/ 77559 h 1708674" name="connsiteY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b="b" l="l" r="r" t="t"/>
                <a:pathLst>
                  <a:path h="1708674" w="1708673">
                    <a:moveTo>
                      <a:pt x="853701" y="1708444"/>
                    </a:moveTo>
                    <a:cubicBezTo>
                      <a:pt x="381862" y="1708545"/>
                      <a:pt x="-703" y="1326113"/>
                      <a:pt x="-803" y="854274"/>
                    </a:cubicBezTo>
                    <a:cubicBezTo>
                      <a:pt x="-887" y="382436"/>
                      <a:pt x="381529" y="-146"/>
                      <a:pt x="853367" y="-230"/>
                    </a:cubicBezTo>
                    <a:cubicBezTo>
                      <a:pt x="1325273" y="-330"/>
                      <a:pt x="1707703" y="382102"/>
                      <a:pt x="1707871" y="853940"/>
                    </a:cubicBezTo>
                    <a:cubicBezTo>
                      <a:pt x="1707871" y="853991"/>
                      <a:pt x="1707871" y="854057"/>
                      <a:pt x="1707871" y="854107"/>
                    </a:cubicBezTo>
                    <a:cubicBezTo>
                      <a:pt x="1707371" y="1325646"/>
                      <a:pt x="1325273" y="1707793"/>
                      <a:pt x="853701" y="1708444"/>
                    </a:cubicBezTo>
                    <a:close/>
                    <a:moveTo>
                      <a:pt x="853701" y="77559"/>
                    </a:moveTo>
                    <a:cubicBezTo>
                      <a:pt x="424729" y="77458"/>
                      <a:pt x="76918" y="425136"/>
                      <a:pt x="76818" y="854107"/>
                    </a:cubicBezTo>
                    <a:cubicBezTo>
                      <a:pt x="76734" y="1283079"/>
                      <a:pt x="424396" y="1630890"/>
                      <a:pt x="853367" y="1630990"/>
                    </a:cubicBezTo>
                    <a:cubicBezTo>
                      <a:pt x="1282371" y="1631090"/>
                      <a:pt x="1630084" y="1283413"/>
                      <a:pt x="1630251" y="854441"/>
                    </a:cubicBezTo>
                    <a:cubicBezTo>
                      <a:pt x="1630251" y="854324"/>
                      <a:pt x="1630251" y="854224"/>
                      <a:pt x="1630251" y="854107"/>
                    </a:cubicBezTo>
                    <a:cubicBezTo>
                      <a:pt x="1629749" y="425453"/>
                      <a:pt x="1282371" y="78109"/>
                      <a:pt x="853701" y="77559"/>
                    </a:cubicBezTo>
                    <a:close/>
                  </a:path>
                </a:pathLst>
              </a:custGeom>
              <a:solidFill>
                <a:srgbClr val="774927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e6b7223-a9bb-4b51-80c2-8d96093ad8ef" id="97" name="任意多边形: 形状 96">
                <a:extLst>
                  <a:ext uri="{FF2B5EF4-FFF2-40B4-BE49-F238E27FC236}">
                    <a16:creationId id="{F1797067-F7BC-F9A7-22F2-06F61BA2B02B}"/>
                  </a:ext>
                </a:extLst>
              </p:cNvPr>
              <p:cNvSpPr/>
              <p:nvPr/>
            </p:nvSpPr>
            <p:spPr>
              <a:xfrm flipV="false" flipH="false">
                <a:off x="-1659879" y="-1081865"/>
                <a:ext cx="339865" cy="339865"/>
              </a:xfrm>
              <a:custGeom>
                <a:avLst/>
                <a:gdLst>
                  <a:gd fmla="*/ 339865 w 339865" name="connsiteX0"/>
                  <a:gd fmla="*/ 169933 h 339865" name="connsiteY0"/>
                  <a:gd fmla="*/ 169933 w 339865" name="connsiteX1"/>
                  <a:gd fmla="*/ 339865 h 339865" name="connsiteY1"/>
                  <a:gd fmla="*/ 0 w 339865" name="connsiteX2"/>
                  <a:gd fmla="*/ 169933 h 339865" name="connsiteY2"/>
                  <a:gd fmla="*/ 169933 w 339865" name="connsiteX3"/>
                  <a:gd fmla="*/ 0 h 339865" name="connsiteY3"/>
                  <a:gd fmla="*/ 339865 w 339865" name="connsiteX4"/>
                  <a:gd fmla="*/ 169933 h 339865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339865" w="339865">
                    <a:moveTo>
                      <a:pt x="339865" y="169933"/>
                    </a:moveTo>
                    <a:cubicBezTo>
                      <a:pt x="339865" y="263784"/>
                      <a:pt x="263784" y="339865"/>
                      <a:pt x="169933" y="339865"/>
                    </a:cubicBezTo>
                    <a:cubicBezTo>
                      <a:pt x="76082" y="339865"/>
                      <a:pt x="0" y="263784"/>
                      <a:pt x="0" y="169933"/>
                    </a:cubicBezTo>
                    <a:cubicBezTo>
                      <a:pt x="0" y="76081"/>
                      <a:pt x="76082" y="0"/>
                      <a:pt x="169933" y="0"/>
                    </a:cubicBezTo>
                    <a:cubicBezTo>
                      <a:pt x="263784" y="0"/>
                      <a:pt x="339865" y="76081"/>
                      <a:pt x="339865" y="169933"/>
                    </a:cubicBez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9c8ed5a-1fe5-4ee5-9c2a-5b63c4148b1f" id="98" name="任意多边形: 形状 97">
                <a:extLst>
                  <a:ext uri="{FF2B5EF4-FFF2-40B4-BE49-F238E27FC236}">
                    <a16:creationId id="{45C21D5D-5F26-1957-F0B2-D3A40577FA5A}"/>
                  </a:ext>
                </a:extLst>
              </p:cNvPr>
              <p:cNvSpPr/>
              <p:nvPr/>
            </p:nvSpPr>
            <p:spPr>
              <a:xfrm flipV="false" flipH="false">
                <a:off x="-1566065" y="-988052"/>
                <a:ext cx="152238" cy="152238"/>
              </a:xfrm>
              <a:custGeom>
                <a:avLst/>
                <a:gdLst>
                  <a:gd fmla="*/ 151435 w 152238" name="connsiteX0"/>
                  <a:gd fmla="*/ 75889 h 152238" name="connsiteY0"/>
                  <a:gd fmla="*/ 75316 w 152238" name="connsiteX1"/>
                  <a:gd fmla="*/ -230 h 152238" name="connsiteY1"/>
                  <a:gd fmla="*/ -803 w 152238" name="connsiteX2"/>
                  <a:gd fmla="*/ 75889 h 152238" name="connsiteY2"/>
                  <a:gd fmla="*/ 75316 w 152238" name="connsiteX3"/>
                  <a:gd fmla="*/ 152008 h 152238" name="connsiteY3"/>
                  <a:gd fmla="*/ 75483 w 152238" name="connsiteX4"/>
                  <a:gd fmla="*/ 152008 h 152238" name="connsiteY4"/>
                  <a:gd fmla="*/ 151435 w 152238" name="connsiteX5"/>
                  <a:gd fmla="*/ 76056 h 152238" name="connsiteY5"/>
                  <a:gd fmla="*/ 151435 w 152238" name="connsiteX6"/>
                  <a:gd fmla="*/ 75889 h 152238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52238" w="152238">
                    <a:moveTo>
                      <a:pt x="151435" y="75889"/>
                    </a:moveTo>
                    <a:cubicBezTo>
                      <a:pt x="151435" y="33857"/>
                      <a:pt x="117381" y="-230"/>
                      <a:pt x="75316" y="-230"/>
                    </a:cubicBezTo>
                    <a:cubicBezTo>
                      <a:pt x="33250" y="-230"/>
                      <a:pt x="-803" y="33857"/>
                      <a:pt x="-803" y="75889"/>
                    </a:cubicBezTo>
                    <a:cubicBezTo>
                      <a:pt x="-803" y="117922"/>
                      <a:pt x="33250" y="152008"/>
                      <a:pt x="75316" y="152008"/>
                    </a:cubicBezTo>
                    <a:cubicBezTo>
                      <a:pt x="75316" y="152008"/>
                      <a:pt x="75483" y="152008"/>
                      <a:pt x="75483" y="152008"/>
                    </a:cubicBezTo>
                    <a:cubicBezTo>
                      <a:pt x="117381" y="152008"/>
                      <a:pt x="151435" y="118005"/>
                      <a:pt x="151435" y="76056"/>
                    </a:cubicBezTo>
                    <a:cubicBezTo>
                      <a:pt x="151435" y="76006"/>
                      <a:pt x="151435" y="75939"/>
                      <a:pt x="151435" y="75889"/>
                    </a:cubicBez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ad8fb1e-368a-445c-a9ad-ddd42c3dd16e" id="99" name="任意多边形: 形状 98">
                <a:extLst>
                  <a:ext uri="{FF2B5EF4-FFF2-40B4-BE49-F238E27FC236}">
                    <a16:creationId id="{8CF006AD-AE6C-5CEF-48D1-4B408BB79557}"/>
                  </a:ext>
                </a:extLst>
              </p:cNvPr>
              <p:cNvSpPr/>
              <p:nvPr/>
            </p:nvSpPr>
            <p:spPr>
              <a:xfrm flipV="false" flipH="false">
                <a:off x="-1587933" y="-1017932"/>
                <a:ext cx="204653" cy="204654"/>
              </a:xfrm>
              <a:custGeom>
                <a:avLst/>
                <a:gdLst>
                  <a:gd fmla="*/ -803 w 204653" name="connsiteX0"/>
                  <a:gd fmla="*/ 101930 h 204654" name="connsiteY0"/>
                  <a:gd fmla="*/ 101357 w 204653" name="connsiteX1"/>
                  <a:gd fmla="*/ 204424 h 204654" name="connsiteY1"/>
                  <a:gd fmla="*/ 203850 w 204653" name="connsiteX2"/>
                  <a:gd fmla="*/ 102264 h 204654" name="connsiteY2"/>
                  <a:gd fmla="*/ 101690 w 204653" name="connsiteX3"/>
                  <a:gd fmla="*/ -230 h 204654" name="connsiteY3"/>
                  <a:gd fmla="*/ 101357 w 204653" name="connsiteX4"/>
                  <a:gd fmla="*/ -230 h 204654" name="connsiteY4"/>
                  <a:gd fmla="*/ -803 w 204653" name="connsiteX5"/>
                  <a:gd fmla="*/ 101930 h 204654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204654" w="204653">
                    <a:moveTo>
                      <a:pt x="-803" y="101930"/>
                    </a:moveTo>
                    <a:cubicBezTo>
                      <a:pt x="-970" y="158452"/>
                      <a:pt x="44768" y="204324"/>
                      <a:pt x="101357" y="204424"/>
                    </a:cubicBezTo>
                    <a:cubicBezTo>
                      <a:pt x="157945" y="204524"/>
                      <a:pt x="203684" y="158786"/>
                      <a:pt x="203850" y="102264"/>
                    </a:cubicBezTo>
                    <a:cubicBezTo>
                      <a:pt x="204017" y="45759"/>
                      <a:pt x="158279" y="-130"/>
                      <a:pt x="101690" y="-230"/>
                    </a:cubicBezTo>
                    <a:cubicBezTo>
                      <a:pt x="101524" y="-230"/>
                      <a:pt x="101524" y="-230"/>
                      <a:pt x="101357" y="-230"/>
                    </a:cubicBezTo>
                    <a:cubicBezTo>
                      <a:pt x="44935" y="-230"/>
                      <a:pt x="-803" y="45509"/>
                      <a:pt x="-803" y="101930"/>
                    </a:cubicBez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a700c1c-1696-40c7-aa18-375288fd84d8" id="100" name="任意多边形: 形状 99">
                <a:extLst>
                  <a:ext uri="{FF2B5EF4-FFF2-40B4-BE49-F238E27FC236}">
                    <a16:creationId id="{367E4014-764C-0EA8-AB70-A846F8093D87}"/>
                  </a:ext>
                </a:extLst>
              </p:cNvPr>
              <p:cNvSpPr/>
              <p:nvPr/>
            </p:nvSpPr>
            <p:spPr>
              <a:xfrm flipV="false" flipH="false">
                <a:off x="-3005151" y="-1206727"/>
                <a:ext cx="605948" cy="605948"/>
              </a:xfrm>
              <a:custGeom>
                <a:avLst/>
                <a:gdLst>
                  <a:gd fmla="*/ -803 w 605948" name="connsiteX0"/>
                  <a:gd fmla="*/ 302744 h 605948" name="connsiteY0"/>
                  <a:gd fmla="*/ 302172 w 605948" name="connsiteX1"/>
                  <a:gd fmla="*/ -230 h 605948" name="connsiteY1"/>
                  <a:gd fmla="*/ 605145 w 605948" name="connsiteX2"/>
                  <a:gd fmla="*/ 302744 h 605948" name="connsiteY2"/>
                  <a:gd fmla="*/ 302172 w 605948" name="connsiteX3"/>
                  <a:gd fmla="*/ 605719 h 605948" name="connsiteY3"/>
                  <a:gd fmla="*/ 302004 w 605948" name="connsiteX4"/>
                  <a:gd fmla="*/ 605719 h 605948" name="connsiteY4"/>
                  <a:gd fmla="*/ -803 w 605948" name="connsiteX5"/>
                  <a:gd fmla="*/ 302744 h 605948" name="connsiteY5"/>
                  <a:gd fmla="*/ 41096 w 605948" name="connsiteX6"/>
                  <a:gd fmla="*/ 302744 h 605948" name="connsiteY6"/>
                  <a:gd fmla="*/ 302004 w 605948" name="connsiteX7"/>
                  <a:gd fmla="*/ 563987 h 605948" name="connsiteY7"/>
                  <a:gd fmla="*/ 563246 w 605948" name="connsiteX8"/>
                  <a:gd fmla="*/ 303078 h 605948" name="connsiteY8"/>
                  <a:gd fmla="*/ 302338 w 605948" name="connsiteX9"/>
                  <a:gd fmla="*/ 41836 h 605948" name="connsiteY9"/>
                  <a:gd fmla="*/ 302004 w 605948" name="connsiteX10"/>
                  <a:gd fmla="*/ 41836 h 605948" name="connsiteY10"/>
                  <a:gd fmla="*/ 41096 w 605948" name="connsiteX11"/>
                  <a:gd fmla="*/ 302744 h 605948" name="connsiteY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b="b" l="l" r="r" t="t"/>
                <a:pathLst>
                  <a:path h="605948" w="605948">
                    <a:moveTo>
                      <a:pt x="-803" y="302744"/>
                    </a:moveTo>
                    <a:cubicBezTo>
                      <a:pt x="-803" y="135416"/>
                      <a:pt x="134842" y="-230"/>
                      <a:pt x="302172" y="-230"/>
                    </a:cubicBezTo>
                    <a:cubicBezTo>
                      <a:pt x="469500" y="-230"/>
                      <a:pt x="605145" y="135416"/>
                      <a:pt x="605145" y="302744"/>
                    </a:cubicBezTo>
                    <a:cubicBezTo>
                      <a:pt x="605145" y="470073"/>
                      <a:pt x="469500" y="605719"/>
                      <a:pt x="302172" y="605719"/>
                    </a:cubicBezTo>
                    <a:cubicBezTo>
                      <a:pt x="302121" y="605719"/>
                      <a:pt x="302054" y="605719"/>
                      <a:pt x="302004" y="605719"/>
                    </a:cubicBezTo>
                    <a:cubicBezTo>
                      <a:pt x="134776" y="605535"/>
                      <a:pt x="-703" y="469973"/>
                      <a:pt x="-803" y="302744"/>
                    </a:cubicBezTo>
                    <a:close/>
                    <a:moveTo>
                      <a:pt x="41096" y="302744"/>
                    </a:moveTo>
                    <a:cubicBezTo>
                      <a:pt x="41012" y="446937"/>
                      <a:pt x="157812" y="563887"/>
                      <a:pt x="302004" y="563987"/>
                    </a:cubicBezTo>
                    <a:cubicBezTo>
                      <a:pt x="446197" y="564087"/>
                      <a:pt x="563146" y="447271"/>
                      <a:pt x="563246" y="303078"/>
                    </a:cubicBezTo>
                    <a:cubicBezTo>
                      <a:pt x="563330" y="158886"/>
                      <a:pt x="446530" y="41936"/>
                      <a:pt x="302338" y="41836"/>
                    </a:cubicBezTo>
                    <a:cubicBezTo>
                      <a:pt x="302221" y="41836"/>
                      <a:pt x="302121" y="41836"/>
                      <a:pt x="302004" y="41836"/>
                    </a:cubicBezTo>
                    <a:cubicBezTo>
                      <a:pt x="157979" y="42020"/>
                      <a:pt x="41279" y="158719"/>
                      <a:pt x="41096" y="302744"/>
                    </a:cubicBez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fe19501-412e-418a-91d7-84bb77a92f79" id="101" name="任意多边形: 形状 100">
                <a:extLst>
                  <a:ext uri="{FF2B5EF4-FFF2-40B4-BE49-F238E27FC236}">
                    <a16:creationId id="{72FB9FC2-AFAC-336A-E978-9971A825DA40}"/>
                  </a:ext>
                </a:extLst>
              </p:cNvPr>
              <p:cNvSpPr/>
              <p:nvPr/>
            </p:nvSpPr>
            <p:spPr>
              <a:xfrm flipV="false" flipH="false">
                <a:off x="-2723289" y="-1206385"/>
                <a:ext cx="1284923" cy="605773"/>
              </a:xfrm>
              <a:custGeom>
                <a:avLst/>
                <a:gdLst>
                  <a:gd fmla="*/ 20142 w 1284923" name="connsiteX0"/>
                  <a:gd fmla="*/ 605377 h 605773" name="connsiteY0"/>
                  <a:gd fmla="*/ 24316 w 1284923" name="connsiteX1"/>
                  <a:gd fmla="*/ 605377 h 605773" name="connsiteY1"/>
                  <a:gd fmla="*/ 1267428 w 1284923" name="connsiteX2"/>
                  <a:gd fmla="*/ 354150 h 605773" name="connsiteY2"/>
                  <a:gd fmla="*/ 1284121 w 1284923" name="connsiteX3"/>
                  <a:gd fmla="*/ 333618 h 605773" name="connsiteY3"/>
                  <a:gd fmla="*/ 1284121 w 1284923" name="connsiteX4"/>
                  <a:gd fmla="*/ 244645 h 605773" name="connsiteY4"/>
                  <a:gd fmla="*/ 1267428 w 1284923" name="connsiteX5"/>
                  <a:gd fmla="*/ 224114 h 605773" name="connsiteY5"/>
                  <a:gd fmla="*/ 23814 w 1284923" name="connsiteX6"/>
                  <a:gd fmla="*/ 96 h 605773" name="connsiteY6"/>
                  <a:gd fmla="*/ -473 w 1284923" name="connsiteX7"/>
                  <a:gd fmla="*/ 17039 h 605773" name="connsiteY7"/>
                  <a:gd fmla="*/ 16470 w 1284923" name="connsiteX8"/>
                  <a:gd fmla="*/ 41327 h 605773" name="connsiteY8"/>
                  <a:gd fmla="*/ 1242389 w 1284923" name="connsiteX9"/>
                  <a:gd fmla="*/ 261839 h 605773" name="connsiteY9"/>
                  <a:gd fmla="*/ 1242389 w 1284923" name="connsiteX10"/>
                  <a:gd fmla="*/ 316091 h 605773" name="connsiteY10"/>
                  <a:gd fmla="*/ 15969 w 1284923" name="connsiteX11"/>
                  <a:gd fmla="*/ 563979 h 605773" name="connsiteY11"/>
                  <a:gd fmla="*/ -23 w 1284923" name="connsiteX12"/>
                  <a:gd fmla="*/ 589068 h 605773" name="connsiteY12"/>
                  <a:gd fmla="*/ 20142 w 1284923" name="connsiteX13"/>
                  <a:gd fmla="*/ 605544 h 605773" name="connsiteY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b="b" l="l" r="r" t="t"/>
                <a:pathLst>
                  <a:path h="605773" w="1284923">
                    <a:moveTo>
                      <a:pt x="20142" y="605377"/>
                    </a:moveTo>
                    <a:cubicBezTo>
                      <a:pt x="21528" y="605544"/>
                      <a:pt x="22930" y="605544"/>
                      <a:pt x="24316" y="605377"/>
                    </a:cubicBezTo>
                    <a:lnTo>
                      <a:pt x="1267428" y="354150"/>
                    </a:lnTo>
                    <a:cubicBezTo>
                      <a:pt x="1277110" y="352164"/>
                      <a:pt x="1284121" y="343567"/>
                      <a:pt x="1284121" y="333618"/>
                    </a:cubicBezTo>
                    <a:lnTo>
                      <a:pt x="1284121" y="244645"/>
                    </a:lnTo>
                    <a:cubicBezTo>
                      <a:pt x="1284121" y="234696"/>
                      <a:pt x="1277110" y="226100"/>
                      <a:pt x="1267428" y="224114"/>
                    </a:cubicBezTo>
                    <a:lnTo>
                      <a:pt x="23814" y="96"/>
                    </a:lnTo>
                    <a:cubicBezTo>
                      <a:pt x="12430" y="-1924"/>
                      <a:pt x="1546" y="5655"/>
                      <a:pt x="-473" y="17039"/>
                    </a:cubicBezTo>
                    <a:cubicBezTo>
                      <a:pt x="-2510" y="28424"/>
                      <a:pt x="5085" y="39307"/>
                      <a:pt x="16470" y="41327"/>
                    </a:cubicBezTo>
                    <a:lnTo>
                      <a:pt x="1242389" y="261839"/>
                    </a:lnTo>
                    <a:lnTo>
                      <a:pt x="1242389" y="316091"/>
                    </a:lnTo>
                    <a:lnTo>
                      <a:pt x="15969" y="563979"/>
                    </a:lnTo>
                    <a:cubicBezTo>
                      <a:pt x="4635" y="566482"/>
                      <a:pt x="-2527" y="577717"/>
                      <a:pt x="-23" y="589068"/>
                    </a:cubicBezTo>
                    <a:cubicBezTo>
                      <a:pt x="2080" y="598550"/>
                      <a:pt x="10427" y="605377"/>
                      <a:pt x="20142" y="605544"/>
                    </a:cubicBez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181c669-1dac-42f8-a20e-077706b9cbf5" id="102" name="任意多边形: 形状 101">
                <a:extLst>
                  <a:ext uri="{FF2B5EF4-FFF2-40B4-BE49-F238E27FC236}">
                    <a16:creationId id="{5AB116A2-414D-4DA9-4139-92379387A981}"/>
                  </a:ext>
                </a:extLst>
              </p:cNvPr>
              <p:cNvSpPr/>
              <p:nvPr/>
            </p:nvSpPr>
            <p:spPr>
              <a:xfrm flipV="false" flipH="false">
                <a:off x="-1566566" y="-997567"/>
                <a:ext cx="161920" cy="161920"/>
              </a:xfrm>
              <a:custGeom>
                <a:avLst/>
                <a:gdLst>
                  <a:gd fmla="*/ -803 w 161920" name="connsiteX0"/>
                  <a:gd fmla="*/ 80730 h 161920" name="connsiteY0"/>
                  <a:gd fmla="*/ 80158 w 161920" name="connsiteX1"/>
                  <a:gd fmla="*/ 161690 h 161920" name="connsiteY1"/>
                  <a:gd fmla="*/ 161117 w 161920" name="connsiteX2"/>
                  <a:gd fmla="*/ 80730 h 161920" name="connsiteY2"/>
                  <a:gd fmla="*/ 80158 w 161920" name="connsiteX3"/>
                  <a:gd fmla="*/ -230 h 161920" name="connsiteY3"/>
                  <a:gd fmla="*/ 79990 w 161920" name="connsiteX4"/>
                  <a:gd fmla="*/ -230 h 161920" name="connsiteY4"/>
                  <a:gd fmla="*/ -803 w 161920" name="connsiteX5"/>
                  <a:gd fmla="*/ 80563 h 161920" name="connsiteY5"/>
                  <a:gd fmla="*/ -803 w 161920" name="connsiteX6"/>
                  <a:gd fmla="*/ 80730 h 161920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61920" w="161920">
                    <a:moveTo>
                      <a:pt x="-803" y="80730"/>
                    </a:moveTo>
                    <a:cubicBezTo>
                      <a:pt x="-803" y="125451"/>
                      <a:pt x="35420" y="161690"/>
                      <a:pt x="80158" y="161690"/>
                    </a:cubicBezTo>
                    <a:cubicBezTo>
                      <a:pt x="124894" y="161690"/>
                      <a:pt x="161117" y="125451"/>
                      <a:pt x="161117" y="80730"/>
                    </a:cubicBezTo>
                    <a:cubicBezTo>
                      <a:pt x="161117" y="36011"/>
                      <a:pt x="124894" y="-230"/>
                      <a:pt x="80158" y="-230"/>
                    </a:cubicBezTo>
                    <a:cubicBezTo>
                      <a:pt x="80158" y="-230"/>
                      <a:pt x="79990" y="-230"/>
                      <a:pt x="79990" y="-230"/>
                    </a:cubicBezTo>
                    <a:cubicBezTo>
                      <a:pt x="35420" y="-230"/>
                      <a:pt x="-803" y="35944"/>
                      <a:pt x="-803" y="80563"/>
                    </a:cubicBezTo>
                    <a:cubicBezTo>
                      <a:pt x="-803" y="80614"/>
                      <a:pt x="-803" y="80680"/>
                      <a:pt x="-803" y="80730"/>
                    </a:cubicBezTo>
                    <a:close/>
                  </a:path>
                </a:pathLst>
              </a:custGeom>
              <a:solidFill>
                <a:srgbClr val="774927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95fd7be-ae75-45ba-b087-64d2f7b28d72" id="103" name="任意多边形: 形状 102">
                <a:extLst>
                  <a:ext uri="{FF2B5EF4-FFF2-40B4-BE49-F238E27FC236}">
                    <a16:creationId id="{3A87D8A2-3FCC-CA71-6CC3-F44761684AD8}"/>
                  </a:ext>
                </a:extLst>
              </p:cNvPr>
              <p:cNvSpPr/>
              <p:nvPr/>
            </p:nvSpPr>
            <p:spPr>
              <a:xfrm rot="17094599" flipV="false" flipH="false">
                <a:off x="-4395096" y="-1271037"/>
                <a:ext cx="729475" cy="25206"/>
              </a:xfrm>
              <a:custGeom>
                <a:avLst/>
                <a:gdLst>
                  <a:gd fmla="*/ -803 w 729475" name="connsiteX0"/>
                  <a:gd fmla="*/ -230 h 25206" name="connsiteY0"/>
                  <a:gd fmla="*/ 728672 w 729475" name="connsiteX1"/>
                  <a:gd fmla="*/ -230 h 25206" name="connsiteY1"/>
                  <a:gd fmla="*/ 728672 w 729475" name="connsiteX2"/>
                  <a:gd fmla="*/ 24976 h 25206" name="connsiteY2"/>
                  <a:gd fmla="*/ -803 w 729475" name="connsiteX3"/>
                  <a:gd fmla="*/ 24976 h 25206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25206" w="729475">
                    <a:moveTo>
                      <a:pt x="-803" y="-230"/>
                    </a:moveTo>
                    <a:lnTo>
                      <a:pt x="728672" y="-230"/>
                    </a:lnTo>
                    <a:lnTo>
                      <a:pt x="728672" y="24976"/>
                    </a:lnTo>
                    <a:lnTo>
                      <a:pt x="-803" y="24976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2cd34e1-af93-4fd4-9d8e-221d831c7e03" id="104" name="任意多边形: 形状 103">
                <a:extLst>
                  <a:ext uri="{FF2B5EF4-FFF2-40B4-BE49-F238E27FC236}">
                    <a16:creationId id="{9C048C7C-F5E3-AF44-A58E-8E36F6318164}"/>
                  </a:ext>
                </a:extLst>
              </p:cNvPr>
              <p:cNvSpPr/>
              <p:nvPr/>
            </p:nvSpPr>
            <p:spPr>
              <a:xfrm rot="19806808" flipV="false" flipH="false">
                <a:off x="-4112556" y="-1046143"/>
                <a:ext cx="731987" cy="25292"/>
              </a:xfrm>
              <a:custGeom>
                <a:avLst/>
                <a:gdLst>
                  <a:gd fmla="*/ -799 w 731987" name="connsiteX0"/>
                  <a:gd fmla="*/ -227 h 25292" name="connsiteY0"/>
                  <a:gd fmla="*/ 731189 w 731987" name="connsiteX1"/>
                  <a:gd fmla="*/ -227 h 25292" name="connsiteY1"/>
                  <a:gd fmla="*/ 731189 w 731987" name="connsiteX2"/>
                  <a:gd fmla="*/ 25066 h 25292" name="connsiteY2"/>
                  <a:gd fmla="*/ -799 w 731987" name="connsiteX3"/>
                  <a:gd fmla="*/ 25066 h 25292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25292" w="731987">
                    <a:moveTo>
                      <a:pt x="-799" y="-227"/>
                    </a:moveTo>
                    <a:lnTo>
                      <a:pt x="731189" y="-227"/>
                    </a:lnTo>
                    <a:lnTo>
                      <a:pt x="731189" y="25066"/>
                    </a:lnTo>
                    <a:lnTo>
                      <a:pt x="-799" y="25066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726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d7cd684-c6b7-47de-b405-edc2d0df464f" id="105" name="任意多边形: 形状 104">
                <a:extLst>
                  <a:ext uri="{FF2B5EF4-FFF2-40B4-BE49-F238E27FC236}">
                    <a16:creationId id="{5BE07A5E-B11A-268F-A2F5-D274534EFFB7}"/>
                  </a:ext>
                </a:extLst>
              </p:cNvPr>
              <p:cNvSpPr/>
              <p:nvPr/>
            </p:nvSpPr>
            <p:spPr>
              <a:xfrm rot="17094001" flipV="false" flipH="false">
                <a:off x="-3815300" y="-1170706"/>
                <a:ext cx="25206" cy="729475"/>
              </a:xfrm>
              <a:custGeom>
                <a:avLst/>
                <a:gdLst>
                  <a:gd fmla="*/ -803 w 25206" name="connsiteX0"/>
                  <a:gd fmla="*/ -230 h 729475" name="connsiteY0"/>
                  <a:gd fmla="*/ 24404 w 25206" name="connsiteX1"/>
                  <a:gd fmla="*/ -230 h 729475" name="connsiteY1"/>
                  <a:gd fmla="*/ 24404 w 25206" name="connsiteX2"/>
                  <a:gd fmla="*/ 729245 h 729475" name="connsiteY2"/>
                  <a:gd fmla="*/ -803 w 25206" name="connsiteX3"/>
                  <a:gd fmla="*/ 729245 h 729475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729475" w="25206">
                    <a:moveTo>
                      <a:pt x="-803" y="-230"/>
                    </a:moveTo>
                    <a:lnTo>
                      <a:pt x="24404" y="-230"/>
                    </a:lnTo>
                    <a:lnTo>
                      <a:pt x="24404" y="729245"/>
                    </a:lnTo>
                    <a:lnTo>
                      <a:pt x="-803" y="729245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0174b73-e832-4176-9d9f-362de3e8cc4b" id="106" name="任意多边形: 形状 105">
                <a:extLst>
                  <a:ext uri="{FF2B5EF4-FFF2-40B4-BE49-F238E27FC236}">
                    <a16:creationId id="{6F1620E2-74A1-45ED-0F6A-A87247420A3E}"/>
                  </a:ext>
                </a:extLst>
              </p:cNvPr>
              <p:cNvSpPr/>
              <p:nvPr/>
            </p:nvSpPr>
            <p:spPr>
              <a:xfrm rot="19793998" flipV="false" flipH="false">
                <a:off x="-3983060" y="-945749"/>
                <a:ext cx="25206" cy="729474"/>
              </a:xfrm>
              <a:custGeom>
                <a:avLst/>
                <a:gdLst>
                  <a:gd fmla="*/ -803 w 25206" name="connsiteX0"/>
                  <a:gd fmla="*/ -230 h 729474" name="connsiteY0"/>
                  <a:gd fmla="*/ 24403 w 25206" name="connsiteX1"/>
                  <a:gd fmla="*/ -230 h 729474" name="connsiteY1"/>
                  <a:gd fmla="*/ 24403 w 25206" name="connsiteX2"/>
                  <a:gd fmla="*/ 729245 h 729474" name="connsiteY2"/>
                  <a:gd fmla="*/ -803 w 25206" name="connsiteX3"/>
                  <a:gd fmla="*/ 729245 h 729474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729474" w="25206">
                    <a:moveTo>
                      <a:pt x="-803" y="-230"/>
                    </a:moveTo>
                    <a:lnTo>
                      <a:pt x="24403" y="-230"/>
                    </a:lnTo>
                    <a:lnTo>
                      <a:pt x="24403" y="729245"/>
                    </a:lnTo>
                    <a:lnTo>
                      <a:pt x="-803" y="729245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2637790-8b6a-4f8b-9b0c-8dd633f170c8" id="107" name="任意多边形: 形状 106">
                <a:extLst>
                  <a:ext uri="{FF2B5EF4-FFF2-40B4-BE49-F238E27FC236}">
                    <a16:creationId id="{65FE3473-BDBC-BBFB-DD69-AE65A23CE693}"/>
                  </a:ext>
                </a:extLst>
              </p:cNvPr>
              <p:cNvSpPr/>
              <p:nvPr/>
            </p:nvSpPr>
            <p:spPr>
              <a:xfrm rot="19793998" flipV="false" flipH="false">
                <a:off x="-4341398" y="-1573291"/>
                <a:ext cx="25206" cy="729474"/>
              </a:xfrm>
              <a:custGeom>
                <a:avLst/>
                <a:gdLst>
                  <a:gd fmla="*/ -803 w 25206" name="connsiteX0"/>
                  <a:gd fmla="*/ -230 h 729474" name="connsiteY0"/>
                  <a:gd fmla="*/ 24403 w 25206" name="connsiteX1"/>
                  <a:gd fmla="*/ -230 h 729474" name="connsiteY1"/>
                  <a:gd fmla="*/ 24403 w 25206" name="connsiteX2"/>
                  <a:gd fmla="*/ 729245 h 729474" name="connsiteY2"/>
                  <a:gd fmla="*/ -803 w 25206" name="connsiteX3"/>
                  <a:gd fmla="*/ 729245 h 729474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729474" w="25206">
                    <a:moveTo>
                      <a:pt x="-803" y="-230"/>
                    </a:moveTo>
                    <a:lnTo>
                      <a:pt x="24403" y="-230"/>
                    </a:lnTo>
                    <a:lnTo>
                      <a:pt x="24403" y="729245"/>
                    </a:lnTo>
                    <a:lnTo>
                      <a:pt x="-803" y="729245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45b717c-a74f-40a8-bb9c-974de53f7ddb" id="108" name="任意多边形: 形状 107">
                <a:extLst>
                  <a:ext uri="{FF2B5EF4-FFF2-40B4-BE49-F238E27FC236}">
                    <a16:creationId id="{2782BE9C-57A0-EBAD-54BE-FDE96320ACE4}"/>
                  </a:ext>
                </a:extLst>
              </p:cNvPr>
              <p:cNvSpPr/>
              <p:nvPr/>
            </p:nvSpPr>
            <p:spPr>
              <a:xfrm rot="17094001" flipV="false" flipH="false">
                <a:off x="-4514271" y="-1352296"/>
                <a:ext cx="25206" cy="729475"/>
              </a:xfrm>
              <a:custGeom>
                <a:avLst/>
                <a:gdLst>
                  <a:gd fmla="*/ -803 w 25206" name="connsiteX0"/>
                  <a:gd fmla="*/ -230 h 729475" name="connsiteY0"/>
                  <a:gd fmla="*/ 24403 w 25206" name="connsiteX1"/>
                  <a:gd fmla="*/ -230 h 729475" name="connsiteY1"/>
                  <a:gd fmla="*/ 24403 w 25206" name="connsiteX2"/>
                  <a:gd fmla="*/ 729246 h 729475" name="connsiteY2"/>
                  <a:gd fmla="*/ -803 w 25206" name="connsiteX3"/>
                  <a:gd fmla="*/ 729246 h 729475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729475" w="25206">
                    <a:moveTo>
                      <a:pt x="-803" y="-230"/>
                    </a:moveTo>
                    <a:lnTo>
                      <a:pt x="24403" y="-230"/>
                    </a:lnTo>
                    <a:lnTo>
                      <a:pt x="24403" y="729246"/>
                    </a:lnTo>
                    <a:lnTo>
                      <a:pt x="-803" y="729246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7c1b998-ab5b-4990-ac6d-adb5ef22bc59" id="109" name="任意多边形: 形状 108">
                <a:extLst>
                  <a:ext uri="{FF2B5EF4-FFF2-40B4-BE49-F238E27FC236}">
                    <a16:creationId id="{06C9A828-4169-02CE-F5C7-A881F852E0BB}"/>
                  </a:ext>
                </a:extLst>
              </p:cNvPr>
              <p:cNvSpPr/>
              <p:nvPr/>
            </p:nvSpPr>
            <p:spPr>
              <a:xfrm rot="19793399" flipV="false" flipH="false">
                <a:off x="-4795265" y="-724415"/>
                <a:ext cx="729475" cy="25206"/>
              </a:xfrm>
              <a:custGeom>
                <a:avLst/>
                <a:gdLst>
                  <a:gd fmla="*/ -803 w 729475" name="connsiteX0"/>
                  <a:gd fmla="*/ -230 h 25206" name="connsiteY0"/>
                  <a:gd fmla="*/ 728673 w 729475" name="connsiteX1"/>
                  <a:gd fmla="*/ -230 h 25206" name="connsiteY1"/>
                  <a:gd fmla="*/ 728673 w 729475" name="connsiteX2"/>
                  <a:gd fmla="*/ 24976 h 25206" name="connsiteY2"/>
                  <a:gd fmla="*/ -803 w 729475" name="connsiteX3"/>
                  <a:gd fmla="*/ 24976 h 25206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25206" w="729475">
                    <a:moveTo>
                      <a:pt x="-803" y="-230"/>
                    </a:moveTo>
                    <a:lnTo>
                      <a:pt x="728673" y="-230"/>
                    </a:lnTo>
                    <a:lnTo>
                      <a:pt x="728673" y="24976"/>
                    </a:lnTo>
                    <a:lnTo>
                      <a:pt x="-803" y="24976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b7c8b1c-b596-4848-99a7-66ebe8dd4855" id="110" name="任意多边形: 形状 109">
                <a:extLst>
                  <a:ext uri="{FF2B5EF4-FFF2-40B4-BE49-F238E27FC236}">
                    <a16:creationId id="{B03D37FD-19EB-3A04-E4AA-E2546A00ADC2}"/>
                  </a:ext>
                </a:extLst>
              </p:cNvPr>
              <p:cNvSpPr/>
              <p:nvPr/>
            </p:nvSpPr>
            <p:spPr>
              <a:xfrm rot="17094599" flipV="false" flipH="false">
                <a:off x="-4574245" y="-550689"/>
                <a:ext cx="729475" cy="25206"/>
              </a:xfrm>
              <a:custGeom>
                <a:avLst/>
                <a:gdLst>
                  <a:gd fmla="*/ -803 w 729475" name="connsiteX0"/>
                  <a:gd fmla="*/ -230 h 25206" name="connsiteY0"/>
                  <a:gd fmla="*/ 728672 w 729475" name="connsiteX1"/>
                  <a:gd fmla="*/ -230 h 25206" name="connsiteY1"/>
                  <a:gd fmla="*/ 728672 w 729475" name="connsiteX2"/>
                  <a:gd fmla="*/ 24976 h 25206" name="connsiteY2"/>
                  <a:gd fmla="*/ -803 w 729475" name="connsiteX3"/>
                  <a:gd fmla="*/ 24976 h 25206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25206" w="729475">
                    <a:moveTo>
                      <a:pt x="-803" y="-230"/>
                    </a:moveTo>
                    <a:lnTo>
                      <a:pt x="728672" y="-230"/>
                    </a:lnTo>
                    <a:lnTo>
                      <a:pt x="728672" y="24976"/>
                    </a:lnTo>
                    <a:lnTo>
                      <a:pt x="-803" y="24976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1b7328a-052b-4dd9-8e7a-3cc34ab992ea" id="111" name="任意多边形: 形状 110">
                <a:extLst>
                  <a:ext uri="{FF2B5EF4-FFF2-40B4-BE49-F238E27FC236}">
                    <a16:creationId id="{4A5E6A29-1B93-F46C-D7AB-0F89F5560FCC}"/>
                  </a:ext>
                </a:extLst>
              </p:cNvPr>
              <p:cNvSpPr/>
              <p:nvPr/>
            </p:nvSpPr>
            <p:spPr>
              <a:xfrm flipV="false" flipH="false">
                <a:off x="-4933337" y="-1714689"/>
                <a:ext cx="1605513" cy="1605512"/>
              </a:xfrm>
              <a:custGeom>
                <a:avLst/>
                <a:gdLst>
                  <a:gd fmla="*/ 802121 w 1605513" name="connsiteX0"/>
                  <a:gd fmla="*/ 1605283 h 1605512" name="connsiteY0"/>
                  <a:gd fmla="*/ -803 w 1605513" name="connsiteX1"/>
                  <a:gd fmla="*/ 802694 h 1605512" name="connsiteY1"/>
                  <a:gd fmla="*/ 801787 w 1605513" name="connsiteX2"/>
                  <a:gd fmla="*/ -230 h 1605512" name="connsiteY2"/>
                  <a:gd fmla="*/ 1604710 w 1605513" name="connsiteX3"/>
                  <a:gd fmla="*/ 802360 h 1605512" name="connsiteY3"/>
                  <a:gd fmla="*/ 1604710 w 1605513" name="connsiteX4"/>
                  <a:gd fmla="*/ 802527 h 1605512" name="connsiteY4"/>
                  <a:gd fmla="*/ 802121 w 1605513" name="connsiteX5"/>
                  <a:gd fmla="*/ 1605283 h 1605512" name="connsiteY5"/>
                  <a:gd fmla="*/ 802121 w 1605513" name="connsiteX6"/>
                  <a:gd fmla="*/ 95921 h 1605512" name="connsiteY6"/>
                  <a:gd fmla="*/ 95515 w 1605513" name="connsiteX7"/>
                  <a:gd fmla="*/ 802527 h 1605512" name="connsiteY7"/>
                  <a:gd fmla="*/ 802121 w 1605513" name="connsiteX8"/>
                  <a:gd fmla="*/ 1509133 h 1605512" name="connsiteY8"/>
                  <a:gd fmla="*/ 1508727 w 1605513" name="connsiteX9"/>
                  <a:gd fmla="*/ 802527 h 1605512" name="connsiteY9"/>
                  <a:gd fmla="*/ 802121 w 1605513" name="connsiteX10"/>
                  <a:gd fmla="*/ 95921 h 1605512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1605512" w="1605513">
                    <a:moveTo>
                      <a:pt x="802121" y="1605283"/>
                    </a:moveTo>
                    <a:cubicBezTo>
                      <a:pt x="358777" y="1605384"/>
                      <a:pt x="-703" y="1246038"/>
                      <a:pt x="-803" y="802694"/>
                    </a:cubicBezTo>
                    <a:cubicBezTo>
                      <a:pt x="-887" y="359350"/>
                      <a:pt x="358443" y="-130"/>
                      <a:pt x="801787" y="-230"/>
                    </a:cubicBezTo>
                    <a:cubicBezTo>
                      <a:pt x="1245131" y="-330"/>
                      <a:pt x="1604627" y="359016"/>
                      <a:pt x="1604710" y="802360"/>
                    </a:cubicBezTo>
                    <a:cubicBezTo>
                      <a:pt x="1604710" y="802410"/>
                      <a:pt x="1604710" y="802477"/>
                      <a:pt x="1604710" y="802527"/>
                    </a:cubicBezTo>
                    <a:cubicBezTo>
                      <a:pt x="1604260" y="1245620"/>
                      <a:pt x="1245214" y="1604732"/>
                      <a:pt x="802121" y="1605283"/>
                    </a:cubicBezTo>
                    <a:close/>
                    <a:moveTo>
                      <a:pt x="802121" y="95921"/>
                    </a:moveTo>
                    <a:cubicBezTo>
                      <a:pt x="411876" y="95921"/>
                      <a:pt x="95515" y="412283"/>
                      <a:pt x="95515" y="802527"/>
                    </a:cubicBezTo>
                    <a:cubicBezTo>
                      <a:pt x="95515" y="1192771"/>
                      <a:pt x="411876" y="1509133"/>
                      <a:pt x="802121" y="1509133"/>
                    </a:cubicBezTo>
                    <a:cubicBezTo>
                      <a:pt x="1192365" y="1509133"/>
                      <a:pt x="1508727" y="1192771"/>
                      <a:pt x="1508727" y="802527"/>
                    </a:cubicBezTo>
                    <a:cubicBezTo>
                      <a:pt x="1508276" y="412466"/>
                      <a:pt x="1192181" y="96388"/>
                      <a:pt x="802121" y="9592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e1d7f71-cbd1-402d-ac31-ca46266eaca9" id="112" name="任意多边形: 形状 111">
                <a:extLst>
                  <a:ext uri="{FF2B5EF4-FFF2-40B4-BE49-F238E27FC236}">
                    <a16:creationId id="{D6ACBA10-331C-D2A7-C60C-4A9E65690F12}"/>
                  </a:ext>
                </a:extLst>
              </p:cNvPr>
              <p:cNvSpPr/>
              <p:nvPr/>
            </p:nvSpPr>
            <p:spPr>
              <a:xfrm flipV="false" flipH="false">
                <a:off x="-4984917" y="-1766270"/>
                <a:ext cx="1708674" cy="1708674"/>
              </a:xfrm>
              <a:custGeom>
                <a:avLst/>
                <a:gdLst>
                  <a:gd fmla="*/ 853701 w 1708674" name="connsiteX0"/>
                  <a:gd fmla="*/ 1708444 h 1708674" name="connsiteY0"/>
                  <a:gd fmla="*/ -803 w 1708674" name="connsiteX1"/>
                  <a:gd fmla="*/ 854274 h 1708674" name="connsiteY1"/>
                  <a:gd fmla="*/ 853367 w 1708674" name="connsiteX2"/>
                  <a:gd fmla="*/ -230 h 1708674" name="connsiteY2"/>
                  <a:gd fmla="*/ 1707872 w 1708674" name="connsiteX3"/>
                  <a:gd fmla="*/ 853940 h 1708674" name="connsiteY3"/>
                  <a:gd fmla="*/ 1707872 w 1708674" name="connsiteX4"/>
                  <a:gd fmla="*/ 854107 h 1708674" name="connsiteY4"/>
                  <a:gd fmla="*/ 853701 w 1708674" name="connsiteX5"/>
                  <a:gd fmla="*/ 1708444 h 1708674" name="connsiteY5"/>
                  <a:gd fmla="*/ 853701 w 1708674" name="connsiteX6"/>
                  <a:gd fmla="*/ 77559 h 1708674" name="connsiteY6"/>
                  <a:gd fmla="*/ 76985 w 1708674" name="connsiteX7"/>
                  <a:gd fmla="*/ 854274 h 1708674" name="connsiteY7"/>
                  <a:gd fmla="*/ 853701 w 1708674" name="connsiteX8"/>
                  <a:gd fmla="*/ 1630990 h 1708674" name="connsiteY8"/>
                  <a:gd fmla="*/ 1630417 w 1708674" name="connsiteX9"/>
                  <a:gd fmla="*/ 854274 h 1708674" name="connsiteY9"/>
                  <a:gd fmla="*/ 1630417 w 1708674" name="connsiteX10"/>
                  <a:gd fmla="*/ 854107 h 1708674" name="connsiteY10"/>
                  <a:gd fmla="*/ 853701 w 1708674" name="connsiteX11"/>
                  <a:gd fmla="*/ 77559 h 1708674" name="connsiteY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b="b" l="l" r="r" t="t"/>
                <a:pathLst>
                  <a:path h="1708674" w="1708674">
                    <a:moveTo>
                      <a:pt x="853701" y="1708444"/>
                    </a:moveTo>
                    <a:cubicBezTo>
                      <a:pt x="381862" y="1708545"/>
                      <a:pt x="-703" y="1326113"/>
                      <a:pt x="-803" y="854274"/>
                    </a:cubicBezTo>
                    <a:cubicBezTo>
                      <a:pt x="-887" y="382436"/>
                      <a:pt x="381529" y="-146"/>
                      <a:pt x="853367" y="-230"/>
                    </a:cubicBezTo>
                    <a:cubicBezTo>
                      <a:pt x="1325206" y="-330"/>
                      <a:pt x="1707772" y="382102"/>
                      <a:pt x="1707872" y="853940"/>
                    </a:cubicBezTo>
                    <a:cubicBezTo>
                      <a:pt x="1707872" y="853991"/>
                      <a:pt x="1707872" y="854057"/>
                      <a:pt x="1707872" y="854107"/>
                    </a:cubicBezTo>
                    <a:cubicBezTo>
                      <a:pt x="1707320" y="1325646"/>
                      <a:pt x="1325239" y="1707793"/>
                      <a:pt x="853701" y="1708444"/>
                    </a:cubicBezTo>
                    <a:close/>
                    <a:moveTo>
                      <a:pt x="853701" y="77559"/>
                    </a:moveTo>
                    <a:cubicBezTo>
                      <a:pt x="424730" y="77559"/>
                      <a:pt x="76985" y="425303"/>
                      <a:pt x="76985" y="854274"/>
                    </a:cubicBezTo>
                    <a:cubicBezTo>
                      <a:pt x="76985" y="1283246"/>
                      <a:pt x="424730" y="1630990"/>
                      <a:pt x="853701" y="1630990"/>
                    </a:cubicBezTo>
                    <a:cubicBezTo>
                      <a:pt x="1282673" y="1630990"/>
                      <a:pt x="1630417" y="1283246"/>
                      <a:pt x="1630417" y="854274"/>
                    </a:cubicBezTo>
                    <a:cubicBezTo>
                      <a:pt x="1630417" y="854224"/>
                      <a:pt x="1630417" y="854157"/>
                      <a:pt x="1630417" y="854107"/>
                    </a:cubicBezTo>
                    <a:cubicBezTo>
                      <a:pt x="1629866" y="425403"/>
                      <a:pt x="1282422" y="78026"/>
                      <a:pt x="853701" y="77559"/>
                    </a:cubicBezTo>
                    <a:close/>
                  </a:path>
                </a:pathLst>
              </a:custGeom>
              <a:solidFill>
                <a:srgbClr val="774927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56ace67-3086-473f-b401-98d5c1053979" id="113" name="任意多边形: 形状 112">
                <a:extLst>
                  <a:ext uri="{FF2B5EF4-FFF2-40B4-BE49-F238E27FC236}">
                    <a16:creationId id="{CD711C2D-91F0-AAEB-6E19-8D7CAD71198D}"/>
                  </a:ext>
                </a:extLst>
              </p:cNvPr>
              <p:cNvSpPr/>
              <p:nvPr/>
            </p:nvSpPr>
            <p:spPr>
              <a:xfrm flipV="false" flipH="false">
                <a:off x="-4300513" y="-1081865"/>
                <a:ext cx="339865" cy="339865"/>
              </a:xfrm>
              <a:custGeom>
                <a:avLst/>
                <a:gdLst>
                  <a:gd fmla="*/ 339865 w 339865" name="connsiteX0"/>
                  <a:gd fmla="*/ 169933 h 339865" name="connsiteY0"/>
                  <a:gd fmla="*/ 169933 w 339865" name="connsiteX1"/>
                  <a:gd fmla="*/ 339865 h 339865" name="connsiteY1"/>
                  <a:gd fmla="*/ 0 w 339865" name="connsiteX2"/>
                  <a:gd fmla="*/ 169933 h 339865" name="connsiteY2"/>
                  <a:gd fmla="*/ 169933 w 339865" name="connsiteX3"/>
                  <a:gd fmla="*/ 0 h 339865" name="connsiteY3"/>
                  <a:gd fmla="*/ 339865 w 339865" name="connsiteX4"/>
                  <a:gd fmla="*/ 169933 h 339865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339865" w="339865">
                    <a:moveTo>
                      <a:pt x="339865" y="169933"/>
                    </a:moveTo>
                    <a:cubicBezTo>
                      <a:pt x="339865" y="263784"/>
                      <a:pt x="263784" y="339865"/>
                      <a:pt x="169933" y="339865"/>
                    </a:cubicBezTo>
                    <a:cubicBezTo>
                      <a:pt x="76081" y="339865"/>
                      <a:pt x="0" y="263784"/>
                      <a:pt x="0" y="169933"/>
                    </a:cubicBezTo>
                    <a:cubicBezTo>
                      <a:pt x="0" y="76081"/>
                      <a:pt x="76081" y="0"/>
                      <a:pt x="169933" y="0"/>
                    </a:cubicBezTo>
                    <a:cubicBezTo>
                      <a:pt x="263784" y="0"/>
                      <a:pt x="339865" y="76081"/>
                      <a:pt x="339865" y="169933"/>
                    </a:cubicBez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804f6b3-90af-4e70-839d-622fb59bdefb" id="114" name="任意多边形: 形状 113">
                <a:extLst>
                  <a:ext uri="{FF2B5EF4-FFF2-40B4-BE49-F238E27FC236}">
                    <a16:creationId id="{A9CC896D-79F3-3B88-5CE1-BEB72347DFE7}"/>
                  </a:ext>
                </a:extLst>
              </p:cNvPr>
              <p:cNvSpPr/>
              <p:nvPr/>
            </p:nvSpPr>
            <p:spPr>
              <a:xfrm flipV="false" flipH="false">
                <a:off x="-4206699" y="-988052"/>
                <a:ext cx="152238" cy="152238"/>
              </a:xfrm>
              <a:custGeom>
                <a:avLst/>
                <a:gdLst>
                  <a:gd fmla="*/ 151435 w 152238" name="connsiteX0"/>
                  <a:gd fmla="*/ 75889 h 152238" name="connsiteY0"/>
                  <a:gd fmla="*/ 75316 w 152238" name="connsiteX1"/>
                  <a:gd fmla="*/ -230 h 152238" name="connsiteY1"/>
                  <a:gd fmla="*/ -803 w 152238" name="connsiteX2"/>
                  <a:gd fmla="*/ 75889 h 152238" name="connsiteY2"/>
                  <a:gd fmla="*/ 75316 w 152238" name="connsiteX3"/>
                  <a:gd fmla="*/ 152008 h 152238" name="connsiteY3"/>
                  <a:gd fmla="*/ 75483 w 152238" name="connsiteX4"/>
                  <a:gd fmla="*/ 152008 h 152238" name="connsiteY4"/>
                  <a:gd fmla="*/ 151435 w 152238" name="connsiteX5"/>
                  <a:gd fmla="*/ 76056 h 152238" name="connsiteY5"/>
                  <a:gd fmla="*/ 151435 w 152238" name="connsiteX6"/>
                  <a:gd fmla="*/ 75889 h 152238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52238" w="152238">
                    <a:moveTo>
                      <a:pt x="151435" y="75889"/>
                    </a:moveTo>
                    <a:cubicBezTo>
                      <a:pt x="151435" y="33857"/>
                      <a:pt x="117349" y="-230"/>
                      <a:pt x="75316" y="-230"/>
                    </a:cubicBezTo>
                    <a:cubicBezTo>
                      <a:pt x="33283" y="-230"/>
                      <a:pt x="-803" y="33857"/>
                      <a:pt x="-803" y="75889"/>
                    </a:cubicBezTo>
                    <a:cubicBezTo>
                      <a:pt x="-803" y="117922"/>
                      <a:pt x="33283" y="152008"/>
                      <a:pt x="75316" y="152008"/>
                    </a:cubicBezTo>
                    <a:cubicBezTo>
                      <a:pt x="75366" y="152008"/>
                      <a:pt x="75432" y="152008"/>
                      <a:pt x="75483" y="152008"/>
                    </a:cubicBezTo>
                    <a:cubicBezTo>
                      <a:pt x="117432" y="152008"/>
                      <a:pt x="151435" y="118005"/>
                      <a:pt x="151435" y="76056"/>
                    </a:cubicBezTo>
                    <a:cubicBezTo>
                      <a:pt x="151435" y="76006"/>
                      <a:pt x="151435" y="75939"/>
                      <a:pt x="151435" y="75889"/>
                    </a:cubicBez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50bda84-7d0c-4625-8818-cb3a40bd1afb" id="115" name="任意多边形: 形状 114">
                <a:extLst>
                  <a:ext uri="{FF2B5EF4-FFF2-40B4-BE49-F238E27FC236}">
                    <a16:creationId id="{076B5F8E-70FA-699A-B868-363669CCADE4}"/>
                  </a:ext>
                </a:extLst>
              </p:cNvPr>
              <p:cNvSpPr/>
              <p:nvPr/>
            </p:nvSpPr>
            <p:spPr>
              <a:xfrm flipV="false" flipH="false">
                <a:off x="-4152781" y="-1829536"/>
                <a:ext cx="940638" cy="940651"/>
              </a:xfrm>
              <a:custGeom>
                <a:avLst/>
                <a:gdLst>
                  <a:gd fmla="*/ 917301 w 940638" name="connsiteX0"/>
                  <a:gd fmla="*/ 940409 h 940651" name="connsiteY0"/>
                  <a:gd fmla="*/ 939836 w 940638" name="connsiteX1"/>
                  <a:gd fmla="*/ 917874 h 940651" name="connsiteY1"/>
                  <a:gd fmla="*/ 21732 w 940638" name="connsiteX2"/>
                  <a:gd fmla="*/ -230 h 940651" name="connsiteY2"/>
                  <a:gd fmla="*/ -803 w 940638" name="connsiteX3"/>
                  <a:gd fmla="*/ 22305 h 940651" name="connsiteY3"/>
                  <a:gd fmla="*/ 21732 w 940638" name="connsiteX4"/>
                  <a:gd fmla="*/ 44841 h 940651" name="connsiteY4"/>
                  <a:gd fmla="*/ 894098 w 940638" name="connsiteX5"/>
                  <a:gd fmla="*/ 917206 h 940651" name="connsiteY5"/>
                  <a:gd fmla="*/ 915598 w 940638" name="connsiteX6"/>
                  <a:gd fmla="*/ 940409 h 940651" name="connsiteY6"/>
                  <a:gd fmla="*/ 917301 w 940638" name="connsiteX7"/>
                  <a:gd fmla="*/ 940409 h 940651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940651" w="940638">
                    <a:moveTo>
                      <a:pt x="917301" y="940409"/>
                    </a:moveTo>
                    <a:cubicBezTo>
                      <a:pt x="929753" y="940409"/>
                      <a:pt x="939836" y="930327"/>
                      <a:pt x="939836" y="917874"/>
                    </a:cubicBezTo>
                    <a:cubicBezTo>
                      <a:pt x="939836" y="410813"/>
                      <a:pt x="528793" y="-230"/>
                      <a:pt x="21732" y="-230"/>
                    </a:cubicBezTo>
                    <a:cubicBezTo>
                      <a:pt x="9279" y="-230"/>
                      <a:pt x="-803" y="9853"/>
                      <a:pt x="-803" y="22305"/>
                    </a:cubicBezTo>
                    <a:cubicBezTo>
                      <a:pt x="-803" y="34758"/>
                      <a:pt x="9279" y="44841"/>
                      <a:pt x="21732" y="44841"/>
                    </a:cubicBezTo>
                    <a:cubicBezTo>
                      <a:pt x="503302" y="45392"/>
                      <a:pt x="893547" y="435636"/>
                      <a:pt x="894098" y="917206"/>
                    </a:cubicBezTo>
                    <a:cubicBezTo>
                      <a:pt x="893630" y="929559"/>
                      <a:pt x="903262" y="939942"/>
                      <a:pt x="915598" y="940409"/>
                    </a:cubicBezTo>
                    <a:cubicBezTo>
                      <a:pt x="916166" y="940426"/>
                      <a:pt x="916733" y="940426"/>
                      <a:pt x="917301" y="940409"/>
                    </a:cubicBezTo>
                    <a:close/>
                  </a:path>
                </a:pathLst>
              </a:custGeom>
              <a:solidFill>
                <a:srgbClr val="EBB24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a1cccee-2d42-42e1-917e-10ad34e1ae9b" id="116" name="任意多边形: 形状 115">
                <a:extLst>
                  <a:ext uri="{FF2B5EF4-FFF2-40B4-BE49-F238E27FC236}">
                    <a16:creationId id="{A81592C1-BBF1-6E44-A472-E73D4F2B026C}"/>
                  </a:ext>
                </a:extLst>
              </p:cNvPr>
              <p:cNvSpPr/>
              <p:nvPr/>
            </p:nvSpPr>
            <p:spPr>
              <a:xfrm flipV="false" flipH="false">
                <a:off x="-4228566" y="-1017932"/>
                <a:ext cx="204653" cy="204654"/>
              </a:xfrm>
              <a:custGeom>
                <a:avLst/>
                <a:gdLst>
                  <a:gd fmla="*/ -803 w 204653" name="connsiteX0"/>
                  <a:gd fmla="*/ 101931 h 204654" name="connsiteY0"/>
                  <a:gd fmla="*/ 101357 w 204653" name="connsiteX1"/>
                  <a:gd fmla="*/ 204424 h 204654" name="connsiteY1"/>
                  <a:gd fmla="*/ 203850 w 204653" name="connsiteX2"/>
                  <a:gd fmla="*/ 102264 h 204654" name="connsiteY2"/>
                  <a:gd fmla="*/ 101690 w 204653" name="connsiteX3"/>
                  <a:gd fmla="*/ -230 h 204654" name="connsiteY3"/>
                  <a:gd fmla="*/ 101524 w 204653" name="connsiteX4"/>
                  <a:gd fmla="*/ -230 h 204654" name="connsiteY4"/>
                  <a:gd fmla="*/ -803 w 204653" name="connsiteX5"/>
                  <a:gd fmla="*/ 101764 h 204654" name="connsiteY5"/>
                  <a:gd fmla="*/ -803 w 204653" name="connsiteX6"/>
                  <a:gd fmla="*/ 101931 h 204654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204654" w="204653">
                    <a:moveTo>
                      <a:pt x="-803" y="101931"/>
                    </a:moveTo>
                    <a:cubicBezTo>
                      <a:pt x="-887" y="158452"/>
                      <a:pt x="44852" y="204324"/>
                      <a:pt x="101357" y="204424"/>
                    </a:cubicBezTo>
                    <a:cubicBezTo>
                      <a:pt x="157878" y="204524"/>
                      <a:pt x="203750" y="158786"/>
                      <a:pt x="203850" y="102264"/>
                    </a:cubicBezTo>
                    <a:cubicBezTo>
                      <a:pt x="203951" y="45759"/>
                      <a:pt x="158213" y="-129"/>
                      <a:pt x="101690" y="-230"/>
                    </a:cubicBezTo>
                    <a:cubicBezTo>
                      <a:pt x="101640" y="-230"/>
                      <a:pt x="101574" y="-230"/>
                      <a:pt x="101524" y="-230"/>
                    </a:cubicBezTo>
                    <a:cubicBezTo>
                      <a:pt x="45102" y="-330"/>
                      <a:pt x="-703" y="45342"/>
                      <a:pt x="-803" y="101764"/>
                    </a:cubicBezTo>
                    <a:cubicBezTo>
                      <a:pt x="-803" y="101813"/>
                      <a:pt x="-803" y="101880"/>
                      <a:pt x="-803" y="101931"/>
                    </a:cubicBez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796ba1c-3161-45d4-bb0c-545d22d62717" id="117" name="任意多边形: 形状 116">
                <a:extLst>
                  <a:ext uri="{FF2B5EF4-FFF2-40B4-BE49-F238E27FC236}">
                    <a16:creationId id="{8D2F4227-742A-B163-765B-8E7D970F5B52}"/>
                  </a:ext>
                </a:extLst>
              </p:cNvPr>
              <p:cNvSpPr/>
              <p:nvPr/>
            </p:nvSpPr>
            <p:spPr>
              <a:xfrm flipV="false" flipH="false">
                <a:off x="-4206199" y="-997567"/>
                <a:ext cx="161920" cy="161920"/>
              </a:xfrm>
              <a:custGeom>
                <a:avLst/>
                <a:gdLst>
                  <a:gd fmla="*/ -803 w 161920" name="connsiteX0"/>
                  <a:gd fmla="*/ 80730 h 161920" name="connsiteY0"/>
                  <a:gd fmla="*/ 80158 w 161920" name="connsiteX1"/>
                  <a:gd fmla="*/ 161690 h 161920" name="connsiteY1"/>
                  <a:gd fmla="*/ 161117 w 161920" name="connsiteX2"/>
                  <a:gd fmla="*/ 80730 h 161920" name="connsiteY2"/>
                  <a:gd fmla="*/ 80158 w 161920" name="connsiteX3"/>
                  <a:gd fmla="*/ -230 h 161920" name="connsiteY3"/>
                  <a:gd fmla="*/ -803 w 161920" name="connsiteX4"/>
                  <a:gd fmla="*/ 80730 h 161920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61920" w="161920">
                    <a:moveTo>
                      <a:pt x="-803" y="80730"/>
                    </a:moveTo>
                    <a:cubicBezTo>
                      <a:pt x="-803" y="125451"/>
                      <a:pt x="35437" y="161690"/>
                      <a:pt x="80158" y="161690"/>
                    </a:cubicBezTo>
                    <a:cubicBezTo>
                      <a:pt x="124877" y="161690"/>
                      <a:pt x="161117" y="125451"/>
                      <a:pt x="161117" y="80730"/>
                    </a:cubicBezTo>
                    <a:cubicBezTo>
                      <a:pt x="161117" y="36011"/>
                      <a:pt x="124860" y="-230"/>
                      <a:pt x="80158" y="-230"/>
                    </a:cubicBezTo>
                    <a:cubicBezTo>
                      <a:pt x="35437" y="-230"/>
                      <a:pt x="-803" y="36011"/>
                      <a:pt x="-803" y="80730"/>
                    </a:cubicBezTo>
                    <a:close/>
                  </a:path>
                </a:pathLst>
              </a:custGeom>
              <a:solidFill>
                <a:srgbClr val="774927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10b4056-fa58-4f8d-9a91-68a890bde823" id="118" name="任意多边形: 形状 117">
                <a:extLst>
                  <a:ext uri="{FF2B5EF4-FFF2-40B4-BE49-F238E27FC236}">
                    <a16:creationId id="{F021BDD6-A40E-B7A5-FA5F-714D6DC0D71D}"/>
                  </a:ext>
                </a:extLst>
              </p:cNvPr>
              <p:cNvSpPr/>
              <p:nvPr/>
            </p:nvSpPr>
            <p:spPr>
              <a:xfrm flipV="false" flipH="false">
                <a:off x="-2117734" y="-1911051"/>
                <a:ext cx="653059" cy="1015313"/>
              </a:xfrm>
              <a:custGeom>
                <a:avLst/>
                <a:gdLst>
                  <a:gd fmla="*/ 631325 w 653059" name="connsiteX0"/>
                  <a:gd fmla="*/ 1015081 h 1015313" name="connsiteY0"/>
                  <a:gd fmla="*/ 644512 w 653059" name="connsiteX1"/>
                  <a:gd fmla="*/ 1010407 h 1015313" name="connsiteY1"/>
                  <a:gd fmla="*/ 647517 w 653059" name="connsiteX2"/>
                  <a:gd fmla="*/ 980861 h 1015313" name="connsiteY2"/>
                  <a:gd fmla="*/ 37895 w 653059" name="connsiteX3"/>
                  <a:gd fmla="*/ 9673 h 1015313" name="connsiteY3"/>
                  <a:gd fmla="*/ 9101 w 653059" name="connsiteX4"/>
                  <a:gd fmla="*/ 2913 h 1015313" name="connsiteY4"/>
                  <a:gd fmla="*/ 2339 w 653059" name="connsiteX5"/>
                  <a:gd fmla="*/ 31708 h 1015313" name="connsiteY5"/>
                  <a:gd fmla="*/ 615133 w 653059" name="connsiteX6"/>
                  <a:gd fmla="*/ 1007402 h 1015313" name="connsiteY6"/>
                  <a:gd fmla="*/ 631325 w 653059" name="connsiteX7"/>
                  <a:gd fmla="*/ 1015081 h 1015313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015313" w="653059">
                    <a:moveTo>
                      <a:pt x="631325" y="1015081"/>
                    </a:moveTo>
                    <a:cubicBezTo>
                      <a:pt x="636166" y="1015114"/>
                      <a:pt x="640839" y="1013462"/>
                      <a:pt x="644512" y="1010407"/>
                    </a:cubicBezTo>
                    <a:cubicBezTo>
                      <a:pt x="653526" y="1003062"/>
                      <a:pt x="654861" y="989858"/>
                      <a:pt x="647517" y="980861"/>
                    </a:cubicBezTo>
                    <a:cubicBezTo>
                      <a:pt x="628988" y="957491"/>
                      <a:pt x="272930" y="387265"/>
                      <a:pt x="37895" y="9673"/>
                    </a:cubicBezTo>
                    <a:cubicBezTo>
                      <a:pt x="31803" y="-142"/>
                      <a:pt x="18916" y="-3180"/>
                      <a:pt x="9101" y="2913"/>
                    </a:cubicBezTo>
                    <a:cubicBezTo>
                      <a:pt x="-715" y="8989"/>
                      <a:pt x="-3753" y="21893"/>
                      <a:pt x="2339" y="31708"/>
                    </a:cubicBezTo>
                    <a:cubicBezTo>
                      <a:pt x="62601" y="128693"/>
                      <a:pt x="592263" y="979692"/>
                      <a:pt x="615133" y="1007402"/>
                    </a:cubicBezTo>
                    <a:cubicBezTo>
                      <a:pt x="618972" y="1012343"/>
                      <a:pt x="624982" y="1015181"/>
                      <a:pt x="631325" y="1015081"/>
                    </a:cubicBez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61b8494-3fc3-4881-b1ef-dcf9f2fa7438" id="119" name="任意多边形: 形状 118">
                <a:extLst>
                  <a:ext uri="{FF2B5EF4-FFF2-40B4-BE49-F238E27FC236}">
                    <a16:creationId id="{918E7E16-9455-5FB2-B2EA-DD08F9E1B320}"/>
                  </a:ext>
                </a:extLst>
              </p:cNvPr>
              <p:cNvSpPr/>
              <p:nvPr/>
            </p:nvSpPr>
            <p:spPr>
              <a:xfrm flipV="false" flipH="false">
                <a:off x="-4146236" y="-2522619"/>
                <a:ext cx="700286" cy="1626878"/>
              </a:xfrm>
              <a:custGeom>
                <a:avLst/>
                <a:gdLst>
                  <a:gd fmla="*/ 20195 w 700286" name="connsiteX0"/>
                  <a:gd fmla="*/ 1626649 h 1626878" name="connsiteY0"/>
                  <a:gd fmla="*/ 40393 w 700286" name="connsiteX1"/>
                  <a:gd fmla="*/ 1611125 h 1626878" name="connsiteY1"/>
                  <a:gd fmla="*/ 409972 w 700286" name="connsiteX2"/>
                  <a:gd fmla="*/ 232299 h 1626878" name="connsiteY2"/>
                  <a:gd fmla="*/ 677057 w 700286" name="connsiteX3"/>
                  <a:gd fmla="*/ 42335 h 1626878" name="connsiteY3"/>
                  <a:gd fmla="*/ 699425 w 700286" name="connsiteX4"/>
                  <a:gd fmla="*/ 22972 h 1626878" name="connsiteY4"/>
                  <a:gd fmla="*/ 680161 w 700286" name="connsiteX5"/>
                  <a:gd fmla="*/ 603 h 1626878" name="connsiteY5"/>
                  <a:gd fmla="*/ 680061 w 700286" name="connsiteX6"/>
                  <a:gd fmla="*/ 603 h 1626878" name="connsiteY6"/>
                  <a:gd fmla="*/ 369074 w 700286" name="connsiteX7"/>
                  <a:gd fmla="*/ 221449 h 1626878" name="connsiteY7"/>
                  <a:gd fmla="*/ -3 w 700286" name="connsiteX8"/>
                  <a:gd fmla="*/ 1600107 h 1626878" name="connsiteY8"/>
                  <a:gd fmla="*/ 14219 w 700286" name="connsiteX9"/>
                  <a:gd fmla="*/ 1625697 h 1626878" name="connsiteY9"/>
                  <a:gd fmla="*/ 20195 w 700286" name="connsiteX10"/>
                  <a:gd fmla="*/ 1626482 h 1626878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1626878" w="700286">
                    <a:moveTo>
                      <a:pt x="20195" y="1626649"/>
                    </a:moveTo>
                    <a:cubicBezTo>
                      <a:pt x="29659" y="1626599"/>
                      <a:pt x="37922" y="1620255"/>
                      <a:pt x="40393" y="1611125"/>
                    </a:cubicBezTo>
                    <a:lnTo>
                      <a:pt x="409972" y="232299"/>
                    </a:lnTo>
                    <a:cubicBezTo>
                      <a:pt x="441855" y="113080"/>
                      <a:pt x="553963" y="33338"/>
                      <a:pt x="677057" y="42335"/>
                    </a:cubicBezTo>
                    <a:cubicBezTo>
                      <a:pt x="688525" y="43003"/>
                      <a:pt x="698456" y="34423"/>
                      <a:pt x="699425" y="22972"/>
                    </a:cubicBezTo>
                    <a:cubicBezTo>
                      <a:pt x="700276" y="11487"/>
                      <a:pt x="691663" y="1471"/>
                      <a:pt x="680161" y="603"/>
                    </a:cubicBezTo>
                    <a:cubicBezTo>
                      <a:pt x="680128" y="603"/>
                      <a:pt x="680095" y="603"/>
                      <a:pt x="680061" y="603"/>
                    </a:cubicBezTo>
                    <a:cubicBezTo>
                      <a:pt x="536804" y="-10063"/>
                      <a:pt x="406216" y="82682"/>
                      <a:pt x="369074" y="221449"/>
                    </a:cubicBezTo>
                    <a:lnTo>
                      <a:pt x="-3" y="1600107"/>
                    </a:lnTo>
                    <a:cubicBezTo>
                      <a:pt x="-3141" y="1611108"/>
                      <a:pt x="3235" y="1622559"/>
                      <a:pt x="14219" y="1625697"/>
                    </a:cubicBezTo>
                    <a:cubicBezTo>
                      <a:pt x="16172" y="1626248"/>
                      <a:pt x="18175" y="1626515"/>
                      <a:pt x="20195" y="1626482"/>
                    </a:cubicBez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8577193-528a-4934-946d-4d09bab3347a" id="120" name="任意多边形: 形状 119">
                <a:extLst>
                  <a:ext uri="{FF2B5EF4-FFF2-40B4-BE49-F238E27FC236}">
                    <a16:creationId id="{6A1E32E9-AAB5-85F6-7C6B-2FF109B93EC6}"/>
                  </a:ext>
                </a:extLst>
              </p:cNvPr>
              <p:cNvSpPr/>
              <p:nvPr/>
            </p:nvSpPr>
            <p:spPr>
              <a:xfrm flipV="false" flipH="false">
                <a:off x="-2649109" y="-2088450"/>
                <a:ext cx="703113" cy="914107"/>
              </a:xfrm>
              <a:custGeom>
                <a:avLst/>
                <a:gdLst>
                  <a:gd fmla="*/ 20412 w 703113" name="connsiteX0"/>
                  <a:gd fmla="*/ 913877 h 914107" name="connsiteY0"/>
                  <a:gd fmla="*/ 37104 w 703113" name="connsiteX1"/>
                  <a:gd fmla="*/ 905530 h 914107" name="connsiteY1"/>
                  <a:gd fmla="*/ 698974 w 703113" name="connsiteX2"/>
                  <a:gd fmla="*/ 32163 h 914107" name="connsiteY2"/>
                  <a:gd fmla="*/ 692631 w 703113" name="connsiteX3"/>
                  <a:gd fmla="*/ 3101 h 914107" name="connsiteY3"/>
                  <a:gd fmla="*/ 665589 w 703113" name="connsiteX4"/>
                  <a:gd fmla="*/ 6790 h 914107" name="connsiteY4"/>
                  <a:gd fmla="*/ 3386 w 703113" name="connsiteX5"/>
                  <a:gd fmla="*/ 880158 h 914107" name="connsiteY5"/>
                  <a:gd fmla="*/ 7559 w 703113" name="connsiteX6"/>
                  <a:gd fmla="*/ 909537 h 914107" name="connsiteY6"/>
                  <a:gd fmla="*/ 20412 w 703113" name="connsiteX7"/>
                  <a:gd fmla="*/ 913877 h 914107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914107" w="703113">
                    <a:moveTo>
                      <a:pt x="20412" y="913877"/>
                    </a:moveTo>
                    <a:cubicBezTo>
                      <a:pt x="26989" y="913927"/>
                      <a:pt x="33199" y="910822"/>
                      <a:pt x="37104" y="905530"/>
                    </a:cubicBezTo>
                    <a:lnTo>
                      <a:pt x="698974" y="32163"/>
                    </a:lnTo>
                    <a:cubicBezTo>
                      <a:pt x="705251" y="22381"/>
                      <a:pt x="702413" y="9378"/>
                      <a:pt x="692631" y="3101"/>
                    </a:cubicBezTo>
                    <a:cubicBezTo>
                      <a:pt x="683934" y="-2474"/>
                      <a:pt x="672466" y="-922"/>
                      <a:pt x="665589" y="6790"/>
                    </a:cubicBezTo>
                    <a:lnTo>
                      <a:pt x="3386" y="880158"/>
                    </a:lnTo>
                    <a:cubicBezTo>
                      <a:pt x="-3542" y="889422"/>
                      <a:pt x="-1689" y="902559"/>
                      <a:pt x="7559" y="909537"/>
                    </a:cubicBezTo>
                    <a:cubicBezTo>
                      <a:pt x="11231" y="912391"/>
                      <a:pt x="15755" y="913910"/>
                      <a:pt x="20412" y="913877"/>
                    </a:cubicBez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27b8857-5379-4c87-b2d1-405c9f51c8a9" id="121" name="任意多边形: 形状 120">
                <a:extLst>
                  <a:ext uri="{FF2B5EF4-FFF2-40B4-BE49-F238E27FC236}">
                    <a16:creationId id="{E20CA4C4-485C-9699-FB11-CF49092251C5}"/>
                  </a:ext>
                </a:extLst>
              </p:cNvPr>
              <p:cNvSpPr/>
              <p:nvPr/>
            </p:nvSpPr>
            <p:spPr>
              <a:xfrm flipV="false" flipH="false">
                <a:off x="-3868414" y="-1964324"/>
                <a:ext cx="1181128" cy="1077682"/>
              </a:xfrm>
              <a:custGeom>
                <a:avLst/>
                <a:gdLst>
                  <a:gd fmla="*/ 1157421 w 1181128" name="connsiteX0"/>
                  <a:gd fmla="*/ 1077368 h 1077682" name="connsiteY0"/>
                  <a:gd fmla="*/ 1180240 w 1181128" name="connsiteX1"/>
                  <a:gd fmla="*/ 1058288 h 1077682" name="connsiteY1"/>
                  <a:gd fmla="*/ 1161160 w 1181128" name="connsiteX2"/>
                  <a:gd fmla="*/ 1035469 h 1077682" name="connsiteY2"/>
                  <a:gd fmla="*/ 1157421 w 1181128" name="connsiteX3"/>
                  <a:gd fmla="*/ 1035469 h 1077682" name="connsiteY3"/>
                  <a:gd fmla="*/ 666653 w 1181128" name="connsiteX4"/>
                  <a:gd fmla="*/ 523668 h 1077682" name="connsiteY4"/>
                  <a:gd fmla="*/ 23312 w 1181128" name="connsiteX5"/>
                  <a:gd fmla="*/ 15 h 1077682" name="connsiteY5"/>
                  <a:gd fmla="*/ -558 w 1181128" name="connsiteX6"/>
                  <a:gd fmla="*/ 17543 h 1077682" name="connsiteY6"/>
                  <a:gd fmla="*/ 16969 w 1181128" name="connsiteX7"/>
                  <a:gd fmla="*/ 41413 h 1077682" name="connsiteY7"/>
                  <a:gd fmla="*/ 628426 w 1181128" name="connsiteX8"/>
                  <a:gd fmla="*/ 541029 h 1077682" name="connsiteY8"/>
                  <a:gd fmla="*/ 1157421 w 1181128" name="connsiteX9"/>
                  <a:gd fmla="*/ 1077368 h 1077682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077682" w="1181128">
                    <a:moveTo>
                      <a:pt x="1157421" y="1077368"/>
                    </a:moveTo>
                    <a:cubicBezTo>
                      <a:pt x="1168989" y="1078403"/>
                      <a:pt x="1179205" y="1069856"/>
                      <a:pt x="1180240" y="1058288"/>
                    </a:cubicBezTo>
                    <a:cubicBezTo>
                      <a:pt x="1181275" y="1046720"/>
                      <a:pt x="1172728" y="1036504"/>
                      <a:pt x="1161160" y="1035469"/>
                    </a:cubicBezTo>
                    <a:cubicBezTo>
                      <a:pt x="1159925" y="1035352"/>
                      <a:pt x="1158673" y="1035352"/>
                      <a:pt x="1157421" y="1035469"/>
                    </a:cubicBezTo>
                    <a:cubicBezTo>
                      <a:pt x="982147" y="1035469"/>
                      <a:pt x="821562" y="868541"/>
                      <a:pt x="666653" y="523668"/>
                    </a:cubicBezTo>
                    <a:cubicBezTo>
                      <a:pt x="547584" y="256817"/>
                      <a:pt x="308776" y="62446"/>
                      <a:pt x="23312" y="15"/>
                    </a:cubicBezTo>
                    <a:cubicBezTo>
                      <a:pt x="11878" y="-1738"/>
                      <a:pt x="1195" y="6108"/>
                      <a:pt x="-558" y="17543"/>
                    </a:cubicBezTo>
                    <a:cubicBezTo>
                      <a:pt x="-2311" y="28977"/>
                      <a:pt x="5534" y="39660"/>
                      <a:pt x="16969" y="41413"/>
                    </a:cubicBezTo>
                    <a:cubicBezTo>
                      <a:pt x="288511" y="101524"/>
                      <a:pt x="515417" y="286914"/>
                      <a:pt x="628426" y="541029"/>
                    </a:cubicBezTo>
                    <a:cubicBezTo>
                      <a:pt x="790848" y="901760"/>
                      <a:pt x="963952" y="1077368"/>
                      <a:pt x="1157421" y="1077368"/>
                    </a:cubicBez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18f5b91-6d43-499e-8a86-a3a7f5e0d6cc" id="122" name="任意多边形: 形状 121">
                <a:extLst>
                  <a:ext uri="{FF2B5EF4-FFF2-40B4-BE49-F238E27FC236}">
                    <a16:creationId id="{24F2483C-3FC8-9FA1-F2EB-EFA999A940D5}"/>
                  </a:ext>
                </a:extLst>
              </p:cNvPr>
              <p:cNvSpPr/>
              <p:nvPr/>
            </p:nvSpPr>
            <p:spPr>
              <a:xfrm flipV="false" flipH="false">
                <a:off x="-2388019" y="-2185092"/>
                <a:ext cx="705772" cy="123526"/>
              </a:xfrm>
              <a:custGeom>
                <a:avLst/>
                <a:gdLst>
                  <a:gd fmla="*/ 32 w 705772" name="connsiteX0"/>
                  <a:gd fmla="*/ 123297 h 123526" name="connsiteY0"/>
                  <a:gd fmla="*/ 659064 w 705772" name="connsiteX1"/>
                  <a:gd fmla="*/ 123297 h 123526" name="connsiteY1"/>
                  <a:gd fmla="*/ 704969 w 705772" name="connsiteX2"/>
                  <a:gd fmla="*/ 77725 h 123526" name="connsiteY2"/>
                  <a:gd fmla="*/ 704969 w 705772" name="connsiteX3"/>
                  <a:gd fmla="*/ 77392 h 123526" name="connsiteY3"/>
                  <a:gd fmla="*/ 704969 w 705772" name="connsiteX4"/>
                  <a:gd fmla="*/ 48012 h 123526" name="connsiteY4"/>
                  <a:gd fmla="*/ 656726 w 705772" name="connsiteX5"/>
                  <a:gd fmla="*/ -230 h 123526" name="connsiteY5"/>
                  <a:gd fmla="*/ 122557 w 705772" name="connsiteX6"/>
                  <a:gd fmla="*/ -230 h 123526" name="connsiteY6"/>
                  <a:gd fmla="*/ -803 w 705772" name="connsiteX7"/>
                  <a:gd fmla="*/ 123130 h 123526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23526" w="705772">
                    <a:moveTo>
                      <a:pt x="32" y="123297"/>
                    </a:moveTo>
                    <a:lnTo>
                      <a:pt x="659064" y="123297"/>
                    </a:lnTo>
                    <a:cubicBezTo>
                      <a:pt x="684320" y="123397"/>
                      <a:pt x="704802" y="102981"/>
                      <a:pt x="704969" y="77725"/>
                    </a:cubicBezTo>
                    <a:cubicBezTo>
                      <a:pt x="704969" y="77609"/>
                      <a:pt x="704969" y="77508"/>
                      <a:pt x="704969" y="77392"/>
                    </a:cubicBezTo>
                    <a:lnTo>
                      <a:pt x="704969" y="48012"/>
                    </a:lnTo>
                    <a:cubicBezTo>
                      <a:pt x="704969" y="21371"/>
                      <a:pt x="683368" y="-230"/>
                      <a:pt x="656726" y="-230"/>
                    </a:cubicBezTo>
                    <a:lnTo>
                      <a:pt x="122557" y="-230"/>
                    </a:lnTo>
                    <a:cubicBezTo>
                      <a:pt x="54434" y="-230"/>
                      <a:pt x="-803" y="55006"/>
                      <a:pt x="-803" y="123130"/>
                    </a:cubicBezTo>
                    <a:close/>
                  </a:path>
                </a:pathLst>
              </a:custGeom>
              <a:solidFill>
                <a:srgbClr val="FF7700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3f7a89f-a475-4011-845c-1513a50d6039" id="123" name="任意多边形: 形状 122">
                <a:extLst>
                  <a:ext uri="{FF2B5EF4-FFF2-40B4-BE49-F238E27FC236}">
                    <a16:creationId id="{E3BC0096-6FC3-C5B6-661C-234C605DD08A}"/>
                  </a:ext>
                </a:extLst>
              </p:cNvPr>
              <p:cNvSpPr/>
              <p:nvPr/>
            </p:nvSpPr>
            <p:spPr>
              <a:xfrm rot="9760199" flipV="false" flipH="false">
                <a:off x="-3051087" y="-4024388"/>
                <a:ext cx="223015" cy="248221"/>
              </a:xfrm>
              <a:custGeom>
                <a:avLst/>
                <a:gdLst>
                  <a:gd fmla="*/ -803 w 223015" name="connsiteX0"/>
                  <a:gd fmla="*/ -230 h 248221" name="connsiteY0"/>
                  <a:gd fmla="*/ 222212 w 223015" name="connsiteX1"/>
                  <a:gd fmla="*/ -230 h 248221" name="connsiteY1"/>
                  <a:gd fmla="*/ 222212 w 223015" name="connsiteX2"/>
                  <a:gd fmla="*/ 247992 h 248221" name="connsiteY2"/>
                  <a:gd fmla="*/ -803 w 223015" name="connsiteX3"/>
                  <a:gd fmla="*/ 247992 h 248221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248221" w="223015">
                    <a:moveTo>
                      <a:pt x="-803" y="-230"/>
                    </a:moveTo>
                    <a:lnTo>
                      <a:pt x="222212" y="-230"/>
                    </a:lnTo>
                    <a:lnTo>
                      <a:pt x="222212" y="247992"/>
                    </a:lnTo>
                    <a:lnTo>
                      <a:pt x="-803" y="247992"/>
                    </a:lnTo>
                    <a:close/>
                  </a:path>
                </a:pathLst>
              </a:custGeom>
              <a:solidFill>
                <a:srgbClr val="F1CDC5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2dac32c-548d-498f-849b-b459dfeeb4a4" id="124" name="任意多边形: 形状 123">
                <a:extLst>
                  <a:ext uri="{FF2B5EF4-FFF2-40B4-BE49-F238E27FC236}">
                    <a16:creationId id="{BB0276BA-AD02-5AC6-3EAB-355C67AA9792}"/>
                  </a:ext>
                </a:extLst>
              </p:cNvPr>
              <p:cNvSpPr/>
              <p:nvPr/>
            </p:nvSpPr>
            <p:spPr>
              <a:xfrm flipV="false" flipH="false">
                <a:off x="-3053060" y="-3914799"/>
                <a:ext cx="140586" cy="79031"/>
              </a:xfrm>
              <a:custGeom>
                <a:avLst/>
                <a:gdLst>
                  <a:gd fmla="*/ 123391 w 140586" name="connsiteX0"/>
                  <a:gd fmla="*/ -230 h 79031" name="connsiteY0"/>
                  <a:gd fmla="*/ 15890 w 140586" name="connsiteX1"/>
                  <a:gd fmla="*/ 78560 h 79031" name="connsiteY1"/>
                  <a:gd fmla="*/ -803 w 140586" name="connsiteX2"/>
                  <a:gd fmla="*/ 25977 h 79031" name="connsiteY2"/>
                  <a:gd fmla="*/ 123391 w 140586" name="connsiteX3"/>
                  <a:gd fmla="*/ -230 h 79031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79031" w="140586">
                    <a:moveTo>
                      <a:pt x="123391" y="-230"/>
                    </a:moveTo>
                    <a:cubicBezTo>
                      <a:pt x="164289" y="18800"/>
                      <a:pt x="128733" y="83234"/>
                      <a:pt x="15890" y="78560"/>
                    </a:cubicBezTo>
                    <a:lnTo>
                      <a:pt x="-803" y="25977"/>
                    </a:lnTo>
                    <a:cubicBezTo>
                      <a:pt x="39393" y="12290"/>
                      <a:pt x="81092" y="3492"/>
                      <a:pt x="123391" y="-230"/>
                    </a:cubicBezTo>
                    <a:close/>
                  </a:path>
                </a:pathLst>
              </a:custGeom>
              <a:solidFill>
                <a:srgbClr val="EBB3A9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0b5a693-9509-4661-b305-1872eaa17351" id="125" name="任意多边形: 形状 124">
                <a:extLst>
                  <a:ext uri="{FF2B5EF4-FFF2-40B4-BE49-F238E27FC236}">
                    <a16:creationId id="{9D0F1BF4-7262-47AB-463A-76280C19AB62}"/>
                  </a:ext>
                </a:extLst>
              </p:cNvPr>
              <p:cNvSpPr/>
              <p:nvPr/>
            </p:nvSpPr>
            <p:spPr>
              <a:xfrm flipV="false" flipH="false">
                <a:off x="-3227817" y="-4299995"/>
                <a:ext cx="380748" cy="432106"/>
              </a:xfrm>
              <a:custGeom>
                <a:avLst/>
                <a:gdLst>
                  <a:gd fmla="*/ 16542 w 380748" name="connsiteX0"/>
                  <a:gd fmla="*/ 277130 h 432106" name="connsiteY0"/>
                  <a:gd fmla="*/ 225235 w 380748" name="connsiteX1"/>
                  <a:gd fmla="*/ 429685 h 432106" name="connsiteY1"/>
                  <a:gd fmla="*/ 379943 w 380748" name="connsiteX2"/>
                  <a:gd fmla="*/ 248252 h 432106" name="connsiteY2"/>
                  <a:gd fmla="*/ 379943 w 380748" name="connsiteX3"/>
                  <a:gd fmla="*/ 164787 h 432106" name="connsiteY3"/>
                  <a:gd fmla="*/ 178645 w 380748" name="connsiteX4"/>
                  <a:gd fmla="*/ 731 h 432106" name="connsiteY4"/>
                  <a:gd fmla="*/ 14371 w 380748" name="connsiteX5"/>
                  <a:gd fmla="*/ 167124 h 432106" name="connsiteY5"/>
                  <a:gd fmla="*/ 14371 w 380748" name="connsiteX6"/>
                  <a:gd fmla="*/ 224047 h 432106" name="connsiteY6"/>
                  <a:gd fmla="*/ -653 w 380748" name="connsiteX7"/>
                  <a:gd fmla="*/ 257432 h 432106" name="connsiteY7"/>
                  <a:gd fmla="*/ 16542 w 380748" name="connsiteX8"/>
                  <a:gd fmla="*/ 277130 h 432106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32106" w="380748">
                    <a:moveTo>
                      <a:pt x="16542" y="277130"/>
                    </a:moveTo>
                    <a:cubicBezTo>
                      <a:pt x="32049" y="376886"/>
                      <a:pt x="125479" y="445176"/>
                      <a:pt x="225235" y="429685"/>
                    </a:cubicBezTo>
                    <a:cubicBezTo>
                      <a:pt x="314575" y="415797"/>
                      <a:pt x="380345" y="338676"/>
                      <a:pt x="379943" y="248252"/>
                    </a:cubicBezTo>
                    <a:lnTo>
                      <a:pt x="379943" y="164787"/>
                    </a:lnTo>
                    <a:cubicBezTo>
                      <a:pt x="369661" y="63896"/>
                      <a:pt x="279537" y="-9552"/>
                      <a:pt x="178645" y="731"/>
                    </a:cubicBezTo>
                    <a:cubicBezTo>
                      <a:pt x="91092" y="9661"/>
                      <a:pt x="22167" y="79454"/>
                      <a:pt x="14371" y="167124"/>
                    </a:cubicBezTo>
                    <a:lnTo>
                      <a:pt x="14371" y="224047"/>
                    </a:lnTo>
                    <a:cubicBezTo>
                      <a:pt x="8462" y="234747"/>
                      <a:pt x="3437" y="245914"/>
                      <a:pt x="-653" y="257432"/>
                    </a:cubicBezTo>
                    <a:cubicBezTo>
                      <a:pt x="-2154" y="262607"/>
                      <a:pt x="7861" y="271121"/>
                      <a:pt x="16542" y="277130"/>
                    </a:cubicBezTo>
                    <a:close/>
                  </a:path>
                </a:pathLst>
              </a:custGeom>
              <a:solidFill>
                <a:srgbClr val="F1CDC5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ebf788e-4b93-4897-b897-aae4f412eeea" id="126" name="任意多边形: 形状 125">
                <a:extLst>
                  <a:ext uri="{FF2B5EF4-FFF2-40B4-BE49-F238E27FC236}">
                    <a16:creationId id="{CDDEC4F5-5381-2FD1-057B-B9BA332BF55C}"/>
                  </a:ext>
                </a:extLst>
              </p:cNvPr>
              <p:cNvSpPr/>
              <p:nvPr/>
            </p:nvSpPr>
            <p:spPr>
              <a:xfrm flipV="false" flipH="false">
                <a:off x="-3151793" y="-4111038"/>
                <a:ext cx="120197" cy="120197"/>
              </a:xfrm>
              <a:custGeom>
                <a:avLst/>
                <a:gdLst>
                  <a:gd fmla="*/ 119130 w 120197" name="connsiteX0"/>
                  <a:gd fmla="*/ 54286 h 120197" name="connsiteY0"/>
                  <a:gd fmla="*/ 64878 w 120197" name="connsiteX1"/>
                  <a:gd fmla="*/ 119706 h 120197" name="connsiteY1"/>
                  <a:gd fmla="*/ -541 w 120197" name="connsiteX2"/>
                  <a:gd fmla="*/ 65454 h 120197" name="connsiteY2"/>
                  <a:gd fmla="*/ 53693 w 120197" name="connsiteX3"/>
                  <a:gd fmla="*/ 35 h 120197" name="connsiteY3"/>
                  <a:gd fmla="*/ 119130 w 120197" name="connsiteX4"/>
                  <a:gd fmla="*/ 54270 h 120197" name="connsiteY4"/>
                  <a:gd fmla="*/ 119130 w 120197" name="connsiteX5"/>
                  <a:gd fmla="*/ 54286 h 120197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20197" w="120197">
                    <a:moveTo>
                      <a:pt x="119130" y="54286"/>
                    </a:moveTo>
                    <a:cubicBezTo>
                      <a:pt x="122218" y="87338"/>
                      <a:pt x="97930" y="116617"/>
                      <a:pt x="64878" y="119706"/>
                    </a:cubicBezTo>
                    <a:cubicBezTo>
                      <a:pt x="31826" y="122777"/>
                      <a:pt x="2547" y="98489"/>
                      <a:pt x="-541" y="65454"/>
                    </a:cubicBezTo>
                    <a:cubicBezTo>
                      <a:pt x="-3613" y="32402"/>
                      <a:pt x="20658" y="3123"/>
                      <a:pt x="53693" y="35"/>
                    </a:cubicBezTo>
                    <a:cubicBezTo>
                      <a:pt x="86746" y="-3053"/>
                      <a:pt x="116042" y="21218"/>
                      <a:pt x="119130" y="54270"/>
                    </a:cubicBezTo>
                    <a:cubicBezTo>
                      <a:pt x="119130" y="54270"/>
                      <a:pt x="119130" y="54286"/>
                      <a:pt x="119130" y="54286"/>
                    </a:cubicBezTo>
                    <a:close/>
                  </a:path>
                </a:pathLst>
              </a:custGeom>
              <a:solidFill>
                <a:srgbClr val="E79A90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f305a63-c7a4-41cf-ac90-a020e8cf3c4e" id="127" name="任意多边形: 形状 126">
                <a:extLst>
                  <a:ext uri="{FF2B5EF4-FFF2-40B4-BE49-F238E27FC236}">
                    <a16:creationId id="{E3E196CB-0E8F-2FA0-2F33-42920B8949C8}"/>
                  </a:ext>
                </a:extLst>
              </p:cNvPr>
              <p:cNvSpPr/>
              <p:nvPr/>
            </p:nvSpPr>
            <p:spPr>
              <a:xfrm flipV="false" flipH="false">
                <a:off x="-3237076" y="-4421222"/>
                <a:ext cx="572227" cy="492734"/>
              </a:xfrm>
              <a:custGeom>
                <a:avLst/>
                <a:gdLst>
                  <a:gd fmla="*/ 388701 w 572227" name="connsiteX0"/>
                  <a:gd fmla="*/ 285514 h 492734" name="connsiteY0"/>
                  <a:gd fmla="*/ 315420 w 572227" name="connsiteX1"/>
                  <a:gd fmla="*/ 318900 h 492734" name="connsiteY1"/>
                  <a:gd fmla="*/ 237130 w 572227" name="connsiteX2"/>
                  <a:gd fmla="*/ 202050 h 492734" name="connsiteY2"/>
                  <a:gd fmla="*/ 1595 w 572227" name="connsiteX3"/>
                  <a:gd fmla="*/ 139285 h 492734" name="connsiteY3"/>
                  <a:gd fmla="*/ 145320 w 572227" name="connsiteX4"/>
                  <a:gd fmla="*/ 45305 h 492734" name="connsiteY4"/>
                  <a:gd fmla="*/ 473167 w 572227" name="connsiteX5"/>
                  <a:gd fmla="*/ 64668 h 492734" name="connsiteY5"/>
                  <a:gd fmla="*/ 399218 w 572227" name="connsiteX6"/>
                  <a:gd fmla="*/ 492505 h 492734" name="connsiteY6"/>
                  <a:gd fmla="*/ 368837 w 572227" name="connsiteX7"/>
                  <a:gd fmla="*/ 423063 h 49273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492734" w="572227">
                    <a:moveTo>
                      <a:pt x="388701" y="285514"/>
                    </a:moveTo>
                    <a:cubicBezTo>
                      <a:pt x="388701" y="285514"/>
                      <a:pt x="364998" y="344940"/>
                      <a:pt x="315420" y="318900"/>
                    </a:cubicBezTo>
                    <a:cubicBezTo>
                      <a:pt x="265843" y="292859"/>
                      <a:pt x="298727" y="212233"/>
                      <a:pt x="237130" y="202050"/>
                    </a:cubicBezTo>
                    <a:cubicBezTo>
                      <a:pt x="175534" y="191867"/>
                      <a:pt x="18288" y="231763"/>
                      <a:pt x="1595" y="139285"/>
                    </a:cubicBezTo>
                    <a:cubicBezTo>
                      <a:pt x="-16600" y="38127"/>
                      <a:pt x="72373" y="3573"/>
                      <a:pt x="145320" y="45305"/>
                    </a:cubicBezTo>
                    <a:cubicBezTo>
                      <a:pt x="145320" y="45305"/>
                      <a:pt x="335618" y="-69041"/>
                      <a:pt x="473167" y="64668"/>
                    </a:cubicBezTo>
                    <a:cubicBezTo>
                      <a:pt x="473167" y="64668"/>
                      <a:pt x="737414" y="353954"/>
                      <a:pt x="399218" y="492505"/>
                    </a:cubicBezTo>
                    <a:lnTo>
                      <a:pt x="368837" y="423063"/>
                    </a:ln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4246dcc-4098-4a9a-9d3c-aab7c2e76f41" id="128" name="任意多边形: 形状 127">
                <a:extLst>
                  <a:ext uri="{FF2B5EF4-FFF2-40B4-BE49-F238E27FC236}">
                    <a16:creationId id="{6901EFAD-37E8-11C5-AB02-DA17C7F8AC6A}"/>
                  </a:ext>
                </a:extLst>
              </p:cNvPr>
              <p:cNvSpPr/>
              <p:nvPr/>
            </p:nvSpPr>
            <p:spPr>
              <a:xfrm flipV="false" flipH="false">
                <a:off x="-2925195" y="-4139820"/>
                <a:ext cx="137553" cy="137552"/>
              </a:xfrm>
              <a:custGeom>
                <a:avLst/>
                <a:gdLst>
                  <a:gd fmla="*/ -801 w 137553" name="connsiteX0"/>
                  <a:gd fmla="*/ 69047 h 137552" name="connsiteY0"/>
                  <a:gd fmla="*/ 68474 w 137553" name="connsiteX1"/>
                  <a:gd fmla="*/ 137321 h 137552" name="connsiteY1"/>
                  <a:gd fmla="*/ 136748 w 137553" name="connsiteX2"/>
                  <a:gd fmla="*/ 68046 h 137552" name="connsiteY2"/>
                  <a:gd fmla="*/ 67473 w 137553" name="connsiteX3"/>
                  <a:gd fmla="*/ -228 h 137552" name="connsiteY3"/>
                  <a:gd fmla="*/ -801 w 137553" name="connsiteX4"/>
                  <a:gd fmla="*/ 69047 h 137552" name="connsiteY4"/>
                  <a:gd fmla="*/ -801 w 137553" name="connsiteX5"/>
                  <a:gd fmla="*/ 69047 h 137552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37552" w="137553">
                    <a:moveTo>
                      <a:pt x="-801" y="69047"/>
                    </a:moveTo>
                    <a:cubicBezTo>
                      <a:pt x="-517" y="107023"/>
                      <a:pt x="30498" y="137588"/>
                      <a:pt x="68474" y="137321"/>
                    </a:cubicBezTo>
                    <a:cubicBezTo>
                      <a:pt x="106451" y="137037"/>
                      <a:pt x="137015" y="106022"/>
                      <a:pt x="136748" y="68046"/>
                    </a:cubicBezTo>
                    <a:cubicBezTo>
                      <a:pt x="136464" y="30070"/>
                      <a:pt x="105449" y="-512"/>
                      <a:pt x="67473" y="-228"/>
                    </a:cubicBezTo>
                    <a:cubicBezTo>
                      <a:pt x="29496" y="56"/>
                      <a:pt x="-1084" y="31054"/>
                      <a:pt x="-801" y="69047"/>
                    </a:cubicBezTo>
                    <a:cubicBezTo>
                      <a:pt x="-801" y="69047"/>
                      <a:pt x="-801" y="69047"/>
                      <a:pt x="-801" y="69047"/>
                    </a:cubicBezTo>
                    <a:close/>
                  </a:path>
                </a:pathLst>
              </a:custGeom>
              <a:solidFill>
                <a:srgbClr val="F1CDC5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ba8014e-9579-4886-b88d-feb5093be5f9" id="129" name="任意多边形: 形状 128">
                <a:extLst>
                  <a:ext uri="{FF2B5EF4-FFF2-40B4-BE49-F238E27FC236}">
                    <a16:creationId id="{44AA7933-83D9-629B-A727-B68183745D80}"/>
                  </a:ext>
                </a:extLst>
              </p:cNvPr>
              <p:cNvSpPr/>
              <p:nvPr/>
            </p:nvSpPr>
            <p:spPr>
              <a:xfrm flipV="false" flipH="false">
                <a:off x="-3181929" y="-4113110"/>
                <a:ext cx="49077" cy="49077"/>
              </a:xfrm>
              <a:custGeom>
                <a:avLst/>
                <a:gdLst>
                  <a:gd fmla="*/ -803 w 49077" name="connsiteX0"/>
                  <a:gd fmla="*/ 24476 h 49077" name="connsiteY0"/>
                  <a:gd fmla="*/ 23903 w 49077" name="connsiteX1"/>
                  <a:gd fmla="*/ 48847 h 49077" name="connsiteY1"/>
                  <a:gd fmla="*/ 48274 w 49077" name="connsiteX2"/>
                  <a:gd fmla="*/ 24142 h 49077" name="connsiteY2"/>
                  <a:gd fmla="*/ 23569 w 49077" name="connsiteX3"/>
                  <a:gd fmla="*/ -229 h 49077" name="connsiteY3"/>
                  <a:gd fmla="*/ -803 w 49077" name="connsiteX4"/>
                  <a:gd fmla="*/ 24476 h 49077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49077" w="49077">
                    <a:moveTo>
                      <a:pt x="-803" y="24476"/>
                    </a:moveTo>
                    <a:cubicBezTo>
                      <a:pt x="-702" y="38031"/>
                      <a:pt x="10348" y="48931"/>
                      <a:pt x="23903" y="48847"/>
                    </a:cubicBezTo>
                    <a:cubicBezTo>
                      <a:pt x="37458" y="48747"/>
                      <a:pt x="48357" y="37697"/>
                      <a:pt x="48274" y="24142"/>
                    </a:cubicBezTo>
                    <a:cubicBezTo>
                      <a:pt x="48174" y="10588"/>
                      <a:pt x="37123" y="-330"/>
                      <a:pt x="23569" y="-229"/>
                    </a:cubicBezTo>
                    <a:cubicBezTo>
                      <a:pt x="10048" y="-46"/>
                      <a:pt x="-803" y="10955"/>
                      <a:pt x="-803" y="24476"/>
                    </a:cubicBezTo>
                    <a:close/>
                  </a:path>
                </a:pathLst>
              </a:custGeom>
              <a:solidFill>
                <a:srgbClr val="3D261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d17b94d-2789-4009-8022-a132b7bd90c6" id="130" name="任意多边形: 形状 129">
                <a:extLst>
                  <a:ext uri="{FF2B5EF4-FFF2-40B4-BE49-F238E27FC236}">
                    <a16:creationId id="{EB7787C5-59ED-ECD6-31E5-112688F7D7D3}"/>
                  </a:ext>
                </a:extLst>
              </p:cNvPr>
              <p:cNvSpPr/>
              <p:nvPr/>
            </p:nvSpPr>
            <p:spPr>
              <a:xfrm flipV="false" flipH="false">
                <a:off x="-2864264" y="-4097279"/>
                <a:ext cx="44402" cy="16719"/>
              </a:xfrm>
              <a:custGeom>
                <a:avLst/>
                <a:gdLst>
                  <a:gd fmla="*/ -803 w 44402" name="connsiteX0"/>
                  <a:gd fmla="*/ -203 h 16719" name="connsiteY0"/>
                  <a:gd fmla="*/ 43599 w 44402" name="connsiteX1"/>
                  <a:gd fmla="*/ 16490 h 16719" name="connsiteY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b="b" l="l" r="r" t="t"/>
                <a:pathLst>
                  <a:path h="16719" w="44402">
                    <a:moveTo>
                      <a:pt x="-803" y="-203"/>
                    </a:moveTo>
                    <a:cubicBezTo>
                      <a:pt x="15623" y="-687"/>
                      <a:pt x="31565" y="5322"/>
                      <a:pt x="43599" y="16490"/>
                    </a:cubicBezTo>
                  </a:path>
                </a:pathLst>
              </a:custGeom>
              <a:noFill/>
              <a:ln cap="rnd" w="19836">
                <a:solidFill>
                  <a:srgbClr val="EBB3A9"/>
                </a:solidFill>
                <a:prstDash val="solid"/>
                <a:round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9bc724e-dae1-4dc8-8c0f-6a722ba5986a" id="131" name="任意多边形: 形状 130">
                <a:extLst>
                  <a:ext uri="{FF2B5EF4-FFF2-40B4-BE49-F238E27FC236}">
                    <a16:creationId id="{32706CC8-6B05-6092-4713-FDAF0D67DFAC}"/>
                  </a:ext>
                </a:extLst>
              </p:cNvPr>
              <p:cNvSpPr/>
              <p:nvPr/>
            </p:nvSpPr>
            <p:spPr>
              <a:xfrm flipV="false" flipH="false">
                <a:off x="-2864264" y="-4087904"/>
                <a:ext cx="26541" cy="47908"/>
              </a:xfrm>
              <a:custGeom>
                <a:avLst/>
                <a:gdLst>
                  <a:gd fmla="*/ 25739 w 26541" name="connsiteX0"/>
                  <a:gd fmla="*/ -230 h 47908" name="connsiteY0"/>
                  <a:gd fmla="*/ -803 w 26541" name="connsiteX1"/>
                  <a:gd fmla="*/ 47679 h 47908" name="connsiteY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b="b" l="l" r="r" t="t"/>
                <a:pathLst>
                  <a:path h="47908" w="26541">
                    <a:moveTo>
                      <a:pt x="25739" y="-230"/>
                    </a:moveTo>
                    <a:cubicBezTo>
                      <a:pt x="22400" y="6113"/>
                      <a:pt x="32917" y="37496"/>
                      <a:pt x="-803" y="47679"/>
                    </a:cubicBezTo>
                  </a:path>
                </a:pathLst>
              </a:custGeom>
              <a:noFill/>
              <a:ln cap="rnd" w="19836">
                <a:solidFill>
                  <a:srgbClr val="EBB3A9"/>
                </a:solidFill>
                <a:prstDash val="solid"/>
                <a:round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f07b3a2-9a0d-4426-8f72-d110a3100586" id="132" name="任意多边形: 形状 131">
                <a:extLst>
                  <a:ext uri="{FF2B5EF4-FFF2-40B4-BE49-F238E27FC236}">
                    <a16:creationId id="{CB87DE67-53AE-088B-9A0E-D170E6D0D795}"/>
                  </a:ext>
                </a:extLst>
              </p:cNvPr>
              <p:cNvSpPr/>
              <p:nvPr/>
            </p:nvSpPr>
            <p:spPr>
              <a:xfrm rot="10800000" flipV="false" flipH="false">
                <a:off x="-3655670" y="-441196"/>
                <a:ext cx="591592" cy="59259"/>
              </a:xfrm>
              <a:custGeom>
                <a:avLst/>
                <a:gdLst>
                  <a:gd fmla="*/ 567086 w 591592" name="connsiteX0"/>
                  <a:gd fmla="*/ -230 h 59259" name="connsiteY0"/>
                  <a:gd fmla="*/ 590789 w 591592" name="connsiteX1"/>
                  <a:gd fmla="*/ -230 h 59259" name="connsiteY1"/>
                  <a:gd fmla="*/ 590789 w 591592" name="connsiteX2"/>
                  <a:gd fmla="*/ 59029 h 59259" name="connsiteY2"/>
                  <a:gd fmla="*/ 567086 w 591592" name="connsiteX3"/>
                  <a:gd fmla="*/ 59029 h 59259" name="connsiteY3"/>
                  <a:gd fmla="*/ 22901 w 591592" name="connsiteX4"/>
                  <a:gd fmla="*/ 59029 h 59259" name="connsiteY4"/>
                  <a:gd fmla="*/ -803 w 591592" name="connsiteX5"/>
                  <a:gd fmla="*/ 59029 h 59259" name="connsiteY5"/>
                  <a:gd fmla="*/ -803 w 591592" name="connsiteX6"/>
                  <a:gd fmla="*/ -230 h 59259" name="connsiteY6"/>
                  <a:gd fmla="*/ 22901 w 591592" name="connsiteX7"/>
                  <a:gd fmla="*/ -230 h 5925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59259" w="591592">
                    <a:moveTo>
                      <a:pt x="567086" y="-230"/>
                    </a:moveTo>
                    <a:cubicBezTo>
                      <a:pt x="580177" y="-230"/>
                      <a:pt x="590789" y="-230"/>
                      <a:pt x="590789" y="-230"/>
                    </a:cubicBezTo>
                    <a:lnTo>
                      <a:pt x="590789" y="59029"/>
                    </a:lnTo>
                    <a:cubicBezTo>
                      <a:pt x="590789" y="59029"/>
                      <a:pt x="580177" y="59029"/>
                      <a:pt x="567086" y="59029"/>
                    </a:cubicBezTo>
                    <a:lnTo>
                      <a:pt x="22901" y="59029"/>
                    </a:lnTo>
                    <a:cubicBezTo>
                      <a:pt x="9810" y="59029"/>
                      <a:pt x="-803" y="59029"/>
                      <a:pt x="-803" y="59029"/>
                    </a:cubicBezTo>
                    <a:lnTo>
                      <a:pt x="-803" y="-230"/>
                    </a:lnTo>
                    <a:cubicBezTo>
                      <a:pt x="-803" y="-230"/>
                      <a:pt x="9810" y="-230"/>
                      <a:pt x="22901" y="-230"/>
                    </a:cubicBezTo>
                    <a:close/>
                  </a:path>
                </a:pathLst>
              </a:custGeom>
              <a:solidFill>
                <a:srgbClr val="FF7700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5beb4fe-819b-4993-bfc8-2c793964a7f7" id="133" name="任意多边形: 形状 132">
                <a:extLst>
                  <a:ext uri="{FF2B5EF4-FFF2-40B4-BE49-F238E27FC236}">
                    <a16:creationId id="{30DBE91D-846A-A316-2220-67885C672CFB}"/>
                  </a:ext>
                </a:extLst>
              </p:cNvPr>
              <p:cNvSpPr/>
              <p:nvPr/>
            </p:nvSpPr>
            <p:spPr>
              <a:xfrm flipV="false" flipH="false">
                <a:off x="-3785620" y="-1111580"/>
                <a:ext cx="949243" cy="676230"/>
              </a:xfrm>
              <a:custGeom>
                <a:avLst/>
                <a:gdLst>
                  <a:gd fmla="*/ -723 w 949243" name="connsiteX0"/>
                  <a:gd fmla="*/ 663477 h 676230" name="connsiteY0"/>
                  <a:gd fmla="*/ 9043 w 949243" name="connsiteX1"/>
                  <a:gd fmla="*/ 675913 h 676230" name="connsiteY1"/>
                  <a:gd fmla="*/ 10628 w 949243" name="connsiteX2"/>
                  <a:gd fmla="*/ 675997 h 676230" name="connsiteY2"/>
                  <a:gd fmla="*/ 806374 w 949243" name="connsiteX3"/>
                  <a:gd fmla="*/ 675997 h 676230" name="connsiteY3"/>
                  <a:gd fmla="*/ 835586 w 949243" name="connsiteX4"/>
                  <a:gd fmla="*/ 648954 h 676230" name="connsiteY4"/>
                  <a:gd fmla="*/ 836755 w 949243" name="connsiteX5"/>
                  <a:gd fmla="*/ 636768 h 676230" name="connsiteY5"/>
                  <a:gd fmla="*/ 836755 w 949243" name="connsiteX6"/>
                  <a:gd fmla="*/ 630091 h 676230" name="connsiteY6"/>
                  <a:gd fmla="*/ 836755 w 949243" name="connsiteX7"/>
                  <a:gd fmla="*/ 626419 h 676230" name="connsiteY7"/>
                  <a:gd fmla="*/ 843265 w 949243" name="connsiteX8"/>
                  <a:gd fmla="*/ 550300 h 676230" name="connsiteY8"/>
                  <a:gd fmla="*/ 845101 w 949243" name="connsiteX9"/>
                  <a:gd fmla="*/ 528933 h 676230" name="connsiteY9"/>
                  <a:gd fmla="*/ 849776 w 949243" name="connsiteX10"/>
                  <a:gd fmla="*/ 474180 h 676230" name="connsiteY10"/>
                  <a:gd fmla="*/ 851612 w 949243" name="connsiteX11"/>
                  <a:gd fmla="*/ 452814 h 676230" name="connsiteY11"/>
                  <a:gd fmla="*/ 851612 w 949243" name="connsiteX12"/>
                  <a:gd fmla="*/ 452814 h 676230" name="connsiteY12"/>
                  <a:gd fmla="*/ 851612 w 949243" name="connsiteX13"/>
                  <a:gd fmla="*/ 448640 h 676230" name="connsiteY13"/>
                  <a:gd fmla="*/ 948430 w 949243" name="connsiteX14"/>
                  <a:gd fmla="*/ -229 h 676230" name="connsiteY14"/>
                  <a:gd fmla="*/ 586697 w 949243" name="connsiteX15"/>
                  <a:gd fmla="*/ -229 h 676230" name="connsiteY15"/>
                  <a:gd fmla="*/ 494385 w 949243" name="connsiteX16"/>
                  <a:gd fmla="*/ 375359 h 676230" name="connsiteY16"/>
                  <a:gd fmla="*/ 475857 w 949243" name="connsiteX17"/>
                  <a:gd fmla="*/ 400732 h 676230" name="connsiteY17"/>
                  <a:gd fmla="*/ 351996 w 949243" name="connsiteX18"/>
                  <a:gd fmla="*/ 452313 h 676230" name="connsiteY18"/>
                  <a:gd fmla="*/ 180561 w 949243" name="connsiteX19"/>
                  <a:gd fmla="*/ 522923 h 676230" name="connsiteY19"/>
                  <a:gd fmla="*/ 66049 w 949243" name="connsiteX20"/>
                  <a:gd fmla="*/ 571333 h 676230" name="connsiteY20"/>
                  <a:gd fmla="*/ 19309 w 949243" name="connsiteX21"/>
                  <a:gd fmla="*/ 608223 h 676230" name="connsiteY21"/>
                  <a:gd fmla="*/ -723 w 949243" name="connsiteX22"/>
                  <a:gd fmla="*/ 663477 h 676230" name="connsiteY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b="b" l="l" r="r" t="t"/>
                <a:pathLst>
                  <a:path h="676230" w="949243">
                    <a:moveTo>
                      <a:pt x="-723" y="663477"/>
                    </a:moveTo>
                    <a:cubicBezTo>
                      <a:pt x="-1457" y="669603"/>
                      <a:pt x="2917" y="675179"/>
                      <a:pt x="9043" y="675913"/>
                    </a:cubicBezTo>
                    <a:cubicBezTo>
                      <a:pt x="9577" y="675980"/>
                      <a:pt x="10094" y="676013"/>
                      <a:pt x="10628" y="675997"/>
                    </a:cubicBezTo>
                    <a:lnTo>
                      <a:pt x="806374" y="675997"/>
                    </a:lnTo>
                    <a:cubicBezTo>
                      <a:pt x="821565" y="675729"/>
                      <a:pt x="834151" y="664094"/>
                      <a:pt x="835586" y="648954"/>
                    </a:cubicBezTo>
                    <a:cubicBezTo>
                      <a:pt x="835586" y="645115"/>
                      <a:pt x="835586" y="641108"/>
                      <a:pt x="836755" y="636768"/>
                    </a:cubicBezTo>
                    <a:cubicBezTo>
                      <a:pt x="837923" y="632428"/>
                      <a:pt x="836755" y="632428"/>
                      <a:pt x="836755" y="630091"/>
                    </a:cubicBezTo>
                    <a:lnTo>
                      <a:pt x="836755" y="626419"/>
                    </a:lnTo>
                    <a:cubicBezTo>
                      <a:pt x="838425" y="605887"/>
                      <a:pt x="840595" y="580013"/>
                      <a:pt x="843265" y="550300"/>
                    </a:cubicBezTo>
                    <a:cubicBezTo>
                      <a:pt x="843265" y="543456"/>
                      <a:pt x="844434" y="536278"/>
                      <a:pt x="845101" y="528933"/>
                    </a:cubicBezTo>
                    <a:cubicBezTo>
                      <a:pt x="846604" y="512240"/>
                      <a:pt x="848106" y="493210"/>
                      <a:pt x="849776" y="474180"/>
                    </a:cubicBezTo>
                    <a:cubicBezTo>
                      <a:pt x="849776" y="467170"/>
                      <a:pt x="850944" y="460158"/>
                      <a:pt x="851612" y="452814"/>
                    </a:cubicBezTo>
                    <a:lnTo>
                      <a:pt x="851612" y="452814"/>
                    </a:lnTo>
                    <a:lnTo>
                      <a:pt x="851612" y="448640"/>
                    </a:lnTo>
                    <a:cubicBezTo>
                      <a:pt x="854449" y="427441"/>
                      <a:pt x="949598" y="-1064"/>
                      <a:pt x="948430" y="-229"/>
                    </a:cubicBezTo>
                    <a:lnTo>
                      <a:pt x="586697" y="-229"/>
                    </a:lnTo>
                    <a:lnTo>
                      <a:pt x="494385" y="375359"/>
                    </a:lnTo>
                    <a:cubicBezTo>
                      <a:pt x="493368" y="386594"/>
                      <a:pt x="486240" y="396342"/>
                      <a:pt x="475857" y="400732"/>
                    </a:cubicBezTo>
                    <a:lnTo>
                      <a:pt x="351996" y="452313"/>
                    </a:lnTo>
                    <a:lnTo>
                      <a:pt x="180561" y="522923"/>
                    </a:lnTo>
                    <a:lnTo>
                      <a:pt x="66049" y="571333"/>
                    </a:lnTo>
                    <a:cubicBezTo>
                      <a:pt x="47403" y="579128"/>
                      <a:pt x="31227" y="591898"/>
                      <a:pt x="19309" y="608223"/>
                    </a:cubicBezTo>
                    <a:cubicBezTo>
                      <a:pt x="7624" y="624415"/>
                      <a:pt x="679" y="643562"/>
                      <a:pt x="-723" y="663477"/>
                    </a:cubicBezTo>
                    <a:close/>
                  </a:path>
                </a:pathLst>
              </a:custGeom>
              <a:solidFill>
                <a:srgbClr val="F1CDC5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fd3d8a4-9f5f-4501-8665-64e4cddc3997" id="134" name="任意多边形: 形状 133">
                <a:extLst>
                  <a:ext uri="{FF2B5EF4-FFF2-40B4-BE49-F238E27FC236}">
                    <a16:creationId id="{6562B9CC-9107-F267-E459-F48968BCB0E7}"/>
                  </a:ext>
                </a:extLst>
              </p:cNvPr>
              <p:cNvSpPr/>
              <p:nvPr/>
            </p:nvSpPr>
            <p:spPr>
              <a:xfrm flipV="false" flipH="false">
                <a:off x="-3253540" y="-1111745"/>
                <a:ext cx="417987" cy="225686"/>
              </a:xfrm>
              <a:custGeom>
                <a:avLst/>
                <a:gdLst>
                  <a:gd fmla="*/ -803 w 417987" name="connsiteX0"/>
                  <a:gd fmla="*/ 225457 h 225686" name="connsiteY0"/>
                  <a:gd fmla="*/ 54617 w 417987" name="connsiteX1"/>
                  <a:gd fmla="*/ -230 h 225686" name="connsiteY1"/>
                  <a:gd fmla="*/ 417184 w 417987" name="connsiteX2"/>
                  <a:gd fmla="*/ -230 h 225686" name="connsiteY2"/>
                  <a:gd fmla="*/ 368274 w 417987" name="connsiteX3"/>
                  <a:gd fmla="*/ 225457 h 225686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225686" w="417987">
                    <a:moveTo>
                      <a:pt x="-803" y="225457"/>
                    </a:moveTo>
                    <a:lnTo>
                      <a:pt x="54617" y="-230"/>
                    </a:lnTo>
                    <a:lnTo>
                      <a:pt x="417184" y="-230"/>
                    </a:lnTo>
                    <a:cubicBezTo>
                      <a:pt x="417184" y="-230"/>
                      <a:pt x="392980" y="112614"/>
                      <a:pt x="368274" y="225457"/>
                    </a:cubicBezTo>
                    <a:close/>
                  </a:path>
                </a:pathLst>
              </a:custGeom>
              <a:solidFill>
                <a:srgbClr val="EBB3A9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d08937a-e6ae-433b-8990-b192a7db6ee1" id="135" name="任意多边形: 形状 134">
                <a:extLst>
                  <a:ext uri="{FF2B5EF4-FFF2-40B4-BE49-F238E27FC236}">
                    <a16:creationId id="{7FDAD1A1-472F-00AC-0290-B52BF4719E52}"/>
                  </a:ext>
                </a:extLst>
              </p:cNvPr>
              <p:cNvSpPr/>
              <p:nvPr/>
            </p:nvSpPr>
            <p:spPr>
              <a:xfrm flipV="false" flipH="false">
                <a:off x="-3785620" y="-663377"/>
                <a:ext cx="852581" cy="228027"/>
              </a:xfrm>
              <a:custGeom>
                <a:avLst/>
                <a:gdLst>
                  <a:gd fmla="*/ -723 w 852581" name="connsiteX0"/>
                  <a:gd fmla="*/ 215274 h 228027" name="connsiteY0"/>
                  <a:gd fmla="*/ 9043 w 852581" name="connsiteX1"/>
                  <a:gd fmla="*/ 227710 h 228027" name="connsiteY1"/>
                  <a:gd fmla="*/ 10628 w 852581" name="connsiteX2"/>
                  <a:gd fmla="*/ 227794 h 228027" name="connsiteY2"/>
                  <a:gd fmla="*/ 806374 w 852581" name="connsiteX3"/>
                  <a:gd fmla="*/ 227794 h 228027" name="connsiteY3"/>
                  <a:gd fmla="*/ 835586 w 852581" name="connsiteX4"/>
                  <a:gd fmla="*/ 200584 h 228027" name="connsiteY4"/>
                  <a:gd fmla="*/ 836755 w 852581" name="connsiteX5"/>
                  <a:gd fmla="*/ 188566 h 228027" name="connsiteY5"/>
                  <a:gd fmla="*/ 836755 w 852581" name="connsiteX6"/>
                  <a:gd fmla="*/ 181889 h 228027" name="connsiteY6"/>
                  <a:gd fmla="*/ 836755 w 852581" name="connsiteX7"/>
                  <a:gd fmla="*/ 178216 h 228027" name="connsiteY7"/>
                  <a:gd fmla="*/ 843432 w 852581" name="connsiteX8"/>
                  <a:gd fmla="*/ 102097 h 228027" name="connsiteY8"/>
                  <a:gd fmla="*/ 845268 w 852581" name="connsiteX9"/>
                  <a:gd fmla="*/ 80730 h 228027" name="connsiteY9"/>
                  <a:gd fmla="*/ 849943 w 852581" name="connsiteX10"/>
                  <a:gd fmla="*/ 25977 h 228027" name="connsiteY10"/>
                  <a:gd fmla="*/ 851779 w 852581" name="connsiteX11"/>
                  <a:gd fmla="*/ 4611 h 228027" name="connsiteY11"/>
                  <a:gd fmla="*/ 365350 w 852581" name="connsiteX12"/>
                  <a:gd fmla="*/ -230 h 228027" name="connsiteY12"/>
                  <a:gd fmla="*/ 351829 w 852581" name="connsiteX13"/>
                  <a:gd fmla="*/ 3943 h 228027" name="connsiteY13"/>
                  <a:gd fmla="*/ 180561 w 852581" name="connsiteX14"/>
                  <a:gd fmla="*/ 74721 h 228027" name="connsiteY14"/>
                  <a:gd fmla="*/ 66049 w 852581" name="connsiteX15"/>
                  <a:gd fmla="*/ 123130 h 228027" name="connsiteY15"/>
                  <a:gd fmla="*/ 19309 w 852581" name="connsiteX16"/>
                  <a:gd fmla="*/ 160021 h 228027" name="connsiteY16"/>
                  <a:gd fmla="*/ -723 w 852581" name="connsiteX17"/>
                  <a:gd fmla="*/ 215274 h 228027" name="connsiteY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b="b" l="l" r="r" t="t"/>
                <a:pathLst>
                  <a:path h="228027" w="852581">
                    <a:moveTo>
                      <a:pt x="-723" y="215274"/>
                    </a:moveTo>
                    <a:cubicBezTo>
                      <a:pt x="-1457" y="221400"/>
                      <a:pt x="2917" y="226976"/>
                      <a:pt x="9043" y="227710"/>
                    </a:cubicBezTo>
                    <a:cubicBezTo>
                      <a:pt x="9577" y="227777"/>
                      <a:pt x="10094" y="227810"/>
                      <a:pt x="10628" y="227794"/>
                    </a:cubicBezTo>
                    <a:lnTo>
                      <a:pt x="806374" y="227794"/>
                    </a:lnTo>
                    <a:cubicBezTo>
                      <a:pt x="821631" y="227510"/>
                      <a:pt x="834218" y="215791"/>
                      <a:pt x="835586" y="200584"/>
                    </a:cubicBezTo>
                    <a:cubicBezTo>
                      <a:pt x="835586" y="196912"/>
                      <a:pt x="835586" y="192905"/>
                      <a:pt x="836755" y="188566"/>
                    </a:cubicBezTo>
                    <a:cubicBezTo>
                      <a:pt x="837923" y="184225"/>
                      <a:pt x="836755" y="184225"/>
                      <a:pt x="836755" y="181889"/>
                    </a:cubicBezTo>
                    <a:lnTo>
                      <a:pt x="836755" y="178216"/>
                    </a:lnTo>
                    <a:cubicBezTo>
                      <a:pt x="838592" y="157684"/>
                      <a:pt x="840761" y="131810"/>
                      <a:pt x="843432" y="102097"/>
                    </a:cubicBezTo>
                    <a:cubicBezTo>
                      <a:pt x="843432" y="95253"/>
                      <a:pt x="844434" y="88075"/>
                      <a:pt x="845268" y="80730"/>
                    </a:cubicBezTo>
                    <a:cubicBezTo>
                      <a:pt x="846771" y="64037"/>
                      <a:pt x="848273" y="45007"/>
                      <a:pt x="849943" y="25977"/>
                    </a:cubicBezTo>
                    <a:cubicBezTo>
                      <a:pt x="849943" y="18967"/>
                      <a:pt x="851111" y="11956"/>
                      <a:pt x="851779" y="4611"/>
                    </a:cubicBezTo>
                    <a:cubicBezTo>
                      <a:pt x="836588" y="15461"/>
                      <a:pt x="654637" y="139322"/>
                      <a:pt x="365350" y="-230"/>
                    </a:cubicBezTo>
                    <a:lnTo>
                      <a:pt x="351829" y="3943"/>
                    </a:lnTo>
                    <a:lnTo>
                      <a:pt x="180561" y="74721"/>
                    </a:lnTo>
                    <a:lnTo>
                      <a:pt x="66049" y="123130"/>
                    </a:lnTo>
                    <a:cubicBezTo>
                      <a:pt x="47403" y="130925"/>
                      <a:pt x="31227" y="143695"/>
                      <a:pt x="19309" y="160021"/>
                    </a:cubicBezTo>
                    <a:cubicBezTo>
                      <a:pt x="7624" y="176213"/>
                      <a:pt x="679" y="195359"/>
                      <a:pt x="-723" y="215274"/>
                    </a:cubicBezTo>
                    <a:close/>
                  </a:path>
                </a:pathLst>
              </a:custGeom>
              <a:solidFill>
                <a:srgbClr val="1E0104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86de3ba-802e-4804-9b86-d7b9f547fa46" id="136" name="任意多边形: 形状 135">
                <a:extLst>
                  <a:ext uri="{FF2B5EF4-FFF2-40B4-BE49-F238E27FC236}">
                    <a16:creationId id="{576E22F9-4C55-4C4E-C8F0-03AB45936572}"/>
                  </a:ext>
                </a:extLst>
              </p:cNvPr>
              <p:cNvSpPr/>
              <p:nvPr/>
            </p:nvSpPr>
            <p:spPr>
              <a:xfrm flipV="false" flipH="false">
                <a:off x="-3347688" y="-2812741"/>
                <a:ext cx="1733610" cy="1887454"/>
              </a:xfrm>
              <a:custGeom>
                <a:avLst/>
                <a:gdLst>
                  <a:gd fmla="*/ 1688675 w 1733610" name="connsiteX0"/>
                  <a:gd fmla="*/ 14126 h 1887454" name="connsiteY0"/>
                  <a:gd fmla="*/ 1342467 w 1733610" name="connsiteX1"/>
                  <a:gd fmla="*/ 673658 h 1887454" name="connsiteY1"/>
                  <a:gd fmla="*/ 911125 w 1733610" name="connsiteX2"/>
                  <a:gd fmla="*/ 1197645 h 1887454" name="connsiteY2"/>
                  <a:gd fmla="*/ 589288 w 1733610" name="connsiteX3"/>
                  <a:gd fmla="*/ 1887225 h 1887454" name="connsiteY3"/>
                  <a:gd fmla="*/ -803 w 1733610" name="connsiteX4"/>
                  <a:gd fmla="*/ 1887225 h 1887454" name="connsiteY4"/>
                  <a:gd fmla="*/ 193167 w 1733610" name="connsiteX5"/>
                  <a:gd fmla="*/ 1020869 h 1887454" name="connsiteY5"/>
                  <a:gd fmla="*/ 759388 w 1733610" name="connsiteX6"/>
                  <a:gd fmla="*/ -230 h 1887454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887454" w="1733610">
                    <a:moveTo>
                      <a:pt x="1688675" y="14126"/>
                    </a:moveTo>
                    <a:cubicBezTo>
                      <a:pt x="1688675" y="14126"/>
                      <a:pt x="1915030" y="427439"/>
                      <a:pt x="1342467" y="673658"/>
                    </a:cubicBezTo>
                    <a:cubicBezTo>
                      <a:pt x="1186723" y="740429"/>
                      <a:pt x="911125" y="1197645"/>
                      <a:pt x="911125" y="1197645"/>
                    </a:cubicBezTo>
                    <a:lnTo>
                      <a:pt x="589288" y="1887225"/>
                    </a:lnTo>
                    <a:lnTo>
                      <a:pt x="-803" y="1887225"/>
                    </a:lnTo>
                    <a:cubicBezTo>
                      <a:pt x="-803" y="1887225"/>
                      <a:pt x="95682" y="1262914"/>
                      <a:pt x="193167" y="1020869"/>
                    </a:cubicBezTo>
                    <a:cubicBezTo>
                      <a:pt x="308014" y="735923"/>
                      <a:pt x="759388" y="-230"/>
                      <a:pt x="759388" y="-230"/>
                    </a:cubicBezTo>
                    <a:close/>
                  </a:path>
                </a:pathLst>
              </a:custGeom>
              <a:solidFill>
                <a:srgbClr val="FEB437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grpSp>
            <p:nvGrpSpPr>
              <p:cNvPr descr="1ed0fda3-0e7c-4ecb-8b78-fa9a9668408e" id="137" name="图形 163">
                <a:extLst>
                  <a:ext uri="{FF2B5EF4-FFF2-40B4-BE49-F238E27FC236}">
                    <a16:creationId id="{983C7BFD-CB43-3FF9-1852-FF70395619BC}"/>
                  </a:ext>
                </a:extLst>
              </p:cNvPr>
              <p:cNvGrpSpPr/>
              <p:nvPr/>
            </p:nvGrpSpPr>
            <p:grpSpPr>
              <a:xfrm>
                <a:off x="-2889638" y="-2883185"/>
                <a:ext cx="943367" cy="1860745"/>
                <a:chOff x="9035662" y="3043503"/>
                <a:chExt cx="943367" cy="1860745"/>
              </a:xfrm>
              <a:solidFill>
                <a:srgbClr val="004579"/>
              </a:solidFill>
            </p:grpSpPr>
            <p:sp>
              <p:nvSpPr>
                <p:cNvPr descr="86c392e2-5d43-4b17-8744-508707124912" id="147" name="任意多边形: 形状 146">
                  <a:extLst>
                    <a:ext uri="{FF2B5EF4-FFF2-40B4-BE49-F238E27FC236}">
                      <a16:creationId id="{EC3A9B22-EAB7-836A-4FAB-A4D7D5387A24}"/>
                    </a:ext>
                  </a:extLst>
                </p:cNvPr>
                <p:cNvSpPr/>
                <p:nvPr/>
              </p:nvSpPr>
              <p:spPr>
                <a:xfrm flipV="false" flipH="false">
                  <a:off x="9035662" y="3043503"/>
                  <a:ext cx="943367" cy="1860745"/>
                </a:xfrm>
                <a:custGeom>
                  <a:avLst/>
                  <a:gdLst>
                    <a:gd fmla="*/ 10215 w 943367" name="connsiteX0"/>
                    <a:gd fmla="*/ 1860516 h 1860745" name="connsiteY0"/>
                    <a:gd fmla="*/ 611155 w 943367" name="connsiteX1"/>
                    <a:gd fmla="*/ 772146 h 1860745" name="connsiteY1"/>
                    <a:gd fmla="*/ 916466 w 943367" name="connsiteX2"/>
                    <a:gd fmla="*/ 342140 h 1860745" name="connsiteY2"/>
                    <a:gd fmla="*/ 844353 w 943367" name="connsiteX3"/>
                    <a:gd fmla="*/ -230 h 1860745" name="connsiteY3"/>
                    <a:gd fmla="*/ 839346 w 943367" name="connsiteX4"/>
                    <a:gd fmla="*/ 9118 h 1860745" name="connsiteY4"/>
                    <a:gd fmla="*/ 906117 w 943367" name="connsiteX5"/>
                    <a:gd fmla="*/ 338801 h 1860745" name="connsiteY5"/>
                    <a:gd fmla="*/ 602642 w 943367" name="connsiteX6"/>
                    <a:gd fmla="*/ 765302 h 1860745" name="connsiteY6"/>
                    <a:gd fmla="*/ -803 w 943367" name="connsiteX7"/>
                    <a:gd fmla="*/ 1859515 h 1860745" name="connsiteY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b="b" l="l" r="r" t="t"/>
                  <a:pathLst>
                    <a:path h="1860745" w="943367">
                      <a:moveTo>
                        <a:pt x="10215" y="1860516"/>
                      </a:moveTo>
                      <a:cubicBezTo>
                        <a:pt x="53950" y="1424333"/>
                        <a:pt x="362934" y="1062601"/>
                        <a:pt x="611155" y="772146"/>
                      </a:cubicBezTo>
                      <a:cubicBezTo>
                        <a:pt x="752877" y="606053"/>
                        <a:pt x="875402" y="462828"/>
                        <a:pt x="916466" y="342140"/>
                      </a:cubicBezTo>
                      <a:cubicBezTo>
                        <a:pt x="1003269" y="87574"/>
                        <a:pt x="845856" y="605"/>
                        <a:pt x="844353" y="-230"/>
                      </a:cubicBezTo>
                      <a:lnTo>
                        <a:pt x="839346" y="9118"/>
                      </a:lnTo>
                      <a:cubicBezTo>
                        <a:pt x="845689" y="12290"/>
                        <a:pt x="989581" y="92582"/>
                        <a:pt x="906117" y="338801"/>
                      </a:cubicBezTo>
                      <a:cubicBezTo>
                        <a:pt x="865554" y="457487"/>
                        <a:pt x="743696" y="600210"/>
                        <a:pt x="602642" y="765302"/>
                      </a:cubicBezTo>
                      <a:cubicBezTo>
                        <a:pt x="353419" y="1056925"/>
                        <a:pt x="43433" y="1419993"/>
                        <a:pt x="-803" y="1859515"/>
                      </a:cubicBezTo>
                      <a:close/>
                    </a:path>
                  </a:pathLst>
                </a:custGeom>
                <a:solidFill>
                  <a:srgbClr val="FF7800"/>
                </a:solidFill>
                <a:ln cap="flat" w="16669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ad5e48f2-b519-41a4-92f3-cc68535d3a57" id="148" name="任意多边形: 形状 147">
                  <a:extLst>
                    <a:ext uri="{FF2B5EF4-FFF2-40B4-BE49-F238E27FC236}">
                      <a16:creationId id="{40128E26-5736-634D-B7EC-E4518020411E}"/>
                    </a:ext>
                  </a:extLst>
                </p:cNvPr>
                <p:cNvSpPr/>
                <p:nvPr/>
              </p:nvSpPr>
              <p:spPr>
                <a:xfrm flipV="false" flipH="false">
                  <a:off x="9695362" y="3074552"/>
                  <a:ext cx="210663" cy="403464"/>
                </a:xfrm>
                <a:custGeom>
                  <a:avLst/>
                  <a:gdLst>
                    <a:gd fmla="*/ 207356 w 210663" name="connsiteX0"/>
                    <a:gd fmla="*/ 403235 h 403464" name="connsiteY0"/>
                    <a:gd fmla="*/ 209860 w 210663" name="connsiteX1"/>
                    <a:gd fmla="*/ 393052 h 403464" name="connsiteY1"/>
                    <a:gd fmla="*/ 10715 w 210663" name="connsiteX2"/>
                    <a:gd fmla="*/ 11288 h 403464" name="connsiteY2"/>
                    <a:gd fmla="*/ 9379 w 210663" name="connsiteX3"/>
                    <a:gd fmla="*/ -230 h 403464" name="connsiteY3"/>
                    <a:gd fmla="*/ -803 w 210663" name="connsiteX4"/>
                    <a:gd fmla="*/ 2274 h 403464" name="connsiteY4"/>
                    <a:gd fmla="*/ 4372 w 210663" name="connsiteX5"/>
                    <a:gd fmla="*/ 938 h 403464" name="connsiteY5"/>
                    <a:gd fmla="*/ -803 w 210663" name="connsiteX6"/>
                    <a:gd fmla="*/ 2274 h 403464" name="connsiteY6"/>
                    <a:gd fmla="*/ 198 w 210663" name="connsiteX7"/>
                    <a:gd fmla="*/ 12290 h 403464" name="connsiteY7"/>
                    <a:gd fmla="*/ 207356 w 210663" name="connsiteX8"/>
                    <a:gd fmla="*/ 403235 h 403464" name="connsiteY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b="b" l="l" r="r" t="t"/>
                  <a:pathLst>
                    <a:path h="403464" w="210663">
                      <a:moveTo>
                        <a:pt x="207356" y="403235"/>
                      </a:moveTo>
                      <a:lnTo>
                        <a:pt x="209860" y="393052"/>
                      </a:lnTo>
                      <a:cubicBezTo>
                        <a:pt x="100856" y="366677"/>
                        <a:pt x="30078" y="231132"/>
                        <a:pt x="10715" y="11288"/>
                      </a:cubicBezTo>
                      <a:cubicBezTo>
                        <a:pt x="10715" y="3776"/>
                        <a:pt x="9713" y="1105"/>
                        <a:pt x="9379" y="-230"/>
                      </a:cubicBezTo>
                      <a:lnTo>
                        <a:pt x="-803" y="2274"/>
                      </a:lnTo>
                      <a:lnTo>
                        <a:pt x="4372" y="938"/>
                      </a:lnTo>
                      <a:lnTo>
                        <a:pt x="-803" y="2274"/>
                      </a:lnTo>
                      <a:cubicBezTo>
                        <a:pt x="-803" y="3275"/>
                        <a:pt x="-803" y="6781"/>
                        <a:pt x="198" y="12290"/>
                      </a:cubicBezTo>
                      <a:cubicBezTo>
                        <a:pt x="20063" y="236808"/>
                        <a:pt x="93678" y="375692"/>
                        <a:pt x="207356" y="403235"/>
                      </a:cubicBezTo>
                      <a:close/>
                    </a:path>
                  </a:pathLst>
                </a:custGeom>
                <a:solidFill>
                  <a:srgbClr val="FF7800"/>
                </a:solidFill>
                <a:ln cap="flat" w="16669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</p:grpSp>
          <p:sp>
            <p:nvSpPr>
              <p:cNvPr descr="d49b1e08-9d76-4088-910e-860de6ef2513" id="138" name="任意多边形: 形状 137">
                <a:extLst>
                  <a:ext uri="{FF2B5EF4-FFF2-40B4-BE49-F238E27FC236}">
                    <a16:creationId id="{A7820D14-9784-92DD-81C4-D8E1854B237A}"/>
                  </a:ext>
                </a:extLst>
              </p:cNvPr>
              <p:cNvSpPr/>
              <p:nvPr/>
            </p:nvSpPr>
            <p:spPr>
              <a:xfrm flipV="false" flipH="false">
                <a:off x="-3347688" y="-1101062"/>
                <a:ext cx="672219" cy="175775"/>
              </a:xfrm>
              <a:custGeom>
                <a:avLst/>
                <a:gdLst>
                  <a:gd fmla="*/ 671416 w 672219" name="connsiteX0"/>
                  <a:gd fmla="*/ -230 h 175775" name="connsiteY0"/>
                  <a:gd fmla="*/ 589288 w 672219" name="connsiteX1"/>
                  <a:gd fmla="*/ 175545 h 175775" name="connsiteY1"/>
                  <a:gd fmla="*/ -803 w 672219" name="connsiteX2"/>
                  <a:gd fmla="*/ 175545 h 175775" name="connsiteY2"/>
                  <a:gd fmla="*/ 28743 w 672219" name="connsiteX3"/>
                  <a:gd fmla="*/ -230 h 175775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175775" w="672219">
                    <a:moveTo>
                      <a:pt x="671416" y="-230"/>
                    </a:moveTo>
                    <a:lnTo>
                      <a:pt x="589288" y="175545"/>
                    </a:lnTo>
                    <a:lnTo>
                      <a:pt x="-803" y="175545"/>
                    </a:lnTo>
                    <a:cubicBezTo>
                      <a:pt x="-803" y="175545"/>
                      <a:pt x="10382" y="103933"/>
                      <a:pt x="28743" y="-230"/>
                    </a:cubicBezTo>
                    <a:close/>
                  </a:path>
                </a:pathLst>
              </a:custGeom>
              <a:solidFill>
                <a:srgbClr val="F59801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941e482-e0a2-4247-95fc-32e4cb5b6da7" id="139" name="任意多边形: 形状 138">
                <a:extLst>
                  <a:ext uri="{FF2B5EF4-FFF2-40B4-BE49-F238E27FC236}">
                    <a16:creationId id="{C678265D-BD63-D6C7-A129-DC16D7BCB8DD}"/>
                  </a:ext>
                </a:extLst>
              </p:cNvPr>
              <p:cNvSpPr/>
              <p:nvPr/>
            </p:nvSpPr>
            <p:spPr>
              <a:xfrm flipV="false" flipH="false">
                <a:off x="-3697759" y="-3433634"/>
                <a:ext cx="911783" cy="1073193"/>
              </a:xfrm>
              <a:custGeom>
                <a:avLst/>
                <a:gdLst>
                  <a:gd fmla="*/ 145115 w 911783" name="connsiteX0"/>
                  <a:gd fmla="*/ 1069032 h 1073193" name="connsiteY0"/>
                  <a:gd fmla="*/ 222737 w 911783" name="connsiteX1"/>
                  <a:gd fmla="*/ 1012610 h 1073193" name="connsiteY1"/>
                  <a:gd fmla="*/ 188649 w 911783" name="connsiteX2"/>
                  <a:gd fmla="*/ 971579 h 1073193" name="connsiteY2"/>
                  <a:gd fmla="*/ 172659 w 911783" name="connsiteX3"/>
                  <a:gd fmla="*/ 973549 h 1073193" name="connsiteY3"/>
                  <a:gd fmla="*/ 184510 w 911783" name="connsiteX4"/>
                  <a:gd fmla="*/ 890085 h 1073193" name="connsiteY4"/>
                  <a:gd fmla="*/ 256957 w 911783" name="connsiteX5"/>
                  <a:gd fmla="*/ 869219 h 1073193" name="connsiteY5"/>
                  <a:gd fmla="*/ 317552 w 911783" name="connsiteX6"/>
                  <a:gd fmla="*/ 823815 h 1073193" name="connsiteY6"/>
                  <a:gd fmla="*/ 636050 w 911783" name="connsiteX7"/>
                  <a:gd fmla="*/ 571920 h 1073193" name="connsiteY7"/>
                  <a:gd fmla="*/ 680954 w 911783" name="connsiteX8"/>
                  <a:gd fmla="*/ 523678 h 1073193" name="connsiteY8"/>
                  <a:gd fmla="*/ 833860 w 911783" name="connsiteX9"/>
                  <a:gd fmla="*/ 307673 h 1073193" name="connsiteY9"/>
                  <a:gd fmla="*/ 833860 w 911783" name="connsiteX10"/>
                  <a:gd fmla="*/ 307673 h 1073193" name="connsiteY10"/>
                  <a:gd fmla="*/ 910981 w 911783" name="connsiteX11"/>
                  <a:gd fmla="*/ 113703 h 1073193" name="connsiteY11"/>
                  <a:gd fmla="*/ 625700 w 911783" name="connsiteX12"/>
                  <a:gd fmla="*/ 25 h 1073193" name="connsiteY12"/>
                  <a:gd fmla="*/ 575622 w 911783" name="connsiteX13"/>
                  <a:gd fmla="*/ 125889 h 1073193" name="connsiteY13"/>
                  <a:gd fmla="*/ 427057 w 911783" name="connsiteX14"/>
                  <a:gd fmla="*/ 397481 h 1073193" name="connsiteY14"/>
                  <a:gd fmla="*/ 371636 w 911783" name="connsiteX15"/>
                  <a:gd fmla="*/ 480945 h 1073193" name="connsiteY15"/>
                  <a:gd fmla="*/ 148954 w 911783" name="connsiteX16"/>
                  <a:gd fmla="*/ 758379 h 1073193" name="connsiteY16"/>
                  <a:gd fmla="*/ 5564 w 911783" name="connsiteX17"/>
                  <a:gd fmla="*/ 877399 h 1073193" name="connsiteY17"/>
                  <a:gd fmla="*/ 145115 w 911783" name="connsiteX18"/>
                  <a:gd fmla="*/ 1069032 h 1073193" name="connsiteY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b="b" l="l" r="r" t="t"/>
                <a:pathLst>
                  <a:path h="1073193" w="911783">
                    <a:moveTo>
                      <a:pt x="145115" y="1069032"/>
                    </a:moveTo>
                    <a:cubicBezTo>
                      <a:pt x="198532" y="1058015"/>
                      <a:pt x="220066" y="1033977"/>
                      <a:pt x="222737" y="1012610"/>
                    </a:cubicBezTo>
                    <a:cubicBezTo>
                      <a:pt x="224656" y="991861"/>
                      <a:pt x="209382" y="973499"/>
                      <a:pt x="188649" y="971579"/>
                    </a:cubicBezTo>
                    <a:cubicBezTo>
                      <a:pt x="183241" y="971079"/>
                      <a:pt x="177782" y="971747"/>
                      <a:pt x="172659" y="973549"/>
                    </a:cubicBezTo>
                    <a:cubicBezTo>
                      <a:pt x="110895" y="992245"/>
                      <a:pt x="66826" y="894259"/>
                      <a:pt x="184510" y="890085"/>
                    </a:cubicBezTo>
                    <a:cubicBezTo>
                      <a:pt x="209900" y="888566"/>
                      <a:pt x="234638" y="881438"/>
                      <a:pt x="256957" y="869219"/>
                    </a:cubicBezTo>
                    <a:cubicBezTo>
                      <a:pt x="279442" y="857418"/>
                      <a:pt x="299908" y="842094"/>
                      <a:pt x="317552" y="823815"/>
                    </a:cubicBezTo>
                    <a:cubicBezTo>
                      <a:pt x="433400" y="752871"/>
                      <a:pt x="540317" y="668305"/>
                      <a:pt x="636050" y="571920"/>
                    </a:cubicBezTo>
                    <a:cubicBezTo>
                      <a:pt x="651908" y="555227"/>
                      <a:pt x="666932" y="539537"/>
                      <a:pt x="680954" y="523678"/>
                    </a:cubicBezTo>
                    <a:cubicBezTo>
                      <a:pt x="739896" y="457658"/>
                      <a:pt x="791193" y="385211"/>
                      <a:pt x="833860" y="307673"/>
                    </a:cubicBezTo>
                    <a:lnTo>
                      <a:pt x="833860" y="307673"/>
                    </a:lnTo>
                    <a:cubicBezTo>
                      <a:pt x="897627" y="191825"/>
                      <a:pt x="910981" y="113703"/>
                      <a:pt x="910981" y="113703"/>
                    </a:cubicBezTo>
                    <a:cubicBezTo>
                      <a:pt x="910981" y="113703"/>
                      <a:pt x="627203" y="-6485"/>
                      <a:pt x="625700" y="25"/>
                    </a:cubicBezTo>
                    <a:cubicBezTo>
                      <a:pt x="610678" y="42759"/>
                      <a:pt x="593651" y="84825"/>
                      <a:pt x="575622" y="125889"/>
                    </a:cubicBezTo>
                    <a:cubicBezTo>
                      <a:pt x="532721" y="219886"/>
                      <a:pt x="483077" y="310661"/>
                      <a:pt x="427057" y="397481"/>
                    </a:cubicBezTo>
                    <a:cubicBezTo>
                      <a:pt x="408528" y="426526"/>
                      <a:pt x="389831" y="454069"/>
                      <a:pt x="371636" y="480945"/>
                    </a:cubicBezTo>
                    <a:cubicBezTo>
                      <a:pt x="304181" y="578664"/>
                      <a:pt x="229764" y="671376"/>
                      <a:pt x="148954" y="758379"/>
                    </a:cubicBezTo>
                    <a:cubicBezTo>
                      <a:pt x="148954" y="758379"/>
                      <a:pt x="19752" y="832161"/>
                      <a:pt x="5564" y="877399"/>
                    </a:cubicBezTo>
                    <a:cubicBezTo>
                      <a:pt x="-8626" y="922636"/>
                      <a:pt x="-12632" y="1101583"/>
                      <a:pt x="145115" y="1069032"/>
                    </a:cubicBezTo>
                    <a:close/>
                  </a:path>
                </a:pathLst>
              </a:custGeom>
              <a:solidFill>
                <a:srgbClr val="F1CDC5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821cf75-1a82-4fa7-9d89-d88cea9b376b" id="140" name="任意多边形: 形状 139">
                <a:extLst>
                  <a:ext uri="{FF2B5EF4-FFF2-40B4-BE49-F238E27FC236}">
                    <a16:creationId id="{4216E675-5231-C8C0-59B6-F5CF00C93DE3}"/>
                  </a:ext>
                </a:extLst>
              </p:cNvPr>
              <p:cNvSpPr/>
              <p:nvPr/>
            </p:nvSpPr>
            <p:spPr>
              <a:xfrm flipV="false" flipH="false">
                <a:off x="-3270233" y="-3307516"/>
                <a:ext cx="425833" cy="397789"/>
              </a:xfrm>
              <a:custGeom>
                <a:avLst/>
                <a:gdLst>
                  <a:gd fmla="*/ -803 w 425833" name="connsiteX0"/>
                  <a:gd fmla="*/ 271529 h 397789" name="connsiteY0"/>
                  <a:gd fmla="*/ 252093 w 425833" name="connsiteX1"/>
                  <a:gd fmla="*/ 397560 h 397789" name="connsiteY1"/>
                  <a:gd fmla="*/ 406334 w 425833" name="connsiteX2"/>
                  <a:gd fmla="*/ 181555 h 397789" name="connsiteY2"/>
                  <a:gd fmla="*/ 406334 w 425833" name="connsiteX3"/>
                  <a:gd fmla="*/ 181555 h 397789" name="connsiteY3"/>
                  <a:gd fmla="*/ 425030 w 425833" name="connsiteX4"/>
                  <a:gd fmla="*/ 113949 h 397789" name="connsiteY4"/>
                  <a:gd fmla="*/ 147596 w 425833" name="connsiteX5"/>
                  <a:gd fmla="*/ -230 h 397789" name="connsiteY5"/>
                  <a:gd fmla="*/ -803 w 425833" name="connsiteX6"/>
                  <a:gd fmla="*/ 271529 h 397789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397789" w="425833">
                    <a:moveTo>
                      <a:pt x="-803" y="271529"/>
                    </a:moveTo>
                    <a:cubicBezTo>
                      <a:pt x="79656" y="314429"/>
                      <a:pt x="182818" y="372854"/>
                      <a:pt x="252093" y="397560"/>
                    </a:cubicBezTo>
                    <a:cubicBezTo>
                      <a:pt x="311502" y="331623"/>
                      <a:pt x="363250" y="259159"/>
                      <a:pt x="406334" y="181555"/>
                    </a:cubicBezTo>
                    <a:lnTo>
                      <a:pt x="406334" y="181555"/>
                    </a:lnTo>
                    <a:cubicBezTo>
                      <a:pt x="414163" y="159487"/>
                      <a:pt x="420423" y="136902"/>
                      <a:pt x="425030" y="113949"/>
                    </a:cubicBezTo>
                    <a:cubicBezTo>
                      <a:pt x="425030" y="113949"/>
                      <a:pt x="242578" y="36494"/>
                      <a:pt x="147596" y="-230"/>
                    </a:cubicBezTo>
                    <a:cubicBezTo>
                      <a:pt x="104762" y="93817"/>
                      <a:pt x="55168" y="184643"/>
                      <a:pt x="-803" y="271529"/>
                    </a:cubicBezTo>
                    <a:close/>
                  </a:path>
                </a:pathLst>
              </a:custGeom>
              <a:solidFill>
                <a:srgbClr val="EBB3A9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2b9dbcc-3b06-41b0-8b17-b8f026279f4c" id="141" name="任意多边形: 形状 140">
                <a:extLst>
                  <a:ext uri="{FF2B5EF4-FFF2-40B4-BE49-F238E27FC236}">
                    <a16:creationId id="{1929DA38-83F8-9D74-3A1E-2FD42F834D09}"/>
                  </a:ext>
                </a:extLst>
              </p:cNvPr>
              <p:cNvSpPr/>
              <p:nvPr/>
            </p:nvSpPr>
            <p:spPr>
              <a:xfrm flipV="false" flipH="false">
                <a:off x="-3609480" y="-2579238"/>
                <a:ext cx="168145" cy="158864"/>
              </a:xfrm>
              <a:custGeom>
                <a:avLst/>
                <a:gdLst>
                  <a:gd fmla="*/ 13936 w 168145" name="connsiteX0"/>
                  <a:gd fmla="*/ 128166 h 158864" name="connsiteY0"/>
                  <a:gd fmla="*/ 10764 w 168145" name="connsiteX1"/>
                  <a:gd fmla="*/ 49376 h 158864" name="connsiteY1"/>
                  <a:gd fmla="*/ 167342 w 168145" name="connsiteX2"/>
                  <a:gd fmla="*/ 14823 h 158864" name="connsiteY2"/>
                  <a:gd fmla="*/ 94896 w 168145" name="connsiteX3"/>
                  <a:gd fmla="*/ 35521 h 158864" name="connsiteY3"/>
                  <a:gd fmla="*/ 83044 w 168145" name="connsiteX4"/>
                  <a:gd fmla="*/ 118985 h 158864" name="connsiteY4"/>
                  <a:gd fmla="*/ 131153 w 168145" name="connsiteX5"/>
                  <a:gd fmla="*/ 142055 h 158864" name="connsiteY5"/>
                  <a:gd fmla="*/ 133122 w 168145" name="connsiteX6"/>
                  <a:gd fmla="*/ 158047 h 158864" name="connsiteY6"/>
                  <a:gd fmla="*/ 99737 w 168145" name="connsiteX7"/>
                  <a:gd fmla="*/ 158047 h 158864" name="connsiteY7"/>
                  <a:gd fmla="*/ 13936 w 168145" name="connsiteX8"/>
                  <a:gd fmla="*/ 128166 h 158864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58864" w="168145">
                    <a:moveTo>
                      <a:pt x="13936" y="128166"/>
                    </a:moveTo>
                    <a:cubicBezTo>
                      <a:pt x="-7598" y="106800"/>
                      <a:pt x="-2757" y="73581"/>
                      <a:pt x="10764" y="49376"/>
                    </a:cubicBezTo>
                    <a:cubicBezTo>
                      <a:pt x="42814" y="-5209"/>
                      <a:pt x="114760" y="-11552"/>
                      <a:pt x="167342" y="14823"/>
                    </a:cubicBezTo>
                    <a:cubicBezTo>
                      <a:pt x="145074" y="27108"/>
                      <a:pt x="120302" y="34186"/>
                      <a:pt x="94896" y="35521"/>
                    </a:cubicBezTo>
                    <a:cubicBezTo>
                      <a:pt x="-21953" y="39862"/>
                      <a:pt x="21447" y="137848"/>
                      <a:pt x="83044" y="118985"/>
                    </a:cubicBezTo>
                    <a:cubicBezTo>
                      <a:pt x="102691" y="112075"/>
                      <a:pt x="124242" y="122407"/>
                      <a:pt x="131153" y="142055"/>
                    </a:cubicBezTo>
                    <a:cubicBezTo>
                      <a:pt x="132955" y="147180"/>
                      <a:pt x="133623" y="152638"/>
                      <a:pt x="133122" y="158047"/>
                    </a:cubicBezTo>
                    <a:cubicBezTo>
                      <a:pt x="122005" y="158831"/>
                      <a:pt x="110854" y="158831"/>
                      <a:pt x="99737" y="158047"/>
                    </a:cubicBezTo>
                    <a:cubicBezTo>
                      <a:pt x="71693" y="156711"/>
                      <a:pt x="35636" y="149867"/>
                      <a:pt x="13936" y="128166"/>
                    </a:cubicBezTo>
                    <a:close/>
                  </a:path>
                </a:pathLst>
              </a:custGeom>
              <a:solidFill>
                <a:srgbClr val="EBB3A9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a6ed4d1-977e-44f2-ac00-cda06c71a2f3" id="142" name="任意多边形: 形状 141">
                <a:extLst>
                  <a:ext uri="{FF2B5EF4-FFF2-40B4-BE49-F238E27FC236}">
                    <a16:creationId id="{F5A75324-FBDF-EE8A-3171-2D74DB2C8E91}"/>
                  </a:ext>
                </a:extLst>
              </p:cNvPr>
              <p:cNvSpPr/>
              <p:nvPr/>
            </p:nvSpPr>
            <p:spPr>
              <a:xfrm flipV="false" flipH="false">
                <a:off x="-3271068" y="-3852763"/>
                <a:ext cx="1645075" cy="1085092"/>
              </a:xfrm>
              <a:custGeom>
                <a:avLst/>
                <a:gdLst>
                  <a:gd fmla="*/ 1644272 w 1645075" name="connsiteX0"/>
                  <a:gd fmla="*/ 1084862 h 1085092" name="connsiteY0"/>
                  <a:gd fmla="*/ 685438 w 1645075" name="connsiteX1"/>
                  <a:gd fmla="*/ 39058 h 1085092" name="connsiteY1"/>
                  <a:gd fmla="*/ 153605 w 1645075" name="connsiteX2"/>
                  <a:gd fmla="*/ 299967 h 1085092" name="connsiteY2"/>
                  <a:gd fmla="*/ -803 w 1645075" name="connsiteX3"/>
                  <a:gd fmla="*/ 750672 h 1085092" name="connsiteY3"/>
                  <a:gd fmla="*/ 408671 w 1645075" name="connsiteX4"/>
                  <a:gd fmla="*/ 925112 h 1085092" name="connsiteY4"/>
                  <a:gd fmla="*/ 524186 w 1645075" name="connsiteX5"/>
                  <a:gd fmla="*/ 741491 h 1085092" name="connsiteY5"/>
                  <a:gd fmla="*/ 643706 w 1645075" name="connsiteX6"/>
                  <a:gd fmla="*/ 1083527 h 108509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085092" w="1645075">
                    <a:moveTo>
                      <a:pt x="1644272" y="1084862"/>
                    </a:moveTo>
                    <a:cubicBezTo>
                      <a:pt x="1644272" y="1084862"/>
                      <a:pt x="1487359" y="313321"/>
                      <a:pt x="685438" y="39058"/>
                    </a:cubicBezTo>
                    <a:cubicBezTo>
                      <a:pt x="259938" y="-106336"/>
                      <a:pt x="187325" y="190629"/>
                      <a:pt x="153605" y="299967"/>
                    </a:cubicBezTo>
                    <a:cubicBezTo>
                      <a:pt x="119885" y="409305"/>
                      <a:pt x="-803" y="750672"/>
                      <a:pt x="-803" y="750672"/>
                    </a:cubicBezTo>
                    <a:lnTo>
                      <a:pt x="408671" y="925112"/>
                    </a:lnTo>
                    <a:lnTo>
                      <a:pt x="524186" y="741491"/>
                    </a:lnTo>
                    <a:lnTo>
                      <a:pt x="643706" y="1083527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86f3242-49bc-4f11-a20d-4d0f885f4770" id="143" name="任意多边形: 形状 142">
                <a:extLst>
                  <a:ext uri="{FF2B5EF4-FFF2-40B4-BE49-F238E27FC236}">
                    <a16:creationId id="{DF60D5D6-9C10-7E62-7FDC-46D7AC88CC19}"/>
                  </a:ext>
                </a:extLst>
              </p:cNvPr>
              <p:cNvSpPr/>
              <p:nvPr/>
            </p:nvSpPr>
            <p:spPr>
              <a:xfrm flipV="false" flipH="false">
                <a:off x="-3270733" y="-3188830"/>
                <a:ext cx="453375" cy="262077"/>
              </a:xfrm>
              <a:custGeom>
                <a:avLst/>
                <a:gdLst>
                  <a:gd fmla="*/ 452573 w 453375" name="connsiteX0"/>
                  <a:gd fmla="*/ 192071 h 262077" name="connsiteY0"/>
                  <a:gd fmla="*/ 408671 w 453375" name="connsiteX1"/>
                  <a:gd fmla="*/ 261847 h 262077" name="connsiteY1"/>
                  <a:gd fmla="*/ -803 w 453375" name="connsiteX2"/>
                  <a:gd fmla="*/ 87407 h 262077" name="connsiteY2"/>
                  <a:gd fmla="*/ 29911 w 453375" name="connsiteX3"/>
                  <a:gd fmla="*/ -230 h 262077" name="connsiteY3"/>
                  <a:gd fmla="*/ 452573 w 453375" name="connsiteX4"/>
                  <a:gd fmla="*/ 192071 h 262077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262077" w="453375">
                    <a:moveTo>
                      <a:pt x="452573" y="192071"/>
                    </a:moveTo>
                    <a:lnTo>
                      <a:pt x="408671" y="261847"/>
                    </a:lnTo>
                    <a:lnTo>
                      <a:pt x="-803" y="87407"/>
                    </a:lnTo>
                    <a:cubicBezTo>
                      <a:pt x="-803" y="87407"/>
                      <a:pt x="11883" y="51684"/>
                      <a:pt x="29911" y="-230"/>
                    </a:cubicBezTo>
                    <a:cubicBezTo>
                      <a:pt x="171300" y="62869"/>
                      <a:pt x="305843" y="141659"/>
                      <a:pt x="452573" y="192071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93013d3-ca95-41a1-a187-28e5a0cb4d0e" id="144" name="任意多边形: 形状 143">
                <a:extLst>
                  <a:ext uri="{FF2B5EF4-FFF2-40B4-BE49-F238E27FC236}">
                    <a16:creationId id="{64D4EC2D-7BB3-9896-815A-B3F30055DFBC}"/>
                  </a:ext>
                </a:extLst>
              </p:cNvPr>
              <p:cNvSpPr/>
              <p:nvPr/>
            </p:nvSpPr>
            <p:spPr>
              <a:xfrm flipV="false" flipH="false">
                <a:off x="-2749083" y="-3284313"/>
                <a:ext cx="107906" cy="338362"/>
              </a:xfrm>
              <a:custGeom>
                <a:avLst/>
                <a:gdLst>
                  <a:gd fmla="*/ 49441 w 107906" name="connsiteX0"/>
                  <a:gd fmla="*/ -230 h 338362" name="connsiteY0"/>
                  <a:gd fmla="*/ 62295 w 107906" name="connsiteX1"/>
                  <a:gd fmla="*/ 330788 h 338362" name="connsiteY1"/>
                  <a:gd fmla="*/ 59458 w 107906" name="connsiteX2"/>
                  <a:gd fmla="*/ 338133 h 338362" name="connsiteY2"/>
                  <a:gd fmla="*/ -803 w 107906" name="connsiteX3"/>
                  <a:gd fmla="*/ 164361 h 338362" name="connsiteY3"/>
                  <a:gd fmla="*/ 49441 w 107906" name="connsiteX4"/>
                  <a:gd fmla="*/ -230 h 338362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338362" w="107906">
                    <a:moveTo>
                      <a:pt x="49441" y="-230"/>
                    </a:moveTo>
                    <a:cubicBezTo>
                      <a:pt x="166291" y="170371"/>
                      <a:pt x="70809" y="307752"/>
                      <a:pt x="62295" y="330788"/>
                    </a:cubicBezTo>
                    <a:cubicBezTo>
                      <a:pt x="61294" y="333292"/>
                      <a:pt x="60292" y="335629"/>
                      <a:pt x="59458" y="338133"/>
                    </a:cubicBezTo>
                    <a:lnTo>
                      <a:pt x="-803" y="164361"/>
                    </a:lnTo>
                    <a:cubicBezTo>
                      <a:pt x="20113" y="110861"/>
                      <a:pt x="36905" y="55825"/>
                      <a:pt x="49441" y="-230"/>
                    </a:cubicBezTo>
                    <a:close/>
                  </a:path>
                </a:pathLst>
              </a:custGeom>
              <a:solidFill>
                <a:srgbClr val="00334E">
                  <a:alpha val="8000"/>
                </a:srgbClr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5c3f6d3-4eae-495f-b8e1-e3e849f3e275" id="145" name="任意多边形: 形状 144">
                <a:extLst>
                  <a:ext uri="{FF2B5EF4-FFF2-40B4-BE49-F238E27FC236}">
                    <a16:creationId id="{9A2E4250-11A4-F79B-DAC8-209C5A1D9141}"/>
                  </a:ext>
                </a:extLst>
              </p:cNvPr>
              <p:cNvSpPr/>
              <p:nvPr/>
            </p:nvSpPr>
            <p:spPr>
              <a:xfrm flipV="false" flipH="false">
                <a:off x="-2805011" y="-3358940"/>
                <a:ext cx="117201" cy="336204"/>
              </a:xfrm>
              <a:custGeom>
                <a:avLst/>
                <a:gdLst>
                  <a:gd fmla="*/ 4378 w 117201" name="connsiteX0"/>
                  <a:gd fmla="*/ 335974 h 336204" name="connsiteY0"/>
                  <a:gd fmla="*/ 8384 w 117201" name="connsiteX1"/>
                  <a:gd fmla="*/ 333971 h 336204" name="connsiteY1"/>
                  <a:gd fmla="*/ 116387 w 117201" name="connsiteX2"/>
                  <a:gd fmla="*/ 5289 h 336204" name="connsiteY2"/>
                  <a:gd fmla="*/ 111563 w 117201" name="connsiteX3"/>
                  <a:gd fmla="*/ -219 h 336204" name="connsiteY3"/>
                  <a:gd fmla="*/ 111545 w 117201" name="connsiteX4"/>
                  <a:gd fmla="*/ -219 h 336204" name="connsiteY4"/>
                  <a:gd fmla="*/ 106038 w 117201" name="connsiteX5"/>
                  <a:gd fmla="*/ 4605 h 336204" name="connsiteY5"/>
                  <a:gd fmla="*/ 106038 w 117201" name="connsiteX6"/>
                  <a:gd fmla="*/ 4622 h 336204" name="connsiteY6"/>
                  <a:gd fmla="*/ 372 w 117201" name="connsiteX7"/>
                  <a:gd fmla="*/ 327294 h 336204" name="connsiteY7"/>
                  <a:gd fmla="*/ 1206 w 117201" name="connsiteX8"/>
                  <a:gd fmla="*/ 334806 h 336204" name="connsiteY8"/>
                  <a:gd fmla="*/ 4378 w 117201" name="connsiteX9"/>
                  <a:gd fmla="*/ 335974 h 336204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336204" w="117201">
                    <a:moveTo>
                      <a:pt x="4378" y="335974"/>
                    </a:moveTo>
                    <a:cubicBezTo>
                      <a:pt x="5947" y="335974"/>
                      <a:pt x="7432" y="335240"/>
                      <a:pt x="8384" y="333971"/>
                    </a:cubicBezTo>
                    <a:cubicBezTo>
                      <a:pt x="103366" y="218624"/>
                      <a:pt x="116387" y="7293"/>
                      <a:pt x="116387" y="5289"/>
                    </a:cubicBezTo>
                    <a:cubicBezTo>
                      <a:pt x="116570" y="2435"/>
                      <a:pt x="114418" y="-36"/>
                      <a:pt x="111563" y="-219"/>
                    </a:cubicBezTo>
                    <a:cubicBezTo>
                      <a:pt x="111563" y="-219"/>
                      <a:pt x="111545" y="-219"/>
                      <a:pt x="111545" y="-219"/>
                    </a:cubicBezTo>
                    <a:cubicBezTo>
                      <a:pt x="108692" y="-402"/>
                      <a:pt x="106221" y="1751"/>
                      <a:pt x="106038" y="4605"/>
                    </a:cubicBezTo>
                    <a:cubicBezTo>
                      <a:pt x="106038" y="4605"/>
                      <a:pt x="106038" y="4622"/>
                      <a:pt x="106038" y="4622"/>
                    </a:cubicBezTo>
                    <a:cubicBezTo>
                      <a:pt x="106038" y="6792"/>
                      <a:pt x="93184" y="214617"/>
                      <a:pt x="372" y="327294"/>
                    </a:cubicBezTo>
                    <a:cubicBezTo>
                      <a:pt x="-1481" y="329597"/>
                      <a:pt x="-1097" y="332953"/>
                      <a:pt x="1206" y="334806"/>
                    </a:cubicBezTo>
                    <a:cubicBezTo>
                      <a:pt x="2108" y="335523"/>
                      <a:pt x="3227" y="335941"/>
                      <a:pt x="4378" y="335974"/>
                    </a:cubicBezTo>
                    <a:close/>
                  </a:path>
                </a:pathLst>
              </a:custGeom>
              <a:solidFill>
                <a:srgbClr val="528C8C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e1afab6-44b7-47c0-a0af-63509d2d856c" id="146" name="任意多边形: 形状 145">
                <a:extLst>
                  <a:ext uri="{FF2B5EF4-FFF2-40B4-BE49-F238E27FC236}">
                    <a16:creationId id="{BBFD0D56-81F5-6FFB-0BC8-7CBA16E312A0}"/>
                  </a:ext>
                </a:extLst>
              </p:cNvPr>
              <p:cNvSpPr/>
              <p:nvPr/>
            </p:nvSpPr>
            <p:spPr>
              <a:xfrm flipV="false" flipH="false">
                <a:off x="-3600416" y="-2572866"/>
                <a:ext cx="153907" cy="153907"/>
              </a:xfrm>
              <a:custGeom>
                <a:avLst/>
                <a:gdLst>
                  <a:gd fmla="*/ -803 w 153907" name="connsiteX0"/>
                  <a:gd fmla="*/ 76557 h 153907" name="connsiteY0"/>
                  <a:gd fmla="*/ 75983 w 153907" name="connsiteX1"/>
                  <a:gd fmla="*/ 153678 h 153907" name="connsiteY1"/>
                  <a:gd fmla="*/ 153104 w 153907" name="connsiteX2"/>
                  <a:gd fmla="*/ 76891 h 153907" name="connsiteY2"/>
                  <a:gd fmla="*/ 76318 w 153907" name="connsiteX3"/>
                  <a:gd fmla="*/ -230 h 153907" name="connsiteY3"/>
                  <a:gd fmla="*/ 76151 w 153907" name="connsiteX4"/>
                  <a:gd fmla="*/ -230 h 153907" name="connsiteY4"/>
                  <a:gd fmla="*/ -803 w 153907" name="connsiteX5"/>
                  <a:gd fmla="*/ 76390 h 153907" name="connsiteY5"/>
                  <a:gd fmla="*/ -803 w 153907" name="connsiteX6"/>
                  <a:gd fmla="*/ 76557 h 153907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53907" w="153907">
                    <a:moveTo>
                      <a:pt x="-803" y="76557"/>
                    </a:moveTo>
                    <a:cubicBezTo>
                      <a:pt x="-887" y="119057"/>
                      <a:pt x="33483" y="153578"/>
                      <a:pt x="75983" y="153678"/>
                    </a:cubicBezTo>
                    <a:cubicBezTo>
                      <a:pt x="118484" y="153778"/>
                      <a:pt x="153004" y="119391"/>
                      <a:pt x="153104" y="76891"/>
                    </a:cubicBezTo>
                    <a:cubicBezTo>
                      <a:pt x="153188" y="34391"/>
                      <a:pt x="118817" y="-129"/>
                      <a:pt x="76318" y="-230"/>
                    </a:cubicBezTo>
                    <a:cubicBezTo>
                      <a:pt x="76267" y="-230"/>
                      <a:pt x="76200" y="-230"/>
                      <a:pt x="76151" y="-230"/>
                    </a:cubicBezTo>
                    <a:cubicBezTo>
                      <a:pt x="33734" y="-313"/>
                      <a:pt x="-703" y="33991"/>
                      <a:pt x="-803" y="76390"/>
                    </a:cubicBezTo>
                    <a:cubicBezTo>
                      <a:pt x="-803" y="76441"/>
                      <a:pt x="-803" y="76507"/>
                      <a:pt x="-803" y="76557"/>
                    </a:cubicBezTo>
                    <a:close/>
                  </a:path>
                </a:pathLst>
              </a:custGeom>
              <a:solidFill>
                <a:srgbClr val="FF7700"/>
              </a:solidFill>
              <a:ln cap="flat" w="1666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</p:grpSp>
      </p:grpSp>
    </p:spTree>
  </p:cSld>
  <p:clrMapOvr>
    <a:masterClrMapping/>
  </p:clrMapOvr>
</p:sld>
</file>

<file path=ppt/slides/slide21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防护措施</a:t>
            </a:r>
          </a:p>
        </p:txBody>
      </p:sp>
      <p:grpSp>
        <p:nvGrpSpPr>
          <p:cNvPr descr="c348028a-6d7e-47c7-9f4f-73d61208cff5" id="10" name="429c110b-ed66-4d34-baab-4b7fd72df3f2.source.3.zh-Hans.pptx">
            <a:extLst>
              <a:ext uri="{FF2B5EF4-FFF2-40B4-BE49-F238E27FC236}">
                <a16:creationId id="{EC5A0612-69E3-90DA-1111-2B1508645FCD}"/>
              </a:ext>
            </a:extLst>
          </p:cNvPr>
          <p:cNvGrpSpPr/>
          <p:nvPr/>
        </p:nvGrpSpPr>
        <p:grpSpPr>
          <a:xfrm>
            <a:off x="660400" y="1130299"/>
            <a:ext cx="10981931" cy="5038281"/>
            <a:chOff x="660400" y="1130299"/>
            <a:chExt cx="10981931" cy="5038281"/>
          </a:xfrm>
        </p:grpSpPr>
        <p:sp>
          <p:nvSpPr>
            <p:cNvPr descr="05f2eeab-515c-4581-a2f2-0deb0488d03a" id="17" name="Title">
              <a:extLst>
                <a:ext uri="{FF2B5EF4-FFF2-40B4-BE49-F238E27FC236}">
                  <a16:creationId id="{BB9F2C41-28AB-DC99-51CD-5745006A2409}"/>
                </a:ext>
              </a:extLst>
            </p:cNvPr>
            <p:cNvSpPr txBox="1">
              <a:spLocks/>
            </p:cNvSpPr>
            <p:nvPr/>
          </p:nvSpPr>
          <p:spPr>
            <a:xfrm flipV="false" flipH="false">
              <a:off x="699528" y="1130299"/>
              <a:ext cx="7123709" cy="993470"/>
            </a:xfrm>
            <a:prstGeom prst="rect">
              <a:avLst/>
            </a:prstGeom>
            <a:noFill/>
            <a:ln>
              <a:noFill/>
            </a:ln>
          </p:spPr>
          <p:txBody>
            <a:bodyPr anchor="t" anchorCtr="0" bIns="45720" lIns="91440" rIns="91440" tIns="45720" wrap="square">
              <a:normAutofit/>
            </a:bodyPr>
            <a:lstStyle/>
            <a:p>
              <a:pPr algn="l">
                <a:spcBef>
                  <a:spcPct val="0"/>
                </a:spcBef>
                <a:spcAft>
                  <a:spcPct val="0"/>
                </a:spcAft>
              </a:pPr>
              <a:r>
                <a:rPr lang="en-US" b="true" i="false" u="none" strike="noStrike" sz="2400">
                  <a:solidFill>
                    <a:srgbClr val="2F2F2F"/>
                  </a:solidFill>
                  <a:ea typeface="微软雅黑"/>
                </a:rPr>
                <a:t>采取有效措施降低感染风险</a:t>
              </a:r>
            </a:p>
          </p:txBody>
        </p:sp>
        <p:grpSp>
          <p:nvGrpSpPr>
            <p:cNvPr descr="21455c8e-4287-4d1a-965d-c670eacbe0c7" id="4" name="组合 3">
              <a:extLst>
                <a:ext uri="{FF2B5EF4-FFF2-40B4-BE49-F238E27FC236}">
                  <a16:creationId id="{A10DB766-BABE-4E51-74D3-CA2288109FF0}"/>
                </a:ext>
              </a:extLst>
            </p:cNvPr>
            <p:cNvGrpSpPr/>
            <p:nvPr/>
          </p:nvGrpSpPr>
          <p:grpSpPr>
            <a:xfrm>
              <a:off x="660400" y="2412651"/>
              <a:ext cx="10026856" cy="1073499"/>
              <a:chOff x="660400" y="2412651"/>
              <a:chExt cx="10026856" cy="1073499"/>
            </a:xfrm>
          </p:grpSpPr>
          <p:sp>
            <p:nvSpPr>
              <p:cNvPr descr="a8186f37-07e0-496e-9532-0152cf302379" id="14" name="ComponentBackground1">
                <a:extLst>
                  <a:ext uri="{FF2B5EF4-FFF2-40B4-BE49-F238E27FC236}">
                    <a16:creationId id="{0848E8F2-CC80-C46D-5C3A-CCD1EFCA006E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907468" y="2412651"/>
                <a:ext cx="9779788" cy="1073499"/>
              </a:xfrm>
              <a:prstGeom prst="roundRect">
                <a:avLst>
                  <a:gd fmla="val 50000" name="adj"/>
                </a:avLst>
              </a:prstGeom>
              <a:solidFill>
                <a:schemeClr val="accent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/>
              </a:p>
            </p:txBody>
          </p:sp>
          <p:sp>
            <p:nvSpPr>
              <p:cNvPr descr="e70be389-1abd-4171-9fe9-5849f991ea2a" id="19" name="Text1">
                <a:extLst>
                  <a:ext uri="{FF2B5EF4-FFF2-40B4-BE49-F238E27FC236}">
                    <a16:creationId id="{8C3C9D6A-6AB2-D53F-0B0A-DD289A49D5B6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1769015" y="2985512"/>
                <a:ext cx="5708146" cy="452921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使用口腔防护膜如Dental Dam，可显著降低感染风险。</a:t>
                </a:r>
              </a:p>
            </p:txBody>
          </p:sp>
          <p:sp>
            <p:nvSpPr>
              <p:cNvPr descr="9ac9f063-bebf-4c9e-847b-b7903de47a9c" id="20" name="Bullet1">
                <a:extLst>
                  <a:ext uri="{FF2B5EF4-FFF2-40B4-BE49-F238E27FC236}">
                    <a16:creationId id="{5D9211ED-A843-5FF2-E72B-87546FCC1EEC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1769015" y="2532591"/>
                <a:ext cx="5708146" cy="452921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1600">
                    <a:solidFill>
                      <a:srgbClr val="2F2F2F"/>
                    </a:solidFill>
                    <a:ea typeface="微软雅黑"/>
                  </a:rPr>
                  <a:t>口腔防护膜</a:t>
                </a:r>
              </a:p>
            </p:txBody>
          </p:sp>
          <p:sp>
            <p:nvSpPr>
              <p:cNvPr descr="578fb8a8-d86f-4d49-9e53-97f4c41d9962" id="16" name="Number1">
                <a:extLst>
                  <a:ext uri="{FF2B5EF4-FFF2-40B4-BE49-F238E27FC236}">
                    <a16:creationId id="{0394368D-E9AB-C441-A5FA-C929DAB5CA18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660400" y="2601972"/>
                <a:ext cx="720000" cy="720000"/>
              </a:xfrm>
              <a:prstGeom prst="roundRect">
                <a:avLst>
                  <a:gd fmla="val 50000" name="adj"/>
                </a:avLst>
              </a:prstGeom>
              <a:solidFill>
                <a:schemeClr val="accent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lIns="91440" rIns="91440" rtlCol="0" tIns="4572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1</a:t>
                </a:r>
              </a:p>
            </p:txBody>
          </p:sp>
        </p:grpSp>
        <p:grpSp>
          <p:nvGrpSpPr>
            <p:cNvPr descr="345df1e7-49f7-4e02-b528-b6ac045419f7" id="5" name="组合 4">
              <a:extLst>
                <a:ext uri="{FF2B5EF4-FFF2-40B4-BE49-F238E27FC236}">
                  <a16:creationId id="{8A1A01B4-5E42-9972-D27D-7B7D2743C7EF}"/>
                </a:ext>
              </a:extLst>
            </p:cNvPr>
            <p:cNvGrpSpPr/>
            <p:nvPr/>
          </p:nvGrpSpPr>
          <p:grpSpPr>
            <a:xfrm>
              <a:off x="660400" y="3736626"/>
              <a:ext cx="10026856" cy="1073499"/>
              <a:chOff x="660400" y="3736626"/>
              <a:chExt cx="10026856" cy="1073499"/>
            </a:xfrm>
          </p:grpSpPr>
          <p:sp>
            <p:nvSpPr>
              <p:cNvPr descr="df56a4bd-3613-4fa4-ba29-08d578270156" id="23" name="ComponentBackground2">
                <a:extLst>
                  <a:ext uri="{FF2B5EF4-FFF2-40B4-BE49-F238E27FC236}">
                    <a16:creationId id="{F2DDBBCA-36B4-8E0B-1A62-148004BE8B39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907468" y="3736626"/>
                <a:ext cx="9779788" cy="1073499"/>
              </a:xfrm>
              <a:prstGeom prst="roundRect">
                <a:avLst>
                  <a:gd fmla="val 50000" name="adj"/>
                </a:avLst>
              </a:prstGeom>
              <a:solidFill>
                <a:schemeClr val="accent2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/>
              </a:p>
            </p:txBody>
          </p:sp>
          <p:sp>
            <p:nvSpPr>
              <p:cNvPr descr="49da81f8-c6b2-42e5-b73f-037698fe330b" id="26" name="Text2">
                <a:extLst>
                  <a:ext uri="{FF2B5EF4-FFF2-40B4-BE49-F238E27FC236}">
                    <a16:creationId id="{6CCF3533-7DDE-7EC2-EDFA-709E8A99024E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1769015" y="4309487"/>
                <a:ext cx="5708146" cy="452921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防护膜等用品应是一次性的，使用后及时丢弃。</a:t>
                </a:r>
              </a:p>
            </p:txBody>
          </p:sp>
          <p:sp>
            <p:nvSpPr>
              <p:cNvPr descr="18a404ec-4874-4bef-9603-5cfaae6e6a34" id="27" name="Bullet2">
                <a:extLst>
                  <a:ext uri="{FF2B5EF4-FFF2-40B4-BE49-F238E27FC236}">
                    <a16:creationId id="{240E212B-B5BA-958F-7DE0-5E5E9172176D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1769015" y="3856566"/>
                <a:ext cx="5708146" cy="452921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1600">
                    <a:solidFill>
                      <a:srgbClr val="2F2F2F"/>
                    </a:solidFill>
                    <a:ea typeface="微软雅黑"/>
                  </a:rPr>
                  <a:t>一次性用品</a:t>
                </a:r>
              </a:p>
            </p:txBody>
          </p:sp>
          <p:sp>
            <p:nvSpPr>
              <p:cNvPr descr="dfc9668d-e5a1-46a1-b728-21d1631841a0" id="25" name="Number2">
                <a:extLst>
                  <a:ext uri="{FF2B5EF4-FFF2-40B4-BE49-F238E27FC236}">
                    <a16:creationId id="{50958E1B-A405-14F0-BFB5-72BFDE3B1662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660400" y="3925947"/>
                <a:ext cx="720000" cy="720000"/>
              </a:xfrm>
              <a:prstGeom prst="roundRect">
                <a:avLst>
                  <a:gd fmla="val 50000" name="adj"/>
                </a:avLst>
              </a:prstGeom>
              <a:solidFill>
                <a:schemeClr val="accent2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lIns="91440" rIns="91440" rtlCol="0" tIns="4572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2</a:t>
                </a:r>
              </a:p>
            </p:txBody>
          </p:sp>
        </p:grpSp>
        <p:grpSp>
          <p:nvGrpSpPr>
            <p:cNvPr descr="76fd4b61-5315-4dcb-801a-824ca157cef5" id="6" name="组合 5">
              <a:extLst>
                <a:ext uri="{FF2B5EF4-FFF2-40B4-BE49-F238E27FC236}">
                  <a16:creationId id="{8D3874C5-BB85-5427-4229-1360CFE87BC5}"/>
                </a:ext>
              </a:extLst>
            </p:cNvPr>
            <p:cNvGrpSpPr/>
            <p:nvPr/>
          </p:nvGrpSpPr>
          <p:grpSpPr>
            <a:xfrm>
              <a:off x="660400" y="5060601"/>
              <a:ext cx="10026856" cy="1073499"/>
              <a:chOff x="660400" y="5060601"/>
              <a:chExt cx="10026856" cy="1073499"/>
            </a:xfrm>
          </p:grpSpPr>
          <p:sp>
            <p:nvSpPr>
              <p:cNvPr descr="3fe516ba-a77d-4b36-b979-9d52e4c92176" id="29" name="ComponentBackground3">
                <a:extLst>
                  <a:ext uri="{FF2B5EF4-FFF2-40B4-BE49-F238E27FC236}">
                    <a16:creationId id="{BCD05048-FA41-6FAD-71C2-75D4A113B2DD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907468" y="5060601"/>
                <a:ext cx="9779788" cy="1073499"/>
              </a:xfrm>
              <a:prstGeom prst="roundRect">
                <a:avLst>
                  <a:gd fmla="val 50000" name="adj"/>
                </a:avLst>
              </a:prstGeom>
              <a:solidFill>
                <a:schemeClr val="accent3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/>
              </a:p>
            </p:txBody>
          </p:sp>
          <p:sp>
            <p:nvSpPr>
              <p:cNvPr descr="81ab3889-8744-4c22-b8e8-5070d4be13be" id="32" name="Text3">
                <a:extLst>
                  <a:ext uri="{FF2B5EF4-FFF2-40B4-BE49-F238E27FC236}">
                    <a16:creationId id="{7B6C4CDF-6CC6-2108-E7A4-FC5A4CFA1CD5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1769015" y="5633462"/>
                <a:ext cx="5708146" cy="452921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确保正确使用防护膜，发挥其应有的防护作用。</a:t>
                </a:r>
              </a:p>
            </p:txBody>
          </p:sp>
          <p:sp>
            <p:nvSpPr>
              <p:cNvPr descr="c31a10ec-4776-4b6e-9336-f147d1d30795" id="33" name="Bullet3">
                <a:extLst>
                  <a:ext uri="{FF2B5EF4-FFF2-40B4-BE49-F238E27FC236}">
                    <a16:creationId id="{F67046B4-14C4-39A2-6329-C6D80DA5204D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1769015" y="5180541"/>
                <a:ext cx="5708146" cy="452921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1600">
                    <a:solidFill>
                      <a:srgbClr val="2F2F2F"/>
                    </a:solidFill>
                    <a:ea typeface="微软雅黑"/>
                  </a:rPr>
                  <a:t>使用正确</a:t>
                </a:r>
              </a:p>
            </p:txBody>
          </p:sp>
          <p:sp>
            <p:nvSpPr>
              <p:cNvPr descr="6209d751-3f9c-48e2-8c15-480a35501263" id="31" name="Number3">
                <a:extLst>
                  <a:ext uri="{FF2B5EF4-FFF2-40B4-BE49-F238E27FC236}">
                    <a16:creationId id="{F9491491-48FB-4547-0BBF-36C323D5A965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660400" y="5249922"/>
                <a:ext cx="720000" cy="720000"/>
              </a:xfrm>
              <a:prstGeom prst="roundRect">
                <a:avLst>
                  <a:gd fmla="val 50000" name="adj"/>
                </a:avLst>
              </a:prstGeom>
              <a:solidFill>
                <a:schemeClr val="accent3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lIns="91440" rIns="91440" rtlCol="0" tIns="4572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3</a:t>
                </a:r>
              </a:p>
            </p:txBody>
          </p:sp>
        </p:grpSp>
        <p:grpSp>
          <p:nvGrpSpPr>
            <p:cNvPr descr="4d84c978-164d-4aae-8bad-13d273b64c76" id="9" name="组合 8">
              <a:extLst>
                <a:ext uri="{FF2B5EF4-FFF2-40B4-BE49-F238E27FC236}">
                  <a16:creationId id="{2D7BEF1B-E03C-696B-7C82-AF424DDDB0F7}"/>
                </a:ext>
              </a:extLst>
            </p:cNvPr>
            <p:cNvGrpSpPr/>
            <p:nvPr/>
          </p:nvGrpSpPr>
          <p:grpSpPr>
            <a:xfrm>
              <a:off x="7820634" y="1304672"/>
              <a:ext cx="3821697" cy="4863908"/>
              <a:chOff x="7820634" y="1304672"/>
              <a:chExt cx="3821697" cy="4863908"/>
            </a:xfrm>
          </p:grpSpPr>
          <p:sp>
            <p:nvSpPr>
              <p:cNvPr descr="9e543eea-3a5e-4468-9f59-a492430f5760" id="282" name="任意多边形: 形状 281">
                <a:extLst>
                  <a:ext uri="{FF2B5EF4-FFF2-40B4-BE49-F238E27FC236}">
                    <a16:creationId id="{D09F4F8C-77B0-4190-D4A9-F7F435A8EE51}"/>
                  </a:ext>
                </a:extLst>
              </p:cNvPr>
              <p:cNvSpPr/>
              <p:nvPr/>
            </p:nvSpPr>
            <p:spPr>
              <a:xfrm flipH="true" flipV="false">
                <a:off x="9390369" y="2950252"/>
                <a:ext cx="1345140" cy="629171"/>
              </a:xfrm>
              <a:custGeom>
                <a:avLst/>
                <a:gdLst>
                  <a:gd fmla="*/ 709714 w 1236398" name="connsiteX0"/>
                  <a:gd fmla="*/ 149776 h 578308" name="connsiteY0"/>
                  <a:gd fmla="*/ 15647 w 1236398" name="connsiteX1"/>
                  <a:gd fmla="*/ 123294 h 578308" name="connsiteY1"/>
                  <a:gd fmla="*/ 126085 w 1236398" name="connsiteX2"/>
                  <a:gd fmla="*/ 403091 h 578308" name="connsiteY2"/>
                  <a:gd fmla="*/ 856838 w 1236398" name="connsiteX3"/>
                  <a:gd fmla="*/ 570179 h 578308" name="connsiteY3"/>
                  <a:gd fmla="*/ 1236398 w 1236398" name="connsiteX4"/>
                  <a:gd fmla="*/ 441781 h 578308" name="connsiteY4"/>
                  <a:gd fmla="*/ 1038140 w 1236398" name="connsiteX5"/>
                  <a:gd fmla="*/ 68709 h 578308" name="connsiteY5"/>
                  <a:gd fmla="*/ 709714 w 1236398" name="connsiteX6"/>
                  <a:gd fmla="*/ 149776 h 578308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578308" w="1236398">
                    <a:moveTo>
                      <a:pt x="709714" y="149776"/>
                    </a:moveTo>
                    <a:cubicBezTo>
                      <a:pt x="519241" y="138157"/>
                      <a:pt x="125348" y="-163404"/>
                      <a:pt x="15647" y="123294"/>
                    </a:cubicBezTo>
                    <a:cubicBezTo>
                      <a:pt x="-26199" y="232612"/>
                      <a:pt x="17652" y="353519"/>
                      <a:pt x="126085" y="403091"/>
                    </a:cubicBezTo>
                    <a:cubicBezTo>
                      <a:pt x="353096" y="506894"/>
                      <a:pt x="601841" y="608073"/>
                      <a:pt x="856838" y="570179"/>
                    </a:cubicBezTo>
                    <a:cubicBezTo>
                      <a:pt x="989629" y="550451"/>
                      <a:pt x="1116877" y="504506"/>
                      <a:pt x="1236398" y="441781"/>
                    </a:cubicBezTo>
                    <a:cubicBezTo>
                      <a:pt x="1169074" y="318073"/>
                      <a:pt x="1103725" y="193243"/>
                      <a:pt x="1038140" y="68709"/>
                    </a:cubicBezTo>
                    <a:cubicBezTo>
                      <a:pt x="933835" y="122409"/>
                      <a:pt x="821804" y="156588"/>
                      <a:pt x="709714" y="149776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19ceb09-f8f4-47dc-bd0e-14d9fd37b6e3" id="284" name="任意多边形: 形状 283">
                <a:extLst>
                  <a:ext uri="{FF2B5EF4-FFF2-40B4-BE49-F238E27FC236}">
                    <a16:creationId id="{E77C894A-34B4-14E0-2C3E-6F12617F11C5}"/>
                  </a:ext>
                </a:extLst>
              </p:cNvPr>
              <p:cNvSpPr/>
              <p:nvPr/>
            </p:nvSpPr>
            <p:spPr>
              <a:xfrm flipH="true" flipV="false">
                <a:off x="8934113" y="2663778"/>
                <a:ext cx="671951" cy="767142"/>
              </a:xfrm>
              <a:custGeom>
                <a:avLst/>
                <a:gdLst>
                  <a:gd fmla="*/ 305453 w 617630" name="connsiteX0"/>
                  <a:gd fmla="*/ 112621 h 705125" name="connsiteY0"/>
                  <a:gd fmla="*/ 294395 w 617630" name="connsiteX1"/>
                  <a:gd fmla="*/ 123620 h 705125" name="connsiteY1"/>
                  <a:gd fmla="*/ 305453 w 617630" name="connsiteX2"/>
                  <a:gd fmla="*/ 112621 h 705125" name="connsiteY2"/>
                  <a:gd fmla="*/ 289440 w 617630" name="connsiteX3"/>
                  <a:gd fmla="*/ 127277 h 705125" name="connsiteY3"/>
                  <a:gd fmla="*/ 0 w 617630" name="connsiteX4"/>
                  <a:gd fmla="*/ 332053 h 705125" name="connsiteY4"/>
                  <a:gd fmla="*/ 198259 w 617630" name="connsiteX5"/>
                  <a:gd fmla="*/ 705126 h 705125" name="connsiteY5"/>
                  <a:gd fmla="*/ 617630 w 617630" name="connsiteX6"/>
                  <a:gd fmla="*/ 397962 h 705125" name="connsiteY6"/>
                  <a:gd fmla="*/ 415390 w 617630" name="connsiteX7"/>
                  <a:gd fmla="*/ 0 h 705125" name="connsiteY7"/>
                  <a:gd fmla="*/ 305424 w 617630" name="connsiteX8"/>
                  <a:gd fmla="*/ 112591 h 70512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705125" w="617630">
                    <a:moveTo>
                      <a:pt x="305453" y="112621"/>
                    </a:moveTo>
                    <a:cubicBezTo>
                      <a:pt x="312088" y="106546"/>
                      <a:pt x="313976" y="104924"/>
                      <a:pt x="294395" y="123620"/>
                    </a:cubicBezTo>
                    <a:cubicBezTo>
                      <a:pt x="297757" y="120406"/>
                      <a:pt x="301531" y="116631"/>
                      <a:pt x="305453" y="112621"/>
                    </a:cubicBezTo>
                    <a:cubicBezTo>
                      <a:pt x="300440" y="117221"/>
                      <a:pt x="292684" y="124417"/>
                      <a:pt x="289440" y="127277"/>
                    </a:cubicBezTo>
                    <a:cubicBezTo>
                      <a:pt x="206722" y="200706"/>
                      <a:pt x="107431" y="276730"/>
                      <a:pt x="0" y="332053"/>
                    </a:cubicBezTo>
                    <a:cubicBezTo>
                      <a:pt x="65585" y="456587"/>
                      <a:pt x="130963" y="581446"/>
                      <a:pt x="198259" y="705126"/>
                    </a:cubicBezTo>
                    <a:cubicBezTo>
                      <a:pt x="352666" y="624088"/>
                      <a:pt x="494069" y="514977"/>
                      <a:pt x="617630" y="397962"/>
                    </a:cubicBezTo>
                    <a:cubicBezTo>
                      <a:pt x="540367" y="270714"/>
                      <a:pt x="473927" y="136655"/>
                      <a:pt x="415390" y="0"/>
                    </a:cubicBezTo>
                    <a:cubicBezTo>
                      <a:pt x="375167" y="37098"/>
                      <a:pt x="333468" y="84016"/>
                      <a:pt x="305424" y="112591"/>
                    </a:cubicBezTo>
                    <a:close/>
                  </a:path>
                </a:pathLst>
              </a:custGeom>
              <a:solidFill>
                <a:srgbClr val="FF669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c5e0ee5-38f7-4b4b-bd74-9c54283f5919" id="285" name="任意多边形: 形状 284">
                <a:extLst>
                  <a:ext uri="{FF2B5EF4-FFF2-40B4-BE49-F238E27FC236}">
                    <a16:creationId id="{8FB42548-B1C8-FF16-EC36-A466433E2F2F}"/>
                  </a:ext>
                </a:extLst>
              </p:cNvPr>
              <p:cNvSpPr/>
              <p:nvPr/>
            </p:nvSpPr>
            <p:spPr>
              <a:xfrm flipH="true" flipV="false">
                <a:off x="9628662" y="3416758"/>
                <a:ext cx="98032" cy="98135"/>
              </a:xfrm>
              <a:custGeom>
                <a:avLst/>
                <a:gdLst>
                  <a:gd fmla="*/ 59153 w 90107" name="connsiteX0"/>
                  <a:gd fmla="*/ 33100 h 90202" name="connsiteY0"/>
                  <a:gd fmla="*/ 56587 w 90107" name="connsiteX1"/>
                  <a:gd fmla="*/ 59434 h 90202" name="connsiteY1"/>
                  <a:gd fmla="*/ 30046 w 90107" name="connsiteX2"/>
                  <a:gd fmla="*/ 55600 h 90202" name="connsiteY2"/>
                  <a:gd fmla="*/ 34558 w 90107" name="connsiteX3"/>
                  <a:gd fmla="*/ 30033 h 90202" name="connsiteY3"/>
                  <a:gd fmla="*/ 61276 w 90107" name="connsiteX4"/>
                  <a:gd fmla="*/ 35813 h 90202" name="connsiteY4"/>
                  <a:gd fmla="*/ 80326 w 90107" name="connsiteX5"/>
                  <a:gd fmla="*/ 16763 h 90202" name="connsiteY5"/>
                  <a:gd fmla="*/ 16806 w 90107" name="connsiteX6"/>
                  <a:gd fmla="*/ 9832 h 90202" name="connsiteY6"/>
                  <a:gd fmla="*/ 8814 w 90107" name="connsiteX7"/>
                  <a:gd fmla="*/ 71997 h 90202" name="connsiteY7"/>
                  <a:gd fmla="*/ 70654 w 90107" name="connsiteX8"/>
                  <a:gd fmla="*/ 82406 h 90202" name="connsiteY8"/>
                  <a:gd fmla="*/ 82420 w 90107" name="connsiteX9"/>
                  <a:gd fmla="*/ 19505 h 90202" name="connsiteY9"/>
                  <a:gd fmla="*/ 59182 w 90107" name="connsiteX10"/>
                  <a:gd fmla="*/ 33100 h 90202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90202" w="90107">
                    <a:moveTo>
                      <a:pt x="59153" y="33100"/>
                    </a:moveTo>
                    <a:cubicBezTo>
                      <a:pt x="64785" y="41593"/>
                      <a:pt x="65198" y="52504"/>
                      <a:pt x="56587" y="59434"/>
                    </a:cubicBezTo>
                    <a:cubicBezTo>
                      <a:pt x="48418" y="66010"/>
                      <a:pt x="36003" y="64152"/>
                      <a:pt x="30046" y="55600"/>
                    </a:cubicBezTo>
                    <a:cubicBezTo>
                      <a:pt x="24326" y="47373"/>
                      <a:pt x="26272" y="35813"/>
                      <a:pt x="34558" y="30033"/>
                    </a:cubicBezTo>
                    <a:cubicBezTo>
                      <a:pt x="44142" y="23368"/>
                      <a:pt x="54611" y="27467"/>
                      <a:pt x="61276" y="35813"/>
                    </a:cubicBezTo>
                    <a:cubicBezTo>
                      <a:pt x="72099" y="49349"/>
                      <a:pt x="91060" y="30180"/>
                      <a:pt x="80326" y="16763"/>
                    </a:cubicBezTo>
                    <a:cubicBezTo>
                      <a:pt x="64874" y="-2524"/>
                      <a:pt x="36092" y="-5620"/>
                      <a:pt x="16806" y="9832"/>
                    </a:cubicBezTo>
                    <a:cubicBezTo>
                      <a:pt x="-1950" y="24843"/>
                      <a:pt x="-5577" y="52710"/>
                      <a:pt x="8814" y="71997"/>
                    </a:cubicBezTo>
                    <a:cubicBezTo>
                      <a:pt x="23087" y="91135"/>
                      <a:pt x="50866" y="96149"/>
                      <a:pt x="70654" y="82406"/>
                    </a:cubicBezTo>
                    <a:cubicBezTo>
                      <a:pt x="91119" y="68222"/>
                      <a:pt x="96103" y="40118"/>
                      <a:pt x="82420" y="19505"/>
                    </a:cubicBezTo>
                    <a:cubicBezTo>
                      <a:pt x="72895" y="5144"/>
                      <a:pt x="49569" y="18591"/>
                      <a:pt x="59182" y="33100"/>
                    </a:cubicBez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0d7e973-5254-4d16-83fb-bd9041421fe7" id="286" name="任意多边形: 形状 285">
                <a:extLst>
                  <a:ext uri="{FF2B5EF4-FFF2-40B4-BE49-F238E27FC236}">
                    <a16:creationId id="{E89A4E71-E8E8-B2BC-5027-736F5095A6DF}"/>
                  </a:ext>
                </a:extLst>
              </p:cNvPr>
              <p:cNvSpPr/>
              <p:nvPr/>
            </p:nvSpPr>
            <p:spPr>
              <a:xfrm flipH="true" flipV="false">
                <a:off x="9495260" y="3355929"/>
                <a:ext cx="98032" cy="98135"/>
              </a:xfrm>
              <a:custGeom>
                <a:avLst/>
                <a:gdLst>
                  <a:gd fmla="*/ 59153 w 90107" name="connsiteX0"/>
                  <a:gd fmla="*/ 33100 h 90202" name="connsiteY0"/>
                  <a:gd fmla="*/ 56587 w 90107" name="connsiteX1"/>
                  <a:gd fmla="*/ 59434 h 90202" name="connsiteY1"/>
                  <a:gd fmla="*/ 30046 w 90107" name="connsiteX2"/>
                  <a:gd fmla="*/ 55600 h 90202" name="connsiteY2"/>
                  <a:gd fmla="*/ 34558 w 90107" name="connsiteX3"/>
                  <a:gd fmla="*/ 30033 h 90202" name="connsiteY3"/>
                  <a:gd fmla="*/ 61276 w 90107" name="connsiteX4"/>
                  <a:gd fmla="*/ 35813 h 90202" name="connsiteY4"/>
                  <a:gd fmla="*/ 80326 w 90107" name="connsiteX5"/>
                  <a:gd fmla="*/ 16762 h 90202" name="connsiteY5"/>
                  <a:gd fmla="*/ 16806 w 90107" name="connsiteX6"/>
                  <a:gd fmla="*/ 9832 h 90202" name="connsiteY6"/>
                  <a:gd fmla="*/ 8814 w 90107" name="connsiteX7"/>
                  <a:gd fmla="*/ 71996 h 90202" name="connsiteY7"/>
                  <a:gd fmla="*/ 70654 w 90107" name="connsiteX8"/>
                  <a:gd fmla="*/ 82406 h 90202" name="connsiteY8"/>
                  <a:gd fmla="*/ 82420 w 90107" name="connsiteX9"/>
                  <a:gd fmla="*/ 19505 h 90202" name="connsiteY9"/>
                  <a:gd fmla="*/ 59182 w 90107" name="connsiteX10"/>
                  <a:gd fmla="*/ 33100 h 90202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90202" w="90107">
                    <a:moveTo>
                      <a:pt x="59153" y="33100"/>
                    </a:moveTo>
                    <a:cubicBezTo>
                      <a:pt x="64785" y="41593"/>
                      <a:pt x="65198" y="52504"/>
                      <a:pt x="56587" y="59434"/>
                    </a:cubicBezTo>
                    <a:cubicBezTo>
                      <a:pt x="48418" y="66010"/>
                      <a:pt x="36003" y="64152"/>
                      <a:pt x="30046" y="55600"/>
                    </a:cubicBezTo>
                    <a:cubicBezTo>
                      <a:pt x="24296" y="47373"/>
                      <a:pt x="26272" y="35813"/>
                      <a:pt x="34558" y="30033"/>
                    </a:cubicBezTo>
                    <a:cubicBezTo>
                      <a:pt x="44142" y="23368"/>
                      <a:pt x="54611" y="27467"/>
                      <a:pt x="61276" y="35813"/>
                    </a:cubicBezTo>
                    <a:cubicBezTo>
                      <a:pt x="72099" y="49348"/>
                      <a:pt x="91060" y="30180"/>
                      <a:pt x="80326" y="16762"/>
                    </a:cubicBezTo>
                    <a:cubicBezTo>
                      <a:pt x="64874" y="-2524"/>
                      <a:pt x="36092" y="-5620"/>
                      <a:pt x="16806" y="9832"/>
                    </a:cubicBezTo>
                    <a:cubicBezTo>
                      <a:pt x="-1950" y="24843"/>
                      <a:pt x="-5577" y="52710"/>
                      <a:pt x="8814" y="71996"/>
                    </a:cubicBezTo>
                    <a:cubicBezTo>
                      <a:pt x="23087" y="91135"/>
                      <a:pt x="50866" y="96148"/>
                      <a:pt x="70654" y="82406"/>
                    </a:cubicBezTo>
                    <a:cubicBezTo>
                      <a:pt x="91119" y="68222"/>
                      <a:pt x="96103" y="40118"/>
                      <a:pt x="82420" y="19505"/>
                    </a:cubicBezTo>
                    <a:cubicBezTo>
                      <a:pt x="72895" y="5143"/>
                      <a:pt x="49569" y="18591"/>
                      <a:pt x="59182" y="33100"/>
                    </a:cubicBez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f268ead-692f-4763-88ef-e379f4ab3fa7" id="276" name="任意多边形: 形状 275">
                <a:extLst>
                  <a:ext uri="{FF2B5EF4-FFF2-40B4-BE49-F238E27FC236}">
                    <a16:creationId id="{4B78FBCB-FF14-4053-FDC9-E42C458BBD05}"/>
                  </a:ext>
                </a:extLst>
              </p:cNvPr>
              <p:cNvSpPr/>
              <p:nvPr/>
            </p:nvSpPr>
            <p:spPr>
              <a:xfrm flipH="true" flipV="false">
                <a:off x="8575428" y="2511475"/>
                <a:ext cx="608710" cy="635668"/>
              </a:xfrm>
              <a:custGeom>
                <a:avLst/>
                <a:gdLst>
                  <a:gd fmla="*/ 59 w 559501" name="connsiteX0"/>
                  <a:gd fmla="*/ 198704 h 584280" name="connsiteY0"/>
                  <a:gd fmla="*/ 8228 w 559501" name="connsiteX1"/>
                  <a:gd fmla="*/ 88502 h 584280" name="connsiteY1"/>
                  <a:gd fmla="*/ 72751 w 559501" name="connsiteX2"/>
                  <a:gd fmla="*/ 31823 h 584280" name="connsiteY2"/>
                  <a:gd fmla="*/ 126481 w 559501" name="connsiteX3"/>
                  <a:gd fmla="*/ 114600 h 584280" name="connsiteY3"/>
                  <a:gd fmla="*/ 121733 w 559501" name="connsiteX4"/>
                  <a:gd fmla="*/ 184520 h 584280" name="connsiteY4"/>
                  <a:gd fmla="*/ 138395 w 559501" name="connsiteX5"/>
                  <a:gd fmla="*/ 172075 h 584280" name="connsiteY5"/>
                  <a:gd fmla="*/ 308048 w 559501" name="connsiteX6"/>
                  <a:gd fmla="*/ 30850 h 584280" name="connsiteY6"/>
                  <a:gd fmla="*/ 416305 w 559501" name="connsiteX7"/>
                  <a:gd fmla="*/ 13775 h 584280" name="connsiteY7"/>
                  <a:gd fmla="*/ 419047 w 559501" name="connsiteX8"/>
                  <a:gd fmla="*/ 17078 h 584280" name="connsiteY8"/>
                  <a:gd fmla="*/ 391121 w 559501" name="connsiteX9"/>
                  <a:gd fmla="*/ 112742 h 584280" name="connsiteY9"/>
                  <a:gd fmla="*/ 490265 w 559501" name="connsiteX10"/>
                  <a:gd fmla="*/ 102657 h 584280" name="connsiteY10"/>
                  <a:gd fmla="*/ 493007 w 559501" name="connsiteX11"/>
                  <a:gd fmla="*/ 105960 h 584280" name="connsiteY11"/>
                  <a:gd fmla="*/ 487964 w 559501" name="connsiteX12"/>
                  <a:gd fmla="*/ 173107 h 584280" name="connsiteY12"/>
                  <a:gd fmla="*/ 547976 w 559501" name="connsiteX13"/>
                  <a:gd fmla="*/ 184844 h 584280" name="connsiteY13"/>
                  <a:gd fmla="*/ 514829 w 559501" name="connsiteX14"/>
                  <a:gd fmla="*/ 301063 h 584280" name="connsiteY14"/>
                  <a:gd fmla="*/ 174048 w 559501" name="connsiteX15"/>
                  <a:gd fmla="*/ 584281 h 584280" name="connsiteY15"/>
                  <a:gd fmla="*/ 48540 w 559501" name="connsiteX16"/>
                  <a:gd fmla="*/ 433500 h 584280" name="connsiteY16"/>
                  <a:gd fmla="*/ 442 w 559501" name="connsiteX17"/>
                  <a:gd fmla="*/ 301417 h 584280" name="connsiteY17"/>
                  <a:gd fmla="*/ 0 w 559501" name="connsiteX18"/>
                  <a:gd fmla="*/ 198675 h 584280" name="connsiteY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b="b" l="l" r="r" t="t"/>
                <a:pathLst>
                  <a:path h="584280" w="559501">
                    <a:moveTo>
                      <a:pt x="59" y="198704"/>
                    </a:moveTo>
                    <a:lnTo>
                      <a:pt x="8228" y="88502"/>
                    </a:lnTo>
                    <a:cubicBezTo>
                      <a:pt x="9702" y="58599"/>
                      <a:pt x="35388" y="26692"/>
                      <a:pt x="72751" y="31823"/>
                    </a:cubicBezTo>
                    <a:cubicBezTo>
                      <a:pt x="108935" y="36806"/>
                      <a:pt x="128398" y="76441"/>
                      <a:pt x="126481" y="114600"/>
                    </a:cubicBezTo>
                    <a:lnTo>
                      <a:pt x="121733" y="184520"/>
                    </a:lnTo>
                    <a:lnTo>
                      <a:pt x="138395" y="172075"/>
                    </a:lnTo>
                    <a:lnTo>
                      <a:pt x="308048" y="30850"/>
                    </a:lnTo>
                    <a:cubicBezTo>
                      <a:pt x="347830" y="-2267"/>
                      <a:pt x="396547" y="-9935"/>
                      <a:pt x="416305" y="13775"/>
                    </a:cubicBezTo>
                    <a:lnTo>
                      <a:pt x="419047" y="17078"/>
                    </a:lnTo>
                    <a:cubicBezTo>
                      <a:pt x="437331" y="39018"/>
                      <a:pt x="424621" y="80451"/>
                      <a:pt x="391121" y="112742"/>
                    </a:cubicBezTo>
                    <a:cubicBezTo>
                      <a:pt x="428956" y="85671"/>
                      <a:pt x="472010" y="80687"/>
                      <a:pt x="490265" y="102657"/>
                    </a:cubicBezTo>
                    <a:lnTo>
                      <a:pt x="493007" y="105960"/>
                    </a:lnTo>
                    <a:cubicBezTo>
                      <a:pt x="506189" y="121796"/>
                      <a:pt x="503181" y="147746"/>
                      <a:pt x="487964" y="173107"/>
                    </a:cubicBezTo>
                    <a:cubicBezTo>
                      <a:pt x="511821" y="165705"/>
                      <a:pt x="535030" y="169303"/>
                      <a:pt x="547976" y="184844"/>
                    </a:cubicBezTo>
                    <a:cubicBezTo>
                      <a:pt x="572039" y="213744"/>
                      <a:pt x="557206" y="265793"/>
                      <a:pt x="514829" y="301063"/>
                    </a:cubicBezTo>
                    <a:lnTo>
                      <a:pt x="174048" y="584281"/>
                    </a:lnTo>
                    <a:lnTo>
                      <a:pt x="48540" y="433500"/>
                    </a:lnTo>
                    <a:cubicBezTo>
                      <a:pt x="17664" y="396403"/>
                      <a:pt x="649" y="349691"/>
                      <a:pt x="442" y="301417"/>
                    </a:cubicBezTo>
                    <a:lnTo>
                      <a:pt x="0" y="198675"/>
                    </a:lnTo>
                    <a:close/>
                  </a:path>
                </a:pathLst>
              </a:custGeom>
              <a:solidFill>
                <a:srgbClr val="FF669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290b307-52e6-44fc-8f5e-afc97a3bbaf8" id="277" name="任意多边形: 形状 276">
                <a:extLst>
                  <a:ext uri="{FF2B5EF4-FFF2-40B4-BE49-F238E27FC236}">
                    <a16:creationId id="{140306E0-DFBD-9CF7-EAC8-53B610E4F81B}"/>
                  </a:ext>
                </a:extLst>
              </p:cNvPr>
              <p:cNvSpPr/>
              <p:nvPr/>
            </p:nvSpPr>
            <p:spPr>
              <a:xfrm flipH="true" flipV="false">
                <a:off x="8724508" y="2606591"/>
                <a:ext cx="227545" cy="191919"/>
              </a:xfrm>
              <a:custGeom>
                <a:avLst/>
                <a:gdLst>
                  <a:gd fmla="*/ 185583 w 209150" name="connsiteX0"/>
                  <a:gd fmla="*/ 3316 h 176404" name="connsiteY0"/>
                  <a:gd fmla="*/ 4517 w 209150" name="connsiteX1"/>
                  <a:gd fmla="*/ 154038 h 176404" name="connsiteY1"/>
                  <a:gd fmla="*/ 23567 w 209150" name="connsiteX2"/>
                  <a:gd fmla="*/ 173088 h 176404" name="connsiteY2"/>
                  <a:gd fmla="*/ 204633 w 209150" name="connsiteX3"/>
                  <a:gd fmla="*/ 22367 h 176404" name="connsiteY3"/>
                  <a:gd fmla="*/ 185583 w 209150" name="connsiteX4"/>
                  <a:gd fmla="*/ 3316 h 176404" name="connsiteY4"/>
                  <a:gd fmla="*/ 185583 w 209150" name="connsiteX5"/>
                  <a:gd fmla="*/ 3316 h 176404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76404" w="209150">
                    <a:moveTo>
                      <a:pt x="185583" y="3316"/>
                    </a:moveTo>
                    <a:cubicBezTo>
                      <a:pt x="125218" y="53567"/>
                      <a:pt x="64882" y="103788"/>
                      <a:pt x="4517" y="154038"/>
                    </a:cubicBezTo>
                    <a:cubicBezTo>
                      <a:pt x="-8812" y="165126"/>
                      <a:pt x="10327" y="184088"/>
                      <a:pt x="23567" y="173088"/>
                    </a:cubicBezTo>
                    <a:cubicBezTo>
                      <a:pt x="83933" y="122838"/>
                      <a:pt x="144268" y="72617"/>
                      <a:pt x="204633" y="22367"/>
                    </a:cubicBezTo>
                    <a:cubicBezTo>
                      <a:pt x="217963" y="11279"/>
                      <a:pt x="198824" y="-7683"/>
                      <a:pt x="185583" y="3316"/>
                    </a:cubicBezTo>
                    <a:lnTo>
                      <a:pt x="185583" y="3316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ef888e0-a5f7-42e1-9021-4b976d2ae5f4" id="278" name="任意多边形: 形状 277">
                <a:extLst>
                  <a:ext uri="{FF2B5EF4-FFF2-40B4-BE49-F238E27FC236}">
                    <a16:creationId id="{56A6E234-49A5-6AD9-8A89-89E67F81AE2B}"/>
                  </a:ext>
                </a:extLst>
              </p:cNvPr>
              <p:cNvSpPr/>
              <p:nvPr/>
            </p:nvSpPr>
            <p:spPr>
              <a:xfrm flipH="true" flipV="false">
                <a:off x="8643305" y="2696841"/>
                <a:ext cx="224241" cy="189160"/>
              </a:xfrm>
              <a:custGeom>
                <a:avLst/>
                <a:gdLst>
                  <a:gd fmla="*/ 182546 w 206113" name="connsiteX0"/>
                  <a:gd fmla="*/ 3316 h 173868" name="connsiteY0"/>
                  <a:gd fmla="*/ 4517 w 206113" name="connsiteX1"/>
                  <a:gd fmla="*/ 151502 h 173868" name="connsiteY1"/>
                  <a:gd fmla="*/ 23567 w 206113" name="connsiteX2"/>
                  <a:gd fmla="*/ 170552 h 173868" name="connsiteY2"/>
                  <a:gd fmla="*/ 201596 w 206113" name="connsiteX3"/>
                  <a:gd fmla="*/ 22367 h 173868" name="connsiteY3"/>
                  <a:gd fmla="*/ 182546 w 206113" name="connsiteX4"/>
                  <a:gd fmla="*/ 3316 h 173868" name="connsiteY4"/>
                  <a:gd fmla="*/ 182546 w 206113" name="connsiteX5"/>
                  <a:gd fmla="*/ 3316 h 173868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73868" w="206113">
                    <a:moveTo>
                      <a:pt x="182546" y="3316"/>
                    </a:moveTo>
                    <a:cubicBezTo>
                      <a:pt x="123213" y="52712"/>
                      <a:pt x="63850" y="102107"/>
                      <a:pt x="4517" y="151502"/>
                    </a:cubicBezTo>
                    <a:cubicBezTo>
                      <a:pt x="-8812" y="162590"/>
                      <a:pt x="10326" y="181552"/>
                      <a:pt x="23567" y="170552"/>
                    </a:cubicBezTo>
                    <a:cubicBezTo>
                      <a:pt x="82900" y="121157"/>
                      <a:pt x="142263" y="71762"/>
                      <a:pt x="201596" y="22367"/>
                    </a:cubicBezTo>
                    <a:cubicBezTo>
                      <a:pt x="214925" y="11279"/>
                      <a:pt x="195787" y="-7683"/>
                      <a:pt x="182546" y="3316"/>
                    </a:cubicBezTo>
                    <a:lnTo>
                      <a:pt x="182546" y="3316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a74e7b1-56bd-4dd3-8382-8bd2646d050c" id="279" name="任意多边形: 形状 278">
                <a:extLst>
                  <a:ext uri="{FF2B5EF4-FFF2-40B4-BE49-F238E27FC236}">
                    <a16:creationId id="{6A7F334F-FEDC-23B7-DC5B-75832A932FAD}"/>
                  </a:ext>
                </a:extLst>
              </p:cNvPr>
              <p:cNvSpPr/>
              <p:nvPr/>
            </p:nvSpPr>
            <p:spPr>
              <a:xfrm flipH="true" flipV="false">
                <a:off x="8568735" y="2513078"/>
                <a:ext cx="256887" cy="305603"/>
              </a:xfrm>
              <a:custGeom>
                <a:avLst/>
                <a:gdLst>
                  <a:gd fmla="*/ 232805 w 236120" name="connsiteX0"/>
                  <a:gd fmla="*/ 257331 h 280898" name="connsiteY0"/>
                  <a:gd fmla="*/ 22367 w 236120" name="connsiteX1"/>
                  <a:gd fmla="*/ 4517 h 280898" name="connsiteY1"/>
                  <a:gd fmla="*/ 3316 w 236120" name="connsiteX2"/>
                  <a:gd fmla="*/ 23567 h 280898" name="connsiteY2"/>
                  <a:gd fmla="*/ 213754 w 236120" name="connsiteX3"/>
                  <a:gd fmla="*/ 276382 h 280898" name="connsiteY3"/>
                  <a:gd fmla="*/ 232805 w 236120" name="connsiteX4"/>
                  <a:gd fmla="*/ 257331 h 280898" name="connsiteY4"/>
                  <a:gd fmla="*/ 232805 w 236120" name="connsiteX5"/>
                  <a:gd fmla="*/ 257331 h 280898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280898" w="236120">
                    <a:moveTo>
                      <a:pt x="232805" y="257331"/>
                    </a:moveTo>
                    <a:cubicBezTo>
                      <a:pt x="162649" y="173050"/>
                      <a:pt x="92522" y="88798"/>
                      <a:pt x="22367" y="4517"/>
                    </a:cubicBezTo>
                    <a:cubicBezTo>
                      <a:pt x="11279" y="-8812"/>
                      <a:pt x="-7683" y="10326"/>
                      <a:pt x="3316" y="23567"/>
                    </a:cubicBezTo>
                    <a:cubicBezTo>
                      <a:pt x="73472" y="107849"/>
                      <a:pt x="143599" y="192100"/>
                      <a:pt x="213754" y="276382"/>
                    </a:cubicBezTo>
                    <a:cubicBezTo>
                      <a:pt x="224842" y="289711"/>
                      <a:pt x="243804" y="270572"/>
                      <a:pt x="232805" y="257331"/>
                    </a:cubicBezTo>
                    <a:lnTo>
                      <a:pt x="232805" y="257331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2707afe-ab7d-49de-944d-b0187c6eff3a" id="280" name="任意多边形: 形状 279">
                <a:extLst>
                  <a:ext uri="{FF2B5EF4-FFF2-40B4-BE49-F238E27FC236}">
                    <a16:creationId id="{629CB261-D77D-AA02-E513-A3B9FC3B6971}"/>
                  </a:ext>
                </a:extLst>
              </p:cNvPr>
              <p:cNvSpPr/>
              <p:nvPr/>
            </p:nvSpPr>
            <p:spPr>
              <a:xfrm flipH="true" flipV="false">
                <a:off x="9049946" y="2588574"/>
                <a:ext cx="138928" cy="38985"/>
              </a:xfrm>
              <a:custGeom>
                <a:avLst/>
                <a:gdLst>
                  <a:gd fmla="*/ 114792 w 127697" name="connsiteX0"/>
                  <a:gd fmla="*/ 61 h 35833" name="connsiteY0"/>
                  <a:gd fmla="*/ 12905 w 127697" name="connsiteX1"/>
                  <a:gd fmla="*/ 8848 h 35833" name="connsiteY1"/>
                  <a:gd fmla="*/ 12905 w 127697" name="connsiteX2"/>
                  <a:gd fmla="*/ 35773 h 35833" name="connsiteY2"/>
                  <a:gd fmla="*/ 114792 w 127697" name="connsiteX3"/>
                  <a:gd fmla="*/ 26985 h 35833" name="connsiteY3"/>
                  <a:gd fmla="*/ 114792 w 127697" name="connsiteX4"/>
                  <a:gd fmla="*/ 61 h 35833" name="connsiteY4"/>
                  <a:gd fmla="*/ 114792 w 127697" name="connsiteX5"/>
                  <a:gd fmla="*/ 61 h 35833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35833" w="127697">
                    <a:moveTo>
                      <a:pt x="114792" y="61"/>
                    </a:moveTo>
                    <a:cubicBezTo>
                      <a:pt x="80820" y="2980"/>
                      <a:pt x="46877" y="5929"/>
                      <a:pt x="12905" y="8848"/>
                    </a:cubicBezTo>
                    <a:cubicBezTo>
                      <a:pt x="-4228" y="10323"/>
                      <a:pt x="-4376" y="37277"/>
                      <a:pt x="12905" y="35773"/>
                    </a:cubicBezTo>
                    <a:cubicBezTo>
                      <a:pt x="46877" y="32853"/>
                      <a:pt x="80820" y="29904"/>
                      <a:pt x="114792" y="26985"/>
                    </a:cubicBezTo>
                    <a:cubicBezTo>
                      <a:pt x="131925" y="25510"/>
                      <a:pt x="132073" y="-1443"/>
                      <a:pt x="114792" y="61"/>
                    </a:cubicBezTo>
                    <a:lnTo>
                      <a:pt x="114792" y="61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3949a43-0916-4163-8b61-237793313225" id="281" name="任意多边形: 形状 280">
                <a:extLst>
                  <a:ext uri="{FF2B5EF4-FFF2-40B4-BE49-F238E27FC236}">
                    <a16:creationId id="{07827E24-3934-E006-59A9-BDC5CF2D66F6}"/>
                  </a:ext>
                </a:extLst>
              </p:cNvPr>
              <p:cNvSpPr/>
              <p:nvPr/>
            </p:nvSpPr>
            <p:spPr>
              <a:xfrm flipH="true" flipV="false">
                <a:off x="9007514" y="2838665"/>
                <a:ext cx="111832" cy="204941"/>
              </a:xfrm>
              <a:custGeom>
                <a:avLst/>
                <a:gdLst>
                  <a:gd fmla="*/ 35402 w 102791" name="connsiteX0"/>
                  <a:gd fmla="*/ 171806 h 188373" name="connsiteY0"/>
                  <a:gd fmla="*/ 44337 w 102791" name="connsiteX1"/>
                  <a:gd fmla="*/ 71954 h 188373" name="connsiteY1"/>
                  <a:gd fmla="*/ 98303 w 102791" name="connsiteX2"/>
                  <a:gd fmla="*/ 22411 h 188373" name="connsiteY2"/>
                  <a:gd fmla="*/ 79253 w 102791" name="connsiteX3"/>
                  <a:gd fmla="*/ 3361 h 188373" name="connsiteY3"/>
                  <a:gd fmla="*/ 9451 w 102791" name="connsiteX4"/>
                  <a:gd fmla="*/ 77409 h 188373" name="connsiteY4"/>
                  <a:gd fmla="*/ 9421 w 102791" name="connsiteX5"/>
                  <a:gd fmla="*/ 178972 h 188373" name="connsiteY5"/>
                  <a:gd fmla="*/ 35372 w 102791" name="connsiteX6"/>
                  <a:gd fmla="*/ 171806 h 188373" name="connsiteY6"/>
                  <a:gd fmla="*/ 35372 w 102791" name="connsiteX7"/>
                  <a:gd fmla="*/ 171806 h 188373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88373" w="102791">
                    <a:moveTo>
                      <a:pt x="35402" y="171806"/>
                    </a:moveTo>
                    <a:cubicBezTo>
                      <a:pt x="24844" y="137627"/>
                      <a:pt x="21158" y="101915"/>
                      <a:pt x="44337" y="71954"/>
                    </a:cubicBezTo>
                    <a:cubicBezTo>
                      <a:pt x="59229" y="52727"/>
                      <a:pt x="79784" y="37952"/>
                      <a:pt x="98303" y="22411"/>
                    </a:cubicBezTo>
                    <a:cubicBezTo>
                      <a:pt x="111573" y="11235"/>
                      <a:pt x="92464" y="-7727"/>
                      <a:pt x="79253" y="3361"/>
                    </a:cubicBezTo>
                    <a:cubicBezTo>
                      <a:pt x="53567" y="24977"/>
                      <a:pt x="23635" y="45885"/>
                      <a:pt x="9451" y="77409"/>
                    </a:cubicBezTo>
                    <a:cubicBezTo>
                      <a:pt x="-5235" y="110084"/>
                      <a:pt x="-870" y="145678"/>
                      <a:pt x="9421" y="178972"/>
                    </a:cubicBezTo>
                    <a:cubicBezTo>
                      <a:pt x="14523" y="195486"/>
                      <a:pt x="40533" y="188438"/>
                      <a:pt x="35372" y="171806"/>
                    </a:cubicBezTo>
                    <a:lnTo>
                      <a:pt x="35372" y="171806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1283921-974d-4a5e-a3f9-a0321a974b1a" id="212" name="任意多边形: 形状 211">
                <a:extLst>
                  <a:ext uri="{FF2B5EF4-FFF2-40B4-BE49-F238E27FC236}">
                    <a16:creationId id="{CEA271D8-532B-644A-E10C-C0072FDAF822}"/>
                  </a:ext>
                </a:extLst>
              </p:cNvPr>
              <p:cNvSpPr/>
              <p:nvPr/>
            </p:nvSpPr>
            <p:spPr>
              <a:xfrm flipH="true" flipV="false">
                <a:off x="8013775" y="3905719"/>
                <a:ext cx="1100068" cy="2152142"/>
              </a:xfrm>
              <a:custGeom>
                <a:avLst/>
                <a:gdLst>
                  <a:gd fmla="*/ 0 w 1011139" name="connsiteX0"/>
                  <a:gd fmla="*/ 0 h 1978162" name="connsiteY0"/>
                  <a:gd fmla="*/ 1011139 w 1011139" name="connsiteX1"/>
                  <a:gd fmla="*/ 0 h 1978162" name="connsiteY1"/>
                  <a:gd fmla="*/ 1011139 w 1011139" name="connsiteX2"/>
                  <a:gd fmla="*/ 1978162 h 1978162" name="connsiteY2"/>
                  <a:gd fmla="*/ 0 w 1011139" name="connsiteX3"/>
                  <a:gd fmla="*/ 1978162 h 1978162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1978162" w="1011139">
                    <a:moveTo>
                      <a:pt x="0" y="0"/>
                    </a:moveTo>
                    <a:lnTo>
                      <a:pt x="1011139" y="0"/>
                    </a:lnTo>
                    <a:lnTo>
                      <a:pt x="1011139" y="1978162"/>
                    </a:lnTo>
                    <a:lnTo>
                      <a:pt x="0" y="1978162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68b6174-bd89-404e-b6d1-3e020c6c96b0" id="213" name="任意多边形: 形状 212">
                <a:extLst>
                  <a:ext uri="{FF2B5EF4-FFF2-40B4-BE49-F238E27FC236}">
                    <a16:creationId id="{23275BCD-B2DB-D842-014B-925C4034B3AF}"/>
                  </a:ext>
                </a:extLst>
              </p:cNvPr>
              <p:cNvSpPr/>
              <p:nvPr/>
            </p:nvSpPr>
            <p:spPr>
              <a:xfrm flipH="true" flipV="false">
                <a:off x="8137714" y="4087087"/>
                <a:ext cx="860599" cy="1655751"/>
              </a:xfrm>
              <a:custGeom>
                <a:avLst/>
                <a:gdLst>
                  <a:gd fmla="*/ 777582 w 791028" name="connsiteX0"/>
                  <a:gd fmla="*/ 1494975 h 1521899" name="connsiteY0"/>
                  <a:gd fmla="*/ 13447 w 791028" name="connsiteX1"/>
                  <a:gd fmla="*/ 1494975 h 1521899" name="connsiteY1"/>
                  <a:gd fmla="*/ 26894 w 791028" name="connsiteX2"/>
                  <a:gd fmla="*/ 1508422 h 1521899" name="connsiteY2"/>
                  <a:gd fmla="*/ 26894 w 791028" name="connsiteX3"/>
                  <a:gd fmla="*/ 13477 h 1521899" name="connsiteY3"/>
                  <a:gd fmla="*/ 13447 w 791028" name="connsiteX4"/>
                  <a:gd fmla="*/ 26954 h 1521899" name="connsiteY4"/>
                  <a:gd fmla="*/ 777582 w 791028" name="connsiteX5"/>
                  <a:gd fmla="*/ 26954 h 1521899" name="connsiteY5"/>
                  <a:gd fmla="*/ 764105 w 791028" name="connsiteX6"/>
                  <a:gd fmla="*/ 13477 h 1521899" name="connsiteY6"/>
                  <a:gd fmla="*/ 764105 w 791028" name="connsiteX7"/>
                  <a:gd fmla="*/ 1508422 h 1521899" name="connsiteY7"/>
                  <a:gd fmla="*/ 791029 w 791028" name="connsiteX8"/>
                  <a:gd fmla="*/ 1508422 h 1521899" name="connsiteY8"/>
                  <a:gd fmla="*/ 791029 w 791028" name="connsiteX9"/>
                  <a:gd fmla="*/ 13477 h 1521899" name="connsiteY9"/>
                  <a:gd fmla="*/ 777582 w 791028" name="connsiteX10"/>
                  <a:gd fmla="*/ 0 h 1521899" name="connsiteY10"/>
                  <a:gd fmla="*/ 13447 w 791028" name="connsiteX11"/>
                  <a:gd fmla="*/ 0 h 1521899" name="connsiteY11"/>
                  <a:gd fmla="*/ 0 w 791028" name="connsiteX12"/>
                  <a:gd fmla="*/ 13477 h 1521899" name="connsiteY12"/>
                  <a:gd fmla="*/ 0 w 791028" name="connsiteX13"/>
                  <a:gd fmla="*/ 1508422 h 1521899" name="connsiteY13"/>
                  <a:gd fmla="*/ 13447 w 791028" name="connsiteX14"/>
                  <a:gd fmla="*/ 1521899 h 1521899" name="connsiteY14"/>
                  <a:gd fmla="*/ 777582 w 791028" name="connsiteX15"/>
                  <a:gd fmla="*/ 1521899 h 1521899" name="connsiteY15"/>
                  <a:gd fmla="*/ 777582 w 791028" name="connsiteX16"/>
                  <a:gd fmla="*/ 1494975 h 1521899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1521899" w="791028">
                    <a:moveTo>
                      <a:pt x="777582" y="1494975"/>
                    </a:moveTo>
                    <a:lnTo>
                      <a:pt x="13447" y="1494975"/>
                    </a:lnTo>
                    <a:cubicBezTo>
                      <a:pt x="17930" y="1499458"/>
                      <a:pt x="22412" y="1503940"/>
                      <a:pt x="26894" y="1508422"/>
                    </a:cubicBezTo>
                    <a:lnTo>
                      <a:pt x="26894" y="13477"/>
                    </a:lnTo>
                    <a:cubicBezTo>
                      <a:pt x="22412" y="17959"/>
                      <a:pt x="17930" y="22442"/>
                      <a:pt x="13447" y="26954"/>
                    </a:cubicBezTo>
                    <a:lnTo>
                      <a:pt x="777582" y="26954"/>
                    </a:lnTo>
                    <a:cubicBezTo>
                      <a:pt x="773099" y="22471"/>
                      <a:pt x="768617" y="17989"/>
                      <a:pt x="764105" y="13477"/>
                    </a:cubicBezTo>
                    <a:lnTo>
                      <a:pt x="764105" y="1508422"/>
                    </a:lnTo>
                    <a:cubicBezTo>
                      <a:pt x="764105" y="1525733"/>
                      <a:pt x="791029" y="1525762"/>
                      <a:pt x="791029" y="1508422"/>
                    </a:cubicBezTo>
                    <a:lnTo>
                      <a:pt x="791029" y="13477"/>
                    </a:lnTo>
                    <a:cubicBezTo>
                      <a:pt x="791029" y="6193"/>
                      <a:pt x="784866" y="0"/>
                      <a:pt x="777582" y="0"/>
                    </a:cubicBezTo>
                    <a:lnTo>
                      <a:pt x="13447" y="0"/>
                    </a:lnTo>
                    <a:cubicBezTo>
                      <a:pt x="6163" y="0"/>
                      <a:pt x="0" y="6164"/>
                      <a:pt x="0" y="13477"/>
                    </a:cubicBezTo>
                    <a:lnTo>
                      <a:pt x="0" y="1508422"/>
                    </a:lnTo>
                    <a:cubicBezTo>
                      <a:pt x="0" y="1515707"/>
                      <a:pt x="6163" y="1521899"/>
                      <a:pt x="13447" y="1521899"/>
                    </a:cubicBezTo>
                    <a:lnTo>
                      <a:pt x="777582" y="1521899"/>
                    </a:lnTo>
                    <a:cubicBezTo>
                      <a:pt x="794892" y="1521899"/>
                      <a:pt x="794922" y="1494975"/>
                      <a:pt x="777582" y="1494975"/>
                    </a:cubicBezTo>
                    <a:close/>
                  </a:path>
                </a:pathLst>
              </a:custGeom>
              <a:solidFill>
                <a:srgbClr val="FFE4C1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11565e7-be6f-4b8e-b8bf-37e5a0b87285" id="214" name="任意多边形: 形状 213">
                <a:extLst>
                  <a:ext uri="{FF2B5EF4-FFF2-40B4-BE49-F238E27FC236}">
                    <a16:creationId id="{DDEC18B1-8EF7-2682-81FE-3D4186F4D9F1}"/>
                  </a:ext>
                </a:extLst>
              </p:cNvPr>
              <p:cNvSpPr/>
              <p:nvPr/>
            </p:nvSpPr>
            <p:spPr>
              <a:xfrm flipH="true" flipV="false">
                <a:off x="7820634" y="3800422"/>
                <a:ext cx="1494757" cy="162693"/>
              </a:xfrm>
              <a:custGeom>
                <a:avLst/>
                <a:gdLst>
                  <a:gd fmla="*/ 0 w 1373920" name="connsiteX0"/>
                  <a:gd fmla="*/ 0 h 149541" name="connsiteY0"/>
                  <a:gd fmla="*/ 1373920 w 1373920" name="connsiteX1"/>
                  <a:gd fmla="*/ 0 h 149541" name="connsiteY1"/>
                  <a:gd fmla="*/ 1373920 w 1373920" name="connsiteX2"/>
                  <a:gd fmla="*/ 149542 h 149541" name="connsiteY2"/>
                  <a:gd fmla="*/ 0 w 1373920" name="connsiteX3"/>
                  <a:gd fmla="*/ 149542 h 149541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149541" w="1373920">
                    <a:moveTo>
                      <a:pt x="0" y="0"/>
                    </a:moveTo>
                    <a:lnTo>
                      <a:pt x="1373920" y="0"/>
                    </a:lnTo>
                    <a:lnTo>
                      <a:pt x="1373920" y="149542"/>
                    </a:lnTo>
                    <a:lnTo>
                      <a:pt x="0" y="149542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eea4115-cf67-4412-9db4-d95d11101c14" id="215" name="任意多边形: 形状 214">
                <a:extLst>
                  <a:ext uri="{FF2B5EF4-FFF2-40B4-BE49-F238E27FC236}">
                    <a16:creationId id="{C37F5CA6-88B9-A4E2-B978-CDB91B9B7EB2}"/>
                  </a:ext>
                </a:extLst>
              </p:cNvPr>
              <p:cNvSpPr/>
              <p:nvPr/>
            </p:nvSpPr>
            <p:spPr>
              <a:xfrm flipH="true" flipV="false">
                <a:off x="7879443" y="5866806"/>
                <a:ext cx="1377172" cy="301774"/>
              </a:xfrm>
              <a:custGeom>
                <a:avLst/>
                <a:gdLst>
                  <a:gd fmla="*/ 0 w 1265840" name="connsiteX0"/>
                  <a:gd fmla="*/ 0 h 277379" name="connsiteY0"/>
                  <a:gd fmla="*/ 1265841 w 1265840" name="connsiteX1"/>
                  <a:gd fmla="*/ 0 h 277379" name="connsiteY1"/>
                  <a:gd fmla="*/ 1265841 w 1265840" name="connsiteX2"/>
                  <a:gd fmla="*/ 277379 h 277379" name="connsiteY2"/>
                  <a:gd fmla="*/ 0 w 1265840" name="connsiteX3"/>
                  <a:gd fmla="*/ 277379 h 277379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277379" w="1265840">
                    <a:moveTo>
                      <a:pt x="0" y="0"/>
                    </a:moveTo>
                    <a:lnTo>
                      <a:pt x="1265841" y="0"/>
                    </a:lnTo>
                    <a:lnTo>
                      <a:pt x="1265841" y="277379"/>
                    </a:lnTo>
                    <a:lnTo>
                      <a:pt x="0" y="277379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c4e603b-04bb-4e85-9054-ab9b9a0489f1" id="216" name="任意多边形: 形状 215">
                <a:extLst>
                  <a:ext uri="{FF2B5EF4-FFF2-40B4-BE49-F238E27FC236}">
                    <a16:creationId id="{9C80A5F3-A988-55C9-7C9C-1E1923AFF60E}"/>
                  </a:ext>
                </a:extLst>
              </p:cNvPr>
              <p:cNvSpPr/>
              <p:nvPr/>
            </p:nvSpPr>
            <p:spPr>
              <a:xfrm flipH="true" flipV="false">
                <a:off x="8121621" y="3153448"/>
                <a:ext cx="539302" cy="749040"/>
              </a:xfrm>
              <a:custGeom>
                <a:avLst/>
                <a:gdLst>
                  <a:gd fmla="*/ 494598 w 495704" name="connsiteX0"/>
                  <a:gd fmla="*/ 660699 h 688487" name="connsiteY0"/>
                  <a:gd fmla="*/ 383599 w 495704" name="connsiteX1"/>
                  <a:gd fmla="*/ 287892 h 688487" name="connsiteY1"/>
                  <a:gd fmla="*/ 358857 w 495704" name="connsiteX2"/>
                  <a:gd fmla="*/ 204761 h 688487" name="connsiteY2"/>
                  <a:gd fmla="*/ 342933 w 495704" name="connsiteX3"/>
                  <a:gd fmla="*/ 170523 h 688487" name="connsiteY3"/>
                  <a:gd fmla="*/ 269474 w 495704" name="connsiteX4"/>
                  <a:gd fmla="*/ 132865 h 688487" name="connsiteY4"/>
                  <a:gd fmla="*/ 250719 w 495704" name="connsiteX5"/>
                  <a:gd fmla="*/ 123251 h 688487" name="connsiteY5"/>
                  <a:gd fmla="*/ 213061 w 495704" name="connsiteX6"/>
                  <a:gd fmla="*/ 62326 h 688487" name="connsiteY6"/>
                  <a:gd fmla="*/ 81537 w 495704" name="connsiteX7"/>
                  <a:gd fmla="*/ 4615 h 688487" name="connsiteY7"/>
                  <a:gd fmla="*/ 4156 w 495704" name="connsiteX8"/>
                  <a:gd fmla="*/ 41831 h 688487" name="connsiteY8"/>
                  <a:gd fmla="*/ 37686 w 495704" name="connsiteX9"/>
                  <a:gd fmla="*/ 127734 h 688487" name="connsiteY9"/>
                  <a:gd fmla="*/ 169210 w 495704" name="connsiteX10"/>
                  <a:gd fmla="*/ 185445 h 688487" name="connsiteY10"/>
                  <a:gd fmla="*/ 237065 w 495704" name="connsiteX11"/>
                  <a:gd fmla="*/ 166011 h 688487" name="connsiteY11"/>
                  <a:gd fmla="*/ 241931 w 495704" name="connsiteX12"/>
                  <a:gd fmla="*/ 168489 h 688487" name="connsiteY12"/>
                  <a:gd fmla="*/ 316186 w 495704" name="connsiteX13"/>
                  <a:gd fmla="*/ 208535 h 688487" name="connsiteY13"/>
                  <a:gd fmla="*/ 322939 w 495704" name="connsiteX14"/>
                  <a:gd fmla="*/ 228706 h 688487" name="connsiteY14"/>
                  <a:gd fmla="*/ 348300 w 495704" name="connsiteX15"/>
                  <a:gd fmla="*/ 313931 h 688487" name="connsiteY15"/>
                  <a:gd fmla="*/ 455141 w 495704" name="connsiteX16"/>
                  <a:gd fmla="*/ 672790 h 688487" name="connsiteY16"/>
                  <a:gd fmla="*/ 494568 w 495704" name="connsiteX17"/>
                  <a:gd fmla="*/ 660729 h 688487" name="connsiteY17"/>
                  <a:gd fmla="*/ 315183 w 495704" name="connsiteX18"/>
                  <a:gd fmla="*/ 202107 h 688487" name="connsiteY18"/>
                  <a:gd fmla="*/ 315183 w 495704" name="connsiteX19"/>
                  <a:gd fmla="*/ 202107 h 688487" name="connsiteY19"/>
                  <a:gd fmla="*/ 315183 w 495704" name="connsiteX20"/>
                  <a:gd fmla="*/ 202107 h 688487" name="connsiteY20"/>
                  <a:gd fmla="*/ 317306 w 495704" name="connsiteX21"/>
                  <a:gd fmla="*/ 208860 h 688487" name="connsiteY21"/>
                  <a:gd fmla="*/ 321081 w 495704" name="connsiteX22"/>
                  <a:gd fmla="*/ 209066 h 688487" name="connsiteY22"/>
                  <a:gd fmla="*/ 317306 w 495704" name="connsiteX23"/>
                  <a:gd fmla="*/ 208860 h 688487" name="connsiteY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b="b" l="l" r="r" t="t"/>
                <a:pathLst>
                  <a:path h="688487" w="495704">
                    <a:moveTo>
                      <a:pt x="494598" y="660699"/>
                    </a:moveTo>
                    <a:cubicBezTo>
                      <a:pt x="457588" y="536430"/>
                      <a:pt x="420608" y="412161"/>
                      <a:pt x="383599" y="287892"/>
                    </a:cubicBezTo>
                    <a:cubicBezTo>
                      <a:pt x="375342" y="260172"/>
                      <a:pt x="367085" y="232481"/>
                      <a:pt x="358857" y="204761"/>
                    </a:cubicBezTo>
                    <a:cubicBezTo>
                      <a:pt x="354964" y="191697"/>
                      <a:pt x="352900" y="179488"/>
                      <a:pt x="342933" y="170523"/>
                    </a:cubicBezTo>
                    <a:cubicBezTo>
                      <a:pt x="324148" y="153596"/>
                      <a:pt x="291444" y="144101"/>
                      <a:pt x="269474" y="132865"/>
                    </a:cubicBezTo>
                    <a:cubicBezTo>
                      <a:pt x="263222" y="129651"/>
                      <a:pt x="256971" y="126436"/>
                      <a:pt x="250719" y="123251"/>
                    </a:cubicBezTo>
                    <a:cubicBezTo>
                      <a:pt x="250424" y="97153"/>
                      <a:pt x="236180" y="72470"/>
                      <a:pt x="213061" y="62326"/>
                    </a:cubicBezTo>
                    <a:lnTo>
                      <a:pt x="81537" y="4615"/>
                    </a:lnTo>
                    <a:cubicBezTo>
                      <a:pt x="51045" y="-8774"/>
                      <a:pt x="16218" y="7977"/>
                      <a:pt x="4156" y="41831"/>
                    </a:cubicBezTo>
                    <a:cubicBezTo>
                      <a:pt x="-7905" y="75685"/>
                      <a:pt x="7194" y="114346"/>
                      <a:pt x="37686" y="127734"/>
                    </a:cubicBezTo>
                    <a:lnTo>
                      <a:pt x="169210" y="185445"/>
                    </a:lnTo>
                    <a:cubicBezTo>
                      <a:pt x="193745" y="196209"/>
                      <a:pt x="221052" y="187450"/>
                      <a:pt x="237065" y="166011"/>
                    </a:cubicBezTo>
                    <a:cubicBezTo>
                      <a:pt x="238687" y="166837"/>
                      <a:pt x="240309" y="167663"/>
                      <a:pt x="241931" y="168489"/>
                    </a:cubicBezTo>
                    <a:cubicBezTo>
                      <a:pt x="246944" y="171054"/>
                      <a:pt x="299494" y="203021"/>
                      <a:pt x="316186" y="208535"/>
                    </a:cubicBezTo>
                    <a:cubicBezTo>
                      <a:pt x="317837" y="215347"/>
                      <a:pt x="321170" y="222749"/>
                      <a:pt x="322939" y="228706"/>
                    </a:cubicBezTo>
                    <a:cubicBezTo>
                      <a:pt x="331402" y="257105"/>
                      <a:pt x="339866" y="285533"/>
                      <a:pt x="348300" y="313931"/>
                    </a:cubicBezTo>
                    <a:cubicBezTo>
                      <a:pt x="383923" y="433541"/>
                      <a:pt x="419517" y="553151"/>
                      <a:pt x="455141" y="672790"/>
                    </a:cubicBezTo>
                    <a:cubicBezTo>
                      <a:pt x="463368" y="700392"/>
                      <a:pt x="502855" y="688567"/>
                      <a:pt x="494568" y="660729"/>
                    </a:cubicBezTo>
                    <a:close/>
                    <a:moveTo>
                      <a:pt x="315183" y="202107"/>
                    </a:moveTo>
                    <a:cubicBezTo>
                      <a:pt x="314534" y="197919"/>
                      <a:pt x="314770" y="195029"/>
                      <a:pt x="315183" y="202107"/>
                    </a:cubicBezTo>
                    <a:lnTo>
                      <a:pt x="315183" y="202107"/>
                    </a:lnTo>
                    <a:close/>
                    <a:moveTo>
                      <a:pt x="317306" y="208860"/>
                    </a:moveTo>
                    <a:cubicBezTo>
                      <a:pt x="319194" y="209391"/>
                      <a:pt x="320580" y="209568"/>
                      <a:pt x="321081" y="209066"/>
                    </a:cubicBezTo>
                    <a:cubicBezTo>
                      <a:pt x="319459" y="210629"/>
                      <a:pt x="318250" y="210187"/>
                      <a:pt x="317306" y="208860"/>
                    </a:cubicBez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76a6e21-223e-4cb5-98a1-f28cac05aa1f" id="222" name="任意多边形: 形状 221">
                <a:extLst>
                  <a:ext uri="{FF2B5EF4-FFF2-40B4-BE49-F238E27FC236}">
                    <a16:creationId id="{D6B44FCD-38D5-7F92-FC1B-177425D8C992}"/>
                  </a:ext>
                </a:extLst>
              </p:cNvPr>
              <p:cNvSpPr/>
              <p:nvPr/>
            </p:nvSpPr>
            <p:spPr>
              <a:xfrm flipH="true" flipV="false">
                <a:off x="10917178" y="5886697"/>
                <a:ext cx="725153" cy="279540"/>
              </a:xfrm>
              <a:custGeom>
                <a:avLst/>
                <a:gdLst>
                  <a:gd fmla="*/ 8059 w 666531" name="connsiteX0"/>
                  <a:gd fmla="*/ 89943 h 256942" name="connsiteY0"/>
                  <a:gd fmla="*/ 25074 w 666531" name="connsiteX1"/>
                  <a:gd fmla="*/ 256943 h 256942" name="connsiteY1"/>
                  <a:gd fmla="*/ 666532 w 666531" name="connsiteX2"/>
                  <a:gd fmla="*/ 256943 h 256942" name="connsiteY2"/>
                  <a:gd fmla="*/ 525572 w 666531" name="connsiteX3"/>
                  <a:gd fmla="*/ 11294 h 256942" name="connsiteY3"/>
                  <a:gd fmla="*/ 528845 w 666531" name="connsiteX4"/>
                  <a:gd fmla="*/ 0 h 256942" name="connsiteY4"/>
                  <a:gd fmla="*/ 33685 w 666531" name="connsiteX5"/>
                  <a:gd fmla="*/ 0 h 256942" name="connsiteY5"/>
                  <a:gd fmla="*/ 8059 w 666531" name="connsiteX6"/>
                  <a:gd fmla="*/ 89943 h 25694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256942" w="666531">
                    <a:moveTo>
                      <a:pt x="8059" y="89943"/>
                    </a:moveTo>
                    <a:cubicBezTo>
                      <a:pt x="-7512" y="145030"/>
                      <a:pt x="185" y="205218"/>
                      <a:pt x="25074" y="256943"/>
                    </a:cubicBezTo>
                    <a:lnTo>
                      <a:pt x="666532" y="256943"/>
                    </a:lnTo>
                    <a:cubicBezTo>
                      <a:pt x="666532" y="149247"/>
                      <a:pt x="609086" y="56119"/>
                      <a:pt x="525572" y="11294"/>
                    </a:cubicBezTo>
                    <a:cubicBezTo>
                      <a:pt x="526663" y="7520"/>
                      <a:pt x="527754" y="3775"/>
                      <a:pt x="528845" y="0"/>
                    </a:cubicBezTo>
                    <a:lnTo>
                      <a:pt x="33685" y="0"/>
                    </a:lnTo>
                    <a:cubicBezTo>
                      <a:pt x="25104" y="29962"/>
                      <a:pt x="16522" y="59952"/>
                      <a:pt x="8059" y="89943"/>
                    </a:cubicBezTo>
                    <a:close/>
                  </a:path>
                </a:pathLst>
              </a:custGeom>
              <a:solidFill>
                <a:srgbClr val="0070B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a775e99-954c-4305-9894-7d0135f5948f" id="223" name="任意多边形: 形状 222">
                <a:extLst>
                  <a:ext uri="{FF2B5EF4-FFF2-40B4-BE49-F238E27FC236}">
                    <a16:creationId id="{0571BBAD-4F2B-EE44-CD04-37F417425F06}"/>
                  </a:ext>
                </a:extLst>
              </p:cNvPr>
              <p:cNvSpPr/>
              <p:nvPr/>
            </p:nvSpPr>
            <p:spPr>
              <a:xfrm flipH="true" flipV="false">
                <a:off x="9356874" y="5866132"/>
                <a:ext cx="807406" cy="300138"/>
              </a:xfrm>
              <a:custGeom>
                <a:avLst/>
                <a:gdLst>
                  <a:gd fmla="*/ 518899 w 742135" name="connsiteX0"/>
                  <a:gd fmla="*/ 0 h 275875" name="connsiteY0"/>
                  <a:gd fmla="*/ 0 w 742135" name="connsiteX1"/>
                  <a:gd fmla="*/ 620 h 275875" name="connsiteY1"/>
                  <a:gd fmla="*/ 75582 w 742135" name="connsiteX2"/>
                  <a:gd fmla="*/ 275875 h 275875" name="connsiteY2"/>
                  <a:gd fmla="*/ 742135 w 742135" name="connsiteX3"/>
                  <a:gd fmla="*/ 275875 h 275875" name="connsiteY3"/>
                  <a:gd fmla="*/ 742135 w 742135" name="connsiteX4"/>
                  <a:gd fmla="*/ 238689 h 275875" name="connsiteY4"/>
                  <a:gd fmla="*/ 741604 w 742135" name="connsiteX5"/>
                  <a:gd fmla="*/ 242110 h 275875" name="connsiteY5"/>
                  <a:gd fmla="*/ 518869 w 742135" name="connsiteX6"/>
                  <a:gd fmla="*/ 30 h 275875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275875" w="742135">
                    <a:moveTo>
                      <a:pt x="518899" y="0"/>
                    </a:moveTo>
                    <a:lnTo>
                      <a:pt x="0" y="620"/>
                    </a:lnTo>
                    <a:cubicBezTo>
                      <a:pt x="23651" y="86228"/>
                      <a:pt x="52256" y="190149"/>
                      <a:pt x="75582" y="275875"/>
                    </a:cubicBezTo>
                    <a:lnTo>
                      <a:pt x="742135" y="275875"/>
                    </a:lnTo>
                    <a:lnTo>
                      <a:pt x="742135" y="238689"/>
                    </a:lnTo>
                    <a:cubicBezTo>
                      <a:pt x="741988" y="239839"/>
                      <a:pt x="741752" y="240960"/>
                      <a:pt x="741604" y="242110"/>
                    </a:cubicBezTo>
                    <a:cubicBezTo>
                      <a:pt x="729897" y="139132"/>
                      <a:pt x="656497" y="42082"/>
                      <a:pt x="518869" y="30"/>
                    </a:cubicBezTo>
                    <a:close/>
                  </a:path>
                </a:pathLst>
              </a:custGeom>
              <a:solidFill>
                <a:srgbClr val="0070B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2d5dbab-c0bb-49d2-a982-640b2746d286" id="224" name="任意多边形: 形状 223">
                <a:extLst>
                  <a:ext uri="{FF2B5EF4-FFF2-40B4-BE49-F238E27FC236}">
                    <a16:creationId id="{0CDC954D-C55D-47DD-69FB-ADFA97A48DE6}"/>
                  </a:ext>
                </a:extLst>
              </p:cNvPr>
              <p:cNvSpPr/>
              <p:nvPr/>
            </p:nvSpPr>
            <p:spPr>
              <a:xfrm flipH="true" flipV="false">
                <a:off x="9616925" y="3574747"/>
                <a:ext cx="1988725" cy="2311951"/>
              </a:xfrm>
              <a:custGeom>
                <a:avLst/>
                <a:gdLst>
                  <a:gd fmla="*/ 1819036 w 1827955" name="connsiteX0"/>
                  <a:gd fmla="*/ 2107978 h 2125052" name="connsiteY0"/>
                  <a:gd fmla="*/ 1413348 w 1827955" name="connsiteX1"/>
                  <a:gd fmla="*/ 649246 h 2125052" name="connsiteY1"/>
                  <a:gd fmla="*/ 1354811 w 1827955" name="connsiteX2"/>
                  <a:gd fmla="*/ 438837 h 2125052" name="connsiteY2"/>
                  <a:gd fmla="*/ 1242721 w 1827955" name="connsiteX3"/>
                  <a:gd fmla="*/ 180272 h 2125052" name="connsiteY3"/>
                  <a:gd fmla="*/ 893594 w 1827955" name="connsiteX4"/>
                  <a:gd fmla="*/ 2716 h 2125052" name="connsiteY4"/>
                  <a:gd fmla="*/ 598344 w 1827955" name="connsiteX5"/>
                  <a:gd fmla="*/ 229078 h 2125052" name="connsiteY5"/>
                  <a:gd fmla="*/ 426597 w 1827955" name="connsiteX6"/>
                  <a:gd fmla="*/ 704362 h 2125052" name="connsiteY6"/>
                  <a:gd fmla="*/ 286255 w 1827955" name="connsiteX7"/>
                  <a:gd fmla="*/ 1164399 h 2125052" name="connsiteY7"/>
                  <a:gd fmla="*/ 0 w 1827955" name="connsiteX8"/>
                  <a:gd fmla="*/ 2125052 h 2125052" name="connsiteY8"/>
                  <a:gd fmla="*/ 495130 w 1827955" name="connsiteX9"/>
                  <a:gd fmla="*/ 2125052 h 2125052" name="connsiteY9"/>
                  <a:gd fmla="*/ 929689 w 1827955" name="connsiteX10"/>
                  <a:gd fmla="*/ 684014 h 2125052" name="connsiteY10"/>
                  <a:gd fmla="*/ 955227 w 1827955" name="connsiteX11"/>
                  <a:gd fmla="*/ 778380 h 2125052" name="connsiteY11"/>
                  <a:gd fmla="*/ 1173214 w 1827955" name="connsiteX12"/>
                  <a:gd fmla="*/ 1562774 h 2125052" name="connsiteY12"/>
                  <a:gd fmla="*/ 1324879 w 1827955" name="connsiteX13"/>
                  <a:gd fmla="*/ 2106739 h 2125052" name="connsiteY13"/>
                  <a:gd fmla="*/ 1819066 w 1827955" name="connsiteX14"/>
                  <a:gd fmla="*/ 2107948 h 2125052" name="connsiteY14"/>
                  <a:gd fmla="*/ 1819066 w 1827955" name="connsiteX15"/>
                  <a:gd fmla="*/ 2107948 h 2125052" name="connsiteY15"/>
                  <a:gd fmla="*/ 1027211 w 1827955" name="connsiteX16"/>
                  <a:gd fmla="*/ 443673 h 2125052" name="connsiteY16"/>
                  <a:gd fmla="*/ 1034554 w 1827955" name="connsiteX17"/>
                  <a:gd fmla="*/ 434886 h 2125052" name="connsiteY17"/>
                  <a:gd fmla="*/ 1027211 w 1827955" name="connsiteX18"/>
                  <a:gd fmla="*/ 443673 h 2125052" name="connsiteY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b="b" l="l" r="r" t="t"/>
                <a:pathLst>
                  <a:path h="2125052" w="1827955">
                    <a:moveTo>
                      <a:pt x="1819036" y="2107978"/>
                    </a:moveTo>
                    <a:cubicBezTo>
                      <a:pt x="1685360" y="1621311"/>
                      <a:pt x="1546523" y="1136060"/>
                      <a:pt x="1413348" y="649246"/>
                    </a:cubicBezTo>
                    <a:cubicBezTo>
                      <a:pt x="1394150" y="579060"/>
                      <a:pt x="1376250" y="508374"/>
                      <a:pt x="1354811" y="438837"/>
                    </a:cubicBezTo>
                    <a:cubicBezTo>
                      <a:pt x="1327563" y="350457"/>
                      <a:pt x="1296363" y="256267"/>
                      <a:pt x="1242721" y="180272"/>
                    </a:cubicBezTo>
                    <a:cubicBezTo>
                      <a:pt x="1161359" y="64968"/>
                      <a:pt x="1039715" y="-16099"/>
                      <a:pt x="893594" y="2716"/>
                    </a:cubicBezTo>
                    <a:cubicBezTo>
                      <a:pt x="759328" y="20026"/>
                      <a:pt x="664754" y="117194"/>
                      <a:pt x="598344" y="229078"/>
                    </a:cubicBezTo>
                    <a:cubicBezTo>
                      <a:pt x="512942" y="372957"/>
                      <a:pt x="474930" y="545531"/>
                      <a:pt x="426597" y="704362"/>
                    </a:cubicBezTo>
                    <a:cubicBezTo>
                      <a:pt x="379914" y="857737"/>
                      <a:pt x="332997" y="1011053"/>
                      <a:pt x="286255" y="1164399"/>
                    </a:cubicBezTo>
                    <a:cubicBezTo>
                      <a:pt x="188851" y="1484007"/>
                      <a:pt x="91860" y="1803793"/>
                      <a:pt x="0" y="2125052"/>
                    </a:cubicBezTo>
                    <a:lnTo>
                      <a:pt x="495130" y="2125052"/>
                    </a:lnTo>
                    <a:cubicBezTo>
                      <a:pt x="634085" y="1643045"/>
                      <a:pt x="781091" y="1163072"/>
                      <a:pt x="929689" y="684014"/>
                    </a:cubicBezTo>
                    <a:cubicBezTo>
                      <a:pt x="938212" y="715479"/>
                      <a:pt x="946616" y="746974"/>
                      <a:pt x="955227" y="778380"/>
                    </a:cubicBezTo>
                    <a:cubicBezTo>
                      <a:pt x="1026857" y="1040130"/>
                      <a:pt x="1100139" y="1301437"/>
                      <a:pt x="1173214" y="1562774"/>
                    </a:cubicBezTo>
                    <a:cubicBezTo>
                      <a:pt x="1225617" y="1750151"/>
                      <a:pt x="1273036" y="1919215"/>
                      <a:pt x="1324879" y="2106739"/>
                    </a:cubicBezTo>
                    <a:lnTo>
                      <a:pt x="1819066" y="2107948"/>
                    </a:lnTo>
                    <a:cubicBezTo>
                      <a:pt x="1792790" y="2097421"/>
                      <a:pt x="1848614" y="2108450"/>
                      <a:pt x="1819066" y="2107948"/>
                    </a:cubicBezTo>
                    <a:close/>
                    <a:moveTo>
                      <a:pt x="1027211" y="443673"/>
                    </a:moveTo>
                    <a:cubicBezTo>
                      <a:pt x="1030573" y="440459"/>
                      <a:pt x="1033876" y="436950"/>
                      <a:pt x="1034554" y="434886"/>
                    </a:cubicBezTo>
                    <a:cubicBezTo>
                      <a:pt x="1033640" y="437716"/>
                      <a:pt x="1030927" y="440695"/>
                      <a:pt x="1027211" y="443673"/>
                    </a:cubicBezTo>
                    <a:close/>
                  </a:path>
                </a:pathLst>
              </a:custGeom>
              <a:solidFill>
                <a:srgbClr val="00153B"/>
              </a:solidFill>
              <a:ln cap="flat" w="294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ea7f8d3-70dc-4e77-a708-854b5eee35f8" id="225" name="任意多边形: 形状 224">
                <a:extLst>
                  <a:ext uri="{FF2B5EF4-FFF2-40B4-BE49-F238E27FC236}">
                    <a16:creationId id="{C09F0D10-6B6B-6079-6148-BD4D6C70C8E1}"/>
                  </a:ext>
                </a:extLst>
              </p:cNvPr>
              <p:cNvSpPr/>
              <p:nvPr/>
            </p:nvSpPr>
            <p:spPr>
              <a:xfrm flipH="true" flipV="false">
                <a:off x="10143234" y="3049002"/>
                <a:ext cx="923483" cy="923098"/>
              </a:xfrm>
              <a:custGeom>
                <a:avLst/>
                <a:gdLst>
                  <a:gd fmla="*/ 528571 w 848828" name="connsiteX0"/>
                  <a:gd fmla="*/ 844553 h 848475" name="connsiteY0"/>
                  <a:gd fmla="*/ 526271 w 848828" name="connsiteX1"/>
                  <a:gd fmla="*/ 848475 h 848475" name="connsiteY1"/>
                  <a:gd fmla="*/ 848829 w 848828" name="connsiteX2"/>
                  <a:gd fmla="*/ 848475 h 848475" name="connsiteY2"/>
                  <a:gd fmla="*/ 671744 w 848828" name="connsiteX3"/>
                  <a:gd fmla="*/ 394660 h 848475" name="connsiteY3"/>
                  <a:gd fmla="*/ 368974 w 848828" name="connsiteX4"/>
                  <a:gd fmla="*/ 856 h 848475" name="connsiteY4"/>
                  <a:gd fmla="*/ 92361 w 848828" name="connsiteX5"/>
                  <a:gd fmla="*/ 638745 h 848475" name="connsiteY5"/>
                  <a:gd fmla="*/ 0 w 848828" name="connsiteX6"/>
                  <a:gd fmla="*/ 848475 h 848475" name="connsiteY6"/>
                  <a:gd fmla="*/ 525947 w 848828" name="connsiteX7"/>
                  <a:gd fmla="*/ 848475 h 848475" name="connsiteY7"/>
                  <a:gd fmla="*/ 528571 w 848828" name="connsiteX8"/>
                  <a:gd fmla="*/ 844553 h 84847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848475" w="848828">
                    <a:moveTo>
                      <a:pt x="528571" y="844553"/>
                    </a:moveTo>
                    <a:cubicBezTo>
                      <a:pt x="528159" y="845821"/>
                      <a:pt x="527333" y="847148"/>
                      <a:pt x="526271" y="848475"/>
                    </a:cubicBezTo>
                    <a:lnTo>
                      <a:pt x="848829" y="848475"/>
                    </a:lnTo>
                    <a:cubicBezTo>
                      <a:pt x="821580" y="760125"/>
                      <a:pt x="725385" y="470655"/>
                      <a:pt x="671744" y="394660"/>
                    </a:cubicBezTo>
                    <a:cubicBezTo>
                      <a:pt x="590382" y="279356"/>
                      <a:pt x="515065" y="-17988"/>
                      <a:pt x="368974" y="856"/>
                    </a:cubicBezTo>
                    <a:cubicBezTo>
                      <a:pt x="234708" y="18166"/>
                      <a:pt x="158801" y="526862"/>
                      <a:pt x="92361" y="638745"/>
                    </a:cubicBezTo>
                    <a:cubicBezTo>
                      <a:pt x="53583" y="704065"/>
                      <a:pt x="24624" y="775312"/>
                      <a:pt x="0" y="848475"/>
                    </a:cubicBezTo>
                    <a:lnTo>
                      <a:pt x="525947" y="848475"/>
                    </a:lnTo>
                    <a:cubicBezTo>
                      <a:pt x="527274" y="846942"/>
                      <a:pt x="528247" y="845585"/>
                      <a:pt x="528571" y="844553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d588126-f2d1-48aa-8f39-cd922a2dad04" id="226" name="任意多边形: 形状 225">
                <a:extLst>
                  <a:ext uri="{FF2B5EF4-FFF2-40B4-BE49-F238E27FC236}">
                    <a16:creationId id="{0A0C640A-2D21-7ECD-D63E-9AD8788E46D5}"/>
                  </a:ext>
                </a:extLst>
              </p:cNvPr>
              <p:cNvSpPr/>
              <p:nvPr/>
            </p:nvSpPr>
            <p:spPr>
              <a:xfrm flipH="true" rot="4271999" flipV="false">
                <a:off x="10650357" y="2507474"/>
                <a:ext cx="430365" cy="430365"/>
              </a:xfrm>
              <a:custGeom>
                <a:avLst/>
                <a:gdLst>
                  <a:gd fmla="*/ 395573 w 395573" name="connsiteX0"/>
                  <a:gd fmla="*/ 197787 h 395573" name="connsiteY0"/>
                  <a:gd fmla="*/ 197787 w 395573" name="connsiteX1"/>
                  <a:gd fmla="*/ 395573 h 395573" name="connsiteY1"/>
                  <a:gd fmla="*/ 0 w 395573" name="connsiteX2"/>
                  <a:gd fmla="*/ 197787 h 395573" name="connsiteY2"/>
                  <a:gd fmla="*/ 197787 w 395573" name="connsiteX3"/>
                  <a:gd fmla="*/ 0 h 395573" name="connsiteY3"/>
                  <a:gd fmla="*/ 395573 w 395573" name="connsiteX4"/>
                  <a:gd fmla="*/ 197787 h 395573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395573" w="395573">
                    <a:moveTo>
                      <a:pt x="395573" y="197787"/>
                    </a:moveTo>
                    <a:cubicBezTo>
                      <a:pt x="395573" y="307021"/>
                      <a:pt x="307021" y="395573"/>
                      <a:pt x="197787" y="395573"/>
                    </a:cubicBezTo>
                    <a:cubicBezTo>
                      <a:pt x="88552" y="395573"/>
                      <a:pt x="0" y="307021"/>
                      <a:pt x="0" y="197787"/>
                    </a:cubicBezTo>
                    <a:cubicBezTo>
                      <a:pt x="0" y="88552"/>
                      <a:pt x="88552" y="0"/>
                      <a:pt x="197787" y="0"/>
                    </a:cubicBezTo>
                    <a:cubicBezTo>
                      <a:pt x="307021" y="0"/>
                      <a:pt x="395573" y="88552"/>
                      <a:pt x="395573" y="197787"/>
                    </a:cubicBez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7d4fe2c-e217-490c-bcf6-e19305e62cad" id="227" name="任意多边形: 形状 226">
                <a:extLst>
                  <a:ext uri="{FF2B5EF4-FFF2-40B4-BE49-F238E27FC236}">
                    <a16:creationId id="{EC1820CD-D55D-5590-C996-220F190C2E6D}"/>
                  </a:ext>
                </a:extLst>
              </p:cNvPr>
              <p:cNvSpPr/>
              <p:nvPr/>
            </p:nvSpPr>
            <p:spPr>
              <a:xfrm flipH="true" flipV="false">
                <a:off x="10534940" y="2593679"/>
                <a:ext cx="461017" cy="708706"/>
              </a:xfrm>
              <a:custGeom>
                <a:avLst/>
                <a:gdLst>
                  <a:gd fmla="*/ 62060 w 423748" name="connsiteX0"/>
                  <a:gd fmla="*/ 459800 h 651414" name="connsiteY0"/>
                  <a:gd fmla="*/ 93525 w 423748" name="connsiteX1"/>
                  <a:gd fmla="*/ 233615 h 651414" name="connsiteY1"/>
                  <a:gd fmla="*/ 30506 w 423748" name="connsiteX2"/>
                  <a:gd fmla="*/ 227924 h 651414" name="connsiteY2"/>
                  <a:gd fmla="*/ 10984 w 423748" name="connsiteX3"/>
                  <a:gd fmla="*/ 134707 h 651414" name="connsiteY3"/>
                  <a:gd fmla="*/ 104200 w 423748" name="connsiteX4"/>
                  <a:gd fmla="*/ 115185 h 651414" name="connsiteY4"/>
                  <a:gd fmla="*/ 109479 w 423748" name="connsiteX5"/>
                  <a:gd fmla="*/ 119019 h 651414" name="connsiteY5"/>
                  <a:gd fmla="*/ 123044 w 423748" name="connsiteX6"/>
                  <a:gd fmla="*/ 21437 h 651414" name="connsiteY6"/>
                  <a:gd fmla="*/ 147137 w 423748" name="connsiteX7"/>
                  <a:gd fmla="*/ 58 h 651414" name="connsiteY7"/>
                  <a:gd fmla="*/ 423071 w 423748" name="connsiteX8"/>
                  <a:gd fmla="*/ 197313 h 651414" name="connsiteY8"/>
                  <a:gd fmla="*/ 403048 w 423748" name="connsiteX9"/>
                  <a:gd fmla="*/ 227629 h 651414" name="connsiteY9"/>
                  <a:gd fmla="*/ 330209 w 423748" name="connsiteX10"/>
                  <a:gd fmla="*/ 239837 h 651414" name="connsiteY10"/>
                  <a:gd fmla="*/ 387153 w 423748" name="connsiteX11"/>
                  <a:gd fmla="*/ 437506 h 651414" name="connsiteY11"/>
                  <a:gd fmla="*/ 308386 w 423748" name="connsiteX12"/>
                  <a:gd fmla="*/ 629896 h 651414" name="connsiteY12"/>
                  <a:gd fmla="*/ 298625 w 423748" name="connsiteX13"/>
                  <a:gd fmla="*/ 634880 h 651414" name="connsiteY13"/>
                  <a:gd fmla="*/ 62089 w 423748" name="connsiteX14"/>
                  <a:gd fmla="*/ 459741 h 651414" name="connsiteY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b="b" l="l" r="r" t="t"/>
                <a:pathLst>
                  <a:path h="651414" w="423748">
                    <a:moveTo>
                      <a:pt x="62060" y="459800"/>
                    </a:moveTo>
                    <a:lnTo>
                      <a:pt x="93525" y="233615"/>
                    </a:lnTo>
                    <a:cubicBezTo>
                      <a:pt x="73590" y="241990"/>
                      <a:pt x="49969" y="240663"/>
                      <a:pt x="30506" y="227924"/>
                    </a:cubicBezTo>
                    <a:cubicBezTo>
                      <a:pt x="-635" y="207576"/>
                      <a:pt x="-9364" y="165848"/>
                      <a:pt x="10984" y="134707"/>
                    </a:cubicBezTo>
                    <a:cubicBezTo>
                      <a:pt x="31332" y="103566"/>
                      <a:pt x="73059" y="94837"/>
                      <a:pt x="104200" y="115185"/>
                    </a:cubicBezTo>
                    <a:cubicBezTo>
                      <a:pt x="106029" y="116394"/>
                      <a:pt x="107798" y="117692"/>
                      <a:pt x="109479" y="119019"/>
                    </a:cubicBezTo>
                    <a:lnTo>
                      <a:pt x="123044" y="21437"/>
                    </a:lnTo>
                    <a:cubicBezTo>
                      <a:pt x="124725" y="9347"/>
                      <a:pt x="134928" y="293"/>
                      <a:pt x="147137" y="58"/>
                    </a:cubicBezTo>
                    <a:cubicBezTo>
                      <a:pt x="207738" y="-1063"/>
                      <a:pt x="379574" y="12443"/>
                      <a:pt x="423071" y="197313"/>
                    </a:cubicBezTo>
                    <a:cubicBezTo>
                      <a:pt x="426374" y="211321"/>
                      <a:pt x="417262" y="225270"/>
                      <a:pt x="403048" y="227629"/>
                    </a:cubicBezTo>
                    <a:lnTo>
                      <a:pt x="330209" y="239837"/>
                    </a:lnTo>
                    <a:lnTo>
                      <a:pt x="387153" y="437506"/>
                    </a:lnTo>
                    <a:cubicBezTo>
                      <a:pt x="408651" y="512144"/>
                      <a:pt x="376714" y="593005"/>
                      <a:pt x="308386" y="629896"/>
                    </a:cubicBezTo>
                    <a:cubicBezTo>
                      <a:pt x="305201" y="631607"/>
                      <a:pt x="301958" y="633288"/>
                      <a:pt x="298625" y="634880"/>
                    </a:cubicBezTo>
                    <a:cubicBezTo>
                      <a:pt x="179104" y="692503"/>
                      <a:pt x="43806" y="591177"/>
                      <a:pt x="62089" y="459741"/>
                    </a:cubicBezTo>
                    <a:close/>
                  </a:path>
                </a:pathLst>
              </a:custGeom>
              <a:solidFill>
                <a:srgbClr val="FF669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4c47d4f-5e04-4b7c-84b1-c4d8e1aa071d" id="228" name="任意多边形: 形状 227">
                <a:extLst>
                  <a:ext uri="{FF2B5EF4-FFF2-40B4-BE49-F238E27FC236}">
                    <a16:creationId id="{2BCF83EF-21C9-82A4-EA5D-D9DD3350514F}"/>
                  </a:ext>
                </a:extLst>
              </p:cNvPr>
              <p:cNvSpPr/>
              <p:nvPr/>
            </p:nvSpPr>
            <p:spPr>
              <a:xfrm flipH="true" flipV="false">
                <a:off x="10489476" y="3475934"/>
                <a:ext cx="2598" cy="6191"/>
              </a:xfrm>
              <a:custGeom>
                <a:avLst/>
                <a:gdLst>
                  <a:gd fmla="*/ 2389 w 2388" name="connsiteX0"/>
                  <a:gd fmla="*/ 5691 h 5691" name="connsiteY0"/>
                  <a:gd fmla="*/ 0 w 2388" name="connsiteX1"/>
                  <a:gd fmla="*/ 0 h 5691" name="connsiteY1"/>
                  <a:gd fmla="*/ 2271 w 2388" name="connsiteX2"/>
                  <a:gd fmla="*/ 5544 h 5691" name="connsiteY2"/>
                  <a:gd fmla="*/ 2389 w 2388" name="connsiteX3"/>
                  <a:gd fmla="*/ 5691 h 5691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5691" w="2388">
                    <a:moveTo>
                      <a:pt x="2389" y="5691"/>
                    </a:moveTo>
                    <a:cubicBezTo>
                      <a:pt x="1710" y="3686"/>
                      <a:pt x="885" y="1769"/>
                      <a:pt x="0" y="0"/>
                    </a:cubicBezTo>
                    <a:cubicBezTo>
                      <a:pt x="914" y="1858"/>
                      <a:pt x="1622" y="3716"/>
                      <a:pt x="2271" y="5544"/>
                    </a:cubicBezTo>
                    <a:cubicBezTo>
                      <a:pt x="2300" y="5603"/>
                      <a:pt x="2359" y="5632"/>
                      <a:pt x="2389" y="5691"/>
                    </a:cubicBezTo>
                    <a:close/>
                  </a:path>
                </a:pathLst>
              </a:custGeom>
              <a:solidFill>
                <a:srgbClr val="FF669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53a158f-401a-4f75-80ea-7cef99e36bc9" id="229" name="任意多边形: 形状 228">
                <a:extLst>
                  <a:ext uri="{FF2B5EF4-FFF2-40B4-BE49-F238E27FC236}">
                    <a16:creationId id="{A259CB65-5287-643B-F41B-280A446B6099}"/>
                  </a:ext>
                </a:extLst>
              </p:cNvPr>
              <p:cNvSpPr/>
              <p:nvPr/>
            </p:nvSpPr>
            <p:spPr>
              <a:xfrm flipH="true" flipV="false">
                <a:off x="10335925" y="3476832"/>
                <a:ext cx="4010" cy="1508"/>
              </a:xfrm>
              <a:custGeom>
                <a:avLst/>
                <a:gdLst>
                  <a:gd fmla="*/ 3686 w 3686" name="connsiteX0"/>
                  <a:gd fmla="*/ 1386 h 1386" name="connsiteY0"/>
                  <a:gd fmla="*/ 0 w 3686" name="connsiteX1"/>
                  <a:gd fmla="*/ 0 h 1386" name="connsiteY1"/>
                  <a:gd fmla="*/ 265 w 3686" name="connsiteX2"/>
                  <a:gd fmla="*/ 236 h 1386" name="connsiteY2"/>
                  <a:gd fmla="*/ 3686 w 3686" name="connsiteX3"/>
                  <a:gd fmla="*/ 1386 h 1386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1386" w="3686">
                    <a:moveTo>
                      <a:pt x="3686" y="1386"/>
                    </a:moveTo>
                    <a:cubicBezTo>
                      <a:pt x="2507" y="855"/>
                      <a:pt x="1268" y="383"/>
                      <a:pt x="0" y="0"/>
                    </a:cubicBezTo>
                    <a:cubicBezTo>
                      <a:pt x="88" y="89"/>
                      <a:pt x="177" y="147"/>
                      <a:pt x="265" y="236"/>
                    </a:cubicBezTo>
                    <a:cubicBezTo>
                      <a:pt x="1386" y="590"/>
                      <a:pt x="2507" y="885"/>
                      <a:pt x="3686" y="1386"/>
                    </a:cubicBezTo>
                    <a:close/>
                  </a:path>
                </a:pathLst>
              </a:custGeom>
              <a:solidFill>
                <a:srgbClr val="FF669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5f10873-e182-4b8f-a556-ba400061b116" id="230" name="任意多边形: 形状 229">
                <a:extLst>
                  <a:ext uri="{FF2B5EF4-FFF2-40B4-BE49-F238E27FC236}">
                    <a16:creationId id="{4EAC30F2-98F4-7B63-05BD-1012EDB8D224}"/>
                  </a:ext>
                </a:extLst>
              </p:cNvPr>
              <p:cNvSpPr/>
              <p:nvPr/>
            </p:nvSpPr>
            <p:spPr>
              <a:xfrm flipH="true" flipV="false">
                <a:off x="11037502" y="5863708"/>
                <a:ext cx="315479" cy="97026"/>
              </a:xfrm>
              <a:custGeom>
                <a:avLst/>
                <a:gdLst>
                  <a:gd fmla="*/ 283175 w 289975" name="connsiteX0"/>
                  <a:gd fmla="*/ 27030 h 89183" name="connsiteY0"/>
                  <a:gd fmla="*/ 4174 w 289975" name="connsiteX1"/>
                  <a:gd fmla="*/ 66399 h 89183" name="connsiteY1"/>
                  <a:gd fmla="*/ 23224 w 289975" name="connsiteX2"/>
                  <a:gd fmla="*/ 85449 h 89183" name="connsiteY2"/>
                  <a:gd fmla="*/ 269580 w 289975" name="connsiteX3"/>
                  <a:gd fmla="*/ 50297 h 89183" name="connsiteY3"/>
                  <a:gd fmla="*/ 283175 w 289975" name="connsiteX4"/>
                  <a:gd fmla="*/ 27060 h 89183" name="connsiteY4"/>
                  <a:gd fmla="*/ 283175 w 289975" name="connsiteX5"/>
                  <a:gd fmla="*/ 27060 h 89183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89183" w="289975">
                    <a:moveTo>
                      <a:pt x="283175" y="27030"/>
                    </a:moveTo>
                    <a:cubicBezTo>
                      <a:pt x="190578" y="-20124"/>
                      <a:pt x="80080" y="-4701"/>
                      <a:pt x="4174" y="66399"/>
                    </a:cubicBezTo>
                    <a:cubicBezTo>
                      <a:pt x="-8506" y="78283"/>
                      <a:pt x="10573" y="97274"/>
                      <a:pt x="23224" y="85449"/>
                    </a:cubicBezTo>
                    <a:cubicBezTo>
                      <a:pt x="89900" y="22990"/>
                      <a:pt x="188130" y="8835"/>
                      <a:pt x="269580" y="50297"/>
                    </a:cubicBezTo>
                    <a:cubicBezTo>
                      <a:pt x="285004" y="58142"/>
                      <a:pt x="298628" y="34933"/>
                      <a:pt x="283175" y="27060"/>
                    </a:cubicBezTo>
                    <a:lnTo>
                      <a:pt x="283175" y="27060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d2e492e-dcc2-434a-a705-8d1f6be96b34" id="231" name="任意多边形: 形状 230">
                <a:extLst>
                  <a:ext uri="{FF2B5EF4-FFF2-40B4-BE49-F238E27FC236}">
                    <a16:creationId id="{517C47A8-88A1-43C7-9A55-8C8EDE549295}"/>
                  </a:ext>
                </a:extLst>
              </p:cNvPr>
              <p:cNvSpPr/>
              <p:nvPr/>
            </p:nvSpPr>
            <p:spPr>
              <a:xfrm flipH="true" flipV="false">
                <a:off x="9932383" y="6076577"/>
                <a:ext cx="29293" cy="88718"/>
              </a:xfrm>
              <a:custGeom>
                <a:avLst/>
                <a:gdLst>
                  <a:gd fmla="*/ 26924 w 26924" name="connsiteX0"/>
                  <a:gd fmla="*/ 68553 h 81546" name="connsiteY0"/>
                  <a:gd fmla="*/ 26924 w 26924" name="connsiteX1"/>
                  <a:gd fmla="*/ 12994 h 81546" name="connsiteY1"/>
                  <a:gd fmla="*/ 0 w 26924" name="connsiteX2"/>
                  <a:gd fmla="*/ 12994 h 81546" name="connsiteY2"/>
                  <a:gd fmla="*/ 0 w 26924" name="connsiteX3"/>
                  <a:gd fmla="*/ 68553 h 81546" name="connsiteY3"/>
                  <a:gd fmla="*/ 26924 w 26924" name="connsiteX4"/>
                  <a:gd fmla="*/ 68553 h 81546" name="connsiteY4"/>
                  <a:gd fmla="*/ 26924 w 26924" name="connsiteX5"/>
                  <a:gd fmla="*/ 68553 h 81546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81546" w="26924">
                    <a:moveTo>
                      <a:pt x="26924" y="68553"/>
                    </a:moveTo>
                    <a:lnTo>
                      <a:pt x="26924" y="12994"/>
                    </a:lnTo>
                    <a:cubicBezTo>
                      <a:pt x="26924" y="-4317"/>
                      <a:pt x="0" y="-4346"/>
                      <a:pt x="0" y="12994"/>
                    </a:cubicBezTo>
                    <a:lnTo>
                      <a:pt x="0" y="68553"/>
                    </a:lnTo>
                    <a:cubicBezTo>
                      <a:pt x="0" y="85863"/>
                      <a:pt x="26924" y="85892"/>
                      <a:pt x="26924" y="68553"/>
                    </a:cubicBezTo>
                    <a:lnTo>
                      <a:pt x="26924" y="68553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f741fa7-da96-4869-aba6-f0d44229f359" id="232" name="任意多边形: 形状 231">
                <a:extLst>
                  <a:ext uri="{FF2B5EF4-FFF2-40B4-BE49-F238E27FC236}">
                    <a16:creationId id="{A5761AE6-22A4-F3DE-924F-93FDDA6B865D}"/>
                  </a:ext>
                </a:extLst>
              </p:cNvPr>
              <p:cNvSpPr/>
              <p:nvPr/>
            </p:nvSpPr>
            <p:spPr>
              <a:xfrm flipH="true" flipV="false">
                <a:off x="11503403" y="6076577"/>
                <a:ext cx="29291" cy="88718"/>
              </a:xfrm>
              <a:custGeom>
                <a:avLst/>
                <a:gdLst>
                  <a:gd fmla="*/ 26924 w 26923" name="connsiteX0"/>
                  <a:gd fmla="*/ 68553 h 81546" name="connsiteY0"/>
                  <a:gd fmla="*/ 26924 w 26923" name="connsiteX1"/>
                  <a:gd fmla="*/ 12994 h 81546" name="connsiteY1"/>
                  <a:gd fmla="*/ 0 w 26923" name="connsiteX2"/>
                  <a:gd fmla="*/ 12994 h 81546" name="connsiteY2"/>
                  <a:gd fmla="*/ 0 w 26923" name="connsiteX3"/>
                  <a:gd fmla="*/ 68553 h 81546" name="connsiteY3"/>
                  <a:gd fmla="*/ 26924 w 26923" name="connsiteX4"/>
                  <a:gd fmla="*/ 68553 h 81546" name="connsiteY4"/>
                  <a:gd fmla="*/ 26924 w 26923" name="connsiteX5"/>
                  <a:gd fmla="*/ 68553 h 81546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81546" w="26923">
                    <a:moveTo>
                      <a:pt x="26924" y="68553"/>
                    </a:moveTo>
                    <a:lnTo>
                      <a:pt x="26924" y="12994"/>
                    </a:lnTo>
                    <a:cubicBezTo>
                      <a:pt x="26924" y="-4317"/>
                      <a:pt x="0" y="-4346"/>
                      <a:pt x="0" y="12994"/>
                    </a:cubicBezTo>
                    <a:lnTo>
                      <a:pt x="0" y="68553"/>
                    </a:lnTo>
                    <a:cubicBezTo>
                      <a:pt x="0" y="85863"/>
                      <a:pt x="26924" y="85892"/>
                      <a:pt x="26924" y="68553"/>
                    </a:cubicBezTo>
                    <a:lnTo>
                      <a:pt x="26924" y="68553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8c374d3-900b-4881-be3e-d042767a05a9" id="233" name="任意多边形: 形状 232">
                <a:extLst>
                  <a:ext uri="{FF2B5EF4-FFF2-40B4-BE49-F238E27FC236}">
                    <a16:creationId id="{CC662326-DECE-988F-4203-D6E77FB421A9}"/>
                  </a:ext>
                </a:extLst>
              </p:cNvPr>
              <p:cNvSpPr/>
              <p:nvPr/>
            </p:nvSpPr>
            <p:spPr>
              <a:xfrm flipH="true" flipV="false">
                <a:off x="9585772" y="5850615"/>
                <a:ext cx="220110" cy="163060"/>
              </a:xfrm>
              <a:custGeom>
                <a:avLst/>
                <a:gdLst>
                  <a:gd fmla="*/ 189474 w 202316" name="connsiteX0"/>
                  <a:gd fmla="*/ 816 h 149877" name="connsiteY0"/>
                  <a:gd fmla="*/ 505 w 202316" name="connsiteX1"/>
                  <a:gd fmla="*/ 133165 h 149877" name="connsiteY1"/>
                  <a:gd fmla="*/ 26456 w 202316" name="connsiteX2"/>
                  <a:gd fmla="*/ 140331 h 149877" name="connsiteY2"/>
                  <a:gd fmla="*/ 189445 w 202316" name="connsiteX3"/>
                  <a:gd fmla="*/ 27740 h 149877" name="connsiteY3"/>
                  <a:gd fmla="*/ 189445 w 202316" name="connsiteX4"/>
                  <a:gd fmla="*/ 816 h 149877" name="connsiteY4"/>
                  <a:gd fmla="*/ 189445 w 202316" name="connsiteX5"/>
                  <a:gd fmla="*/ 816 h 149877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49877" w="202316">
                    <a:moveTo>
                      <a:pt x="189474" y="816"/>
                    </a:moveTo>
                    <a:cubicBezTo>
                      <a:pt x="103306" y="-7589"/>
                      <a:pt x="22475" y="49798"/>
                      <a:pt x="505" y="133165"/>
                    </a:cubicBezTo>
                    <a:cubicBezTo>
                      <a:pt x="-3919" y="149945"/>
                      <a:pt x="22062" y="157081"/>
                      <a:pt x="26456" y="140331"/>
                    </a:cubicBezTo>
                    <a:cubicBezTo>
                      <a:pt x="45624" y="67610"/>
                      <a:pt x="114954" y="20485"/>
                      <a:pt x="189445" y="27740"/>
                    </a:cubicBezTo>
                    <a:cubicBezTo>
                      <a:pt x="206667" y="29421"/>
                      <a:pt x="206549" y="2497"/>
                      <a:pt x="189445" y="816"/>
                    </a:cubicBezTo>
                    <a:lnTo>
                      <a:pt x="189445" y="816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c455aaf-e232-455e-ba72-5531abbc401a" id="234" name="任意多边形: 形状 233">
                <a:extLst>
                  <a:ext uri="{FF2B5EF4-FFF2-40B4-BE49-F238E27FC236}">
                    <a16:creationId id="{388ACE0F-DAEC-CC82-EA1D-B1C23794554E}"/>
                  </a:ext>
                </a:extLst>
              </p:cNvPr>
              <p:cNvSpPr/>
              <p:nvPr/>
            </p:nvSpPr>
            <p:spPr>
              <a:xfrm flipH="true" flipV="false">
                <a:off x="10563361" y="2642747"/>
                <a:ext cx="118150" cy="78952"/>
              </a:xfrm>
              <a:custGeom>
                <a:avLst/>
                <a:gdLst>
                  <a:gd fmla="*/ 9453 w 108599" name="connsiteX0"/>
                  <a:gd fmla="*/ 26528 h 72569" name="connsiteY0"/>
                  <a:gd fmla="*/ 91641 w 108599" name="connsiteX1"/>
                  <a:gd fmla="*/ 49883 h 72569" name="connsiteY1"/>
                  <a:gd fmla="*/ 85713 w 108599" name="connsiteX2"/>
                  <a:gd fmla="*/ 27383 h 72569" name="connsiteY2"/>
                  <a:gd fmla="*/ 63862 w 108599" name="connsiteX3"/>
                  <a:gd fmla="*/ 49530 h 72569" name="connsiteY3"/>
                  <a:gd fmla="*/ 82912 w 108599" name="connsiteX4"/>
                  <a:gd fmla="*/ 68580 h 72569" name="connsiteY4"/>
                  <a:gd fmla="*/ 104764 w 108599" name="connsiteX5"/>
                  <a:gd fmla="*/ 46433 h 72569" name="connsiteY5"/>
                  <a:gd fmla="*/ 98836 w 108599" name="connsiteX6"/>
                  <a:gd fmla="*/ 23933 h 72569" name="connsiteY6"/>
                  <a:gd fmla="*/ 16649 w 108599" name="connsiteX7"/>
                  <a:gd fmla="*/ 577 h 72569" name="connsiteY7"/>
                  <a:gd fmla="*/ 9483 w 108599" name="connsiteX8"/>
                  <a:gd fmla="*/ 26528 h 72569" name="connsiteY8"/>
                  <a:gd fmla="*/ 9483 w 108599" name="connsiteX9"/>
                  <a:gd fmla="*/ 26528 h 72569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72569" w="108599">
                    <a:moveTo>
                      <a:pt x="9453" y="26528"/>
                    </a:moveTo>
                    <a:cubicBezTo>
                      <a:pt x="36849" y="34313"/>
                      <a:pt x="64245" y="42098"/>
                      <a:pt x="91641" y="49883"/>
                    </a:cubicBezTo>
                    <a:cubicBezTo>
                      <a:pt x="89665" y="42393"/>
                      <a:pt x="87689" y="34873"/>
                      <a:pt x="85713" y="27383"/>
                    </a:cubicBezTo>
                    <a:cubicBezTo>
                      <a:pt x="78430" y="34755"/>
                      <a:pt x="71146" y="42128"/>
                      <a:pt x="63862" y="49530"/>
                    </a:cubicBezTo>
                    <a:cubicBezTo>
                      <a:pt x="51682" y="61856"/>
                      <a:pt x="70703" y="80907"/>
                      <a:pt x="82912" y="68580"/>
                    </a:cubicBezTo>
                    <a:cubicBezTo>
                      <a:pt x="90196" y="61208"/>
                      <a:pt x="97480" y="53835"/>
                      <a:pt x="104764" y="46433"/>
                    </a:cubicBezTo>
                    <a:cubicBezTo>
                      <a:pt x="111900" y="39179"/>
                      <a:pt x="108597" y="26705"/>
                      <a:pt x="98836" y="23933"/>
                    </a:cubicBezTo>
                    <a:cubicBezTo>
                      <a:pt x="71441" y="16147"/>
                      <a:pt x="44045" y="8362"/>
                      <a:pt x="16649" y="577"/>
                    </a:cubicBezTo>
                    <a:cubicBezTo>
                      <a:pt x="-42" y="-4171"/>
                      <a:pt x="-7179" y="21809"/>
                      <a:pt x="9483" y="26528"/>
                    </a:cubicBezTo>
                    <a:lnTo>
                      <a:pt x="9483" y="26528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deb0426-c26c-40d1-ae58-000a4abad6be" id="235" name="任意多边形: 形状 234">
                <a:extLst>
                  <a:ext uri="{FF2B5EF4-FFF2-40B4-BE49-F238E27FC236}">
                    <a16:creationId id="{1FB12F77-8DAD-3033-4E09-D4D0D92AF8F8}"/>
                  </a:ext>
                </a:extLst>
              </p:cNvPr>
              <p:cNvSpPr/>
              <p:nvPr/>
            </p:nvSpPr>
            <p:spPr>
              <a:xfrm flipH="true" flipV="false">
                <a:off x="10879714" y="2763408"/>
                <a:ext cx="92607" cy="43930"/>
              </a:xfrm>
              <a:custGeom>
                <a:avLst/>
                <a:gdLst>
                  <a:gd fmla="*/ 9636 w 85121" name="connsiteX0"/>
                  <a:gd fmla="*/ 26353 h 40379" name="connsiteY0"/>
                  <a:gd fmla="*/ 68320 w 85121" name="connsiteX1"/>
                  <a:gd fmla="*/ 39977 h 40379" name="connsiteY1"/>
                  <a:gd fmla="*/ 75486 w 85121" name="connsiteX2"/>
                  <a:gd fmla="*/ 14027 h 40379" name="connsiteY2"/>
                  <a:gd fmla="*/ 16801 w 85121" name="connsiteX3"/>
                  <a:gd fmla="*/ 402 h 40379" name="connsiteY3"/>
                  <a:gd fmla="*/ 9636 w 85121" name="connsiteX4"/>
                  <a:gd fmla="*/ 26353 h 40379" name="connsiteY4"/>
                  <a:gd fmla="*/ 9636 w 85121" name="connsiteX5"/>
                  <a:gd fmla="*/ 26353 h 40379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40379" w="85121">
                    <a:moveTo>
                      <a:pt x="9636" y="26353"/>
                    </a:moveTo>
                    <a:cubicBezTo>
                      <a:pt x="29217" y="30894"/>
                      <a:pt x="48768" y="35436"/>
                      <a:pt x="68320" y="39977"/>
                    </a:cubicBezTo>
                    <a:cubicBezTo>
                      <a:pt x="85188" y="43899"/>
                      <a:pt x="92383" y="17949"/>
                      <a:pt x="75486" y="14027"/>
                    </a:cubicBezTo>
                    <a:cubicBezTo>
                      <a:pt x="55934" y="9485"/>
                      <a:pt x="36353" y="4944"/>
                      <a:pt x="16801" y="402"/>
                    </a:cubicBezTo>
                    <a:cubicBezTo>
                      <a:pt x="-67" y="-3520"/>
                      <a:pt x="-7262" y="22431"/>
                      <a:pt x="9636" y="26353"/>
                    </a:cubicBezTo>
                    <a:lnTo>
                      <a:pt x="9636" y="26353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076bf9f-2a04-4303-b70c-e0d6c8006ccd" id="236" name="任意多边形: 形状 235">
                <a:extLst>
                  <a:ext uri="{FF2B5EF4-FFF2-40B4-BE49-F238E27FC236}">
                    <a16:creationId id="{016707F9-17EB-542D-0EA2-825A7435CAF3}"/>
                  </a:ext>
                </a:extLst>
              </p:cNvPr>
              <p:cNvSpPr/>
              <p:nvPr/>
            </p:nvSpPr>
            <p:spPr>
              <a:xfrm flipH="true" flipV="false">
                <a:off x="10382383" y="3385298"/>
                <a:ext cx="314448" cy="827490"/>
              </a:xfrm>
              <a:custGeom>
                <a:avLst/>
                <a:gdLst>
                  <a:gd fmla="*/ 126746 w 289027" name="connsiteX0"/>
                  <a:gd fmla="*/ 124829 h 760595" name="connsiteY0"/>
                  <a:gd fmla="*/ 92332 w 289027" name="connsiteX1"/>
                  <a:gd fmla="*/ 7166 h 760595" name="connsiteY1"/>
                  <a:gd fmla="*/ 213062 w 289027" name="connsiteX2"/>
                  <a:gd fmla="*/ 0 h 760595" name="connsiteY2"/>
                  <a:gd fmla="*/ 161927 w 289027" name="connsiteX3"/>
                  <a:gd fmla="*/ 132467 h 760595" name="connsiteY3"/>
                  <a:gd fmla="*/ 289027 w 289027" name="connsiteX4"/>
                  <a:gd fmla="*/ 534469 h 760595" name="connsiteY4"/>
                  <a:gd fmla="*/ 128280 w 289027" name="connsiteX5"/>
                  <a:gd fmla="*/ 760596 h 760595" name="connsiteY5"/>
                  <a:gd fmla="*/ 0 w 289027" name="connsiteX6"/>
                  <a:gd fmla="*/ 544909 h 760595" name="connsiteY6"/>
                  <a:gd fmla="*/ 126746 w 289027" name="connsiteX7"/>
                  <a:gd fmla="*/ 124829 h 760595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760595" w="289027">
                    <a:moveTo>
                      <a:pt x="126746" y="124829"/>
                    </a:moveTo>
                    <a:lnTo>
                      <a:pt x="92332" y="7166"/>
                    </a:lnTo>
                    <a:lnTo>
                      <a:pt x="213062" y="0"/>
                    </a:lnTo>
                    <a:lnTo>
                      <a:pt x="161927" y="132467"/>
                    </a:lnTo>
                    <a:lnTo>
                      <a:pt x="289027" y="534469"/>
                    </a:lnTo>
                    <a:lnTo>
                      <a:pt x="128280" y="760596"/>
                    </a:lnTo>
                    <a:lnTo>
                      <a:pt x="0" y="544909"/>
                    </a:lnTo>
                    <a:lnTo>
                      <a:pt x="126746" y="124829"/>
                    </a:lnTo>
                    <a:close/>
                  </a:path>
                </a:pathLst>
              </a:custGeom>
              <a:solidFill>
                <a:srgbClr val="ED1C24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0ef8003-f4bb-4319-a7b6-1d9da88b248a" id="237" name="任意多边形: 形状 236">
                <a:extLst>
                  <a:ext uri="{FF2B5EF4-FFF2-40B4-BE49-F238E27FC236}">
                    <a16:creationId id="{166B029B-5802-D079-E82E-EFD742A5AF59}"/>
                  </a:ext>
                </a:extLst>
              </p:cNvPr>
              <p:cNvSpPr/>
              <p:nvPr/>
            </p:nvSpPr>
            <p:spPr>
              <a:xfrm flipH="true" flipV="false">
                <a:off x="10574656" y="3079406"/>
                <a:ext cx="697593" cy="1494128"/>
              </a:xfrm>
              <a:custGeom>
                <a:avLst/>
                <a:gdLst>
                  <a:gd fmla="*/ 452082 w 641199" name="connsiteX0"/>
                  <a:gd fmla="*/ 730763 h 1373341" name="connsiteY0"/>
                  <a:gd fmla="*/ 239580 w 641199" name="connsiteX1"/>
                  <a:gd fmla="*/ 512 h 1373341" name="connsiteY1"/>
                  <a:gd fmla="*/ 12628 w 641199" name="connsiteX2"/>
                  <a:gd fmla="*/ 206350 h 1373341" name="connsiteY2"/>
                  <a:gd fmla="*/ 104636 w 641199" name="connsiteX3"/>
                  <a:gd fmla="*/ 1020469 h 1373341" name="connsiteY3"/>
                  <a:gd fmla="*/ 356035 w 641199" name="connsiteX4"/>
                  <a:gd fmla="*/ 1373341 h 1373341" name="connsiteY4"/>
                  <a:gd fmla="*/ 641199 w 641199" name="connsiteX5"/>
                  <a:gd fmla="*/ 1045889 h 1373341" name="connsiteY5"/>
                  <a:gd fmla="*/ 452112 w 641199" name="connsiteX6"/>
                  <a:gd fmla="*/ 730763 h 1373341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373341" w="641199">
                    <a:moveTo>
                      <a:pt x="452082" y="730763"/>
                    </a:moveTo>
                    <a:cubicBezTo>
                      <a:pt x="397881" y="528936"/>
                      <a:pt x="548395" y="21361"/>
                      <a:pt x="239580" y="512"/>
                    </a:cubicBezTo>
                    <a:cubicBezTo>
                      <a:pt x="121828" y="-7420"/>
                      <a:pt x="22419" y="77480"/>
                      <a:pt x="12628" y="206350"/>
                    </a:cubicBezTo>
                    <a:cubicBezTo>
                      <a:pt x="-7896" y="476121"/>
                      <a:pt x="-18483" y="767655"/>
                      <a:pt x="104636" y="1020469"/>
                    </a:cubicBezTo>
                    <a:cubicBezTo>
                      <a:pt x="168746" y="1152111"/>
                      <a:pt x="255770" y="1269479"/>
                      <a:pt x="356035" y="1373341"/>
                    </a:cubicBezTo>
                    <a:cubicBezTo>
                      <a:pt x="450048" y="1263139"/>
                      <a:pt x="545800" y="1154558"/>
                      <a:pt x="641199" y="1045889"/>
                    </a:cubicBezTo>
                    <a:cubicBezTo>
                      <a:pt x="554677" y="954884"/>
                      <a:pt x="483990" y="849547"/>
                      <a:pt x="452112" y="730763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d6e7f5b-2baf-497a-901c-c45a7ac118ca" id="238" name="任意多边形: 形状 237">
                <a:extLst>
                  <a:ext uri="{FF2B5EF4-FFF2-40B4-BE49-F238E27FC236}">
                    <a16:creationId id="{A808E47E-F822-C15E-A9B7-7A39FD534D71}"/>
                  </a:ext>
                </a:extLst>
              </p:cNvPr>
              <p:cNvSpPr/>
              <p:nvPr/>
            </p:nvSpPr>
            <p:spPr>
              <a:xfrm flipH="true" flipV="false">
                <a:off x="10422071" y="4217280"/>
                <a:ext cx="462832" cy="578236"/>
              </a:xfrm>
              <a:custGeom>
                <a:avLst/>
                <a:gdLst>
                  <a:gd fmla="*/ 285164 w 425416" name="connsiteX0"/>
                  <a:gd fmla="*/ 0 h 531490" name="connsiteY0"/>
                  <a:gd fmla="*/ 0 w 425416" name="connsiteX1"/>
                  <a:gd fmla="*/ 327452 h 531490" name="connsiteY1"/>
                  <a:gd fmla="*/ 251930 w 425416" name="connsiteX2"/>
                  <a:gd fmla="*/ 531491 h 531490" name="connsiteY2"/>
                  <a:gd fmla="*/ 425417 w 425416" name="connsiteX3"/>
                  <a:gd fmla="*/ 126687 h 531490" name="connsiteY3"/>
                  <a:gd fmla="*/ 285135 w 425416" name="connsiteX4"/>
                  <a:gd fmla="*/ 0 h 531490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531490" w="425416">
                    <a:moveTo>
                      <a:pt x="285164" y="0"/>
                    </a:moveTo>
                    <a:cubicBezTo>
                      <a:pt x="189765" y="108699"/>
                      <a:pt x="94013" y="217250"/>
                      <a:pt x="0" y="327452"/>
                    </a:cubicBezTo>
                    <a:cubicBezTo>
                      <a:pt x="93806" y="438894"/>
                      <a:pt x="181744" y="477260"/>
                      <a:pt x="251930" y="531491"/>
                    </a:cubicBezTo>
                    <a:cubicBezTo>
                      <a:pt x="328101" y="405954"/>
                      <a:pt x="348125" y="251517"/>
                      <a:pt x="425417" y="126687"/>
                    </a:cubicBezTo>
                    <a:cubicBezTo>
                      <a:pt x="376582" y="88174"/>
                      <a:pt x="328838" y="45945"/>
                      <a:pt x="285135" y="0"/>
                    </a:cubicBezTo>
                    <a:close/>
                  </a:path>
                </a:pathLst>
              </a:custGeom>
              <a:solidFill>
                <a:srgbClr val="FF669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4e6446f-44ab-4372-bd78-b6fb090f0143" id="274" name="任意多边形: 形状 273">
                <a:extLst>
                  <a:ext uri="{FF2B5EF4-FFF2-40B4-BE49-F238E27FC236}">
                    <a16:creationId id="{1A34E2B6-4E03-446E-0BA8-7C612C7ABDB0}"/>
                  </a:ext>
                </a:extLst>
              </p:cNvPr>
              <p:cNvSpPr/>
              <p:nvPr/>
            </p:nvSpPr>
            <p:spPr>
              <a:xfrm flipH="true" flipV="false">
                <a:off x="10967055" y="4234135"/>
                <a:ext cx="98573" cy="104055"/>
              </a:xfrm>
              <a:custGeom>
                <a:avLst/>
                <a:gdLst>
                  <a:gd fmla="*/ 60337 w 90604" name="connsiteX0"/>
                  <a:gd fmla="*/ 61623 h 95643" name="connsiteY0"/>
                  <a:gd fmla="*/ 30464 w 90604" name="connsiteX1"/>
                  <a:gd fmla="*/ 33962 h 95643" name="connsiteY1"/>
                  <a:gd fmla="*/ 56120 w 90604" name="connsiteX2"/>
                  <a:gd fmla="*/ 31426 h 95643" name="connsiteY2"/>
                  <a:gd fmla="*/ 60337 w 90604" name="connsiteX3"/>
                  <a:gd fmla="*/ 61623 h 95643" name="connsiteY3"/>
                  <a:gd fmla="*/ 83575 w 90604" name="connsiteX4"/>
                  <a:gd fmla="*/ 75218 h 95643" name="connsiteY4"/>
                  <a:gd fmla="*/ 71454 w 90604" name="connsiteX5"/>
                  <a:gd fmla="*/ 9367 h 95643" name="connsiteY5"/>
                  <a:gd fmla="*/ 7226 w 90604" name="connsiteX6"/>
                  <a:gd fmla="*/ 20396 h 95643" name="connsiteY6"/>
                  <a:gd fmla="*/ 17990 w 90604" name="connsiteX7"/>
                  <a:gd fmla="*/ 85215 h 95643" name="connsiteY7"/>
                  <a:gd fmla="*/ 83604 w 90604" name="connsiteX8"/>
                  <a:gd fmla="*/ 75247 h 95643" name="connsiteY8"/>
                  <a:gd fmla="*/ 60366 w 90604" name="connsiteX9"/>
                  <a:gd fmla="*/ 61652 h 95643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95643" w="90604">
                    <a:moveTo>
                      <a:pt x="60337" y="61623"/>
                    </a:moveTo>
                    <a:cubicBezTo>
                      <a:pt x="44766" y="83475"/>
                      <a:pt x="17282" y="53218"/>
                      <a:pt x="30464" y="33962"/>
                    </a:cubicBezTo>
                    <a:cubicBezTo>
                      <a:pt x="36568" y="25056"/>
                      <a:pt x="48276" y="24525"/>
                      <a:pt x="56120" y="31426"/>
                    </a:cubicBezTo>
                    <a:cubicBezTo>
                      <a:pt x="64908" y="39181"/>
                      <a:pt x="65999" y="51832"/>
                      <a:pt x="60337" y="61623"/>
                    </a:cubicBezTo>
                    <a:cubicBezTo>
                      <a:pt x="51637" y="76633"/>
                      <a:pt x="74875" y="90198"/>
                      <a:pt x="83575" y="75218"/>
                    </a:cubicBezTo>
                    <a:cubicBezTo>
                      <a:pt x="96196" y="53484"/>
                      <a:pt x="91625" y="24967"/>
                      <a:pt x="71454" y="9367"/>
                    </a:cubicBezTo>
                    <a:cubicBezTo>
                      <a:pt x="50900" y="-6557"/>
                      <a:pt x="21204" y="-1721"/>
                      <a:pt x="7226" y="20396"/>
                    </a:cubicBezTo>
                    <a:cubicBezTo>
                      <a:pt x="-5838" y="41039"/>
                      <a:pt x="-559" y="69762"/>
                      <a:pt x="17990" y="85215"/>
                    </a:cubicBezTo>
                    <a:cubicBezTo>
                      <a:pt x="39311" y="102967"/>
                      <a:pt x="68093" y="97011"/>
                      <a:pt x="83604" y="75247"/>
                    </a:cubicBezTo>
                    <a:cubicBezTo>
                      <a:pt x="93690" y="61122"/>
                      <a:pt x="70334" y="47645"/>
                      <a:pt x="60366" y="61652"/>
                    </a:cubicBez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a39fa0e-15e7-4d6d-889d-c76bc43a58df" id="275" name="任意多边形: 形状 274">
                <a:extLst>
                  <a:ext uri="{FF2B5EF4-FFF2-40B4-BE49-F238E27FC236}">
                    <a16:creationId id="{DA1DC34F-4CAB-C48F-E492-CF86EDFE1C06}"/>
                  </a:ext>
                </a:extLst>
              </p:cNvPr>
              <p:cNvSpPr/>
              <p:nvPr/>
            </p:nvSpPr>
            <p:spPr>
              <a:xfrm flipH="true" flipV="false">
                <a:off x="10863810" y="4353067"/>
                <a:ext cx="98573" cy="104055"/>
              </a:xfrm>
              <a:custGeom>
                <a:avLst/>
                <a:gdLst>
                  <a:gd fmla="*/ 60337 w 90604" name="connsiteX0"/>
                  <a:gd fmla="*/ 61623 h 95643" name="connsiteY0"/>
                  <a:gd fmla="*/ 30464 w 90604" name="connsiteX1"/>
                  <a:gd fmla="*/ 33962 h 95643" name="connsiteY1"/>
                  <a:gd fmla="*/ 56120 w 90604" name="connsiteX2"/>
                  <a:gd fmla="*/ 31426 h 95643" name="connsiteY2"/>
                  <a:gd fmla="*/ 60337 w 90604" name="connsiteX3"/>
                  <a:gd fmla="*/ 61623 h 95643" name="connsiteY3"/>
                  <a:gd fmla="*/ 83575 w 90604" name="connsiteX4"/>
                  <a:gd fmla="*/ 75218 h 95643" name="connsiteY4"/>
                  <a:gd fmla="*/ 71454 w 90604" name="connsiteX5"/>
                  <a:gd fmla="*/ 9368 h 95643" name="connsiteY5"/>
                  <a:gd fmla="*/ 7226 w 90604" name="connsiteX6"/>
                  <a:gd fmla="*/ 20397 h 95643" name="connsiteY6"/>
                  <a:gd fmla="*/ 17990 w 90604" name="connsiteX7"/>
                  <a:gd fmla="*/ 85215 h 95643" name="connsiteY7"/>
                  <a:gd fmla="*/ 83604 w 90604" name="connsiteX8"/>
                  <a:gd fmla="*/ 75247 h 95643" name="connsiteY8"/>
                  <a:gd fmla="*/ 60366 w 90604" name="connsiteX9"/>
                  <a:gd fmla="*/ 61653 h 95643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95643" w="90604">
                    <a:moveTo>
                      <a:pt x="60337" y="61623"/>
                    </a:moveTo>
                    <a:cubicBezTo>
                      <a:pt x="44766" y="83475"/>
                      <a:pt x="17282" y="53219"/>
                      <a:pt x="30464" y="33962"/>
                    </a:cubicBezTo>
                    <a:cubicBezTo>
                      <a:pt x="36568" y="25056"/>
                      <a:pt x="48276" y="24525"/>
                      <a:pt x="56120" y="31426"/>
                    </a:cubicBezTo>
                    <a:cubicBezTo>
                      <a:pt x="64908" y="39181"/>
                      <a:pt x="65999" y="51833"/>
                      <a:pt x="60337" y="61623"/>
                    </a:cubicBezTo>
                    <a:cubicBezTo>
                      <a:pt x="51637" y="76633"/>
                      <a:pt x="74875" y="90198"/>
                      <a:pt x="83575" y="75218"/>
                    </a:cubicBezTo>
                    <a:cubicBezTo>
                      <a:pt x="96196" y="53484"/>
                      <a:pt x="91625" y="24967"/>
                      <a:pt x="71454" y="9368"/>
                    </a:cubicBezTo>
                    <a:cubicBezTo>
                      <a:pt x="50900" y="-6557"/>
                      <a:pt x="21204" y="-1721"/>
                      <a:pt x="7226" y="20397"/>
                    </a:cubicBezTo>
                    <a:cubicBezTo>
                      <a:pt x="-5838" y="41039"/>
                      <a:pt x="-559" y="69762"/>
                      <a:pt x="17990" y="85215"/>
                    </a:cubicBezTo>
                    <a:cubicBezTo>
                      <a:pt x="39311" y="102967"/>
                      <a:pt x="68093" y="97011"/>
                      <a:pt x="83604" y="75247"/>
                    </a:cubicBezTo>
                    <a:cubicBezTo>
                      <a:pt x="93690" y="61122"/>
                      <a:pt x="70334" y="47645"/>
                      <a:pt x="60366" y="61653"/>
                    </a:cubicBez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40efc18-3019-4e5f-9fd2-111f654df50b" id="242" name="任意多边形: 形状 241">
                <a:extLst>
                  <a:ext uri="{FF2B5EF4-FFF2-40B4-BE49-F238E27FC236}">
                    <a16:creationId id="{40B86A52-D7E5-806C-1BC7-ED73AAF91CCD}"/>
                  </a:ext>
                </a:extLst>
              </p:cNvPr>
              <p:cNvSpPr/>
              <p:nvPr/>
            </p:nvSpPr>
            <p:spPr>
              <a:xfrm flipH="true" flipV="false">
                <a:off x="10938915" y="3138356"/>
                <a:ext cx="242738" cy="271515"/>
              </a:xfrm>
              <a:custGeom>
                <a:avLst/>
                <a:gdLst>
                  <a:gd fmla="*/ 3552 w 223115" name="connsiteX0"/>
                  <a:gd fmla="*/ 23383 h 249565" name="connsiteY0"/>
                  <a:gd fmla="*/ 200513 w 223115" name="connsiteX1"/>
                  <a:gd fmla="*/ 245233 h 249565" name="connsiteY1"/>
                  <a:gd fmla="*/ 219563 w 223115" name="connsiteX2"/>
                  <a:gd fmla="*/ 226183 h 249565" name="connsiteY2"/>
                  <a:gd fmla="*/ 22602 w 223115" name="connsiteX3"/>
                  <a:gd fmla="*/ 4333 h 249565" name="connsiteY3"/>
                  <a:gd fmla="*/ 3552 w 223115" name="connsiteX4"/>
                  <a:gd fmla="*/ 23383 h 249565" name="connsiteY4"/>
                  <a:gd fmla="*/ 3552 w 223115" name="connsiteX5"/>
                  <a:gd fmla="*/ 23383 h 249565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249565" w="223115">
                    <a:moveTo>
                      <a:pt x="3552" y="23383"/>
                    </a:moveTo>
                    <a:cubicBezTo>
                      <a:pt x="69196" y="97343"/>
                      <a:pt x="134869" y="171273"/>
                      <a:pt x="200513" y="245233"/>
                    </a:cubicBezTo>
                    <a:cubicBezTo>
                      <a:pt x="212043" y="258208"/>
                      <a:pt x="231035" y="239129"/>
                      <a:pt x="219563" y="226183"/>
                    </a:cubicBezTo>
                    <a:cubicBezTo>
                      <a:pt x="153920" y="152223"/>
                      <a:pt x="88246" y="78292"/>
                      <a:pt x="22602" y="4333"/>
                    </a:cubicBezTo>
                    <a:cubicBezTo>
                      <a:pt x="11072" y="-8643"/>
                      <a:pt x="-7919" y="10437"/>
                      <a:pt x="3552" y="23383"/>
                    </a:cubicBezTo>
                    <a:lnTo>
                      <a:pt x="3552" y="23383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071a9e5-f3b3-43dd-a7fa-10735f297387" id="263" name="任意多边形: 形状 262">
                <a:extLst>
                  <a:ext uri="{FF2B5EF4-FFF2-40B4-BE49-F238E27FC236}">
                    <a16:creationId id="{6EDBA502-0BAD-860C-3236-D2A7791F7279}"/>
                  </a:ext>
                </a:extLst>
              </p:cNvPr>
              <p:cNvSpPr/>
              <p:nvPr/>
            </p:nvSpPr>
            <p:spPr>
              <a:xfrm flipH="true" flipV="false">
                <a:off x="10068695" y="4336433"/>
                <a:ext cx="710364" cy="652091"/>
              </a:xfrm>
              <a:custGeom>
                <a:avLst/>
                <a:gdLst>
                  <a:gd fmla="*/ 343849 w 652938" name="connsiteX0"/>
                  <a:gd fmla="*/ 23270 h 599375" name="connsiteY0"/>
                  <a:gd fmla="*/ 457944 w 652938" name="connsiteX1"/>
                  <a:gd fmla="*/ 1212 h 599375" name="connsiteY1"/>
                  <a:gd fmla="*/ 537389 w 652938" name="connsiteX2"/>
                  <a:gd fmla="*/ 55207 h 599375" name="connsiteY2"/>
                  <a:gd fmla="*/ 464019 w 652938" name="connsiteX3"/>
                  <a:gd fmla="*/ 128430 h 599375" name="connsiteY3"/>
                  <a:gd fmla="*/ 398168 w 652938" name="connsiteX4"/>
                  <a:gd fmla="*/ 146006 h 599375" name="connsiteY4"/>
                  <a:gd fmla="*/ 408962 w 652938" name="connsiteX5"/>
                  <a:gd fmla="*/ 156327 h 599375" name="connsiteY5"/>
                  <a:gd fmla="*/ 599022 w 652938" name="connsiteX6"/>
                  <a:gd fmla="*/ 289591 h 599375" name="connsiteY6"/>
                  <a:gd fmla="*/ 646176 w 652938" name="connsiteX7"/>
                  <a:gd fmla="*/ 394751 h 599375" name="connsiteY7"/>
                  <a:gd fmla="*/ 643581 w 652938" name="connsiteX8"/>
                  <a:gd fmla="*/ 398466 h 599375" name="connsiteY8"/>
                  <a:gd fmla="*/ 538804 w 652938" name="connsiteX9"/>
                  <a:gd fmla="*/ 396490 h 599375" name="connsiteY9"/>
                  <a:gd fmla="*/ 576374 w 652938" name="connsiteX10"/>
                  <a:gd fmla="*/ 494337 h 599375" name="connsiteY10"/>
                  <a:gd fmla="*/ 573779 w 652938" name="connsiteX11"/>
                  <a:gd fmla="*/ 498053 h 599375" name="connsiteY11"/>
                  <a:gd fmla="*/ 504243 w 652938" name="connsiteX12"/>
                  <a:gd fmla="*/ 511441 h 599375" name="connsiteY12"/>
                  <a:gd fmla="*/ 508872 w 652938" name="connsiteX13"/>
                  <a:gd fmla="*/ 575551 h 599375" name="connsiteY13"/>
                  <a:gd fmla="*/ 381802 w 652938" name="connsiteX14"/>
                  <a:gd fmla="*/ 573929 h 599375" name="connsiteY14"/>
                  <a:gd fmla="*/ 0 w 652938" name="connsiteX15"/>
                  <a:gd fmla="*/ 306842 h 599375" name="connsiteY15"/>
                  <a:gd fmla="*/ 165849 w 652938" name="connsiteX16"/>
                  <a:gd fmla="*/ 70335 h 599375" name="connsiteY16"/>
                  <a:gd fmla="*/ 343908 w 652938" name="connsiteX17"/>
                  <a:gd fmla="*/ 23270 h 599375" name="connsiteY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b="b" l="l" r="r" t="t"/>
                <a:pathLst>
                  <a:path h="599375" w="652938">
                    <a:moveTo>
                      <a:pt x="343849" y="23270"/>
                    </a:moveTo>
                    <a:lnTo>
                      <a:pt x="457944" y="1212"/>
                    </a:lnTo>
                    <a:cubicBezTo>
                      <a:pt x="488702" y="-5512"/>
                      <a:pt x="534823" y="16193"/>
                      <a:pt x="537389" y="55207"/>
                    </a:cubicBezTo>
                    <a:cubicBezTo>
                      <a:pt x="539925" y="93514"/>
                      <a:pt x="503269" y="119849"/>
                      <a:pt x="464019" y="128430"/>
                    </a:cubicBezTo>
                    <a:lnTo>
                      <a:pt x="398168" y="146006"/>
                    </a:lnTo>
                    <a:lnTo>
                      <a:pt x="408962" y="156327"/>
                    </a:lnTo>
                    <a:lnTo>
                      <a:pt x="599022" y="289591"/>
                    </a:lnTo>
                    <a:cubicBezTo>
                      <a:pt x="643581" y="320849"/>
                      <a:pt x="664813" y="368151"/>
                      <a:pt x="646176" y="394751"/>
                    </a:cubicBezTo>
                    <a:lnTo>
                      <a:pt x="643581" y="398466"/>
                    </a:lnTo>
                    <a:cubicBezTo>
                      <a:pt x="626330" y="423060"/>
                      <a:pt x="580798" y="421586"/>
                      <a:pt x="538804" y="396490"/>
                    </a:cubicBezTo>
                    <a:cubicBezTo>
                      <a:pt x="576699" y="427425"/>
                      <a:pt x="593596" y="469742"/>
                      <a:pt x="576374" y="494337"/>
                    </a:cubicBezTo>
                    <a:lnTo>
                      <a:pt x="573779" y="498053"/>
                    </a:lnTo>
                    <a:cubicBezTo>
                      <a:pt x="561334" y="515776"/>
                      <a:pt x="534175" y="519904"/>
                      <a:pt x="504243" y="511441"/>
                    </a:cubicBezTo>
                    <a:cubicBezTo>
                      <a:pt x="518339" y="533617"/>
                      <a:pt x="521081" y="558152"/>
                      <a:pt x="508872" y="575551"/>
                    </a:cubicBezTo>
                    <a:cubicBezTo>
                      <a:pt x="486165" y="607931"/>
                      <a:pt x="429280" y="607223"/>
                      <a:pt x="381802" y="573929"/>
                    </a:cubicBezTo>
                    <a:lnTo>
                      <a:pt x="0" y="306842"/>
                    </a:lnTo>
                    <a:lnTo>
                      <a:pt x="165849" y="70335"/>
                    </a:lnTo>
                    <a:lnTo>
                      <a:pt x="343908" y="23270"/>
                    </a:lnTo>
                    <a:close/>
                  </a:path>
                </a:pathLst>
              </a:custGeom>
              <a:solidFill>
                <a:srgbClr val="FF669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80e4f7a-e359-494d-90e5-f7f2029b047b" id="265" name="任意多边形: 形状 264">
                <a:extLst>
                  <a:ext uri="{FF2B5EF4-FFF2-40B4-BE49-F238E27FC236}">
                    <a16:creationId id="{369E5323-7DDA-64E5-821A-2F5316492F69}"/>
                  </a:ext>
                </a:extLst>
              </p:cNvPr>
              <p:cNvSpPr/>
              <p:nvPr/>
            </p:nvSpPr>
            <p:spPr>
              <a:xfrm flipH="true" flipV="false">
                <a:off x="10321543" y="4423437"/>
                <a:ext cx="112889" cy="90236"/>
              </a:xfrm>
              <a:custGeom>
                <a:avLst/>
                <a:gdLst>
                  <a:gd fmla="*/ 97797 w 103763" name="connsiteX0"/>
                  <a:gd fmla="*/ 57277 h 82941" name="connsiteY0"/>
                  <a:gd fmla="*/ 19561 w 103763" name="connsiteX1"/>
                  <a:gd fmla="*/ 2426 h 82941" name="connsiteY1"/>
                  <a:gd fmla="*/ 5966 w 103763" name="connsiteX2"/>
                  <a:gd fmla="*/ 25664 h 82941" name="connsiteY2"/>
                  <a:gd fmla="*/ 84202 w 103763" name="connsiteX3"/>
                  <a:gd fmla="*/ 80515 h 82941" name="connsiteY3"/>
                  <a:gd fmla="*/ 97797 w 103763" name="connsiteX4"/>
                  <a:gd fmla="*/ 57277 h 82941" name="connsiteY4"/>
                  <a:gd fmla="*/ 97797 w 103763" name="connsiteX5"/>
                  <a:gd fmla="*/ 57277 h 82941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82941" w="103763">
                    <a:moveTo>
                      <a:pt x="97797" y="57277"/>
                    </a:moveTo>
                    <a:cubicBezTo>
                      <a:pt x="71728" y="38994"/>
                      <a:pt x="45630" y="20710"/>
                      <a:pt x="19561" y="2426"/>
                    </a:cubicBezTo>
                    <a:cubicBezTo>
                      <a:pt x="5347" y="-7541"/>
                      <a:pt x="-8130" y="15785"/>
                      <a:pt x="5966" y="25664"/>
                    </a:cubicBezTo>
                    <a:cubicBezTo>
                      <a:pt x="32035" y="43948"/>
                      <a:pt x="58133" y="62231"/>
                      <a:pt x="84202" y="80515"/>
                    </a:cubicBezTo>
                    <a:cubicBezTo>
                      <a:pt x="98416" y="90482"/>
                      <a:pt x="111893" y="67156"/>
                      <a:pt x="97797" y="57277"/>
                    </a:cubicBezTo>
                    <a:lnTo>
                      <a:pt x="97797" y="57277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a12b1aa-a796-4eec-8301-e8cc59d2a9b2" id="266" name="任意多边形: 形状 265">
                <a:extLst>
                  <a:ext uri="{FF2B5EF4-FFF2-40B4-BE49-F238E27FC236}">
                    <a16:creationId id="{4F1682F9-54D7-970D-90BF-CF5B6D7E81BE}"/>
                  </a:ext>
                </a:extLst>
              </p:cNvPr>
              <p:cNvSpPr/>
              <p:nvPr/>
            </p:nvSpPr>
            <p:spPr>
              <a:xfrm flipH="true" flipV="false">
                <a:off x="10144796" y="4617027"/>
                <a:ext cx="252259" cy="187961"/>
              </a:xfrm>
              <a:custGeom>
                <a:avLst/>
                <a:gdLst>
                  <a:gd fmla="*/ 225900 w 231866" name="connsiteX0"/>
                  <a:gd fmla="*/ 147103 h 172766" name="connsiteY0"/>
                  <a:gd fmla="*/ 19561 w 231866" name="connsiteX1"/>
                  <a:gd fmla="*/ 2426 h 172766" name="connsiteY1"/>
                  <a:gd fmla="*/ 5966 w 231866" name="connsiteX2"/>
                  <a:gd fmla="*/ 25664 h 172766" name="connsiteY2"/>
                  <a:gd fmla="*/ 212305 w 231866" name="connsiteX3"/>
                  <a:gd fmla="*/ 170340 h 172766" name="connsiteY3"/>
                  <a:gd fmla="*/ 225900 w 231866" name="connsiteX4"/>
                  <a:gd fmla="*/ 147103 h 172766" name="connsiteY4"/>
                  <a:gd fmla="*/ 225900 w 231866" name="connsiteX5"/>
                  <a:gd fmla="*/ 147103 h 172766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72766" w="231866">
                    <a:moveTo>
                      <a:pt x="225900" y="147103"/>
                    </a:moveTo>
                    <a:cubicBezTo>
                      <a:pt x="157130" y="98887"/>
                      <a:pt x="88360" y="50642"/>
                      <a:pt x="19561" y="2426"/>
                    </a:cubicBezTo>
                    <a:cubicBezTo>
                      <a:pt x="5347" y="-7541"/>
                      <a:pt x="-8130" y="15785"/>
                      <a:pt x="5966" y="25664"/>
                    </a:cubicBezTo>
                    <a:cubicBezTo>
                      <a:pt x="74736" y="73880"/>
                      <a:pt x="143506" y="122125"/>
                      <a:pt x="212305" y="170340"/>
                    </a:cubicBezTo>
                    <a:cubicBezTo>
                      <a:pt x="226519" y="180308"/>
                      <a:pt x="239996" y="156982"/>
                      <a:pt x="225900" y="147103"/>
                    </a:cubicBezTo>
                    <a:lnTo>
                      <a:pt x="225900" y="147103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cfd10b9-0a75-42d7-ae4d-4ead3ce20ba3" id="267" name="任意多边形: 形状 266">
                <a:extLst>
                  <a:ext uri="{FF2B5EF4-FFF2-40B4-BE49-F238E27FC236}">
                    <a16:creationId id="{C262E5D3-C984-1A5B-88D8-5505CC239DCB}"/>
                  </a:ext>
                </a:extLst>
              </p:cNvPr>
              <p:cNvSpPr/>
              <p:nvPr/>
            </p:nvSpPr>
            <p:spPr>
              <a:xfrm flipH="true" flipV="false">
                <a:off x="10217786" y="4726912"/>
                <a:ext cx="244751" cy="182700"/>
              </a:xfrm>
              <a:custGeom>
                <a:avLst/>
                <a:gdLst>
                  <a:gd fmla="*/ 218999 w 224965" name="connsiteX0"/>
                  <a:gd fmla="*/ 142266 h 167930" name="connsiteY0"/>
                  <a:gd fmla="*/ 19561 w 224965" name="connsiteX1"/>
                  <a:gd fmla="*/ 2426 h 167930" name="connsiteY1"/>
                  <a:gd fmla="*/ 5966 w 224965" name="connsiteX2"/>
                  <a:gd fmla="*/ 25664 h 167930" name="connsiteY2"/>
                  <a:gd fmla="*/ 205405 w 224965" name="connsiteX3"/>
                  <a:gd fmla="*/ 165504 h 167930" name="connsiteY3"/>
                  <a:gd fmla="*/ 218999 w 224965" name="connsiteX4"/>
                  <a:gd fmla="*/ 142266 h 167930" name="connsiteY4"/>
                  <a:gd fmla="*/ 218999 w 224965" name="connsiteX5"/>
                  <a:gd fmla="*/ 142266 h 167930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67930" w="224965">
                    <a:moveTo>
                      <a:pt x="218999" y="142266"/>
                    </a:moveTo>
                    <a:cubicBezTo>
                      <a:pt x="152530" y="95643"/>
                      <a:pt x="86031" y="49020"/>
                      <a:pt x="19561" y="2426"/>
                    </a:cubicBezTo>
                    <a:cubicBezTo>
                      <a:pt x="5347" y="-7541"/>
                      <a:pt x="-8130" y="15785"/>
                      <a:pt x="5966" y="25664"/>
                    </a:cubicBezTo>
                    <a:cubicBezTo>
                      <a:pt x="72436" y="72288"/>
                      <a:pt x="138935" y="118881"/>
                      <a:pt x="205405" y="165504"/>
                    </a:cubicBezTo>
                    <a:cubicBezTo>
                      <a:pt x="219619" y="175472"/>
                      <a:pt x="233095" y="152145"/>
                      <a:pt x="218999" y="142266"/>
                    </a:cubicBezTo>
                    <a:lnTo>
                      <a:pt x="218999" y="142266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2e5b268-f8a1-4fa2-99f2-81eb704c8463" id="268" name="任意多边形: 形状 267">
                <a:extLst>
                  <a:ext uri="{FF2B5EF4-FFF2-40B4-BE49-F238E27FC236}">
                    <a16:creationId id="{A33F97DB-2D8E-E0F4-9E4A-17BF2D118997}"/>
                  </a:ext>
                </a:extLst>
              </p:cNvPr>
              <p:cNvSpPr/>
              <p:nvPr/>
            </p:nvSpPr>
            <p:spPr>
              <a:xfrm flipH="true" flipV="false">
                <a:off x="10072964" y="4675162"/>
                <a:ext cx="236727" cy="321815"/>
              </a:xfrm>
              <a:custGeom>
                <a:avLst/>
                <a:gdLst>
                  <a:gd fmla="*/ 25664 w 217590" name="connsiteX0"/>
                  <a:gd fmla="*/ 289833 h 295799" name="connsiteY0"/>
                  <a:gd fmla="*/ 215164 w 217590" name="connsiteX1"/>
                  <a:gd fmla="*/ 19561 h 295799" name="connsiteY1"/>
                  <a:gd fmla="*/ 191927 w 217590" name="connsiteX2"/>
                  <a:gd fmla="*/ 5966 h 295799" name="connsiteY2"/>
                  <a:gd fmla="*/ 2426 w 217590" name="connsiteX3"/>
                  <a:gd fmla="*/ 276239 h 295799" name="connsiteY3"/>
                  <a:gd fmla="*/ 25664 w 217590" name="connsiteX4"/>
                  <a:gd fmla="*/ 289833 h 295799" name="connsiteY4"/>
                  <a:gd fmla="*/ 25664 w 217590" name="connsiteX5"/>
                  <a:gd fmla="*/ 289833 h 295799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295799" w="217590">
                    <a:moveTo>
                      <a:pt x="25664" y="289833"/>
                    </a:moveTo>
                    <a:cubicBezTo>
                      <a:pt x="88831" y="199742"/>
                      <a:pt x="151998" y="109652"/>
                      <a:pt x="215164" y="19561"/>
                    </a:cubicBezTo>
                    <a:cubicBezTo>
                      <a:pt x="225132" y="5347"/>
                      <a:pt x="201806" y="-8130"/>
                      <a:pt x="191927" y="5966"/>
                    </a:cubicBezTo>
                    <a:cubicBezTo>
                      <a:pt x="128760" y="96057"/>
                      <a:pt x="65593" y="186148"/>
                      <a:pt x="2426" y="276239"/>
                    </a:cubicBezTo>
                    <a:cubicBezTo>
                      <a:pt x="-7541" y="290452"/>
                      <a:pt x="15785" y="303929"/>
                      <a:pt x="25664" y="289833"/>
                    </a:cubicBezTo>
                    <a:lnTo>
                      <a:pt x="25664" y="289833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5476673-300b-4fb8-8abd-31f085d695c3" id="269" name="任意多边形: 形状 268">
                <a:extLst>
                  <a:ext uri="{FF2B5EF4-FFF2-40B4-BE49-F238E27FC236}">
                    <a16:creationId id="{A6A093EC-6B76-2372-AECC-F9669CD602F6}"/>
                  </a:ext>
                </a:extLst>
              </p:cNvPr>
              <p:cNvSpPr/>
              <p:nvPr/>
            </p:nvSpPr>
            <p:spPr>
              <a:xfrm flipH="true" flipV="false">
                <a:off x="10219524" y="4332262"/>
                <a:ext cx="76109" cy="135595"/>
              </a:xfrm>
              <a:custGeom>
                <a:avLst/>
                <a:gdLst>
                  <a:gd fmla="*/ 68065 w 69956" name="connsiteX0"/>
                  <a:gd fmla="*/ 104456 h 124633" name="connsiteY0"/>
                  <a:gd fmla="*/ 26632 w 69956" name="connsiteX1"/>
                  <a:gd fmla="*/ 9381 h 124633" name="connsiteY1"/>
                  <a:gd fmla="*/ 681 w 69956" name="connsiteX2"/>
                  <a:gd fmla="*/ 16547 h 124633" name="connsiteY2"/>
                  <a:gd fmla="*/ 44827 w 69956" name="connsiteX3"/>
                  <a:gd fmla="*/ 118080 h 124633" name="connsiteY3"/>
                  <a:gd fmla="*/ 68065 w 69956" name="connsiteX4"/>
                  <a:gd fmla="*/ 104485 h 124633" name="connsiteY4"/>
                  <a:gd fmla="*/ 68065 w 69956" name="connsiteX5"/>
                  <a:gd fmla="*/ 104485 h 124633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24633" w="69956">
                    <a:moveTo>
                      <a:pt x="68065" y="104456"/>
                    </a:moveTo>
                    <a:cubicBezTo>
                      <a:pt x="50754" y="74199"/>
                      <a:pt x="36983" y="42645"/>
                      <a:pt x="26632" y="9381"/>
                    </a:cubicBezTo>
                    <a:cubicBezTo>
                      <a:pt x="21501" y="-7104"/>
                      <a:pt x="-4509" y="-56"/>
                      <a:pt x="681" y="16547"/>
                    </a:cubicBezTo>
                    <a:cubicBezTo>
                      <a:pt x="11710" y="51964"/>
                      <a:pt x="26426" y="85847"/>
                      <a:pt x="44827" y="118080"/>
                    </a:cubicBezTo>
                    <a:cubicBezTo>
                      <a:pt x="53438" y="133119"/>
                      <a:pt x="76705" y="119584"/>
                      <a:pt x="68065" y="104485"/>
                    </a:cubicBezTo>
                    <a:lnTo>
                      <a:pt x="68065" y="104485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3fffa4c-28ca-4252-8ba0-3d87660bac7c" id="245" name="任意多边形: 形状 244">
                <a:extLst>
                  <a:ext uri="{FF2B5EF4-FFF2-40B4-BE49-F238E27FC236}">
                    <a16:creationId id="{7172CD00-FEB0-F08E-22DE-A12A07CAF03C}"/>
                  </a:ext>
                </a:extLst>
              </p:cNvPr>
              <p:cNvSpPr/>
              <p:nvPr/>
            </p:nvSpPr>
            <p:spPr>
              <a:xfrm flipH="true" flipV="false">
                <a:off x="10679338" y="3408502"/>
                <a:ext cx="128859" cy="630105"/>
              </a:xfrm>
              <a:custGeom>
                <a:avLst/>
                <a:gdLst>
                  <a:gd fmla="*/ 116225 w 118442" name="connsiteX0"/>
                  <a:gd fmla="*/ 559351 h 579167" name="connsiteY0"/>
                  <a:gd fmla="*/ 35010 w 118442" name="connsiteX1"/>
                  <a:gd fmla="*/ 12939 h 579167" name="connsiteY1"/>
                  <a:gd fmla="*/ 8086 w 118442" name="connsiteX2"/>
                  <a:gd fmla="*/ 12939 h 579167" name="connsiteY2"/>
                  <a:gd fmla="*/ 92987 w 118442" name="connsiteX3"/>
                  <a:gd fmla="*/ 572946 h 579167" name="connsiteY3"/>
                  <a:gd fmla="*/ 116225 w 118442" name="connsiteX4"/>
                  <a:gd fmla="*/ 559351 h 579167" name="connsiteY4"/>
                  <a:gd fmla="*/ 116225 w 118442" name="connsiteX5"/>
                  <a:gd fmla="*/ 559351 h 579167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579167" w="118442">
                    <a:moveTo>
                      <a:pt x="116225" y="559351"/>
                    </a:moveTo>
                    <a:cubicBezTo>
                      <a:pt x="10622" y="396097"/>
                      <a:pt x="21828" y="198664"/>
                      <a:pt x="35010" y="12939"/>
                    </a:cubicBezTo>
                    <a:cubicBezTo>
                      <a:pt x="36249" y="-4342"/>
                      <a:pt x="9295" y="-4283"/>
                      <a:pt x="8086" y="12939"/>
                    </a:cubicBezTo>
                    <a:cubicBezTo>
                      <a:pt x="-5420" y="203471"/>
                      <a:pt x="-15211" y="405652"/>
                      <a:pt x="92987" y="572946"/>
                    </a:cubicBezTo>
                    <a:cubicBezTo>
                      <a:pt x="102364" y="587455"/>
                      <a:pt x="125691" y="573949"/>
                      <a:pt x="116225" y="559351"/>
                    </a:cubicBezTo>
                    <a:lnTo>
                      <a:pt x="116225" y="559351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aaec799-6dcb-4453-aa8b-b466e610dd95" id="246" name="任意多边形: 形状 245">
                <a:extLst>
                  <a:ext uri="{FF2B5EF4-FFF2-40B4-BE49-F238E27FC236}">
                    <a16:creationId id="{F2A7FC72-4B69-C1C8-61A2-FD1E78A1A56F}"/>
                  </a:ext>
                </a:extLst>
              </p:cNvPr>
              <p:cNvSpPr/>
              <p:nvPr/>
            </p:nvSpPr>
            <p:spPr>
              <a:xfrm flipH="true" flipV="false">
                <a:off x="10276152" y="3409990"/>
                <a:ext cx="71746" cy="141093"/>
              </a:xfrm>
              <a:custGeom>
                <a:avLst/>
                <a:gdLst>
                  <a:gd fmla="*/ 888 w 65946" name="connsiteX0"/>
                  <a:gd fmla="*/ 16318 h 129686" name="connsiteY0"/>
                  <a:gd fmla="*/ 39107 w 65946" name="connsiteX1"/>
                  <a:gd fmla="*/ 120534 h 129686" name="connsiteY1"/>
                  <a:gd fmla="*/ 65058 w 65946" name="connsiteX2"/>
                  <a:gd fmla="*/ 113368 h 129686" name="connsiteY2"/>
                  <a:gd fmla="*/ 26839 w 65946" name="connsiteX3"/>
                  <a:gd fmla="*/ 9152 h 129686" name="connsiteY3"/>
                  <a:gd fmla="*/ 888 w 65946" name="connsiteX4"/>
                  <a:gd fmla="*/ 16318 h 129686" name="connsiteY4"/>
                  <a:gd fmla="*/ 888 w 65946" name="connsiteX5"/>
                  <a:gd fmla="*/ 16318 h 129686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29686" w="65946">
                    <a:moveTo>
                      <a:pt x="888" y="16318"/>
                    </a:moveTo>
                    <a:cubicBezTo>
                      <a:pt x="13628" y="51057"/>
                      <a:pt x="26367" y="85796"/>
                      <a:pt x="39107" y="120534"/>
                    </a:cubicBezTo>
                    <a:cubicBezTo>
                      <a:pt x="45034" y="136665"/>
                      <a:pt x="71044" y="129706"/>
                      <a:pt x="65058" y="113368"/>
                    </a:cubicBezTo>
                    <a:cubicBezTo>
                      <a:pt x="52318" y="78630"/>
                      <a:pt x="39579" y="43891"/>
                      <a:pt x="26839" y="9152"/>
                    </a:cubicBezTo>
                    <a:cubicBezTo>
                      <a:pt x="20912" y="-6979"/>
                      <a:pt x="-5098" y="-19"/>
                      <a:pt x="888" y="16318"/>
                    </a:cubicBezTo>
                    <a:lnTo>
                      <a:pt x="888" y="16318"/>
                    </a:lnTo>
                    <a:close/>
                  </a:path>
                </a:pathLst>
              </a:custGeom>
              <a:solidFill>
                <a:srgbClr val="00173C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8566a4a-cfef-42db-9582-4bb6400985b5" id="249" name="任意多边形: 形状 248">
                <a:extLst>
                  <a:ext uri="{FF2B5EF4-FFF2-40B4-BE49-F238E27FC236}">
                    <a16:creationId id="{488F120D-6E7E-AFC0-B190-A962940825DF}"/>
                  </a:ext>
                </a:extLst>
              </p:cNvPr>
              <p:cNvSpPr/>
              <p:nvPr/>
            </p:nvSpPr>
            <p:spPr>
              <a:xfrm flipH="true" flipV="false">
                <a:off x="10742499" y="2654272"/>
                <a:ext cx="51173" cy="65741"/>
              </a:xfrm>
              <a:custGeom>
                <a:avLst/>
                <a:gdLst>
                  <a:gd fmla="*/ 2522 w 47036" name="connsiteX0"/>
                  <a:gd fmla="*/ 17644 h 60426" name="connsiteY0"/>
                  <a:gd fmla="*/ 28266 w 47036" name="connsiteX1"/>
                  <a:gd fmla="*/ 55450 h 60426" name="connsiteY1"/>
                  <a:gd fmla="*/ 45694 w 47036" name="connsiteX2"/>
                  <a:gd fmla="*/ 45246 h 60426" name="connsiteY2"/>
                  <a:gd fmla="*/ 16795 w 47036" name="connsiteX3"/>
                  <a:gd fmla="*/ 3371 h 60426" name="connsiteY3"/>
                  <a:gd fmla="*/ 2522 w 47036" name="connsiteX4"/>
                  <a:gd fmla="*/ 17644 h 60426" name="connsiteY4"/>
                  <a:gd fmla="*/ 2522 w 47036" name="connsiteX5"/>
                  <a:gd fmla="*/ 17644 h 60426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60426" w="47036">
                    <a:moveTo>
                      <a:pt x="2522" y="17644"/>
                    </a:moveTo>
                    <a:cubicBezTo>
                      <a:pt x="12401" y="29381"/>
                      <a:pt x="20894" y="42032"/>
                      <a:pt x="28266" y="55450"/>
                    </a:cubicBezTo>
                    <a:cubicBezTo>
                      <a:pt x="34518" y="66833"/>
                      <a:pt x="51976" y="56659"/>
                      <a:pt x="45694" y="45246"/>
                    </a:cubicBezTo>
                    <a:cubicBezTo>
                      <a:pt x="37467" y="30295"/>
                      <a:pt x="27765" y="16405"/>
                      <a:pt x="16795" y="3371"/>
                    </a:cubicBezTo>
                    <a:cubicBezTo>
                      <a:pt x="8420" y="-6597"/>
                      <a:pt x="-5794" y="7765"/>
                      <a:pt x="2522" y="17644"/>
                    </a:cubicBezTo>
                    <a:lnTo>
                      <a:pt x="2522" y="17644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dfcb45f-3064-4022-8fa3-ee374bb82cf1" id="250" name="任意多边形: 形状 249">
                <a:extLst>
                  <a:ext uri="{FF2B5EF4-FFF2-40B4-BE49-F238E27FC236}">
                    <a16:creationId id="{4F1E6D00-FAD2-4F3C-E854-0C341B0B173F}"/>
                  </a:ext>
                </a:extLst>
              </p:cNvPr>
              <p:cNvSpPr/>
              <p:nvPr/>
            </p:nvSpPr>
            <p:spPr>
              <a:xfrm flipH="true" flipV="false">
                <a:off x="10788861" y="2598420"/>
                <a:ext cx="54800" cy="45823"/>
              </a:xfrm>
              <a:custGeom>
                <a:avLst/>
                <a:gdLst>
                  <a:gd fmla="*/ 15145 w 50371" name="connsiteX0"/>
                  <a:gd fmla="*/ 40670 h 42119" name="connsiteY0"/>
                  <a:gd fmla="*/ 45401 w 50371" name="connsiteX1"/>
                  <a:gd fmla="*/ 18877 h 42119" name="connsiteY1"/>
                  <a:gd fmla="*/ 49028 w 50371" name="connsiteX2"/>
                  <a:gd fmla="*/ 5076 h 42119" name="connsiteY2"/>
                  <a:gd fmla="*/ 35227 w 50371" name="connsiteX3"/>
                  <a:gd fmla="*/ 1449 h 42119" name="connsiteY3"/>
                  <a:gd fmla="*/ 4971 w 50371" name="connsiteX4"/>
                  <a:gd fmla="*/ 23242 h 42119" name="connsiteY4"/>
                  <a:gd fmla="*/ 1344 w 50371" name="connsiteX5"/>
                  <a:gd fmla="*/ 37043 h 42119" name="connsiteY5"/>
                  <a:gd fmla="*/ 15145 w 50371" name="connsiteX6"/>
                  <a:gd fmla="*/ 40670 h 42119" name="connsiteY6"/>
                  <a:gd fmla="*/ 15145 w 50371" name="connsiteX7"/>
                  <a:gd fmla="*/ 40670 h 4211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42119" w="50371">
                    <a:moveTo>
                      <a:pt x="15145" y="40670"/>
                    </a:moveTo>
                    <a:cubicBezTo>
                      <a:pt x="25230" y="33416"/>
                      <a:pt x="35316" y="26162"/>
                      <a:pt x="45401" y="18877"/>
                    </a:cubicBezTo>
                    <a:cubicBezTo>
                      <a:pt x="49825" y="15693"/>
                      <a:pt x="51948" y="10090"/>
                      <a:pt x="49028" y="5076"/>
                    </a:cubicBezTo>
                    <a:cubicBezTo>
                      <a:pt x="46463" y="712"/>
                      <a:pt x="39651" y="-1736"/>
                      <a:pt x="35227" y="1449"/>
                    </a:cubicBezTo>
                    <a:cubicBezTo>
                      <a:pt x="25142" y="8704"/>
                      <a:pt x="15056" y="15958"/>
                      <a:pt x="4971" y="23242"/>
                    </a:cubicBezTo>
                    <a:cubicBezTo>
                      <a:pt x="547" y="26427"/>
                      <a:pt x="-1576" y="32030"/>
                      <a:pt x="1344" y="37043"/>
                    </a:cubicBezTo>
                    <a:cubicBezTo>
                      <a:pt x="3909" y="41408"/>
                      <a:pt x="10721" y="43855"/>
                      <a:pt x="15145" y="40670"/>
                    </a:cubicBezTo>
                    <a:lnTo>
                      <a:pt x="15145" y="40670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15effa6-ddf5-412e-8610-d22c2fa59054" id="251" name="任意多边形: 形状 250">
                <a:extLst>
                  <a:ext uri="{FF2B5EF4-FFF2-40B4-BE49-F238E27FC236}">
                    <a16:creationId id="{6344ACAE-CDDF-B8F1-15F1-2B9288318D8D}"/>
                  </a:ext>
                </a:extLst>
              </p:cNvPr>
              <p:cNvSpPr/>
              <p:nvPr/>
            </p:nvSpPr>
            <p:spPr>
              <a:xfrm flipH="true" flipV="false">
                <a:off x="10589746" y="2754434"/>
                <a:ext cx="68169" cy="53869"/>
              </a:xfrm>
              <a:custGeom>
                <a:avLst/>
                <a:gdLst>
                  <a:gd fmla="*/ 50016 w 62658" name="connsiteX0"/>
                  <a:gd fmla="*/ 246 h 49513" name="connsiteY0"/>
                  <a:gd fmla="*/ 16841 w 62658" name="connsiteX1"/>
                  <a:gd fmla="*/ 1692 h 49513" name="connsiteY1"/>
                  <a:gd fmla="*/ 2 w 62658" name="connsiteX2"/>
                  <a:gd fmla="*/ 23425 h 49513" name="connsiteY2"/>
                  <a:gd fmla="*/ 16074 w 62658" name="connsiteX3"/>
                  <a:gd fmla="*/ 46663 h 49513" name="connsiteY3"/>
                  <a:gd fmla="*/ 51255 w 62658" name="connsiteX4"/>
                  <a:gd fmla="*/ 45454 h 49513" name="connsiteY4"/>
                  <a:gd fmla="*/ 45888 w 62658" name="connsiteX5"/>
                  <a:gd fmla="*/ 25991 h 49513" name="connsiteY5"/>
                  <a:gd fmla="*/ 25894 w 62658" name="connsiteX6"/>
                  <a:gd fmla="*/ 28881 h 49513" name="connsiteY6"/>
                  <a:gd fmla="*/ 20940 w 62658" name="connsiteX7"/>
                  <a:gd fmla="*/ 21980 h 49513" name="connsiteY7"/>
                  <a:gd fmla="*/ 35684 w 62658" name="connsiteX8"/>
                  <a:gd fmla="*/ 20181 h 49513" name="connsiteY8"/>
                  <a:gd fmla="*/ 55384 w 62658" name="connsiteX9"/>
                  <a:gd fmla="*/ 19680 h 49513" name="connsiteY9"/>
                  <a:gd fmla="*/ 50016 w 62658" name="connsiteX10"/>
                  <a:gd fmla="*/ 217 h 49513" name="connsiteY10"/>
                  <a:gd fmla="*/ 50016 w 62658" name="connsiteX11"/>
                  <a:gd fmla="*/ 217 h 49513" name="connsiteY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b="b" l="l" r="r" t="t"/>
                <a:pathLst>
                  <a:path h="49513" w="62658">
                    <a:moveTo>
                      <a:pt x="50016" y="246"/>
                    </a:moveTo>
                    <a:cubicBezTo>
                      <a:pt x="38899" y="2399"/>
                      <a:pt x="27958" y="-2201"/>
                      <a:pt x="16841" y="1692"/>
                    </a:cubicBezTo>
                    <a:cubicBezTo>
                      <a:pt x="7551" y="4935"/>
                      <a:pt x="-145" y="13104"/>
                      <a:pt x="2" y="23425"/>
                    </a:cubicBezTo>
                    <a:cubicBezTo>
                      <a:pt x="149" y="33540"/>
                      <a:pt x="7139" y="42476"/>
                      <a:pt x="16074" y="46663"/>
                    </a:cubicBezTo>
                    <a:cubicBezTo>
                      <a:pt x="27309" y="51942"/>
                      <a:pt x="39990" y="48904"/>
                      <a:pt x="51255" y="45454"/>
                    </a:cubicBezTo>
                    <a:cubicBezTo>
                      <a:pt x="63641" y="41679"/>
                      <a:pt x="58362" y="22187"/>
                      <a:pt x="45888" y="25991"/>
                    </a:cubicBezTo>
                    <a:cubicBezTo>
                      <a:pt x="39902" y="27819"/>
                      <a:pt x="32264" y="30886"/>
                      <a:pt x="25894" y="28881"/>
                    </a:cubicBezTo>
                    <a:cubicBezTo>
                      <a:pt x="23181" y="28026"/>
                      <a:pt x="18787" y="25047"/>
                      <a:pt x="20940" y="21980"/>
                    </a:cubicBezTo>
                    <a:cubicBezTo>
                      <a:pt x="23387" y="18471"/>
                      <a:pt x="32618" y="19946"/>
                      <a:pt x="35684" y="20181"/>
                    </a:cubicBezTo>
                    <a:cubicBezTo>
                      <a:pt x="42467" y="20712"/>
                      <a:pt x="48660" y="20978"/>
                      <a:pt x="55384" y="19680"/>
                    </a:cubicBezTo>
                    <a:cubicBezTo>
                      <a:pt x="68123" y="17232"/>
                      <a:pt x="62726" y="-2260"/>
                      <a:pt x="50016" y="217"/>
                    </a:cubicBezTo>
                    <a:lnTo>
                      <a:pt x="50016" y="217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5b2eb84-3b3b-4dd6-8e71-90a4e3a33f22" id="254" name="任意多边形: 形状 253">
                <a:extLst>
                  <a:ext uri="{FF2B5EF4-FFF2-40B4-BE49-F238E27FC236}">
                    <a16:creationId id="{C0B1E386-9961-C935-1B40-6A2271E2A48F}"/>
                  </a:ext>
                </a:extLst>
              </p:cNvPr>
              <p:cNvSpPr/>
              <p:nvPr/>
            </p:nvSpPr>
            <p:spPr>
              <a:xfrm flipH="true" flipV="false">
                <a:off x="9689789" y="1304672"/>
                <a:ext cx="592210" cy="698746"/>
              </a:xfrm>
              <a:custGeom>
                <a:avLst/>
                <a:gdLst>
                  <a:gd fmla="*/ 451018 w 544335" name="connsiteX0"/>
                  <a:gd fmla="*/ 25713 h 642260" name="connsiteY0"/>
                  <a:gd fmla="*/ 276440 w 544335" name="connsiteX1"/>
                  <a:gd fmla="*/ 372098 h 642260" name="connsiteY1"/>
                  <a:gd fmla="*/ 355678 w 544335" name="connsiteX2"/>
                  <a:gd fmla="*/ 361452 h 642260" name="connsiteY2"/>
                  <a:gd fmla="*/ 226721 w 544335" name="connsiteX3"/>
                  <a:gd fmla="*/ 221583 h 642260" name="connsiteY3"/>
                  <a:gd fmla="*/ 147482 w 544335" name="connsiteX4"/>
                  <a:gd fmla="*/ 232229 h 642260" name="connsiteY4"/>
                  <a:gd fmla="*/ 4575 w 544335" name="connsiteX5"/>
                  <a:gd fmla="*/ 565137 h 642260" name="connsiteY5"/>
                  <a:gd fmla="*/ 92012 w 544335" name="connsiteX6"/>
                  <a:gd fmla="*/ 615623 h 642260" name="connsiteY6"/>
                  <a:gd fmla="*/ 234919 w 544335" name="connsiteX7"/>
                  <a:gd fmla="*/ 282715 h 642260" name="connsiteY7"/>
                  <a:gd fmla="*/ 155680 w 544335" name="connsiteX8"/>
                  <a:gd fmla="*/ 293360 h 642260" name="connsiteY8"/>
                  <a:gd fmla="*/ 284638 w 544335" name="connsiteX9"/>
                  <a:gd fmla="*/ 433230 h 642260" name="connsiteY9"/>
                  <a:gd fmla="*/ 363877 w 544335" name="connsiteX10"/>
                  <a:gd fmla="*/ 422584 h 642260" name="connsiteY10"/>
                  <a:gd fmla="*/ 538455 w 544335" name="connsiteX11"/>
                  <a:gd fmla="*/ 76199 h 642260" name="connsiteY11"/>
                  <a:gd fmla="*/ 451018 w 544335" name="connsiteX12"/>
                  <a:gd fmla="*/ 25713 h 642260" name="connsiteY12"/>
                  <a:gd fmla="*/ 451018 w 544335" name="connsiteX13"/>
                  <a:gd fmla="*/ 25713 h 642260" name="connsiteY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b="b" l="l" r="r" t="t"/>
                <a:pathLst>
                  <a:path h="642260" w="544335">
                    <a:moveTo>
                      <a:pt x="451018" y="25713"/>
                    </a:moveTo>
                    <a:cubicBezTo>
                      <a:pt x="392835" y="141165"/>
                      <a:pt x="334623" y="256646"/>
                      <a:pt x="276440" y="372098"/>
                    </a:cubicBezTo>
                    <a:cubicBezTo>
                      <a:pt x="302863" y="368559"/>
                      <a:pt x="329256" y="364991"/>
                      <a:pt x="355678" y="361452"/>
                    </a:cubicBezTo>
                    <a:cubicBezTo>
                      <a:pt x="312683" y="314829"/>
                      <a:pt x="269716" y="268206"/>
                      <a:pt x="226721" y="221583"/>
                    </a:cubicBezTo>
                    <a:cubicBezTo>
                      <a:pt x="206550" y="199702"/>
                      <a:pt x="160163" y="202709"/>
                      <a:pt x="147482" y="232229"/>
                    </a:cubicBezTo>
                    <a:cubicBezTo>
                      <a:pt x="99856" y="343198"/>
                      <a:pt x="52231" y="454167"/>
                      <a:pt x="4575" y="565137"/>
                    </a:cubicBezTo>
                    <a:cubicBezTo>
                      <a:pt x="-20786" y="624204"/>
                      <a:pt x="66386" y="675310"/>
                      <a:pt x="92012" y="615623"/>
                    </a:cubicBezTo>
                    <a:cubicBezTo>
                      <a:pt x="139638" y="504653"/>
                      <a:pt x="187263" y="393684"/>
                      <a:pt x="234919" y="282715"/>
                    </a:cubicBezTo>
                    <a:cubicBezTo>
                      <a:pt x="208496" y="286253"/>
                      <a:pt x="182103" y="289822"/>
                      <a:pt x="155680" y="293360"/>
                    </a:cubicBezTo>
                    <a:cubicBezTo>
                      <a:pt x="198676" y="339984"/>
                      <a:pt x="241642" y="386607"/>
                      <a:pt x="284638" y="433230"/>
                    </a:cubicBezTo>
                    <a:cubicBezTo>
                      <a:pt x="305871" y="456261"/>
                      <a:pt x="349604" y="450864"/>
                      <a:pt x="363877" y="422584"/>
                    </a:cubicBezTo>
                    <a:cubicBezTo>
                      <a:pt x="422060" y="307132"/>
                      <a:pt x="480272" y="191651"/>
                      <a:pt x="538455" y="76199"/>
                    </a:cubicBezTo>
                    <a:cubicBezTo>
                      <a:pt x="567620" y="18341"/>
                      <a:pt x="480331" y="-32441"/>
                      <a:pt x="451018" y="25713"/>
                    </a:cubicBezTo>
                    <a:lnTo>
                      <a:pt x="451018" y="25713"/>
                    </a:lnTo>
                    <a:close/>
                  </a:path>
                </a:pathLst>
              </a:custGeom>
              <a:solidFill>
                <a:srgbClr val="FFAE00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4ab6255-6e4b-4644-880c-70ea5c72ab2b" id="255" name="任意多边形: 形状 254">
                <a:extLst>
                  <a:ext uri="{FF2B5EF4-FFF2-40B4-BE49-F238E27FC236}">
                    <a16:creationId id="{453754C2-FE5B-DAC4-AFBA-9E33B6809233}"/>
                  </a:ext>
                </a:extLst>
              </p:cNvPr>
              <p:cNvSpPr/>
              <p:nvPr/>
            </p:nvSpPr>
            <p:spPr>
              <a:xfrm flipH="true" flipV="false">
                <a:off x="8867628" y="1841010"/>
                <a:ext cx="1051992" cy="563174"/>
              </a:xfrm>
              <a:custGeom>
                <a:avLst/>
                <a:gdLst>
                  <a:gd fmla="*/ 894337 w 966948" name="connsiteX0"/>
                  <a:gd fmla="*/ 9697 h 517646" name="connsiteY0"/>
                  <a:gd fmla="*/ 516427 w 966948" name="connsiteX1"/>
                  <a:gd fmla="*/ 290999 h 517646" name="connsiteY1"/>
                  <a:gd fmla="*/ 590741 w 966948" name="connsiteX2"/>
                  <a:gd fmla="*/ 321491 h 517646" name="connsiteY2"/>
                  <a:gd fmla="*/ 546772 w 966948" name="connsiteX3"/>
                  <a:gd fmla="*/ 98461 h 517646" name="connsiteY3"/>
                  <a:gd fmla="*/ 462108 w 966948" name="connsiteX4"/>
                  <a:gd fmla="*/ 76019 h 517646" name="connsiteY4"/>
                  <a:gd fmla="*/ 17169 w 966948" name="connsiteX5"/>
                  <a:gd fmla="*/ 434554 h 517646" name="connsiteY5"/>
                  <a:gd fmla="*/ 88946 w 966948" name="connsiteX6"/>
                  <a:gd fmla="*/ 505565 h 517646" name="connsiteY6"/>
                  <a:gd fmla="*/ 533885 w 966948" name="connsiteX7"/>
                  <a:gd fmla="*/ 147030 h 517646" name="connsiteY7"/>
                  <a:gd fmla="*/ 449221 w 966948" name="connsiteX8"/>
                  <a:gd fmla="*/ 124589 h 517646" name="connsiteY8"/>
                  <a:gd fmla="*/ 493190 w 966948" name="connsiteX9"/>
                  <a:gd fmla="*/ 347619 h 517646" name="connsiteY9"/>
                  <a:gd fmla="*/ 567503 w 966948" name="connsiteX10"/>
                  <a:gd fmla="*/ 378111 h 517646" name="connsiteY10"/>
                  <a:gd fmla="*/ 945413 w 966948" name="connsiteX11"/>
                  <a:gd fmla="*/ 96810 h 517646" name="connsiteY11"/>
                  <a:gd fmla="*/ 894278 w 966948" name="connsiteX12"/>
                  <a:gd fmla="*/ 9727 h 517646" name="connsiteY12"/>
                  <a:gd fmla="*/ 894278 w 966948" name="connsiteX13"/>
                  <a:gd fmla="*/ 9727 h 517646" name="connsiteY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b="b" l="l" r="r" t="t"/>
                <a:pathLst>
                  <a:path h="517646" w="966948">
                    <a:moveTo>
                      <a:pt x="894337" y="9697"/>
                    </a:moveTo>
                    <a:cubicBezTo>
                      <a:pt x="768357" y="103474"/>
                      <a:pt x="642407" y="197222"/>
                      <a:pt x="516427" y="290999"/>
                    </a:cubicBezTo>
                    <a:cubicBezTo>
                      <a:pt x="541199" y="301173"/>
                      <a:pt x="565970" y="311317"/>
                      <a:pt x="590741" y="321491"/>
                    </a:cubicBezTo>
                    <a:cubicBezTo>
                      <a:pt x="572812" y="247767"/>
                      <a:pt x="558155" y="173483"/>
                      <a:pt x="546772" y="98461"/>
                    </a:cubicBezTo>
                    <a:cubicBezTo>
                      <a:pt x="540373" y="56350"/>
                      <a:pt x="488176" y="55023"/>
                      <a:pt x="462108" y="76019"/>
                    </a:cubicBezTo>
                    <a:cubicBezTo>
                      <a:pt x="313804" y="195541"/>
                      <a:pt x="165501" y="315033"/>
                      <a:pt x="17169" y="434554"/>
                    </a:cubicBezTo>
                    <a:cubicBezTo>
                      <a:pt x="-33318" y="475250"/>
                      <a:pt x="38755" y="546025"/>
                      <a:pt x="88946" y="505565"/>
                    </a:cubicBezTo>
                    <a:cubicBezTo>
                      <a:pt x="237250" y="386044"/>
                      <a:pt x="385553" y="266552"/>
                      <a:pt x="533885" y="147030"/>
                    </a:cubicBezTo>
                    <a:cubicBezTo>
                      <a:pt x="505664" y="139540"/>
                      <a:pt x="477442" y="132079"/>
                      <a:pt x="449221" y="124589"/>
                    </a:cubicBezTo>
                    <a:cubicBezTo>
                      <a:pt x="460604" y="199610"/>
                      <a:pt x="475230" y="273895"/>
                      <a:pt x="493190" y="347619"/>
                    </a:cubicBezTo>
                    <a:cubicBezTo>
                      <a:pt x="500297" y="376813"/>
                      <a:pt x="541081" y="397780"/>
                      <a:pt x="567503" y="378111"/>
                    </a:cubicBezTo>
                    <a:cubicBezTo>
                      <a:pt x="693483" y="284334"/>
                      <a:pt x="819433" y="190587"/>
                      <a:pt x="945413" y="96810"/>
                    </a:cubicBezTo>
                    <a:cubicBezTo>
                      <a:pt x="996901" y="58473"/>
                      <a:pt x="946504" y="-29140"/>
                      <a:pt x="894278" y="9727"/>
                    </a:cubicBezTo>
                    <a:lnTo>
                      <a:pt x="894278" y="9727"/>
                    </a:lnTo>
                    <a:close/>
                  </a:path>
                </a:pathLst>
              </a:custGeom>
              <a:solidFill>
                <a:srgbClr val="FFAE00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</p:grpSp>
      </p:grpSp>
    </p:spTree>
  </p:cSld>
  <p:clrMapOvr>
    <a:masterClrMapping/>
  </p:clrMapOvr>
</p:sld>
</file>

<file path=ppt/slides/slide22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避免部位</a:t>
            </a:r>
          </a:p>
        </p:txBody>
      </p:sp>
      <p:grpSp>
        <p:nvGrpSpPr>
          <p:cNvPr descr="8fe86cc8-8182-4fad-9f0b-df859e5ab7ae" id="20" name="e4da216c-8377-4d12-9b20-9120541452fe.source.4.zh-Hans.pptx">
            <a:extLst>
              <a:ext uri="{FF2B5EF4-FFF2-40B4-BE49-F238E27FC236}">
                <a16:creationId id="{B165DF38-DA90-DF75-062E-54641694941D}"/>
              </a:ext>
            </a:extLst>
          </p:cNvPr>
          <p:cNvGrpSpPr/>
          <p:nvPr/>
        </p:nvGrpSpPr>
        <p:grpSpPr>
          <a:xfrm>
            <a:off x="1451491" y="1173735"/>
            <a:ext cx="9276319" cy="4500181"/>
            <a:chOff x="1451491" y="1173735"/>
            <a:chExt cx="9276319" cy="4500181"/>
          </a:xfrm>
        </p:grpSpPr>
        <p:sp>
          <p:nvSpPr>
            <p:cNvPr descr="6368a2b3-bab7-42f6-97df-119f10c594e3" id="50" name="Title">
              <a:extLst>
                <a:ext uri="{FF2B5EF4-FFF2-40B4-BE49-F238E27FC236}">
                  <a16:creationId id="{13BAE5CD-7C32-7237-F8D3-6EF80509D12F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1994274" y="1173735"/>
              <a:ext cx="8075503" cy="70284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明确不宜舔舐的足部区域</a:t>
              </a:r>
            </a:p>
          </p:txBody>
        </p:sp>
        <p:grpSp>
          <p:nvGrpSpPr>
            <p:cNvPr descr="ceea1c41-df85-4854-831d-190866674616" id="7" name="组合 6">
              <a:extLst>
                <a:ext uri="{FF2B5EF4-FFF2-40B4-BE49-F238E27FC236}">
                  <a16:creationId id="{338A7EBD-4D31-5493-380E-3A6A95495D6D}"/>
                </a:ext>
              </a:extLst>
            </p:cNvPr>
            <p:cNvGrpSpPr/>
            <p:nvPr/>
          </p:nvGrpSpPr>
          <p:grpSpPr>
            <a:xfrm>
              <a:off x="1451491" y="2890732"/>
              <a:ext cx="2939902" cy="2667190"/>
              <a:chOff x="1451491" y="2890732"/>
              <a:chExt cx="2939902" cy="2667190"/>
            </a:xfrm>
          </p:grpSpPr>
          <p:sp>
            <p:nvSpPr>
              <p:cNvPr descr="81371c03-8b5c-4072-bf5f-47c39ceee6f2" id="13" name="Shape1">
                <a:extLst>
                  <a:ext uri="{FF2B5EF4-FFF2-40B4-BE49-F238E27FC236}">
                    <a16:creationId id="{EAAAC43D-E966-EA47-9A43-CCB44B2CA1A2}"/>
                  </a:ext>
                </a:extLst>
              </p:cNvPr>
              <p:cNvSpPr/>
              <p:nvPr/>
            </p:nvSpPr>
            <p:spPr>
              <a:xfrm flipH="true" flipV="false">
                <a:off x="1451491" y="3267076"/>
                <a:ext cx="2939902" cy="2290846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6f55ee5-d120-499e-95f7-5e75d6e068af" id="10" name="Text1">
                <a:extLst>
                  <a:ext uri="{FF2B5EF4-FFF2-40B4-BE49-F238E27FC236}">
                    <a16:creationId id="{E66695E6-2FC1-5D64-FA95-6FB3FC986A57}"/>
                  </a:ext>
                </a:extLst>
              </p:cNvPr>
              <p:cNvSpPr txBox="1"/>
              <p:nvPr/>
            </p:nvSpPr>
            <p:spPr>
              <a:xfrm flipV="false" flipH="false">
                <a:off x="1588505" y="4242925"/>
                <a:ext cx="2625764" cy="934962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趾甲缝容易藏污纳垢，舔舐可能引发感染。</a:t>
                </a:r>
              </a:p>
            </p:txBody>
          </p:sp>
          <p:sp>
            <p:nvSpPr>
              <p:cNvPr descr="d4e412bb-0dc5-4e8a-85b2-57395e6010fa" id="11" name="Bullet1">
                <a:extLst>
                  <a:ext uri="{FF2B5EF4-FFF2-40B4-BE49-F238E27FC236}">
                    <a16:creationId id="{D054EB2E-1F2A-162E-CBD2-200E8A967729}"/>
                  </a:ext>
                </a:extLst>
              </p:cNvPr>
              <p:cNvSpPr txBox="1"/>
              <p:nvPr/>
            </p:nvSpPr>
            <p:spPr>
              <a:xfrm flipV="false" flipH="false">
                <a:off x="1588504" y="3647111"/>
                <a:ext cx="2112136" cy="595812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 fontScale="92500"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趾甲缝</a:t>
                </a:r>
              </a:p>
            </p:txBody>
          </p:sp>
          <p:sp>
            <p:nvSpPr>
              <p:cNvPr descr="39b92f96-96c6-4502-9866-538d879eebdc" id="33" name="IconMisc1">
                <a:extLst>
                  <a:ext uri="{FF2B5EF4-FFF2-40B4-BE49-F238E27FC236}">
                    <a16:creationId id="{A8B782D5-3213-FA3F-B5F2-CCD4DE1C7070}"/>
                  </a:ext>
                </a:extLst>
              </p:cNvPr>
              <p:cNvSpPr/>
              <p:nvPr/>
            </p:nvSpPr>
            <p:spPr>
              <a:xfrm flipH="true" rot="21244468" flipV="false">
                <a:off x="1648464" y="2890732"/>
                <a:ext cx="826074" cy="720913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12700">
                <a:solidFill>
                  <a:srgbClr val="FFFFFF"/>
                </a:solidFill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3c7d1d6-f6df-4911-9dec-5571f09c0803" id="34" name="Number1">
                <a:extLst>
                  <a:ext uri="{FF2B5EF4-FFF2-40B4-BE49-F238E27FC236}">
                    <a16:creationId id="{2F93238A-770F-7910-2186-9AC9EADCC2A9}"/>
                  </a:ext>
                </a:extLst>
              </p:cNvPr>
              <p:cNvSpPr/>
              <p:nvPr/>
            </p:nvSpPr>
            <p:spPr>
              <a:xfrm flipV="false" flipH="false">
                <a:off x="1721175" y="2919439"/>
                <a:ext cx="690335" cy="712815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01</a:t>
                </a:r>
              </a:p>
            </p:txBody>
          </p:sp>
        </p:grpSp>
        <p:grpSp>
          <p:nvGrpSpPr>
            <p:cNvPr descr="44dd39a2-5a0a-478e-94dd-56082fdbe540" id="8" name="组合 7">
              <a:extLst>
                <a:ext uri="{FF2B5EF4-FFF2-40B4-BE49-F238E27FC236}">
                  <a16:creationId id="{C7293C22-2B4A-5CF5-1EE9-D3B748FEDDDA}"/>
                </a:ext>
              </a:extLst>
            </p:cNvPr>
            <p:cNvGrpSpPr/>
            <p:nvPr/>
          </p:nvGrpSpPr>
          <p:grpSpPr>
            <a:xfrm>
              <a:off x="3563630" y="2045734"/>
              <a:ext cx="3320796" cy="2290846"/>
              <a:chOff x="3563630" y="2045734"/>
              <a:chExt cx="3320796" cy="2290846"/>
            </a:xfrm>
          </p:grpSpPr>
          <p:sp>
            <p:nvSpPr>
              <p:cNvPr descr="f64dee5e-a1fb-4f7e-bb47-ea0eb36d9c51" id="17" name="Shape2">
                <a:extLst>
                  <a:ext uri="{FF2B5EF4-FFF2-40B4-BE49-F238E27FC236}">
                    <a16:creationId id="{3F1287BD-FCB4-C7B5-2DC4-8EA171B14CEA}"/>
                  </a:ext>
                </a:extLst>
              </p:cNvPr>
              <p:cNvSpPr/>
              <p:nvPr/>
            </p:nvSpPr>
            <p:spPr>
              <a:xfrm flipH="true" flipV="false">
                <a:off x="3563630" y="2045734"/>
                <a:ext cx="2939902" cy="2290846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9144252-2cae-4251-b78c-d19b1c697b3e" id="18" name="Text2">
                <a:extLst>
                  <a:ext uri="{FF2B5EF4-FFF2-40B4-BE49-F238E27FC236}">
                    <a16:creationId id="{10E66E26-FC83-DD7E-8A4A-980FF62BBF0B}"/>
                  </a:ext>
                </a:extLst>
              </p:cNvPr>
              <p:cNvSpPr txBox="1"/>
              <p:nvPr/>
            </p:nvSpPr>
            <p:spPr>
              <a:xfrm flipV="false" flipH="false">
                <a:off x="3700644" y="3021582"/>
                <a:ext cx="2112132" cy="975847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伤口处存在感染风险，舔舐会加重伤情。</a:t>
                </a:r>
              </a:p>
            </p:txBody>
          </p:sp>
          <p:sp>
            <p:nvSpPr>
              <p:cNvPr descr="1eb04a35-236f-4432-9e87-67794f08a5ec" id="19" name="Bullet2">
                <a:extLst>
                  <a:ext uri="{FF2B5EF4-FFF2-40B4-BE49-F238E27FC236}">
                    <a16:creationId id="{0542B06C-9478-1ECF-0317-B56D2C847EB5}"/>
                  </a:ext>
                </a:extLst>
              </p:cNvPr>
              <p:cNvSpPr txBox="1"/>
              <p:nvPr/>
            </p:nvSpPr>
            <p:spPr>
              <a:xfrm flipV="false" flipH="false">
                <a:off x="3700643" y="2425769"/>
                <a:ext cx="2301552" cy="595812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有伤口的部位</a:t>
                </a:r>
              </a:p>
            </p:txBody>
          </p:sp>
          <p:sp>
            <p:nvSpPr>
              <p:cNvPr descr="c6906d37-a59c-44a1-a5f6-268bcb2461c4" id="37" name="IconMisc2">
                <a:extLst>
                  <a:ext uri="{FF2B5EF4-FFF2-40B4-BE49-F238E27FC236}">
                    <a16:creationId id="{947E8081-0D41-CE79-20FC-E2C55B082AC1}"/>
                  </a:ext>
                </a:extLst>
              </p:cNvPr>
              <p:cNvSpPr/>
              <p:nvPr/>
            </p:nvSpPr>
            <p:spPr>
              <a:xfrm flipH="true" rot="21244468" flipV="false">
                <a:off x="6058352" y="2293566"/>
                <a:ext cx="826074" cy="720913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12700">
                <a:solidFill>
                  <a:srgbClr val="FFFFFF"/>
                </a:solidFill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bdb3ee2-fd60-4b95-86fc-c643a9c25cdc" id="38" name="Number2">
                <a:extLst>
                  <a:ext uri="{FF2B5EF4-FFF2-40B4-BE49-F238E27FC236}">
                    <a16:creationId id="{D06F3B0F-709E-C646-D721-756237036787}"/>
                  </a:ext>
                </a:extLst>
              </p:cNvPr>
              <p:cNvSpPr/>
              <p:nvPr/>
            </p:nvSpPr>
            <p:spPr>
              <a:xfrm flipV="false" flipH="false">
                <a:off x="6131063" y="2322273"/>
                <a:ext cx="690335" cy="712815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02</a:t>
                </a:r>
              </a:p>
            </p:txBody>
          </p:sp>
        </p:grpSp>
        <p:grpSp>
          <p:nvGrpSpPr>
            <p:cNvPr descr="b2b67bc1-7663-4f72-a87c-e4071ac66fc8" id="9" name="组合 8">
              <a:extLst>
                <a:ext uri="{FF2B5EF4-FFF2-40B4-BE49-F238E27FC236}">
                  <a16:creationId id="{E7D384A3-6C4E-245B-F0F8-4B5620E01AAB}"/>
                </a:ext>
              </a:extLst>
            </p:cNvPr>
            <p:cNvGrpSpPr/>
            <p:nvPr/>
          </p:nvGrpSpPr>
          <p:grpSpPr>
            <a:xfrm>
              <a:off x="5675769" y="3267076"/>
              <a:ext cx="3248472" cy="2406840"/>
              <a:chOff x="5675769" y="3267076"/>
              <a:chExt cx="3248472" cy="2406840"/>
            </a:xfrm>
          </p:grpSpPr>
          <p:sp>
            <p:nvSpPr>
              <p:cNvPr descr="5db41b1e-2a52-4465-9063-742edc624e44" id="26" name="Shape3">
                <a:extLst>
                  <a:ext uri="{FF2B5EF4-FFF2-40B4-BE49-F238E27FC236}">
                    <a16:creationId id="{DCE5A162-27DD-6911-19BC-F5433975819C}"/>
                  </a:ext>
                </a:extLst>
              </p:cNvPr>
              <p:cNvSpPr/>
              <p:nvPr/>
            </p:nvSpPr>
            <p:spPr>
              <a:xfrm flipH="true" flipV="false">
                <a:off x="5675769" y="3267076"/>
                <a:ext cx="2939902" cy="2290846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8276817-956e-4cfb-80e3-28ad01759bb0" id="27" name="Text3">
                <a:extLst>
                  <a:ext uri="{FF2B5EF4-FFF2-40B4-BE49-F238E27FC236}">
                    <a16:creationId id="{02018070-5E04-12CA-5A1A-C812AC06FB69}"/>
                  </a:ext>
                </a:extLst>
              </p:cNvPr>
              <p:cNvSpPr txBox="1"/>
              <p:nvPr/>
            </p:nvSpPr>
            <p:spPr>
              <a:xfrm flipV="false" flipH="false">
                <a:off x="5812783" y="4242925"/>
                <a:ext cx="2358095" cy="934962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深层趾缝不易清洁，细菌高发，应避免舔舐。</a:t>
                </a:r>
              </a:p>
            </p:txBody>
          </p:sp>
          <p:sp>
            <p:nvSpPr>
              <p:cNvPr descr="ff92ee87-f495-4636-92ad-7d4bc33d7082" id="28" name="Bullet3">
                <a:extLst>
                  <a:ext uri="{FF2B5EF4-FFF2-40B4-BE49-F238E27FC236}">
                    <a16:creationId id="{A92B0C12-92F7-50E4-A225-63A33EFF771A}"/>
                  </a:ext>
                </a:extLst>
              </p:cNvPr>
              <p:cNvSpPr txBox="1"/>
              <p:nvPr/>
            </p:nvSpPr>
            <p:spPr>
              <a:xfrm flipV="false" flipH="false">
                <a:off x="5812781" y="3647111"/>
                <a:ext cx="2112133" cy="595812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 fontScale="92500"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深层趾缝</a:t>
                </a:r>
              </a:p>
            </p:txBody>
          </p:sp>
          <p:sp>
            <p:nvSpPr>
              <p:cNvPr descr="ef799be7-b48a-45bb-864c-c37671298e98" id="40" name="IconMisc3">
                <a:extLst>
                  <a:ext uri="{FF2B5EF4-FFF2-40B4-BE49-F238E27FC236}">
                    <a16:creationId id="{8656C532-E34B-A412-D0DC-4AF4ED7F3E76}"/>
                  </a:ext>
                </a:extLst>
              </p:cNvPr>
              <p:cNvSpPr/>
              <p:nvPr/>
            </p:nvSpPr>
            <p:spPr>
              <a:xfrm flipH="true" rot="21244468" flipV="false">
                <a:off x="8098167" y="4932394"/>
                <a:ext cx="826074" cy="720913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12700">
                <a:solidFill>
                  <a:srgbClr val="FFFFFF"/>
                </a:solidFill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4effc80-640e-499b-a8ab-f5eeca090fa3" id="41" name="Number3">
                <a:extLst>
                  <a:ext uri="{FF2B5EF4-FFF2-40B4-BE49-F238E27FC236}">
                    <a16:creationId id="{88866E3D-8AF9-659A-53E5-CAB01F0B3A0B}"/>
                  </a:ext>
                </a:extLst>
              </p:cNvPr>
              <p:cNvSpPr/>
              <p:nvPr/>
            </p:nvSpPr>
            <p:spPr>
              <a:xfrm flipV="false" flipH="false">
                <a:off x="8170878" y="4961101"/>
                <a:ext cx="690335" cy="712815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03</a:t>
                </a:r>
              </a:p>
            </p:txBody>
          </p:sp>
        </p:grpSp>
        <p:grpSp>
          <p:nvGrpSpPr>
            <p:cNvPr descr="43f02eb4-ba31-4daa-a566-b0f39cb480e8" id="12" name="组合 11">
              <a:extLst>
                <a:ext uri="{FF2B5EF4-FFF2-40B4-BE49-F238E27FC236}">
                  <a16:creationId id="{10E881AC-8756-E1AC-A2A8-A0807FDDBF8B}"/>
                </a:ext>
              </a:extLst>
            </p:cNvPr>
            <p:cNvGrpSpPr/>
            <p:nvPr/>
          </p:nvGrpSpPr>
          <p:grpSpPr>
            <a:xfrm>
              <a:off x="7787908" y="1768628"/>
              <a:ext cx="2939902" cy="2567952"/>
              <a:chOff x="7787908" y="1768628"/>
              <a:chExt cx="2939902" cy="2567952"/>
            </a:xfrm>
          </p:grpSpPr>
          <p:sp>
            <p:nvSpPr>
              <p:cNvPr descr="0302925a-a813-4f7b-8e92-0c84ff390a66" id="30" name="Shape4">
                <a:extLst>
                  <a:ext uri="{FF2B5EF4-FFF2-40B4-BE49-F238E27FC236}">
                    <a16:creationId id="{1BF9FBDF-75F5-E7C4-A69C-0D7381D30568}"/>
                  </a:ext>
                </a:extLst>
              </p:cNvPr>
              <p:cNvSpPr/>
              <p:nvPr/>
            </p:nvSpPr>
            <p:spPr>
              <a:xfrm flipH="true" flipV="false">
                <a:off x="7787908" y="2045734"/>
                <a:ext cx="2939902" cy="2290846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33b95ad-4204-44c9-8dd8-07a10e6abb72" id="31" name="Text4">
                <a:extLst>
                  <a:ext uri="{FF2B5EF4-FFF2-40B4-BE49-F238E27FC236}">
                    <a16:creationId id="{20554791-2B9A-61A8-BA80-A42A611A3C59}"/>
                  </a:ext>
                </a:extLst>
              </p:cNvPr>
              <p:cNvSpPr txBox="1"/>
              <p:nvPr/>
            </p:nvSpPr>
            <p:spPr>
              <a:xfrm flipV="false" flipH="false">
                <a:off x="7924922" y="3021583"/>
                <a:ext cx="2625764" cy="934962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皮肤破损处容易感染病菌，不宜进行舔舐。</a:t>
                </a:r>
              </a:p>
            </p:txBody>
          </p:sp>
          <p:sp>
            <p:nvSpPr>
              <p:cNvPr descr="4df3eacc-964d-49eb-a2fa-c056362b43e0" id="32" name="Bullet4">
                <a:extLst>
                  <a:ext uri="{FF2B5EF4-FFF2-40B4-BE49-F238E27FC236}">
                    <a16:creationId id="{EF1521C8-2C21-39BB-7DD8-7FC112C9D4C5}"/>
                  </a:ext>
                </a:extLst>
              </p:cNvPr>
              <p:cNvSpPr txBox="1"/>
              <p:nvPr/>
            </p:nvSpPr>
            <p:spPr>
              <a:xfrm flipV="false" flipH="false">
                <a:off x="7924920" y="2425769"/>
                <a:ext cx="2625761" cy="595812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皮肤破损处</a:t>
                </a:r>
              </a:p>
            </p:txBody>
          </p:sp>
          <p:sp>
            <p:nvSpPr>
              <p:cNvPr descr="14cfb3e5-1fea-4fe5-9628-a8e3673d4c0c" id="43" name="IconMisc4">
                <a:extLst>
                  <a:ext uri="{FF2B5EF4-FFF2-40B4-BE49-F238E27FC236}">
                    <a16:creationId id="{AE519C3E-4584-A02C-02C3-65BF95D14846}"/>
                  </a:ext>
                </a:extLst>
              </p:cNvPr>
              <p:cNvSpPr/>
              <p:nvPr/>
            </p:nvSpPr>
            <p:spPr>
              <a:xfrm flipH="true" rot="21244468" flipV="false">
                <a:off x="9827921" y="1768628"/>
                <a:ext cx="826074" cy="720913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w="12700">
                <a:solidFill>
                  <a:srgbClr val="FFFFFF"/>
                </a:solidFill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7ffc78d-a3ad-42e7-be28-fff0d45baa67" id="44" name="Number4">
                <a:extLst>
                  <a:ext uri="{FF2B5EF4-FFF2-40B4-BE49-F238E27FC236}">
                    <a16:creationId id="{C8783D84-D577-8ABE-8382-5D129B2E3644}"/>
                  </a:ext>
                </a:extLst>
              </p:cNvPr>
              <p:cNvSpPr/>
              <p:nvPr/>
            </p:nvSpPr>
            <p:spPr>
              <a:xfrm flipV="false" flipH="false">
                <a:off x="9900632" y="1797335"/>
                <a:ext cx="690335" cy="712815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04</a:t>
                </a:r>
              </a:p>
            </p:txBody>
          </p:sp>
        </p:grpSp>
      </p:grpSp>
    </p:spTree>
  </p:cSld>
  <p:clrMapOvr>
    <a:masterClrMapping/>
  </p:clrMapOvr>
</p:sld>
</file>

<file path=ppt/slides/slide23.xml><?xml version="1.0" encoding="utf-8"?>
<p:sld xmlns:a="http://schemas.openxmlformats.org/drawingml/2006/main" xmlns:a14="http://schemas.microsoft.com/office/drawing/2010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时间控制</a:t>
            </a:r>
          </a:p>
        </p:txBody>
      </p:sp>
      <p:grpSp>
        <p:nvGrpSpPr>
          <p:cNvPr descr="80cdca78-88e9-4281-99ad-59556f34c778" id="14" name="f84b05a0-04ea-494f-a6cb-370cdf2cc04f.source.3.zh-Hans.pptx">
            <a:extLst>
              <a:ext uri="{FF2B5EF4-FFF2-40B4-BE49-F238E27FC236}">
                <a16:creationId id="{74531390-9E57-D8FC-83B6-B5B1A1343682}"/>
              </a:ext>
            </a:extLst>
          </p:cNvPr>
          <p:cNvGrpSpPr/>
          <p:nvPr/>
        </p:nvGrpSpPr>
        <p:grpSpPr>
          <a:xfrm>
            <a:off x="1173864" y="1201640"/>
            <a:ext cx="9831572" cy="4799110"/>
            <a:chOff x="1600394" y="1201640"/>
            <a:chExt cx="8963699" cy="4375473"/>
          </a:xfrm>
        </p:grpSpPr>
        <p:sp>
          <p:nvSpPr>
            <p:cNvPr descr="6fa766ae-6a54-4159-a9ed-4c6e972d4152" id="6" name="任意多边形: 形状 5">
              <a:extLst>
                <a:ext uri="{FF2B5EF4-FFF2-40B4-BE49-F238E27FC236}">
                  <a16:creationId id="{F6CA57A1-FF04-DAD5-47ED-38A507D9E3BA}"/>
                </a:ext>
              </a:extLst>
            </p:cNvPr>
            <p:cNvSpPr/>
            <p:nvPr/>
          </p:nvSpPr>
          <p:spPr>
            <a:xfrm flipV="false" flipH="false">
              <a:off x="3636163" y="2977618"/>
              <a:ext cx="1216545" cy="545228"/>
            </a:xfrm>
            <a:custGeom>
              <a:avLst/>
              <a:gdLst>
                <a:gd fmla="*/ 35169 w 1856692" name="connsiteX0"/>
                <a:gd fmla="*/ 819515 h 832127" name="connsiteY0"/>
                <a:gd fmla="*/ 290916 w 1856692" name="connsiteX1"/>
                <a:gd fmla="*/ 585200 h 832127" name="connsiteY1"/>
                <a:gd fmla="*/ 690680 w 1856692" name="connsiteX2"/>
                <a:gd fmla="*/ 466804 h 832127" name="connsiteY2"/>
                <a:gd fmla="*/ 1125401 w 1856692" name="connsiteX3"/>
                <a:gd fmla="*/ 378698 h 832127" name="connsiteY3"/>
                <a:gd fmla="*/ 1525546 w 1856692" name="connsiteX4"/>
                <a:gd fmla="*/ 283448 h 832127" name="connsiteY4"/>
                <a:gd fmla="*/ 1854063 w 1856692" name="connsiteX5"/>
                <a:gd fmla="*/ 26940 h 832127" name="connsiteY5"/>
                <a:gd fmla="*/ 1847682 w 1856692" name="connsiteX6"/>
                <a:gd fmla="*/ 2460 h 832127" name="connsiteY6"/>
                <a:gd fmla="*/ 1823202 w 1856692" name="connsiteX7"/>
                <a:gd fmla="*/ 8842 h 832127" name="connsiteY7"/>
                <a:gd fmla="*/ 1535547 w 1856692" name="connsiteX8"/>
                <a:gd fmla="*/ 240300 h 832127" name="connsiteY8"/>
                <a:gd fmla="*/ 1137307 w 1856692" name="connsiteX9"/>
                <a:gd fmla="*/ 340598 h 832127" name="connsiteY9"/>
                <a:gd fmla="*/ 703920 w 1856692" name="connsiteX10"/>
                <a:gd fmla="*/ 427085 h 832127" name="connsiteY10"/>
                <a:gd fmla="*/ 296821 w 1856692" name="connsiteX11"/>
                <a:gd fmla="*/ 544147 h 832127" name="connsiteY11"/>
                <a:gd fmla="*/ 784 w 1856692" name="connsiteX12"/>
                <a:gd fmla="*/ 810085 h 832127" name="connsiteY12"/>
                <a:gd fmla="*/ 35265 w 1856692" name="connsiteX13"/>
                <a:gd fmla="*/ 819610 h 832127" name="connsiteY13"/>
                <a:gd fmla="*/ 35265 w 1856692" name="connsiteX14"/>
                <a:gd fmla="*/ 819610 h 832127" name="connsiteY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b="b" l="l" r="r" t="t"/>
              <a:pathLst>
                <a:path h="832127" w="1856692">
                  <a:moveTo>
                    <a:pt x="35169" y="819515"/>
                  </a:moveTo>
                  <a:cubicBezTo>
                    <a:pt x="68983" y="702262"/>
                    <a:pt x="186141" y="631682"/>
                    <a:pt x="290916" y="585200"/>
                  </a:cubicBezTo>
                  <a:cubicBezTo>
                    <a:pt x="417789" y="528812"/>
                    <a:pt x="556092" y="498427"/>
                    <a:pt x="690680" y="466804"/>
                  </a:cubicBezTo>
                  <a:cubicBezTo>
                    <a:pt x="834603" y="432990"/>
                    <a:pt x="979573" y="403368"/>
                    <a:pt x="1125401" y="378698"/>
                  </a:cubicBezTo>
                  <a:cubicBezTo>
                    <a:pt x="1260561" y="355838"/>
                    <a:pt x="1398102" y="336312"/>
                    <a:pt x="1525546" y="283448"/>
                  </a:cubicBezTo>
                  <a:cubicBezTo>
                    <a:pt x="1656229" y="229155"/>
                    <a:pt x="1769577" y="140382"/>
                    <a:pt x="1854063" y="26940"/>
                  </a:cubicBezTo>
                  <a:cubicBezTo>
                    <a:pt x="1859874" y="19129"/>
                    <a:pt x="1855302" y="7032"/>
                    <a:pt x="1847682" y="2460"/>
                  </a:cubicBezTo>
                  <a:cubicBezTo>
                    <a:pt x="1838633" y="-2969"/>
                    <a:pt x="1829013" y="1222"/>
                    <a:pt x="1823202" y="8842"/>
                  </a:cubicBezTo>
                  <a:cubicBezTo>
                    <a:pt x="1748812" y="108664"/>
                    <a:pt x="1648800" y="188769"/>
                    <a:pt x="1535547" y="240300"/>
                  </a:cubicBezTo>
                  <a:cubicBezTo>
                    <a:pt x="1410198" y="297450"/>
                    <a:pt x="1271991" y="318024"/>
                    <a:pt x="1137307" y="340598"/>
                  </a:cubicBezTo>
                  <a:cubicBezTo>
                    <a:pt x="991956" y="364887"/>
                    <a:pt x="847461" y="393748"/>
                    <a:pt x="703920" y="427085"/>
                  </a:cubicBezTo>
                  <a:cubicBezTo>
                    <a:pt x="566855" y="458803"/>
                    <a:pt x="426933" y="489759"/>
                    <a:pt x="296821" y="544147"/>
                  </a:cubicBezTo>
                  <a:cubicBezTo>
                    <a:pt x="174806" y="595106"/>
                    <a:pt x="39932" y="674545"/>
                    <a:pt x="784" y="810085"/>
                  </a:cubicBezTo>
                  <a:cubicBezTo>
                    <a:pt x="-5598" y="832183"/>
                    <a:pt x="28883" y="841613"/>
                    <a:pt x="35265" y="819610"/>
                  </a:cubicBezTo>
                  <a:lnTo>
                    <a:pt x="35265" y="819610"/>
                  </a:lnTo>
                  <a:close/>
                </a:path>
              </a:pathLst>
            </a:custGeom>
            <a:solidFill>
              <a:schemeClr val="accent1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790deddc-5843-473b-9d0a-ff425043e25f" id="7" name="任意多边形: 形状 6">
              <a:extLst>
                <a:ext uri="{FF2B5EF4-FFF2-40B4-BE49-F238E27FC236}">
                  <a16:creationId id="{B7D84CA0-042A-1F23-3179-E2823B8328F3}"/>
                </a:ext>
              </a:extLst>
            </p:cNvPr>
            <p:cNvSpPr/>
            <p:nvPr/>
          </p:nvSpPr>
          <p:spPr>
            <a:xfrm flipV="false" flipH="false">
              <a:off x="4750056" y="2961785"/>
              <a:ext cx="139176" cy="108601"/>
            </a:xfrm>
            <a:custGeom>
              <a:avLst/>
              <a:gdLst>
                <a:gd fmla="*/ 26594 w 212410" name="connsiteX0"/>
                <a:gd fmla="*/ 71203 h 165747" name="connsiteY0"/>
                <a:gd fmla="*/ 88792 w 212410" name="connsiteX1"/>
                <a:gd fmla="*/ 48534 h 165747" name="connsiteY1"/>
                <a:gd fmla="*/ 120510 w 212410" name="connsiteX2"/>
                <a:gd fmla="*/ 39770 h 165747" name="connsiteY2"/>
                <a:gd fmla="*/ 145276 w 212410" name="connsiteX3"/>
                <a:gd fmla="*/ 35580 h 165747" name="connsiteY3"/>
                <a:gd fmla="*/ 154324 w 212410" name="connsiteX4"/>
                <a:gd fmla="*/ 50820 h 165747" name="connsiteY4"/>
                <a:gd fmla="*/ 163849 w 212410" name="connsiteX5"/>
                <a:gd fmla="*/ 83205 h 165747" name="connsiteY5"/>
                <a:gd fmla="*/ 177660 w 212410" name="connsiteX6"/>
                <a:gd fmla="*/ 152737 h 165747" name="connsiteY6"/>
                <a:gd fmla="*/ 199663 w 212410" name="connsiteX7"/>
                <a:gd fmla="*/ 165215 h 165747" name="connsiteY7"/>
                <a:gd fmla="*/ 212141 w 212410" name="connsiteX8"/>
                <a:gd fmla="*/ 143212 h 165747" name="connsiteY8"/>
                <a:gd fmla="*/ 195663 w 212410" name="connsiteX9"/>
                <a:gd fmla="*/ 63964 h 165747" name="connsiteY9"/>
                <a:gd fmla="*/ 160801 w 212410" name="connsiteX10"/>
                <a:gd fmla="*/ 3671 h 165747" name="connsiteY10"/>
                <a:gd fmla="*/ 122320 w 212410" name="connsiteX11"/>
                <a:gd fmla="*/ 2623 h 165747" name="connsiteY11"/>
                <a:gd fmla="*/ 84125 w 212410" name="connsiteX12"/>
                <a:gd fmla="*/ 12624 h 165747" name="connsiteY12"/>
                <a:gd fmla="*/ 8687 w 212410" name="connsiteX13"/>
                <a:gd fmla="*/ 40342 h 165747" name="connsiteY13"/>
                <a:gd fmla="*/ 2305 w 212410" name="connsiteX14"/>
                <a:gd fmla="*/ 64821 h 165747" name="connsiteY14"/>
                <a:gd fmla="*/ 26784 w 212410" name="connsiteX15"/>
                <a:gd fmla="*/ 71203 h 165747" name="connsiteY15"/>
                <a:gd fmla="*/ 26784 w 212410" name="connsiteX16"/>
                <a:gd fmla="*/ 71203 h 165747" name="connsiteY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b="b" l="l" r="r" t="t"/>
              <a:pathLst>
                <a:path h="165747" w="212410">
                  <a:moveTo>
                    <a:pt x="26594" y="71203"/>
                  </a:moveTo>
                  <a:cubicBezTo>
                    <a:pt x="46882" y="62440"/>
                    <a:pt x="67647" y="54915"/>
                    <a:pt x="88792" y="48534"/>
                  </a:cubicBezTo>
                  <a:cubicBezTo>
                    <a:pt x="99270" y="45295"/>
                    <a:pt x="109843" y="42438"/>
                    <a:pt x="120510" y="39770"/>
                  </a:cubicBezTo>
                  <a:cubicBezTo>
                    <a:pt x="126797" y="38247"/>
                    <a:pt x="138608" y="33198"/>
                    <a:pt x="145276" y="35580"/>
                  </a:cubicBezTo>
                  <a:cubicBezTo>
                    <a:pt x="150705" y="37485"/>
                    <a:pt x="152705" y="46057"/>
                    <a:pt x="154324" y="50820"/>
                  </a:cubicBezTo>
                  <a:cubicBezTo>
                    <a:pt x="157848" y="61488"/>
                    <a:pt x="160992" y="72346"/>
                    <a:pt x="163849" y="83205"/>
                  </a:cubicBezTo>
                  <a:cubicBezTo>
                    <a:pt x="169850" y="106065"/>
                    <a:pt x="174422" y="129306"/>
                    <a:pt x="177660" y="152737"/>
                  </a:cubicBezTo>
                  <a:cubicBezTo>
                    <a:pt x="178994" y="162262"/>
                    <a:pt x="191186" y="167501"/>
                    <a:pt x="199663" y="165215"/>
                  </a:cubicBezTo>
                  <a:cubicBezTo>
                    <a:pt x="209950" y="162357"/>
                    <a:pt x="213474" y="152832"/>
                    <a:pt x="212141" y="143212"/>
                  </a:cubicBezTo>
                  <a:cubicBezTo>
                    <a:pt x="208426" y="116447"/>
                    <a:pt x="202997" y="89967"/>
                    <a:pt x="195663" y="63964"/>
                  </a:cubicBezTo>
                  <a:cubicBezTo>
                    <a:pt x="189567" y="42152"/>
                    <a:pt x="183661" y="13958"/>
                    <a:pt x="160801" y="3671"/>
                  </a:cubicBezTo>
                  <a:cubicBezTo>
                    <a:pt x="148323" y="-1854"/>
                    <a:pt x="135179" y="-235"/>
                    <a:pt x="122320" y="2623"/>
                  </a:cubicBezTo>
                  <a:cubicBezTo>
                    <a:pt x="109461" y="5480"/>
                    <a:pt x="96698" y="8909"/>
                    <a:pt x="84125" y="12624"/>
                  </a:cubicBezTo>
                  <a:cubicBezTo>
                    <a:pt x="58407" y="20244"/>
                    <a:pt x="33357" y="29674"/>
                    <a:pt x="8687" y="40342"/>
                  </a:cubicBezTo>
                  <a:cubicBezTo>
                    <a:pt x="-171" y="44152"/>
                    <a:pt x="-2172" y="57201"/>
                    <a:pt x="2305" y="64821"/>
                  </a:cubicBezTo>
                  <a:cubicBezTo>
                    <a:pt x="7639" y="73965"/>
                    <a:pt x="17831" y="75108"/>
                    <a:pt x="26784" y="71203"/>
                  </a:cubicBezTo>
                  <a:lnTo>
                    <a:pt x="26784" y="71203"/>
                  </a:lnTo>
                  <a:close/>
                </a:path>
              </a:pathLst>
            </a:custGeom>
            <a:solidFill>
              <a:schemeClr val="accent1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0ad4489c-1d72-4049-b499-f7e923f37b1a" id="3" name="Title">
              <a:extLst>
                <a:ext uri="{FF2B5EF4-FFF2-40B4-BE49-F238E27FC236}">
                  <a16:creationId id="{67285ED8-94A3-66A2-0B76-563579AC24EB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1600394" y="1201640"/>
              <a:ext cx="8963696" cy="70883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合理安排舔舐时间，避免过度疲劳</a:t>
              </a:r>
            </a:p>
          </p:txBody>
        </p:sp>
        <p:sp>
          <p:nvSpPr>
            <p:cNvPr descr="7138ef97-1031-4422-b9a9-77154c2b66f6" id="57" name="任意多边形: 形状 56">
              <a:extLst>
                <a:ext uri="{FF2B5EF4-FFF2-40B4-BE49-F238E27FC236}">
                  <a16:creationId id="{A524D0A3-3F22-A784-CB41-500C174EAEC9}"/>
                </a:ext>
              </a:extLst>
            </p:cNvPr>
            <p:cNvSpPr/>
            <p:nvPr/>
          </p:nvSpPr>
          <p:spPr>
            <a:xfrm flipV="true" rot="20817121" flipH="false">
              <a:off x="6889308" y="2654702"/>
              <a:ext cx="1216545" cy="545227"/>
            </a:xfrm>
            <a:custGeom>
              <a:avLst/>
              <a:gdLst>
                <a:gd fmla="*/ 35169 w 1856692" name="connsiteX0"/>
                <a:gd fmla="*/ 819515 h 832127" name="connsiteY0"/>
                <a:gd fmla="*/ 290916 w 1856692" name="connsiteX1"/>
                <a:gd fmla="*/ 585200 h 832127" name="connsiteY1"/>
                <a:gd fmla="*/ 690680 w 1856692" name="connsiteX2"/>
                <a:gd fmla="*/ 466804 h 832127" name="connsiteY2"/>
                <a:gd fmla="*/ 1125401 w 1856692" name="connsiteX3"/>
                <a:gd fmla="*/ 378698 h 832127" name="connsiteY3"/>
                <a:gd fmla="*/ 1525546 w 1856692" name="connsiteX4"/>
                <a:gd fmla="*/ 283448 h 832127" name="connsiteY4"/>
                <a:gd fmla="*/ 1854063 w 1856692" name="connsiteX5"/>
                <a:gd fmla="*/ 26940 h 832127" name="connsiteY5"/>
                <a:gd fmla="*/ 1847682 w 1856692" name="connsiteX6"/>
                <a:gd fmla="*/ 2460 h 832127" name="connsiteY6"/>
                <a:gd fmla="*/ 1823202 w 1856692" name="connsiteX7"/>
                <a:gd fmla="*/ 8842 h 832127" name="connsiteY7"/>
                <a:gd fmla="*/ 1535547 w 1856692" name="connsiteX8"/>
                <a:gd fmla="*/ 240300 h 832127" name="connsiteY8"/>
                <a:gd fmla="*/ 1137307 w 1856692" name="connsiteX9"/>
                <a:gd fmla="*/ 340598 h 832127" name="connsiteY9"/>
                <a:gd fmla="*/ 703920 w 1856692" name="connsiteX10"/>
                <a:gd fmla="*/ 427085 h 832127" name="connsiteY10"/>
                <a:gd fmla="*/ 296821 w 1856692" name="connsiteX11"/>
                <a:gd fmla="*/ 544147 h 832127" name="connsiteY11"/>
                <a:gd fmla="*/ 784 w 1856692" name="connsiteX12"/>
                <a:gd fmla="*/ 810085 h 832127" name="connsiteY12"/>
                <a:gd fmla="*/ 35265 w 1856692" name="connsiteX13"/>
                <a:gd fmla="*/ 819610 h 832127" name="connsiteY13"/>
                <a:gd fmla="*/ 35265 w 1856692" name="connsiteX14"/>
                <a:gd fmla="*/ 819610 h 832127" name="connsiteY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b="b" l="l" r="r" t="t"/>
              <a:pathLst>
                <a:path h="832127" w="1856692">
                  <a:moveTo>
                    <a:pt x="35169" y="819515"/>
                  </a:moveTo>
                  <a:cubicBezTo>
                    <a:pt x="68983" y="702262"/>
                    <a:pt x="186141" y="631682"/>
                    <a:pt x="290916" y="585200"/>
                  </a:cubicBezTo>
                  <a:cubicBezTo>
                    <a:pt x="417789" y="528812"/>
                    <a:pt x="556092" y="498427"/>
                    <a:pt x="690680" y="466804"/>
                  </a:cubicBezTo>
                  <a:cubicBezTo>
                    <a:pt x="834603" y="432990"/>
                    <a:pt x="979573" y="403368"/>
                    <a:pt x="1125401" y="378698"/>
                  </a:cubicBezTo>
                  <a:cubicBezTo>
                    <a:pt x="1260561" y="355838"/>
                    <a:pt x="1398102" y="336312"/>
                    <a:pt x="1525546" y="283448"/>
                  </a:cubicBezTo>
                  <a:cubicBezTo>
                    <a:pt x="1656229" y="229155"/>
                    <a:pt x="1769577" y="140382"/>
                    <a:pt x="1854063" y="26940"/>
                  </a:cubicBezTo>
                  <a:cubicBezTo>
                    <a:pt x="1859874" y="19129"/>
                    <a:pt x="1855302" y="7032"/>
                    <a:pt x="1847682" y="2460"/>
                  </a:cubicBezTo>
                  <a:cubicBezTo>
                    <a:pt x="1838633" y="-2969"/>
                    <a:pt x="1829013" y="1222"/>
                    <a:pt x="1823202" y="8842"/>
                  </a:cubicBezTo>
                  <a:cubicBezTo>
                    <a:pt x="1748812" y="108664"/>
                    <a:pt x="1648800" y="188769"/>
                    <a:pt x="1535547" y="240300"/>
                  </a:cubicBezTo>
                  <a:cubicBezTo>
                    <a:pt x="1410198" y="297450"/>
                    <a:pt x="1271991" y="318024"/>
                    <a:pt x="1137307" y="340598"/>
                  </a:cubicBezTo>
                  <a:cubicBezTo>
                    <a:pt x="991956" y="364887"/>
                    <a:pt x="847461" y="393748"/>
                    <a:pt x="703920" y="427085"/>
                  </a:cubicBezTo>
                  <a:cubicBezTo>
                    <a:pt x="566855" y="458803"/>
                    <a:pt x="426933" y="489759"/>
                    <a:pt x="296821" y="544147"/>
                  </a:cubicBezTo>
                  <a:cubicBezTo>
                    <a:pt x="174806" y="595106"/>
                    <a:pt x="39932" y="674545"/>
                    <a:pt x="784" y="810085"/>
                  </a:cubicBezTo>
                  <a:cubicBezTo>
                    <a:pt x="-5598" y="832183"/>
                    <a:pt x="28883" y="841613"/>
                    <a:pt x="35265" y="819610"/>
                  </a:cubicBezTo>
                  <a:lnTo>
                    <a:pt x="35265" y="819610"/>
                  </a:lnTo>
                  <a:close/>
                </a:path>
              </a:pathLst>
            </a:custGeom>
            <a:solidFill>
              <a:schemeClr val="accent1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759d5983-e60b-43d0-8fa6-944d966d6fdc" id="58" name="任意多边形: 形状 57">
              <a:extLst>
                <a:ext uri="{FF2B5EF4-FFF2-40B4-BE49-F238E27FC236}">
                  <a16:creationId id="{A0CD78AD-7653-087E-B533-94276BE61ADA}"/>
                </a:ext>
              </a:extLst>
            </p:cNvPr>
            <p:cNvSpPr/>
            <p:nvPr/>
          </p:nvSpPr>
          <p:spPr>
            <a:xfrm flipV="true" rot="19379975" flipH="false">
              <a:off x="8027108" y="2972347"/>
              <a:ext cx="139176" cy="108601"/>
            </a:xfrm>
            <a:custGeom>
              <a:avLst/>
              <a:gdLst>
                <a:gd fmla="*/ 26594 w 212410" name="connsiteX0"/>
                <a:gd fmla="*/ 71203 h 165747" name="connsiteY0"/>
                <a:gd fmla="*/ 88792 w 212410" name="connsiteX1"/>
                <a:gd fmla="*/ 48534 h 165747" name="connsiteY1"/>
                <a:gd fmla="*/ 120510 w 212410" name="connsiteX2"/>
                <a:gd fmla="*/ 39770 h 165747" name="connsiteY2"/>
                <a:gd fmla="*/ 145276 w 212410" name="connsiteX3"/>
                <a:gd fmla="*/ 35580 h 165747" name="connsiteY3"/>
                <a:gd fmla="*/ 154324 w 212410" name="connsiteX4"/>
                <a:gd fmla="*/ 50820 h 165747" name="connsiteY4"/>
                <a:gd fmla="*/ 163849 w 212410" name="connsiteX5"/>
                <a:gd fmla="*/ 83205 h 165747" name="connsiteY5"/>
                <a:gd fmla="*/ 177660 w 212410" name="connsiteX6"/>
                <a:gd fmla="*/ 152737 h 165747" name="connsiteY6"/>
                <a:gd fmla="*/ 199663 w 212410" name="connsiteX7"/>
                <a:gd fmla="*/ 165215 h 165747" name="connsiteY7"/>
                <a:gd fmla="*/ 212141 w 212410" name="connsiteX8"/>
                <a:gd fmla="*/ 143212 h 165747" name="connsiteY8"/>
                <a:gd fmla="*/ 195663 w 212410" name="connsiteX9"/>
                <a:gd fmla="*/ 63964 h 165747" name="connsiteY9"/>
                <a:gd fmla="*/ 160801 w 212410" name="connsiteX10"/>
                <a:gd fmla="*/ 3671 h 165747" name="connsiteY10"/>
                <a:gd fmla="*/ 122320 w 212410" name="connsiteX11"/>
                <a:gd fmla="*/ 2623 h 165747" name="connsiteY11"/>
                <a:gd fmla="*/ 84125 w 212410" name="connsiteX12"/>
                <a:gd fmla="*/ 12624 h 165747" name="connsiteY12"/>
                <a:gd fmla="*/ 8687 w 212410" name="connsiteX13"/>
                <a:gd fmla="*/ 40342 h 165747" name="connsiteY13"/>
                <a:gd fmla="*/ 2305 w 212410" name="connsiteX14"/>
                <a:gd fmla="*/ 64821 h 165747" name="connsiteY14"/>
                <a:gd fmla="*/ 26784 w 212410" name="connsiteX15"/>
                <a:gd fmla="*/ 71203 h 165747" name="connsiteY15"/>
                <a:gd fmla="*/ 26784 w 212410" name="connsiteX16"/>
                <a:gd fmla="*/ 71203 h 165747" name="connsiteY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b="b" l="l" r="r" t="t"/>
              <a:pathLst>
                <a:path h="165747" w="212410">
                  <a:moveTo>
                    <a:pt x="26594" y="71203"/>
                  </a:moveTo>
                  <a:cubicBezTo>
                    <a:pt x="46882" y="62440"/>
                    <a:pt x="67647" y="54915"/>
                    <a:pt x="88792" y="48534"/>
                  </a:cubicBezTo>
                  <a:cubicBezTo>
                    <a:pt x="99270" y="45295"/>
                    <a:pt x="109843" y="42438"/>
                    <a:pt x="120510" y="39770"/>
                  </a:cubicBezTo>
                  <a:cubicBezTo>
                    <a:pt x="126797" y="38247"/>
                    <a:pt x="138608" y="33198"/>
                    <a:pt x="145276" y="35580"/>
                  </a:cubicBezTo>
                  <a:cubicBezTo>
                    <a:pt x="150705" y="37485"/>
                    <a:pt x="152705" y="46057"/>
                    <a:pt x="154324" y="50820"/>
                  </a:cubicBezTo>
                  <a:cubicBezTo>
                    <a:pt x="157848" y="61488"/>
                    <a:pt x="160992" y="72346"/>
                    <a:pt x="163849" y="83205"/>
                  </a:cubicBezTo>
                  <a:cubicBezTo>
                    <a:pt x="169850" y="106065"/>
                    <a:pt x="174422" y="129306"/>
                    <a:pt x="177660" y="152737"/>
                  </a:cubicBezTo>
                  <a:cubicBezTo>
                    <a:pt x="178994" y="162262"/>
                    <a:pt x="191186" y="167501"/>
                    <a:pt x="199663" y="165215"/>
                  </a:cubicBezTo>
                  <a:cubicBezTo>
                    <a:pt x="209950" y="162357"/>
                    <a:pt x="213474" y="152832"/>
                    <a:pt x="212141" y="143212"/>
                  </a:cubicBezTo>
                  <a:cubicBezTo>
                    <a:pt x="208426" y="116447"/>
                    <a:pt x="202997" y="89967"/>
                    <a:pt x="195663" y="63964"/>
                  </a:cubicBezTo>
                  <a:cubicBezTo>
                    <a:pt x="189567" y="42152"/>
                    <a:pt x="183661" y="13958"/>
                    <a:pt x="160801" y="3671"/>
                  </a:cubicBezTo>
                  <a:cubicBezTo>
                    <a:pt x="148323" y="-1854"/>
                    <a:pt x="135179" y="-235"/>
                    <a:pt x="122320" y="2623"/>
                  </a:cubicBezTo>
                  <a:cubicBezTo>
                    <a:pt x="109461" y="5480"/>
                    <a:pt x="96698" y="8909"/>
                    <a:pt x="84125" y="12624"/>
                  </a:cubicBezTo>
                  <a:cubicBezTo>
                    <a:pt x="58407" y="20244"/>
                    <a:pt x="33357" y="29674"/>
                    <a:pt x="8687" y="40342"/>
                  </a:cubicBezTo>
                  <a:cubicBezTo>
                    <a:pt x="-171" y="44152"/>
                    <a:pt x="-2172" y="57201"/>
                    <a:pt x="2305" y="64821"/>
                  </a:cubicBezTo>
                  <a:cubicBezTo>
                    <a:pt x="7639" y="73965"/>
                    <a:pt x="17831" y="75108"/>
                    <a:pt x="26784" y="71203"/>
                  </a:cubicBezTo>
                  <a:lnTo>
                    <a:pt x="26784" y="71203"/>
                  </a:lnTo>
                  <a:close/>
                </a:path>
              </a:pathLst>
            </a:custGeom>
            <a:solidFill>
              <a:schemeClr val="accent1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grpSp>
          <p:nvGrpSpPr>
            <p:cNvPr descr="8872e1ac-fdec-46b0-9e2d-321374d2986e" id="12" name="组合 11">
              <a:extLst>
                <a:ext uri="{FF2B5EF4-FFF2-40B4-BE49-F238E27FC236}">
                  <a16:creationId id="{35F16D90-C79E-6C44-D975-6E71C16B2757}"/>
                </a:ext>
              </a:extLst>
            </p:cNvPr>
            <p:cNvGrpSpPr/>
            <p:nvPr/>
          </p:nvGrpSpPr>
          <p:grpSpPr>
            <a:xfrm>
              <a:off x="5413795" y="2120210"/>
              <a:ext cx="618628" cy="927647"/>
              <a:chOff x="5413795" y="2120210"/>
              <a:chExt cx="618628" cy="927647"/>
            </a:xfrm>
          </p:grpSpPr>
          <p:sp>
            <p:nvSpPr>
              <p:cNvPr descr="1924fb25-054e-41f2-9400-c7ae1373c98a" id="122" name="íSļiḓè">
                <a:extLst>
                  <a:ext uri="{FF2B5EF4-FFF2-40B4-BE49-F238E27FC236}">
                    <a16:creationId id="{0805173D-BE19-1DAB-F712-63A1E917B13C}"/>
                  </a:ext>
                </a:extLst>
              </p:cNvPr>
              <p:cNvSpPr/>
              <p:nvPr/>
            </p:nvSpPr>
            <p:spPr bwMode="auto">
              <a:xfrm flipV="false" flipH="false">
                <a:off x="5616105" y="2891812"/>
                <a:ext cx="25177" cy="25877"/>
              </a:xfrm>
              <a:custGeom>
                <a:avLst/>
                <a:gdLst>
                  <a:gd fmla="*/ 12 w 12" name="T0"/>
                  <a:gd fmla="*/ 5 h 14" name="T1"/>
                  <a:gd fmla="*/ 4 w 12" name="T2"/>
                  <a:gd fmla="*/ 0 h 14" name="T3"/>
                  <a:gd fmla="*/ 4 w 12" name="T4"/>
                  <a:gd fmla="*/ 2 h 14" name="T5"/>
                  <a:gd fmla="*/ 9 w 12" name="T6"/>
                  <a:gd fmla="*/ 5 h 14" name="T7"/>
                  <a:gd fmla="*/ 7 w 12" name="T8"/>
                  <a:gd fmla="*/ 9 h 14" name="T9"/>
                  <a:gd fmla="*/ 6 w 12" name="T10"/>
                  <a:gd fmla="*/ 10 h 14" name="T11"/>
                  <a:gd fmla="*/ 5 w 12" name="T12"/>
                  <a:gd fmla="*/ 10 h 14" name="T13"/>
                  <a:gd fmla="*/ 4 w 12" name="T14"/>
                  <a:gd fmla="*/ 8 h 14" name="T15"/>
                  <a:gd fmla="*/ 3 w 12" name="T16"/>
                  <a:gd fmla="*/ 4 h 14" name="T17"/>
                  <a:gd fmla="*/ 2 w 12" name="T18"/>
                  <a:gd fmla="*/ 4 h 14" name="T19"/>
                  <a:gd fmla="*/ 3 w 12" name="T20"/>
                  <a:gd fmla="*/ 12 h 14" name="T21"/>
                  <a:gd fmla="*/ 9 w 12" name="T22"/>
                  <a:gd fmla="*/ 11 h 14" name="T23"/>
                  <a:gd fmla="*/ 12 w 12" name="T24"/>
                  <a:gd fmla="*/ 5 h 14" name="T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b="b" l="0" r="r" t="0"/>
                <a:pathLst>
                  <a:path h="14" w="12">
                    <a:moveTo>
                      <a:pt x="12" y="5"/>
                    </a:moveTo>
                    <a:cubicBezTo>
                      <a:pt x="11" y="1"/>
                      <a:pt x="7" y="0"/>
                      <a:pt x="4" y="0"/>
                    </a:cubicBezTo>
                    <a:cubicBezTo>
                      <a:pt x="3" y="0"/>
                      <a:pt x="3" y="2"/>
                      <a:pt x="4" y="2"/>
                    </a:cubicBezTo>
                    <a:cubicBezTo>
                      <a:pt x="5" y="3"/>
                      <a:pt x="8" y="4"/>
                      <a:pt x="9" y="5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7" y="9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4" y="9"/>
                      <a:pt x="4" y="8"/>
                    </a:cubicBezTo>
                    <a:cubicBezTo>
                      <a:pt x="3" y="7"/>
                      <a:pt x="3" y="6"/>
                      <a:pt x="3" y="4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1" y="7"/>
                      <a:pt x="0" y="11"/>
                      <a:pt x="3" y="12"/>
                    </a:cubicBezTo>
                    <a:cubicBezTo>
                      <a:pt x="5" y="14"/>
                      <a:pt x="8" y="13"/>
                      <a:pt x="9" y="11"/>
                    </a:cubicBezTo>
                    <a:cubicBezTo>
                      <a:pt x="11" y="10"/>
                      <a:pt x="12" y="7"/>
                      <a:pt x="12" y="5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66196db-9f33-4c8c-a8d3-8df8eb97c460" id="169" name="iṧļîḓê">
                <a:extLst>
                  <a:ext uri="{FF2B5EF4-FFF2-40B4-BE49-F238E27FC236}">
                    <a16:creationId id="{64FB77D0-3FF1-9429-3B0F-815476B7811E}"/>
                  </a:ext>
                </a:extLst>
              </p:cNvPr>
              <p:cNvSpPr/>
              <p:nvPr/>
            </p:nvSpPr>
            <p:spPr bwMode="auto">
              <a:xfrm flipV="false" flipH="false">
                <a:off x="5583735" y="2262925"/>
                <a:ext cx="93513" cy="85472"/>
              </a:xfrm>
              <a:custGeom>
                <a:avLst/>
                <a:gdLst>
                  <a:gd fmla="*/ 26 w 44" name="T0"/>
                  <a:gd fmla="*/ 42 h 46" name="T1"/>
                  <a:gd fmla="*/ 41 w 44" name="T2"/>
                  <a:gd fmla="*/ 18 h 46" name="T3"/>
                  <a:gd fmla="*/ 32 w 44" name="T4"/>
                  <a:gd fmla="*/ 5 h 46" name="T5"/>
                  <a:gd fmla="*/ 19 w 44" name="T6"/>
                  <a:gd fmla="*/ 0 h 46" name="T7"/>
                  <a:gd fmla="*/ 0 w 44" name="T8"/>
                  <a:gd fmla="*/ 24 h 46" name="T9"/>
                  <a:gd fmla="*/ 26 w 44" name="T10"/>
                  <a:gd fmla="*/ 42 h 46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46" w="44">
                    <a:moveTo>
                      <a:pt x="26" y="42"/>
                    </a:moveTo>
                    <a:cubicBezTo>
                      <a:pt x="35" y="39"/>
                      <a:pt x="44" y="29"/>
                      <a:pt x="41" y="18"/>
                    </a:cubicBezTo>
                    <a:cubicBezTo>
                      <a:pt x="40" y="13"/>
                      <a:pt x="36" y="8"/>
                      <a:pt x="32" y="5"/>
                    </a:cubicBezTo>
                    <a:cubicBezTo>
                      <a:pt x="28" y="1"/>
                      <a:pt x="24" y="1"/>
                      <a:pt x="19" y="0"/>
                    </a:cubicBezTo>
                    <a:cubicBezTo>
                      <a:pt x="10" y="4"/>
                      <a:pt x="0" y="13"/>
                      <a:pt x="0" y="24"/>
                    </a:cubicBezTo>
                    <a:cubicBezTo>
                      <a:pt x="0" y="36"/>
                      <a:pt x="13" y="46"/>
                      <a:pt x="26" y="4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a923b56-ca88-4a6d-8dd2-d1324407c559" id="170" name="íśḷïdè">
                <a:extLst>
                  <a:ext uri="{FF2B5EF4-FFF2-40B4-BE49-F238E27FC236}">
                    <a16:creationId id="{62C5AAC9-5FE6-1F04-4711-621E7A71EB1E}"/>
                  </a:ext>
                </a:extLst>
              </p:cNvPr>
              <p:cNvSpPr/>
              <p:nvPr/>
            </p:nvSpPr>
            <p:spPr bwMode="auto">
              <a:xfrm flipV="false" flipH="false">
                <a:off x="5473139" y="2348397"/>
                <a:ext cx="34168" cy="35286"/>
              </a:xfrm>
              <a:custGeom>
                <a:avLst/>
                <a:gdLst>
                  <a:gd fmla="*/ 4 w 16" name="T0"/>
                  <a:gd fmla="*/ 3 h 19" name="T1"/>
                  <a:gd fmla="*/ 2 w 16" name="T2"/>
                  <a:gd fmla="*/ 14 h 19" name="T3"/>
                  <a:gd fmla="*/ 13 w 16" name="T4"/>
                  <a:gd fmla="*/ 15 h 19" name="T5"/>
                  <a:gd fmla="*/ 13 w 16" name="T6"/>
                  <a:gd fmla="*/ 3 h 19" name="T7"/>
                  <a:gd fmla="*/ 4 w 16" name="T8"/>
                  <a:gd fmla="*/ 3 h 19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9" w="16">
                    <a:moveTo>
                      <a:pt x="4" y="3"/>
                    </a:moveTo>
                    <a:cubicBezTo>
                      <a:pt x="2" y="6"/>
                      <a:pt x="0" y="11"/>
                      <a:pt x="2" y="14"/>
                    </a:cubicBezTo>
                    <a:cubicBezTo>
                      <a:pt x="3" y="19"/>
                      <a:pt x="10" y="19"/>
                      <a:pt x="13" y="15"/>
                    </a:cubicBezTo>
                    <a:cubicBezTo>
                      <a:pt x="16" y="12"/>
                      <a:pt x="16" y="6"/>
                      <a:pt x="13" y="3"/>
                    </a:cubicBezTo>
                    <a:cubicBezTo>
                      <a:pt x="10" y="0"/>
                      <a:pt x="7" y="1"/>
                      <a:pt x="4" y="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a428ecd-6429-426f-ada5-db314c607586" id="171" name="iṥ1íďe">
                <a:extLst>
                  <a:ext uri="{FF2B5EF4-FFF2-40B4-BE49-F238E27FC236}">
                    <a16:creationId id="{ED9F97E0-049A-A62E-1832-B20D108FFF0D}"/>
                  </a:ext>
                </a:extLst>
              </p:cNvPr>
              <p:cNvSpPr/>
              <p:nvPr/>
            </p:nvSpPr>
            <p:spPr bwMode="auto">
              <a:xfrm flipV="false" flipH="false">
                <a:off x="5420089" y="2125699"/>
                <a:ext cx="133975" cy="123896"/>
              </a:xfrm>
              <a:custGeom>
                <a:avLst/>
                <a:gdLst>
                  <a:gd fmla="*/ 62 w 63" name="T0"/>
                  <a:gd fmla="*/ 35 h 67" name="T1"/>
                  <a:gd fmla="*/ 24 w 63" name="T2"/>
                  <a:gd fmla="*/ 6 h 67" name="T3"/>
                  <a:gd fmla="*/ 3 w 63" name="T4"/>
                  <a:gd fmla="*/ 36 h 67" name="T5"/>
                  <a:gd fmla="*/ 29 w 63" name="T6"/>
                  <a:gd fmla="*/ 67 h 67" name="T7"/>
                  <a:gd fmla="*/ 62 w 63" name="T8"/>
                  <a:gd fmla="*/ 35 h 67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67" w="63">
                    <a:moveTo>
                      <a:pt x="62" y="35"/>
                    </a:moveTo>
                    <a:cubicBezTo>
                      <a:pt x="63" y="13"/>
                      <a:pt x="44" y="0"/>
                      <a:pt x="24" y="6"/>
                    </a:cubicBezTo>
                    <a:cubicBezTo>
                      <a:pt x="13" y="13"/>
                      <a:pt x="5" y="24"/>
                      <a:pt x="3" y="36"/>
                    </a:cubicBezTo>
                    <a:cubicBezTo>
                      <a:pt x="0" y="53"/>
                      <a:pt x="10" y="67"/>
                      <a:pt x="29" y="67"/>
                    </a:cubicBezTo>
                    <a:cubicBezTo>
                      <a:pt x="46" y="67"/>
                      <a:pt x="62" y="53"/>
                      <a:pt x="62" y="35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a50737e-986c-4561-b212-595a1e9584f2" id="172" name="îṡḻiḋê">
                <a:extLst>
                  <a:ext uri="{FF2B5EF4-FFF2-40B4-BE49-F238E27FC236}">
                    <a16:creationId id="{065994AE-E89C-32B3-475E-8C91F5891EEA}"/>
                  </a:ext>
                </a:extLst>
              </p:cNvPr>
              <p:cNvSpPr/>
              <p:nvPr/>
            </p:nvSpPr>
            <p:spPr bwMode="auto">
              <a:xfrm flipV="false" flipH="false">
                <a:off x="5524391" y="2394662"/>
                <a:ext cx="163647" cy="96450"/>
              </a:xfrm>
              <a:custGeom>
                <a:avLst/>
                <a:gdLst>
                  <a:gd fmla="*/ 37 w 77" name="T0"/>
                  <a:gd fmla="*/ 28 h 52" name="T1"/>
                  <a:gd fmla="*/ 63 w 77" name="T2"/>
                  <a:gd fmla="*/ 22 h 52" name="T3"/>
                  <a:gd fmla="*/ 71 w 77" name="T4"/>
                  <a:gd fmla="*/ 28 h 52" name="T5"/>
                  <a:gd fmla="*/ 75 w 77" name="T6"/>
                  <a:gd fmla="*/ 8 h 52" name="T7"/>
                  <a:gd fmla="*/ 72 w 77" name="T8"/>
                  <a:gd fmla="*/ 0 h 52" name="T9"/>
                  <a:gd fmla="*/ 43 w 77" name="T10"/>
                  <a:gd fmla="*/ 6 h 52" name="T11"/>
                  <a:gd fmla="*/ 0 w 77" name="T12"/>
                  <a:gd fmla="*/ 29 h 52" name="T13"/>
                  <a:gd fmla="*/ 19 w 77" name="T14"/>
                  <a:gd fmla="*/ 51 h 52" name="T15"/>
                  <a:gd fmla="*/ 22 w 77" name="T16"/>
                  <a:gd fmla="*/ 42 h 52" name="T17"/>
                  <a:gd fmla="*/ 37 w 77" name="T18"/>
                  <a:gd fmla="*/ 28 h 52" name="T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b="b" l="0" r="r" t="0"/>
                <a:pathLst>
                  <a:path h="52" w="77">
                    <a:moveTo>
                      <a:pt x="37" y="28"/>
                    </a:moveTo>
                    <a:cubicBezTo>
                      <a:pt x="44" y="25"/>
                      <a:pt x="55" y="20"/>
                      <a:pt x="63" y="22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5" y="22"/>
                      <a:pt x="77" y="17"/>
                      <a:pt x="75" y="8"/>
                    </a:cubicBezTo>
                    <a:cubicBezTo>
                      <a:pt x="74" y="6"/>
                      <a:pt x="73" y="3"/>
                      <a:pt x="72" y="0"/>
                    </a:cubicBezTo>
                    <a:cubicBezTo>
                      <a:pt x="62" y="1"/>
                      <a:pt x="52" y="3"/>
                      <a:pt x="43" y="6"/>
                    </a:cubicBezTo>
                    <a:cubicBezTo>
                      <a:pt x="26" y="11"/>
                      <a:pt x="12" y="18"/>
                      <a:pt x="0" y="29"/>
                    </a:cubicBezTo>
                    <a:cubicBezTo>
                      <a:pt x="2" y="41"/>
                      <a:pt x="7" y="52"/>
                      <a:pt x="19" y="51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5" y="36"/>
                      <a:pt x="32" y="31"/>
                      <a:pt x="37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860e7e2-8c67-4201-ace9-68a412949eaa" id="173" name="ísľïḑè">
                <a:extLst>
                  <a:ext uri="{FF2B5EF4-FFF2-40B4-BE49-F238E27FC236}">
                    <a16:creationId id="{50DA06CF-0C53-DE83-4CEC-D2FBAB9B9A3A}"/>
                  </a:ext>
                </a:extLst>
              </p:cNvPr>
              <p:cNvSpPr/>
              <p:nvPr/>
            </p:nvSpPr>
            <p:spPr bwMode="auto">
              <a:xfrm flipV="false" flipH="false">
                <a:off x="5566652" y="2670682"/>
                <a:ext cx="393833" cy="310523"/>
              </a:xfrm>
              <a:custGeom>
                <a:avLst/>
                <a:gdLst>
                  <a:gd fmla="*/ 147 w 185" name="T0"/>
                  <a:gd fmla="*/ 0 h 167" name="T1"/>
                  <a:gd fmla="*/ 151 w 185" name="T2"/>
                  <a:gd fmla="*/ 9 h 167" name="T3"/>
                  <a:gd fmla="*/ 118 w 185" name="T4"/>
                  <a:gd fmla="*/ 5 h 167" name="T5"/>
                  <a:gd fmla="*/ 92 w 185" name="T6"/>
                  <a:gd fmla="*/ 26 h 167" name="T7"/>
                  <a:gd fmla="*/ 26 w 185" name="T8"/>
                  <a:gd fmla="*/ 49 h 167" name="T9"/>
                  <a:gd fmla="*/ 16 w 185" name="T10"/>
                  <a:gd fmla="*/ 70 h 167" name="T11"/>
                  <a:gd fmla="*/ 28 w 185" name="T12"/>
                  <a:gd fmla="*/ 88 h 167" name="T13"/>
                  <a:gd fmla="*/ 12 w 185" name="T14"/>
                  <a:gd fmla="*/ 72 h 167" name="T15"/>
                  <a:gd fmla="*/ 10 w 185" name="T16"/>
                  <a:gd fmla="*/ 66 h 167" name="T17"/>
                  <a:gd fmla="*/ 17 w 185" name="T18"/>
                  <a:gd fmla="*/ 154 h 167" name="T19"/>
                  <a:gd fmla="*/ 121 w 185" name="T20"/>
                  <a:gd fmla="*/ 115 h 167" name="T21"/>
                  <a:gd fmla="*/ 184 w 185" name="T22"/>
                  <a:gd fmla="*/ 36 h 167" name="T23"/>
                  <a:gd fmla="*/ 37 w 185" name="T24"/>
                  <a:gd fmla="*/ 121 h 167" name="T25"/>
                  <a:gd fmla="*/ 23 w 185" name="T26"/>
                  <a:gd fmla="*/ 123 h 167" name="T27"/>
                  <a:gd fmla="*/ 26 w 185" name="T28"/>
                  <a:gd fmla="*/ 115 h 167" name="T29"/>
                  <a:gd fmla="*/ 25 w 185" name="T30"/>
                  <a:gd fmla="*/ 122 h 167" name="T31"/>
                  <a:gd fmla="*/ 30 w 185" name="T32"/>
                  <a:gd fmla="*/ 123 h 167" name="T33"/>
                  <a:gd fmla="*/ 34 w 185" name="T34"/>
                  <a:gd fmla="*/ 120 h 167" name="T35"/>
                  <a:gd fmla="*/ 30 w 185" name="T36"/>
                  <a:gd fmla="*/ 114 h 167" name="T37"/>
                  <a:gd fmla="*/ 36 w 185" name="T38"/>
                  <a:gd fmla="*/ 117 h 167" name="T39"/>
                  <a:gd fmla="*/ 55 w 185" name="T40"/>
                  <a:gd fmla="*/ 111 h 167" name="T41"/>
                  <a:gd fmla="*/ 49 w 185" name="T42"/>
                  <a:gd fmla="*/ 112 h 167" name="T43"/>
                  <a:gd fmla="*/ 47 w 185" name="T44"/>
                  <a:gd fmla="*/ 109 h 167" name="T45"/>
                  <a:gd fmla="*/ 50 w 185" name="T46"/>
                  <a:gd fmla="*/ 106 h 167" name="T47"/>
                  <a:gd fmla="*/ 53 w 185" name="T48"/>
                  <a:gd fmla="*/ 109 h 167" name="T49"/>
                  <a:gd fmla="*/ 51 w 185" name="T50"/>
                  <a:gd fmla="*/ 105 h 167" name="T51"/>
                  <a:gd fmla="*/ 53 w 185" name="T52"/>
                  <a:gd fmla="*/ 105 h 167" name="T53"/>
                  <a:gd fmla="*/ 55 w 185" name="T54"/>
                  <a:gd fmla="*/ 111 h 167" name="T55"/>
                  <a:gd fmla="*/ 72 w 185" name="T56"/>
                  <a:gd fmla="*/ 113 h 167" name="T57"/>
                  <a:gd fmla="*/ 66 w 185" name="T58"/>
                  <a:gd fmla="*/ 101 h 167" name="T59"/>
                  <a:gd fmla="*/ 67 w 185" name="T60"/>
                  <a:gd fmla="*/ 108 h 167" name="T61"/>
                  <a:gd fmla="*/ 68 w 185" name="T62"/>
                  <a:gd fmla="*/ 110 h 167" name="T63"/>
                  <a:gd fmla="*/ 70 w 185" name="T64"/>
                  <a:gd fmla="*/ 110 h 167" name="T65"/>
                  <a:gd fmla="*/ 74 w 185" name="T66"/>
                  <a:gd fmla="*/ 109 h 167" name="T67"/>
                  <a:gd fmla="*/ 76 w 185" name="T68"/>
                  <a:gd fmla="*/ 104 h 167" name="T69"/>
                  <a:gd fmla="*/ 72 w 185" name="T70"/>
                  <a:gd fmla="*/ 97 h 167" name="T71"/>
                  <a:gd fmla="*/ 79 w 185" name="T72"/>
                  <a:gd fmla="*/ 108 h 167" name="T73"/>
                  <a:gd fmla="*/ 112 w 185" name="T74"/>
                  <a:gd fmla="*/ 40 h 167" name="T75"/>
                  <a:gd fmla="*/ 34 w 185" name="T76"/>
                  <a:gd fmla="*/ 89 h 167" name="T77"/>
                  <a:gd fmla="*/ 74 w 185" name="T78"/>
                  <a:gd fmla="*/ 76 h 167" name="T79"/>
                  <a:gd fmla="*/ 122 w 185" name="T80"/>
                  <a:gd fmla="*/ 32 h 167" name="T81"/>
                  <a:gd fmla="*/ 153 w 185" name="T82"/>
                  <a:gd fmla="*/ 14 h 167" name="T83"/>
                  <a:gd fmla="*/ 168 w 185" name="T84"/>
                  <a:gd fmla="*/ 34 h 167" name="T85"/>
                  <a:gd fmla="*/ 158 w 185" name="T86"/>
                  <a:gd fmla="*/ 31 h 167" name="T87"/>
                  <a:gd fmla="*/ 164 w 185" name="T88"/>
                  <a:gd fmla="*/ 26 h 167" name="T89"/>
                  <a:gd fmla="*/ 163 w 185" name="T90"/>
                  <a:gd fmla="*/ 33 h 167" name="T91"/>
                  <a:gd fmla="*/ 166 w 185" name="T92"/>
                  <a:gd fmla="*/ 27 h 167" name="T93"/>
                  <a:gd fmla="*/ 168 w 185" name="T94"/>
                  <a:gd fmla="*/ 34 h 167" name="T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b="b" l="0" r="r" t="0"/>
                <a:pathLst>
                  <a:path h="167" w="185">
                    <a:moveTo>
                      <a:pt x="155" y="1"/>
                    </a:moveTo>
                    <a:cubicBezTo>
                      <a:pt x="152" y="1"/>
                      <a:pt x="150" y="0"/>
                      <a:pt x="147" y="0"/>
                    </a:cubicBezTo>
                    <a:cubicBezTo>
                      <a:pt x="150" y="2"/>
                      <a:pt x="152" y="4"/>
                      <a:pt x="153" y="8"/>
                    </a:cubicBezTo>
                    <a:cubicBezTo>
                      <a:pt x="153" y="9"/>
                      <a:pt x="152" y="9"/>
                      <a:pt x="151" y="9"/>
                    </a:cubicBezTo>
                    <a:cubicBezTo>
                      <a:pt x="147" y="2"/>
                      <a:pt x="140" y="1"/>
                      <a:pt x="133" y="1"/>
                    </a:cubicBezTo>
                    <a:cubicBezTo>
                      <a:pt x="128" y="2"/>
                      <a:pt x="123" y="3"/>
                      <a:pt x="118" y="5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106" y="9"/>
                      <a:pt x="101" y="19"/>
                      <a:pt x="92" y="26"/>
                    </a:cubicBezTo>
                    <a:cubicBezTo>
                      <a:pt x="83" y="33"/>
                      <a:pt x="73" y="36"/>
                      <a:pt x="62" y="38"/>
                    </a:cubicBezTo>
                    <a:cubicBezTo>
                      <a:pt x="50" y="41"/>
                      <a:pt x="37" y="42"/>
                      <a:pt x="26" y="49"/>
                    </a:cubicBezTo>
                    <a:cubicBezTo>
                      <a:pt x="25" y="50"/>
                      <a:pt x="24" y="51"/>
                      <a:pt x="22" y="52"/>
                    </a:cubicBezTo>
                    <a:cubicBezTo>
                      <a:pt x="19" y="57"/>
                      <a:pt x="16" y="64"/>
                      <a:pt x="16" y="70"/>
                    </a:cubicBezTo>
                    <a:cubicBezTo>
                      <a:pt x="16" y="74"/>
                      <a:pt x="16" y="78"/>
                      <a:pt x="18" y="81"/>
                    </a:cubicBezTo>
                    <a:cubicBezTo>
                      <a:pt x="20" y="85"/>
                      <a:pt x="24" y="87"/>
                      <a:pt x="28" y="88"/>
                    </a:cubicBezTo>
                    <a:cubicBezTo>
                      <a:pt x="28" y="89"/>
                      <a:pt x="28" y="90"/>
                      <a:pt x="27" y="90"/>
                    </a:cubicBezTo>
                    <a:cubicBezTo>
                      <a:pt x="18" y="87"/>
                      <a:pt x="11" y="82"/>
                      <a:pt x="12" y="72"/>
                    </a:cubicBezTo>
                    <a:cubicBezTo>
                      <a:pt x="12" y="68"/>
                      <a:pt x="13" y="64"/>
                      <a:pt x="14" y="60"/>
                    </a:cubicBezTo>
                    <a:cubicBezTo>
                      <a:pt x="13" y="62"/>
                      <a:pt x="11" y="64"/>
                      <a:pt x="10" y="66"/>
                    </a:cubicBezTo>
                    <a:cubicBezTo>
                      <a:pt x="3" y="79"/>
                      <a:pt x="0" y="95"/>
                      <a:pt x="0" y="110"/>
                    </a:cubicBezTo>
                    <a:cubicBezTo>
                      <a:pt x="1" y="125"/>
                      <a:pt x="4" y="144"/>
                      <a:pt x="17" y="154"/>
                    </a:cubicBezTo>
                    <a:cubicBezTo>
                      <a:pt x="33" y="167"/>
                      <a:pt x="54" y="160"/>
                      <a:pt x="70" y="151"/>
                    </a:cubicBezTo>
                    <a:cubicBezTo>
                      <a:pt x="89" y="141"/>
                      <a:pt x="105" y="128"/>
                      <a:pt x="121" y="115"/>
                    </a:cubicBezTo>
                    <a:cubicBezTo>
                      <a:pt x="134" y="104"/>
                      <a:pt x="148" y="95"/>
                      <a:pt x="160" y="82"/>
                    </a:cubicBezTo>
                    <a:cubicBezTo>
                      <a:pt x="172" y="70"/>
                      <a:pt x="185" y="54"/>
                      <a:pt x="184" y="36"/>
                    </a:cubicBezTo>
                    <a:cubicBezTo>
                      <a:pt x="183" y="18"/>
                      <a:pt x="172" y="4"/>
                      <a:pt x="155" y="1"/>
                    </a:cubicBezTo>
                    <a:close/>
                    <a:moveTo>
                      <a:pt x="37" y="121"/>
                    </a:moveTo>
                    <a:cubicBezTo>
                      <a:pt x="36" y="124"/>
                      <a:pt x="33" y="125"/>
                      <a:pt x="31" y="126"/>
                    </a:cubicBezTo>
                    <a:cubicBezTo>
                      <a:pt x="28" y="126"/>
                      <a:pt x="25" y="126"/>
                      <a:pt x="23" y="123"/>
                    </a:cubicBezTo>
                    <a:cubicBezTo>
                      <a:pt x="21" y="121"/>
                      <a:pt x="23" y="116"/>
                      <a:pt x="25" y="114"/>
                    </a:cubicBezTo>
                    <a:cubicBezTo>
                      <a:pt x="25" y="114"/>
                      <a:pt x="26" y="115"/>
                      <a:pt x="26" y="115"/>
                    </a:cubicBezTo>
                    <a:cubicBezTo>
                      <a:pt x="26" y="117"/>
                      <a:pt x="25" y="118"/>
                      <a:pt x="25" y="120"/>
                    </a:cubicBezTo>
                    <a:cubicBezTo>
                      <a:pt x="25" y="121"/>
                      <a:pt x="25" y="121"/>
                      <a:pt x="25" y="122"/>
                    </a:cubicBezTo>
                    <a:cubicBezTo>
                      <a:pt x="26" y="122"/>
                      <a:pt x="27" y="123"/>
                      <a:pt x="28" y="123"/>
                    </a:cubicBezTo>
                    <a:cubicBezTo>
                      <a:pt x="28" y="123"/>
                      <a:pt x="30" y="123"/>
                      <a:pt x="30" y="123"/>
                    </a:cubicBezTo>
                    <a:cubicBezTo>
                      <a:pt x="31" y="122"/>
                      <a:pt x="32" y="122"/>
                      <a:pt x="33" y="122"/>
                    </a:cubicBezTo>
                    <a:cubicBezTo>
                      <a:pt x="34" y="121"/>
                      <a:pt x="34" y="121"/>
                      <a:pt x="34" y="120"/>
                    </a:cubicBezTo>
                    <a:cubicBezTo>
                      <a:pt x="34" y="119"/>
                      <a:pt x="34" y="119"/>
                      <a:pt x="34" y="118"/>
                    </a:cubicBezTo>
                    <a:cubicBezTo>
                      <a:pt x="33" y="117"/>
                      <a:pt x="31" y="116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3"/>
                      <a:pt x="35" y="115"/>
                      <a:pt x="36" y="117"/>
                    </a:cubicBezTo>
                    <a:cubicBezTo>
                      <a:pt x="37" y="118"/>
                      <a:pt x="37" y="120"/>
                      <a:pt x="37" y="121"/>
                    </a:cubicBezTo>
                    <a:close/>
                    <a:moveTo>
                      <a:pt x="55" y="111"/>
                    </a:moveTo>
                    <a:cubicBezTo>
                      <a:pt x="55" y="111"/>
                      <a:pt x="55" y="111"/>
                      <a:pt x="55" y="111"/>
                    </a:cubicBezTo>
                    <a:cubicBezTo>
                      <a:pt x="53" y="112"/>
                      <a:pt x="51" y="112"/>
                      <a:pt x="49" y="112"/>
                    </a:cubicBezTo>
                    <a:cubicBezTo>
                      <a:pt x="49" y="112"/>
                      <a:pt x="49" y="112"/>
                      <a:pt x="48" y="112"/>
                    </a:cubicBezTo>
                    <a:cubicBezTo>
                      <a:pt x="48" y="111"/>
                      <a:pt x="47" y="110"/>
                      <a:pt x="47" y="109"/>
                    </a:cubicBezTo>
                    <a:cubicBezTo>
                      <a:pt x="48" y="108"/>
                      <a:pt x="49" y="107"/>
                      <a:pt x="48" y="106"/>
                    </a:cubicBezTo>
                    <a:cubicBezTo>
                      <a:pt x="48" y="105"/>
                      <a:pt x="50" y="105"/>
                      <a:pt x="50" y="106"/>
                    </a:cubicBezTo>
                    <a:cubicBezTo>
                      <a:pt x="50" y="107"/>
                      <a:pt x="49" y="109"/>
                      <a:pt x="50" y="110"/>
                    </a:cubicBezTo>
                    <a:cubicBezTo>
                      <a:pt x="51" y="109"/>
                      <a:pt x="52" y="109"/>
                      <a:pt x="53" y="109"/>
                    </a:cubicBezTo>
                    <a:cubicBezTo>
                      <a:pt x="53" y="108"/>
                      <a:pt x="53" y="108"/>
                      <a:pt x="52" y="107"/>
                    </a:cubicBezTo>
                    <a:cubicBezTo>
                      <a:pt x="51" y="107"/>
                      <a:pt x="51" y="106"/>
                      <a:pt x="51" y="105"/>
                    </a:cubicBezTo>
                    <a:cubicBezTo>
                      <a:pt x="51" y="105"/>
                      <a:pt x="52" y="104"/>
                      <a:pt x="52" y="105"/>
                    </a:cubicBezTo>
                    <a:cubicBezTo>
                      <a:pt x="52" y="105"/>
                      <a:pt x="53" y="105"/>
                      <a:pt x="53" y="105"/>
                    </a:cubicBezTo>
                    <a:cubicBezTo>
                      <a:pt x="54" y="105"/>
                      <a:pt x="54" y="106"/>
                      <a:pt x="55" y="106"/>
                    </a:cubicBezTo>
                    <a:cubicBezTo>
                      <a:pt x="56" y="107"/>
                      <a:pt x="56" y="109"/>
                      <a:pt x="55" y="111"/>
                    </a:cubicBezTo>
                    <a:close/>
                    <a:moveTo>
                      <a:pt x="79" y="108"/>
                    </a:moveTo>
                    <a:cubicBezTo>
                      <a:pt x="78" y="110"/>
                      <a:pt x="75" y="112"/>
                      <a:pt x="72" y="113"/>
                    </a:cubicBezTo>
                    <a:cubicBezTo>
                      <a:pt x="70" y="114"/>
                      <a:pt x="66" y="113"/>
                      <a:pt x="65" y="111"/>
                    </a:cubicBezTo>
                    <a:cubicBezTo>
                      <a:pt x="62" y="108"/>
                      <a:pt x="65" y="104"/>
                      <a:pt x="66" y="101"/>
                    </a:cubicBezTo>
                    <a:cubicBezTo>
                      <a:pt x="67" y="100"/>
                      <a:pt x="69" y="101"/>
                      <a:pt x="68" y="102"/>
                    </a:cubicBezTo>
                    <a:cubicBezTo>
                      <a:pt x="68" y="104"/>
                      <a:pt x="67" y="106"/>
                      <a:pt x="67" y="108"/>
                    </a:cubicBezTo>
                    <a:cubicBezTo>
                      <a:pt x="67" y="109"/>
                      <a:pt x="67" y="109"/>
                      <a:pt x="68" y="109"/>
                    </a:cubicBezTo>
                    <a:cubicBezTo>
                      <a:pt x="68" y="110"/>
                      <a:pt x="68" y="110"/>
                      <a:pt x="68" y="110"/>
                    </a:cubicBezTo>
                    <a:cubicBezTo>
                      <a:pt x="68" y="110"/>
                      <a:pt x="69" y="110"/>
                      <a:pt x="69" y="110"/>
                    </a:cubicBezTo>
                    <a:cubicBezTo>
                      <a:pt x="69" y="110"/>
                      <a:pt x="69" y="110"/>
                      <a:pt x="70" y="110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71" y="110"/>
                      <a:pt x="73" y="109"/>
                      <a:pt x="74" y="109"/>
                    </a:cubicBezTo>
                    <a:cubicBezTo>
                      <a:pt x="75" y="108"/>
                      <a:pt x="75" y="108"/>
                      <a:pt x="76" y="107"/>
                    </a:cubicBezTo>
                    <a:cubicBezTo>
                      <a:pt x="76" y="106"/>
                      <a:pt x="76" y="105"/>
                      <a:pt x="76" y="104"/>
                    </a:cubicBezTo>
                    <a:cubicBezTo>
                      <a:pt x="75" y="102"/>
                      <a:pt x="73" y="101"/>
                      <a:pt x="72" y="100"/>
                    </a:cubicBezTo>
                    <a:cubicBezTo>
                      <a:pt x="71" y="99"/>
                      <a:pt x="71" y="98"/>
                      <a:pt x="72" y="97"/>
                    </a:cubicBezTo>
                    <a:cubicBezTo>
                      <a:pt x="73" y="97"/>
                      <a:pt x="75" y="98"/>
                      <a:pt x="75" y="99"/>
                    </a:cubicBezTo>
                    <a:cubicBezTo>
                      <a:pt x="78" y="101"/>
                      <a:pt x="80" y="104"/>
                      <a:pt x="79" y="108"/>
                    </a:cubicBezTo>
                    <a:close/>
                    <a:moveTo>
                      <a:pt x="135" y="33"/>
                    </a:moveTo>
                    <a:cubicBezTo>
                      <a:pt x="128" y="35"/>
                      <a:pt x="119" y="35"/>
                      <a:pt x="112" y="40"/>
                    </a:cubicBezTo>
                    <a:cubicBezTo>
                      <a:pt x="106" y="44"/>
                      <a:pt x="102" y="50"/>
                      <a:pt x="98" y="57"/>
                    </a:cubicBezTo>
                    <a:cubicBezTo>
                      <a:pt x="84" y="78"/>
                      <a:pt x="60" y="91"/>
                      <a:pt x="34" y="89"/>
                    </a:cubicBezTo>
                    <a:cubicBezTo>
                      <a:pt x="33" y="89"/>
                      <a:pt x="33" y="88"/>
                      <a:pt x="34" y="88"/>
                    </a:cubicBezTo>
                    <a:cubicBezTo>
                      <a:pt x="48" y="87"/>
                      <a:pt x="62" y="83"/>
                      <a:pt x="74" y="76"/>
                    </a:cubicBezTo>
                    <a:cubicBezTo>
                      <a:pt x="85" y="69"/>
                      <a:pt x="91" y="60"/>
                      <a:pt x="98" y="50"/>
                    </a:cubicBezTo>
                    <a:cubicBezTo>
                      <a:pt x="104" y="41"/>
                      <a:pt x="111" y="34"/>
                      <a:pt x="122" y="32"/>
                    </a:cubicBezTo>
                    <a:cubicBezTo>
                      <a:pt x="134" y="30"/>
                      <a:pt x="149" y="27"/>
                      <a:pt x="152" y="14"/>
                    </a:cubicBezTo>
                    <a:cubicBezTo>
                      <a:pt x="152" y="14"/>
                      <a:pt x="153" y="14"/>
                      <a:pt x="153" y="14"/>
                    </a:cubicBezTo>
                    <a:cubicBezTo>
                      <a:pt x="152" y="24"/>
                      <a:pt x="143" y="30"/>
                      <a:pt x="135" y="33"/>
                    </a:cubicBezTo>
                    <a:close/>
                    <a:moveTo>
                      <a:pt x="168" y="34"/>
                    </a:moveTo>
                    <a:cubicBezTo>
                      <a:pt x="167" y="36"/>
                      <a:pt x="164" y="36"/>
                      <a:pt x="162" y="36"/>
                    </a:cubicBezTo>
                    <a:cubicBezTo>
                      <a:pt x="160" y="35"/>
                      <a:pt x="158" y="33"/>
                      <a:pt x="158" y="31"/>
                    </a:cubicBezTo>
                    <a:cubicBezTo>
                      <a:pt x="158" y="28"/>
                      <a:pt x="160" y="26"/>
                      <a:pt x="163" y="25"/>
                    </a:cubicBezTo>
                    <a:cubicBezTo>
                      <a:pt x="163" y="25"/>
                      <a:pt x="164" y="25"/>
                      <a:pt x="164" y="26"/>
                    </a:cubicBezTo>
                    <a:cubicBezTo>
                      <a:pt x="163" y="27"/>
                      <a:pt x="161" y="29"/>
                      <a:pt x="161" y="31"/>
                    </a:cubicBezTo>
                    <a:cubicBezTo>
                      <a:pt x="161" y="32"/>
                      <a:pt x="162" y="33"/>
                      <a:pt x="163" y="33"/>
                    </a:cubicBezTo>
                    <a:cubicBezTo>
                      <a:pt x="164" y="33"/>
                      <a:pt x="165" y="33"/>
                      <a:pt x="166" y="32"/>
                    </a:cubicBezTo>
                    <a:cubicBezTo>
                      <a:pt x="167" y="31"/>
                      <a:pt x="166" y="28"/>
                      <a:pt x="166" y="27"/>
                    </a:cubicBezTo>
                    <a:cubicBezTo>
                      <a:pt x="166" y="26"/>
                      <a:pt x="167" y="25"/>
                      <a:pt x="168" y="26"/>
                    </a:cubicBezTo>
                    <a:cubicBezTo>
                      <a:pt x="169" y="28"/>
                      <a:pt x="170" y="32"/>
                      <a:pt x="168" y="34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a735396-003b-4011-9a57-b891f83b2a16" id="174" name="ïśľíde">
                <a:extLst>
                  <a:ext uri="{FF2B5EF4-FFF2-40B4-BE49-F238E27FC236}">
                    <a16:creationId id="{76C4F330-A548-DA3A-9778-184C78735708}"/>
                  </a:ext>
                </a:extLst>
              </p:cNvPr>
              <p:cNvSpPr/>
              <p:nvPr/>
            </p:nvSpPr>
            <p:spPr bwMode="auto">
              <a:xfrm flipV="false" flipH="false">
                <a:off x="5566652" y="2765565"/>
                <a:ext cx="387539" cy="215641"/>
              </a:xfrm>
              <a:custGeom>
                <a:avLst/>
                <a:gdLst>
                  <a:gd fmla="*/ 163 w 182" name="T0"/>
                  <a:gd fmla="*/ 17 h 116" name="T1"/>
                  <a:gd fmla="*/ 120 w 182" name="T2"/>
                  <a:gd fmla="*/ 41 h 116" name="T3"/>
                  <a:gd fmla="*/ 84 w 182" name="T4"/>
                  <a:gd fmla="*/ 69 h 116" name="T5"/>
                  <a:gd fmla="*/ 27 w 182" name="T6"/>
                  <a:gd fmla="*/ 82 h 116" name="T7"/>
                  <a:gd fmla="*/ 13 w 182" name="T8"/>
                  <a:gd fmla="*/ 56 h 116" name="T9"/>
                  <a:gd fmla="*/ 26 w 182" name="T10"/>
                  <a:gd fmla="*/ 38 h 116" name="T11"/>
                  <a:gd fmla="*/ 12 w 182" name="T12"/>
                  <a:gd fmla="*/ 21 h 116" name="T13"/>
                  <a:gd fmla="*/ 14 w 182" name="T14"/>
                  <a:gd fmla="*/ 9 h 116" name="T15"/>
                  <a:gd fmla="*/ 10 w 182" name="T16"/>
                  <a:gd fmla="*/ 15 h 116" name="T17"/>
                  <a:gd fmla="*/ 0 w 182" name="T18"/>
                  <a:gd fmla="*/ 59 h 116" name="T19"/>
                  <a:gd fmla="*/ 17 w 182" name="T20"/>
                  <a:gd fmla="*/ 103 h 116" name="T21"/>
                  <a:gd fmla="*/ 70 w 182" name="T22"/>
                  <a:gd fmla="*/ 100 h 116" name="T23"/>
                  <a:gd fmla="*/ 121 w 182" name="T24"/>
                  <a:gd fmla="*/ 64 h 116" name="T25"/>
                  <a:gd fmla="*/ 160 w 182" name="T26"/>
                  <a:gd fmla="*/ 31 h 116" name="T27"/>
                  <a:gd fmla="*/ 182 w 182" name="T28"/>
                  <a:gd fmla="*/ 0 h 116" name="T29"/>
                  <a:gd fmla="*/ 163 w 182" name="T30"/>
                  <a:gd fmla="*/ 17 h 116" name="T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b="b" l="0" r="r" t="0"/>
                <a:pathLst>
                  <a:path h="116" w="182">
                    <a:moveTo>
                      <a:pt x="163" y="17"/>
                    </a:moveTo>
                    <a:cubicBezTo>
                      <a:pt x="149" y="25"/>
                      <a:pt x="134" y="31"/>
                      <a:pt x="120" y="41"/>
                    </a:cubicBezTo>
                    <a:cubicBezTo>
                      <a:pt x="108" y="49"/>
                      <a:pt x="97" y="61"/>
                      <a:pt x="84" y="69"/>
                    </a:cubicBezTo>
                    <a:cubicBezTo>
                      <a:pt x="70" y="77"/>
                      <a:pt x="43" y="95"/>
                      <a:pt x="27" y="82"/>
                    </a:cubicBezTo>
                    <a:cubicBezTo>
                      <a:pt x="19" y="76"/>
                      <a:pt x="12" y="66"/>
                      <a:pt x="13" y="56"/>
                    </a:cubicBezTo>
                    <a:cubicBezTo>
                      <a:pt x="14" y="45"/>
                      <a:pt x="21" y="45"/>
                      <a:pt x="26" y="38"/>
                    </a:cubicBezTo>
                    <a:cubicBezTo>
                      <a:pt x="18" y="35"/>
                      <a:pt x="11" y="30"/>
                      <a:pt x="12" y="21"/>
                    </a:cubicBezTo>
                    <a:cubicBezTo>
                      <a:pt x="12" y="17"/>
                      <a:pt x="13" y="13"/>
                      <a:pt x="14" y="9"/>
                    </a:cubicBezTo>
                    <a:cubicBezTo>
                      <a:pt x="13" y="11"/>
                      <a:pt x="11" y="13"/>
                      <a:pt x="10" y="15"/>
                    </a:cubicBezTo>
                    <a:cubicBezTo>
                      <a:pt x="3" y="28"/>
                      <a:pt x="0" y="44"/>
                      <a:pt x="0" y="59"/>
                    </a:cubicBezTo>
                    <a:cubicBezTo>
                      <a:pt x="1" y="74"/>
                      <a:pt x="4" y="93"/>
                      <a:pt x="17" y="103"/>
                    </a:cubicBezTo>
                    <a:cubicBezTo>
                      <a:pt x="33" y="116"/>
                      <a:pt x="54" y="109"/>
                      <a:pt x="70" y="100"/>
                    </a:cubicBezTo>
                    <a:cubicBezTo>
                      <a:pt x="89" y="90"/>
                      <a:pt x="105" y="77"/>
                      <a:pt x="121" y="64"/>
                    </a:cubicBezTo>
                    <a:cubicBezTo>
                      <a:pt x="134" y="53"/>
                      <a:pt x="148" y="44"/>
                      <a:pt x="160" y="31"/>
                    </a:cubicBezTo>
                    <a:cubicBezTo>
                      <a:pt x="169" y="23"/>
                      <a:pt x="178" y="12"/>
                      <a:pt x="182" y="0"/>
                    </a:cubicBezTo>
                    <a:cubicBezTo>
                      <a:pt x="177" y="6"/>
                      <a:pt x="170" y="12"/>
                      <a:pt x="163" y="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4e6564a-4074-4493-b7a1-3e9ecd0a83b3" id="175" name="îšḷîḍe">
                <a:extLst>
                  <a:ext uri="{FF2B5EF4-FFF2-40B4-BE49-F238E27FC236}">
                    <a16:creationId id="{8DE75F8B-9D50-8481-7D35-EB735105214F}"/>
                  </a:ext>
                </a:extLst>
              </p:cNvPr>
              <p:cNvSpPr/>
              <p:nvPr/>
            </p:nvSpPr>
            <p:spPr bwMode="auto">
              <a:xfrm flipV="false" flipH="false">
                <a:off x="5677248" y="2717731"/>
                <a:ext cx="205009" cy="116838"/>
              </a:xfrm>
              <a:custGeom>
                <a:avLst/>
                <a:gdLst>
                  <a:gd fmla="*/ 60 w 96" name="T0"/>
                  <a:gd fmla="*/ 15 h 63" name="T1"/>
                  <a:gd fmla="*/ 46 w 96" name="T2"/>
                  <a:gd fmla="*/ 32 h 63" name="T3"/>
                  <a:gd fmla="*/ 0 w 96" name="T4"/>
                  <a:gd fmla="*/ 63 h 63" name="T5"/>
                  <a:gd fmla="*/ 23 w 96" name="T6"/>
                  <a:gd fmla="*/ 61 h 63" name="T7"/>
                  <a:gd fmla="*/ 54 w 96" name="T8"/>
                  <a:gd fmla="*/ 34 h 63" name="T9"/>
                  <a:gd fmla="*/ 77 w 96" name="T10"/>
                  <a:gd fmla="*/ 15 h 63" name="T11"/>
                  <a:gd fmla="*/ 96 w 96" name="T12"/>
                  <a:gd fmla="*/ 0 h 63" name="T13"/>
                  <a:gd fmla="*/ 83 w 96" name="T14"/>
                  <a:gd fmla="*/ 8 h 63" name="T15"/>
                  <a:gd fmla="*/ 60 w 96" name="T16"/>
                  <a:gd fmla="*/ 15 h 63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63" w="96">
                    <a:moveTo>
                      <a:pt x="60" y="15"/>
                    </a:moveTo>
                    <a:cubicBezTo>
                      <a:pt x="54" y="19"/>
                      <a:pt x="50" y="25"/>
                      <a:pt x="46" y="32"/>
                    </a:cubicBezTo>
                    <a:cubicBezTo>
                      <a:pt x="35" y="48"/>
                      <a:pt x="19" y="59"/>
                      <a:pt x="0" y="63"/>
                    </a:cubicBezTo>
                    <a:cubicBezTo>
                      <a:pt x="8" y="63"/>
                      <a:pt x="16" y="63"/>
                      <a:pt x="23" y="61"/>
                    </a:cubicBezTo>
                    <a:cubicBezTo>
                      <a:pt x="37" y="56"/>
                      <a:pt x="44" y="45"/>
                      <a:pt x="54" y="34"/>
                    </a:cubicBezTo>
                    <a:cubicBezTo>
                      <a:pt x="60" y="25"/>
                      <a:pt x="68" y="20"/>
                      <a:pt x="77" y="15"/>
                    </a:cubicBezTo>
                    <a:cubicBezTo>
                      <a:pt x="85" y="10"/>
                      <a:pt x="92" y="6"/>
                      <a:pt x="96" y="0"/>
                    </a:cubicBezTo>
                    <a:cubicBezTo>
                      <a:pt x="93" y="3"/>
                      <a:pt x="88" y="6"/>
                      <a:pt x="83" y="8"/>
                    </a:cubicBezTo>
                    <a:cubicBezTo>
                      <a:pt x="76" y="10"/>
                      <a:pt x="67" y="10"/>
                      <a:pt x="60" y="1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b50e6ea-a617-44b6-9087-ea2e612a97ce" id="176" name="ïṩliḍê">
                <a:extLst>
                  <a:ext uri="{FF2B5EF4-FFF2-40B4-BE49-F238E27FC236}">
                    <a16:creationId id="{FA518DB9-B016-F481-1BBE-D73353CF0B48}"/>
                  </a:ext>
                </a:extLst>
              </p:cNvPr>
              <p:cNvSpPr/>
              <p:nvPr/>
            </p:nvSpPr>
            <p:spPr bwMode="auto">
              <a:xfrm flipV="false" flipH="false">
                <a:off x="5756376" y="2181373"/>
                <a:ext cx="21580" cy="20388"/>
              </a:xfrm>
              <a:custGeom>
                <a:avLst/>
                <a:gdLst>
                  <a:gd fmla="*/ 5 w 10" name="T0"/>
                  <a:gd fmla="*/ 11 h 11" name="T1"/>
                  <a:gd fmla="*/ 9 w 10" name="T2"/>
                  <a:gd fmla="*/ 3 h 11" name="T3"/>
                  <a:gd fmla="*/ 2 w 10" name="T4"/>
                  <a:gd fmla="*/ 0 h 11" name="T5"/>
                  <a:gd fmla="*/ 0 w 10" name="T6"/>
                  <a:gd fmla="*/ 8 h 11" name="T7"/>
                  <a:gd fmla="*/ 5 w 10" name="T8"/>
                  <a:gd fmla="*/ 11 h 11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1" w="10">
                    <a:moveTo>
                      <a:pt x="5" y="11"/>
                    </a:moveTo>
                    <a:cubicBezTo>
                      <a:pt x="7" y="10"/>
                      <a:pt x="10" y="6"/>
                      <a:pt x="9" y="3"/>
                    </a:cubicBezTo>
                    <a:cubicBezTo>
                      <a:pt x="8" y="1"/>
                      <a:pt x="5" y="0"/>
                      <a:pt x="2" y="0"/>
                    </a:cubicBezTo>
                    <a:cubicBezTo>
                      <a:pt x="1" y="2"/>
                      <a:pt x="0" y="5"/>
                      <a:pt x="0" y="8"/>
                    </a:cubicBezTo>
                    <a:cubicBezTo>
                      <a:pt x="1" y="9"/>
                      <a:pt x="3" y="11"/>
                      <a:pt x="5" y="1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9322da9-df2d-45c1-a7ef-db22389a19b8" id="177" name="î$ľíďè">
                <a:extLst>
                  <a:ext uri="{FF2B5EF4-FFF2-40B4-BE49-F238E27FC236}">
                    <a16:creationId id="{5584075B-9037-AEA5-5ED9-4A77FA9CF730}"/>
                  </a:ext>
                </a:extLst>
              </p:cNvPr>
              <p:cNvSpPr/>
              <p:nvPr/>
            </p:nvSpPr>
            <p:spPr bwMode="auto">
              <a:xfrm flipV="false" flipH="false">
                <a:off x="5522593" y="2444848"/>
                <a:ext cx="482850" cy="584190"/>
              </a:xfrm>
              <a:custGeom>
                <a:avLst/>
                <a:gdLst>
                  <a:gd fmla="*/ 182 w 227" name="T0"/>
                  <a:gd fmla="*/ 106 h 315" name="T1"/>
                  <a:gd fmla="*/ 107 w 227" name="T2"/>
                  <a:gd fmla="*/ 95 h 315" name="T3"/>
                  <a:gd fmla="*/ 99 w 227" name="T4"/>
                  <a:gd fmla="*/ 94 h 315" name="T5"/>
                  <a:gd fmla="*/ 95 w 227" name="T6"/>
                  <a:gd fmla="*/ 85 h 315" name="T7"/>
                  <a:gd fmla="*/ 82 w 227" name="T8"/>
                  <a:gd fmla="*/ 54 h 315" name="T9"/>
                  <a:gd fmla="*/ 67 w 227" name="T10"/>
                  <a:gd fmla="*/ 10 h 315" name="T11"/>
                  <a:gd fmla="*/ 67 w 227" name="T12"/>
                  <a:gd fmla="*/ 7 h 315" name="T13"/>
                  <a:gd fmla="*/ 65 w 227" name="T14"/>
                  <a:gd fmla="*/ 0 h 315" name="T15"/>
                  <a:gd fmla="*/ 45 w 227" name="T16"/>
                  <a:gd fmla="*/ 5 h 315" name="T17"/>
                  <a:gd fmla="*/ 25 w 227" name="T18"/>
                  <a:gd fmla="*/ 22 h 315" name="T19"/>
                  <a:gd fmla="*/ 39 w 227" name="T20"/>
                  <a:gd fmla="*/ 79 h 315" name="T21"/>
                  <a:gd fmla="*/ 50 w 227" name="T22"/>
                  <a:gd fmla="*/ 113 h 315" name="T23"/>
                  <a:gd fmla="*/ 53 w 227" name="T24"/>
                  <a:gd fmla="*/ 119 h 315" name="T25"/>
                  <a:gd fmla="*/ 48 w 227" name="T26"/>
                  <a:gd fmla="*/ 126 h 315" name="T27"/>
                  <a:gd fmla="*/ 3 w 227" name="T28"/>
                  <a:gd fmla="*/ 239 h 315" name="T29"/>
                  <a:gd fmla="*/ 11 w 227" name="T30"/>
                  <a:gd fmla="*/ 294 h 315" name="T31"/>
                  <a:gd fmla="*/ 67 w 227" name="T32"/>
                  <a:gd fmla="*/ 302 h 315" name="T33"/>
                  <a:gd fmla="*/ 163 w 227" name="T34"/>
                  <a:gd fmla="*/ 247 h 315" name="T35"/>
                  <a:gd fmla="*/ 221 w 227" name="T36"/>
                  <a:gd fmla="*/ 169 h 315" name="T37"/>
                  <a:gd fmla="*/ 182 w 227" name="T38"/>
                  <a:gd fmla="*/ 106 h 315" name="T39"/>
                  <a:gd fmla="*/ 193 w 227" name="T40"/>
                  <a:gd fmla="*/ 198 h 315" name="T41"/>
                  <a:gd fmla="*/ 155 w 227" name="T42"/>
                  <a:gd fmla="*/ 233 h 315" name="T43"/>
                  <a:gd fmla="*/ 106 w 227" name="T44"/>
                  <a:gd fmla="*/ 269 h 315" name="T45"/>
                  <a:gd fmla="*/ 56 w 227" name="T46"/>
                  <a:gd fmla="*/ 287 h 315" name="T47"/>
                  <a:gd fmla="*/ 25 w 227" name="T48"/>
                  <a:gd fmla="*/ 267 h 315" name="T49"/>
                  <a:gd fmla="*/ 28 w 227" name="T50"/>
                  <a:gd fmla="*/ 188 h 315" name="T51"/>
                  <a:gd fmla="*/ 41 w 227" name="T52"/>
                  <a:gd fmla="*/ 171 h 315" name="T53"/>
                  <a:gd fmla="*/ 75 w 227" name="T54"/>
                  <a:gd fmla="*/ 158 h 315" name="T55"/>
                  <a:gd fmla="*/ 115 w 227" name="T56"/>
                  <a:gd fmla="*/ 140 h 315" name="T57"/>
                  <a:gd fmla="*/ 126 w 227" name="T58"/>
                  <a:gd fmla="*/ 129 h 315" name="T59"/>
                  <a:gd fmla="*/ 127 w 227" name="T60"/>
                  <a:gd fmla="*/ 128 h 315" name="T61"/>
                  <a:gd fmla="*/ 128 w 227" name="T62"/>
                  <a:gd fmla="*/ 128 h 315" name="T63"/>
                  <a:gd fmla="*/ 135 w 227" name="T64"/>
                  <a:gd fmla="*/ 125 h 315" name="T65"/>
                  <a:gd fmla="*/ 188 w 227" name="T66"/>
                  <a:gd fmla="*/ 122 h 315" name="T67"/>
                  <a:gd fmla="*/ 209 w 227" name="T68"/>
                  <a:gd fmla="*/ 156 h 315" name="T69"/>
                  <a:gd fmla="*/ 193 w 227" name="T70"/>
                  <a:gd fmla="*/ 198 h 315" name="T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b="b" l="0" r="r" t="0"/>
                <a:pathLst>
                  <a:path h="315" w="227">
                    <a:moveTo>
                      <a:pt x="182" y="106"/>
                    </a:moveTo>
                    <a:cubicBezTo>
                      <a:pt x="157" y="97"/>
                      <a:pt x="132" y="97"/>
                      <a:pt x="107" y="95"/>
                    </a:cubicBezTo>
                    <a:cubicBezTo>
                      <a:pt x="99" y="94"/>
                      <a:pt x="99" y="94"/>
                      <a:pt x="99" y="94"/>
                    </a:cubicBezTo>
                    <a:cubicBezTo>
                      <a:pt x="95" y="85"/>
                      <a:pt x="95" y="85"/>
                      <a:pt x="95" y="85"/>
                    </a:cubicBezTo>
                    <a:cubicBezTo>
                      <a:pt x="90" y="75"/>
                      <a:pt x="86" y="64"/>
                      <a:pt x="82" y="54"/>
                    </a:cubicBezTo>
                    <a:cubicBezTo>
                      <a:pt x="77" y="40"/>
                      <a:pt x="71" y="25"/>
                      <a:pt x="67" y="10"/>
                    </a:cubicBezTo>
                    <a:cubicBezTo>
                      <a:pt x="67" y="9"/>
                      <a:pt x="67" y="8"/>
                      <a:pt x="67" y="7"/>
                    </a:cubicBezTo>
                    <a:cubicBezTo>
                      <a:pt x="66" y="5"/>
                      <a:pt x="66" y="3"/>
                      <a:pt x="65" y="0"/>
                    </a:cubicBezTo>
                    <a:cubicBezTo>
                      <a:pt x="59" y="3"/>
                      <a:pt x="51" y="2"/>
                      <a:pt x="45" y="5"/>
                    </a:cubicBezTo>
                    <a:cubicBezTo>
                      <a:pt x="36" y="9"/>
                      <a:pt x="30" y="14"/>
                      <a:pt x="25" y="22"/>
                    </a:cubicBezTo>
                    <a:cubicBezTo>
                      <a:pt x="29" y="41"/>
                      <a:pt x="33" y="60"/>
                      <a:pt x="39" y="79"/>
                    </a:cubicBezTo>
                    <a:cubicBezTo>
                      <a:pt x="42" y="91"/>
                      <a:pt x="46" y="102"/>
                      <a:pt x="50" y="113"/>
                    </a:cubicBezTo>
                    <a:cubicBezTo>
                      <a:pt x="53" y="119"/>
                      <a:pt x="53" y="119"/>
                      <a:pt x="53" y="119"/>
                    </a:cubicBezTo>
                    <a:cubicBezTo>
                      <a:pt x="48" y="126"/>
                      <a:pt x="48" y="126"/>
                      <a:pt x="48" y="126"/>
                    </a:cubicBezTo>
                    <a:cubicBezTo>
                      <a:pt x="26" y="161"/>
                      <a:pt x="8" y="198"/>
                      <a:pt x="3" y="239"/>
                    </a:cubicBezTo>
                    <a:cubicBezTo>
                      <a:pt x="1" y="256"/>
                      <a:pt x="0" y="278"/>
                      <a:pt x="11" y="294"/>
                    </a:cubicBezTo>
                    <a:cubicBezTo>
                      <a:pt x="26" y="315"/>
                      <a:pt x="46" y="309"/>
                      <a:pt x="67" y="302"/>
                    </a:cubicBezTo>
                    <a:cubicBezTo>
                      <a:pt x="101" y="288"/>
                      <a:pt x="134" y="271"/>
                      <a:pt x="163" y="247"/>
                    </a:cubicBezTo>
                    <a:cubicBezTo>
                      <a:pt x="187" y="227"/>
                      <a:pt x="214" y="201"/>
                      <a:pt x="221" y="169"/>
                    </a:cubicBezTo>
                    <a:cubicBezTo>
                      <a:pt x="227" y="140"/>
                      <a:pt x="209" y="116"/>
                      <a:pt x="182" y="106"/>
                    </a:cubicBezTo>
                    <a:close/>
                    <a:moveTo>
                      <a:pt x="193" y="198"/>
                    </a:moveTo>
                    <a:cubicBezTo>
                      <a:pt x="182" y="211"/>
                      <a:pt x="168" y="222"/>
                      <a:pt x="155" y="233"/>
                    </a:cubicBezTo>
                    <a:cubicBezTo>
                      <a:pt x="139" y="245"/>
                      <a:pt x="123" y="258"/>
                      <a:pt x="106" y="269"/>
                    </a:cubicBezTo>
                    <a:cubicBezTo>
                      <a:pt x="92" y="278"/>
                      <a:pt x="74" y="289"/>
                      <a:pt x="56" y="287"/>
                    </a:cubicBezTo>
                    <a:cubicBezTo>
                      <a:pt x="42" y="286"/>
                      <a:pt x="31" y="279"/>
                      <a:pt x="25" y="267"/>
                    </a:cubicBezTo>
                    <a:cubicBezTo>
                      <a:pt x="13" y="243"/>
                      <a:pt x="14" y="211"/>
                      <a:pt x="28" y="188"/>
                    </a:cubicBezTo>
                    <a:cubicBezTo>
                      <a:pt x="31" y="182"/>
                      <a:pt x="35" y="176"/>
                      <a:pt x="41" y="171"/>
                    </a:cubicBezTo>
                    <a:cubicBezTo>
                      <a:pt x="50" y="163"/>
                      <a:pt x="63" y="160"/>
                      <a:pt x="75" y="158"/>
                    </a:cubicBezTo>
                    <a:cubicBezTo>
                      <a:pt x="90" y="155"/>
                      <a:pt x="105" y="151"/>
                      <a:pt x="115" y="140"/>
                    </a:cubicBezTo>
                    <a:cubicBezTo>
                      <a:pt x="119" y="137"/>
                      <a:pt x="122" y="132"/>
                      <a:pt x="126" y="129"/>
                    </a:cubicBezTo>
                    <a:cubicBezTo>
                      <a:pt x="126" y="129"/>
                      <a:pt x="126" y="128"/>
                      <a:pt x="127" y="128"/>
                    </a:cubicBezTo>
                    <a:cubicBezTo>
                      <a:pt x="127" y="128"/>
                      <a:pt x="127" y="128"/>
                      <a:pt x="128" y="128"/>
                    </a:cubicBezTo>
                    <a:cubicBezTo>
                      <a:pt x="130" y="126"/>
                      <a:pt x="132" y="125"/>
                      <a:pt x="135" y="125"/>
                    </a:cubicBezTo>
                    <a:cubicBezTo>
                      <a:pt x="152" y="118"/>
                      <a:pt x="172" y="114"/>
                      <a:pt x="188" y="122"/>
                    </a:cubicBezTo>
                    <a:cubicBezTo>
                      <a:pt x="201" y="129"/>
                      <a:pt x="208" y="142"/>
                      <a:pt x="209" y="156"/>
                    </a:cubicBezTo>
                    <a:cubicBezTo>
                      <a:pt x="210" y="172"/>
                      <a:pt x="203" y="186"/>
                      <a:pt x="193" y="1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1b964bc-a94f-434e-b1a0-a8a4bc0b9fcb" id="178" name="íšļîḋé">
                <a:extLst>
                  <a:ext uri="{FF2B5EF4-FFF2-40B4-BE49-F238E27FC236}">
                    <a16:creationId id="{13EF5DFE-792B-3E72-90DE-F8BE69436F63}"/>
                  </a:ext>
                </a:extLst>
              </p:cNvPr>
              <p:cNvSpPr/>
              <p:nvPr/>
            </p:nvSpPr>
            <p:spPr bwMode="auto">
              <a:xfrm flipV="false" flipH="false">
                <a:off x="5522593" y="2448768"/>
                <a:ext cx="463069" cy="580271"/>
              </a:xfrm>
              <a:custGeom>
                <a:avLst/>
                <a:gdLst>
                  <a:gd fmla="*/ 217 w 218" name="T0"/>
                  <a:gd fmla="*/ 177 h 313" name="T1"/>
                  <a:gd fmla="*/ 187 w 218" name="T2"/>
                  <a:gd fmla="*/ 202 h 313" name="T3"/>
                  <a:gd fmla="*/ 155 w 218" name="T4"/>
                  <a:gd fmla="*/ 231 h 313" name="T5"/>
                  <a:gd fmla="*/ 106 w 218" name="T6"/>
                  <a:gd fmla="*/ 267 h 313" name="T7"/>
                  <a:gd fmla="*/ 56 w 218" name="T8"/>
                  <a:gd fmla="*/ 285 h 313" name="T9"/>
                  <a:gd fmla="*/ 25 w 218" name="T10"/>
                  <a:gd fmla="*/ 265 h 313" name="T11"/>
                  <a:gd fmla="*/ 28 w 218" name="T12"/>
                  <a:gd fmla="*/ 186 h 313" name="T13"/>
                  <a:gd fmla="*/ 41 w 218" name="T14"/>
                  <a:gd fmla="*/ 169 h 313" name="T15"/>
                  <a:gd fmla="*/ 75 w 218" name="T16"/>
                  <a:gd fmla="*/ 156 h 313" name="T17"/>
                  <a:gd fmla="*/ 104 w 218" name="T18"/>
                  <a:gd fmla="*/ 147 h 313" name="T19"/>
                  <a:gd fmla="*/ 102 w 218" name="T20"/>
                  <a:gd fmla="*/ 147 h 313" name="T21"/>
                  <a:gd fmla="*/ 73 w 218" name="T22"/>
                  <a:gd fmla="*/ 138 h 313" name="T23"/>
                  <a:gd fmla="*/ 62 w 218" name="T24"/>
                  <a:gd fmla="*/ 106 h 313" name="T25"/>
                  <a:gd fmla="*/ 55 w 218" name="T26"/>
                  <a:gd fmla="*/ 0 h 313" name="T27"/>
                  <a:gd fmla="*/ 45 w 218" name="T28"/>
                  <a:gd fmla="*/ 3 h 313" name="T29"/>
                  <a:gd fmla="*/ 25 w 218" name="T30"/>
                  <a:gd fmla="*/ 20 h 313" name="T31"/>
                  <a:gd fmla="*/ 39 w 218" name="T32"/>
                  <a:gd fmla="*/ 77 h 313" name="T33"/>
                  <a:gd fmla="*/ 50 w 218" name="T34"/>
                  <a:gd fmla="*/ 111 h 313" name="T35"/>
                  <a:gd fmla="*/ 53 w 218" name="T36"/>
                  <a:gd fmla="*/ 117 h 313" name="T37"/>
                  <a:gd fmla="*/ 48 w 218" name="T38"/>
                  <a:gd fmla="*/ 124 h 313" name="T39"/>
                  <a:gd fmla="*/ 3 w 218" name="T40"/>
                  <a:gd fmla="*/ 237 h 313" name="T41"/>
                  <a:gd fmla="*/ 11 w 218" name="T42"/>
                  <a:gd fmla="*/ 292 h 313" name="T43"/>
                  <a:gd fmla="*/ 67 w 218" name="T44"/>
                  <a:gd fmla="*/ 300 h 313" name="T45"/>
                  <a:gd fmla="*/ 163 w 218" name="T46"/>
                  <a:gd fmla="*/ 245 h 313" name="T47"/>
                  <a:gd fmla="*/ 218 w 218" name="T48"/>
                  <a:gd fmla="*/ 176 h 313" name="T49"/>
                  <a:gd fmla="*/ 217 w 218" name="T50"/>
                  <a:gd fmla="*/ 177 h 313" name="T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b="b" l="0" r="r" t="0"/>
                <a:pathLst>
                  <a:path h="313" w="218">
                    <a:moveTo>
                      <a:pt x="217" y="177"/>
                    </a:moveTo>
                    <a:cubicBezTo>
                      <a:pt x="210" y="186"/>
                      <a:pt x="199" y="196"/>
                      <a:pt x="187" y="202"/>
                    </a:cubicBezTo>
                    <a:cubicBezTo>
                      <a:pt x="177" y="213"/>
                      <a:pt x="166" y="222"/>
                      <a:pt x="155" y="231"/>
                    </a:cubicBezTo>
                    <a:cubicBezTo>
                      <a:pt x="139" y="243"/>
                      <a:pt x="123" y="256"/>
                      <a:pt x="106" y="267"/>
                    </a:cubicBezTo>
                    <a:cubicBezTo>
                      <a:pt x="92" y="276"/>
                      <a:pt x="74" y="287"/>
                      <a:pt x="56" y="285"/>
                    </a:cubicBezTo>
                    <a:cubicBezTo>
                      <a:pt x="42" y="284"/>
                      <a:pt x="31" y="277"/>
                      <a:pt x="25" y="265"/>
                    </a:cubicBezTo>
                    <a:cubicBezTo>
                      <a:pt x="13" y="241"/>
                      <a:pt x="14" y="209"/>
                      <a:pt x="28" y="186"/>
                    </a:cubicBezTo>
                    <a:cubicBezTo>
                      <a:pt x="31" y="180"/>
                      <a:pt x="35" y="174"/>
                      <a:pt x="41" y="169"/>
                    </a:cubicBezTo>
                    <a:cubicBezTo>
                      <a:pt x="50" y="161"/>
                      <a:pt x="63" y="158"/>
                      <a:pt x="75" y="156"/>
                    </a:cubicBezTo>
                    <a:cubicBezTo>
                      <a:pt x="85" y="154"/>
                      <a:pt x="95" y="151"/>
                      <a:pt x="104" y="147"/>
                    </a:cubicBezTo>
                    <a:cubicBezTo>
                      <a:pt x="103" y="147"/>
                      <a:pt x="103" y="147"/>
                      <a:pt x="102" y="147"/>
                    </a:cubicBezTo>
                    <a:cubicBezTo>
                      <a:pt x="92" y="147"/>
                      <a:pt x="80" y="145"/>
                      <a:pt x="73" y="138"/>
                    </a:cubicBezTo>
                    <a:cubicBezTo>
                      <a:pt x="64" y="128"/>
                      <a:pt x="64" y="118"/>
                      <a:pt x="62" y="106"/>
                    </a:cubicBezTo>
                    <a:cubicBezTo>
                      <a:pt x="61" y="93"/>
                      <a:pt x="37" y="19"/>
                      <a:pt x="55" y="0"/>
                    </a:cubicBezTo>
                    <a:cubicBezTo>
                      <a:pt x="52" y="1"/>
                      <a:pt x="48" y="2"/>
                      <a:pt x="45" y="3"/>
                    </a:cubicBezTo>
                    <a:cubicBezTo>
                      <a:pt x="36" y="7"/>
                      <a:pt x="30" y="12"/>
                      <a:pt x="25" y="20"/>
                    </a:cubicBezTo>
                    <a:cubicBezTo>
                      <a:pt x="29" y="39"/>
                      <a:pt x="33" y="58"/>
                      <a:pt x="39" y="77"/>
                    </a:cubicBezTo>
                    <a:cubicBezTo>
                      <a:pt x="42" y="89"/>
                      <a:pt x="46" y="100"/>
                      <a:pt x="50" y="111"/>
                    </a:cubicBezTo>
                    <a:cubicBezTo>
                      <a:pt x="53" y="117"/>
                      <a:pt x="53" y="117"/>
                      <a:pt x="53" y="117"/>
                    </a:cubicBezTo>
                    <a:cubicBezTo>
                      <a:pt x="48" y="124"/>
                      <a:pt x="48" y="124"/>
                      <a:pt x="48" y="124"/>
                    </a:cubicBezTo>
                    <a:cubicBezTo>
                      <a:pt x="26" y="159"/>
                      <a:pt x="8" y="196"/>
                      <a:pt x="3" y="237"/>
                    </a:cubicBezTo>
                    <a:cubicBezTo>
                      <a:pt x="1" y="254"/>
                      <a:pt x="0" y="276"/>
                      <a:pt x="11" y="292"/>
                    </a:cubicBezTo>
                    <a:cubicBezTo>
                      <a:pt x="26" y="313"/>
                      <a:pt x="46" y="307"/>
                      <a:pt x="67" y="300"/>
                    </a:cubicBezTo>
                    <a:cubicBezTo>
                      <a:pt x="101" y="286"/>
                      <a:pt x="134" y="269"/>
                      <a:pt x="163" y="245"/>
                    </a:cubicBezTo>
                    <a:cubicBezTo>
                      <a:pt x="185" y="227"/>
                      <a:pt x="209" y="204"/>
                      <a:pt x="218" y="176"/>
                    </a:cubicBezTo>
                    <a:cubicBezTo>
                      <a:pt x="218" y="176"/>
                      <a:pt x="218" y="177"/>
                      <a:pt x="217" y="177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70944af-f836-450c-8ce5-3ca519676709" id="180" name="išľiďe">
                <a:extLst>
                  <a:ext uri="{FF2B5EF4-FFF2-40B4-BE49-F238E27FC236}">
                    <a16:creationId id="{74591E7D-ADD8-9435-2A06-B5E78B97A055}"/>
                  </a:ext>
                </a:extLst>
              </p:cNvPr>
              <p:cNvSpPr/>
              <p:nvPr/>
            </p:nvSpPr>
            <p:spPr bwMode="auto">
              <a:xfrm flipV="false" flipH="false">
                <a:off x="5482131" y="2146087"/>
                <a:ext cx="65640" cy="77631"/>
              </a:xfrm>
              <a:custGeom>
                <a:avLst/>
                <a:gdLst>
                  <a:gd fmla="*/ 24 w 31" name="T0"/>
                  <a:gd fmla="*/ 13 h 42" name="T1"/>
                  <a:gd fmla="*/ 4 w 31" name="T2"/>
                  <a:gd fmla="*/ 2 h 42" name="T3"/>
                  <a:gd fmla="*/ 2 w 31" name="T4"/>
                  <a:gd fmla="*/ 8 h 42" name="T5"/>
                  <a:gd fmla="*/ 8 w 31" name="T6"/>
                  <a:gd fmla="*/ 21 h 42" name="T7"/>
                  <a:gd fmla="*/ 12 w 31" name="T8"/>
                  <a:gd fmla="*/ 39 h 42" name="T9"/>
                  <a:gd fmla="*/ 21 w 31" name="T10"/>
                  <a:gd fmla="*/ 40 h 42" name="T11"/>
                  <a:gd fmla="*/ 24 w 31" name="T12"/>
                  <a:gd fmla="*/ 13 h 42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42" w="31">
                    <a:moveTo>
                      <a:pt x="24" y="13"/>
                    </a:moveTo>
                    <a:cubicBezTo>
                      <a:pt x="21" y="6"/>
                      <a:pt x="12" y="0"/>
                      <a:pt x="4" y="2"/>
                    </a:cubicBezTo>
                    <a:cubicBezTo>
                      <a:pt x="1" y="3"/>
                      <a:pt x="0" y="6"/>
                      <a:pt x="2" y="8"/>
                    </a:cubicBezTo>
                    <a:cubicBezTo>
                      <a:pt x="4" y="13"/>
                      <a:pt x="7" y="16"/>
                      <a:pt x="8" y="21"/>
                    </a:cubicBezTo>
                    <a:cubicBezTo>
                      <a:pt x="10" y="28"/>
                      <a:pt x="7" y="33"/>
                      <a:pt x="12" y="39"/>
                    </a:cubicBezTo>
                    <a:cubicBezTo>
                      <a:pt x="14" y="42"/>
                      <a:pt x="18" y="41"/>
                      <a:pt x="21" y="40"/>
                    </a:cubicBezTo>
                    <a:cubicBezTo>
                      <a:pt x="31" y="36"/>
                      <a:pt x="28" y="21"/>
                      <a:pt x="24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544a3c6-e977-4ff0-afee-a31057197dca" id="181" name="í$ḻïḋê">
                <a:extLst>
                  <a:ext uri="{FF2B5EF4-FFF2-40B4-BE49-F238E27FC236}">
                    <a16:creationId id="{18C60291-6D8E-42D8-F217-B99CDB3844C3}"/>
                  </a:ext>
                </a:extLst>
              </p:cNvPr>
              <p:cNvSpPr/>
              <p:nvPr/>
            </p:nvSpPr>
            <p:spPr bwMode="auto">
              <a:xfrm flipV="false" flipH="false">
                <a:off x="5626895" y="2275472"/>
                <a:ext cx="42261" cy="52538"/>
              </a:xfrm>
              <a:custGeom>
                <a:avLst/>
                <a:gdLst>
                  <a:gd fmla="*/ 10 w 20" name="T0"/>
                  <a:gd fmla="*/ 3 h 28" name="T1"/>
                  <a:gd fmla="*/ 2 w 20" name="T2"/>
                  <a:gd fmla="*/ 7 h 28" name="T3"/>
                  <a:gd fmla="*/ 3 w 20" name="T4"/>
                  <a:gd fmla="*/ 15 h 28" name="T5"/>
                  <a:gd fmla="*/ 3 w 20" name="T6"/>
                  <a:gd fmla="*/ 23 h 28" name="T7"/>
                  <a:gd fmla="*/ 10 w 20" name="T8"/>
                  <a:gd fmla="*/ 27 h 28" name="T9"/>
                  <a:gd fmla="*/ 10 w 20" name="T10"/>
                  <a:gd fmla="*/ 3 h 28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28" w="20">
                    <a:moveTo>
                      <a:pt x="10" y="3"/>
                    </a:moveTo>
                    <a:cubicBezTo>
                      <a:pt x="7" y="0"/>
                      <a:pt x="0" y="3"/>
                      <a:pt x="2" y="7"/>
                    </a:cubicBezTo>
                    <a:cubicBezTo>
                      <a:pt x="3" y="10"/>
                      <a:pt x="3" y="12"/>
                      <a:pt x="3" y="15"/>
                    </a:cubicBezTo>
                    <a:cubicBezTo>
                      <a:pt x="4" y="17"/>
                      <a:pt x="3" y="20"/>
                      <a:pt x="3" y="23"/>
                    </a:cubicBezTo>
                    <a:cubicBezTo>
                      <a:pt x="4" y="26"/>
                      <a:pt x="7" y="28"/>
                      <a:pt x="10" y="27"/>
                    </a:cubicBezTo>
                    <a:cubicBezTo>
                      <a:pt x="20" y="23"/>
                      <a:pt x="16" y="8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f55f09e-b824-411c-8c4a-779361e9131a" id="182" name="î$ḷíḋè">
                <a:extLst>
                  <a:ext uri="{FF2B5EF4-FFF2-40B4-BE49-F238E27FC236}">
                    <a16:creationId id="{3CE2F0DC-25D6-12D5-58A7-AFE73712985D}"/>
                  </a:ext>
                </a:extLst>
              </p:cNvPr>
              <p:cNvSpPr/>
              <p:nvPr/>
            </p:nvSpPr>
            <p:spPr bwMode="auto">
              <a:xfrm flipV="false" flipH="false">
                <a:off x="5490223" y="2359375"/>
                <a:ext cx="13487" cy="13329"/>
              </a:xfrm>
              <a:custGeom>
                <a:avLst/>
                <a:gdLst>
                  <a:gd fmla="*/ 5 w 6" name="T0"/>
                  <a:gd fmla="*/ 4 h 7" name="T1"/>
                  <a:gd fmla="*/ 4 w 6" name="T2"/>
                  <a:gd fmla="*/ 1 h 7" name="T3"/>
                  <a:gd fmla="*/ 1 w 6" name="T4"/>
                  <a:gd fmla="*/ 2 h 7" name="T5"/>
                  <a:gd fmla="*/ 1 w 6" name="T6"/>
                  <a:gd fmla="*/ 5 h 7" name="T7"/>
                  <a:gd fmla="*/ 4 w 6" name="T8"/>
                  <a:gd fmla="*/ 7 h 7" name="T9"/>
                  <a:gd fmla="*/ 5 w 6" name="T10"/>
                  <a:gd fmla="*/ 4 h 7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7" w="6">
                    <a:moveTo>
                      <a:pt x="5" y="4"/>
                    </a:move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6"/>
                      <a:pt x="2" y="7"/>
                      <a:pt x="4" y="7"/>
                    </a:cubicBezTo>
                    <a:cubicBezTo>
                      <a:pt x="5" y="7"/>
                      <a:pt x="6" y="5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ca7356d-9bb8-4f96-99d8-31d07b7d8cab" id="183" name="ïṥľïďe">
                <a:extLst>
                  <a:ext uri="{FF2B5EF4-FFF2-40B4-BE49-F238E27FC236}">
                    <a16:creationId id="{C554D0A3-B68B-9F87-54E8-2C0B4940C467}"/>
                  </a:ext>
                </a:extLst>
              </p:cNvPr>
              <p:cNvSpPr/>
              <p:nvPr/>
            </p:nvSpPr>
            <p:spPr bwMode="auto">
              <a:xfrm flipV="false" flipH="false">
                <a:off x="5550468" y="2656568"/>
                <a:ext cx="418111" cy="324638"/>
              </a:xfrm>
              <a:custGeom>
                <a:avLst/>
                <a:gdLst>
                  <a:gd fmla="*/ 196 w 197" name="T0"/>
                  <a:gd fmla="*/ 42 h 175" name="T1"/>
                  <a:gd fmla="*/ 175 w 197" name="T2"/>
                  <a:gd fmla="*/ 8 h 175" name="T3"/>
                  <a:gd fmla="*/ 122 w 197" name="T4"/>
                  <a:gd fmla="*/ 11 h 175" name="T5"/>
                  <a:gd fmla="*/ 115 w 197" name="T6"/>
                  <a:gd fmla="*/ 14 h 175" name="T7"/>
                  <a:gd fmla="*/ 114 w 197" name="T8"/>
                  <a:gd fmla="*/ 14 h 175" name="T9"/>
                  <a:gd fmla="*/ 113 w 197" name="T10"/>
                  <a:gd fmla="*/ 15 h 175" name="T11"/>
                  <a:gd fmla="*/ 102 w 197" name="T12"/>
                  <a:gd fmla="*/ 26 h 175" name="T13"/>
                  <a:gd fmla="*/ 62 w 197" name="T14"/>
                  <a:gd fmla="*/ 44 h 175" name="T15"/>
                  <a:gd fmla="*/ 28 w 197" name="T16"/>
                  <a:gd fmla="*/ 57 h 175" name="T17"/>
                  <a:gd fmla="*/ 15 w 197" name="T18"/>
                  <a:gd fmla="*/ 74 h 175" name="T19"/>
                  <a:gd fmla="*/ 12 w 197" name="T20"/>
                  <a:gd fmla="*/ 153 h 175" name="T21"/>
                  <a:gd fmla="*/ 43 w 197" name="T22"/>
                  <a:gd fmla="*/ 173 h 175" name="T23"/>
                  <a:gd fmla="*/ 93 w 197" name="T24"/>
                  <a:gd fmla="*/ 155 h 175" name="T25"/>
                  <a:gd fmla="*/ 142 w 197" name="T26"/>
                  <a:gd fmla="*/ 119 h 175" name="T27"/>
                  <a:gd fmla="*/ 180 w 197" name="T28"/>
                  <a:gd fmla="*/ 84 h 175" name="T29"/>
                  <a:gd fmla="*/ 196 w 197" name="T30"/>
                  <a:gd fmla="*/ 42 h 175" name="T31"/>
                  <a:gd fmla="*/ 168 w 197" name="T32"/>
                  <a:gd fmla="*/ 90 h 175" name="T33"/>
                  <a:gd fmla="*/ 129 w 197" name="T34"/>
                  <a:gd fmla="*/ 123 h 175" name="T35"/>
                  <a:gd fmla="*/ 78 w 197" name="T36"/>
                  <a:gd fmla="*/ 159 h 175" name="T37"/>
                  <a:gd fmla="*/ 25 w 197" name="T38"/>
                  <a:gd fmla="*/ 162 h 175" name="T39"/>
                  <a:gd fmla="*/ 8 w 197" name="T40"/>
                  <a:gd fmla="*/ 118 h 175" name="T41"/>
                  <a:gd fmla="*/ 18 w 197" name="T42"/>
                  <a:gd fmla="*/ 74 h 175" name="T43"/>
                  <a:gd fmla="*/ 22 w 197" name="T44"/>
                  <a:gd fmla="*/ 68 h 175" name="T45"/>
                  <a:gd fmla="*/ 20 w 197" name="T46"/>
                  <a:gd fmla="*/ 80 h 175" name="T47"/>
                  <a:gd fmla="*/ 35 w 197" name="T48"/>
                  <a:gd fmla="*/ 98 h 175" name="T49"/>
                  <a:gd fmla="*/ 36 w 197" name="T50"/>
                  <a:gd fmla="*/ 96 h 175" name="T51"/>
                  <a:gd fmla="*/ 26 w 197" name="T52"/>
                  <a:gd fmla="*/ 89 h 175" name="T53"/>
                  <a:gd fmla="*/ 24 w 197" name="T54"/>
                  <a:gd fmla="*/ 78 h 175" name="T55"/>
                  <a:gd fmla="*/ 30 w 197" name="T56"/>
                  <a:gd fmla="*/ 60 h 175" name="T57"/>
                  <a:gd fmla="*/ 34 w 197" name="T58"/>
                  <a:gd fmla="*/ 57 h 175" name="T59"/>
                  <a:gd fmla="*/ 70 w 197" name="T60"/>
                  <a:gd fmla="*/ 46 h 175" name="T61"/>
                  <a:gd fmla="*/ 100 w 197" name="T62"/>
                  <a:gd fmla="*/ 34 h 175" name="T63"/>
                  <a:gd fmla="*/ 126 w 197" name="T64"/>
                  <a:gd fmla="*/ 13 h 175" name="T65"/>
                  <a:gd fmla="*/ 126 w 197" name="T66"/>
                  <a:gd fmla="*/ 13 h 175" name="T67"/>
                  <a:gd fmla="*/ 141 w 197" name="T68"/>
                  <a:gd fmla="*/ 9 h 175" name="T69"/>
                  <a:gd fmla="*/ 159 w 197" name="T70"/>
                  <a:gd fmla="*/ 17 h 175" name="T71"/>
                  <a:gd fmla="*/ 161 w 197" name="T72"/>
                  <a:gd fmla="*/ 16 h 175" name="T73"/>
                  <a:gd fmla="*/ 155 w 197" name="T74"/>
                  <a:gd fmla="*/ 8 h 175" name="T75"/>
                  <a:gd fmla="*/ 163 w 197" name="T76"/>
                  <a:gd fmla="*/ 9 h 175" name="T77"/>
                  <a:gd fmla="*/ 192 w 197" name="T78"/>
                  <a:gd fmla="*/ 44 h 175" name="T79"/>
                  <a:gd fmla="*/ 168 w 197" name="T80"/>
                  <a:gd fmla="*/ 90 h 175" name="T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b="b" l="0" r="r" t="0"/>
                <a:pathLst>
                  <a:path h="175" w="197">
                    <a:moveTo>
                      <a:pt x="196" y="42"/>
                    </a:moveTo>
                    <a:cubicBezTo>
                      <a:pt x="195" y="28"/>
                      <a:pt x="188" y="15"/>
                      <a:pt x="175" y="8"/>
                    </a:cubicBezTo>
                    <a:cubicBezTo>
                      <a:pt x="159" y="0"/>
                      <a:pt x="139" y="4"/>
                      <a:pt x="122" y="11"/>
                    </a:cubicBezTo>
                    <a:cubicBezTo>
                      <a:pt x="119" y="11"/>
                      <a:pt x="117" y="12"/>
                      <a:pt x="115" y="14"/>
                    </a:cubicBezTo>
                    <a:cubicBezTo>
                      <a:pt x="114" y="14"/>
                      <a:pt x="114" y="14"/>
                      <a:pt x="114" y="14"/>
                    </a:cubicBezTo>
                    <a:cubicBezTo>
                      <a:pt x="113" y="14"/>
                      <a:pt x="113" y="15"/>
                      <a:pt x="113" y="15"/>
                    </a:cubicBezTo>
                    <a:cubicBezTo>
                      <a:pt x="109" y="18"/>
                      <a:pt x="106" y="23"/>
                      <a:pt x="102" y="26"/>
                    </a:cubicBezTo>
                    <a:cubicBezTo>
                      <a:pt x="92" y="37"/>
                      <a:pt x="77" y="41"/>
                      <a:pt x="62" y="44"/>
                    </a:cubicBezTo>
                    <a:cubicBezTo>
                      <a:pt x="50" y="46"/>
                      <a:pt x="37" y="49"/>
                      <a:pt x="28" y="57"/>
                    </a:cubicBezTo>
                    <a:cubicBezTo>
                      <a:pt x="22" y="62"/>
                      <a:pt x="18" y="68"/>
                      <a:pt x="15" y="74"/>
                    </a:cubicBezTo>
                    <a:cubicBezTo>
                      <a:pt x="1" y="97"/>
                      <a:pt x="0" y="129"/>
                      <a:pt x="12" y="153"/>
                    </a:cubicBezTo>
                    <a:cubicBezTo>
                      <a:pt x="18" y="165"/>
                      <a:pt x="29" y="172"/>
                      <a:pt x="43" y="173"/>
                    </a:cubicBezTo>
                    <a:cubicBezTo>
                      <a:pt x="61" y="175"/>
                      <a:pt x="79" y="164"/>
                      <a:pt x="93" y="155"/>
                    </a:cubicBezTo>
                    <a:cubicBezTo>
                      <a:pt x="110" y="144"/>
                      <a:pt x="126" y="131"/>
                      <a:pt x="142" y="119"/>
                    </a:cubicBezTo>
                    <a:cubicBezTo>
                      <a:pt x="155" y="108"/>
                      <a:pt x="169" y="97"/>
                      <a:pt x="180" y="84"/>
                    </a:cubicBezTo>
                    <a:cubicBezTo>
                      <a:pt x="190" y="72"/>
                      <a:pt x="197" y="58"/>
                      <a:pt x="196" y="42"/>
                    </a:cubicBezTo>
                    <a:close/>
                    <a:moveTo>
                      <a:pt x="168" y="90"/>
                    </a:moveTo>
                    <a:cubicBezTo>
                      <a:pt x="156" y="103"/>
                      <a:pt x="142" y="112"/>
                      <a:pt x="129" y="123"/>
                    </a:cubicBezTo>
                    <a:cubicBezTo>
                      <a:pt x="113" y="136"/>
                      <a:pt x="97" y="149"/>
                      <a:pt x="78" y="159"/>
                    </a:cubicBezTo>
                    <a:cubicBezTo>
                      <a:pt x="62" y="168"/>
                      <a:pt x="41" y="175"/>
                      <a:pt x="25" y="162"/>
                    </a:cubicBezTo>
                    <a:cubicBezTo>
                      <a:pt x="12" y="152"/>
                      <a:pt x="9" y="133"/>
                      <a:pt x="8" y="118"/>
                    </a:cubicBezTo>
                    <a:cubicBezTo>
                      <a:pt x="8" y="103"/>
                      <a:pt x="11" y="87"/>
                      <a:pt x="18" y="74"/>
                    </a:cubicBezTo>
                    <a:cubicBezTo>
                      <a:pt x="19" y="72"/>
                      <a:pt x="21" y="70"/>
                      <a:pt x="22" y="68"/>
                    </a:cubicBezTo>
                    <a:cubicBezTo>
                      <a:pt x="21" y="72"/>
                      <a:pt x="20" y="76"/>
                      <a:pt x="20" y="80"/>
                    </a:cubicBezTo>
                    <a:cubicBezTo>
                      <a:pt x="19" y="90"/>
                      <a:pt x="26" y="95"/>
                      <a:pt x="35" y="98"/>
                    </a:cubicBezTo>
                    <a:cubicBezTo>
                      <a:pt x="36" y="98"/>
                      <a:pt x="36" y="97"/>
                      <a:pt x="36" y="96"/>
                    </a:cubicBezTo>
                    <a:cubicBezTo>
                      <a:pt x="32" y="95"/>
                      <a:pt x="28" y="93"/>
                      <a:pt x="26" y="89"/>
                    </a:cubicBezTo>
                    <a:cubicBezTo>
                      <a:pt x="24" y="86"/>
                      <a:pt x="24" y="82"/>
                      <a:pt x="24" y="78"/>
                    </a:cubicBezTo>
                    <a:cubicBezTo>
                      <a:pt x="24" y="72"/>
                      <a:pt x="27" y="65"/>
                      <a:pt x="30" y="60"/>
                    </a:cubicBezTo>
                    <a:cubicBezTo>
                      <a:pt x="32" y="59"/>
                      <a:pt x="33" y="58"/>
                      <a:pt x="34" y="57"/>
                    </a:cubicBezTo>
                    <a:cubicBezTo>
                      <a:pt x="45" y="50"/>
                      <a:pt x="58" y="49"/>
                      <a:pt x="70" y="46"/>
                    </a:cubicBezTo>
                    <a:cubicBezTo>
                      <a:pt x="81" y="44"/>
                      <a:pt x="91" y="41"/>
                      <a:pt x="100" y="34"/>
                    </a:cubicBezTo>
                    <a:cubicBezTo>
                      <a:pt x="109" y="27"/>
                      <a:pt x="114" y="17"/>
                      <a:pt x="126" y="13"/>
                    </a:cubicBezTo>
                    <a:cubicBezTo>
                      <a:pt x="126" y="13"/>
                      <a:pt x="126" y="13"/>
                      <a:pt x="126" y="13"/>
                    </a:cubicBezTo>
                    <a:cubicBezTo>
                      <a:pt x="131" y="11"/>
                      <a:pt x="136" y="10"/>
                      <a:pt x="141" y="9"/>
                    </a:cubicBezTo>
                    <a:cubicBezTo>
                      <a:pt x="148" y="9"/>
                      <a:pt x="155" y="10"/>
                      <a:pt x="159" y="17"/>
                    </a:cubicBezTo>
                    <a:cubicBezTo>
                      <a:pt x="160" y="17"/>
                      <a:pt x="161" y="17"/>
                      <a:pt x="161" y="16"/>
                    </a:cubicBezTo>
                    <a:cubicBezTo>
                      <a:pt x="160" y="12"/>
                      <a:pt x="158" y="10"/>
                      <a:pt x="155" y="8"/>
                    </a:cubicBezTo>
                    <a:cubicBezTo>
                      <a:pt x="158" y="8"/>
                      <a:pt x="160" y="9"/>
                      <a:pt x="163" y="9"/>
                    </a:cubicBezTo>
                    <a:cubicBezTo>
                      <a:pt x="180" y="12"/>
                      <a:pt x="191" y="26"/>
                      <a:pt x="192" y="44"/>
                    </a:cubicBezTo>
                    <a:cubicBezTo>
                      <a:pt x="193" y="62"/>
                      <a:pt x="180" y="78"/>
                      <a:pt x="168" y="9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b1b583e-7a34-4079-b3c5-1b087873b7f6" id="184" name="íşļidê">
                <a:extLst>
                  <a:ext uri="{FF2B5EF4-FFF2-40B4-BE49-F238E27FC236}">
                    <a16:creationId id="{D6186DB5-F1D8-A50C-3763-E6D61117903A}"/>
                  </a:ext>
                </a:extLst>
              </p:cNvPr>
              <p:cNvSpPr/>
              <p:nvPr/>
            </p:nvSpPr>
            <p:spPr bwMode="auto">
              <a:xfrm flipV="false" flipH="false">
                <a:off x="5637685" y="2697343"/>
                <a:ext cx="254462" cy="142715"/>
              </a:xfrm>
              <a:custGeom>
                <a:avLst/>
                <a:gdLst>
                  <a:gd fmla="*/ 119 w 120" name="T0"/>
                  <a:gd fmla="*/ 0 h 77" name="T1"/>
                  <a:gd fmla="*/ 89 w 120" name="T2"/>
                  <a:gd fmla="*/ 18 h 77" name="T3"/>
                  <a:gd fmla="*/ 65 w 120" name="T4"/>
                  <a:gd fmla="*/ 36 h 77" name="T5"/>
                  <a:gd fmla="*/ 41 w 120" name="T6"/>
                  <a:gd fmla="*/ 62 h 77" name="T7"/>
                  <a:gd fmla="*/ 1 w 120" name="T8"/>
                  <a:gd fmla="*/ 74 h 77" name="T9"/>
                  <a:gd fmla="*/ 1 w 120" name="T10"/>
                  <a:gd fmla="*/ 75 h 77" name="T11"/>
                  <a:gd fmla="*/ 65 w 120" name="T12"/>
                  <a:gd fmla="*/ 43 h 77" name="T13"/>
                  <a:gd fmla="*/ 79 w 120" name="T14"/>
                  <a:gd fmla="*/ 26 h 77" name="T15"/>
                  <a:gd fmla="*/ 102 w 120" name="T16"/>
                  <a:gd fmla="*/ 19 h 77" name="T17"/>
                  <a:gd fmla="*/ 120 w 120" name="T18"/>
                  <a:gd fmla="*/ 0 h 77" name="T19"/>
                  <a:gd fmla="*/ 119 w 120" name="T20"/>
                  <a:gd fmla="*/ 0 h 77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77" w="120">
                    <a:moveTo>
                      <a:pt x="119" y="0"/>
                    </a:moveTo>
                    <a:cubicBezTo>
                      <a:pt x="116" y="13"/>
                      <a:pt x="101" y="16"/>
                      <a:pt x="89" y="18"/>
                    </a:cubicBezTo>
                    <a:cubicBezTo>
                      <a:pt x="78" y="20"/>
                      <a:pt x="71" y="27"/>
                      <a:pt x="65" y="36"/>
                    </a:cubicBezTo>
                    <a:cubicBezTo>
                      <a:pt x="58" y="46"/>
                      <a:pt x="52" y="55"/>
                      <a:pt x="41" y="62"/>
                    </a:cubicBezTo>
                    <a:cubicBezTo>
                      <a:pt x="29" y="69"/>
                      <a:pt x="15" y="73"/>
                      <a:pt x="1" y="74"/>
                    </a:cubicBezTo>
                    <a:cubicBezTo>
                      <a:pt x="0" y="74"/>
                      <a:pt x="0" y="75"/>
                      <a:pt x="1" y="75"/>
                    </a:cubicBezTo>
                    <a:cubicBezTo>
                      <a:pt x="27" y="77"/>
                      <a:pt x="51" y="64"/>
                      <a:pt x="65" y="43"/>
                    </a:cubicBezTo>
                    <a:cubicBezTo>
                      <a:pt x="69" y="36"/>
                      <a:pt x="73" y="30"/>
                      <a:pt x="79" y="26"/>
                    </a:cubicBezTo>
                    <a:cubicBezTo>
                      <a:pt x="86" y="21"/>
                      <a:pt x="95" y="21"/>
                      <a:pt x="102" y="19"/>
                    </a:cubicBezTo>
                    <a:cubicBezTo>
                      <a:pt x="110" y="16"/>
                      <a:pt x="119" y="10"/>
                      <a:pt x="120" y="0"/>
                    </a:cubicBezTo>
                    <a:cubicBezTo>
                      <a:pt x="120" y="0"/>
                      <a:pt x="119" y="0"/>
                      <a:pt x="119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058a9e8-ed8a-4959-98e4-e09461cf9bfe" id="185" name="íṡlîdé">
                <a:extLst>
                  <a:ext uri="{FF2B5EF4-FFF2-40B4-BE49-F238E27FC236}">
                    <a16:creationId id="{A328E3F9-6F0A-0FE0-A779-0A8FF00234CB}"/>
                  </a:ext>
                </a:extLst>
              </p:cNvPr>
              <p:cNvSpPr/>
              <p:nvPr/>
            </p:nvSpPr>
            <p:spPr bwMode="auto">
              <a:xfrm flipV="false" flipH="false">
                <a:off x="5611611" y="2880835"/>
                <a:ext cx="34168" cy="24309"/>
              </a:xfrm>
              <a:custGeom>
                <a:avLst/>
                <a:gdLst>
                  <a:gd fmla="*/ 15 w 16" name="T0"/>
                  <a:gd fmla="*/ 4 h 13" name="T1"/>
                  <a:gd fmla="*/ 10 w 16" name="T2"/>
                  <a:gd fmla="*/ 0 h 13" name="T3"/>
                  <a:gd fmla="*/ 9 w 16" name="T4"/>
                  <a:gd fmla="*/ 1 h 13" name="T5"/>
                  <a:gd fmla="*/ 13 w 16" name="T6"/>
                  <a:gd fmla="*/ 5 h 13" name="T7"/>
                  <a:gd fmla="*/ 13 w 16" name="T8"/>
                  <a:gd fmla="*/ 7 h 13" name="T9"/>
                  <a:gd fmla="*/ 12 w 16" name="T10"/>
                  <a:gd fmla="*/ 9 h 13" name="T11"/>
                  <a:gd fmla="*/ 9 w 16" name="T12"/>
                  <a:gd fmla="*/ 10 h 13" name="T13"/>
                  <a:gd fmla="*/ 7 w 16" name="T14"/>
                  <a:gd fmla="*/ 10 h 13" name="T15"/>
                  <a:gd fmla="*/ 4 w 16" name="T16"/>
                  <a:gd fmla="*/ 9 h 13" name="T17"/>
                  <a:gd fmla="*/ 4 w 16" name="T18"/>
                  <a:gd fmla="*/ 7 h 13" name="T19"/>
                  <a:gd fmla="*/ 5 w 16" name="T20"/>
                  <a:gd fmla="*/ 2 h 13" name="T21"/>
                  <a:gd fmla="*/ 4 w 16" name="T22"/>
                  <a:gd fmla="*/ 1 h 13" name="T23"/>
                  <a:gd fmla="*/ 2 w 16" name="T24"/>
                  <a:gd fmla="*/ 10 h 13" name="T25"/>
                  <a:gd fmla="*/ 10 w 16" name="T26"/>
                  <a:gd fmla="*/ 13 h 13" name="T27"/>
                  <a:gd fmla="*/ 16 w 16" name="T28"/>
                  <a:gd fmla="*/ 8 h 13" name="T29"/>
                  <a:gd fmla="*/ 15 w 16" name="T30"/>
                  <a:gd fmla="*/ 4 h 13" name="T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b="b" l="0" r="r" t="0"/>
                <a:pathLst>
                  <a:path h="13" w="16">
                    <a:moveTo>
                      <a:pt x="15" y="4"/>
                    </a:moveTo>
                    <a:cubicBezTo>
                      <a:pt x="14" y="2"/>
                      <a:pt x="12" y="0"/>
                      <a:pt x="10" y="0"/>
                    </a:cubicBezTo>
                    <a:cubicBezTo>
                      <a:pt x="9" y="0"/>
                      <a:pt x="9" y="1"/>
                      <a:pt x="9" y="1"/>
                    </a:cubicBezTo>
                    <a:cubicBezTo>
                      <a:pt x="10" y="3"/>
                      <a:pt x="12" y="4"/>
                      <a:pt x="13" y="5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8"/>
                      <a:pt x="13" y="8"/>
                      <a:pt x="12" y="9"/>
                    </a:cubicBezTo>
                    <a:cubicBezTo>
                      <a:pt x="11" y="9"/>
                      <a:pt x="10" y="9"/>
                      <a:pt x="9" y="10"/>
                    </a:cubicBezTo>
                    <a:cubicBezTo>
                      <a:pt x="9" y="10"/>
                      <a:pt x="7" y="10"/>
                      <a:pt x="7" y="10"/>
                    </a:cubicBezTo>
                    <a:cubicBezTo>
                      <a:pt x="6" y="10"/>
                      <a:pt x="5" y="9"/>
                      <a:pt x="4" y="9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4" y="5"/>
                      <a:pt x="5" y="4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2" y="3"/>
                      <a:pt x="0" y="8"/>
                      <a:pt x="2" y="10"/>
                    </a:cubicBezTo>
                    <a:cubicBezTo>
                      <a:pt x="4" y="13"/>
                      <a:pt x="7" y="13"/>
                      <a:pt x="10" y="13"/>
                    </a:cubicBezTo>
                    <a:cubicBezTo>
                      <a:pt x="12" y="12"/>
                      <a:pt x="15" y="11"/>
                      <a:pt x="16" y="8"/>
                    </a:cubicBezTo>
                    <a:cubicBezTo>
                      <a:pt x="16" y="7"/>
                      <a:pt x="16" y="5"/>
                      <a:pt x="15" y="4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0eba024-49b3-4ccb-be81-eaf3116ca364" id="186" name="îṥlíďê">
                <a:extLst>
                  <a:ext uri="{FF2B5EF4-FFF2-40B4-BE49-F238E27FC236}">
                    <a16:creationId id="{634E11E9-340C-50C6-5063-079D0A1C51CE}"/>
                  </a:ext>
                </a:extLst>
              </p:cNvPr>
              <p:cNvSpPr/>
              <p:nvPr/>
            </p:nvSpPr>
            <p:spPr bwMode="auto">
              <a:xfrm flipV="false" flipH="false">
                <a:off x="5698828" y="2851037"/>
                <a:ext cx="38664" cy="31365"/>
              </a:xfrm>
              <a:custGeom>
                <a:avLst/>
                <a:gdLst>
                  <a:gd fmla="*/ 13 w 18" name="T0"/>
                  <a:gd fmla="*/ 2 h 17" name="T1"/>
                  <a:gd fmla="*/ 10 w 18" name="T2"/>
                  <a:gd fmla="*/ 0 h 17" name="T3"/>
                  <a:gd fmla="*/ 10 w 18" name="T4"/>
                  <a:gd fmla="*/ 3 h 17" name="T5"/>
                  <a:gd fmla="*/ 14 w 18" name="T6"/>
                  <a:gd fmla="*/ 7 h 17" name="T7"/>
                  <a:gd fmla="*/ 14 w 18" name="T8"/>
                  <a:gd fmla="*/ 10 h 17" name="T9"/>
                  <a:gd fmla="*/ 12 w 18" name="T10"/>
                  <a:gd fmla="*/ 12 h 17" name="T11"/>
                  <a:gd fmla="*/ 8 w 18" name="T12"/>
                  <a:gd fmla="*/ 13 h 17" name="T13"/>
                  <a:gd fmla="*/ 8 w 18" name="T14"/>
                  <a:gd fmla="*/ 13 h 17" name="T15"/>
                  <a:gd fmla="*/ 7 w 18" name="T16"/>
                  <a:gd fmla="*/ 13 h 17" name="T17"/>
                  <a:gd fmla="*/ 6 w 18" name="T18"/>
                  <a:gd fmla="*/ 13 h 17" name="T19"/>
                  <a:gd fmla="*/ 6 w 18" name="T20"/>
                  <a:gd fmla="*/ 12 h 17" name="T21"/>
                  <a:gd fmla="*/ 5 w 18" name="T22"/>
                  <a:gd fmla="*/ 11 h 17" name="T23"/>
                  <a:gd fmla="*/ 6 w 18" name="T24"/>
                  <a:gd fmla="*/ 5 h 17" name="T25"/>
                  <a:gd fmla="*/ 4 w 18" name="T26"/>
                  <a:gd fmla="*/ 4 h 17" name="T27"/>
                  <a:gd fmla="*/ 3 w 18" name="T28"/>
                  <a:gd fmla="*/ 14 h 17" name="T29"/>
                  <a:gd fmla="*/ 10 w 18" name="T30"/>
                  <a:gd fmla="*/ 16 h 17" name="T31"/>
                  <a:gd fmla="*/ 17 w 18" name="T32"/>
                  <a:gd fmla="*/ 11 h 17" name="T33"/>
                  <a:gd fmla="*/ 13 w 18" name="T34"/>
                  <a:gd fmla="*/ 2 h 17" name="T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b="b" l="0" r="r" t="0"/>
                <a:pathLst>
                  <a:path h="17" w="18">
                    <a:moveTo>
                      <a:pt x="13" y="2"/>
                    </a:moveTo>
                    <a:cubicBezTo>
                      <a:pt x="13" y="1"/>
                      <a:pt x="11" y="0"/>
                      <a:pt x="10" y="0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1" y="4"/>
                      <a:pt x="13" y="5"/>
                      <a:pt x="14" y="7"/>
                    </a:cubicBezTo>
                    <a:cubicBezTo>
                      <a:pt x="14" y="8"/>
                      <a:pt x="14" y="9"/>
                      <a:pt x="14" y="10"/>
                    </a:cubicBezTo>
                    <a:cubicBezTo>
                      <a:pt x="13" y="11"/>
                      <a:pt x="13" y="11"/>
                      <a:pt x="12" y="12"/>
                    </a:cubicBezTo>
                    <a:cubicBezTo>
                      <a:pt x="11" y="12"/>
                      <a:pt x="9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2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5" y="9"/>
                      <a:pt x="6" y="7"/>
                      <a:pt x="6" y="5"/>
                    </a:cubicBezTo>
                    <a:cubicBezTo>
                      <a:pt x="7" y="4"/>
                      <a:pt x="5" y="3"/>
                      <a:pt x="4" y="4"/>
                    </a:cubicBezTo>
                    <a:cubicBezTo>
                      <a:pt x="3" y="7"/>
                      <a:pt x="0" y="11"/>
                      <a:pt x="3" y="14"/>
                    </a:cubicBezTo>
                    <a:cubicBezTo>
                      <a:pt x="4" y="16"/>
                      <a:pt x="8" y="17"/>
                      <a:pt x="10" y="16"/>
                    </a:cubicBezTo>
                    <a:cubicBezTo>
                      <a:pt x="13" y="15"/>
                      <a:pt x="16" y="13"/>
                      <a:pt x="17" y="11"/>
                    </a:cubicBezTo>
                    <a:cubicBezTo>
                      <a:pt x="18" y="7"/>
                      <a:pt x="16" y="4"/>
                      <a:pt x="13" y="2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32943e4-da3b-431f-a90f-6e5049d90158" id="187" name="îṩļïďe">
                <a:extLst>
                  <a:ext uri="{FF2B5EF4-FFF2-40B4-BE49-F238E27FC236}">
                    <a16:creationId id="{10EA9BC0-D352-F757-78D5-FF8890000D75}"/>
                  </a:ext>
                </a:extLst>
              </p:cNvPr>
              <p:cNvSpPr/>
              <p:nvPr/>
            </p:nvSpPr>
            <p:spPr bwMode="auto">
              <a:xfrm flipV="false" flipH="false">
                <a:off x="5902938" y="2717731"/>
                <a:ext cx="26075" cy="20388"/>
              </a:xfrm>
              <a:custGeom>
                <a:avLst/>
                <a:gdLst>
                  <a:gd fmla="*/ 10 w 12" name="T0"/>
                  <a:gd fmla="*/ 1 h 11" name="T1"/>
                  <a:gd fmla="*/ 8 w 12" name="T2"/>
                  <a:gd fmla="*/ 2 h 11" name="T3"/>
                  <a:gd fmla="*/ 8 w 12" name="T4"/>
                  <a:gd fmla="*/ 7 h 11" name="T5"/>
                  <a:gd fmla="*/ 5 w 12" name="T6"/>
                  <a:gd fmla="*/ 8 h 11" name="T7"/>
                  <a:gd fmla="*/ 3 w 12" name="T8"/>
                  <a:gd fmla="*/ 6 h 11" name="T9"/>
                  <a:gd fmla="*/ 6 w 12" name="T10"/>
                  <a:gd fmla="*/ 1 h 11" name="T11"/>
                  <a:gd fmla="*/ 5 w 12" name="T12"/>
                  <a:gd fmla="*/ 0 h 11" name="T13"/>
                  <a:gd fmla="*/ 0 w 12" name="T14"/>
                  <a:gd fmla="*/ 6 h 11" name="T15"/>
                  <a:gd fmla="*/ 4 w 12" name="T16"/>
                  <a:gd fmla="*/ 11 h 11" name="T17"/>
                  <a:gd fmla="*/ 10 w 12" name="T18"/>
                  <a:gd fmla="*/ 9 h 11" name="T19"/>
                  <a:gd fmla="*/ 10 w 12" name="T20"/>
                  <a:gd fmla="*/ 1 h 11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11" w="12">
                    <a:moveTo>
                      <a:pt x="10" y="1"/>
                    </a:moveTo>
                    <a:cubicBezTo>
                      <a:pt x="9" y="0"/>
                      <a:pt x="8" y="1"/>
                      <a:pt x="8" y="2"/>
                    </a:cubicBezTo>
                    <a:cubicBezTo>
                      <a:pt x="8" y="3"/>
                      <a:pt x="9" y="6"/>
                      <a:pt x="8" y="7"/>
                    </a:cubicBezTo>
                    <a:cubicBezTo>
                      <a:pt x="7" y="8"/>
                      <a:pt x="6" y="8"/>
                      <a:pt x="5" y="8"/>
                    </a:cubicBezTo>
                    <a:cubicBezTo>
                      <a:pt x="4" y="8"/>
                      <a:pt x="3" y="7"/>
                      <a:pt x="3" y="6"/>
                    </a:cubicBezTo>
                    <a:cubicBezTo>
                      <a:pt x="3" y="4"/>
                      <a:pt x="5" y="2"/>
                      <a:pt x="6" y="1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2" y="1"/>
                      <a:pt x="0" y="3"/>
                      <a:pt x="0" y="6"/>
                    </a:cubicBezTo>
                    <a:cubicBezTo>
                      <a:pt x="0" y="8"/>
                      <a:pt x="2" y="10"/>
                      <a:pt x="4" y="11"/>
                    </a:cubicBezTo>
                    <a:cubicBezTo>
                      <a:pt x="6" y="11"/>
                      <a:pt x="9" y="11"/>
                      <a:pt x="10" y="9"/>
                    </a:cubicBezTo>
                    <a:cubicBezTo>
                      <a:pt x="12" y="7"/>
                      <a:pt x="11" y="3"/>
                      <a:pt x="10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cdca883-cfc0-4ff1-a5be-be0ba68c4c1e" id="188" name="iSlíḑé">
                <a:extLst>
                  <a:ext uri="{FF2B5EF4-FFF2-40B4-BE49-F238E27FC236}">
                    <a16:creationId id="{DD662D8B-69EA-3562-B2FE-B99105FF17EE}"/>
                  </a:ext>
                </a:extLst>
              </p:cNvPr>
              <p:cNvSpPr/>
              <p:nvPr/>
            </p:nvSpPr>
            <p:spPr bwMode="auto">
              <a:xfrm flipV="false" flipH="false">
                <a:off x="5667358" y="2864367"/>
                <a:ext cx="18882" cy="14114"/>
              </a:xfrm>
              <a:custGeom>
                <a:avLst/>
                <a:gdLst>
                  <a:gd fmla="*/ 8 w 9" name="T0"/>
                  <a:gd fmla="*/ 2 h 8" name="T1"/>
                  <a:gd fmla="*/ 6 w 9" name="T2"/>
                  <a:gd fmla="*/ 1 h 8" name="T3"/>
                  <a:gd fmla="*/ 5 w 9" name="T4"/>
                  <a:gd fmla="*/ 1 h 8" name="T5"/>
                  <a:gd fmla="*/ 4 w 9" name="T6"/>
                  <a:gd fmla="*/ 1 h 8" name="T7"/>
                  <a:gd fmla="*/ 5 w 9" name="T8"/>
                  <a:gd fmla="*/ 3 h 8" name="T9"/>
                  <a:gd fmla="*/ 6 w 9" name="T10"/>
                  <a:gd fmla="*/ 5 h 8" name="T11"/>
                  <a:gd fmla="*/ 3 w 9" name="T12"/>
                  <a:gd fmla="*/ 6 h 8" name="T13"/>
                  <a:gd fmla="*/ 3 w 9" name="T14"/>
                  <a:gd fmla="*/ 2 h 8" name="T15"/>
                  <a:gd fmla="*/ 1 w 9" name="T16"/>
                  <a:gd fmla="*/ 2 h 8" name="T17"/>
                  <a:gd fmla="*/ 0 w 9" name="T18"/>
                  <a:gd fmla="*/ 5 h 8" name="T19"/>
                  <a:gd fmla="*/ 1 w 9" name="T20"/>
                  <a:gd fmla="*/ 8 h 8" name="T21"/>
                  <a:gd fmla="*/ 2 w 9" name="T22"/>
                  <a:gd fmla="*/ 8 h 8" name="T23"/>
                  <a:gd fmla="*/ 8 w 9" name="T24"/>
                  <a:gd fmla="*/ 7 h 8" name="T25"/>
                  <a:gd fmla="*/ 8 w 9" name="T26"/>
                  <a:gd fmla="*/ 7 h 8" name="T27"/>
                  <a:gd fmla="*/ 8 w 9" name="T28"/>
                  <a:gd fmla="*/ 2 h 8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8" w="9">
                    <a:moveTo>
                      <a:pt x="8" y="2"/>
                    </a:moveTo>
                    <a:cubicBezTo>
                      <a:pt x="7" y="2"/>
                      <a:pt x="7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5" y="5"/>
                      <a:pt x="4" y="5"/>
                      <a:pt x="3" y="6"/>
                    </a:cubicBezTo>
                    <a:cubicBezTo>
                      <a:pt x="2" y="5"/>
                      <a:pt x="3" y="3"/>
                      <a:pt x="3" y="2"/>
                    </a:cubicBezTo>
                    <a:cubicBezTo>
                      <a:pt x="3" y="1"/>
                      <a:pt x="1" y="1"/>
                      <a:pt x="1" y="2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6"/>
                      <a:pt x="1" y="7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6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9" y="3"/>
                      <a:pt x="8" y="2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d24ac42-6d50-4ff2-83f2-1b78e89bd975" id="189" name="í$ḻiḑe">
                <a:extLst>
                  <a:ext uri="{FF2B5EF4-FFF2-40B4-BE49-F238E27FC236}">
                    <a16:creationId id="{6C0BA335-74DB-DD14-D9B8-F08BCEF37D87}"/>
                  </a:ext>
                </a:extLst>
              </p:cNvPr>
              <p:cNvSpPr/>
              <p:nvPr/>
            </p:nvSpPr>
            <p:spPr bwMode="auto">
              <a:xfrm flipV="false" flipH="false">
                <a:off x="5510009" y="2379762"/>
                <a:ext cx="522414" cy="668095"/>
              </a:xfrm>
              <a:custGeom>
                <a:avLst/>
                <a:gdLst>
                  <a:gd fmla="*/ 109 w 246" name="T0"/>
                  <a:gd fmla="*/ 121 h 360" name="T1"/>
                  <a:gd fmla="*/ 95 w 246" name="T2"/>
                  <a:gd fmla="*/ 87 h 360" name="T3"/>
                  <a:gd fmla="*/ 80 w 246" name="T4"/>
                  <a:gd fmla="*/ 43 h 360" name="T5"/>
                  <a:gd fmla="*/ 89 w 246" name="T6"/>
                  <a:gd fmla="*/ 20 h 360" name="T7"/>
                  <a:gd fmla="*/ 85 w 246" name="T8"/>
                  <a:gd fmla="*/ 8 h 360" name="T9"/>
                  <a:gd fmla="*/ 79 w 246" name="T10"/>
                  <a:gd fmla="*/ 0 h 360" name="T11"/>
                  <a:gd fmla="*/ 74 w 246" name="T12"/>
                  <a:gd fmla="*/ 1 h 360" name="T13"/>
                  <a:gd fmla="*/ 6 w 246" name="T14"/>
                  <a:gd fmla="*/ 30 h 360" name="T15"/>
                  <a:gd fmla="*/ 1 w 246" name="T16"/>
                  <a:gd fmla="*/ 35 h 360" name="T17"/>
                  <a:gd fmla="*/ 2 w 246" name="T18"/>
                  <a:gd fmla="*/ 42 h 360" name="T19"/>
                  <a:gd fmla="*/ 27 w 246" name="T20"/>
                  <a:gd fmla="*/ 66 h 360" name="T21"/>
                  <a:gd fmla="*/ 37 w 246" name="T22"/>
                  <a:gd fmla="*/ 110 h 360" name="T23"/>
                  <a:gd fmla="*/ 51 w 246" name="T24"/>
                  <a:gd fmla="*/ 154 h 360" name="T25"/>
                  <a:gd fmla="*/ 1 w 246" name="T26"/>
                  <a:gd fmla="*/ 290 h 360" name="T27"/>
                  <a:gd fmla="*/ 21 w 246" name="T28"/>
                  <a:gd fmla="*/ 343 h 360" name="T29"/>
                  <a:gd fmla="*/ 89 w 246" name="T30"/>
                  <a:gd fmla="*/ 337 h 360" name="T31"/>
                  <a:gd fmla="*/ 175 w 246" name="T32"/>
                  <a:gd fmla="*/ 288 h 360" name="T33"/>
                  <a:gd fmla="*/ 236 w 246" name="T34"/>
                  <a:gd fmla="*/ 200 h 360" name="T35"/>
                  <a:gd fmla="*/ 109 w 246" name="T36"/>
                  <a:gd fmla="*/ 121 h 360" name="T37"/>
                  <a:gd fmla="*/ 26 w 246" name="T38"/>
                  <a:gd fmla="*/ 59 h 360" name="T39"/>
                  <a:gd fmla="*/ 7 w 246" name="T40"/>
                  <a:gd fmla="*/ 37 h 360" name="T41"/>
                  <a:gd fmla="*/ 50 w 246" name="T42"/>
                  <a:gd fmla="*/ 14 h 360" name="T43"/>
                  <a:gd fmla="*/ 79 w 246" name="T44"/>
                  <a:gd fmla="*/ 8 h 360" name="T45"/>
                  <a:gd fmla="*/ 82 w 246" name="T46"/>
                  <a:gd fmla="*/ 16 h 360" name="T47"/>
                  <a:gd fmla="*/ 78 w 246" name="T48"/>
                  <a:gd fmla="*/ 36 h 360" name="T49"/>
                  <a:gd fmla="*/ 70 w 246" name="T50"/>
                  <a:gd fmla="*/ 30 h 360" name="T51"/>
                  <a:gd fmla="*/ 44 w 246" name="T52"/>
                  <a:gd fmla="*/ 36 h 360" name="T53"/>
                  <a:gd fmla="*/ 29 w 246" name="T54"/>
                  <a:gd fmla="*/ 50 h 360" name="T55"/>
                  <a:gd fmla="*/ 26 w 246" name="T56"/>
                  <a:gd fmla="*/ 59 h 360" name="T57"/>
                  <a:gd fmla="*/ 227 w 246" name="T58"/>
                  <a:gd fmla="*/ 204 h 360" name="T59"/>
                  <a:gd fmla="*/ 169 w 246" name="T60"/>
                  <a:gd fmla="*/ 282 h 360" name="T61"/>
                  <a:gd fmla="*/ 73 w 246" name="T62"/>
                  <a:gd fmla="*/ 337 h 360" name="T63"/>
                  <a:gd fmla="*/ 17 w 246" name="T64"/>
                  <a:gd fmla="*/ 329 h 360" name="T65"/>
                  <a:gd fmla="*/ 9 w 246" name="T66"/>
                  <a:gd fmla="*/ 274 h 360" name="T67"/>
                  <a:gd fmla="*/ 54 w 246" name="T68"/>
                  <a:gd fmla="*/ 161 h 360" name="T69"/>
                  <a:gd fmla="*/ 59 w 246" name="T70"/>
                  <a:gd fmla="*/ 154 h 360" name="T71"/>
                  <a:gd fmla="*/ 56 w 246" name="T72"/>
                  <a:gd fmla="*/ 148 h 360" name="T73"/>
                  <a:gd fmla="*/ 45 w 246" name="T74"/>
                  <a:gd fmla="*/ 114 h 360" name="T75"/>
                  <a:gd fmla="*/ 31 w 246" name="T76"/>
                  <a:gd fmla="*/ 57 h 360" name="T77"/>
                  <a:gd fmla="*/ 51 w 246" name="T78"/>
                  <a:gd fmla="*/ 40 h 360" name="T79"/>
                  <a:gd fmla="*/ 71 w 246" name="T80"/>
                  <a:gd fmla="*/ 35 h 360" name="T81"/>
                  <a:gd fmla="*/ 73 w 246" name="T82"/>
                  <a:gd fmla="*/ 42 h 360" name="T83"/>
                  <a:gd fmla="*/ 73 w 246" name="T84"/>
                  <a:gd fmla="*/ 45 h 360" name="T85"/>
                  <a:gd fmla="*/ 88 w 246" name="T86"/>
                  <a:gd fmla="*/ 89 h 360" name="T87"/>
                  <a:gd fmla="*/ 101 w 246" name="T88"/>
                  <a:gd fmla="*/ 120 h 360" name="T89"/>
                  <a:gd fmla="*/ 105 w 246" name="T90"/>
                  <a:gd fmla="*/ 129 h 360" name="T91"/>
                  <a:gd fmla="*/ 113 w 246" name="T92"/>
                  <a:gd fmla="*/ 130 h 360" name="T93"/>
                  <a:gd fmla="*/ 188 w 246" name="T94"/>
                  <a:gd fmla="*/ 141 h 360" name="T95"/>
                  <a:gd fmla="*/ 227 w 246" name="T96"/>
                  <a:gd fmla="*/ 204 h 360" name="T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b="b" l="0" r="r" t="0"/>
                <a:pathLst>
                  <a:path h="360" w="246">
                    <a:moveTo>
                      <a:pt x="109" y="121"/>
                    </a:moveTo>
                    <a:cubicBezTo>
                      <a:pt x="104" y="109"/>
                      <a:pt x="99" y="98"/>
                      <a:pt x="95" y="87"/>
                    </a:cubicBezTo>
                    <a:cubicBezTo>
                      <a:pt x="89" y="73"/>
                      <a:pt x="84" y="58"/>
                      <a:pt x="80" y="43"/>
                    </a:cubicBezTo>
                    <a:cubicBezTo>
                      <a:pt x="87" y="39"/>
                      <a:pt x="90" y="28"/>
                      <a:pt x="89" y="20"/>
                    </a:cubicBezTo>
                    <a:cubicBezTo>
                      <a:pt x="89" y="15"/>
                      <a:pt x="87" y="11"/>
                      <a:pt x="85" y="8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49" y="4"/>
                      <a:pt x="24" y="14"/>
                      <a:pt x="6" y="30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4" y="56"/>
                      <a:pt x="11" y="68"/>
                      <a:pt x="27" y="66"/>
                    </a:cubicBezTo>
                    <a:cubicBezTo>
                      <a:pt x="30" y="81"/>
                      <a:pt x="33" y="96"/>
                      <a:pt x="37" y="110"/>
                    </a:cubicBezTo>
                    <a:cubicBezTo>
                      <a:pt x="41" y="125"/>
                      <a:pt x="46" y="140"/>
                      <a:pt x="51" y="154"/>
                    </a:cubicBezTo>
                    <a:cubicBezTo>
                      <a:pt x="21" y="192"/>
                      <a:pt x="2" y="243"/>
                      <a:pt x="1" y="290"/>
                    </a:cubicBezTo>
                    <a:cubicBezTo>
                      <a:pt x="0" y="310"/>
                      <a:pt x="5" y="331"/>
                      <a:pt x="21" y="343"/>
                    </a:cubicBezTo>
                    <a:cubicBezTo>
                      <a:pt x="42" y="360"/>
                      <a:pt x="68" y="348"/>
                      <a:pt x="89" y="337"/>
                    </a:cubicBezTo>
                    <a:cubicBezTo>
                      <a:pt x="120" y="326"/>
                      <a:pt x="149" y="308"/>
                      <a:pt x="175" y="288"/>
                    </a:cubicBezTo>
                    <a:cubicBezTo>
                      <a:pt x="202" y="266"/>
                      <a:pt x="230" y="236"/>
                      <a:pt x="236" y="200"/>
                    </a:cubicBezTo>
                    <a:cubicBezTo>
                      <a:pt x="246" y="134"/>
                      <a:pt x="165" y="122"/>
                      <a:pt x="109" y="121"/>
                    </a:cubicBezTo>
                    <a:close/>
                    <a:moveTo>
                      <a:pt x="26" y="59"/>
                    </a:moveTo>
                    <a:cubicBezTo>
                      <a:pt x="14" y="60"/>
                      <a:pt x="9" y="49"/>
                      <a:pt x="7" y="37"/>
                    </a:cubicBezTo>
                    <a:cubicBezTo>
                      <a:pt x="19" y="26"/>
                      <a:pt x="33" y="19"/>
                      <a:pt x="50" y="14"/>
                    </a:cubicBezTo>
                    <a:cubicBezTo>
                      <a:pt x="59" y="11"/>
                      <a:pt x="69" y="9"/>
                      <a:pt x="79" y="8"/>
                    </a:cubicBezTo>
                    <a:cubicBezTo>
                      <a:pt x="80" y="11"/>
                      <a:pt x="81" y="14"/>
                      <a:pt x="82" y="16"/>
                    </a:cubicBezTo>
                    <a:cubicBezTo>
                      <a:pt x="84" y="25"/>
                      <a:pt x="82" y="30"/>
                      <a:pt x="78" y="36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62" y="28"/>
                      <a:pt x="51" y="33"/>
                      <a:pt x="44" y="36"/>
                    </a:cubicBezTo>
                    <a:cubicBezTo>
                      <a:pt x="39" y="39"/>
                      <a:pt x="32" y="44"/>
                      <a:pt x="29" y="50"/>
                    </a:cubicBezTo>
                    <a:lnTo>
                      <a:pt x="26" y="59"/>
                    </a:lnTo>
                    <a:close/>
                    <a:moveTo>
                      <a:pt x="227" y="204"/>
                    </a:moveTo>
                    <a:cubicBezTo>
                      <a:pt x="220" y="236"/>
                      <a:pt x="193" y="262"/>
                      <a:pt x="169" y="282"/>
                    </a:cubicBezTo>
                    <a:cubicBezTo>
                      <a:pt x="140" y="306"/>
                      <a:pt x="107" y="323"/>
                      <a:pt x="73" y="337"/>
                    </a:cubicBezTo>
                    <a:cubicBezTo>
                      <a:pt x="52" y="344"/>
                      <a:pt x="32" y="350"/>
                      <a:pt x="17" y="329"/>
                    </a:cubicBezTo>
                    <a:cubicBezTo>
                      <a:pt x="6" y="313"/>
                      <a:pt x="7" y="291"/>
                      <a:pt x="9" y="274"/>
                    </a:cubicBezTo>
                    <a:cubicBezTo>
                      <a:pt x="14" y="233"/>
                      <a:pt x="32" y="196"/>
                      <a:pt x="54" y="161"/>
                    </a:cubicBezTo>
                    <a:cubicBezTo>
                      <a:pt x="59" y="154"/>
                      <a:pt x="59" y="154"/>
                      <a:pt x="59" y="154"/>
                    </a:cubicBezTo>
                    <a:cubicBezTo>
                      <a:pt x="56" y="148"/>
                      <a:pt x="56" y="148"/>
                      <a:pt x="56" y="148"/>
                    </a:cubicBezTo>
                    <a:cubicBezTo>
                      <a:pt x="52" y="137"/>
                      <a:pt x="48" y="126"/>
                      <a:pt x="45" y="114"/>
                    </a:cubicBezTo>
                    <a:cubicBezTo>
                      <a:pt x="39" y="95"/>
                      <a:pt x="35" y="76"/>
                      <a:pt x="31" y="57"/>
                    </a:cubicBezTo>
                    <a:cubicBezTo>
                      <a:pt x="36" y="49"/>
                      <a:pt x="42" y="44"/>
                      <a:pt x="51" y="40"/>
                    </a:cubicBezTo>
                    <a:cubicBezTo>
                      <a:pt x="57" y="37"/>
                      <a:pt x="65" y="38"/>
                      <a:pt x="71" y="35"/>
                    </a:cubicBezTo>
                    <a:cubicBezTo>
                      <a:pt x="72" y="38"/>
                      <a:pt x="72" y="40"/>
                      <a:pt x="73" y="42"/>
                    </a:cubicBezTo>
                    <a:cubicBezTo>
                      <a:pt x="73" y="43"/>
                      <a:pt x="73" y="44"/>
                      <a:pt x="73" y="45"/>
                    </a:cubicBezTo>
                    <a:cubicBezTo>
                      <a:pt x="77" y="60"/>
                      <a:pt x="83" y="75"/>
                      <a:pt x="88" y="89"/>
                    </a:cubicBezTo>
                    <a:cubicBezTo>
                      <a:pt x="92" y="99"/>
                      <a:pt x="96" y="110"/>
                      <a:pt x="101" y="120"/>
                    </a:cubicBezTo>
                    <a:cubicBezTo>
                      <a:pt x="105" y="129"/>
                      <a:pt x="105" y="129"/>
                      <a:pt x="105" y="129"/>
                    </a:cubicBezTo>
                    <a:cubicBezTo>
                      <a:pt x="113" y="130"/>
                      <a:pt x="113" y="130"/>
                      <a:pt x="113" y="130"/>
                    </a:cubicBezTo>
                    <a:cubicBezTo>
                      <a:pt x="138" y="132"/>
                      <a:pt x="163" y="132"/>
                      <a:pt x="188" y="141"/>
                    </a:cubicBezTo>
                    <a:cubicBezTo>
                      <a:pt x="215" y="151"/>
                      <a:pt x="233" y="175"/>
                      <a:pt x="227" y="20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9a869a5-e711-4dbc-9a81-20380acc685f" id="190" name="îś1ïḍê">
                <a:extLst>
                  <a:ext uri="{FF2B5EF4-FFF2-40B4-BE49-F238E27FC236}">
                    <a16:creationId id="{2DE898C7-6E4A-FF2E-9E6F-2BA4D9686165}"/>
                  </a:ext>
                </a:extLst>
              </p:cNvPr>
              <p:cNvSpPr/>
              <p:nvPr/>
            </p:nvSpPr>
            <p:spPr bwMode="auto">
              <a:xfrm flipV="false" flipH="false">
                <a:off x="5573845" y="2240968"/>
                <a:ext cx="110596" cy="112917"/>
              </a:xfrm>
              <a:custGeom>
                <a:avLst/>
                <a:gdLst>
                  <a:gd fmla="*/ 52 w 52" name="T0"/>
                  <a:gd fmla="*/ 31 h 61" name="T1"/>
                  <a:gd fmla="*/ 21 w 52" name="T2"/>
                  <a:gd fmla="*/ 9 h 61" name="T3"/>
                  <a:gd fmla="*/ 20 w 52" name="T4"/>
                  <a:gd fmla="*/ 10 h 61" name="T5"/>
                  <a:gd fmla="*/ 1 w 52" name="T6"/>
                  <a:gd fmla="*/ 38 h 61" name="T7"/>
                  <a:gd fmla="*/ 30 w 52" name="T8"/>
                  <a:gd fmla="*/ 59 h 61" name="T9"/>
                  <a:gd fmla="*/ 52 w 52" name="T10"/>
                  <a:gd fmla="*/ 31 h 61" name="T11"/>
                  <a:gd fmla="*/ 31 w 52" name="T12"/>
                  <a:gd fmla="*/ 54 h 61" name="T13"/>
                  <a:gd fmla="*/ 5 w 52" name="T14"/>
                  <a:gd fmla="*/ 36 h 61" name="T15"/>
                  <a:gd fmla="*/ 24 w 52" name="T16"/>
                  <a:gd fmla="*/ 12 h 61" name="T17"/>
                  <a:gd fmla="*/ 37 w 52" name="T18"/>
                  <a:gd fmla="*/ 17 h 61" name="T19"/>
                  <a:gd fmla="*/ 46 w 52" name="T20"/>
                  <a:gd fmla="*/ 30 h 61" name="T21"/>
                  <a:gd fmla="*/ 31 w 52" name="T22"/>
                  <a:gd fmla="*/ 54 h 61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61" w="52">
                    <a:moveTo>
                      <a:pt x="52" y="31"/>
                    </a:moveTo>
                    <a:cubicBezTo>
                      <a:pt x="51" y="19"/>
                      <a:pt x="34" y="0"/>
                      <a:pt x="21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9" y="15"/>
                      <a:pt x="1" y="26"/>
                      <a:pt x="1" y="38"/>
                    </a:cubicBezTo>
                    <a:cubicBezTo>
                      <a:pt x="0" y="53"/>
                      <a:pt x="17" y="61"/>
                      <a:pt x="30" y="59"/>
                    </a:cubicBezTo>
                    <a:cubicBezTo>
                      <a:pt x="43" y="57"/>
                      <a:pt x="52" y="44"/>
                      <a:pt x="52" y="31"/>
                    </a:cubicBezTo>
                    <a:close/>
                    <a:moveTo>
                      <a:pt x="31" y="54"/>
                    </a:moveTo>
                    <a:cubicBezTo>
                      <a:pt x="18" y="58"/>
                      <a:pt x="5" y="48"/>
                      <a:pt x="5" y="36"/>
                    </a:cubicBezTo>
                    <a:cubicBezTo>
                      <a:pt x="5" y="25"/>
                      <a:pt x="15" y="16"/>
                      <a:pt x="24" y="12"/>
                    </a:cubicBezTo>
                    <a:cubicBezTo>
                      <a:pt x="29" y="13"/>
                      <a:pt x="33" y="13"/>
                      <a:pt x="37" y="17"/>
                    </a:cubicBezTo>
                    <a:cubicBezTo>
                      <a:pt x="41" y="20"/>
                      <a:pt x="45" y="25"/>
                      <a:pt x="46" y="30"/>
                    </a:cubicBezTo>
                    <a:cubicBezTo>
                      <a:pt x="49" y="41"/>
                      <a:pt x="40" y="51"/>
                      <a:pt x="31" y="54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07e90c6-bab3-4091-8206-3e7c2e3b772f" id="191" name="í$1iďé">
                <a:extLst>
                  <a:ext uri="{FF2B5EF4-FFF2-40B4-BE49-F238E27FC236}">
                    <a16:creationId id="{8FC0FA97-C322-C4A8-6B8A-45E73F183F38}"/>
                  </a:ext>
                </a:extLst>
              </p:cNvPr>
              <p:cNvSpPr/>
              <p:nvPr/>
            </p:nvSpPr>
            <p:spPr bwMode="auto">
              <a:xfrm flipV="false" flipH="false">
                <a:off x="5413795" y="2120210"/>
                <a:ext cx="151059" cy="144283"/>
              </a:xfrm>
              <a:custGeom>
                <a:avLst/>
                <a:gdLst>
                  <a:gd fmla="*/ 70 w 71" name="T0"/>
                  <a:gd fmla="*/ 33 h 78" name="T1"/>
                  <a:gd fmla="*/ 33 w 71" name="T2"/>
                  <a:gd fmla="*/ 3 h 78" name="T3"/>
                  <a:gd fmla="*/ 31 w 71" name="T4"/>
                  <a:gd fmla="*/ 2 h 78" name="T5"/>
                  <a:gd fmla="*/ 1 w 71" name="T6"/>
                  <a:gd fmla="*/ 46 h 78" name="T7"/>
                  <a:gd fmla="*/ 38 w 71" name="T8"/>
                  <a:gd fmla="*/ 75 h 78" name="T9"/>
                  <a:gd fmla="*/ 70 w 71" name="T10"/>
                  <a:gd fmla="*/ 33 h 78" name="T11"/>
                  <a:gd fmla="*/ 32 w 71" name="T12"/>
                  <a:gd fmla="*/ 70 h 78" name="T13"/>
                  <a:gd fmla="*/ 6 w 71" name="T14"/>
                  <a:gd fmla="*/ 39 h 78" name="T15"/>
                  <a:gd fmla="*/ 27 w 71" name="T16"/>
                  <a:gd fmla="*/ 9 h 78" name="T17"/>
                  <a:gd fmla="*/ 65 w 71" name="T18"/>
                  <a:gd fmla="*/ 38 h 78" name="T19"/>
                  <a:gd fmla="*/ 32 w 71" name="T20"/>
                  <a:gd fmla="*/ 70 h 78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78" w="71">
                    <a:moveTo>
                      <a:pt x="70" y="33"/>
                    </a:moveTo>
                    <a:cubicBezTo>
                      <a:pt x="70" y="13"/>
                      <a:pt x="51" y="0"/>
                      <a:pt x="33" y="3"/>
                    </a:cubicBezTo>
                    <a:cubicBezTo>
                      <a:pt x="33" y="2"/>
                      <a:pt x="32" y="2"/>
                      <a:pt x="31" y="2"/>
                    </a:cubicBezTo>
                    <a:cubicBezTo>
                      <a:pt x="13" y="9"/>
                      <a:pt x="2" y="27"/>
                      <a:pt x="1" y="46"/>
                    </a:cubicBezTo>
                    <a:cubicBezTo>
                      <a:pt x="0" y="66"/>
                      <a:pt x="20" y="78"/>
                      <a:pt x="38" y="75"/>
                    </a:cubicBezTo>
                    <a:cubicBezTo>
                      <a:pt x="59" y="71"/>
                      <a:pt x="71" y="53"/>
                      <a:pt x="70" y="33"/>
                    </a:cubicBezTo>
                    <a:close/>
                    <a:moveTo>
                      <a:pt x="32" y="70"/>
                    </a:moveTo>
                    <a:cubicBezTo>
                      <a:pt x="13" y="70"/>
                      <a:pt x="3" y="56"/>
                      <a:pt x="6" y="39"/>
                    </a:cubicBezTo>
                    <a:cubicBezTo>
                      <a:pt x="8" y="27"/>
                      <a:pt x="16" y="16"/>
                      <a:pt x="27" y="9"/>
                    </a:cubicBezTo>
                    <a:cubicBezTo>
                      <a:pt x="47" y="3"/>
                      <a:pt x="66" y="16"/>
                      <a:pt x="65" y="38"/>
                    </a:cubicBezTo>
                    <a:cubicBezTo>
                      <a:pt x="65" y="56"/>
                      <a:pt x="49" y="70"/>
                      <a:pt x="32" y="7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d2deb0c-47d1-4142-8339-5f6a9f4675e8" id="192" name="iṥļîḍè">
                <a:extLst>
                  <a:ext uri="{FF2B5EF4-FFF2-40B4-BE49-F238E27FC236}">
                    <a16:creationId id="{E59F7B80-E542-C4DB-0180-78146A0FCB6A}"/>
                  </a:ext>
                </a:extLst>
              </p:cNvPr>
              <p:cNvSpPr/>
              <p:nvPr/>
            </p:nvSpPr>
            <p:spPr bwMode="auto">
              <a:xfrm flipV="false" flipH="false">
                <a:off x="5469542" y="2342908"/>
                <a:ext cx="48555" cy="47834"/>
              </a:xfrm>
              <a:custGeom>
                <a:avLst/>
                <a:gdLst>
                  <a:gd fmla="*/ 18 w 23" name="T0"/>
                  <a:gd fmla="*/ 3 h 26" name="T1"/>
                  <a:gd fmla="*/ 10 w 23" name="T2"/>
                  <a:gd fmla="*/ 0 h 26" name="T3"/>
                  <a:gd fmla="*/ 1 w 23" name="T4"/>
                  <a:gd fmla="*/ 9 h 26" name="T5"/>
                  <a:gd fmla="*/ 1 w 23" name="T6"/>
                  <a:gd fmla="*/ 10 h 26" name="T7"/>
                  <a:gd fmla="*/ 1 w 23" name="T8"/>
                  <a:gd fmla="*/ 20 h 26" name="T9"/>
                  <a:gd fmla="*/ 18 w 23" name="T10"/>
                  <a:gd fmla="*/ 21 h 26" name="T11"/>
                  <a:gd fmla="*/ 18 w 23" name="T12"/>
                  <a:gd fmla="*/ 3 h 26" name="T13"/>
                  <a:gd fmla="*/ 15 w 23" name="T14"/>
                  <a:gd fmla="*/ 18 h 26" name="T15"/>
                  <a:gd fmla="*/ 4 w 23" name="T16"/>
                  <a:gd fmla="*/ 17 h 26" name="T17"/>
                  <a:gd fmla="*/ 6 w 23" name="T18"/>
                  <a:gd fmla="*/ 6 h 26" name="T19"/>
                  <a:gd fmla="*/ 15 w 23" name="T20"/>
                  <a:gd fmla="*/ 6 h 26" name="T21"/>
                  <a:gd fmla="*/ 15 w 23" name="T22"/>
                  <a:gd fmla="*/ 18 h 26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26" w="23">
                    <a:moveTo>
                      <a:pt x="18" y="3"/>
                    </a:moveTo>
                    <a:cubicBezTo>
                      <a:pt x="16" y="1"/>
                      <a:pt x="12" y="0"/>
                      <a:pt x="10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0" y="13"/>
                      <a:pt x="0" y="17"/>
                      <a:pt x="1" y="20"/>
                    </a:cubicBezTo>
                    <a:cubicBezTo>
                      <a:pt x="4" y="26"/>
                      <a:pt x="14" y="26"/>
                      <a:pt x="18" y="21"/>
                    </a:cubicBezTo>
                    <a:cubicBezTo>
                      <a:pt x="23" y="16"/>
                      <a:pt x="22" y="8"/>
                      <a:pt x="18" y="3"/>
                    </a:cubicBezTo>
                    <a:close/>
                    <a:moveTo>
                      <a:pt x="15" y="18"/>
                    </a:moveTo>
                    <a:cubicBezTo>
                      <a:pt x="12" y="22"/>
                      <a:pt x="5" y="22"/>
                      <a:pt x="4" y="17"/>
                    </a:cubicBezTo>
                    <a:cubicBezTo>
                      <a:pt x="2" y="14"/>
                      <a:pt x="4" y="9"/>
                      <a:pt x="6" y="6"/>
                    </a:cubicBezTo>
                    <a:cubicBezTo>
                      <a:pt x="9" y="4"/>
                      <a:pt x="12" y="3"/>
                      <a:pt x="15" y="6"/>
                    </a:cubicBezTo>
                    <a:cubicBezTo>
                      <a:pt x="18" y="9"/>
                      <a:pt x="18" y="15"/>
                      <a:pt x="15" y="1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c705592-008e-47c8-86c0-b7f8da7031f8" id="193" name="îṣ1îde">
                <a:extLst>
                  <a:ext uri="{FF2B5EF4-FFF2-40B4-BE49-F238E27FC236}">
                    <a16:creationId id="{2135127E-B22C-22AA-5B54-54536EA39BDC}"/>
                  </a:ext>
                </a:extLst>
              </p:cNvPr>
              <p:cNvSpPr/>
              <p:nvPr/>
            </p:nvSpPr>
            <p:spPr bwMode="auto">
              <a:xfrm flipV="false" flipH="false">
                <a:off x="5745586" y="2175885"/>
                <a:ext cx="42261" cy="36855"/>
              </a:xfrm>
              <a:custGeom>
                <a:avLst/>
                <a:gdLst>
                  <a:gd fmla="*/ 18 w 20" name="T0"/>
                  <a:gd fmla="*/ 6 h 20" name="T1"/>
                  <a:gd fmla="*/ 8 w 20" name="T2"/>
                  <a:gd fmla="*/ 0 h 20" name="T3"/>
                  <a:gd fmla="*/ 7 w 20" name="T4"/>
                  <a:gd fmla="*/ 0 h 20" name="T5"/>
                  <a:gd fmla="*/ 6 w 20" name="T6"/>
                  <a:gd fmla="*/ 1 h 20" name="T7"/>
                  <a:gd fmla="*/ 5 w 20" name="T8"/>
                  <a:gd fmla="*/ 1 h 20" name="T9"/>
                  <a:gd fmla="*/ 5 w 20" name="T10"/>
                  <a:gd fmla="*/ 2 h 20" name="T11"/>
                  <a:gd fmla="*/ 1 w 20" name="T12"/>
                  <a:gd fmla="*/ 6 h 20" name="T13"/>
                  <a:gd fmla="*/ 1 w 20" name="T14"/>
                  <a:gd fmla="*/ 12 h 20" name="T15"/>
                  <a:gd fmla="*/ 11 w 20" name="T16"/>
                  <a:gd fmla="*/ 19 h 20" name="T17"/>
                  <a:gd fmla="*/ 18 w 20" name="T18"/>
                  <a:gd fmla="*/ 6 h 20" name="T19"/>
                  <a:gd fmla="*/ 10 w 20" name="T20"/>
                  <a:gd fmla="*/ 14 h 20" name="T21"/>
                  <a:gd fmla="*/ 5 w 20" name="T22"/>
                  <a:gd fmla="*/ 11 h 20" name="T23"/>
                  <a:gd fmla="*/ 7 w 20" name="T24"/>
                  <a:gd fmla="*/ 3 h 20" name="T25"/>
                  <a:gd fmla="*/ 14 w 20" name="T26"/>
                  <a:gd fmla="*/ 6 h 20" name="T27"/>
                  <a:gd fmla="*/ 10 w 20" name="T28"/>
                  <a:gd fmla="*/ 14 h 20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20" w="20">
                    <a:moveTo>
                      <a:pt x="18" y="6"/>
                    </a:moveTo>
                    <a:cubicBezTo>
                      <a:pt x="17" y="2"/>
                      <a:pt x="12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3" y="3"/>
                      <a:pt x="2" y="4"/>
                      <a:pt x="1" y="6"/>
                    </a:cubicBezTo>
                    <a:cubicBezTo>
                      <a:pt x="0" y="8"/>
                      <a:pt x="0" y="10"/>
                      <a:pt x="1" y="12"/>
                    </a:cubicBezTo>
                    <a:cubicBezTo>
                      <a:pt x="3" y="17"/>
                      <a:pt x="7" y="20"/>
                      <a:pt x="11" y="19"/>
                    </a:cubicBezTo>
                    <a:cubicBezTo>
                      <a:pt x="16" y="17"/>
                      <a:pt x="20" y="10"/>
                      <a:pt x="18" y="6"/>
                    </a:cubicBezTo>
                    <a:close/>
                    <a:moveTo>
                      <a:pt x="10" y="14"/>
                    </a:moveTo>
                    <a:cubicBezTo>
                      <a:pt x="8" y="14"/>
                      <a:pt x="6" y="12"/>
                      <a:pt x="5" y="11"/>
                    </a:cubicBezTo>
                    <a:cubicBezTo>
                      <a:pt x="5" y="8"/>
                      <a:pt x="6" y="5"/>
                      <a:pt x="7" y="3"/>
                    </a:cubicBezTo>
                    <a:cubicBezTo>
                      <a:pt x="10" y="3"/>
                      <a:pt x="13" y="4"/>
                      <a:pt x="14" y="6"/>
                    </a:cubicBezTo>
                    <a:cubicBezTo>
                      <a:pt x="15" y="9"/>
                      <a:pt x="12" y="13"/>
                      <a:pt x="10" y="14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2aaf6ba-e490-42e9-beaf-83f1b373aa80" id="196" name="îṥ1îḍé">
                <a:extLst>
                  <a:ext uri="{FF2B5EF4-FFF2-40B4-BE49-F238E27FC236}">
                    <a16:creationId id="{6C603BB7-2725-BF5E-266C-452D8DBD8C3D}"/>
                  </a:ext>
                </a:extLst>
              </p:cNvPr>
              <p:cNvSpPr/>
              <p:nvPr/>
            </p:nvSpPr>
            <p:spPr bwMode="auto">
              <a:xfrm flipV="false" flipH="false">
                <a:off x="5413795" y="2120210"/>
                <a:ext cx="151059" cy="144283"/>
              </a:xfrm>
              <a:custGeom>
                <a:avLst/>
                <a:gdLst>
                  <a:gd fmla="*/ 70 w 71" name="T0"/>
                  <a:gd fmla="*/ 33 h 78" name="T1"/>
                  <a:gd fmla="*/ 33 w 71" name="T2"/>
                  <a:gd fmla="*/ 3 h 78" name="T3"/>
                  <a:gd fmla="*/ 31 w 71" name="T4"/>
                  <a:gd fmla="*/ 2 h 78" name="T5"/>
                  <a:gd fmla="*/ 1 w 71" name="T6"/>
                  <a:gd fmla="*/ 46 h 78" name="T7"/>
                  <a:gd fmla="*/ 38 w 71" name="T8"/>
                  <a:gd fmla="*/ 75 h 78" name="T9"/>
                  <a:gd fmla="*/ 70 w 71" name="T10"/>
                  <a:gd fmla="*/ 33 h 78" name="T11"/>
                  <a:gd fmla="*/ 32 w 71" name="T12"/>
                  <a:gd fmla="*/ 70 h 78" name="T13"/>
                  <a:gd fmla="*/ 6 w 71" name="T14"/>
                  <a:gd fmla="*/ 39 h 78" name="T15"/>
                  <a:gd fmla="*/ 27 w 71" name="T16"/>
                  <a:gd fmla="*/ 9 h 78" name="T17"/>
                  <a:gd fmla="*/ 65 w 71" name="T18"/>
                  <a:gd fmla="*/ 38 h 78" name="T19"/>
                  <a:gd fmla="*/ 32 w 71" name="T20"/>
                  <a:gd fmla="*/ 70 h 78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78" w="71">
                    <a:moveTo>
                      <a:pt x="70" y="33"/>
                    </a:moveTo>
                    <a:cubicBezTo>
                      <a:pt x="70" y="13"/>
                      <a:pt x="51" y="0"/>
                      <a:pt x="33" y="3"/>
                    </a:cubicBezTo>
                    <a:cubicBezTo>
                      <a:pt x="33" y="2"/>
                      <a:pt x="32" y="2"/>
                      <a:pt x="31" y="2"/>
                    </a:cubicBezTo>
                    <a:cubicBezTo>
                      <a:pt x="13" y="9"/>
                      <a:pt x="2" y="27"/>
                      <a:pt x="1" y="46"/>
                    </a:cubicBezTo>
                    <a:cubicBezTo>
                      <a:pt x="0" y="66"/>
                      <a:pt x="20" y="78"/>
                      <a:pt x="38" y="75"/>
                    </a:cubicBezTo>
                    <a:cubicBezTo>
                      <a:pt x="59" y="71"/>
                      <a:pt x="71" y="53"/>
                      <a:pt x="70" y="33"/>
                    </a:cubicBezTo>
                    <a:close/>
                    <a:moveTo>
                      <a:pt x="32" y="70"/>
                    </a:moveTo>
                    <a:cubicBezTo>
                      <a:pt x="13" y="70"/>
                      <a:pt x="3" y="56"/>
                      <a:pt x="6" y="39"/>
                    </a:cubicBezTo>
                    <a:cubicBezTo>
                      <a:pt x="8" y="27"/>
                      <a:pt x="16" y="16"/>
                      <a:pt x="27" y="9"/>
                    </a:cubicBezTo>
                    <a:cubicBezTo>
                      <a:pt x="47" y="3"/>
                      <a:pt x="66" y="16"/>
                      <a:pt x="65" y="38"/>
                    </a:cubicBezTo>
                    <a:cubicBezTo>
                      <a:pt x="65" y="56"/>
                      <a:pt x="49" y="70"/>
                      <a:pt x="32" y="7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7590caa-3ed4-420c-a3d5-cab69977b2e5" id="197" name="iš1îḋe">
                <a:extLst>
                  <a:ext uri="{FF2B5EF4-FFF2-40B4-BE49-F238E27FC236}">
                    <a16:creationId id="{B8E55A79-9B2E-47B0-2320-962278FD9033}"/>
                  </a:ext>
                </a:extLst>
              </p:cNvPr>
              <p:cNvSpPr/>
              <p:nvPr/>
            </p:nvSpPr>
            <p:spPr bwMode="auto">
              <a:xfrm flipV="false" flipH="false">
                <a:off x="5469542" y="2342908"/>
                <a:ext cx="48555" cy="47834"/>
              </a:xfrm>
              <a:custGeom>
                <a:avLst/>
                <a:gdLst>
                  <a:gd fmla="*/ 18 w 23" name="T0"/>
                  <a:gd fmla="*/ 3 h 26" name="T1"/>
                  <a:gd fmla="*/ 10 w 23" name="T2"/>
                  <a:gd fmla="*/ 0 h 26" name="T3"/>
                  <a:gd fmla="*/ 1 w 23" name="T4"/>
                  <a:gd fmla="*/ 9 h 26" name="T5"/>
                  <a:gd fmla="*/ 1 w 23" name="T6"/>
                  <a:gd fmla="*/ 10 h 26" name="T7"/>
                  <a:gd fmla="*/ 1 w 23" name="T8"/>
                  <a:gd fmla="*/ 20 h 26" name="T9"/>
                  <a:gd fmla="*/ 18 w 23" name="T10"/>
                  <a:gd fmla="*/ 21 h 26" name="T11"/>
                  <a:gd fmla="*/ 18 w 23" name="T12"/>
                  <a:gd fmla="*/ 3 h 26" name="T13"/>
                  <a:gd fmla="*/ 15 w 23" name="T14"/>
                  <a:gd fmla="*/ 18 h 26" name="T15"/>
                  <a:gd fmla="*/ 4 w 23" name="T16"/>
                  <a:gd fmla="*/ 17 h 26" name="T17"/>
                  <a:gd fmla="*/ 6 w 23" name="T18"/>
                  <a:gd fmla="*/ 6 h 26" name="T19"/>
                  <a:gd fmla="*/ 15 w 23" name="T20"/>
                  <a:gd fmla="*/ 6 h 26" name="T21"/>
                  <a:gd fmla="*/ 15 w 23" name="T22"/>
                  <a:gd fmla="*/ 18 h 26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26" w="23">
                    <a:moveTo>
                      <a:pt x="18" y="3"/>
                    </a:moveTo>
                    <a:cubicBezTo>
                      <a:pt x="16" y="1"/>
                      <a:pt x="12" y="0"/>
                      <a:pt x="10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0" y="13"/>
                      <a:pt x="0" y="17"/>
                      <a:pt x="1" y="20"/>
                    </a:cubicBezTo>
                    <a:cubicBezTo>
                      <a:pt x="4" y="26"/>
                      <a:pt x="14" y="26"/>
                      <a:pt x="18" y="21"/>
                    </a:cubicBezTo>
                    <a:cubicBezTo>
                      <a:pt x="23" y="16"/>
                      <a:pt x="22" y="8"/>
                      <a:pt x="18" y="3"/>
                    </a:cubicBezTo>
                    <a:close/>
                    <a:moveTo>
                      <a:pt x="15" y="18"/>
                    </a:moveTo>
                    <a:cubicBezTo>
                      <a:pt x="12" y="22"/>
                      <a:pt x="5" y="22"/>
                      <a:pt x="4" y="17"/>
                    </a:cubicBezTo>
                    <a:cubicBezTo>
                      <a:pt x="2" y="14"/>
                      <a:pt x="4" y="9"/>
                      <a:pt x="6" y="6"/>
                    </a:cubicBezTo>
                    <a:cubicBezTo>
                      <a:pt x="9" y="4"/>
                      <a:pt x="12" y="3"/>
                      <a:pt x="15" y="6"/>
                    </a:cubicBezTo>
                    <a:cubicBezTo>
                      <a:pt x="18" y="9"/>
                      <a:pt x="18" y="15"/>
                      <a:pt x="15" y="1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6d0064b-5626-4198-9688-0111d15b8150" id="198" name="iṧḷíḑê">
                <a:extLst>
                  <a:ext uri="{FF2B5EF4-FFF2-40B4-BE49-F238E27FC236}">
                    <a16:creationId id="{70DC4F17-48FB-3D16-677F-5BE46D489A97}"/>
                  </a:ext>
                </a:extLst>
              </p:cNvPr>
              <p:cNvSpPr/>
              <p:nvPr/>
            </p:nvSpPr>
            <p:spPr bwMode="auto">
              <a:xfrm flipV="false" flipH="false">
                <a:off x="5745586" y="2175885"/>
                <a:ext cx="42261" cy="36855"/>
              </a:xfrm>
              <a:custGeom>
                <a:avLst/>
                <a:gdLst>
                  <a:gd fmla="*/ 18 w 20" name="T0"/>
                  <a:gd fmla="*/ 6 h 20" name="T1"/>
                  <a:gd fmla="*/ 8 w 20" name="T2"/>
                  <a:gd fmla="*/ 0 h 20" name="T3"/>
                  <a:gd fmla="*/ 7 w 20" name="T4"/>
                  <a:gd fmla="*/ 0 h 20" name="T5"/>
                  <a:gd fmla="*/ 6 w 20" name="T6"/>
                  <a:gd fmla="*/ 1 h 20" name="T7"/>
                  <a:gd fmla="*/ 5 w 20" name="T8"/>
                  <a:gd fmla="*/ 1 h 20" name="T9"/>
                  <a:gd fmla="*/ 5 w 20" name="T10"/>
                  <a:gd fmla="*/ 2 h 20" name="T11"/>
                  <a:gd fmla="*/ 1 w 20" name="T12"/>
                  <a:gd fmla="*/ 6 h 20" name="T13"/>
                  <a:gd fmla="*/ 1 w 20" name="T14"/>
                  <a:gd fmla="*/ 12 h 20" name="T15"/>
                  <a:gd fmla="*/ 11 w 20" name="T16"/>
                  <a:gd fmla="*/ 19 h 20" name="T17"/>
                  <a:gd fmla="*/ 18 w 20" name="T18"/>
                  <a:gd fmla="*/ 6 h 20" name="T19"/>
                  <a:gd fmla="*/ 10 w 20" name="T20"/>
                  <a:gd fmla="*/ 14 h 20" name="T21"/>
                  <a:gd fmla="*/ 5 w 20" name="T22"/>
                  <a:gd fmla="*/ 11 h 20" name="T23"/>
                  <a:gd fmla="*/ 7 w 20" name="T24"/>
                  <a:gd fmla="*/ 3 h 20" name="T25"/>
                  <a:gd fmla="*/ 14 w 20" name="T26"/>
                  <a:gd fmla="*/ 6 h 20" name="T27"/>
                  <a:gd fmla="*/ 10 w 20" name="T28"/>
                  <a:gd fmla="*/ 14 h 20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20" w="20">
                    <a:moveTo>
                      <a:pt x="18" y="6"/>
                    </a:moveTo>
                    <a:cubicBezTo>
                      <a:pt x="17" y="2"/>
                      <a:pt x="12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3" y="3"/>
                      <a:pt x="2" y="4"/>
                      <a:pt x="1" y="6"/>
                    </a:cubicBezTo>
                    <a:cubicBezTo>
                      <a:pt x="0" y="8"/>
                      <a:pt x="0" y="10"/>
                      <a:pt x="1" y="12"/>
                    </a:cubicBezTo>
                    <a:cubicBezTo>
                      <a:pt x="3" y="17"/>
                      <a:pt x="7" y="20"/>
                      <a:pt x="11" y="19"/>
                    </a:cubicBezTo>
                    <a:cubicBezTo>
                      <a:pt x="16" y="17"/>
                      <a:pt x="20" y="10"/>
                      <a:pt x="18" y="6"/>
                    </a:cubicBezTo>
                    <a:close/>
                    <a:moveTo>
                      <a:pt x="10" y="14"/>
                    </a:moveTo>
                    <a:cubicBezTo>
                      <a:pt x="8" y="14"/>
                      <a:pt x="6" y="12"/>
                      <a:pt x="5" y="11"/>
                    </a:cubicBezTo>
                    <a:cubicBezTo>
                      <a:pt x="5" y="8"/>
                      <a:pt x="6" y="5"/>
                      <a:pt x="7" y="3"/>
                    </a:cubicBezTo>
                    <a:cubicBezTo>
                      <a:pt x="10" y="3"/>
                      <a:pt x="13" y="4"/>
                      <a:pt x="14" y="6"/>
                    </a:cubicBezTo>
                    <a:cubicBezTo>
                      <a:pt x="15" y="9"/>
                      <a:pt x="12" y="13"/>
                      <a:pt x="10" y="14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</p:grpSp>
        <p:grpSp>
          <p:nvGrpSpPr>
            <p:cNvPr descr="0644aa9d-8400-4631-adb9-6c009dff1362" id="11" name="组合 10">
              <a:extLst>
                <a:ext uri="{FF2B5EF4-FFF2-40B4-BE49-F238E27FC236}">
                  <a16:creationId id="{578D5114-E303-47C2-B922-FA7D75CB9775}"/>
                </a:ext>
              </a:extLst>
            </p:cNvPr>
            <p:cNvGrpSpPr/>
            <p:nvPr/>
          </p:nvGrpSpPr>
          <p:grpSpPr>
            <a:xfrm>
              <a:off x="8361065" y="2335857"/>
              <a:ext cx="957099" cy="1269517"/>
              <a:chOff x="8361065" y="2335857"/>
              <a:chExt cx="957099" cy="1269517"/>
            </a:xfrm>
          </p:grpSpPr>
          <p:sp>
            <p:nvSpPr>
              <p:cNvPr descr="754bbfdb-e9ed-42fa-bbea-1cd8e10b27b7" id="262" name="ïšḷîḋè">
                <a:extLst>
                  <a:ext uri="{FF2B5EF4-FFF2-40B4-BE49-F238E27FC236}">
                    <a16:creationId id="{97C9362E-E2E7-6C91-BA01-5110B62D5320}"/>
                  </a:ext>
                </a:extLst>
              </p:cNvPr>
              <p:cNvSpPr/>
              <p:nvPr/>
            </p:nvSpPr>
            <p:spPr bwMode="auto">
              <a:xfrm flipV="false" flipH="false">
                <a:off x="8654643" y="2765310"/>
                <a:ext cx="656580" cy="824195"/>
              </a:xfrm>
              <a:custGeom>
                <a:avLst/>
                <a:gdLst>
                  <a:gd fmla="*/ 218 w 280" name="T0"/>
                  <a:gd fmla="*/ 0 h 351" name="T1"/>
                  <a:gd fmla="*/ 104 w 280" name="T2"/>
                  <a:gd fmla="*/ 5 h 351" name="T3"/>
                  <a:gd fmla="*/ 28 w 280" name="T4"/>
                  <a:gd fmla="*/ 21 h 351" name="T5"/>
                  <a:gd fmla="*/ 18 w 280" name="T6"/>
                  <a:gd fmla="*/ 28 h 351" name="T7"/>
                  <a:gd fmla="*/ 11 w 280" name="T8"/>
                  <a:gd fmla="*/ 35 h 351" name="T9"/>
                  <a:gd fmla="*/ 9 w 280" name="T10"/>
                  <a:gd fmla="*/ 40 h 351" name="T11"/>
                  <a:gd fmla="*/ 9 w 280" name="T12"/>
                  <a:gd fmla="*/ 128 h 351" name="T13"/>
                  <a:gd fmla="*/ 22 w 280" name="T14"/>
                  <a:gd fmla="*/ 222 h 351" name="T15"/>
                  <a:gd fmla="*/ 48 w 280" name="T16"/>
                  <a:gd fmla="*/ 318 h 351" name="T17"/>
                  <a:gd fmla="*/ 124 w 280" name="T18"/>
                  <a:gd fmla="*/ 332 h 351" name="T19"/>
                  <a:gd fmla="*/ 198 w 280" name="T20"/>
                  <a:gd fmla="*/ 332 h 351" name="T21"/>
                  <a:gd fmla="*/ 198 w 280" name="T22"/>
                  <a:gd fmla="*/ 334 h 351" name="T23"/>
                  <a:gd fmla="*/ 49 w 280" name="T24"/>
                  <a:gd fmla="*/ 324 h 351" name="T25"/>
                  <a:gd fmla="*/ 52 w 280" name="T26"/>
                  <a:gd fmla="*/ 332 h 351" name="T27"/>
                  <a:gd fmla="*/ 85 w 280" name="T28"/>
                  <a:gd fmla="*/ 343 h 351" name="T29"/>
                  <a:gd fmla="*/ 182 w 280" name="T30"/>
                  <a:gd fmla="*/ 348 h 351" name="T31"/>
                  <a:gd fmla="*/ 269 w 280" name="T32"/>
                  <a:gd fmla="*/ 314 h 351" name="T33"/>
                  <a:gd fmla="*/ 269 w 280" name="T34"/>
                  <a:gd fmla="*/ 309 h 351" name="T35"/>
                  <a:gd fmla="*/ 227 w 280" name="T36"/>
                  <a:gd fmla="*/ 326 h 351" name="T37"/>
                  <a:gd fmla="*/ 226 w 280" name="T38"/>
                  <a:gd fmla="*/ 324 h 351" name="T39"/>
                  <a:gd fmla="*/ 269 w 280" name="T40"/>
                  <a:gd fmla="*/ 303 h 351" name="T41"/>
                  <a:gd fmla="*/ 271 w 280" name="T42"/>
                  <a:gd fmla="*/ 202 h 351" name="T43"/>
                  <a:gd fmla="*/ 272 w 280" name="T44"/>
                  <a:gd fmla="*/ 31 h 351" name="T45"/>
                  <a:gd fmla="*/ 218 w 280" name="T46"/>
                  <a:gd fmla="*/ 0 h 351" name="T47"/>
                  <a:gd fmla="*/ 146 w 280" name="T48"/>
                  <a:gd fmla="*/ 283 h 351" name="T49"/>
                  <a:gd fmla="*/ 61 w 280" name="T50"/>
                  <a:gd fmla="*/ 198 h 351" name="T51"/>
                  <a:gd fmla="*/ 146 w 280" name="T52"/>
                  <a:gd fmla="*/ 113 h 351" name="T53"/>
                  <a:gd fmla="*/ 231 w 280" name="T54"/>
                  <a:gd fmla="*/ 198 h 351" name="T55"/>
                  <a:gd fmla="*/ 146 w 280" name="T56"/>
                  <a:gd fmla="*/ 283 h 351" name="T57"/>
                  <a:gd fmla="*/ 263 w 280" name="T58"/>
                  <a:gd fmla="*/ 296 h 351" name="T59"/>
                  <a:gd fmla="*/ 240 w 280" name="T60"/>
                  <a:gd fmla="*/ 308 h 351" name="T61"/>
                  <a:gd fmla="*/ 239 w 280" name="T62"/>
                  <a:gd fmla="*/ 304 h 351" name="T63"/>
                  <a:gd fmla="*/ 261 w 280" name="T64"/>
                  <a:gd fmla="*/ 294 h 351" name="T65"/>
                  <a:gd fmla="*/ 263 w 280" name="T66"/>
                  <a:gd fmla="*/ 296 h 351" name="T67"/>
                  <a:gd fmla="*/ 251 w 280" name="T68"/>
                  <a:gd fmla="*/ 284 h 351" name="T69"/>
                  <a:gd fmla="*/ 258 w 280" name="T70"/>
                  <a:gd fmla="*/ 281 h 351" name="T71"/>
                  <a:gd fmla="*/ 259 w 280" name="T72"/>
                  <a:gd fmla="*/ 283 h 351" name="T73"/>
                  <a:gd fmla="*/ 252 w 280" name="T74"/>
                  <a:gd fmla="*/ 288 h 351" name="T75"/>
                  <a:gd fmla="*/ 246 w 280" name="T76"/>
                  <a:gd fmla="*/ 291 h 351" name="T77"/>
                  <a:gd fmla="*/ 245 w 280" name="T78"/>
                  <a:gd fmla="*/ 289 h 351" name="T79"/>
                  <a:gd fmla="*/ 251 w 280" name="T80"/>
                  <a:gd fmla="*/ 284 h 351" name="T81"/>
                  <a:gd fmla="*/ 250 w 280" name="T82"/>
                  <a:gd fmla="*/ 268 h 351" name="T83"/>
                  <a:gd fmla="*/ 255 w 280" name="T84"/>
                  <a:gd fmla="*/ 266 h 351" name="T85"/>
                  <a:gd fmla="*/ 256 w 280" name="T86"/>
                  <a:gd fmla="*/ 268 h 351" name="T87"/>
                  <a:gd fmla="*/ 251 w 280" name="T88"/>
                  <a:gd fmla="*/ 271 h 351" name="T89"/>
                  <a:gd fmla="*/ 250 w 280" name="T90"/>
                  <a:gd fmla="*/ 268 h 351" name="T91"/>
                  <a:gd fmla="*/ 225 w 280" name="T92"/>
                  <a:gd fmla="*/ 58 h 351" name="T93"/>
                  <a:gd fmla="*/ 123 w 280" name="T94"/>
                  <a:gd fmla="*/ 71 h 351" name="T95"/>
                  <a:gd fmla="*/ 37 w 280" name="T96"/>
                  <a:gd fmla="*/ 64 h 351" name="T97"/>
                  <a:gd fmla="*/ 25 w 280" name="T98"/>
                  <a:gd fmla="*/ 28 h 351" name="T99"/>
                  <a:gd fmla="*/ 26 w 280" name="T100"/>
                  <a:gd fmla="*/ 30 h 351" name="T101"/>
                  <a:gd fmla="*/ 46 w 280" name="T102"/>
                  <a:gd fmla="*/ 59 h 351" name="T103"/>
                  <a:gd fmla="*/ 77 w 280" name="T104"/>
                  <a:gd fmla="*/ 62 h 351" name="T105"/>
                  <a:gd fmla="*/ 131 w 280" name="T106"/>
                  <a:gd fmla="*/ 64 h 351" name="T107"/>
                  <a:gd fmla="*/ 202 w 280" name="T108"/>
                  <a:gd fmla="*/ 56 h 351" name="T109"/>
                  <a:gd fmla="*/ 234 w 280" name="T110"/>
                  <a:gd fmla="*/ 46 h 351" name="T111"/>
                  <a:gd fmla="*/ 257 w 280" name="T112"/>
                  <a:gd fmla="*/ 20 h 351" name="T113"/>
                  <a:gd fmla="*/ 259 w 280" name="T114"/>
                  <a:gd fmla="*/ 17 h 351" name="T115"/>
                  <a:gd fmla="*/ 225 w 280" name="T116"/>
                  <a:gd fmla="*/ 58 h 351" name="T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b="b" l="0" r="r" t="0"/>
                <a:pathLst>
                  <a:path h="351" w="280">
                    <a:moveTo>
                      <a:pt x="218" y="0"/>
                    </a:moveTo>
                    <a:cubicBezTo>
                      <a:pt x="180" y="0"/>
                      <a:pt x="142" y="0"/>
                      <a:pt x="104" y="5"/>
                    </a:cubicBezTo>
                    <a:cubicBezTo>
                      <a:pt x="78" y="9"/>
                      <a:pt x="52" y="10"/>
                      <a:pt x="28" y="21"/>
                    </a:cubicBezTo>
                    <a:cubicBezTo>
                      <a:pt x="25" y="23"/>
                      <a:pt x="21" y="25"/>
                      <a:pt x="18" y="28"/>
                    </a:cubicBezTo>
                    <a:cubicBezTo>
                      <a:pt x="15" y="30"/>
                      <a:pt x="13" y="32"/>
                      <a:pt x="11" y="35"/>
                    </a:cubicBezTo>
                    <a:cubicBezTo>
                      <a:pt x="10" y="37"/>
                      <a:pt x="10" y="38"/>
                      <a:pt x="9" y="40"/>
                    </a:cubicBezTo>
                    <a:cubicBezTo>
                      <a:pt x="5" y="68"/>
                      <a:pt x="7" y="99"/>
                      <a:pt x="9" y="128"/>
                    </a:cubicBezTo>
                    <a:cubicBezTo>
                      <a:pt x="11" y="159"/>
                      <a:pt x="16" y="191"/>
                      <a:pt x="22" y="222"/>
                    </a:cubicBezTo>
                    <a:cubicBezTo>
                      <a:pt x="29" y="254"/>
                      <a:pt x="38" y="286"/>
                      <a:pt x="48" y="318"/>
                    </a:cubicBezTo>
                    <a:cubicBezTo>
                      <a:pt x="73" y="325"/>
                      <a:pt x="98" y="330"/>
                      <a:pt x="124" y="332"/>
                    </a:cubicBezTo>
                    <a:cubicBezTo>
                      <a:pt x="149" y="333"/>
                      <a:pt x="173" y="332"/>
                      <a:pt x="198" y="332"/>
                    </a:cubicBezTo>
                    <a:cubicBezTo>
                      <a:pt x="200" y="332"/>
                      <a:pt x="200" y="334"/>
                      <a:pt x="198" y="334"/>
                    </a:cubicBezTo>
                    <a:cubicBezTo>
                      <a:pt x="147" y="339"/>
                      <a:pt x="98" y="339"/>
                      <a:pt x="49" y="324"/>
                    </a:cubicBezTo>
                    <a:cubicBezTo>
                      <a:pt x="50" y="327"/>
                      <a:pt x="51" y="329"/>
                      <a:pt x="52" y="332"/>
                    </a:cubicBezTo>
                    <a:cubicBezTo>
                      <a:pt x="63" y="337"/>
                      <a:pt x="74" y="341"/>
                      <a:pt x="85" y="343"/>
                    </a:cubicBezTo>
                    <a:cubicBezTo>
                      <a:pt x="117" y="349"/>
                      <a:pt x="150" y="351"/>
                      <a:pt x="182" y="348"/>
                    </a:cubicBezTo>
                    <a:cubicBezTo>
                      <a:pt x="215" y="345"/>
                      <a:pt x="245" y="338"/>
                      <a:pt x="269" y="314"/>
                    </a:cubicBezTo>
                    <a:cubicBezTo>
                      <a:pt x="269" y="312"/>
                      <a:pt x="269" y="311"/>
                      <a:pt x="269" y="309"/>
                    </a:cubicBezTo>
                    <a:cubicBezTo>
                      <a:pt x="257" y="318"/>
                      <a:pt x="242" y="325"/>
                      <a:pt x="227" y="326"/>
                    </a:cubicBezTo>
                    <a:cubicBezTo>
                      <a:pt x="225" y="327"/>
                      <a:pt x="225" y="324"/>
                      <a:pt x="226" y="324"/>
                    </a:cubicBezTo>
                    <a:cubicBezTo>
                      <a:pt x="242" y="318"/>
                      <a:pt x="255" y="311"/>
                      <a:pt x="269" y="303"/>
                    </a:cubicBezTo>
                    <a:cubicBezTo>
                      <a:pt x="269" y="269"/>
                      <a:pt x="271" y="235"/>
                      <a:pt x="271" y="202"/>
                    </a:cubicBezTo>
                    <a:cubicBezTo>
                      <a:pt x="271" y="145"/>
                      <a:pt x="274" y="88"/>
                      <a:pt x="272" y="31"/>
                    </a:cubicBezTo>
                    <a:cubicBezTo>
                      <a:pt x="266" y="11"/>
                      <a:pt x="240" y="3"/>
                      <a:pt x="218" y="0"/>
                    </a:cubicBezTo>
                    <a:close/>
                    <a:moveTo>
                      <a:pt x="146" y="283"/>
                    </a:moveTo>
                    <a:cubicBezTo>
                      <a:pt x="99" y="283"/>
                      <a:pt x="61" y="245"/>
                      <a:pt x="61" y="198"/>
                    </a:cubicBezTo>
                    <a:cubicBezTo>
                      <a:pt x="61" y="152"/>
                      <a:pt x="99" y="113"/>
                      <a:pt x="146" y="113"/>
                    </a:cubicBezTo>
                    <a:cubicBezTo>
                      <a:pt x="193" y="113"/>
                      <a:pt x="231" y="151"/>
                      <a:pt x="231" y="198"/>
                    </a:cubicBezTo>
                    <a:cubicBezTo>
                      <a:pt x="231" y="245"/>
                      <a:pt x="193" y="283"/>
                      <a:pt x="146" y="283"/>
                    </a:cubicBezTo>
                    <a:close/>
                    <a:moveTo>
                      <a:pt x="263" y="296"/>
                    </a:moveTo>
                    <a:cubicBezTo>
                      <a:pt x="257" y="302"/>
                      <a:pt x="248" y="305"/>
                      <a:pt x="240" y="308"/>
                    </a:cubicBezTo>
                    <a:cubicBezTo>
                      <a:pt x="238" y="309"/>
                      <a:pt x="237" y="305"/>
                      <a:pt x="239" y="304"/>
                    </a:cubicBezTo>
                    <a:cubicBezTo>
                      <a:pt x="247" y="301"/>
                      <a:pt x="254" y="298"/>
                      <a:pt x="261" y="294"/>
                    </a:cubicBezTo>
                    <a:cubicBezTo>
                      <a:pt x="263" y="293"/>
                      <a:pt x="264" y="295"/>
                      <a:pt x="263" y="296"/>
                    </a:cubicBezTo>
                    <a:close/>
                    <a:moveTo>
                      <a:pt x="251" y="284"/>
                    </a:moveTo>
                    <a:cubicBezTo>
                      <a:pt x="253" y="283"/>
                      <a:pt x="255" y="282"/>
                      <a:pt x="258" y="281"/>
                    </a:cubicBezTo>
                    <a:cubicBezTo>
                      <a:pt x="259" y="280"/>
                      <a:pt x="260" y="282"/>
                      <a:pt x="259" y="283"/>
                    </a:cubicBezTo>
                    <a:cubicBezTo>
                      <a:pt x="257" y="285"/>
                      <a:pt x="255" y="286"/>
                      <a:pt x="252" y="288"/>
                    </a:cubicBezTo>
                    <a:cubicBezTo>
                      <a:pt x="250" y="289"/>
                      <a:pt x="248" y="290"/>
                      <a:pt x="246" y="291"/>
                    </a:cubicBezTo>
                    <a:cubicBezTo>
                      <a:pt x="245" y="291"/>
                      <a:pt x="244" y="290"/>
                      <a:pt x="245" y="289"/>
                    </a:cubicBezTo>
                    <a:cubicBezTo>
                      <a:pt x="247" y="287"/>
                      <a:pt x="249" y="286"/>
                      <a:pt x="251" y="284"/>
                    </a:cubicBezTo>
                    <a:close/>
                    <a:moveTo>
                      <a:pt x="250" y="268"/>
                    </a:moveTo>
                    <a:cubicBezTo>
                      <a:pt x="252" y="267"/>
                      <a:pt x="253" y="266"/>
                      <a:pt x="255" y="266"/>
                    </a:cubicBezTo>
                    <a:cubicBezTo>
                      <a:pt x="256" y="265"/>
                      <a:pt x="257" y="267"/>
                      <a:pt x="256" y="268"/>
                    </a:cubicBezTo>
                    <a:cubicBezTo>
                      <a:pt x="255" y="269"/>
                      <a:pt x="253" y="270"/>
                      <a:pt x="251" y="271"/>
                    </a:cubicBezTo>
                    <a:cubicBezTo>
                      <a:pt x="249" y="272"/>
                      <a:pt x="249" y="269"/>
                      <a:pt x="250" y="268"/>
                    </a:cubicBezTo>
                    <a:close/>
                    <a:moveTo>
                      <a:pt x="225" y="58"/>
                    </a:moveTo>
                    <a:cubicBezTo>
                      <a:pt x="192" y="68"/>
                      <a:pt x="157" y="72"/>
                      <a:pt x="123" y="71"/>
                    </a:cubicBezTo>
                    <a:cubicBezTo>
                      <a:pt x="95" y="70"/>
                      <a:pt x="64" y="71"/>
                      <a:pt x="37" y="64"/>
                    </a:cubicBezTo>
                    <a:cubicBezTo>
                      <a:pt x="20" y="58"/>
                      <a:pt x="0" y="38"/>
                      <a:pt x="25" y="28"/>
                    </a:cubicBezTo>
                    <a:cubicBezTo>
                      <a:pt x="27" y="27"/>
                      <a:pt x="28" y="29"/>
                      <a:pt x="26" y="30"/>
                    </a:cubicBezTo>
                    <a:cubicBezTo>
                      <a:pt x="1" y="45"/>
                      <a:pt x="36" y="57"/>
                      <a:pt x="46" y="59"/>
                    </a:cubicBezTo>
                    <a:cubicBezTo>
                      <a:pt x="56" y="60"/>
                      <a:pt x="66" y="61"/>
                      <a:pt x="77" y="62"/>
                    </a:cubicBezTo>
                    <a:cubicBezTo>
                      <a:pt x="95" y="63"/>
                      <a:pt x="113" y="64"/>
                      <a:pt x="131" y="64"/>
                    </a:cubicBezTo>
                    <a:cubicBezTo>
                      <a:pt x="155" y="63"/>
                      <a:pt x="179" y="62"/>
                      <a:pt x="202" y="56"/>
                    </a:cubicBezTo>
                    <a:cubicBezTo>
                      <a:pt x="213" y="54"/>
                      <a:pt x="224" y="51"/>
                      <a:pt x="234" y="46"/>
                    </a:cubicBezTo>
                    <a:cubicBezTo>
                      <a:pt x="243" y="42"/>
                      <a:pt x="269" y="33"/>
                      <a:pt x="257" y="20"/>
                    </a:cubicBezTo>
                    <a:cubicBezTo>
                      <a:pt x="255" y="18"/>
                      <a:pt x="258" y="16"/>
                      <a:pt x="259" y="17"/>
                    </a:cubicBezTo>
                    <a:cubicBezTo>
                      <a:pt x="280" y="38"/>
                      <a:pt x="241" y="52"/>
                      <a:pt x="225" y="58"/>
                    </a:cubicBezTo>
                    <a:close/>
                  </a:path>
                </a:pathLst>
              </a:custGeom>
              <a:solidFill>
                <a:srgbClr val="93B8C9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90b3568-ca17-416a-a0dc-47ff1fe47e32" id="263" name="iŝ1ïďe">
                <a:extLst>
                  <a:ext uri="{FF2B5EF4-FFF2-40B4-BE49-F238E27FC236}">
                    <a16:creationId id="{734426A2-9799-8A87-4837-C7CD4D94680B}"/>
                  </a:ext>
                </a:extLst>
              </p:cNvPr>
              <p:cNvSpPr/>
              <p:nvPr/>
            </p:nvSpPr>
            <p:spPr bwMode="auto">
              <a:xfrm flipV="false" flipH="false">
                <a:off x="8661586" y="2816884"/>
                <a:ext cx="616906" cy="98189"/>
              </a:xfrm>
              <a:custGeom>
                <a:avLst/>
                <a:gdLst>
                  <a:gd fmla="*/ 22 w 263" name="T0"/>
                  <a:gd fmla="*/ 9 h 42" name="T1"/>
                  <a:gd fmla="*/ 43 w 263" name="T2"/>
                  <a:gd fmla="*/ 37 h 42" name="T3"/>
                  <a:gd fmla="*/ 74 w 263" name="T4"/>
                  <a:gd fmla="*/ 40 h 42" name="T5"/>
                  <a:gd fmla="*/ 128 w 263" name="T6"/>
                  <a:gd fmla="*/ 42 h 42" name="T7"/>
                  <a:gd fmla="*/ 199 w 263" name="T8"/>
                  <a:gd fmla="*/ 34 h 42" name="T9"/>
                  <a:gd fmla="*/ 231 w 263" name="T10"/>
                  <a:gd fmla="*/ 24 h 42" name="T11"/>
                  <a:gd fmla="*/ 256 w 263" name="T12"/>
                  <a:gd fmla="*/ 0 h 42" name="T13"/>
                  <a:gd fmla="*/ 255 w 263" name="T14"/>
                  <a:gd fmla="*/ 0 h 42" name="T15"/>
                  <a:gd fmla="*/ 252 w 263" name="T16"/>
                  <a:gd fmla="*/ 0 h 42" name="T17"/>
                  <a:gd fmla="*/ 251 w 263" name="T18"/>
                  <a:gd fmla="*/ 1 h 42" name="T19"/>
                  <a:gd fmla="*/ 139 w 263" name="T20"/>
                  <a:gd fmla="*/ 13 h 42" name="T21"/>
                  <a:gd fmla="*/ 22 w 263" name="T22"/>
                  <a:gd fmla="*/ 9 h 42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42" w="263">
                    <a:moveTo>
                      <a:pt x="22" y="9"/>
                    </a:moveTo>
                    <a:cubicBezTo>
                      <a:pt x="0" y="23"/>
                      <a:pt x="33" y="35"/>
                      <a:pt x="43" y="37"/>
                    </a:cubicBezTo>
                    <a:cubicBezTo>
                      <a:pt x="53" y="38"/>
                      <a:pt x="63" y="39"/>
                      <a:pt x="74" y="40"/>
                    </a:cubicBezTo>
                    <a:cubicBezTo>
                      <a:pt x="92" y="41"/>
                      <a:pt x="110" y="42"/>
                      <a:pt x="128" y="42"/>
                    </a:cubicBezTo>
                    <a:cubicBezTo>
                      <a:pt x="152" y="41"/>
                      <a:pt x="176" y="40"/>
                      <a:pt x="199" y="34"/>
                    </a:cubicBezTo>
                    <a:cubicBezTo>
                      <a:pt x="210" y="32"/>
                      <a:pt x="221" y="29"/>
                      <a:pt x="231" y="24"/>
                    </a:cubicBezTo>
                    <a:cubicBezTo>
                      <a:pt x="240" y="21"/>
                      <a:pt x="263" y="13"/>
                      <a:pt x="256" y="0"/>
                    </a:cubicBezTo>
                    <a:cubicBezTo>
                      <a:pt x="255" y="0"/>
                      <a:pt x="255" y="0"/>
                      <a:pt x="255" y="0"/>
                    </a:cubicBezTo>
                    <a:cubicBezTo>
                      <a:pt x="254" y="0"/>
                      <a:pt x="253" y="0"/>
                      <a:pt x="252" y="0"/>
                    </a:cubicBezTo>
                    <a:cubicBezTo>
                      <a:pt x="252" y="1"/>
                      <a:pt x="252" y="1"/>
                      <a:pt x="251" y="1"/>
                    </a:cubicBezTo>
                    <a:cubicBezTo>
                      <a:pt x="214" y="7"/>
                      <a:pt x="176" y="11"/>
                      <a:pt x="139" y="13"/>
                    </a:cubicBezTo>
                    <a:cubicBezTo>
                      <a:pt x="100" y="15"/>
                      <a:pt x="61" y="3"/>
                      <a:pt x="22" y="9"/>
                    </a:cubicBezTo>
                    <a:close/>
                  </a:path>
                </a:pathLst>
              </a:custGeom>
              <a:solidFill>
                <a:srgbClr val="688A9D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5fc9928-322c-48e8-b054-64e918b1f664" id="264" name="iS1îḑé">
                <a:extLst>
                  <a:ext uri="{FF2B5EF4-FFF2-40B4-BE49-F238E27FC236}">
                    <a16:creationId id="{2DBD9E50-0191-C9AE-7315-1F1D3BA5EA5D}"/>
                  </a:ext>
                </a:extLst>
              </p:cNvPr>
              <p:cNvSpPr/>
              <p:nvPr/>
            </p:nvSpPr>
            <p:spPr bwMode="auto">
              <a:xfrm flipV="false" flipH="false">
                <a:off x="8670512" y="2983508"/>
                <a:ext cx="616906" cy="605996"/>
              </a:xfrm>
              <a:custGeom>
                <a:avLst/>
                <a:gdLst>
                  <a:gd fmla="*/ 219 w 263" name="T0"/>
                  <a:gd fmla="*/ 231 h 258" name="T1"/>
                  <a:gd fmla="*/ 262 w 263" name="T2"/>
                  <a:gd fmla="*/ 210 h 258" name="T3"/>
                  <a:gd fmla="*/ 263 w 263" name="T4"/>
                  <a:gd fmla="*/ 180 h 258" name="T5"/>
                  <a:gd fmla="*/ 252 w 263" name="T6"/>
                  <a:gd fmla="*/ 190 h 258" name="T7"/>
                  <a:gd fmla="*/ 252 w 263" name="T8"/>
                  <a:gd fmla="*/ 190 h 258" name="T9"/>
                  <a:gd fmla="*/ 252 w 263" name="T10"/>
                  <a:gd fmla="*/ 190 h 258" name="T11"/>
                  <a:gd fmla="*/ 92 w 263" name="T12"/>
                  <a:gd fmla="*/ 198 h 258" name="T13"/>
                  <a:gd fmla="*/ 20 w 263" name="T14"/>
                  <a:gd fmla="*/ 93 h 258" name="T15"/>
                  <a:gd fmla="*/ 0 w 263" name="T16"/>
                  <a:gd fmla="*/ 0 h 258" name="T17"/>
                  <a:gd fmla="*/ 2 w 263" name="T18"/>
                  <a:gd fmla="*/ 35 h 258" name="T19"/>
                  <a:gd fmla="*/ 15 w 263" name="T20"/>
                  <a:gd fmla="*/ 129 h 258" name="T21"/>
                  <a:gd fmla="*/ 41 w 263" name="T22"/>
                  <a:gd fmla="*/ 225 h 258" name="T23"/>
                  <a:gd fmla="*/ 117 w 263" name="T24"/>
                  <a:gd fmla="*/ 239 h 258" name="T25"/>
                  <a:gd fmla="*/ 191 w 263" name="T26"/>
                  <a:gd fmla="*/ 239 h 258" name="T27"/>
                  <a:gd fmla="*/ 191 w 263" name="T28"/>
                  <a:gd fmla="*/ 241 h 258" name="T29"/>
                  <a:gd fmla="*/ 42 w 263" name="T30"/>
                  <a:gd fmla="*/ 231 h 258" name="T31"/>
                  <a:gd fmla="*/ 45 w 263" name="T32"/>
                  <a:gd fmla="*/ 239 h 258" name="T33"/>
                  <a:gd fmla="*/ 78 w 263" name="T34"/>
                  <a:gd fmla="*/ 250 h 258" name="T35"/>
                  <a:gd fmla="*/ 175 w 263" name="T36"/>
                  <a:gd fmla="*/ 255 h 258" name="T37"/>
                  <a:gd fmla="*/ 262 w 263" name="T38"/>
                  <a:gd fmla="*/ 221 h 258" name="T39"/>
                  <a:gd fmla="*/ 262 w 263" name="T40"/>
                  <a:gd fmla="*/ 216 h 258" name="T41"/>
                  <a:gd fmla="*/ 220 w 263" name="T42"/>
                  <a:gd fmla="*/ 233 h 258" name="T43"/>
                  <a:gd fmla="*/ 219 w 263" name="T44"/>
                  <a:gd fmla="*/ 231 h 258" name="T45"/>
                  <a:gd fmla="*/ 232 w 263" name="T46"/>
                  <a:gd fmla="*/ 211 h 258" name="T47"/>
                  <a:gd fmla="*/ 254 w 263" name="T48"/>
                  <a:gd fmla="*/ 201 h 258" name="T49"/>
                  <a:gd fmla="*/ 256 w 263" name="T50"/>
                  <a:gd fmla="*/ 203 h 258" name="T51"/>
                  <a:gd fmla="*/ 233 w 263" name="T52"/>
                  <a:gd fmla="*/ 215 h 258" name="T53"/>
                  <a:gd fmla="*/ 232 w 263" name="T54"/>
                  <a:gd fmla="*/ 211 h 258" name="T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b="b" l="0" r="r" t="0"/>
                <a:pathLst>
                  <a:path h="258" w="263">
                    <a:moveTo>
                      <a:pt x="219" y="231"/>
                    </a:moveTo>
                    <a:cubicBezTo>
                      <a:pt x="235" y="225"/>
                      <a:pt x="248" y="218"/>
                      <a:pt x="262" y="210"/>
                    </a:cubicBezTo>
                    <a:cubicBezTo>
                      <a:pt x="262" y="200"/>
                      <a:pt x="262" y="190"/>
                      <a:pt x="263" y="180"/>
                    </a:cubicBezTo>
                    <a:cubicBezTo>
                      <a:pt x="259" y="184"/>
                      <a:pt x="256" y="187"/>
                      <a:pt x="252" y="190"/>
                    </a:cubicBezTo>
                    <a:cubicBezTo>
                      <a:pt x="252" y="190"/>
                      <a:pt x="252" y="190"/>
                      <a:pt x="252" y="190"/>
                    </a:cubicBezTo>
                    <a:cubicBezTo>
                      <a:pt x="252" y="190"/>
                      <a:pt x="252" y="190"/>
                      <a:pt x="252" y="190"/>
                    </a:cubicBezTo>
                    <a:cubicBezTo>
                      <a:pt x="209" y="226"/>
                      <a:pt x="141" y="229"/>
                      <a:pt x="92" y="198"/>
                    </a:cubicBezTo>
                    <a:cubicBezTo>
                      <a:pt x="55" y="174"/>
                      <a:pt x="34" y="134"/>
                      <a:pt x="20" y="93"/>
                    </a:cubicBezTo>
                    <a:cubicBezTo>
                      <a:pt x="10" y="63"/>
                      <a:pt x="4" y="32"/>
                      <a:pt x="0" y="0"/>
                    </a:cubicBezTo>
                    <a:cubicBezTo>
                      <a:pt x="0" y="12"/>
                      <a:pt x="1" y="23"/>
                      <a:pt x="2" y="35"/>
                    </a:cubicBezTo>
                    <a:cubicBezTo>
                      <a:pt x="4" y="66"/>
                      <a:pt x="9" y="98"/>
                      <a:pt x="15" y="129"/>
                    </a:cubicBezTo>
                    <a:cubicBezTo>
                      <a:pt x="22" y="161"/>
                      <a:pt x="31" y="193"/>
                      <a:pt x="41" y="225"/>
                    </a:cubicBezTo>
                    <a:cubicBezTo>
                      <a:pt x="66" y="232"/>
                      <a:pt x="91" y="237"/>
                      <a:pt x="117" y="239"/>
                    </a:cubicBezTo>
                    <a:cubicBezTo>
                      <a:pt x="142" y="240"/>
                      <a:pt x="166" y="239"/>
                      <a:pt x="191" y="239"/>
                    </a:cubicBezTo>
                    <a:cubicBezTo>
                      <a:pt x="193" y="239"/>
                      <a:pt x="193" y="241"/>
                      <a:pt x="191" y="241"/>
                    </a:cubicBezTo>
                    <a:cubicBezTo>
                      <a:pt x="140" y="246"/>
                      <a:pt x="91" y="246"/>
                      <a:pt x="42" y="231"/>
                    </a:cubicBezTo>
                    <a:cubicBezTo>
                      <a:pt x="43" y="234"/>
                      <a:pt x="44" y="236"/>
                      <a:pt x="45" y="239"/>
                    </a:cubicBezTo>
                    <a:cubicBezTo>
                      <a:pt x="56" y="244"/>
                      <a:pt x="67" y="248"/>
                      <a:pt x="78" y="250"/>
                    </a:cubicBezTo>
                    <a:cubicBezTo>
                      <a:pt x="110" y="256"/>
                      <a:pt x="143" y="258"/>
                      <a:pt x="175" y="255"/>
                    </a:cubicBezTo>
                    <a:cubicBezTo>
                      <a:pt x="208" y="252"/>
                      <a:pt x="238" y="245"/>
                      <a:pt x="262" y="221"/>
                    </a:cubicBezTo>
                    <a:cubicBezTo>
                      <a:pt x="262" y="219"/>
                      <a:pt x="262" y="218"/>
                      <a:pt x="262" y="216"/>
                    </a:cubicBezTo>
                    <a:cubicBezTo>
                      <a:pt x="250" y="225"/>
                      <a:pt x="235" y="232"/>
                      <a:pt x="220" y="233"/>
                    </a:cubicBezTo>
                    <a:cubicBezTo>
                      <a:pt x="218" y="234"/>
                      <a:pt x="218" y="231"/>
                      <a:pt x="219" y="231"/>
                    </a:cubicBezTo>
                    <a:close/>
                    <a:moveTo>
                      <a:pt x="232" y="211"/>
                    </a:moveTo>
                    <a:cubicBezTo>
                      <a:pt x="240" y="208"/>
                      <a:pt x="247" y="205"/>
                      <a:pt x="254" y="201"/>
                    </a:cubicBezTo>
                    <a:cubicBezTo>
                      <a:pt x="256" y="200"/>
                      <a:pt x="257" y="202"/>
                      <a:pt x="256" y="203"/>
                    </a:cubicBezTo>
                    <a:cubicBezTo>
                      <a:pt x="250" y="209"/>
                      <a:pt x="241" y="212"/>
                      <a:pt x="233" y="215"/>
                    </a:cubicBezTo>
                    <a:cubicBezTo>
                      <a:pt x="231" y="216"/>
                      <a:pt x="230" y="212"/>
                      <a:pt x="232" y="211"/>
                    </a:cubicBezTo>
                    <a:close/>
                  </a:path>
                </a:pathLst>
              </a:custGeom>
              <a:solidFill>
                <a:srgbClr val="688A9D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06ddd17-b2b5-41a4-8d3c-62386ae26b7b" id="265" name="iSlïḓè">
                <a:extLst>
                  <a:ext uri="{FF2B5EF4-FFF2-40B4-BE49-F238E27FC236}">
                    <a16:creationId id="{395DDBF2-11BF-B050-A0E8-94BF94E8A6C9}"/>
                  </a:ext>
                </a:extLst>
              </p:cNvPr>
              <p:cNvSpPr/>
              <p:nvPr/>
            </p:nvSpPr>
            <p:spPr bwMode="auto">
              <a:xfrm flipV="false" flipH="false">
                <a:off x="8811348" y="3037065"/>
                <a:ext cx="375896" cy="377879"/>
              </a:xfrm>
              <a:custGeom>
                <a:avLst/>
                <a:gdLst>
                  <a:gd fmla="*/ 78 w 160" name="T0"/>
                  <a:gd fmla="*/ 0 h 161" name="T1"/>
                  <a:gd fmla="*/ 0 w 160" name="T2"/>
                  <a:gd fmla="*/ 82 h 161" name="T3"/>
                  <a:gd fmla="*/ 79 w 160" name="T4"/>
                  <a:gd fmla="*/ 161 h 161" name="T5"/>
                  <a:gd fmla="*/ 160 w 160" name="T6"/>
                  <a:gd fmla="*/ 85 h 161" name="T7"/>
                  <a:gd fmla="*/ 78 w 160" name="T8"/>
                  <a:gd fmla="*/ 0 h 161" name="T9"/>
                  <a:gd fmla="*/ 101 w 160" name="T10"/>
                  <a:gd fmla="*/ 40 h 161" name="T11"/>
                  <a:gd fmla="*/ 102 w 160" name="T12"/>
                  <a:gd fmla="*/ 39 h 161" name="T13"/>
                  <a:gd fmla="*/ 107 w 160" name="T14"/>
                  <a:gd fmla="*/ 40 h 161" name="T15"/>
                  <a:gd fmla="*/ 107 w 160" name="T16"/>
                  <a:gd fmla="*/ 49 h 161" name="T17"/>
                  <a:gd fmla="*/ 104 w 160" name="T18"/>
                  <a:gd fmla="*/ 57 h 161" name="T19"/>
                  <a:gd fmla="*/ 100 w 160" name="T20"/>
                  <a:gd fmla="*/ 57 h 161" name="T21"/>
                  <a:gd fmla="*/ 101 w 160" name="T22"/>
                  <a:gd fmla="*/ 40 h 161" name="T23"/>
                  <a:gd fmla="*/ 50 w 160" name="T24"/>
                  <a:gd fmla="*/ 44 h 161" name="T25"/>
                  <a:gd fmla="*/ 51 w 160" name="T26"/>
                  <a:gd fmla="*/ 43 h 161" name="T27"/>
                  <a:gd fmla="*/ 52 w 160" name="T28"/>
                  <a:gd fmla="*/ 43 h 161" name="T29"/>
                  <a:gd fmla="*/ 55 w 160" name="T30"/>
                  <a:gd fmla="*/ 43 h 161" name="T31"/>
                  <a:gd fmla="*/ 58 w 160" name="T32"/>
                  <a:gd fmla="*/ 54 h 161" name="T33"/>
                  <a:gd fmla="*/ 52 w 160" name="T34"/>
                  <a:gd fmla="*/ 61 h 161" name="T35"/>
                  <a:gd fmla="*/ 49 w 160" name="T36"/>
                  <a:gd fmla="*/ 60 h 161" name="T37"/>
                  <a:gd fmla="*/ 50 w 160" name="T38"/>
                  <a:gd fmla="*/ 44 h 161" name="T39"/>
                  <a:gd fmla="*/ 135 w 160" name="T40"/>
                  <a:gd fmla="*/ 94 h 161" name="T41"/>
                  <a:gd fmla="*/ 123 w 160" name="T42"/>
                  <a:gd fmla="*/ 91 h 161" name="T43"/>
                  <a:gd fmla="*/ 76 w 160" name="T44"/>
                  <a:gd fmla="*/ 131 h 161" name="T45"/>
                  <a:gd fmla="*/ 29 w 160" name="T46"/>
                  <a:gd fmla="*/ 100 h 161" name="T47"/>
                  <a:gd fmla="*/ 19 w 160" name="T48"/>
                  <a:gd fmla="*/ 100 h 161" name="T49"/>
                  <a:gd fmla="*/ 19 w 160" name="T50"/>
                  <a:gd fmla="*/ 98 h 161" name="T51"/>
                  <a:gd fmla="*/ 30 w 160" name="T52"/>
                  <a:gd fmla="*/ 95 h 161" name="T53"/>
                  <a:gd fmla="*/ 39 w 160" name="T54"/>
                  <a:gd fmla="*/ 88 h 161" name="T55"/>
                  <a:gd fmla="*/ 40 w 160" name="T56"/>
                  <a:gd fmla="*/ 89 h 161" name="T57"/>
                  <a:gd fmla="*/ 33 w 160" name="T58"/>
                  <a:gd fmla="*/ 98 h 161" name="T59"/>
                  <a:gd fmla="*/ 81 w 160" name="T60"/>
                  <a:gd fmla="*/ 124 h 161" name="T61"/>
                  <a:gd fmla="*/ 120 w 160" name="T62"/>
                  <a:gd fmla="*/ 87 h 161" name="T63"/>
                  <a:gd fmla="*/ 115 w 160" name="T64"/>
                  <a:gd fmla="*/ 77 h 161" name="T65"/>
                  <a:gd fmla="*/ 118 w 160" name="T66"/>
                  <a:gd fmla="*/ 76 h 161" name="T67"/>
                  <a:gd fmla="*/ 123 w 160" name="T68"/>
                  <a:gd fmla="*/ 85 h 161" name="T69"/>
                  <a:gd fmla="*/ 124 w 160" name="T70"/>
                  <a:gd fmla="*/ 86 h 161" name="T71"/>
                  <a:gd fmla="*/ 125 w 160" name="T72"/>
                  <a:gd fmla="*/ 87 h 161" name="T73"/>
                  <a:gd fmla="*/ 131 w 160" name="T74"/>
                  <a:gd fmla="*/ 89 h 161" name="T75"/>
                  <a:gd fmla="*/ 135 w 160" name="T76"/>
                  <a:gd fmla="*/ 91 h 161" name="T77"/>
                  <a:gd fmla="*/ 135 w 160" name="T78"/>
                  <a:gd fmla="*/ 94 h 161" name="T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b="b" l="0" r="r" t="0"/>
                <a:pathLst>
                  <a:path h="161" w="160">
                    <a:moveTo>
                      <a:pt x="78" y="0"/>
                    </a:moveTo>
                    <a:cubicBezTo>
                      <a:pt x="35" y="0"/>
                      <a:pt x="0" y="39"/>
                      <a:pt x="0" y="82"/>
                    </a:cubicBezTo>
                    <a:cubicBezTo>
                      <a:pt x="0" y="126"/>
                      <a:pt x="36" y="161"/>
                      <a:pt x="79" y="161"/>
                    </a:cubicBezTo>
                    <a:cubicBezTo>
                      <a:pt x="123" y="161"/>
                      <a:pt x="160" y="128"/>
                      <a:pt x="160" y="85"/>
                    </a:cubicBezTo>
                    <a:cubicBezTo>
                      <a:pt x="160" y="41"/>
                      <a:pt x="122" y="0"/>
                      <a:pt x="78" y="0"/>
                    </a:cubicBezTo>
                    <a:close/>
                    <a:moveTo>
                      <a:pt x="101" y="40"/>
                    </a:moveTo>
                    <a:cubicBezTo>
                      <a:pt x="101" y="39"/>
                      <a:pt x="102" y="39"/>
                      <a:pt x="102" y="39"/>
                    </a:cubicBezTo>
                    <a:cubicBezTo>
                      <a:pt x="103" y="38"/>
                      <a:pt x="105" y="39"/>
                      <a:pt x="107" y="40"/>
                    </a:cubicBezTo>
                    <a:cubicBezTo>
                      <a:pt x="109" y="42"/>
                      <a:pt x="108" y="46"/>
                      <a:pt x="107" y="49"/>
                    </a:cubicBezTo>
                    <a:cubicBezTo>
                      <a:pt x="106" y="52"/>
                      <a:pt x="105" y="54"/>
                      <a:pt x="104" y="57"/>
                    </a:cubicBezTo>
                    <a:cubicBezTo>
                      <a:pt x="103" y="58"/>
                      <a:pt x="101" y="58"/>
                      <a:pt x="100" y="57"/>
                    </a:cubicBezTo>
                    <a:cubicBezTo>
                      <a:pt x="97" y="51"/>
                      <a:pt x="97" y="45"/>
                      <a:pt x="101" y="40"/>
                    </a:cubicBezTo>
                    <a:close/>
                    <a:moveTo>
                      <a:pt x="50" y="44"/>
                    </a:moveTo>
                    <a:cubicBezTo>
                      <a:pt x="51" y="44"/>
                      <a:pt x="51" y="44"/>
                      <a:pt x="51" y="43"/>
                    </a:cubicBezTo>
                    <a:cubicBezTo>
                      <a:pt x="51" y="43"/>
                      <a:pt x="51" y="43"/>
                      <a:pt x="52" y="43"/>
                    </a:cubicBezTo>
                    <a:cubicBezTo>
                      <a:pt x="53" y="41"/>
                      <a:pt x="54" y="42"/>
                      <a:pt x="55" y="43"/>
                    </a:cubicBezTo>
                    <a:cubicBezTo>
                      <a:pt x="57" y="46"/>
                      <a:pt x="59" y="50"/>
                      <a:pt x="58" y="54"/>
                    </a:cubicBezTo>
                    <a:cubicBezTo>
                      <a:pt x="57" y="57"/>
                      <a:pt x="55" y="59"/>
                      <a:pt x="52" y="61"/>
                    </a:cubicBezTo>
                    <a:cubicBezTo>
                      <a:pt x="51" y="62"/>
                      <a:pt x="50" y="61"/>
                      <a:pt x="49" y="60"/>
                    </a:cubicBezTo>
                    <a:cubicBezTo>
                      <a:pt x="47" y="54"/>
                      <a:pt x="48" y="49"/>
                      <a:pt x="50" y="44"/>
                    </a:cubicBezTo>
                    <a:close/>
                    <a:moveTo>
                      <a:pt x="135" y="94"/>
                    </a:moveTo>
                    <a:cubicBezTo>
                      <a:pt x="132" y="96"/>
                      <a:pt x="127" y="94"/>
                      <a:pt x="123" y="91"/>
                    </a:cubicBezTo>
                    <a:cubicBezTo>
                      <a:pt x="116" y="113"/>
                      <a:pt x="101" y="129"/>
                      <a:pt x="76" y="131"/>
                    </a:cubicBezTo>
                    <a:cubicBezTo>
                      <a:pt x="55" y="132"/>
                      <a:pt x="34" y="122"/>
                      <a:pt x="29" y="100"/>
                    </a:cubicBezTo>
                    <a:cubicBezTo>
                      <a:pt x="26" y="101"/>
                      <a:pt x="22" y="102"/>
                      <a:pt x="19" y="100"/>
                    </a:cubicBezTo>
                    <a:cubicBezTo>
                      <a:pt x="18" y="100"/>
                      <a:pt x="18" y="98"/>
                      <a:pt x="19" y="98"/>
                    </a:cubicBezTo>
                    <a:cubicBezTo>
                      <a:pt x="23" y="96"/>
                      <a:pt x="26" y="97"/>
                      <a:pt x="30" y="95"/>
                    </a:cubicBezTo>
                    <a:cubicBezTo>
                      <a:pt x="33" y="93"/>
                      <a:pt x="36" y="91"/>
                      <a:pt x="39" y="88"/>
                    </a:cubicBezTo>
                    <a:cubicBezTo>
                      <a:pt x="39" y="87"/>
                      <a:pt x="41" y="88"/>
                      <a:pt x="40" y="89"/>
                    </a:cubicBezTo>
                    <a:cubicBezTo>
                      <a:pt x="39" y="92"/>
                      <a:pt x="36" y="96"/>
                      <a:pt x="33" y="98"/>
                    </a:cubicBezTo>
                    <a:cubicBezTo>
                      <a:pt x="41" y="118"/>
                      <a:pt x="60" y="129"/>
                      <a:pt x="81" y="124"/>
                    </a:cubicBezTo>
                    <a:cubicBezTo>
                      <a:pt x="103" y="119"/>
                      <a:pt x="111" y="106"/>
                      <a:pt x="120" y="87"/>
                    </a:cubicBezTo>
                    <a:cubicBezTo>
                      <a:pt x="117" y="84"/>
                      <a:pt x="116" y="81"/>
                      <a:pt x="115" y="77"/>
                    </a:cubicBezTo>
                    <a:cubicBezTo>
                      <a:pt x="115" y="75"/>
                      <a:pt x="117" y="75"/>
                      <a:pt x="118" y="76"/>
                    </a:cubicBezTo>
                    <a:cubicBezTo>
                      <a:pt x="119" y="79"/>
                      <a:pt x="120" y="83"/>
                      <a:pt x="123" y="85"/>
                    </a:cubicBezTo>
                    <a:cubicBezTo>
                      <a:pt x="123" y="85"/>
                      <a:pt x="124" y="86"/>
                      <a:pt x="124" y="86"/>
                    </a:cubicBezTo>
                    <a:cubicBezTo>
                      <a:pt x="125" y="86"/>
                      <a:pt x="125" y="87"/>
                      <a:pt x="125" y="87"/>
                    </a:cubicBezTo>
                    <a:cubicBezTo>
                      <a:pt x="127" y="88"/>
                      <a:pt x="129" y="89"/>
                      <a:pt x="131" y="89"/>
                    </a:cubicBezTo>
                    <a:cubicBezTo>
                      <a:pt x="133" y="89"/>
                      <a:pt x="134" y="90"/>
                      <a:pt x="135" y="91"/>
                    </a:cubicBezTo>
                    <a:cubicBezTo>
                      <a:pt x="136" y="92"/>
                      <a:pt x="136" y="93"/>
                      <a:pt x="135" y="94"/>
                    </a:cubicBezTo>
                    <a:close/>
                  </a:path>
                </a:pathLst>
              </a:custGeom>
              <a:solidFill>
                <a:srgbClr val="F8D955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d807a5e-bb07-4d78-86ea-da5b08dc177b" id="266" name="iṧľíde">
                <a:extLst>
                  <a:ext uri="{FF2B5EF4-FFF2-40B4-BE49-F238E27FC236}">
                    <a16:creationId id="{D09F3D15-2D84-4CB1-B1FF-2001E0E67E9A}"/>
                  </a:ext>
                </a:extLst>
              </p:cNvPr>
              <p:cNvSpPr/>
              <p:nvPr/>
            </p:nvSpPr>
            <p:spPr bwMode="auto">
              <a:xfrm flipV="false" flipH="false">
                <a:off x="8647700" y="2746465"/>
                <a:ext cx="670464" cy="858909"/>
              </a:xfrm>
              <a:custGeom>
                <a:avLst/>
                <a:gdLst>
                  <a:gd fmla="*/ 282 w 286" name="T0"/>
                  <a:gd fmla="*/ 113 h 366" name="T1"/>
                  <a:gd fmla="*/ 280 w 286" name="T2"/>
                  <a:gd fmla="*/ 41 h 366" name="T3"/>
                  <a:gd fmla="*/ 216 w 286" name="T4"/>
                  <a:gd fmla="*/ 3 h 366" name="T5"/>
                  <a:gd fmla="*/ 165 w 286" name="T6"/>
                  <a:gd fmla="*/ 2 h 366" name="T7"/>
                  <a:gd fmla="*/ 100 w 286" name="T8"/>
                  <a:gd fmla="*/ 8 h 366" name="T9"/>
                  <a:gd fmla="*/ 17 w 286" name="T10"/>
                  <a:gd fmla="*/ 31 h 366" name="T11"/>
                  <a:gd fmla="*/ 16 w 286" name="T12"/>
                  <a:gd fmla="*/ 32 h 366" name="T13"/>
                  <a:gd fmla="*/ 10 w 286" name="T14"/>
                  <a:gd fmla="*/ 38 h 366" name="T15"/>
                  <a:gd fmla="*/ 9 w 286" name="T16"/>
                  <a:gd fmla="*/ 39 h 366" name="T17"/>
                  <a:gd fmla="*/ 9 w 286" name="T18"/>
                  <a:gd fmla="*/ 39 h 366" name="T19"/>
                  <a:gd fmla="*/ 7 w 286" name="T20"/>
                  <a:gd fmla="*/ 47 h 366" name="T21"/>
                  <a:gd fmla="*/ 3 w 286" name="T22"/>
                  <a:gd fmla="*/ 124 h 366" name="T23"/>
                  <a:gd fmla="*/ 14 w 286" name="T24"/>
                  <a:gd fmla="*/ 215 h 366" name="T25"/>
                  <a:gd fmla="*/ 44 w 286" name="T26"/>
                  <a:gd fmla="*/ 335 h 366" name="T27"/>
                  <a:gd fmla="*/ 46 w 286" name="T28"/>
                  <a:gd fmla="*/ 343 h 366" name="T29"/>
                  <a:gd fmla="*/ 57 w 286" name="T30"/>
                  <a:gd fmla="*/ 349 h 366" name="T31"/>
                  <a:gd fmla="*/ 82 w 286" name="T32"/>
                  <a:gd fmla="*/ 358 h 366" name="T33"/>
                  <a:gd fmla="*/ 185 w 286" name="T34"/>
                  <a:gd fmla="*/ 363 h 366" name="T35"/>
                  <a:gd fmla="*/ 268 w 286" name="T36"/>
                  <a:gd fmla="*/ 336 h 366" name="T37"/>
                  <a:gd fmla="*/ 272 w 286" name="T38"/>
                  <a:gd fmla="*/ 332 h 366" name="T39"/>
                  <a:gd fmla="*/ 282 w 286" name="T40"/>
                  <a:gd fmla="*/ 323 h 366" name="T41"/>
                  <a:gd fmla="*/ 282 w 286" name="T42"/>
                  <a:gd fmla="*/ 312 h 366" name="T43"/>
                  <a:gd fmla="*/ 282 w 286" name="T44"/>
                  <a:gd fmla="*/ 210 h 366" name="T45"/>
                  <a:gd fmla="*/ 282 w 286" name="T46"/>
                  <a:gd fmla="*/ 113 h 366" name="T47"/>
                  <a:gd fmla="*/ 272 w 286" name="T48"/>
                  <a:gd fmla="*/ 322 h 366" name="T49"/>
                  <a:gd fmla="*/ 185 w 286" name="T50"/>
                  <a:gd fmla="*/ 356 h 366" name="T51"/>
                  <a:gd fmla="*/ 88 w 286" name="T52"/>
                  <a:gd fmla="*/ 351 h 366" name="T53"/>
                  <a:gd fmla="*/ 55 w 286" name="T54"/>
                  <a:gd fmla="*/ 340 h 366" name="T55"/>
                  <a:gd fmla="*/ 52 w 286" name="T56"/>
                  <a:gd fmla="*/ 332 h 366" name="T57"/>
                  <a:gd fmla="*/ 201 w 286" name="T58"/>
                  <a:gd fmla="*/ 342 h 366" name="T59"/>
                  <a:gd fmla="*/ 201 w 286" name="T60"/>
                  <a:gd fmla="*/ 340 h 366" name="T61"/>
                  <a:gd fmla="*/ 127 w 286" name="T62"/>
                  <a:gd fmla="*/ 340 h 366" name="T63"/>
                  <a:gd fmla="*/ 51 w 286" name="T64"/>
                  <a:gd fmla="*/ 326 h 366" name="T65"/>
                  <a:gd fmla="*/ 25 w 286" name="T66"/>
                  <a:gd fmla="*/ 230 h 366" name="T67"/>
                  <a:gd fmla="*/ 12 w 286" name="T68"/>
                  <a:gd fmla="*/ 136 h 366" name="T69"/>
                  <a:gd fmla="*/ 12 w 286" name="T70"/>
                  <a:gd fmla="*/ 48 h 366" name="T71"/>
                  <a:gd fmla="*/ 14 w 286" name="T72"/>
                  <a:gd fmla="*/ 43 h 366" name="T73"/>
                  <a:gd fmla="*/ 21 w 286" name="T74"/>
                  <a:gd fmla="*/ 36 h 366" name="T75"/>
                  <a:gd fmla="*/ 31 w 286" name="T76"/>
                  <a:gd fmla="*/ 29 h 366" name="T77"/>
                  <a:gd fmla="*/ 107 w 286" name="T78"/>
                  <a:gd fmla="*/ 13 h 366" name="T79"/>
                  <a:gd fmla="*/ 221 w 286" name="T80"/>
                  <a:gd fmla="*/ 8 h 366" name="T81"/>
                  <a:gd fmla="*/ 275 w 286" name="T82"/>
                  <a:gd fmla="*/ 39 h 366" name="T83"/>
                  <a:gd fmla="*/ 274 w 286" name="T84"/>
                  <a:gd fmla="*/ 210 h 366" name="T85"/>
                  <a:gd fmla="*/ 272 w 286" name="T86"/>
                  <a:gd fmla="*/ 311 h 366" name="T87"/>
                  <a:gd fmla="*/ 229 w 286" name="T88"/>
                  <a:gd fmla="*/ 332 h 366" name="T89"/>
                  <a:gd fmla="*/ 230 w 286" name="T90"/>
                  <a:gd fmla="*/ 334 h 366" name="T91"/>
                  <a:gd fmla="*/ 272 w 286" name="T92"/>
                  <a:gd fmla="*/ 317 h 366" name="T93"/>
                  <a:gd fmla="*/ 272 w 286" name="T94"/>
                  <a:gd fmla="*/ 322 h 366" name="T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b="b" l="0" r="r" t="0"/>
                <a:pathLst>
                  <a:path h="366" w="286">
                    <a:moveTo>
                      <a:pt x="282" y="113"/>
                    </a:moveTo>
                    <a:cubicBezTo>
                      <a:pt x="283" y="90"/>
                      <a:pt x="286" y="64"/>
                      <a:pt x="280" y="41"/>
                    </a:cubicBezTo>
                    <a:cubicBezTo>
                      <a:pt x="282" y="13"/>
                      <a:pt x="241" y="4"/>
                      <a:pt x="216" y="3"/>
                    </a:cubicBezTo>
                    <a:cubicBezTo>
                      <a:pt x="199" y="0"/>
                      <a:pt x="182" y="1"/>
                      <a:pt x="165" y="2"/>
                    </a:cubicBezTo>
                    <a:cubicBezTo>
                      <a:pt x="143" y="2"/>
                      <a:pt x="122" y="5"/>
                      <a:pt x="100" y="8"/>
                    </a:cubicBezTo>
                    <a:cubicBezTo>
                      <a:pt x="74" y="12"/>
                      <a:pt x="37" y="11"/>
                      <a:pt x="17" y="31"/>
                    </a:cubicBezTo>
                    <a:cubicBezTo>
                      <a:pt x="17" y="32"/>
                      <a:pt x="16" y="32"/>
                      <a:pt x="16" y="32"/>
                    </a:cubicBezTo>
                    <a:cubicBezTo>
                      <a:pt x="14" y="33"/>
                      <a:pt x="12" y="35"/>
                      <a:pt x="10" y="38"/>
                    </a:cubicBezTo>
                    <a:cubicBezTo>
                      <a:pt x="10" y="38"/>
                      <a:pt x="10" y="38"/>
                      <a:pt x="9" y="39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8" y="42"/>
                      <a:pt x="7" y="44"/>
                      <a:pt x="7" y="47"/>
                    </a:cubicBezTo>
                    <a:cubicBezTo>
                      <a:pt x="0" y="71"/>
                      <a:pt x="2" y="100"/>
                      <a:pt x="3" y="124"/>
                    </a:cubicBezTo>
                    <a:cubicBezTo>
                      <a:pt x="4" y="155"/>
                      <a:pt x="9" y="185"/>
                      <a:pt x="14" y="215"/>
                    </a:cubicBezTo>
                    <a:cubicBezTo>
                      <a:pt x="21" y="255"/>
                      <a:pt x="31" y="296"/>
                      <a:pt x="44" y="335"/>
                    </a:cubicBezTo>
                    <a:cubicBezTo>
                      <a:pt x="46" y="343"/>
                      <a:pt x="46" y="343"/>
                      <a:pt x="46" y="343"/>
                    </a:cubicBezTo>
                    <a:cubicBezTo>
                      <a:pt x="57" y="349"/>
                      <a:pt x="57" y="349"/>
                      <a:pt x="57" y="349"/>
                    </a:cubicBezTo>
                    <a:cubicBezTo>
                      <a:pt x="65" y="352"/>
                      <a:pt x="73" y="355"/>
                      <a:pt x="82" y="358"/>
                    </a:cubicBezTo>
                    <a:cubicBezTo>
                      <a:pt x="115" y="366"/>
                      <a:pt x="151" y="366"/>
                      <a:pt x="185" y="363"/>
                    </a:cubicBezTo>
                    <a:cubicBezTo>
                      <a:pt x="215" y="361"/>
                      <a:pt x="244" y="355"/>
                      <a:pt x="268" y="336"/>
                    </a:cubicBezTo>
                    <a:cubicBezTo>
                      <a:pt x="269" y="335"/>
                      <a:pt x="271" y="334"/>
                      <a:pt x="272" y="332"/>
                    </a:cubicBezTo>
                    <a:cubicBezTo>
                      <a:pt x="282" y="323"/>
                      <a:pt x="282" y="323"/>
                      <a:pt x="282" y="323"/>
                    </a:cubicBezTo>
                    <a:cubicBezTo>
                      <a:pt x="282" y="312"/>
                      <a:pt x="282" y="312"/>
                      <a:pt x="282" y="312"/>
                    </a:cubicBezTo>
                    <a:cubicBezTo>
                      <a:pt x="282" y="278"/>
                      <a:pt x="281" y="244"/>
                      <a:pt x="282" y="210"/>
                    </a:cubicBezTo>
                    <a:cubicBezTo>
                      <a:pt x="282" y="178"/>
                      <a:pt x="282" y="145"/>
                      <a:pt x="282" y="113"/>
                    </a:cubicBezTo>
                    <a:close/>
                    <a:moveTo>
                      <a:pt x="272" y="322"/>
                    </a:moveTo>
                    <a:cubicBezTo>
                      <a:pt x="248" y="346"/>
                      <a:pt x="218" y="353"/>
                      <a:pt x="185" y="356"/>
                    </a:cubicBezTo>
                    <a:cubicBezTo>
                      <a:pt x="153" y="359"/>
                      <a:pt x="120" y="357"/>
                      <a:pt x="88" y="351"/>
                    </a:cubicBezTo>
                    <a:cubicBezTo>
                      <a:pt x="77" y="349"/>
                      <a:pt x="66" y="345"/>
                      <a:pt x="55" y="340"/>
                    </a:cubicBezTo>
                    <a:cubicBezTo>
                      <a:pt x="54" y="337"/>
                      <a:pt x="53" y="335"/>
                      <a:pt x="52" y="332"/>
                    </a:cubicBezTo>
                    <a:cubicBezTo>
                      <a:pt x="101" y="347"/>
                      <a:pt x="150" y="347"/>
                      <a:pt x="201" y="342"/>
                    </a:cubicBezTo>
                    <a:cubicBezTo>
                      <a:pt x="203" y="342"/>
                      <a:pt x="203" y="340"/>
                      <a:pt x="201" y="340"/>
                    </a:cubicBezTo>
                    <a:cubicBezTo>
                      <a:pt x="176" y="340"/>
                      <a:pt x="152" y="341"/>
                      <a:pt x="127" y="340"/>
                    </a:cubicBezTo>
                    <a:cubicBezTo>
                      <a:pt x="101" y="338"/>
                      <a:pt x="76" y="333"/>
                      <a:pt x="51" y="326"/>
                    </a:cubicBezTo>
                    <a:cubicBezTo>
                      <a:pt x="41" y="294"/>
                      <a:pt x="32" y="262"/>
                      <a:pt x="25" y="230"/>
                    </a:cubicBezTo>
                    <a:cubicBezTo>
                      <a:pt x="19" y="199"/>
                      <a:pt x="14" y="167"/>
                      <a:pt x="12" y="136"/>
                    </a:cubicBezTo>
                    <a:cubicBezTo>
                      <a:pt x="10" y="107"/>
                      <a:pt x="8" y="76"/>
                      <a:pt x="12" y="48"/>
                    </a:cubicBezTo>
                    <a:cubicBezTo>
                      <a:pt x="13" y="46"/>
                      <a:pt x="13" y="45"/>
                      <a:pt x="14" y="43"/>
                    </a:cubicBezTo>
                    <a:cubicBezTo>
                      <a:pt x="16" y="40"/>
                      <a:pt x="18" y="38"/>
                      <a:pt x="21" y="36"/>
                    </a:cubicBezTo>
                    <a:cubicBezTo>
                      <a:pt x="24" y="33"/>
                      <a:pt x="28" y="31"/>
                      <a:pt x="31" y="29"/>
                    </a:cubicBezTo>
                    <a:cubicBezTo>
                      <a:pt x="55" y="18"/>
                      <a:pt x="81" y="17"/>
                      <a:pt x="107" y="13"/>
                    </a:cubicBezTo>
                    <a:cubicBezTo>
                      <a:pt x="145" y="8"/>
                      <a:pt x="183" y="8"/>
                      <a:pt x="221" y="8"/>
                    </a:cubicBezTo>
                    <a:cubicBezTo>
                      <a:pt x="243" y="11"/>
                      <a:pt x="269" y="19"/>
                      <a:pt x="275" y="39"/>
                    </a:cubicBezTo>
                    <a:cubicBezTo>
                      <a:pt x="277" y="96"/>
                      <a:pt x="274" y="153"/>
                      <a:pt x="274" y="210"/>
                    </a:cubicBezTo>
                    <a:cubicBezTo>
                      <a:pt x="274" y="243"/>
                      <a:pt x="272" y="277"/>
                      <a:pt x="272" y="311"/>
                    </a:cubicBezTo>
                    <a:cubicBezTo>
                      <a:pt x="258" y="319"/>
                      <a:pt x="245" y="326"/>
                      <a:pt x="229" y="332"/>
                    </a:cubicBezTo>
                    <a:cubicBezTo>
                      <a:pt x="228" y="332"/>
                      <a:pt x="228" y="335"/>
                      <a:pt x="230" y="334"/>
                    </a:cubicBezTo>
                    <a:cubicBezTo>
                      <a:pt x="245" y="333"/>
                      <a:pt x="260" y="326"/>
                      <a:pt x="272" y="317"/>
                    </a:cubicBezTo>
                    <a:cubicBezTo>
                      <a:pt x="272" y="319"/>
                      <a:pt x="272" y="320"/>
                      <a:pt x="272" y="322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4bc9ef1-ff48-4902-a79c-f5412bd60312" id="267" name="íṩḻíḑé">
                <a:extLst>
                  <a:ext uri="{FF2B5EF4-FFF2-40B4-BE49-F238E27FC236}">
                    <a16:creationId id="{B247672A-6573-BACC-9FF5-85F3ECBEA616}"/>
                  </a:ext>
                </a:extLst>
              </p:cNvPr>
              <p:cNvSpPr/>
              <p:nvPr/>
            </p:nvSpPr>
            <p:spPr bwMode="auto">
              <a:xfrm flipV="false" flipH="false">
                <a:off x="8654643" y="2802998"/>
                <a:ext cx="656580" cy="130920"/>
              </a:xfrm>
              <a:custGeom>
                <a:avLst/>
                <a:gdLst>
                  <a:gd fmla="*/ 259 w 280" name="T0"/>
                  <a:gd fmla="*/ 1 h 56" name="T1"/>
                  <a:gd fmla="*/ 257 w 280" name="T2"/>
                  <a:gd fmla="*/ 4 h 56" name="T3"/>
                  <a:gd fmla="*/ 234 w 280" name="T4"/>
                  <a:gd fmla="*/ 30 h 56" name="T5"/>
                  <a:gd fmla="*/ 202 w 280" name="T6"/>
                  <a:gd fmla="*/ 40 h 56" name="T7"/>
                  <a:gd fmla="*/ 131 w 280" name="T8"/>
                  <a:gd fmla="*/ 48 h 56" name="T9"/>
                  <a:gd fmla="*/ 77 w 280" name="T10"/>
                  <a:gd fmla="*/ 46 h 56" name="T11"/>
                  <a:gd fmla="*/ 46 w 280" name="T12"/>
                  <a:gd fmla="*/ 43 h 56" name="T13"/>
                  <a:gd fmla="*/ 26 w 280" name="T14"/>
                  <a:gd fmla="*/ 14 h 56" name="T15"/>
                  <a:gd fmla="*/ 25 w 280" name="T16"/>
                  <a:gd fmla="*/ 12 h 56" name="T17"/>
                  <a:gd fmla="*/ 37 w 280" name="T18"/>
                  <a:gd fmla="*/ 48 h 56" name="T19"/>
                  <a:gd fmla="*/ 123 w 280" name="T20"/>
                  <a:gd fmla="*/ 55 h 56" name="T21"/>
                  <a:gd fmla="*/ 225 w 280" name="T22"/>
                  <a:gd fmla="*/ 42 h 56" name="T23"/>
                  <a:gd fmla="*/ 259 w 280" name="T24"/>
                  <a:gd fmla="*/ 1 h 56" name="T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b="b" l="0" r="r" t="0"/>
                <a:pathLst>
                  <a:path h="56" w="280">
                    <a:moveTo>
                      <a:pt x="259" y="1"/>
                    </a:moveTo>
                    <a:cubicBezTo>
                      <a:pt x="258" y="0"/>
                      <a:pt x="255" y="2"/>
                      <a:pt x="257" y="4"/>
                    </a:cubicBezTo>
                    <a:cubicBezTo>
                      <a:pt x="269" y="17"/>
                      <a:pt x="243" y="26"/>
                      <a:pt x="234" y="30"/>
                    </a:cubicBezTo>
                    <a:cubicBezTo>
                      <a:pt x="224" y="35"/>
                      <a:pt x="213" y="38"/>
                      <a:pt x="202" y="40"/>
                    </a:cubicBezTo>
                    <a:cubicBezTo>
                      <a:pt x="179" y="46"/>
                      <a:pt x="155" y="47"/>
                      <a:pt x="131" y="48"/>
                    </a:cubicBezTo>
                    <a:cubicBezTo>
                      <a:pt x="113" y="48"/>
                      <a:pt x="95" y="47"/>
                      <a:pt x="77" y="46"/>
                    </a:cubicBezTo>
                    <a:cubicBezTo>
                      <a:pt x="66" y="45"/>
                      <a:pt x="56" y="44"/>
                      <a:pt x="46" y="43"/>
                    </a:cubicBezTo>
                    <a:cubicBezTo>
                      <a:pt x="36" y="41"/>
                      <a:pt x="1" y="29"/>
                      <a:pt x="26" y="14"/>
                    </a:cubicBezTo>
                    <a:cubicBezTo>
                      <a:pt x="28" y="13"/>
                      <a:pt x="27" y="11"/>
                      <a:pt x="25" y="12"/>
                    </a:cubicBezTo>
                    <a:cubicBezTo>
                      <a:pt x="0" y="22"/>
                      <a:pt x="20" y="42"/>
                      <a:pt x="37" y="48"/>
                    </a:cubicBezTo>
                    <a:cubicBezTo>
                      <a:pt x="64" y="55"/>
                      <a:pt x="95" y="54"/>
                      <a:pt x="123" y="55"/>
                    </a:cubicBezTo>
                    <a:cubicBezTo>
                      <a:pt x="157" y="56"/>
                      <a:pt x="192" y="52"/>
                      <a:pt x="225" y="42"/>
                    </a:cubicBezTo>
                    <a:cubicBezTo>
                      <a:pt x="241" y="36"/>
                      <a:pt x="280" y="22"/>
                      <a:pt x="259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0aa08ae-a8c0-449b-9eb1-45cf2a75e5e8" id="268" name="i$1íḍè">
                <a:extLst>
                  <a:ext uri="{FF2B5EF4-FFF2-40B4-BE49-F238E27FC236}">
                    <a16:creationId id="{7035FEEF-57C4-27C4-3DDA-5138200CA589}"/>
                  </a:ext>
                </a:extLst>
              </p:cNvPr>
              <p:cNvSpPr/>
              <p:nvPr/>
            </p:nvSpPr>
            <p:spPr bwMode="auto">
              <a:xfrm flipV="false" flipH="false">
                <a:off x="9210056" y="3452634"/>
                <a:ext cx="63475" cy="37689"/>
              </a:xfrm>
              <a:custGeom>
                <a:avLst/>
                <a:gdLst>
                  <a:gd fmla="*/ 24 w 27" name="T0"/>
                  <a:gd fmla="*/ 1 h 16" name="T1"/>
                  <a:gd fmla="*/ 2 w 27" name="T2"/>
                  <a:gd fmla="*/ 11 h 16" name="T3"/>
                  <a:gd fmla="*/ 3 w 27" name="T4"/>
                  <a:gd fmla="*/ 15 h 16" name="T5"/>
                  <a:gd fmla="*/ 26 w 27" name="T6"/>
                  <a:gd fmla="*/ 3 h 16" name="T7"/>
                  <a:gd fmla="*/ 24 w 27" name="T8"/>
                  <a:gd fmla="*/ 1 h 16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6" w="27">
                    <a:moveTo>
                      <a:pt x="24" y="1"/>
                    </a:moveTo>
                    <a:cubicBezTo>
                      <a:pt x="17" y="5"/>
                      <a:pt x="10" y="8"/>
                      <a:pt x="2" y="11"/>
                    </a:cubicBezTo>
                    <a:cubicBezTo>
                      <a:pt x="0" y="12"/>
                      <a:pt x="1" y="16"/>
                      <a:pt x="3" y="15"/>
                    </a:cubicBezTo>
                    <a:cubicBezTo>
                      <a:pt x="11" y="12"/>
                      <a:pt x="20" y="9"/>
                      <a:pt x="26" y="3"/>
                    </a:cubicBezTo>
                    <a:cubicBezTo>
                      <a:pt x="27" y="2"/>
                      <a:pt x="26" y="0"/>
                      <a:pt x="24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2d14abe-0072-46a7-8848-dd7bf199e810" id="269" name="iṣlîḋè">
                <a:extLst>
                  <a:ext uri="{FF2B5EF4-FFF2-40B4-BE49-F238E27FC236}">
                    <a16:creationId id="{AED23889-E076-9A88-5691-3D9415D13D65}"/>
                  </a:ext>
                </a:extLst>
              </p:cNvPr>
              <p:cNvSpPr/>
              <p:nvPr/>
            </p:nvSpPr>
            <p:spPr bwMode="auto">
              <a:xfrm flipV="false" flipH="false">
                <a:off x="9226918" y="3421888"/>
                <a:ext cx="37689" cy="26779"/>
              </a:xfrm>
              <a:custGeom>
                <a:avLst/>
                <a:gdLst>
                  <a:gd fmla="*/ 14 w 16" name="T0"/>
                  <a:gd fmla="*/ 1 h 11" name="T1"/>
                  <a:gd fmla="*/ 7 w 16" name="T2"/>
                  <a:gd fmla="*/ 4 h 11" name="T3"/>
                  <a:gd fmla="*/ 1 w 16" name="T4"/>
                  <a:gd fmla="*/ 9 h 11" name="T5"/>
                  <a:gd fmla="*/ 2 w 16" name="T6"/>
                  <a:gd fmla="*/ 11 h 11" name="T7"/>
                  <a:gd fmla="*/ 8 w 16" name="T8"/>
                  <a:gd fmla="*/ 8 h 11" name="T9"/>
                  <a:gd fmla="*/ 15 w 16" name="T10"/>
                  <a:gd fmla="*/ 3 h 11" name="T11"/>
                  <a:gd fmla="*/ 14 w 16" name="T12"/>
                  <a:gd fmla="*/ 1 h 11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11" w="16">
                    <a:moveTo>
                      <a:pt x="14" y="1"/>
                    </a:moveTo>
                    <a:cubicBezTo>
                      <a:pt x="11" y="2"/>
                      <a:pt x="9" y="3"/>
                      <a:pt x="7" y="4"/>
                    </a:cubicBezTo>
                    <a:cubicBezTo>
                      <a:pt x="5" y="6"/>
                      <a:pt x="3" y="7"/>
                      <a:pt x="1" y="9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4" y="10"/>
                      <a:pt x="6" y="9"/>
                      <a:pt x="8" y="8"/>
                    </a:cubicBezTo>
                    <a:cubicBezTo>
                      <a:pt x="11" y="6"/>
                      <a:pt x="13" y="5"/>
                      <a:pt x="15" y="3"/>
                    </a:cubicBezTo>
                    <a:cubicBezTo>
                      <a:pt x="16" y="2"/>
                      <a:pt x="15" y="0"/>
                      <a:pt x="14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0b238c0-7c13-46bc-8f62-b7c6d76c0e91" id="270" name="íSḷiḓe">
                <a:extLst>
                  <a:ext uri="{FF2B5EF4-FFF2-40B4-BE49-F238E27FC236}">
                    <a16:creationId id="{DB733C13-AC32-32BD-0739-397AABCBF0DD}"/>
                  </a:ext>
                </a:extLst>
              </p:cNvPr>
              <p:cNvSpPr/>
              <p:nvPr/>
            </p:nvSpPr>
            <p:spPr bwMode="auto">
              <a:xfrm flipV="false" flipH="false">
                <a:off x="9238819" y="3387174"/>
                <a:ext cx="18844" cy="16861"/>
              </a:xfrm>
              <a:custGeom>
                <a:avLst/>
                <a:gdLst>
                  <a:gd fmla="*/ 6 w 8" name="T0"/>
                  <a:gd fmla="*/ 1 h 7" name="T1"/>
                  <a:gd fmla="*/ 1 w 8" name="T2"/>
                  <a:gd fmla="*/ 3 h 7" name="T3"/>
                  <a:gd fmla="*/ 2 w 8" name="T4"/>
                  <a:gd fmla="*/ 6 h 7" name="T5"/>
                  <a:gd fmla="*/ 7 w 8" name="T6"/>
                  <a:gd fmla="*/ 3 h 7" name="T7"/>
                  <a:gd fmla="*/ 6 w 8" name="T8"/>
                  <a:gd fmla="*/ 1 h 7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7" w="8">
                    <a:moveTo>
                      <a:pt x="6" y="1"/>
                    </a:moveTo>
                    <a:cubicBezTo>
                      <a:pt x="4" y="1"/>
                      <a:pt x="3" y="2"/>
                      <a:pt x="1" y="3"/>
                    </a:cubicBezTo>
                    <a:cubicBezTo>
                      <a:pt x="0" y="4"/>
                      <a:pt x="0" y="7"/>
                      <a:pt x="2" y="6"/>
                    </a:cubicBezTo>
                    <a:cubicBezTo>
                      <a:pt x="4" y="5"/>
                      <a:pt x="6" y="4"/>
                      <a:pt x="7" y="3"/>
                    </a:cubicBezTo>
                    <a:cubicBezTo>
                      <a:pt x="8" y="2"/>
                      <a:pt x="7" y="0"/>
                      <a:pt x="6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0383d29-079b-4748-a5fc-8bdc63e626c5" id="271" name="îS1íḑè">
                <a:extLst>
                  <a:ext uri="{FF2B5EF4-FFF2-40B4-BE49-F238E27FC236}">
                    <a16:creationId id="{7556B502-54DE-EBFA-C224-69A15D67092F}"/>
                  </a:ext>
                </a:extLst>
              </p:cNvPr>
              <p:cNvSpPr/>
              <p:nvPr/>
            </p:nvSpPr>
            <p:spPr bwMode="auto">
              <a:xfrm flipV="false" flipH="false">
                <a:off x="8797463" y="3030123"/>
                <a:ext cx="398708" cy="399700"/>
              </a:xfrm>
              <a:custGeom>
                <a:avLst/>
                <a:gdLst>
                  <a:gd fmla="*/ 85 w 170" name="T0"/>
                  <a:gd fmla="*/ 170 h 170" name="T1"/>
                  <a:gd fmla="*/ 0 w 170" name="T2"/>
                  <a:gd fmla="*/ 85 h 170" name="T3"/>
                  <a:gd fmla="*/ 85 w 170" name="T4"/>
                  <a:gd fmla="*/ 0 h 170" name="T5"/>
                  <a:gd fmla="*/ 170 w 170" name="T6"/>
                  <a:gd fmla="*/ 85 h 170" name="T7"/>
                  <a:gd fmla="*/ 85 w 170" name="T8"/>
                  <a:gd fmla="*/ 170 h 170" name="T9"/>
                  <a:gd fmla="*/ 84 w 170" name="T10"/>
                  <a:gd fmla="*/ 3 h 170" name="T11"/>
                  <a:gd fmla="*/ 6 w 170" name="T12"/>
                  <a:gd fmla="*/ 85 h 170" name="T13"/>
                  <a:gd fmla="*/ 85 w 170" name="T14"/>
                  <a:gd fmla="*/ 164 h 170" name="T15"/>
                  <a:gd fmla="*/ 166 w 170" name="T16"/>
                  <a:gd fmla="*/ 88 h 170" name="T17"/>
                  <a:gd fmla="*/ 84 w 170" name="T18"/>
                  <a:gd fmla="*/ 3 h 170" name="T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b="b" l="0" r="r" t="0"/>
                <a:pathLst>
                  <a:path h="170" w="170">
                    <a:moveTo>
                      <a:pt x="85" y="170"/>
                    </a:moveTo>
                    <a:cubicBezTo>
                      <a:pt x="38" y="170"/>
                      <a:pt x="0" y="132"/>
                      <a:pt x="0" y="85"/>
                    </a:cubicBezTo>
                    <a:cubicBezTo>
                      <a:pt x="0" y="39"/>
                      <a:pt x="38" y="0"/>
                      <a:pt x="85" y="0"/>
                    </a:cubicBezTo>
                    <a:cubicBezTo>
                      <a:pt x="132" y="0"/>
                      <a:pt x="170" y="38"/>
                      <a:pt x="170" y="85"/>
                    </a:cubicBezTo>
                    <a:cubicBezTo>
                      <a:pt x="170" y="132"/>
                      <a:pt x="132" y="170"/>
                      <a:pt x="85" y="170"/>
                    </a:cubicBezTo>
                    <a:close/>
                    <a:moveTo>
                      <a:pt x="84" y="3"/>
                    </a:moveTo>
                    <a:cubicBezTo>
                      <a:pt x="41" y="3"/>
                      <a:pt x="6" y="42"/>
                      <a:pt x="6" y="85"/>
                    </a:cubicBezTo>
                    <a:cubicBezTo>
                      <a:pt x="6" y="129"/>
                      <a:pt x="42" y="164"/>
                      <a:pt x="85" y="164"/>
                    </a:cubicBezTo>
                    <a:cubicBezTo>
                      <a:pt x="129" y="164"/>
                      <a:pt x="166" y="131"/>
                      <a:pt x="166" y="88"/>
                    </a:cubicBezTo>
                    <a:cubicBezTo>
                      <a:pt x="166" y="44"/>
                      <a:pt x="128" y="3"/>
                      <a:pt x="84" y="3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6a50c9c-7aed-42b9-990b-3456fe3a7097" id="272" name="ïṣļiḑè">
                <a:extLst>
                  <a:ext uri="{FF2B5EF4-FFF2-40B4-BE49-F238E27FC236}">
                    <a16:creationId id="{CA2FD13E-D58A-11AC-9B42-4A1FD2375B99}"/>
                  </a:ext>
                </a:extLst>
              </p:cNvPr>
              <p:cNvSpPr/>
              <p:nvPr/>
            </p:nvSpPr>
            <p:spPr bwMode="auto">
              <a:xfrm flipV="false" flipH="false">
                <a:off x="8921440" y="3133271"/>
                <a:ext cx="28762" cy="49591"/>
              </a:xfrm>
              <a:custGeom>
                <a:avLst/>
                <a:gdLst>
                  <a:gd fmla="*/ 8 w 12" name="T0"/>
                  <a:gd fmla="*/ 2 h 21" name="T1"/>
                  <a:gd fmla="*/ 5 w 12" name="T2"/>
                  <a:gd fmla="*/ 2 h 21" name="T3"/>
                  <a:gd fmla="*/ 4 w 12" name="T4"/>
                  <a:gd fmla="*/ 2 h 21" name="T5"/>
                  <a:gd fmla="*/ 3 w 12" name="T6"/>
                  <a:gd fmla="*/ 3 h 21" name="T7"/>
                  <a:gd fmla="*/ 2 w 12" name="T8"/>
                  <a:gd fmla="*/ 19 h 21" name="T9"/>
                  <a:gd fmla="*/ 5 w 12" name="T10"/>
                  <a:gd fmla="*/ 20 h 21" name="T11"/>
                  <a:gd fmla="*/ 11 w 12" name="T12"/>
                  <a:gd fmla="*/ 13 h 21" name="T13"/>
                  <a:gd fmla="*/ 8 w 12" name="T14"/>
                  <a:gd fmla="*/ 2 h 21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21" w="12">
                    <a:moveTo>
                      <a:pt x="8" y="2"/>
                    </a:moveTo>
                    <a:cubicBezTo>
                      <a:pt x="7" y="1"/>
                      <a:pt x="6" y="0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1" y="8"/>
                      <a:pt x="0" y="13"/>
                      <a:pt x="2" y="19"/>
                    </a:cubicBezTo>
                    <a:cubicBezTo>
                      <a:pt x="3" y="20"/>
                      <a:pt x="4" y="21"/>
                      <a:pt x="5" y="20"/>
                    </a:cubicBezTo>
                    <a:cubicBezTo>
                      <a:pt x="8" y="18"/>
                      <a:pt x="10" y="16"/>
                      <a:pt x="11" y="13"/>
                    </a:cubicBezTo>
                    <a:cubicBezTo>
                      <a:pt x="12" y="9"/>
                      <a:pt x="10" y="5"/>
                      <a:pt x="8" y="2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e60b8e7-79ec-4347-badb-bbf1ddcaf65f" id="273" name="íṧľíḑè">
                <a:extLst>
                  <a:ext uri="{FF2B5EF4-FFF2-40B4-BE49-F238E27FC236}">
                    <a16:creationId id="{23B1E4EB-4623-A0DE-D3E9-F3F6496B7740}"/>
                  </a:ext>
                </a:extLst>
              </p:cNvPr>
              <p:cNvSpPr/>
              <p:nvPr/>
            </p:nvSpPr>
            <p:spPr bwMode="auto">
              <a:xfrm flipV="false" flipH="false">
                <a:off x="9039465" y="3126329"/>
                <a:ext cx="27771" cy="47607"/>
              </a:xfrm>
              <a:custGeom>
                <a:avLst/>
                <a:gdLst>
                  <a:gd fmla="*/ 10 w 12" name="T0"/>
                  <a:gd fmla="*/ 2 h 20" name="T1"/>
                  <a:gd fmla="*/ 5 w 12" name="T2"/>
                  <a:gd fmla="*/ 1 h 20" name="T3"/>
                  <a:gd fmla="*/ 4 w 12" name="T4"/>
                  <a:gd fmla="*/ 2 h 20" name="T5"/>
                  <a:gd fmla="*/ 3 w 12" name="T6"/>
                  <a:gd fmla="*/ 19 h 20" name="T7"/>
                  <a:gd fmla="*/ 7 w 12" name="T8"/>
                  <a:gd fmla="*/ 19 h 20" name="T9"/>
                  <a:gd fmla="*/ 10 w 12" name="T10"/>
                  <a:gd fmla="*/ 11 h 20" name="T11"/>
                  <a:gd fmla="*/ 10 w 12" name="T12"/>
                  <a:gd fmla="*/ 2 h 20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20" w="12">
                    <a:moveTo>
                      <a:pt x="10" y="2"/>
                    </a:moveTo>
                    <a:cubicBezTo>
                      <a:pt x="8" y="1"/>
                      <a:pt x="6" y="0"/>
                      <a:pt x="5" y="1"/>
                    </a:cubicBezTo>
                    <a:cubicBezTo>
                      <a:pt x="5" y="1"/>
                      <a:pt x="4" y="1"/>
                      <a:pt x="4" y="2"/>
                    </a:cubicBezTo>
                    <a:cubicBezTo>
                      <a:pt x="0" y="7"/>
                      <a:pt x="0" y="13"/>
                      <a:pt x="3" y="19"/>
                    </a:cubicBezTo>
                    <a:cubicBezTo>
                      <a:pt x="4" y="20"/>
                      <a:pt x="6" y="20"/>
                      <a:pt x="7" y="19"/>
                    </a:cubicBezTo>
                    <a:cubicBezTo>
                      <a:pt x="8" y="16"/>
                      <a:pt x="9" y="14"/>
                      <a:pt x="10" y="11"/>
                    </a:cubicBezTo>
                    <a:cubicBezTo>
                      <a:pt x="11" y="8"/>
                      <a:pt x="12" y="4"/>
                      <a:pt x="10" y="2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d1cdfdb-1cf6-45d6-8201-b0fade9bea9c" id="274" name="íṣļïḑe">
                <a:extLst>
                  <a:ext uri="{FF2B5EF4-FFF2-40B4-BE49-F238E27FC236}">
                    <a16:creationId id="{A1CA0F57-2443-2BC2-B4F2-56F2E3AD5F0E}"/>
                  </a:ext>
                </a:extLst>
              </p:cNvPr>
              <p:cNvSpPr/>
              <p:nvPr/>
            </p:nvSpPr>
            <p:spPr bwMode="auto">
              <a:xfrm flipV="false" flipH="false">
                <a:off x="8853996" y="3213607"/>
                <a:ext cx="276716" cy="133894"/>
              </a:xfrm>
              <a:custGeom>
                <a:avLst/>
                <a:gdLst>
                  <a:gd fmla="*/ 117 w 118" name="T0"/>
                  <a:gd fmla="*/ 16 h 57" name="T1"/>
                  <a:gd fmla="*/ 113 w 118" name="T2"/>
                  <a:gd fmla="*/ 14 h 57" name="T3"/>
                  <a:gd fmla="*/ 107 w 118" name="T4"/>
                  <a:gd fmla="*/ 12 h 57" name="T5"/>
                  <a:gd fmla="*/ 106 w 118" name="T6"/>
                  <a:gd fmla="*/ 11 h 57" name="T7"/>
                  <a:gd fmla="*/ 105 w 118" name="T8"/>
                  <a:gd fmla="*/ 10 h 57" name="T9"/>
                  <a:gd fmla="*/ 100 w 118" name="T10"/>
                  <a:gd fmla="*/ 1 h 57" name="T11"/>
                  <a:gd fmla="*/ 97 w 118" name="T12"/>
                  <a:gd fmla="*/ 2 h 57" name="T13"/>
                  <a:gd fmla="*/ 102 w 118" name="T14"/>
                  <a:gd fmla="*/ 12 h 57" name="T15"/>
                  <a:gd fmla="*/ 63 w 118" name="T16"/>
                  <a:gd fmla="*/ 49 h 57" name="T17"/>
                  <a:gd fmla="*/ 15 w 118" name="T18"/>
                  <a:gd fmla="*/ 23 h 57" name="T19"/>
                  <a:gd fmla="*/ 22 w 118" name="T20"/>
                  <a:gd fmla="*/ 14 h 57" name="T21"/>
                  <a:gd fmla="*/ 21 w 118" name="T22"/>
                  <a:gd fmla="*/ 13 h 57" name="T23"/>
                  <a:gd fmla="*/ 12 w 118" name="T24"/>
                  <a:gd fmla="*/ 20 h 57" name="T25"/>
                  <a:gd fmla="*/ 1 w 118" name="T26"/>
                  <a:gd fmla="*/ 23 h 57" name="T27"/>
                  <a:gd fmla="*/ 1 w 118" name="T28"/>
                  <a:gd fmla="*/ 25 h 57" name="T29"/>
                  <a:gd fmla="*/ 11 w 118" name="T30"/>
                  <a:gd fmla="*/ 25 h 57" name="T31"/>
                  <a:gd fmla="*/ 58 w 118" name="T32"/>
                  <a:gd fmla="*/ 56 h 57" name="T33"/>
                  <a:gd fmla="*/ 105 w 118" name="T34"/>
                  <a:gd fmla="*/ 16 h 57" name="T35"/>
                  <a:gd fmla="*/ 117 w 118" name="T36"/>
                  <a:gd fmla="*/ 19 h 57" name="T37"/>
                  <a:gd fmla="*/ 117 w 118" name="T38"/>
                  <a:gd fmla="*/ 16 h 57" name="T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b="b" l="0" r="r" t="0"/>
                <a:pathLst>
                  <a:path h="57" w="118">
                    <a:moveTo>
                      <a:pt x="117" y="16"/>
                    </a:moveTo>
                    <a:cubicBezTo>
                      <a:pt x="116" y="15"/>
                      <a:pt x="115" y="14"/>
                      <a:pt x="113" y="14"/>
                    </a:cubicBezTo>
                    <a:cubicBezTo>
                      <a:pt x="111" y="14"/>
                      <a:pt x="109" y="13"/>
                      <a:pt x="107" y="12"/>
                    </a:cubicBezTo>
                    <a:cubicBezTo>
                      <a:pt x="107" y="12"/>
                      <a:pt x="107" y="11"/>
                      <a:pt x="106" y="11"/>
                    </a:cubicBezTo>
                    <a:cubicBezTo>
                      <a:pt x="106" y="11"/>
                      <a:pt x="105" y="10"/>
                      <a:pt x="105" y="10"/>
                    </a:cubicBezTo>
                    <a:cubicBezTo>
                      <a:pt x="102" y="8"/>
                      <a:pt x="101" y="4"/>
                      <a:pt x="100" y="1"/>
                    </a:cubicBezTo>
                    <a:cubicBezTo>
                      <a:pt x="99" y="0"/>
                      <a:pt x="97" y="0"/>
                      <a:pt x="97" y="2"/>
                    </a:cubicBezTo>
                    <a:cubicBezTo>
                      <a:pt x="98" y="6"/>
                      <a:pt x="99" y="9"/>
                      <a:pt x="102" y="12"/>
                    </a:cubicBezTo>
                    <a:cubicBezTo>
                      <a:pt x="93" y="31"/>
                      <a:pt x="85" y="44"/>
                      <a:pt x="63" y="49"/>
                    </a:cubicBezTo>
                    <a:cubicBezTo>
                      <a:pt x="42" y="54"/>
                      <a:pt x="23" y="43"/>
                      <a:pt x="15" y="23"/>
                    </a:cubicBezTo>
                    <a:cubicBezTo>
                      <a:pt x="18" y="21"/>
                      <a:pt x="21" y="17"/>
                      <a:pt x="22" y="14"/>
                    </a:cubicBezTo>
                    <a:cubicBezTo>
                      <a:pt x="23" y="13"/>
                      <a:pt x="21" y="12"/>
                      <a:pt x="21" y="13"/>
                    </a:cubicBezTo>
                    <a:cubicBezTo>
                      <a:pt x="18" y="16"/>
                      <a:pt x="15" y="18"/>
                      <a:pt x="12" y="20"/>
                    </a:cubicBezTo>
                    <a:cubicBezTo>
                      <a:pt x="8" y="22"/>
                      <a:pt x="5" y="21"/>
                      <a:pt x="1" y="23"/>
                    </a:cubicBezTo>
                    <a:cubicBezTo>
                      <a:pt x="0" y="23"/>
                      <a:pt x="0" y="25"/>
                      <a:pt x="1" y="25"/>
                    </a:cubicBezTo>
                    <a:cubicBezTo>
                      <a:pt x="4" y="27"/>
                      <a:pt x="8" y="26"/>
                      <a:pt x="11" y="25"/>
                    </a:cubicBezTo>
                    <a:cubicBezTo>
                      <a:pt x="16" y="47"/>
                      <a:pt x="37" y="57"/>
                      <a:pt x="58" y="56"/>
                    </a:cubicBezTo>
                    <a:cubicBezTo>
                      <a:pt x="83" y="54"/>
                      <a:pt x="98" y="38"/>
                      <a:pt x="105" y="16"/>
                    </a:cubicBezTo>
                    <a:cubicBezTo>
                      <a:pt x="109" y="19"/>
                      <a:pt x="114" y="21"/>
                      <a:pt x="117" y="19"/>
                    </a:cubicBezTo>
                    <a:cubicBezTo>
                      <a:pt x="118" y="18"/>
                      <a:pt x="118" y="17"/>
                      <a:pt x="117" y="16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05353ad-a72b-49c7-a2af-dfe54a48ac4e" id="275" name="ïṥļiďe">
                <a:extLst>
                  <a:ext uri="{FF2B5EF4-FFF2-40B4-BE49-F238E27FC236}">
                    <a16:creationId id="{334537BC-8E72-91B6-F8AC-3D01360B1CBC}"/>
                  </a:ext>
                </a:extLst>
              </p:cNvPr>
              <p:cNvSpPr/>
              <p:nvPr/>
            </p:nvSpPr>
            <p:spPr bwMode="auto">
              <a:xfrm flipV="false" flipH="false">
                <a:off x="9196171" y="2952762"/>
                <a:ext cx="73393" cy="401683"/>
              </a:xfrm>
              <a:custGeom>
                <a:avLst/>
                <a:gdLst>
                  <a:gd fmla="*/ 28 w 31" name="T0"/>
                  <a:gd fmla="*/ 90 h 171" name="T1"/>
                  <a:gd fmla="*/ 18 w 31" name="T2"/>
                  <a:gd fmla="*/ 3 h 171" name="T3"/>
                  <a:gd fmla="*/ 12 w 31" name="T4"/>
                  <a:gd fmla="*/ 4 h 171" name="T5"/>
                  <a:gd fmla="*/ 8 w 31" name="T6"/>
                  <a:gd fmla="*/ 84 h 171" name="T7"/>
                  <a:gd fmla="*/ 9 w 31" name="T8"/>
                  <a:gd fmla="*/ 166 h 171" name="T9"/>
                  <a:gd fmla="*/ 18 w 31" name="T10"/>
                  <a:gd fmla="*/ 167 h 171" name="T11"/>
                  <a:gd fmla="*/ 28 w 31" name="T12"/>
                  <a:gd fmla="*/ 90 h 171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171" w="31">
                    <a:moveTo>
                      <a:pt x="28" y="90"/>
                    </a:moveTo>
                    <a:cubicBezTo>
                      <a:pt x="28" y="61"/>
                      <a:pt x="23" y="32"/>
                      <a:pt x="18" y="3"/>
                    </a:cubicBezTo>
                    <a:cubicBezTo>
                      <a:pt x="17" y="0"/>
                      <a:pt x="12" y="1"/>
                      <a:pt x="12" y="4"/>
                    </a:cubicBezTo>
                    <a:cubicBezTo>
                      <a:pt x="11" y="31"/>
                      <a:pt x="9" y="57"/>
                      <a:pt x="8" y="84"/>
                    </a:cubicBezTo>
                    <a:cubicBezTo>
                      <a:pt x="7" y="110"/>
                      <a:pt x="0" y="141"/>
                      <a:pt x="9" y="166"/>
                    </a:cubicBezTo>
                    <a:cubicBezTo>
                      <a:pt x="10" y="170"/>
                      <a:pt x="16" y="171"/>
                      <a:pt x="18" y="167"/>
                    </a:cubicBezTo>
                    <a:cubicBezTo>
                      <a:pt x="31" y="145"/>
                      <a:pt x="28" y="115"/>
                      <a:pt x="28" y="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ece3006-b574-4990-b438-9801ff1ec41e" id="276" name="í$ļïďé">
                <a:extLst>
                  <a:ext uri="{FF2B5EF4-FFF2-40B4-BE49-F238E27FC236}">
                    <a16:creationId id="{41534AF5-ED46-1DFC-F516-E3FC92E4382D}"/>
                  </a:ext>
                </a:extLst>
              </p:cNvPr>
              <p:cNvSpPr/>
              <p:nvPr/>
            </p:nvSpPr>
            <p:spPr bwMode="auto">
              <a:xfrm flipV="false" flipH="false">
                <a:off x="9091038" y="3328658"/>
                <a:ext cx="108108" cy="46615"/>
              </a:xfrm>
              <a:custGeom>
                <a:avLst/>
                <a:gdLst>
                  <a:gd fmla="*/ 46 w 46" name="T0"/>
                  <a:gd fmla="*/ 17 h 20" name="T1"/>
                  <a:gd fmla="*/ 44 w 46" name="T2"/>
                  <a:gd fmla="*/ 2 h 20" name="T3"/>
                  <a:gd fmla="*/ 0 w 46" name="T4"/>
                  <a:gd fmla="*/ 0 h 20" name="T5"/>
                  <a:gd fmla="*/ 1 w 46" name="T6"/>
                  <a:gd fmla="*/ 18 h 20" name="T7"/>
                  <a:gd fmla="*/ 24 w 46" name="T8"/>
                  <a:gd fmla="*/ 20 h 20" name="T9"/>
                  <a:gd fmla="*/ 46 w 46" name="T10"/>
                  <a:gd fmla="*/ 17 h 20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20" w="46">
                    <a:moveTo>
                      <a:pt x="46" y="17"/>
                    </a:moveTo>
                    <a:cubicBezTo>
                      <a:pt x="45" y="12"/>
                      <a:pt x="45" y="7"/>
                      <a:pt x="44" y="2"/>
                    </a:cubicBezTo>
                    <a:cubicBezTo>
                      <a:pt x="31" y="7"/>
                      <a:pt x="13" y="7"/>
                      <a:pt x="0" y="0"/>
                    </a:cubicBezTo>
                    <a:cubicBezTo>
                      <a:pt x="1" y="6"/>
                      <a:pt x="1" y="12"/>
                      <a:pt x="1" y="18"/>
                    </a:cubicBezTo>
                    <a:cubicBezTo>
                      <a:pt x="9" y="18"/>
                      <a:pt x="16" y="20"/>
                      <a:pt x="24" y="20"/>
                    </a:cubicBezTo>
                    <a:cubicBezTo>
                      <a:pt x="31" y="20"/>
                      <a:pt x="38" y="18"/>
                      <a:pt x="46" y="17"/>
                    </a:cubicBezTo>
                    <a:close/>
                  </a:path>
                </a:pathLst>
              </a:custGeom>
              <a:solidFill>
                <a:srgbClr val="93B8C9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e11c1ed-3177-41a4-8d0c-994d3f5d809c" id="277" name="íṣļîḍé">
                <a:extLst>
                  <a:ext uri="{FF2B5EF4-FFF2-40B4-BE49-F238E27FC236}">
                    <a16:creationId id="{05CFACF7-FE4D-4E32-6A1A-9165EA531B1D}"/>
                  </a:ext>
                </a:extLst>
              </p:cNvPr>
              <p:cNvSpPr/>
              <p:nvPr/>
            </p:nvSpPr>
            <p:spPr bwMode="auto">
              <a:xfrm flipV="false" flipH="false">
                <a:off x="9093022" y="3382216"/>
                <a:ext cx="120010" cy="131910"/>
              </a:xfrm>
              <a:custGeom>
                <a:avLst/>
                <a:gdLst>
                  <a:gd fmla="*/ 44 w 51" name="T0"/>
                  <a:gd fmla="*/ 53 h 56" name="T1"/>
                  <a:gd fmla="*/ 51 w 51" name="T2"/>
                  <a:gd fmla="*/ 52 h 56" name="T3"/>
                  <a:gd fmla="*/ 45 w 51" name="T4"/>
                  <a:gd fmla="*/ 0 h 56" name="T5"/>
                  <a:gd fmla="*/ 23 w 51" name="T6"/>
                  <a:gd fmla="*/ 3 h 56" name="T7"/>
                  <a:gd fmla="*/ 0 w 51" name="T8"/>
                  <a:gd fmla="*/ 0 h 56" name="T9"/>
                  <a:gd fmla="*/ 2 w 51" name="T10"/>
                  <a:gd fmla="*/ 39 h 56" name="T11"/>
                  <a:gd fmla="*/ 44 w 51" name="T12"/>
                  <a:gd fmla="*/ 53 h 56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56" w="51">
                    <a:moveTo>
                      <a:pt x="44" y="53"/>
                    </a:moveTo>
                    <a:cubicBezTo>
                      <a:pt x="47" y="53"/>
                      <a:pt x="49" y="52"/>
                      <a:pt x="51" y="52"/>
                    </a:cubicBezTo>
                    <a:cubicBezTo>
                      <a:pt x="49" y="35"/>
                      <a:pt x="47" y="18"/>
                      <a:pt x="45" y="0"/>
                    </a:cubicBezTo>
                    <a:cubicBezTo>
                      <a:pt x="39" y="3"/>
                      <a:pt x="30" y="4"/>
                      <a:pt x="23" y="3"/>
                    </a:cubicBezTo>
                    <a:cubicBezTo>
                      <a:pt x="15" y="3"/>
                      <a:pt x="7" y="3"/>
                      <a:pt x="0" y="0"/>
                    </a:cubicBezTo>
                    <a:cubicBezTo>
                      <a:pt x="1" y="13"/>
                      <a:pt x="1" y="26"/>
                      <a:pt x="2" y="39"/>
                    </a:cubicBezTo>
                    <a:cubicBezTo>
                      <a:pt x="15" y="48"/>
                      <a:pt x="28" y="56"/>
                      <a:pt x="44" y="53"/>
                    </a:cubicBezTo>
                    <a:close/>
                  </a:path>
                </a:pathLst>
              </a:custGeom>
              <a:solidFill>
                <a:srgbClr val="E9435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fea9ed4-6c66-4050-908c-b6e1482a3b4d" id="278" name="îs1ïḋè">
                <a:extLst>
                  <a:ext uri="{FF2B5EF4-FFF2-40B4-BE49-F238E27FC236}">
                    <a16:creationId id="{C77A305B-5652-3DD1-88F1-C6AF4C0EC105}"/>
                  </a:ext>
                </a:extLst>
              </p:cNvPr>
              <p:cNvSpPr/>
              <p:nvPr/>
            </p:nvSpPr>
            <p:spPr bwMode="auto">
              <a:xfrm flipV="false" flipH="false">
                <a:off x="8950203" y="3333617"/>
                <a:ext cx="112074" cy="84304"/>
              </a:xfrm>
              <a:custGeom>
                <a:avLst/>
                <a:gdLst>
                  <a:gd fmla="*/ 0 w 48" name="T0"/>
                  <a:gd fmla="*/ 3 h 36" name="T1"/>
                  <a:gd fmla="*/ 2 w 48" name="T2"/>
                  <a:gd fmla="*/ 33 h 36" name="T3"/>
                  <a:gd fmla="*/ 48 w 48" name="T4"/>
                  <a:gd fmla="*/ 29 h 36" name="T5"/>
                  <a:gd fmla="*/ 44 w 48" name="T6"/>
                  <a:gd fmla="*/ 0 h 36" name="T7"/>
                  <a:gd fmla="*/ 0 w 48" name="T8"/>
                  <a:gd fmla="*/ 3 h 36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36" w="48">
                    <a:moveTo>
                      <a:pt x="0" y="3"/>
                    </a:moveTo>
                    <a:cubicBezTo>
                      <a:pt x="1" y="13"/>
                      <a:pt x="1" y="23"/>
                      <a:pt x="2" y="33"/>
                    </a:cubicBezTo>
                    <a:cubicBezTo>
                      <a:pt x="18" y="36"/>
                      <a:pt x="34" y="36"/>
                      <a:pt x="48" y="29"/>
                    </a:cubicBezTo>
                    <a:cubicBezTo>
                      <a:pt x="47" y="20"/>
                      <a:pt x="45" y="10"/>
                      <a:pt x="44" y="0"/>
                    </a:cubicBezTo>
                    <a:cubicBezTo>
                      <a:pt x="32" y="7"/>
                      <a:pt x="13" y="9"/>
                      <a:pt x="0" y="3"/>
                    </a:cubicBezTo>
                    <a:close/>
                  </a:path>
                </a:pathLst>
              </a:custGeom>
              <a:solidFill>
                <a:srgbClr val="93B8C9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c26dc39-fa4a-4846-981a-f834de808e4f" id="279" name="ïşľíḓe">
                <a:extLst>
                  <a:ext uri="{FF2B5EF4-FFF2-40B4-BE49-F238E27FC236}">
                    <a16:creationId id="{8E18678E-0694-D0D9-1581-106BBB6E023F}"/>
                  </a:ext>
                </a:extLst>
              </p:cNvPr>
              <p:cNvSpPr/>
              <p:nvPr/>
            </p:nvSpPr>
            <p:spPr bwMode="auto">
              <a:xfrm flipV="false" flipH="false">
                <a:off x="9091038" y="2669104"/>
                <a:ext cx="110091" cy="664513"/>
              </a:xfrm>
              <a:custGeom>
                <a:avLst/>
                <a:gdLst>
                  <a:gd fmla="*/ 0 w 47" name="T0"/>
                  <a:gd fmla="*/ 275 h 283" name="T1"/>
                  <a:gd fmla="*/ 44 w 47" name="T2"/>
                  <a:gd fmla="*/ 276 h 283" name="T3"/>
                  <a:gd fmla="*/ 40 w 47" name="T4"/>
                  <a:gd fmla="*/ 172 h 283" name="T5"/>
                  <a:gd fmla="*/ 47 w 47" name="T6"/>
                  <a:gd fmla="*/ 0 h 283" name="T7"/>
                  <a:gd fmla="*/ 42 w 47" name="T8"/>
                  <a:gd fmla="*/ 10 h 283" name="T9"/>
                  <a:gd fmla="*/ 38 w 47" name="T10"/>
                  <a:gd fmla="*/ 10 h 283" name="T11"/>
                  <a:gd fmla="*/ 34 w 47" name="T12"/>
                  <a:gd fmla="*/ 2 h 283" name="T13"/>
                  <a:gd fmla="*/ 21 w 47" name="T14"/>
                  <a:gd fmla="*/ 19 h 283" name="T15"/>
                  <a:gd fmla="*/ 5 w 47" name="T16"/>
                  <a:gd fmla="*/ 1 h 283" name="T17"/>
                  <a:gd fmla="*/ 2 w 47" name="T18"/>
                  <a:gd fmla="*/ 154 h 283" name="T19"/>
                  <a:gd fmla="*/ 0 w 47" name="T20"/>
                  <a:gd fmla="*/ 275 h 283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283" w="47">
                    <a:moveTo>
                      <a:pt x="0" y="275"/>
                    </a:moveTo>
                    <a:cubicBezTo>
                      <a:pt x="13" y="283"/>
                      <a:pt x="30" y="280"/>
                      <a:pt x="44" y="276"/>
                    </a:cubicBezTo>
                    <a:cubicBezTo>
                      <a:pt x="41" y="242"/>
                      <a:pt x="40" y="207"/>
                      <a:pt x="40" y="172"/>
                    </a:cubicBezTo>
                    <a:cubicBezTo>
                      <a:pt x="39" y="115"/>
                      <a:pt x="45" y="58"/>
                      <a:pt x="47" y="0"/>
                    </a:cubicBezTo>
                    <a:cubicBezTo>
                      <a:pt x="45" y="4"/>
                      <a:pt x="44" y="7"/>
                      <a:pt x="42" y="10"/>
                    </a:cubicBezTo>
                    <a:cubicBezTo>
                      <a:pt x="41" y="11"/>
                      <a:pt x="39" y="11"/>
                      <a:pt x="38" y="10"/>
                    </a:cubicBezTo>
                    <a:cubicBezTo>
                      <a:pt x="36" y="7"/>
                      <a:pt x="35" y="5"/>
                      <a:pt x="34" y="2"/>
                    </a:cubicBezTo>
                    <a:cubicBezTo>
                      <a:pt x="33" y="11"/>
                      <a:pt x="30" y="21"/>
                      <a:pt x="21" y="19"/>
                    </a:cubicBezTo>
                    <a:cubicBezTo>
                      <a:pt x="13" y="17"/>
                      <a:pt x="9" y="9"/>
                      <a:pt x="5" y="1"/>
                    </a:cubicBezTo>
                    <a:cubicBezTo>
                      <a:pt x="7" y="52"/>
                      <a:pt x="4" y="103"/>
                      <a:pt x="2" y="154"/>
                    </a:cubicBezTo>
                    <a:cubicBezTo>
                      <a:pt x="0" y="194"/>
                      <a:pt x="0" y="235"/>
                      <a:pt x="0" y="275"/>
                    </a:cubicBezTo>
                    <a:close/>
                  </a:path>
                </a:pathLst>
              </a:custGeom>
              <a:solidFill>
                <a:srgbClr val="F8D955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974c31d-00e0-44f3-bbdf-7e2b4a95b0ca" id="280" name="íṣľiḍe">
                <a:extLst>
                  <a:ext uri="{FF2B5EF4-FFF2-40B4-BE49-F238E27FC236}">
                    <a16:creationId id="{F07C995B-7E71-B99C-C8CF-15134CC7F92C}"/>
                  </a:ext>
                </a:extLst>
              </p:cNvPr>
              <p:cNvSpPr/>
              <p:nvPr/>
            </p:nvSpPr>
            <p:spPr bwMode="auto">
              <a:xfrm flipV="false" flipH="false">
                <a:off x="8921440" y="2596703"/>
                <a:ext cx="129928" cy="738898"/>
              </a:xfrm>
              <a:custGeom>
                <a:avLst/>
                <a:gdLst>
                  <a:gd fmla="*/ 40 w 55" name="T0"/>
                  <a:gd fmla="*/ 0 h 315" name="T1"/>
                  <a:gd fmla="*/ 35 w 55" name="T2"/>
                  <a:gd fmla="*/ 3 h 315" name="T3"/>
                  <a:gd fmla="*/ 28 w 55" name="T4"/>
                  <a:gd fmla="*/ 0 h 315" name="T5"/>
                  <a:gd fmla="*/ 26 w 55" name="T6"/>
                  <a:gd fmla="*/ 16 h 315" name="T7"/>
                  <a:gd fmla="*/ 23 w 55" name="T8"/>
                  <a:gd fmla="*/ 17 h 315" name="T9"/>
                  <a:gd fmla="*/ 13 w 55" name="T10"/>
                  <a:gd fmla="*/ 7 h 315" name="T11"/>
                  <a:gd fmla="*/ 10 w 55" name="T12"/>
                  <a:gd fmla="*/ 20 h 315" name="T13"/>
                  <a:gd fmla="*/ 6 w 55" name="T14"/>
                  <a:gd fmla="*/ 20 h 315" name="T15"/>
                  <a:gd fmla="*/ 0 w 55" name="T16"/>
                  <a:gd fmla="*/ 10 h 315" name="T17"/>
                  <a:gd fmla="*/ 5 w 55" name="T18"/>
                  <a:gd fmla="*/ 168 h 315" name="T19"/>
                  <a:gd fmla="*/ 11 w 55" name="T20"/>
                  <a:gd fmla="*/ 311 h 315" name="T21"/>
                  <a:gd fmla="*/ 55 w 55" name="T22"/>
                  <a:gd fmla="*/ 308 h 315" name="T23"/>
                  <a:gd fmla="*/ 44 w 55" name="T24"/>
                  <a:gd fmla="*/ 185 h 315" name="T25"/>
                  <a:gd fmla="*/ 40 w 55" name="T26"/>
                  <a:gd fmla="*/ 0 h 315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315" w="55">
                    <a:moveTo>
                      <a:pt x="40" y="0"/>
                    </a:moveTo>
                    <a:cubicBezTo>
                      <a:pt x="39" y="2"/>
                      <a:pt x="37" y="3"/>
                      <a:pt x="35" y="3"/>
                    </a:cubicBezTo>
                    <a:cubicBezTo>
                      <a:pt x="32" y="4"/>
                      <a:pt x="30" y="3"/>
                      <a:pt x="28" y="0"/>
                    </a:cubicBezTo>
                    <a:cubicBezTo>
                      <a:pt x="28" y="5"/>
                      <a:pt x="27" y="11"/>
                      <a:pt x="26" y="16"/>
                    </a:cubicBezTo>
                    <a:cubicBezTo>
                      <a:pt x="25" y="17"/>
                      <a:pt x="24" y="18"/>
                      <a:pt x="23" y="17"/>
                    </a:cubicBezTo>
                    <a:cubicBezTo>
                      <a:pt x="18" y="15"/>
                      <a:pt x="15" y="11"/>
                      <a:pt x="13" y="7"/>
                    </a:cubicBezTo>
                    <a:cubicBezTo>
                      <a:pt x="13" y="11"/>
                      <a:pt x="12" y="15"/>
                      <a:pt x="10" y="20"/>
                    </a:cubicBezTo>
                    <a:cubicBezTo>
                      <a:pt x="10" y="22"/>
                      <a:pt x="7" y="22"/>
                      <a:pt x="6" y="20"/>
                    </a:cubicBezTo>
                    <a:cubicBezTo>
                      <a:pt x="3" y="17"/>
                      <a:pt x="2" y="14"/>
                      <a:pt x="0" y="10"/>
                    </a:cubicBezTo>
                    <a:cubicBezTo>
                      <a:pt x="4" y="63"/>
                      <a:pt x="4" y="116"/>
                      <a:pt x="5" y="168"/>
                    </a:cubicBezTo>
                    <a:cubicBezTo>
                      <a:pt x="6" y="216"/>
                      <a:pt x="8" y="264"/>
                      <a:pt x="11" y="311"/>
                    </a:cubicBezTo>
                    <a:cubicBezTo>
                      <a:pt x="26" y="314"/>
                      <a:pt x="41" y="315"/>
                      <a:pt x="55" y="308"/>
                    </a:cubicBezTo>
                    <a:cubicBezTo>
                      <a:pt x="50" y="267"/>
                      <a:pt x="46" y="226"/>
                      <a:pt x="44" y="185"/>
                    </a:cubicBezTo>
                    <a:cubicBezTo>
                      <a:pt x="40" y="124"/>
                      <a:pt x="42" y="61"/>
                      <a:pt x="40" y="0"/>
                    </a:cubicBezTo>
                    <a:close/>
                  </a:path>
                </a:pathLst>
              </a:custGeom>
              <a:solidFill>
                <a:srgbClr val="F8D955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265d576-6f1e-4851-bfb3-79e1fcab412e" id="281" name="ïşḷíḓè">
                <a:extLst>
                  <a:ext uri="{FF2B5EF4-FFF2-40B4-BE49-F238E27FC236}">
                    <a16:creationId id="{857E6CA2-3AA8-6B7B-DC77-96B679E19C29}"/>
                  </a:ext>
                </a:extLst>
              </p:cNvPr>
              <p:cNvSpPr/>
              <p:nvPr/>
            </p:nvSpPr>
            <p:spPr bwMode="auto">
              <a:xfrm flipV="false" flipH="false">
                <a:off x="9142613" y="2528268"/>
                <a:ext cx="25787" cy="46615"/>
              </a:xfrm>
              <a:custGeom>
                <a:avLst/>
                <a:gdLst>
                  <a:gd fmla="*/ 7 w 11" name="T0"/>
                  <a:gd fmla="*/ 19 h 20" name="T1"/>
                  <a:gd fmla="*/ 11 w 11" name="T2"/>
                  <a:gd fmla="*/ 16 h 20" name="T3"/>
                  <a:gd fmla="*/ 11 w 11" name="T4"/>
                  <a:gd fmla="*/ 14 h 20" name="T5"/>
                  <a:gd fmla="*/ 6 w 11" name="T6"/>
                  <a:gd fmla="*/ 0 h 20" name="T7"/>
                  <a:gd fmla="*/ 0 w 11" name="T8"/>
                  <a:gd fmla="*/ 14 h 20" name="T9"/>
                  <a:gd fmla="*/ 7 w 11" name="T10"/>
                  <a:gd fmla="*/ 19 h 20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20" w="11">
                    <a:moveTo>
                      <a:pt x="7" y="19"/>
                    </a:moveTo>
                    <a:cubicBezTo>
                      <a:pt x="9" y="19"/>
                      <a:pt x="10" y="18"/>
                      <a:pt x="11" y="16"/>
                    </a:cubicBezTo>
                    <a:cubicBezTo>
                      <a:pt x="11" y="16"/>
                      <a:pt x="11" y="15"/>
                      <a:pt x="11" y="14"/>
                    </a:cubicBezTo>
                    <a:cubicBezTo>
                      <a:pt x="10" y="10"/>
                      <a:pt x="8" y="5"/>
                      <a:pt x="6" y="0"/>
                    </a:cubicBezTo>
                    <a:cubicBezTo>
                      <a:pt x="4" y="5"/>
                      <a:pt x="2" y="10"/>
                      <a:pt x="0" y="14"/>
                    </a:cubicBezTo>
                    <a:cubicBezTo>
                      <a:pt x="1" y="17"/>
                      <a:pt x="4" y="20"/>
                      <a:pt x="7" y="19"/>
                    </a:cubicBezTo>
                    <a:close/>
                  </a:path>
                </a:pathLst>
              </a:custGeom>
              <a:solidFill>
                <a:srgbClr val="2D4959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64e970f-ba72-40e8-9934-196b7263c39f" id="282" name="îṥḻïde">
                <a:extLst>
                  <a:ext uri="{FF2B5EF4-FFF2-40B4-BE49-F238E27FC236}">
                    <a16:creationId id="{91305979-4793-EB77-D3F7-8C5580480997}"/>
                  </a:ext>
                </a:extLst>
              </p:cNvPr>
              <p:cNvSpPr/>
              <p:nvPr/>
            </p:nvSpPr>
            <p:spPr bwMode="auto">
              <a:xfrm flipV="false" flipH="false">
                <a:off x="8718118" y="2554053"/>
                <a:ext cx="93230" cy="120009"/>
              </a:xfrm>
              <a:custGeom>
                <a:avLst/>
                <a:gdLst>
                  <a:gd fmla="*/ 4 w 40" name="T0"/>
                  <a:gd fmla="*/ 18 h 51" name="T1"/>
                  <a:gd fmla="*/ 0 w 40" name="T2"/>
                  <a:gd fmla="*/ 29 h 51" name="T3"/>
                  <a:gd fmla="*/ 13 w 40" name="T4"/>
                  <a:gd fmla="*/ 51 h 51" name="T5"/>
                  <a:gd fmla="*/ 18 w 40" name="T6"/>
                  <a:gd fmla="*/ 27 h 51" name="T7"/>
                  <a:gd fmla="*/ 22 w 40" name="T8"/>
                  <a:gd fmla="*/ 27 h 51" name="T9"/>
                  <a:gd fmla="*/ 25 w 40" name="T10"/>
                  <a:gd fmla="*/ 39 h 51" name="T11"/>
                  <a:gd fmla="*/ 35 w 40" name="T12"/>
                  <a:gd fmla="*/ 40 h 51" name="T13"/>
                  <a:gd fmla="*/ 40 w 40" name="T14"/>
                  <a:gd fmla="*/ 21 h 51" name="T15"/>
                  <a:gd fmla="*/ 36 w 40" name="T16"/>
                  <a:gd fmla="*/ 14 h 51" name="T17"/>
                  <a:gd fmla="*/ 29 w 40" name="T18"/>
                  <a:gd fmla="*/ 0 h 51" name="T19"/>
                  <a:gd fmla="*/ 19 w 40" name="T20"/>
                  <a:gd fmla="*/ 5 h 51" name="T21"/>
                  <a:gd fmla="*/ 8 w 40" name="T22"/>
                  <a:gd fmla="*/ 2 h 51" name="T23"/>
                  <a:gd fmla="*/ 4 w 40" name="T24"/>
                  <a:gd fmla="*/ 18 h 51" name="T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b="b" l="0" r="r" t="0"/>
                <a:pathLst>
                  <a:path h="51" w="40">
                    <a:moveTo>
                      <a:pt x="4" y="18"/>
                    </a:moveTo>
                    <a:cubicBezTo>
                      <a:pt x="2" y="22"/>
                      <a:pt x="1" y="25"/>
                      <a:pt x="0" y="29"/>
                    </a:cubicBezTo>
                    <a:cubicBezTo>
                      <a:pt x="2" y="36"/>
                      <a:pt x="6" y="47"/>
                      <a:pt x="13" y="51"/>
                    </a:cubicBezTo>
                    <a:cubicBezTo>
                      <a:pt x="16" y="43"/>
                      <a:pt x="17" y="35"/>
                      <a:pt x="18" y="27"/>
                    </a:cubicBezTo>
                    <a:cubicBezTo>
                      <a:pt x="19" y="25"/>
                      <a:pt x="22" y="26"/>
                      <a:pt x="22" y="27"/>
                    </a:cubicBezTo>
                    <a:cubicBezTo>
                      <a:pt x="23" y="31"/>
                      <a:pt x="24" y="35"/>
                      <a:pt x="25" y="39"/>
                    </a:cubicBezTo>
                    <a:cubicBezTo>
                      <a:pt x="27" y="46"/>
                      <a:pt x="32" y="48"/>
                      <a:pt x="35" y="40"/>
                    </a:cubicBezTo>
                    <a:cubicBezTo>
                      <a:pt x="37" y="34"/>
                      <a:pt x="39" y="28"/>
                      <a:pt x="40" y="21"/>
                    </a:cubicBezTo>
                    <a:cubicBezTo>
                      <a:pt x="39" y="19"/>
                      <a:pt x="38" y="16"/>
                      <a:pt x="36" y="14"/>
                    </a:cubicBezTo>
                    <a:cubicBezTo>
                      <a:pt x="34" y="9"/>
                      <a:pt x="31" y="4"/>
                      <a:pt x="29" y="0"/>
                    </a:cubicBezTo>
                    <a:cubicBezTo>
                      <a:pt x="27" y="3"/>
                      <a:pt x="22" y="5"/>
                      <a:pt x="19" y="5"/>
                    </a:cubicBezTo>
                    <a:cubicBezTo>
                      <a:pt x="15" y="6"/>
                      <a:pt x="11" y="4"/>
                      <a:pt x="8" y="2"/>
                    </a:cubicBezTo>
                    <a:cubicBezTo>
                      <a:pt x="7" y="7"/>
                      <a:pt x="5" y="13"/>
                      <a:pt x="4" y="18"/>
                    </a:cubicBezTo>
                    <a:close/>
                  </a:path>
                </a:pathLst>
              </a:custGeom>
              <a:solidFill>
                <a:srgbClr val="EAA04E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bbf4841-b4b5-4fc2-b44e-613ebce76778" id="283" name="îṧlïḋè">
                <a:extLst>
                  <a:ext uri="{FF2B5EF4-FFF2-40B4-BE49-F238E27FC236}">
                    <a16:creationId id="{24F56821-010B-9A44-6BED-4CD5644F0E09}"/>
                  </a:ext>
                </a:extLst>
              </p:cNvPr>
              <p:cNvSpPr/>
              <p:nvPr/>
            </p:nvSpPr>
            <p:spPr bwMode="auto">
              <a:xfrm flipV="false" flipH="false">
                <a:off x="9104924" y="2572899"/>
                <a:ext cx="94222" cy="140838"/>
              </a:xfrm>
              <a:custGeom>
                <a:avLst/>
                <a:gdLst>
                  <a:gd fmla="*/ 13 w 40" name="T0"/>
                  <a:gd fmla="*/ 0 h 60" name="T1"/>
                  <a:gd fmla="*/ 4 w 40" name="T2"/>
                  <a:gd fmla="*/ 21 h 60" name="T3"/>
                  <a:gd fmla="*/ 0 w 40" name="T4"/>
                  <a:gd fmla="*/ 30 h 60" name="T5"/>
                  <a:gd fmla="*/ 13 w 40" name="T6"/>
                  <a:gd fmla="*/ 52 h 60" name="T7"/>
                  <a:gd fmla="*/ 26 w 40" name="T8"/>
                  <a:gd fmla="*/ 32 h 60" name="T9"/>
                  <a:gd fmla="*/ 29 w 40" name="T10"/>
                  <a:gd fmla="*/ 32 h 60" name="T11"/>
                  <a:gd fmla="*/ 34 w 40" name="T12"/>
                  <a:gd fmla="*/ 46 h 60" name="T13"/>
                  <a:gd fmla="*/ 40 w 40" name="T14"/>
                  <a:gd fmla="*/ 29 h 60" name="T15"/>
                  <a:gd fmla="*/ 37 w 40" name="T16"/>
                  <a:gd fmla="*/ 21 h 60" name="T17"/>
                  <a:gd fmla="*/ 30 w 40" name="T18"/>
                  <a:gd fmla="*/ 2 h 60" name="T19"/>
                  <a:gd fmla="*/ 23 w 40" name="T20"/>
                  <a:gd fmla="*/ 6 h 60" name="T21"/>
                  <a:gd fmla="*/ 13 w 40" name="T22"/>
                  <a:gd fmla="*/ 0 h 60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60" w="40">
                    <a:moveTo>
                      <a:pt x="13" y="0"/>
                    </a:moveTo>
                    <a:cubicBezTo>
                      <a:pt x="10" y="7"/>
                      <a:pt x="7" y="14"/>
                      <a:pt x="4" y="21"/>
                    </a:cubicBezTo>
                    <a:cubicBezTo>
                      <a:pt x="3" y="24"/>
                      <a:pt x="1" y="27"/>
                      <a:pt x="0" y="30"/>
                    </a:cubicBezTo>
                    <a:cubicBezTo>
                      <a:pt x="4" y="38"/>
                      <a:pt x="7" y="47"/>
                      <a:pt x="13" y="52"/>
                    </a:cubicBezTo>
                    <a:cubicBezTo>
                      <a:pt x="22" y="60"/>
                      <a:pt x="25" y="37"/>
                      <a:pt x="26" y="32"/>
                    </a:cubicBezTo>
                    <a:cubicBezTo>
                      <a:pt x="26" y="30"/>
                      <a:pt x="29" y="30"/>
                      <a:pt x="29" y="32"/>
                    </a:cubicBezTo>
                    <a:cubicBezTo>
                      <a:pt x="30" y="37"/>
                      <a:pt x="32" y="41"/>
                      <a:pt x="34" y="46"/>
                    </a:cubicBezTo>
                    <a:cubicBezTo>
                      <a:pt x="37" y="41"/>
                      <a:pt x="39" y="35"/>
                      <a:pt x="40" y="29"/>
                    </a:cubicBezTo>
                    <a:cubicBezTo>
                      <a:pt x="39" y="27"/>
                      <a:pt x="38" y="24"/>
                      <a:pt x="37" y="21"/>
                    </a:cubicBezTo>
                    <a:cubicBezTo>
                      <a:pt x="35" y="15"/>
                      <a:pt x="32" y="9"/>
                      <a:pt x="30" y="2"/>
                    </a:cubicBezTo>
                    <a:cubicBezTo>
                      <a:pt x="28" y="4"/>
                      <a:pt x="26" y="6"/>
                      <a:pt x="23" y="6"/>
                    </a:cubicBezTo>
                    <a:cubicBezTo>
                      <a:pt x="19" y="6"/>
                      <a:pt x="16" y="4"/>
                      <a:pt x="13" y="0"/>
                    </a:cubicBezTo>
                    <a:close/>
                  </a:path>
                </a:pathLst>
              </a:custGeom>
              <a:solidFill>
                <a:srgbClr val="EAA04E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16f24f4-d5b7-4ebf-a012-16547179ae63" id="284" name="iSlidê">
                <a:extLst>
                  <a:ext uri="{FF2B5EF4-FFF2-40B4-BE49-F238E27FC236}">
                    <a16:creationId id="{14C2213D-795A-E077-1CE8-A2BEAD309E0F}"/>
                  </a:ext>
                </a:extLst>
              </p:cNvPr>
              <p:cNvSpPr/>
              <p:nvPr/>
            </p:nvSpPr>
            <p:spPr bwMode="auto">
              <a:xfrm flipV="false" flipH="false">
                <a:off x="8957144" y="3417921"/>
                <a:ext cx="121992" cy="93230"/>
              </a:xfrm>
              <a:custGeom>
                <a:avLst/>
                <a:gdLst>
                  <a:gd fmla="*/ 2 w 52" name="T0"/>
                  <a:gd fmla="*/ 24 h 40" name="T1"/>
                  <a:gd fmla="*/ 45 w 52" name="T2"/>
                  <a:gd fmla="*/ 37 h 40" name="T3"/>
                  <a:gd fmla="*/ 52 w 52" name="T4"/>
                  <a:gd fmla="*/ 34 h 40" name="T5"/>
                  <a:gd fmla="*/ 46 w 52" name="T6"/>
                  <a:gd fmla="*/ 0 h 40" name="T7"/>
                  <a:gd fmla="*/ 0 w 52" name="T8"/>
                  <a:gd fmla="*/ 2 h 40" name="T9"/>
                  <a:gd fmla="*/ 2 w 52" name="T10"/>
                  <a:gd fmla="*/ 24 h 40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40" w="52">
                    <a:moveTo>
                      <a:pt x="2" y="24"/>
                    </a:moveTo>
                    <a:cubicBezTo>
                      <a:pt x="15" y="33"/>
                      <a:pt x="29" y="40"/>
                      <a:pt x="45" y="37"/>
                    </a:cubicBezTo>
                    <a:cubicBezTo>
                      <a:pt x="48" y="36"/>
                      <a:pt x="50" y="35"/>
                      <a:pt x="52" y="34"/>
                    </a:cubicBezTo>
                    <a:cubicBezTo>
                      <a:pt x="50" y="23"/>
                      <a:pt x="48" y="12"/>
                      <a:pt x="46" y="0"/>
                    </a:cubicBezTo>
                    <a:cubicBezTo>
                      <a:pt x="32" y="7"/>
                      <a:pt x="15" y="7"/>
                      <a:pt x="0" y="2"/>
                    </a:cubicBezTo>
                    <a:cubicBezTo>
                      <a:pt x="1" y="10"/>
                      <a:pt x="2" y="17"/>
                      <a:pt x="2" y="24"/>
                    </a:cubicBezTo>
                    <a:close/>
                  </a:path>
                </a:pathLst>
              </a:custGeom>
              <a:solidFill>
                <a:srgbClr val="E9435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f745fc3-724c-47e0-90a0-a512b08830f7" id="285" name="îşľîḋè">
                <a:extLst>
                  <a:ext uri="{FF2B5EF4-FFF2-40B4-BE49-F238E27FC236}">
                    <a16:creationId id="{B7A5B611-FBBD-F67C-857C-70D1535D975B}"/>
                  </a:ext>
                </a:extLst>
              </p:cNvPr>
              <p:cNvSpPr/>
              <p:nvPr/>
            </p:nvSpPr>
            <p:spPr bwMode="auto">
              <a:xfrm flipV="false" flipH="false">
                <a:off x="8917473" y="2492562"/>
                <a:ext cx="96205" cy="133894"/>
              </a:xfrm>
              <a:custGeom>
                <a:avLst/>
                <a:gdLst>
                  <a:gd fmla="*/ 30 w 41" name="T0"/>
                  <a:gd fmla="*/ 1 h 57" name="T1"/>
                  <a:gd fmla="*/ 22 w 41" name="T2"/>
                  <a:gd fmla="*/ 4 h 57" name="T3"/>
                  <a:gd fmla="*/ 12 w 41" name="T4"/>
                  <a:gd fmla="*/ 0 h 57" name="T5"/>
                  <a:gd fmla="*/ 5 w 41" name="T6"/>
                  <a:gd fmla="*/ 22 h 57" name="T7"/>
                  <a:gd fmla="*/ 0 w 41" name="T8"/>
                  <a:gd fmla="*/ 35 h 57" name="T9"/>
                  <a:gd fmla="*/ 0 w 41" name="T10"/>
                  <a:gd fmla="*/ 36 h 57" name="T11"/>
                  <a:gd fmla="*/ 9 w 41" name="T12"/>
                  <a:gd fmla="*/ 57 h 57" name="T13"/>
                  <a:gd fmla="*/ 13 w 41" name="T14"/>
                  <a:gd fmla="*/ 32 h 57" name="T15"/>
                  <a:gd fmla="*/ 17 w 41" name="T16"/>
                  <a:gd fmla="*/ 32 h 57" name="T17"/>
                  <a:gd fmla="*/ 24 w 41" name="T18"/>
                  <a:gd fmla="*/ 56 h 57" name="T19"/>
                  <a:gd fmla="*/ 26 w 41" name="T20"/>
                  <a:gd fmla="*/ 31 h 57" name="T21"/>
                  <a:gd fmla="*/ 31 w 41" name="T22"/>
                  <a:gd fmla="*/ 30 h 57" name="T23"/>
                  <a:gd fmla="*/ 37 w 41" name="T24"/>
                  <a:gd fmla="*/ 41 h 57" name="T25"/>
                  <a:gd fmla="*/ 41 w 41" name="T26"/>
                  <a:gd fmla="*/ 29 h 57" name="T27"/>
                  <a:gd fmla="*/ 38 w 41" name="T28"/>
                  <a:gd fmla="*/ 20 h 57" name="T29"/>
                  <a:gd fmla="*/ 30 w 41" name="T30"/>
                  <a:gd fmla="*/ 1 h 57" name="T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b="b" l="0" r="r" t="0"/>
                <a:pathLst>
                  <a:path h="57" w="41">
                    <a:moveTo>
                      <a:pt x="30" y="1"/>
                    </a:moveTo>
                    <a:cubicBezTo>
                      <a:pt x="28" y="3"/>
                      <a:pt x="25" y="4"/>
                      <a:pt x="22" y="4"/>
                    </a:cubicBezTo>
                    <a:cubicBezTo>
                      <a:pt x="18" y="4"/>
                      <a:pt x="15" y="3"/>
                      <a:pt x="12" y="0"/>
                    </a:cubicBezTo>
                    <a:cubicBezTo>
                      <a:pt x="10" y="7"/>
                      <a:pt x="7" y="15"/>
                      <a:pt x="5" y="22"/>
                    </a:cubicBezTo>
                    <a:cubicBezTo>
                      <a:pt x="3" y="26"/>
                      <a:pt x="2" y="30"/>
                      <a:pt x="0" y="35"/>
                    </a:cubicBezTo>
                    <a:cubicBezTo>
                      <a:pt x="0" y="35"/>
                      <a:pt x="0" y="35"/>
                      <a:pt x="0" y="36"/>
                    </a:cubicBezTo>
                    <a:cubicBezTo>
                      <a:pt x="3" y="43"/>
                      <a:pt x="5" y="50"/>
                      <a:pt x="9" y="57"/>
                    </a:cubicBezTo>
                    <a:cubicBezTo>
                      <a:pt x="11" y="49"/>
                      <a:pt x="12" y="40"/>
                      <a:pt x="13" y="32"/>
                    </a:cubicBezTo>
                    <a:cubicBezTo>
                      <a:pt x="13" y="30"/>
                      <a:pt x="17" y="30"/>
                      <a:pt x="17" y="32"/>
                    </a:cubicBezTo>
                    <a:cubicBezTo>
                      <a:pt x="17" y="39"/>
                      <a:pt x="17" y="51"/>
                      <a:pt x="24" y="56"/>
                    </a:cubicBezTo>
                    <a:cubicBezTo>
                      <a:pt x="25" y="47"/>
                      <a:pt x="26" y="39"/>
                      <a:pt x="26" y="31"/>
                    </a:cubicBezTo>
                    <a:cubicBezTo>
                      <a:pt x="26" y="28"/>
                      <a:pt x="31" y="27"/>
                      <a:pt x="31" y="30"/>
                    </a:cubicBezTo>
                    <a:cubicBezTo>
                      <a:pt x="31" y="31"/>
                      <a:pt x="34" y="45"/>
                      <a:pt x="37" y="41"/>
                    </a:cubicBezTo>
                    <a:cubicBezTo>
                      <a:pt x="40" y="38"/>
                      <a:pt x="41" y="34"/>
                      <a:pt x="41" y="29"/>
                    </a:cubicBezTo>
                    <a:cubicBezTo>
                      <a:pt x="40" y="26"/>
                      <a:pt x="39" y="23"/>
                      <a:pt x="38" y="20"/>
                    </a:cubicBezTo>
                    <a:cubicBezTo>
                      <a:pt x="35" y="14"/>
                      <a:pt x="32" y="7"/>
                      <a:pt x="30" y="1"/>
                    </a:cubicBezTo>
                    <a:close/>
                  </a:path>
                </a:pathLst>
              </a:custGeom>
              <a:solidFill>
                <a:srgbClr val="EAA04E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26ca079-b97b-4893-97c5-9273a14eeacd" id="286" name="iṩ1îďé">
                <a:extLst>
                  <a:ext uri="{FF2B5EF4-FFF2-40B4-BE49-F238E27FC236}">
                    <a16:creationId id="{A2823AB3-7198-6998-F7D6-C0ECE226F6BD}"/>
                  </a:ext>
                </a:extLst>
              </p:cNvPr>
              <p:cNvSpPr/>
              <p:nvPr/>
            </p:nvSpPr>
            <p:spPr bwMode="auto">
              <a:xfrm flipV="false" flipH="false">
                <a:off x="8740929" y="2495538"/>
                <a:ext cx="37689" cy="60501"/>
              </a:xfrm>
              <a:custGeom>
                <a:avLst/>
                <a:gdLst>
                  <a:gd fmla="*/ 16 w 16" name="T0"/>
                  <a:gd fmla="*/ 19 h 26" name="T1"/>
                  <a:gd fmla="*/ 6 w 16" name="T2"/>
                  <a:gd fmla="*/ 0 h 26" name="T3"/>
                  <a:gd fmla="*/ 0 w 16" name="T4"/>
                  <a:gd fmla="*/ 22 h 26" name="T5"/>
                  <a:gd fmla="*/ 10 w 16" name="T6"/>
                  <a:gd fmla="*/ 24 h 26" name="T7"/>
                  <a:gd fmla="*/ 16 w 16" name="T8"/>
                  <a:gd fmla="*/ 19 h 26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26" w="16">
                    <a:moveTo>
                      <a:pt x="16" y="19"/>
                    </a:moveTo>
                    <a:cubicBezTo>
                      <a:pt x="13" y="13"/>
                      <a:pt x="9" y="6"/>
                      <a:pt x="6" y="0"/>
                    </a:cubicBezTo>
                    <a:cubicBezTo>
                      <a:pt x="4" y="7"/>
                      <a:pt x="2" y="15"/>
                      <a:pt x="0" y="22"/>
                    </a:cubicBezTo>
                    <a:cubicBezTo>
                      <a:pt x="2" y="25"/>
                      <a:pt x="6" y="26"/>
                      <a:pt x="10" y="24"/>
                    </a:cubicBezTo>
                    <a:cubicBezTo>
                      <a:pt x="12" y="23"/>
                      <a:pt x="14" y="21"/>
                      <a:pt x="16" y="19"/>
                    </a:cubicBezTo>
                    <a:close/>
                  </a:path>
                </a:pathLst>
              </a:custGeom>
              <a:solidFill>
                <a:srgbClr val="2D4959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9c179aa-20ac-40ba-b257-9651ae1ed48e" id="287" name="iśľîdé">
                <a:extLst>
                  <a:ext uri="{FF2B5EF4-FFF2-40B4-BE49-F238E27FC236}">
                    <a16:creationId id="{6BD40E19-562B-3FAC-8EDC-FF6FE16BB890}"/>
                  </a:ext>
                </a:extLst>
              </p:cNvPr>
              <p:cNvSpPr/>
              <p:nvPr/>
            </p:nvSpPr>
            <p:spPr bwMode="auto">
              <a:xfrm flipV="false" flipH="false">
                <a:off x="8950203" y="2439005"/>
                <a:ext cx="32730" cy="53557"/>
              </a:xfrm>
              <a:custGeom>
                <a:avLst/>
                <a:gdLst>
                  <a:gd fmla="*/ 0 w 14" name="T0"/>
                  <a:gd fmla="*/ 18 h 23" name="T1"/>
                  <a:gd fmla="*/ 0 w 14" name="T2"/>
                  <a:gd fmla="*/ 19 h 23" name="T3"/>
                  <a:gd fmla="*/ 8 w 14" name="T4"/>
                  <a:gd fmla="*/ 22 h 23" name="T5"/>
                  <a:gd fmla="*/ 14 w 14" name="T6"/>
                  <a:gd fmla="*/ 19 h 23" name="T7"/>
                  <a:gd fmla="*/ 6 w 14" name="T8"/>
                  <a:gd fmla="*/ 0 h 23" name="T9"/>
                  <a:gd fmla="*/ 0 w 14" name="T10"/>
                  <a:gd fmla="*/ 18 h 23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23" w="14">
                    <a:moveTo>
                      <a:pt x="0" y="18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2" y="21"/>
                      <a:pt x="5" y="23"/>
                      <a:pt x="8" y="22"/>
                    </a:cubicBezTo>
                    <a:cubicBezTo>
                      <a:pt x="10" y="22"/>
                      <a:pt x="12" y="20"/>
                      <a:pt x="14" y="19"/>
                    </a:cubicBezTo>
                    <a:cubicBezTo>
                      <a:pt x="11" y="13"/>
                      <a:pt x="9" y="6"/>
                      <a:pt x="6" y="0"/>
                    </a:cubicBezTo>
                    <a:cubicBezTo>
                      <a:pt x="4" y="6"/>
                      <a:pt x="2" y="12"/>
                      <a:pt x="0" y="18"/>
                    </a:cubicBezTo>
                    <a:close/>
                  </a:path>
                </a:pathLst>
              </a:custGeom>
              <a:solidFill>
                <a:srgbClr val="2D4959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cb4dda5-b0a4-4e01-a300-678ca371144f" id="288" name="îsḻíḑê">
                <a:extLst>
                  <a:ext uri="{FF2B5EF4-FFF2-40B4-BE49-F238E27FC236}">
                    <a16:creationId id="{A0CD0217-9B0A-40B9-6B96-443D309185A6}"/>
                  </a:ext>
                </a:extLst>
              </p:cNvPr>
              <p:cNvSpPr/>
              <p:nvPr/>
            </p:nvSpPr>
            <p:spPr bwMode="auto">
              <a:xfrm flipV="false" flipH="false">
                <a:off x="8727045" y="2636375"/>
                <a:ext cx="178526" cy="713112"/>
              </a:xfrm>
              <a:custGeom>
                <a:avLst/>
                <a:gdLst>
                  <a:gd fmla="*/ 34 w 76" name="T0"/>
                  <a:gd fmla="*/ 304 h 304" name="T1"/>
                  <a:gd fmla="*/ 54 w 76" name="T2"/>
                  <a:gd fmla="*/ 301 h 304" name="T3"/>
                  <a:gd fmla="*/ 76 w 76" name="T4"/>
                  <a:gd fmla="*/ 291 h 304" name="T5"/>
                  <a:gd fmla="*/ 56 w 76" name="T6"/>
                  <a:gd fmla="*/ 175 h 304" name="T7"/>
                  <a:gd fmla="*/ 39 w 76" name="T8"/>
                  <a:gd fmla="*/ 0 h 304" name="T9"/>
                  <a:gd fmla="*/ 29 w 76" name="T10"/>
                  <a:gd fmla="*/ 15 h 304" name="T11"/>
                  <a:gd fmla="*/ 17 w 76" name="T12"/>
                  <a:gd fmla="*/ 6 h 304" name="T13"/>
                  <a:gd fmla="*/ 13 w 76" name="T14"/>
                  <a:gd fmla="*/ 22 h 304" name="T15"/>
                  <a:gd fmla="*/ 9 w 76" name="T16"/>
                  <a:gd fmla="*/ 23 h 304" name="T17"/>
                  <a:gd fmla="*/ 0 w 76" name="T18"/>
                  <a:gd fmla="*/ 16 h 304" name="T19"/>
                  <a:gd fmla="*/ 16 w 76" name="T20"/>
                  <a:gd fmla="*/ 162 h 304" name="T21"/>
                  <a:gd fmla="*/ 34 w 76" name="T22"/>
                  <a:gd fmla="*/ 304 h 304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304" w="76">
                    <a:moveTo>
                      <a:pt x="34" y="304"/>
                    </a:moveTo>
                    <a:cubicBezTo>
                      <a:pt x="41" y="303"/>
                      <a:pt x="48" y="303"/>
                      <a:pt x="54" y="301"/>
                    </a:cubicBezTo>
                    <a:cubicBezTo>
                      <a:pt x="62" y="299"/>
                      <a:pt x="69" y="294"/>
                      <a:pt x="76" y="291"/>
                    </a:cubicBezTo>
                    <a:cubicBezTo>
                      <a:pt x="68" y="253"/>
                      <a:pt x="61" y="214"/>
                      <a:pt x="56" y="175"/>
                    </a:cubicBezTo>
                    <a:cubicBezTo>
                      <a:pt x="47" y="117"/>
                      <a:pt x="45" y="58"/>
                      <a:pt x="39" y="0"/>
                    </a:cubicBezTo>
                    <a:cubicBezTo>
                      <a:pt x="37" y="7"/>
                      <a:pt x="35" y="13"/>
                      <a:pt x="29" y="15"/>
                    </a:cubicBezTo>
                    <a:cubicBezTo>
                      <a:pt x="23" y="18"/>
                      <a:pt x="19" y="12"/>
                      <a:pt x="17" y="6"/>
                    </a:cubicBezTo>
                    <a:cubicBezTo>
                      <a:pt x="16" y="11"/>
                      <a:pt x="15" y="16"/>
                      <a:pt x="13" y="22"/>
                    </a:cubicBezTo>
                    <a:cubicBezTo>
                      <a:pt x="12" y="23"/>
                      <a:pt x="11" y="23"/>
                      <a:pt x="9" y="23"/>
                    </a:cubicBezTo>
                    <a:cubicBezTo>
                      <a:pt x="5" y="22"/>
                      <a:pt x="2" y="19"/>
                      <a:pt x="0" y="16"/>
                    </a:cubicBezTo>
                    <a:cubicBezTo>
                      <a:pt x="7" y="64"/>
                      <a:pt x="11" y="113"/>
                      <a:pt x="16" y="162"/>
                    </a:cubicBezTo>
                    <a:cubicBezTo>
                      <a:pt x="20" y="210"/>
                      <a:pt x="26" y="257"/>
                      <a:pt x="34" y="304"/>
                    </a:cubicBezTo>
                    <a:close/>
                  </a:path>
                </a:pathLst>
              </a:custGeom>
              <a:solidFill>
                <a:srgbClr val="F8D955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7b2e82c-8213-4107-a6b2-5d31eef40015" id="289" name="ïṥľiďè">
                <a:extLst>
                  <a:ext uri="{FF2B5EF4-FFF2-40B4-BE49-F238E27FC236}">
                    <a16:creationId id="{064416EB-4F3C-CFE1-2A2D-1BADD61570F4}"/>
                  </a:ext>
                </a:extLst>
              </p:cNvPr>
              <p:cNvSpPr/>
              <p:nvPr/>
            </p:nvSpPr>
            <p:spPr bwMode="auto">
              <a:xfrm flipV="false" flipH="false">
                <a:off x="8809364" y="3335601"/>
                <a:ext cx="110091" cy="63475"/>
              </a:xfrm>
              <a:custGeom>
                <a:avLst/>
                <a:gdLst>
                  <a:gd fmla="*/ 24 w 47" name="T0"/>
                  <a:gd fmla="*/ 27 h 27" name="T1"/>
                  <a:gd fmla="*/ 41 w 47" name="T2"/>
                  <a:gd fmla="*/ 23 h 27" name="T3"/>
                  <a:gd fmla="*/ 47 w 47" name="T4"/>
                  <a:gd fmla="*/ 19 h 27" name="T5"/>
                  <a:gd fmla="*/ 43 w 47" name="T6"/>
                  <a:gd fmla="*/ 0 h 27" name="T7"/>
                  <a:gd fmla="*/ 0 w 47" name="T8"/>
                  <a:gd fmla="*/ 12 h 27" name="T9"/>
                  <a:gd fmla="*/ 2 w 47" name="T10"/>
                  <a:gd fmla="*/ 25 h 27" name="T11"/>
                  <a:gd fmla="*/ 24 w 47" name="T12"/>
                  <a:gd fmla="*/ 27 h 27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27" w="47">
                    <a:moveTo>
                      <a:pt x="24" y="27"/>
                    </a:moveTo>
                    <a:cubicBezTo>
                      <a:pt x="29" y="26"/>
                      <a:pt x="36" y="26"/>
                      <a:pt x="41" y="23"/>
                    </a:cubicBezTo>
                    <a:cubicBezTo>
                      <a:pt x="43" y="22"/>
                      <a:pt x="45" y="20"/>
                      <a:pt x="47" y="19"/>
                    </a:cubicBezTo>
                    <a:cubicBezTo>
                      <a:pt x="46" y="13"/>
                      <a:pt x="44" y="7"/>
                      <a:pt x="43" y="0"/>
                    </a:cubicBezTo>
                    <a:cubicBezTo>
                      <a:pt x="33" y="9"/>
                      <a:pt x="13" y="13"/>
                      <a:pt x="0" y="12"/>
                    </a:cubicBezTo>
                    <a:cubicBezTo>
                      <a:pt x="1" y="16"/>
                      <a:pt x="1" y="21"/>
                      <a:pt x="2" y="25"/>
                    </a:cubicBezTo>
                    <a:cubicBezTo>
                      <a:pt x="9" y="26"/>
                      <a:pt x="16" y="27"/>
                      <a:pt x="24" y="27"/>
                    </a:cubicBezTo>
                    <a:close/>
                  </a:path>
                </a:pathLst>
              </a:custGeom>
              <a:solidFill>
                <a:srgbClr val="93B8C9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c4ff1c2-d583-478b-93f2-2314972a4496" id="290" name="îŝḻîḓê">
                <a:extLst>
                  <a:ext uri="{FF2B5EF4-FFF2-40B4-BE49-F238E27FC236}">
                    <a16:creationId id="{6F8102AD-80F2-8B7E-3A90-185EB715F0A7}"/>
                  </a:ext>
                </a:extLst>
              </p:cNvPr>
              <p:cNvSpPr/>
              <p:nvPr/>
            </p:nvSpPr>
            <p:spPr bwMode="auto">
              <a:xfrm flipV="false" flipH="false">
                <a:off x="8816309" y="3394118"/>
                <a:ext cx="128936" cy="106124"/>
              </a:xfrm>
              <a:custGeom>
                <a:avLst/>
                <a:gdLst>
                  <a:gd fmla="*/ 49 w 55" name="T0"/>
                  <a:gd fmla="*/ 40 h 45" name="T1"/>
                  <a:gd fmla="*/ 55 w 55" name="T2"/>
                  <a:gd fmla="*/ 38 h 45" name="T3"/>
                  <a:gd fmla="*/ 45 w 55" name="T4"/>
                  <a:gd fmla="*/ 0 h 45" name="T5"/>
                  <a:gd fmla="*/ 24 w 55" name="T6"/>
                  <a:gd fmla="*/ 8 h 45" name="T7"/>
                  <a:gd fmla="*/ 0 w 55" name="T8"/>
                  <a:gd fmla="*/ 5 h 45" name="T9"/>
                  <a:gd fmla="*/ 5 w 55" name="T10"/>
                  <a:gd fmla="*/ 32 h 45" name="T11"/>
                  <a:gd fmla="*/ 49 w 55" name="T12"/>
                  <a:gd fmla="*/ 40 h 45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45" w="55">
                    <a:moveTo>
                      <a:pt x="49" y="40"/>
                    </a:moveTo>
                    <a:cubicBezTo>
                      <a:pt x="51" y="40"/>
                      <a:pt x="53" y="39"/>
                      <a:pt x="55" y="38"/>
                    </a:cubicBezTo>
                    <a:cubicBezTo>
                      <a:pt x="52" y="25"/>
                      <a:pt x="48" y="13"/>
                      <a:pt x="45" y="0"/>
                    </a:cubicBezTo>
                    <a:cubicBezTo>
                      <a:pt x="41" y="6"/>
                      <a:pt x="30" y="7"/>
                      <a:pt x="24" y="8"/>
                    </a:cubicBezTo>
                    <a:cubicBezTo>
                      <a:pt x="16" y="8"/>
                      <a:pt x="8" y="7"/>
                      <a:pt x="0" y="5"/>
                    </a:cubicBezTo>
                    <a:cubicBezTo>
                      <a:pt x="2" y="14"/>
                      <a:pt x="3" y="23"/>
                      <a:pt x="5" y="32"/>
                    </a:cubicBezTo>
                    <a:cubicBezTo>
                      <a:pt x="19" y="39"/>
                      <a:pt x="33" y="45"/>
                      <a:pt x="49" y="40"/>
                    </a:cubicBezTo>
                    <a:close/>
                  </a:path>
                </a:pathLst>
              </a:custGeom>
              <a:solidFill>
                <a:srgbClr val="E9435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8251489-6d19-4a71-8e0f-62d68cf0ebf5" id="291" name="ï$lîḓé">
                <a:extLst>
                  <a:ext uri="{FF2B5EF4-FFF2-40B4-BE49-F238E27FC236}">
                    <a16:creationId id="{DCC77D6A-B393-2E8B-2F31-A90502B1C32E}"/>
                  </a:ext>
                </a:extLst>
              </p:cNvPr>
              <p:cNvSpPr/>
              <p:nvPr/>
            </p:nvSpPr>
            <p:spPr bwMode="auto">
              <a:xfrm flipV="false" flipH="false">
                <a:off x="8704233" y="2401316"/>
                <a:ext cx="393750" cy="1126696"/>
              </a:xfrm>
              <a:custGeom>
                <a:avLst/>
                <a:gdLst>
                  <a:gd fmla="*/ 140 w 168" name="T0"/>
                  <a:gd fmla="*/ 138 h 480" name="T1"/>
                  <a:gd fmla="*/ 132 w 168" name="T2"/>
                  <a:gd fmla="*/ 45 h 480" name="T3"/>
                  <a:gd fmla="*/ 108 w 168" name="T4"/>
                  <a:gd fmla="*/ 8 h 480" name="T5"/>
                  <a:gd fmla="*/ 86 w 168" name="T6"/>
                  <a:gd fmla="*/ 71 h 480" name="T7"/>
                  <a:gd fmla="*/ 97 w 168" name="T8"/>
                  <a:gd fmla="*/ 399 h 480" name="T9"/>
                  <a:gd fmla="*/ 55 w 168" name="T10"/>
                  <a:gd fmla="*/ 104 h 480" name="T11"/>
                  <a:gd fmla="*/ 24 w 168" name="T12"/>
                  <a:gd fmla="*/ 31 h 480" name="T13"/>
                  <a:gd fmla="*/ 4 w 168" name="T14"/>
                  <a:gd fmla="*/ 82 h 480" name="T15"/>
                  <a:gd fmla="*/ 3 w 168" name="T16"/>
                  <a:gd fmla="*/ 108 h 480" name="T17"/>
                  <a:gd fmla="*/ 37 w 168" name="T18"/>
                  <a:gd fmla="*/ 408 h 480" name="T19"/>
                  <a:gd fmla="*/ 47 w 168" name="T20"/>
                  <a:gd fmla="*/ 451 h 480" name="T21"/>
                  <a:gd fmla="*/ 101 w 168" name="T22"/>
                  <a:gd fmla="*/ 469 h 480" name="T23"/>
                  <a:gd fmla="*/ 112 w 168" name="T24"/>
                  <a:gd fmla="*/ 467 h 480" name="T25"/>
                  <a:gd fmla="*/ 168 w 168" name="T26"/>
                  <a:gd fmla="*/ 472 h 480" name="T27"/>
                  <a:gd fmla="*/ 119 w 168" name="T28"/>
                  <a:gd fmla="*/ 35 h 480" name="T29"/>
                  <a:gd fmla="*/ 105 w 168" name="T30"/>
                  <a:gd fmla="*/ 34 h 480" name="T31"/>
                  <a:gd fmla="*/ 96 w 168" name="T32"/>
                  <a:gd fmla="*/ 61 h 480" name="T33"/>
                  <a:gd fmla="*/ 121 w 168" name="T34"/>
                  <a:gd fmla="*/ 40 h 480" name="T35"/>
                  <a:gd fmla="*/ 128 w 168" name="T36"/>
                  <a:gd fmla="*/ 80 h 480" name="T37"/>
                  <a:gd fmla="*/ 115 w 168" name="T38"/>
                  <a:gd fmla="*/ 95 h 480" name="T39"/>
                  <a:gd fmla="*/ 100 w 168" name="T40"/>
                  <a:gd fmla="*/ 96 h 480" name="T41"/>
                  <a:gd fmla="*/ 93 w 168" name="T42"/>
                  <a:gd fmla="*/ 93 h 480" name="T43"/>
                  <a:gd fmla="*/ 106 w 168" name="T44"/>
                  <a:gd fmla="*/ 90 h 480" name="T45"/>
                  <a:gd fmla="*/ 121 w 168" name="T46"/>
                  <a:gd fmla="*/ 83 h 480" name="T47"/>
                  <a:gd fmla="*/ 137 w 168" name="T48"/>
                  <a:gd fmla="*/ 268 h 480" name="T49"/>
                  <a:gd fmla="*/ 98 w 168" name="T50"/>
                  <a:gd fmla="*/ 251 h 480" name="T51"/>
                  <a:gd fmla="*/ 32 w 168" name="T52"/>
                  <a:gd fmla="*/ 59 h 480" name="T53"/>
                  <a:gd fmla="*/ 22 w 168" name="T54"/>
                  <a:gd fmla="*/ 40 h 480" name="T55"/>
                  <a:gd fmla="*/ 25 w 168" name="T56"/>
                  <a:gd fmla="*/ 70 h 480" name="T57"/>
                  <a:gd fmla="*/ 46 w 168" name="T58"/>
                  <a:gd fmla="*/ 86 h 480" name="T59"/>
                  <a:gd fmla="*/ 28 w 168" name="T60"/>
                  <a:gd fmla="*/ 92 h 480" name="T61"/>
                  <a:gd fmla="*/ 6 w 168" name="T62"/>
                  <a:gd fmla="*/ 94 h 480" name="T63"/>
                  <a:gd fmla="*/ 10 w 168" name="T64"/>
                  <a:gd fmla="*/ 116 h 480" name="T65"/>
                  <a:gd fmla="*/ 27 w 168" name="T66"/>
                  <a:gd fmla="*/ 106 h 480" name="T67"/>
                  <a:gd fmla="*/ 66 w 168" name="T68"/>
                  <a:gd fmla="*/ 275 h 480" name="T69"/>
                  <a:gd fmla="*/ 44 w 168" name="T70"/>
                  <a:gd fmla="*/ 404 h 480" name="T71"/>
                  <a:gd fmla="*/ 88 w 168" name="T72"/>
                  <a:gd fmla="*/ 398 h 480" name="T73"/>
                  <a:gd fmla="*/ 69 w 168" name="T74"/>
                  <a:gd fmla="*/ 425 h 480" name="T75"/>
                  <a:gd fmla="*/ 97 w 168" name="T76"/>
                  <a:gd fmla="*/ 463 h 480" name="T77"/>
                  <a:gd fmla="*/ 72 w 168" name="T78"/>
                  <a:gd fmla="*/ 431 h 480" name="T79"/>
                  <a:gd fmla="*/ 97 w 168" name="T80"/>
                  <a:gd fmla="*/ 463 h 480" name="T81"/>
                  <a:gd fmla="*/ 153 w 168" name="T82"/>
                  <a:gd fmla="*/ 426 h 480" name="T83"/>
                  <a:gd fmla="*/ 153 w 168" name="T84"/>
                  <a:gd fmla="*/ 470 h 480" name="T85"/>
                  <a:gd fmla="*/ 154 w 168" name="T86"/>
                  <a:gd fmla="*/ 433 h 480" name="T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b="b" l="0" r="r" t="0"/>
                <a:pathLst>
                  <a:path h="480" w="168">
                    <a:moveTo>
                      <a:pt x="167" y="463"/>
                    </a:moveTo>
                    <a:cubicBezTo>
                      <a:pt x="158" y="398"/>
                      <a:pt x="148" y="333"/>
                      <a:pt x="144" y="267"/>
                    </a:cubicBezTo>
                    <a:cubicBezTo>
                      <a:pt x="141" y="224"/>
                      <a:pt x="140" y="181"/>
                      <a:pt x="140" y="138"/>
                    </a:cubicBezTo>
                    <a:cubicBezTo>
                      <a:pt x="140" y="121"/>
                      <a:pt x="140" y="104"/>
                      <a:pt x="139" y="87"/>
                    </a:cubicBezTo>
                    <a:cubicBezTo>
                      <a:pt x="138" y="60"/>
                      <a:pt x="138" y="60"/>
                      <a:pt x="138" y="60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26" y="32"/>
                      <a:pt x="120" y="20"/>
                      <a:pt x="114" y="7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08" y="8"/>
                      <a:pt x="108" y="8"/>
                      <a:pt x="108" y="8"/>
                    </a:cubicBezTo>
                    <a:cubicBezTo>
                      <a:pt x="102" y="25"/>
                      <a:pt x="96" y="42"/>
                      <a:pt x="90" y="59"/>
                    </a:cubicBezTo>
                    <a:cubicBezTo>
                      <a:pt x="90" y="59"/>
                      <a:pt x="90" y="60"/>
                      <a:pt x="90" y="60"/>
                    </a:cubicBezTo>
                    <a:cubicBezTo>
                      <a:pt x="86" y="71"/>
                      <a:pt x="86" y="71"/>
                      <a:pt x="86" y="71"/>
                    </a:cubicBezTo>
                    <a:cubicBezTo>
                      <a:pt x="87" y="87"/>
                      <a:pt x="87" y="87"/>
                      <a:pt x="87" y="87"/>
                    </a:cubicBezTo>
                    <a:cubicBezTo>
                      <a:pt x="90" y="143"/>
                      <a:pt x="91" y="200"/>
                      <a:pt x="91" y="257"/>
                    </a:cubicBezTo>
                    <a:cubicBezTo>
                      <a:pt x="92" y="304"/>
                      <a:pt x="92" y="352"/>
                      <a:pt x="97" y="399"/>
                    </a:cubicBezTo>
                    <a:cubicBezTo>
                      <a:pt x="88" y="358"/>
                      <a:pt x="79" y="316"/>
                      <a:pt x="73" y="273"/>
                    </a:cubicBezTo>
                    <a:cubicBezTo>
                      <a:pt x="67" y="233"/>
                      <a:pt x="62" y="193"/>
                      <a:pt x="59" y="152"/>
                    </a:cubicBezTo>
                    <a:cubicBezTo>
                      <a:pt x="58" y="136"/>
                      <a:pt x="57" y="120"/>
                      <a:pt x="55" y="104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38" y="54"/>
                      <a:pt x="31" y="42"/>
                      <a:pt x="24" y="31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4" y="49"/>
                      <a:pt x="9" y="65"/>
                      <a:pt x="4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3" y="108"/>
                      <a:pt x="3" y="108"/>
                      <a:pt x="3" y="108"/>
                    </a:cubicBezTo>
                    <a:cubicBezTo>
                      <a:pt x="10" y="161"/>
                      <a:pt x="15" y="214"/>
                      <a:pt x="20" y="268"/>
                    </a:cubicBezTo>
                    <a:cubicBezTo>
                      <a:pt x="24" y="314"/>
                      <a:pt x="28" y="360"/>
                      <a:pt x="36" y="406"/>
                    </a:cubicBezTo>
                    <a:cubicBezTo>
                      <a:pt x="36" y="407"/>
                      <a:pt x="36" y="407"/>
                      <a:pt x="37" y="408"/>
                    </a:cubicBezTo>
                    <a:cubicBezTo>
                      <a:pt x="38" y="413"/>
                      <a:pt x="39" y="419"/>
                      <a:pt x="40" y="424"/>
                    </a:cubicBezTo>
                    <a:cubicBezTo>
                      <a:pt x="40" y="424"/>
                      <a:pt x="40" y="425"/>
                      <a:pt x="40" y="425"/>
                    </a:cubicBezTo>
                    <a:cubicBezTo>
                      <a:pt x="42" y="434"/>
                      <a:pt x="44" y="442"/>
                      <a:pt x="47" y="451"/>
                    </a:cubicBezTo>
                    <a:cubicBezTo>
                      <a:pt x="49" y="460"/>
                      <a:pt x="49" y="460"/>
                      <a:pt x="49" y="460"/>
                    </a:cubicBezTo>
                    <a:cubicBezTo>
                      <a:pt x="55" y="464"/>
                      <a:pt x="55" y="464"/>
                      <a:pt x="55" y="464"/>
                    </a:cubicBezTo>
                    <a:cubicBezTo>
                      <a:pt x="69" y="471"/>
                      <a:pt x="86" y="474"/>
                      <a:pt x="101" y="469"/>
                    </a:cubicBezTo>
                    <a:cubicBezTo>
                      <a:pt x="103" y="469"/>
                      <a:pt x="104" y="469"/>
                      <a:pt x="105" y="468"/>
                    </a:cubicBezTo>
                    <a:cubicBezTo>
                      <a:pt x="110" y="465"/>
                      <a:pt x="110" y="465"/>
                      <a:pt x="110" y="465"/>
                    </a:cubicBezTo>
                    <a:cubicBezTo>
                      <a:pt x="112" y="467"/>
                      <a:pt x="112" y="467"/>
                      <a:pt x="112" y="467"/>
                    </a:cubicBezTo>
                    <a:cubicBezTo>
                      <a:pt x="125" y="475"/>
                      <a:pt x="142" y="480"/>
                      <a:pt x="157" y="476"/>
                    </a:cubicBezTo>
                    <a:cubicBezTo>
                      <a:pt x="159" y="476"/>
                      <a:pt x="160" y="476"/>
                      <a:pt x="161" y="475"/>
                    </a:cubicBezTo>
                    <a:cubicBezTo>
                      <a:pt x="168" y="472"/>
                      <a:pt x="168" y="472"/>
                      <a:pt x="168" y="472"/>
                    </a:cubicBezTo>
                    <a:lnTo>
                      <a:pt x="167" y="463"/>
                    </a:lnTo>
                    <a:close/>
                    <a:moveTo>
                      <a:pt x="111" y="16"/>
                    </a:moveTo>
                    <a:cubicBezTo>
                      <a:pt x="114" y="22"/>
                      <a:pt x="116" y="29"/>
                      <a:pt x="119" y="35"/>
                    </a:cubicBezTo>
                    <a:cubicBezTo>
                      <a:pt x="117" y="36"/>
                      <a:pt x="115" y="38"/>
                      <a:pt x="113" y="38"/>
                    </a:cubicBezTo>
                    <a:cubicBezTo>
                      <a:pt x="110" y="39"/>
                      <a:pt x="107" y="37"/>
                      <a:pt x="105" y="35"/>
                    </a:cubicBezTo>
                    <a:cubicBezTo>
                      <a:pt x="105" y="35"/>
                      <a:pt x="105" y="35"/>
                      <a:pt x="105" y="34"/>
                    </a:cubicBezTo>
                    <a:cubicBezTo>
                      <a:pt x="107" y="28"/>
                      <a:pt x="109" y="22"/>
                      <a:pt x="111" y="16"/>
                    </a:cubicBezTo>
                    <a:close/>
                    <a:moveTo>
                      <a:pt x="91" y="74"/>
                    </a:moveTo>
                    <a:cubicBezTo>
                      <a:pt x="93" y="69"/>
                      <a:pt x="94" y="65"/>
                      <a:pt x="96" y="61"/>
                    </a:cubicBezTo>
                    <a:cubicBezTo>
                      <a:pt x="98" y="54"/>
                      <a:pt x="101" y="46"/>
                      <a:pt x="103" y="39"/>
                    </a:cubicBezTo>
                    <a:cubicBezTo>
                      <a:pt x="106" y="42"/>
                      <a:pt x="109" y="43"/>
                      <a:pt x="113" y="43"/>
                    </a:cubicBezTo>
                    <a:cubicBezTo>
                      <a:pt x="116" y="43"/>
                      <a:pt x="119" y="42"/>
                      <a:pt x="121" y="40"/>
                    </a:cubicBezTo>
                    <a:cubicBezTo>
                      <a:pt x="123" y="46"/>
                      <a:pt x="126" y="53"/>
                      <a:pt x="129" y="59"/>
                    </a:cubicBezTo>
                    <a:cubicBezTo>
                      <a:pt x="130" y="62"/>
                      <a:pt x="131" y="65"/>
                      <a:pt x="132" y="68"/>
                    </a:cubicBezTo>
                    <a:cubicBezTo>
                      <a:pt x="132" y="73"/>
                      <a:pt x="131" y="77"/>
                      <a:pt x="128" y="80"/>
                    </a:cubicBezTo>
                    <a:cubicBezTo>
                      <a:pt x="125" y="84"/>
                      <a:pt x="122" y="70"/>
                      <a:pt x="122" y="69"/>
                    </a:cubicBezTo>
                    <a:cubicBezTo>
                      <a:pt x="122" y="66"/>
                      <a:pt x="117" y="67"/>
                      <a:pt x="117" y="70"/>
                    </a:cubicBezTo>
                    <a:cubicBezTo>
                      <a:pt x="117" y="78"/>
                      <a:pt x="116" y="86"/>
                      <a:pt x="115" y="95"/>
                    </a:cubicBezTo>
                    <a:cubicBezTo>
                      <a:pt x="108" y="90"/>
                      <a:pt x="108" y="78"/>
                      <a:pt x="108" y="71"/>
                    </a:cubicBezTo>
                    <a:cubicBezTo>
                      <a:pt x="108" y="69"/>
                      <a:pt x="104" y="69"/>
                      <a:pt x="104" y="71"/>
                    </a:cubicBezTo>
                    <a:cubicBezTo>
                      <a:pt x="103" y="79"/>
                      <a:pt x="102" y="88"/>
                      <a:pt x="100" y="96"/>
                    </a:cubicBezTo>
                    <a:cubicBezTo>
                      <a:pt x="96" y="89"/>
                      <a:pt x="94" y="82"/>
                      <a:pt x="91" y="75"/>
                    </a:cubicBezTo>
                    <a:cubicBezTo>
                      <a:pt x="91" y="74"/>
                      <a:pt x="91" y="74"/>
                      <a:pt x="91" y="74"/>
                    </a:cubicBezTo>
                    <a:close/>
                    <a:moveTo>
                      <a:pt x="93" y="93"/>
                    </a:moveTo>
                    <a:cubicBezTo>
                      <a:pt x="95" y="97"/>
                      <a:pt x="96" y="100"/>
                      <a:pt x="99" y="103"/>
                    </a:cubicBezTo>
                    <a:cubicBezTo>
                      <a:pt x="100" y="105"/>
                      <a:pt x="103" y="105"/>
                      <a:pt x="103" y="103"/>
                    </a:cubicBezTo>
                    <a:cubicBezTo>
                      <a:pt x="105" y="98"/>
                      <a:pt x="106" y="94"/>
                      <a:pt x="106" y="90"/>
                    </a:cubicBezTo>
                    <a:cubicBezTo>
                      <a:pt x="108" y="94"/>
                      <a:pt x="111" y="98"/>
                      <a:pt x="116" y="100"/>
                    </a:cubicBezTo>
                    <a:cubicBezTo>
                      <a:pt x="117" y="101"/>
                      <a:pt x="118" y="100"/>
                      <a:pt x="119" y="99"/>
                    </a:cubicBezTo>
                    <a:cubicBezTo>
                      <a:pt x="120" y="94"/>
                      <a:pt x="121" y="88"/>
                      <a:pt x="121" y="83"/>
                    </a:cubicBezTo>
                    <a:cubicBezTo>
                      <a:pt x="123" y="86"/>
                      <a:pt x="125" y="87"/>
                      <a:pt x="128" y="86"/>
                    </a:cubicBezTo>
                    <a:cubicBezTo>
                      <a:pt x="130" y="86"/>
                      <a:pt x="132" y="85"/>
                      <a:pt x="133" y="83"/>
                    </a:cubicBezTo>
                    <a:cubicBezTo>
                      <a:pt x="135" y="144"/>
                      <a:pt x="133" y="207"/>
                      <a:pt x="137" y="268"/>
                    </a:cubicBezTo>
                    <a:cubicBezTo>
                      <a:pt x="139" y="309"/>
                      <a:pt x="143" y="350"/>
                      <a:pt x="148" y="391"/>
                    </a:cubicBezTo>
                    <a:cubicBezTo>
                      <a:pt x="134" y="398"/>
                      <a:pt x="119" y="397"/>
                      <a:pt x="104" y="394"/>
                    </a:cubicBezTo>
                    <a:cubicBezTo>
                      <a:pt x="101" y="347"/>
                      <a:pt x="99" y="299"/>
                      <a:pt x="98" y="251"/>
                    </a:cubicBezTo>
                    <a:cubicBezTo>
                      <a:pt x="97" y="199"/>
                      <a:pt x="97" y="146"/>
                      <a:pt x="93" y="93"/>
                    </a:cubicBezTo>
                    <a:close/>
                    <a:moveTo>
                      <a:pt x="22" y="40"/>
                    </a:moveTo>
                    <a:cubicBezTo>
                      <a:pt x="25" y="46"/>
                      <a:pt x="29" y="53"/>
                      <a:pt x="32" y="59"/>
                    </a:cubicBezTo>
                    <a:cubicBezTo>
                      <a:pt x="30" y="61"/>
                      <a:pt x="28" y="63"/>
                      <a:pt x="26" y="64"/>
                    </a:cubicBezTo>
                    <a:cubicBezTo>
                      <a:pt x="22" y="66"/>
                      <a:pt x="18" y="65"/>
                      <a:pt x="16" y="62"/>
                    </a:cubicBezTo>
                    <a:cubicBezTo>
                      <a:pt x="18" y="55"/>
                      <a:pt x="20" y="47"/>
                      <a:pt x="22" y="40"/>
                    </a:cubicBezTo>
                    <a:close/>
                    <a:moveTo>
                      <a:pt x="10" y="83"/>
                    </a:moveTo>
                    <a:cubicBezTo>
                      <a:pt x="11" y="78"/>
                      <a:pt x="13" y="72"/>
                      <a:pt x="14" y="67"/>
                    </a:cubicBezTo>
                    <a:cubicBezTo>
                      <a:pt x="17" y="69"/>
                      <a:pt x="21" y="71"/>
                      <a:pt x="25" y="70"/>
                    </a:cubicBezTo>
                    <a:cubicBezTo>
                      <a:pt x="28" y="70"/>
                      <a:pt x="33" y="68"/>
                      <a:pt x="35" y="65"/>
                    </a:cubicBezTo>
                    <a:cubicBezTo>
                      <a:pt x="37" y="69"/>
                      <a:pt x="40" y="74"/>
                      <a:pt x="42" y="79"/>
                    </a:cubicBezTo>
                    <a:cubicBezTo>
                      <a:pt x="44" y="81"/>
                      <a:pt x="45" y="84"/>
                      <a:pt x="46" y="86"/>
                    </a:cubicBezTo>
                    <a:cubicBezTo>
                      <a:pt x="45" y="93"/>
                      <a:pt x="43" y="99"/>
                      <a:pt x="41" y="105"/>
                    </a:cubicBezTo>
                    <a:cubicBezTo>
                      <a:pt x="38" y="113"/>
                      <a:pt x="33" y="111"/>
                      <a:pt x="31" y="104"/>
                    </a:cubicBezTo>
                    <a:cubicBezTo>
                      <a:pt x="30" y="100"/>
                      <a:pt x="29" y="96"/>
                      <a:pt x="28" y="92"/>
                    </a:cubicBezTo>
                    <a:cubicBezTo>
                      <a:pt x="28" y="91"/>
                      <a:pt x="25" y="90"/>
                      <a:pt x="24" y="92"/>
                    </a:cubicBezTo>
                    <a:cubicBezTo>
                      <a:pt x="23" y="100"/>
                      <a:pt x="22" y="108"/>
                      <a:pt x="19" y="116"/>
                    </a:cubicBezTo>
                    <a:cubicBezTo>
                      <a:pt x="12" y="112"/>
                      <a:pt x="8" y="101"/>
                      <a:pt x="6" y="94"/>
                    </a:cubicBezTo>
                    <a:cubicBezTo>
                      <a:pt x="7" y="90"/>
                      <a:pt x="8" y="87"/>
                      <a:pt x="10" y="83"/>
                    </a:cubicBezTo>
                    <a:close/>
                    <a:moveTo>
                      <a:pt x="26" y="262"/>
                    </a:moveTo>
                    <a:cubicBezTo>
                      <a:pt x="21" y="213"/>
                      <a:pt x="17" y="164"/>
                      <a:pt x="10" y="116"/>
                    </a:cubicBezTo>
                    <a:cubicBezTo>
                      <a:pt x="12" y="119"/>
                      <a:pt x="15" y="122"/>
                      <a:pt x="19" y="123"/>
                    </a:cubicBezTo>
                    <a:cubicBezTo>
                      <a:pt x="21" y="123"/>
                      <a:pt x="22" y="123"/>
                      <a:pt x="23" y="122"/>
                    </a:cubicBezTo>
                    <a:cubicBezTo>
                      <a:pt x="25" y="116"/>
                      <a:pt x="26" y="111"/>
                      <a:pt x="27" y="106"/>
                    </a:cubicBezTo>
                    <a:cubicBezTo>
                      <a:pt x="29" y="112"/>
                      <a:pt x="33" y="118"/>
                      <a:pt x="39" y="115"/>
                    </a:cubicBezTo>
                    <a:cubicBezTo>
                      <a:pt x="45" y="113"/>
                      <a:pt x="47" y="107"/>
                      <a:pt x="49" y="100"/>
                    </a:cubicBezTo>
                    <a:cubicBezTo>
                      <a:pt x="55" y="158"/>
                      <a:pt x="57" y="217"/>
                      <a:pt x="66" y="275"/>
                    </a:cubicBezTo>
                    <a:cubicBezTo>
                      <a:pt x="71" y="314"/>
                      <a:pt x="78" y="353"/>
                      <a:pt x="86" y="391"/>
                    </a:cubicBezTo>
                    <a:cubicBezTo>
                      <a:pt x="79" y="394"/>
                      <a:pt x="72" y="399"/>
                      <a:pt x="64" y="401"/>
                    </a:cubicBezTo>
                    <a:cubicBezTo>
                      <a:pt x="58" y="403"/>
                      <a:pt x="51" y="403"/>
                      <a:pt x="44" y="404"/>
                    </a:cubicBezTo>
                    <a:cubicBezTo>
                      <a:pt x="36" y="357"/>
                      <a:pt x="30" y="310"/>
                      <a:pt x="26" y="262"/>
                    </a:cubicBezTo>
                    <a:close/>
                    <a:moveTo>
                      <a:pt x="45" y="410"/>
                    </a:moveTo>
                    <a:cubicBezTo>
                      <a:pt x="58" y="411"/>
                      <a:pt x="78" y="407"/>
                      <a:pt x="88" y="398"/>
                    </a:cubicBezTo>
                    <a:cubicBezTo>
                      <a:pt x="89" y="405"/>
                      <a:pt x="91" y="411"/>
                      <a:pt x="92" y="417"/>
                    </a:cubicBezTo>
                    <a:cubicBezTo>
                      <a:pt x="90" y="418"/>
                      <a:pt x="88" y="420"/>
                      <a:pt x="86" y="421"/>
                    </a:cubicBezTo>
                    <a:cubicBezTo>
                      <a:pt x="81" y="424"/>
                      <a:pt x="74" y="424"/>
                      <a:pt x="69" y="425"/>
                    </a:cubicBezTo>
                    <a:cubicBezTo>
                      <a:pt x="61" y="425"/>
                      <a:pt x="54" y="424"/>
                      <a:pt x="47" y="423"/>
                    </a:cubicBezTo>
                    <a:cubicBezTo>
                      <a:pt x="46" y="419"/>
                      <a:pt x="46" y="414"/>
                      <a:pt x="45" y="410"/>
                    </a:cubicBezTo>
                    <a:close/>
                    <a:moveTo>
                      <a:pt x="97" y="463"/>
                    </a:moveTo>
                    <a:cubicBezTo>
                      <a:pt x="81" y="468"/>
                      <a:pt x="67" y="462"/>
                      <a:pt x="53" y="455"/>
                    </a:cubicBezTo>
                    <a:cubicBezTo>
                      <a:pt x="51" y="446"/>
                      <a:pt x="50" y="437"/>
                      <a:pt x="48" y="428"/>
                    </a:cubicBezTo>
                    <a:cubicBezTo>
                      <a:pt x="56" y="430"/>
                      <a:pt x="64" y="431"/>
                      <a:pt x="72" y="431"/>
                    </a:cubicBezTo>
                    <a:cubicBezTo>
                      <a:pt x="78" y="430"/>
                      <a:pt x="89" y="429"/>
                      <a:pt x="93" y="423"/>
                    </a:cubicBezTo>
                    <a:cubicBezTo>
                      <a:pt x="96" y="436"/>
                      <a:pt x="100" y="448"/>
                      <a:pt x="103" y="461"/>
                    </a:cubicBezTo>
                    <a:cubicBezTo>
                      <a:pt x="101" y="462"/>
                      <a:pt x="99" y="463"/>
                      <a:pt x="97" y="463"/>
                    </a:cubicBezTo>
                    <a:close/>
                    <a:moveTo>
                      <a:pt x="105" y="400"/>
                    </a:moveTo>
                    <a:cubicBezTo>
                      <a:pt x="118" y="406"/>
                      <a:pt x="137" y="404"/>
                      <a:pt x="149" y="397"/>
                    </a:cubicBezTo>
                    <a:cubicBezTo>
                      <a:pt x="150" y="407"/>
                      <a:pt x="152" y="417"/>
                      <a:pt x="153" y="426"/>
                    </a:cubicBezTo>
                    <a:cubicBezTo>
                      <a:pt x="139" y="433"/>
                      <a:pt x="123" y="433"/>
                      <a:pt x="107" y="430"/>
                    </a:cubicBezTo>
                    <a:cubicBezTo>
                      <a:pt x="106" y="420"/>
                      <a:pt x="106" y="410"/>
                      <a:pt x="105" y="400"/>
                    </a:cubicBezTo>
                    <a:close/>
                    <a:moveTo>
                      <a:pt x="153" y="470"/>
                    </a:moveTo>
                    <a:cubicBezTo>
                      <a:pt x="137" y="473"/>
                      <a:pt x="123" y="466"/>
                      <a:pt x="110" y="457"/>
                    </a:cubicBezTo>
                    <a:cubicBezTo>
                      <a:pt x="110" y="450"/>
                      <a:pt x="109" y="443"/>
                      <a:pt x="108" y="435"/>
                    </a:cubicBezTo>
                    <a:cubicBezTo>
                      <a:pt x="123" y="440"/>
                      <a:pt x="140" y="440"/>
                      <a:pt x="154" y="433"/>
                    </a:cubicBezTo>
                    <a:cubicBezTo>
                      <a:pt x="156" y="445"/>
                      <a:pt x="158" y="456"/>
                      <a:pt x="160" y="467"/>
                    </a:cubicBezTo>
                    <a:cubicBezTo>
                      <a:pt x="158" y="468"/>
                      <a:pt x="156" y="469"/>
                      <a:pt x="153" y="47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aba2036-3fa9-44a6-b6f5-7470ef9cb1a9" id="292" name="ïsḻîďê">
                <a:extLst>
                  <a:ext uri="{FF2B5EF4-FFF2-40B4-BE49-F238E27FC236}">
                    <a16:creationId id="{93BCEEC4-4E3C-401F-45FF-1F02D9E65CE3}"/>
                  </a:ext>
                </a:extLst>
              </p:cNvPr>
              <p:cNvSpPr/>
              <p:nvPr/>
            </p:nvSpPr>
            <p:spPr bwMode="auto">
              <a:xfrm flipV="false" flipH="false">
                <a:off x="9065253" y="2492562"/>
                <a:ext cx="166624" cy="1035450"/>
              </a:xfrm>
              <a:custGeom>
                <a:avLst/>
                <a:gdLst>
                  <a:gd fmla="*/ 70 w 71" name="T0"/>
                  <a:gd fmla="*/ 428 h 441" name="T1"/>
                  <a:gd fmla="*/ 58 w 71" name="T2"/>
                  <a:gd fmla="*/ 246 h 441" name="T3"/>
                  <a:gd fmla="*/ 61 w 71" name="T4"/>
                  <a:gd fmla="*/ 128 h 441" name="T5"/>
                  <a:gd fmla="*/ 63 w 71" name="T6"/>
                  <a:gd fmla="*/ 81 h 441" name="T7"/>
                  <a:gd fmla="*/ 63 w 71" name="T8"/>
                  <a:gd fmla="*/ 57 h 441" name="T9"/>
                  <a:gd fmla="*/ 58 w 71" name="T10"/>
                  <a:gd fmla="*/ 43 h 441" name="T11"/>
                  <a:gd fmla="*/ 42 w 71" name="T12"/>
                  <a:gd fmla="*/ 6 h 441" name="T13"/>
                  <a:gd fmla="*/ 40 w 71" name="T14"/>
                  <a:gd fmla="*/ 0 h 441" name="T15"/>
                  <a:gd fmla="*/ 36 w 71" name="T16"/>
                  <a:gd fmla="*/ 7 h 441" name="T17"/>
                  <a:gd fmla="*/ 16 w 71" name="T18"/>
                  <a:gd fmla="*/ 53 h 441" name="T19"/>
                  <a:gd fmla="*/ 15 w 71" name="T20"/>
                  <a:gd fmla="*/ 53 h 441" name="T21"/>
                  <a:gd fmla="*/ 11 w 71" name="T22"/>
                  <a:gd fmla="*/ 63 h 441" name="T23"/>
                  <a:gd fmla="*/ 11 w 71" name="T24"/>
                  <a:gd fmla="*/ 78 h 441" name="T25"/>
                  <a:gd fmla="*/ 6 w 71" name="T26"/>
                  <a:gd fmla="*/ 233 h 441" name="T27"/>
                  <a:gd fmla="*/ 8 w 71" name="T28"/>
                  <a:gd fmla="*/ 414 h 441" name="T29"/>
                  <a:gd fmla="*/ 9 w 71" name="T30"/>
                  <a:gd fmla="*/ 423 h 441" name="T31"/>
                  <a:gd fmla="*/ 15 w 71" name="T32"/>
                  <a:gd fmla="*/ 427 h 441" name="T33"/>
                  <a:gd fmla="*/ 60 w 71" name="T34"/>
                  <a:gd fmla="*/ 439 h 441" name="T35"/>
                  <a:gd fmla="*/ 64 w 71" name="T36"/>
                  <a:gd fmla="*/ 438 h 441" name="T37"/>
                  <a:gd fmla="*/ 71 w 71" name="T38"/>
                  <a:gd fmla="*/ 436 h 441" name="T39"/>
                  <a:gd fmla="*/ 70 w 71" name="T40"/>
                  <a:gd fmla="*/ 428 h 441" name="T41"/>
                  <a:gd fmla="*/ 11 w 71" name="T42"/>
                  <a:gd fmla="*/ 356 h 441" name="T43"/>
                  <a:gd fmla="*/ 55 w 71" name="T44"/>
                  <a:gd fmla="*/ 358 h 441" name="T45"/>
                  <a:gd fmla="*/ 57 w 71" name="T46"/>
                  <a:gd fmla="*/ 373 h 441" name="T47"/>
                  <a:gd fmla="*/ 35 w 71" name="T48"/>
                  <a:gd fmla="*/ 376 h 441" name="T49"/>
                  <a:gd fmla="*/ 12 w 71" name="T50"/>
                  <a:gd fmla="*/ 374 h 441" name="T51"/>
                  <a:gd fmla="*/ 11 w 71" name="T52"/>
                  <a:gd fmla="*/ 356 h 441" name="T53"/>
                  <a:gd fmla="*/ 39 w 71" name="T54"/>
                  <a:gd fmla="*/ 15 h 441" name="T55"/>
                  <a:gd fmla="*/ 44 w 71" name="T56"/>
                  <a:gd fmla="*/ 29 h 441" name="T57"/>
                  <a:gd fmla="*/ 44 w 71" name="T58"/>
                  <a:gd fmla="*/ 31 h 441" name="T59"/>
                  <a:gd fmla="*/ 40 w 71" name="T60"/>
                  <a:gd fmla="*/ 34 h 441" name="T61"/>
                  <a:gd fmla="*/ 33 w 71" name="T62"/>
                  <a:gd fmla="*/ 29 h 441" name="T63"/>
                  <a:gd fmla="*/ 39 w 71" name="T64"/>
                  <a:gd fmla="*/ 15 h 441" name="T65"/>
                  <a:gd fmla="*/ 21 w 71" name="T66"/>
                  <a:gd fmla="*/ 55 h 441" name="T67"/>
                  <a:gd fmla="*/ 30 w 71" name="T68"/>
                  <a:gd fmla="*/ 34 h 441" name="T69"/>
                  <a:gd fmla="*/ 40 w 71" name="T70"/>
                  <a:gd fmla="*/ 40 h 441" name="T71"/>
                  <a:gd fmla="*/ 47 w 71" name="T72"/>
                  <a:gd fmla="*/ 36 h 441" name="T73"/>
                  <a:gd fmla="*/ 54 w 71" name="T74"/>
                  <a:gd fmla="*/ 55 h 441" name="T75"/>
                  <a:gd fmla="*/ 57 w 71" name="T76"/>
                  <a:gd fmla="*/ 63 h 441" name="T77"/>
                  <a:gd fmla="*/ 51 w 71" name="T78"/>
                  <a:gd fmla="*/ 80 h 441" name="T79"/>
                  <a:gd fmla="*/ 46 w 71" name="T80"/>
                  <a:gd fmla="*/ 66 h 441" name="T81"/>
                  <a:gd fmla="*/ 43 w 71" name="T82"/>
                  <a:gd fmla="*/ 66 h 441" name="T83"/>
                  <a:gd fmla="*/ 30 w 71" name="T84"/>
                  <a:gd fmla="*/ 86 h 441" name="T85"/>
                  <a:gd fmla="*/ 17 w 71" name="T86"/>
                  <a:gd fmla="*/ 64 h 441" name="T87"/>
                  <a:gd fmla="*/ 21 w 71" name="T88"/>
                  <a:gd fmla="*/ 55 h 441" name="T89"/>
                  <a:gd fmla="*/ 13 w 71" name="T90"/>
                  <a:gd fmla="*/ 229 h 441" name="T91"/>
                  <a:gd fmla="*/ 16 w 71" name="T92"/>
                  <a:gd fmla="*/ 76 h 441" name="T93"/>
                  <a:gd fmla="*/ 32 w 71" name="T94"/>
                  <a:gd fmla="*/ 94 h 441" name="T95"/>
                  <a:gd fmla="*/ 45 w 71" name="T96"/>
                  <a:gd fmla="*/ 77 h 441" name="T97"/>
                  <a:gd fmla="*/ 49 w 71" name="T98"/>
                  <a:gd fmla="*/ 85 h 441" name="T99"/>
                  <a:gd fmla="*/ 53 w 71" name="T100"/>
                  <a:gd fmla="*/ 85 h 441" name="T101"/>
                  <a:gd fmla="*/ 58 w 71" name="T102"/>
                  <a:gd fmla="*/ 75 h 441" name="T103"/>
                  <a:gd fmla="*/ 51 w 71" name="T104"/>
                  <a:gd fmla="*/ 247 h 441" name="T105"/>
                  <a:gd fmla="*/ 55 w 71" name="T106"/>
                  <a:gd fmla="*/ 351 h 441" name="T107"/>
                  <a:gd fmla="*/ 11 w 71" name="T108"/>
                  <a:gd fmla="*/ 350 h 441" name="T109"/>
                  <a:gd fmla="*/ 13 w 71" name="T110"/>
                  <a:gd fmla="*/ 229 h 441" name="T111"/>
                  <a:gd fmla="*/ 56 w 71" name="T112"/>
                  <a:gd fmla="*/ 432 h 441" name="T113"/>
                  <a:gd fmla="*/ 14 w 71" name="T114"/>
                  <a:gd fmla="*/ 418 h 441" name="T115"/>
                  <a:gd fmla="*/ 12 w 71" name="T116"/>
                  <a:gd fmla="*/ 379 h 441" name="T117"/>
                  <a:gd fmla="*/ 35 w 71" name="T118"/>
                  <a:gd fmla="*/ 382 h 441" name="T119"/>
                  <a:gd fmla="*/ 57 w 71" name="T120"/>
                  <a:gd fmla="*/ 379 h 441" name="T121"/>
                  <a:gd fmla="*/ 63 w 71" name="T122"/>
                  <a:gd fmla="*/ 431 h 441" name="T123"/>
                  <a:gd fmla="*/ 56 w 71" name="T124"/>
                  <a:gd fmla="*/ 432 h 441" name="T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b="b" l="0" r="r" t="0"/>
                <a:pathLst>
                  <a:path h="441" w="71">
                    <a:moveTo>
                      <a:pt x="70" y="428"/>
                    </a:moveTo>
                    <a:cubicBezTo>
                      <a:pt x="65" y="367"/>
                      <a:pt x="59" y="307"/>
                      <a:pt x="58" y="246"/>
                    </a:cubicBezTo>
                    <a:cubicBezTo>
                      <a:pt x="57" y="207"/>
                      <a:pt x="59" y="167"/>
                      <a:pt x="61" y="128"/>
                    </a:cubicBezTo>
                    <a:cubicBezTo>
                      <a:pt x="62" y="112"/>
                      <a:pt x="63" y="97"/>
                      <a:pt x="63" y="81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53" y="31"/>
                      <a:pt x="47" y="19"/>
                      <a:pt x="42" y="6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0" y="22"/>
                      <a:pt x="23" y="38"/>
                      <a:pt x="16" y="53"/>
                    </a:cubicBezTo>
                    <a:cubicBezTo>
                      <a:pt x="16" y="53"/>
                      <a:pt x="16" y="53"/>
                      <a:pt x="15" y="5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130"/>
                      <a:pt x="9" y="182"/>
                      <a:pt x="6" y="233"/>
                    </a:cubicBezTo>
                    <a:cubicBezTo>
                      <a:pt x="3" y="293"/>
                      <a:pt x="0" y="354"/>
                      <a:pt x="8" y="414"/>
                    </a:cubicBezTo>
                    <a:cubicBezTo>
                      <a:pt x="9" y="423"/>
                      <a:pt x="9" y="423"/>
                      <a:pt x="9" y="423"/>
                    </a:cubicBezTo>
                    <a:cubicBezTo>
                      <a:pt x="15" y="427"/>
                      <a:pt x="15" y="427"/>
                      <a:pt x="15" y="427"/>
                    </a:cubicBezTo>
                    <a:cubicBezTo>
                      <a:pt x="28" y="436"/>
                      <a:pt x="44" y="441"/>
                      <a:pt x="60" y="439"/>
                    </a:cubicBezTo>
                    <a:cubicBezTo>
                      <a:pt x="61" y="439"/>
                      <a:pt x="63" y="438"/>
                      <a:pt x="64" y="438"/>
                    </a:cubicBezTo>
                    <a:cubicBezTo>
                      <a:pt x="71" y="436"/>
                      <a:pt x="71" y="436"/>
                      <a:pt x="71" y="436"/>
                    </a:cubicBezTo>
                    <a:lnTo>
                      <a:pt x="70" y="428"/>
                    </a:lnTo>
                    <a:close/>
                    <a:moveTo>
                      <a:pt x="11" y="356"/>
                    </a:moveTo>
                    <a:cubicBezTo>
                      <a:pt x="24" y="363"/>
                      <a:pt x="42" y="363"/>
                      <a:pt x="55" y="358"/>
                    </a:cubicBezTo>
                    <a:cubicBezTo>
                      <a:pt x="56" y="363"/>
                      <a:pt x="56" y="368"/>
                      <a:pt x="57" y="373"/>
                    </a:cubicBezTo>
                    <a:cubicBezTo>
                      <a:pt x="49" y="374"/>
                      <a:pt x="42" y="376"/>
                      <a:pt x="35" y="376"/>
                    </a:cubicBezTo>
                    <a:cubicBezTo>
                      <a:pt x="27" y="376"/>
                      <a:pt x="20" y="374"/>
                      <a:pt x="12" y="374"/>
                    </a:cubicBezTo>
                    <a:cubicBezTo>
                      <a:pt x="12" y="368"/>
                      <a:pt x="12" y="362"/>
                      <a:pt x="11" y="356"/>
                    </a:cubicBezTo>
                    <a:close/>
                    <a:moveTo>
                      <a:pt x="39" y="15"/>
                    </a:moveTo>
                    <a:cubicBezTo>
                      <a:pt x="41" y="20"/>
                      <a:pt x="43" y="25"/>
                      <a:pt x="44" y="29"/>
                    </a:cubicBezTo>
                    <a:cubicBezTo>
                      <a:pt x="44" y="30"/>
                      <a:pt x="44" y="31"/>
                      <a:pt x="44" y="31"/>
                    </a:cubicBezTo>
                    <a:cubicBezTo>
                      <a:pt x="43" y="33"/>
                      <a:pt x="42" y="34"/>
                      <a:pt x="40" y="34"/>
                    </a:cubicBezTo>
                    <a:cubicBezTo>
                      <a:pt x="37" y="35"/>
                      <a:pt x="34" y="32"/>
                      <a:pt x="33" y="29"/>
                    </a:cubicBezTo>
                    <a:cubicBezTo>
                      <a:pt x="35" y="25"/>
                      <a:pt x="37" y="20"/>
                      <a:pt x="39" y="15"/>
                    </a:cubicBezTo>
                    <a:close/>
                    <a:moveTo>
                      <a:pt x="21" y="55"/>
                    </a:moveTo>
                    <a:cubicBezTo>
                      <a:pt x="24" y="48"/>
                      <a:pt x="27" y="41"/>
                      <a:pt x="30" y="34"/>
                    </a:cubicBezTo>
                    <a:cubicBezTo>
                      <a:pt x="33" y="38"/>
                      <a:pt x="36" y="40"/>
                      <a:pt x="40" y="40"/>
                    </a:cubicBezTo>
                    <a:cubicBezTo>
                      <a:pt x="43" y="40"/>
                      <a:pt x="45" y="38"/>
                      <a:pt x="47" y="36"/>
                    </a:cubicBezTo>
                    <a:cubicBezTo>
                      <a:pt x="49" y="43"/>
                      <a:pt x="52" y="49"/>
                      <a:pt x="54" y="55"/>
                    </a:cubicBezTo>
                    <a:cubicBezTo>
                      <a:pt x="55" y="58"/>
                      <a:pt x="56" y="61"/>
                      <a:pt x="57" y="63"/>
                    </a:cubicBezTo>
                    <a:cubicBezTo>
                      <a:pt x="56" y="69"/>
                      <a:pt x="54" y="75"/>
                      <a:pt x="51" y="80"/>
                    </a:cubicBezTo>
                    <a:cubicBezTo>
                      <a:pt x="49" y="75"/>
                      <a:pt x="47" y="71"/>
                      <a:pt x="46" y="66"/>
                    </a:cubicBezTo>
                    <a:cubicBezTo>
                      <a:pt x="46" y="64"/>
                      <a:pt x="43" y="64"/>
                      <a:pt x="43" y="66"/>
                    </a:cubicBezTo>
                    <a:cubicBezTo>
                      <a:pt x="42" y="71"/>
                      <a:pt x="39" y="94"/>
                      <a:pt x="30" y="86"/>
                    </a:cubicBezTo>
                    <a:cubicBezTo>
                      <a:pt x="24" y="81"/>
                      <a:pt x="21" y="72"/>
                      <a:pt x="17" y="64"/>
                    </a:cubicBezTo>
                    <a:cubicBezTo>
                      <a:pt x="18" y="61"/>
                      <a:pt x="20" y="58"/>
                      <a:pt x="21" y="55"/>
                    </a:cubicBezTo>
                    <a:close/>
                    <a:moveTo>
                      <a:pt x="13" y="229"/>
                    </a:moveTo>
                    <a:cubicBezTo>
                      <a:pt x="15" y="178"/>
                      <a:pt x="18" y="127"/>
                      <a:pt x="16" y="76"/>
                    </a:cubicBezTo>
                    <a:cubicBezTo>
                      <a:pt x="20" y="84"/>
                      <a:pt x="24" y="92"/>
                      <a:pt x="32" y="94"/>
                    </a:cubicBezTo>
                    <a:cubicBezTo>
                      <a:pt x="41" y="96"/>
                      <a:pt x="44" y="86"/>
                      <a:pt x="45" y="77"/>
                    </a:cubicBezTo>
                    <a:cubicBezTo>
                      <a:pt x="46" y="80"/>
                      <a:pt x="47" y="82"/>
                      <a:pt x="49" y="85"/>
                    </a:cubicBezTo>
                    <a:cubicBezTo>
                      <a:pt x="50" y="86"/>
                      <a:pt x="52" y="86"/>
                      <a:pt x="53" y="85"/>
                    </a:cubicBezTo>
                    <a:cubicBezTo>
                      <a:pt x="55" y="82"/>
                      <a:pt x="56" y="79"/>
                      <a:pt x="58" y="75"/>
                    </a:cubicBezTo>
                    <a:cubicBezTo>
                      <a:pt x="56" y="133"/>
                      <a:pt x="50" y="190"/>
                      <a:pt x="51" y="247"/>
                    </a:cubicBezTo>
                    <a:cubicBezTo>
                      <a:pt x="51" y="282"/>
                      <a:pt x="52" y="317"/>
                      <a:pt x="55" y="351"/>
                    </a:cubicBezTo>
                    <a:cubicBezTo>
                      <a:pt x="41" y="355"/>
                      <a:pt x="24" y="358"/>
                      <a:pt x="11" y="350"/>
                    </a:cubicBezTo>
                    <a:cubicBezTo>
                      <a:pt x="11" y="310"/>
                      <a:pt x="11" y="269"/>
                      <a:pt x="13" y="229"/>
                    </a:cubicBezTo>
                    <a:close/>
                    <a:moveTo>
                      <a:pt x="56" y="432"/>
                    </a:moveTo>
                    <a:cubicBezTo>
                      <a:pt x="40" y="435"/>
                      <a:pt x="27" y="427"/>
                      <a:pt x="14" y="418"/>
                    </a:cubicBezTo>
                    <a:cubicBezTo>
                      <a:pt x="13" y="405"/>
                      <a:pt x="13" y="392"/>
                      <a:pt x="12" y="379"/>
                    </a:cubicBezTo>
                    <a:cubicBezTo>
                      <a:pt x="19" y="382"/>
                      <a:pt x="27" y="382"/>
                      <a:pt x="35" y="382"/>
                    </a:cubicBezTo>
                    <a:cubicBezTo>
                      <a:pt x="42" y="383"/>
                      <a:pt x="51" y="382"/>
                      <a:pt x="57" y="379"/>
                    </a:cubicBezTo>
                    <a:cubicBezTo>
                      <a:pt x="59" y="397"/>
                      <a:pt x="61" y="414"/>
                      <a:pt x="63" y="431"/>
                    </a:cubicBezTo>
                    <a:cubicBezTo>
                      <a:pt x="61" y="431"/>
                      <a:pt x="59" y="432"/>
                      <a:pt x="56" y="432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6668ffa-35eb-40e6-bc1b-3be00e087233" id="293" name="ïṡḻîḑe">
                <a:extLst>
                  <a:ext uri="{FF2B5EF4-FFF2-40B4-BE49-F238E27FC236}">
                    <a16:creationId id="{4680BF41-E0BF-5BA9-38B2-FB61E6DBC3B4}"/>
                  </a:ext>
                </a:extLst>
              </p:cNvPr>
              <p:cNvSpPr/>
              <p:nvPr/>
            </p:nvSpPr>
            <p:spPr bwMode="auto">
              <a:xfrm flipV="false" flipH="false">
                <a:off x="8656627" y="2796056"/>
                <a:ext cx="652611" cy="793449"/>
              </a:xfrm>
              <a:custGeom>
                <a:avLst/>
                <a:gdLst>
                  <a:gd fmla="*/ 271 w 278" name="T0"/>
                  <a:gd fmla="*/ 18 h 338" name="T1"/>
                  <a:gd fmla="*/ 256 w 278" name="T2"/>
                  <a:gd fmla="*/ 0 h 338" name="T3"/>
                  <a:gd fmla="*/ 259 w 278" name="T4"/>
                  <a:gd fmla="*/ 5 h 338" name="T5"/>
                  <a:gd fmla="*/ 224 w 278" name="T6"/>
                  <a:gd fmla="*/ 45 h 338" name="T7"/>
                  <a:gd fmla="*/ 122 w 278" name="T8"/>
                  <a:gd fmla="*/ 58 h 338" name="T9"/>
                  <a:gd fmla="*/ 36 w 278" name="T10"/>
                  <a:gd fmla="*/ 51 h 338" name="T11"/>
                  <a:gd fmla="*/ 23 w 278" name="T12"/>
                  <a:gd fmla="*/ 15 h 338" name="T13"/>
                  <a:gd fmla="*/ 24 w 278" name="T14"/>
                  <a:gd fmla="*/ 10 h 338" name="T15"/>
                  <a:gd fmla="*/ 17 w 278" name="T16"/>
                  <a:gd fmla="*/ 15 h 338" name="T17"/>
                  <a:gd fmla="*/ 10 w 278" name="T18"/>
                  <a:gd fmla="*/ 22 h 338" name="T19"/>
                  <a:gd fmla="*/ 8 w 278" name="T20"/>
                  <a:gd fmla="*/ 27 h 338" name="T21"/>
                  <a:gd fmla="*/ 8 w 278" name="T22"/>
                  <a:gd fmla="*/ 115 h 338" name="T23"/>
                  <a:gd fmla="*/ 21 w 278" name="T24"/>
                  <a:gd fmla="*/ 209 h 338" name="T25"/>
                  <a:gd fmla="*/ 47 w 278" name="T26"/>
                  <a:gd fmla="*/ 305 h 338" name="T27"/>
                  <a:gd fmla="*/ 123 w 278" name="T28"/>
                  <a:gd fmla="*/ 319 h 338" name="T29"/>
                  <a:gd fmla="*/ 197 w 278" name="T30"/>
                  <a:gd fmla="*/ 319 h 338" name="T31"/>
                  <a:gd fmla="*/ 197 w 278" name="T32"/>
                  <a:gd fmla="*/ 321 h 338" name="T33"/>
                  <a:gd fmla="*/ 48 w 278" name="T34"/>
                  <a:gd fmla="*/ 311 h 338" name="T35"/>
                  <a:gd fmla="*/ 51 w 278" name="T36"/>
                  <a:gd fmla="*/ 319 h 338" name="T37"/>
                  <a:gd fmla="*/ 84 w 278" name="T38"/>
                  <a:gd fmla="*/ 330 h 338" name="T39"/>
                  <a:gd fmla="*/ 181 w 278" name="T40"/>
                  <a:gd fmla="*/ 335 h 338" name="T41"/>
                  <a:gd fmla="*/ 268 w 278" name="T42"/>
                  <a:gd fmla="*/ 301 h 338" name="T43"/>
                  <a:gd fmla="*/ 268 w 278" name="T44"/>
                  <a:gd fmla="*/ 296 h 338" name="T45"/>
                  <a:gd fmla="*/ 226 w 278" name="T46"/>
                  <a:gd fmla="*/ 313 h 338" name="T47"/>
                  <a:gd fmla="*/ 225 w 278" name="T48"/>
                  <a:gd fmla="*/ 311 h 338" name="T49"/>
                  <a:gd fmla="*/ 268 w 278" name="T50"/>
                  <a:gd fmla="*/ 290 h 338" name="T51"/>
                  <a:gd fmla="*/ 270 w 278" name="T52"/>
                  <a:gd fmla="*/ 189 h 338" name="T53"/>
                  <a:gd fmla="*/ 271 w 278" name="T54"/>
                  <a:gd fmla="*/ 18 h 338" name="T55"/>
                  <a:gd fmla="*/ 249 w 278" name="T56"/>
                  <a:gd fmla="*/ 255 h 338" name="T57"/>
                  <a:gd fmla="*/ 254 w 278" name="T58"/>
                  <a:gd fmla="*/ 253 h 338" name="T59"/>
                  <a:gd fmla="*/ 255 w 278" name="T60"/>
                  <a:gd fmla="*/ 255 h 338" name="T61"/>
                  <a:gd fmla="*/ 250 w 278" name="T62"/>
                  <a:gd fmla="*/ 258 h 338" name="T63"/>
                  <a:gd fmla="*/ 249 w 278" name="T64"/>
                  <a:gd fmla="*/ 255 h 338" name="T65"/>
                  <a:gd fmla="*/ 244 w 278" name="T66"/>
                  <a:gd fmla="*/ 276 h 338" name="T67"/>
                  <a:gd fmla="*/ 250 w 278" name="T68"/>
                  <a:gd fmla="*/ 271 h 338" name="T69"/>
                  <a:gd fmla="*/ 257 w 278" name="T70"/>
                  <a:gd fmla="*/ 268 h 338" name="T71"/>
                  <a:gd fmla="*/ 258 w 278" name="T72"/>
                  <a:gd fmla="*/ 270 h 338" name="T73"/>
                  <a:gd fmla="*/ 251 w 278" name="T74"/>
                  <a:gd fmla="*/ 275 h 338" name="T75"/>
                  <a:gd fmla="*/ 245 w 278" name="T76"/>
                  <a:gd fmla="*/ 278 h 338" name="T77"/>
                  <a:gd fmla="*/ 244 w 278" name="T78"/>
                  <a:gd fmla="*/ 276 h 338" name="T79"/>
                  <a:gd fmla="*/ 145 w 278" name="T80"/>
                  <a:gd fmla="*/ 270 h 338" name="T81"/>
                  <a:gd fmla="*/ 60 w 278" name="T82"/>
                  <a:gd fmla="*/ 185 h 338" name="T83"/>
                  <a:gd fmla="*/ 145 w 278" name="T84"/>
                  <a:gd fmla="*/ 100 h 338" name="T85"/>
                  <a:gd fmla="*/ 230 w 278" name="T86"/>
                  <a:gd fmla="*/ 185 h 338" name="T87"/>
                  <a:gd fmla="*/ 145 w 278" name="T88"/>
                  <a:gd fmla="*/ 270 h 338" name="T89"/>
                  <a:gd fmla="*/ 262 w 278" name="T90"/>
                  <a:gd fmla="*/ 283 h 338" name="T91"/>
                  <a:gd fmla="*/ 239 w 278" name="T92"/>
                  <a:gd fmla="*/ 295 h 338" name="T93"/>
                  <a:gd fmla="*/ 238 w 278" name="T94"/>
                  <a:gd fmla="*/ 291 h 338" name="T95"/>
                  <a:gd fmla="*/ 260 w 278" name="T96"/>
                  <a:gd fmla="*/ 281 h 338" name="T97"/>
                  <a:gd fmla="*/ 262 w 278" name="T98"/>
                  <a:gd fmla="*/ 283 h 338" name="T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b="b" l="0" r="r" t="0"/>
                <a:pathLst>
                  <a:path h="338" w="278">
                    <a:moveTo>
                      <a:pt x="271" y="18"/>
                    </a:moveTo>
                    <a:cubicBezTo>
                      <a:pt x="268" y="10"/>
                      <a:pt x="263" y="4"/>
                      <a:pt x="256" y="0"/>
                    </a:cubicBezTo>
                    <a:cubicBezTo>
                      <a:pt x="257" y="1"/>
                      <a:pt x="258" y="3"/>
                      <a:pt x="259" y="5"/>
                    </a:cubicBezTo>
                    <a:cubicBezTo>
                      <a:pt x="278" y="26"/>
                      <a:pt x="240" y="39"/>
                      <a:pt x="224" y="45"/>
                    </a:cubicBezTo>
                    <a:cubicBezTo>
                      <a:pt x="191" y="55"/>
                      <a:pt x="156" y="59"/>
                      <a:pt x="122" y="58"/>
                    </a:cubicBezTo>
                    <a:cubicBezTo>
                      <a:pt x="94" y="57"/>
                      <a:pt x="63" y="58"/>
                      <a:pt x="36" y="51"/>
                    </a:cubicBezTo>
                    <a:cubicBezTo>
                      <a:pt x="19" y="45"/>
                      <a:pt x="0" y="26"/>
                      <a:pt x="23" y="15"/>
                    </a:cubicBezTo>
                    <a:cubicBezTo>
                      <a:pt x="23" y="13"/>
                      <a:pt x="23" y="12"/>
                      <a:pt x="24" y="10"/>
                    </a:cubicBezTo>
                    <a:cubicBezTo>
                      <a:pt x="21" y="11"/>
                      <a:pt x="19" y="13"/>
                      <a:pt x="17" y="15"/>
                    </a:cubicBezTo>
                    <a:cubicBezTo>
                      <a:pt x="14" y="17"/>
                      <a:pt x="12" y="19"/>
                      <a:pt x="10" y="22"/>
                    </a:cubicBezTo>
                    <a:cubicBezTo>
                      <a:pt x="9" y="24"/>
                      <a:pt x="9" y="25"/>
                      <a:pt x="8" y="27"/>
                    </a:cubicBezTo>
                    <a:cubicBezTo>
                      <a:pt x="4" y="55"/>
                      <a:pt x="6" y="86"/>
                      <a:pt x="8" y="115"/>
                    </a:cubicBezTo>
                    <a:cubicBezTo>
                      <a:pt x="10" y="146"/>
                      <a:pt x="15" y="178"/>
                      <a:pt x="21" y="209"/>
                    </a:cubicBezTo>
                    <a:cubicBezTo>
                      <a:pt x="28" y="241"/>
                      <a:pt x="37" y="273"/>
                      <a:pt x="47" y="305"/>
                    </a:cubicBezTo>
                    <a:cubicBezTo>
                      <a:pt x="72" y="312"/>
                      <a:pt x="97" y="317"/>
                      <a:pt x="123" y="319"/>
                    </a:cubicBezTo>
                    <a:cubicBezTo>
                      <a:pt x="148" y="320"/>
                      <a:pt x="172" y="319"/>
                      <a:pt x="197" y="319"/>
                    </a:cubicBezTo>
                    <a:cubicBezTo>
                      <a:pt x="199" y="319"/>
                      <a:pt x="199" y="321"/>
                      <a:pt x="197" y="321"/>
                    </a:cubicBezTo>
                    <a:cubicBezTo>
                      <a:pt x="146" y="326"/>
                      <a:pt x="97" y="326"/>
                      <a:pt x="48" y="311"/>
                    </a:cubicBezTo>
                    <a:cubicBezTo>
                      <a:pt x="49" y="314"/>
                      <a:pt x="50" y="316"/>
                      <a:pt x="51" y="319"/>
                    </a:cubicBezTo>
                    <a:cubicBezTo>
                      <a:pt x="62" y="324"/>
                      <a:pt x="73" y="328"/>
                      <a:pt x="84" y="330"/>
                    </a:cubicBezTo>
                    <a:cubicBezTo>
                      <a:pt x="116" y="336"/>
                      <a:pt x="149" y="338"/>
                      <a:pt x="181" y="335"/>
                    </a:cubicBezTo>
                    <a:cubicBezTo>
                      <a:pt x="214" y="332"/>
                      <a:pt x="244" y="325"/>
                      <a:pt x="268" y="301"/>
                    </a:cubicBezTo>
                    <a:cubicBezTo>
                      <a:pt x="268" y="299"/>
                      <a:pt x="268" y="298"/>
                      <a:pt x="268" y="296"/>
                    </a:cubicBezTo>
                    <a:cubicBezTo>
                      <a:pt x="256" y="305"/>
                      <a:pt x="241" y="312"/>
                      <a:pt x="226" y="313"/>
                    </a:cubicBezTo>
                    <a:cubicBezTo>
                      <a:pt x="224" y="314"/>
                      <a:pt x="224" y="311"/>
                      <a:pt x="225" y="311"/>
                    </a:cubicBezTo>
                    <a:cubicBezTo>
                      <a:pt x="241" y="305"/>
                      <a:pt x="254" y="298"/>
                      <a:pt x="268" y="290"/>
                    </a:cubicBezTo>
                    <a:cubicBezTo>
                      <a:pt x="268" y="256"/>
                      <a:pt x="270" y="222"/>
                      <a:pt x="270" y="189"/>
                    </a:cubicBezTo>
                    <a:cubicBezTo>
                      <a:pt x="270" y="132"/>
                      <a:pt x="273" y="75"/>
                      <a:pt x="271" y="18"/>
                    </a:cubicBezTo>
                    <a:close/>
                    <a:moveTo>
                      <a:pt x="249" y="255"/>
                    </a:moveTo>
                    <a:cubicBezTo>
                      <a:pt x="251" y="254"/>
                      <a:pt x="252" y="253"/>
                      <a:pt x="254" y="253"/>
                    </a:cubicBezTo>
                    <a:cubicBezTo>
                      <a:pt x="255" y="252"/>
                      <a:pt x="256" y="254"/>
                      <a:pt x="255" y="255"/>
                    </a:cubicBezTo>
                    <a:cubicBezTo>
                      <a:pt x="254" y="256"/>
                      <a:pt x="252" y="257"/>
                      <a:pt x="250" y="258"/>
                    </a:cubicBezTo>
                    <a:cubicBezTo>
                      <a:pt x="248" y="259"/>
                      <a:pt x="248" y="256"/>
                      <a:pt x="249" y="255"/>
                    </a:cubicBezTo>
                    <a:close/>
                    <a:moveTo>
                      <a:pt x="244" y="276"/>
                    </a:moveTo>
                    <a:cubicBezTo>
                      <a:pt x="246" y="274"/>
                      <a:pt x="248" y="273"/>
                      <a:pt x="250" y="271"/>
                    </a:cubicBezTo>
                    <a:cubicBezTo>
                      <a:pt x="252" y="270"/>
                      <a:pt x="254" y="269"/>
                      <a:pt x="257" y="268"/>
                    </a:cubicBezTo>
                    <a:cubicBezTo>
                      <a:pt x="258" y="267"/>
                      <a:pt x="259" y="269"/>
                      <a:pt x="258" y="270"/>
                    </a:cubicBezTo>
                    <a:cubicBezTo>
                      <a:pt x="256" y="272"/>
                      <a:pt x="254" y="273"/>
                      <a:pt x="251" y="275"/>
                    </a:cubicBezTo>
                    <a:cubicBezTo>
                      <a:pt x="249" y="276"/>
                      <a:pt x="247" y="277"/>
                      <a:pt x="245" y="278"/>
                    </a:cubicBezTo>
                    <a:cubicBezTo>
                      <a:pt x="244" y="278"/>
                      <a:pt x="243" y="277"/>
                      <a:pt x="244" y="276"/>
                    </a:cubicBezTo>
                    <a:close/>
                    <a:moveTo>
                      <a:pt x="145" y="270"/>
                    </a:moveTo>
                    <a:cubicBezTo>
                      <a:pt x="98" y="270"/>
                      <a:pt x="60" y="232"/>
                      <a:pt x="60" y="185"/>
                    </a:cubicBezTo>
                    <a:cubicBezTo>
                      <a:pt x="60" y="139"/>
                      <a:pt x="98" y="100"/>
                      <a:pt x="145" y="100"/>
                    </a:cubicBezTo>
                    <a:cubicBezTo>
                      <a:pt x="192" y="100"/>
                      <a:pt x="230" y="138"/>
                      <a:pt x="230" y="185"/>
                    </a:cubicBezTo>
                    <a:cubicBezTo>
                      <a:pt x="230" y="232"/>
                      <a:pt x="192" y="270"/>
                      <a:pt x="145" y="270"/>
                    </a:cubicBezTo>
                    <a:close/>
                    <a:moveTo>
                      <a:pt x="262" y="283"/>
                    </a:moveTo>
                    <a:cubicBezTo>
                      <a:pt x="256" y="289"/>
                      <a:pt x="247" y="292"/>
                      <a:pt x="239" y="295"/>
                    </a:cubicBezTo>
                    <a:cubicBezTo>
                      <a:pt x="237" y="296"/>
                      <a:pt x="236" y="292"/>
                      <a:pt x="238" y="291"/>
                    </a:cubicBezTo>
                    <a:cubicBezTo>
                      <a:pt x="246" y="288"/>
                      <a:pt x="253" y="285"/>
                      <a:pt x="260" y="281"/>
                    </a:cubicBezTo>
                    <a:cubicBezTo>
                      <a:pt x="262" y="280"/>
                      <a:pt x="263" y="282"/>
                      <a:pt x="262" y="283"/>
                    </a:cubicBezTo>
                    <a:close/>
                  </a:path>
                </a:pathLst>
              </a:custGeom>
              <a:solidFill>
                <a:srgbClr val="93B8C9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f997f48-3439-4c43-9bdf-d9c30a7f84bf" id="294" name="iṡľíḑê">
                <a:extLst>
                  <a:ext uri="{FF2B5EF4-FFF2-40B4-BE49-F238E27FC236}">
                    <a16:creationId id="{3ABA9B38-B1FB-6421-94CC-482C168749F5}"/>
                  </a:ext>
                </a:extLst>
              </p:cNvPr>
              <p:cNvSpPr/>
              <p:nvPr/>
            </p:nvSpPr>
            <p:spPr bwMode="auto">
              <a:xfrm flipV="false" flipH="false">
                <a:off x="8673486" y="2814900"/>
                <a:ext cx="65459" cy="81329"/>
              </a:xfrm>
              <a:custGeom>
                <a:avLst/>
                <a:gdLst>
                  <a:gd fmla="*/ 28 w 28" name="T0"/>
                  <a:gd fmla="*/ 35 h 35" name="T1"/>
                  <a:gd fmla="*/ 28 w 28" name="T2"/>
                  <a:gd fmla="*/ 34 h 35" name="T3"/>
                  <a:gd fmla="*/ 23 w 28" name="T4"/>
                  <a:gd fmla="*/ 0 h 35" name="T5"/>
                  <a:gd fmla="*/ 23 w 28" name="T6"/>
                  <a:gd fmla="*/ 10 h 35" name="T7"/>
                  <a:gd fmla="*/ 18 w 28" name="T8"/>
                  <a:gd fmla="*/ 12 h 35" name="T9"/>
                  <a:gd fmla="*/ 17 w 28" name="T10"/>
                  <a:gd fmla="*/ 10 h 35" name="T11"/>
                  <a:gd fmla="*/ 28 w 28" name="T12"/>
                  <a:gd fmla="*/ 35 h 35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35" w="28">
                    <a:moveTo>
                      <a:pt x="28" y="35"/>
                    </a:moveTo>
                    <a:cubicBezTo>
                      <a:pt x="28" y="35"/>
                      <a:pt x="28" y="34"/>
                      <a:pt x="28" y="34"/>
                    </a:cubicBezTo>
                    <a:cubicBezTo>
                      <a:pt x="28" y="22"/>
                      <a:pt x="25" y="11"/>
                      <a:pt x="23" y="0"/>
                    </a:cubicBezTo>
                    <a:cubicBezTo>
                      <a:pt x="22" y="3"/>
                      <a:pt x="21" y="7"/>
                      <a:pt x="23" y="10"/>
                    </a:cubicBezTo>
                    <a:cubicBezTo>
                      <a:pt x="25" y="12"/>
                      <a:pt x="20" y="15"/>
                      <a:pt x="18" y="12"/>
                    </a:cubicBezTo>
                    <a:cubicBezTo>
                      <a:pt x="18" y="12"/>
                      <a:pt x="17" y="11"/>
                      <a:pt x="17" y="10"/>
                    </a:cubicBezTo>
                    <a:cubicBezTo>
                      <a:pt x="0" y="21"/>
                      <a:pt x="15" y="30"/>
                      <a:pt x="28" y="35"/>
                    </a:cubicBezTo>
                    <a:close/>
                  </a:path>
                </a:pathLst>
              </a:custGeom>
              <a:solidFill>
                <a:srgbClr val="93B8C9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e98b6ab-b195-4005-88b9-e86228b1936b" id="295" name="ïSļîďe">
                <a:extLst>
                  <a:ext uri="{FF2B5EF4-FFF2-40B4-BE49-F238E27FC236}">
                    <a16:creationId id="{BB841C12-93A3-A441-7463-D851C82E724F}"/>
                  </a:ext>
                </a:extLst>
              </p:cNvPr>
              <p:cNvSpPr/>
              <p:nvPr/>
            </p:nvSpPr>
            <p:spPr bwMode="auto">
              <a:xfrm flipV="false" flipH="false">
                <a:off x="8675470" y="2835728"/>
                <a:ext cx="63475" cy="60501"/>
              </a:xfrm>
              <a:custGeom>
                <a:avLst/>
                <a:gdLst>
                  <a:gd fmla="*/ 27 w 27" name="T0"/>
                  <a:gd fmla="*/ 25 h 26" name="T1"/>
                  <a:gd fmla="*/ 24 w 27" name="T2"/>
                  <a:gd fmla="*/ 0 h 26" name="T3"/>
                  <a:gd fmla="*/ 22 w 27" name="T4"/>
                  <a:gd fmla="*/ 0 h 26" name="T5"/>
                  <a:gd fmla="*/ 22 w 27" name="T6"/>
                  <a:gd fmla="*/ 1 h 26" name="T7"/>
                  <a:gd fmla="*/ 17 w 27" name="T8"/>
                  <a:gd fmla="*/ 3 h 26" name="T9"/>
                  <a:gd fmla="*/ 16 w 27" name="T10"/>
                  <a:gd fmla="*/ 1 h 26" name="T11"/>
                  <a:gd fmla="*/ 27 w 27" name="T12"/>
                  <a:gd fmla="*/ 26 h 26" name="T13"/>
                  <a:gd fmla="*/ 27 w 27" name="T14"/>
                  <a:gd fmla="*/ 25 h 26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26" w="27">
                    <a:moveTo>
                      <a:pt x="27" y="25"/>
                    </a:moveTo>
                    <a:cubicBezTo>
                      <a:pt x="27" y="16"/>
                      <a:pt x="25" y="8"/>
                      <a:pt x="24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1"/>
                    </a:cubicBezTo>
                    <a:cubicBezTo>
                      <a:pt x="24" y="3"/>
                      <a:pt x="19" y="6"/>
                      <a:pt x="17" y="3"/>
                    </a:cubicBezTo>
                    <a:cubicBezTo>
                      <a:pt x="17" y="3"/>
                      <a:pt x="16" y="2"/>
                      <a:pt x="16" y="1"/>
                    </a:cubicBezTo>
                    <a:cubicBezTo>
                      <a:pt x="0" y="12"/>
                      <a:pt x="14" y="21"/>
                      <a:pt x="27" y="26"/>
                    </a:cubicBezTo>
                    <a:cubicBezTo>
                      <a:pt x="27" y="26"/>
                      <a:pt x="27" y="25"/>
                      <a:pt x="27" y="25"/>
                    </a:cubicBezTo>
                    <a:close/>
                  </a:path>
                </a:pathLst>
              </a:custGeom>
              <a:solidFill>
                <a:srgbClr val="688A9D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7893f64-c23c-49b6-ac4f-a0868ec2518f" id="296" name="îśļîďê">
                <a:extLst>
                  <a:ext uri="{FF2B5EF4-FFF2-40B4-BE49-F238E27FC236}">
                    <a16:creationId id="{C750B5B6-1A99-2201-3A40-049A85207E70}"/>
                  </a:ext>
                </a:extLst>
              </p:cNvPr>
              <p:cNvSpPr/>
              <p:nvPr/>
            </p:nvSpPr>
            <p:spPr bwMode="auto">
              <a:xfrm flipV="false" flipH="false">
                <a:off x="8670512" y="2983508"/>
                <a:ext cx="616906" cy="605996"/>
              </a:xfrm>
              <a:custGeom>
                <a:avLst/>
                <a:gdLst>
                  <a:gd fmla="*/ 219 w 263" name="T0"/>
                  <a:gd fmla="*/ 231 h 258" name="T1"/>
                  <a:gd fmla="*/ 262 w 263" name="T2"/>
                  <a:gd fmla="*/ 210 h 258" name="T3"/>
                  <a:gd fmla="*/ 263 w 263" name="T4"/>
                  <a:gd fmla="*/ 180 h 258" name="T5"/>
                  <a:gd fmla="*/ 252 w 263" name="T6"/>
                  <a:gd fmla="*/ 190 h 258" name="T7"/>
                  <a:gd fmla="*/ 252 w 263" name="T8"/>
                  <a:gd fmla="*/ 190 h 258" name="T9"/>
                  <a:gd fmla="*/ 252 w 263" name="T10"/>
                  <a:gd fmla="*/ 190 h 258" name="T11"/>
                  <a:gd fmla="*/ 92 w 263" name="T12"/>
                  <a:gd fmla="*/ 198 h 258" name="T13"/>
                  <a:gd fmla="*/ 20 w 263" name="T14"/>
                  <a:gd fmla="*/ 93 h 258" name="T15"/>
                  <a:gd fmla="*/ 0 w 263" name="T16"/>
                  <a:gd fmla="*/ 0 h 258" name="T17"/>
                  <a:gd fmla="*/ 2 w 263" name="T18"/>
                  <a:gd fmla="*/ 35 h 258" name="T19"/>
                  <a:gd fmla="*/ 15 w 263" name="T20"/>
                  <a:gd fmla="*/ 129 h 258" name="T21"/>
                  <a:gd fmla="*/ 41 w 263" name="T22"/>
                  <a:gd fmla="*/ 225 h 258" name="T23"/>
                  <a:gd fmla="*/ 117 w 263" name="T24"/>
                  <a:gd fmla="*/ 239 h 258" name="T25"/>
                  <a:gd fmla="*/ 191 w 263" name="T26"/>
                  <a:gd fmla="*/ 239 h 258" name="T27"/>
                  <a:gd fmla="*/ 191 w 263" name="T28"/>
                  <a:gd fmla="*/ 241 h 258" name="T29"/>
                  <a:gd fmla="*/ 42 w 263" name="T30"/>
                  <a:gd fmla="*/ 231 h 258" name="T31"/>
                  <a:gd fmla="*/ 45 w 263" name="T32"/>
                  <a:gd fmla="*/ 239 h 258" name="T33"/>
                  <a:gd fmla="*/ 78 w 263" name="T34"/>
                  <a:gd fmla="*/ 250 h 258" name="T35"/>
                  <a:gd fmla="*/ 175 w 263" name="T36"/>
                  <a:gd fmla="*/ 255 h 258" name="T37"/>
                  <a:gd fmla="*/ 262 w 263" name="T38"/>
                  <a:gd fmla="*/ 221 h 258" name="T39"/>
                  <a:gd fmla="*/ 262 w 263" name="T40"/>
                  <a:gd fmla="*/ 216 h 258" name="T41"/>
                  <a:gd fmla="*/ 220 w 263" name="T42"/>
                  <a:gd fmla="*/ 233 h 258" name="T43"/>
                  <a:gd fmla="*/ 219 w 263" name="T44"/>
                  <a:gd fmla="*/ 231 h 258" name="T45"/>
                  <a:gd fmla="*/ 232 w 263" name="T46"/>
                  <a:gd fmla="*/ 211 h 258" name="T47"/>
                  <a:gd fmla="*/ 254 w 263" name="T48"/>
                  <a:gd fmla="*/ 201 h 258" name="T49"/>
                  <a:gd fmla="*/ 256 w 263" name="T50"/>
                  <a:gd fmla="*/ 203 h 258" name="T51"/>
                  <a:gd fmla="*/ 233 w 263" name="T52"/>
                  <a:gd fmla="*/ 215 h 258" name="T53"/>
                  <a:gd fmla="*/ 232 w 263" name="T54"/>
                  <a:gd fmla="*/ 211 h 258" name="T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b="b" l="0" r="r" t="0"/>
                <a:pathLst>
                  <a:path h="258" w="263">
                    <a:moveTo>
                      <a:pt x="219" y="231"/>
                    </a:moveTo>
                    <a:cubicBezTo>
                      <a:pt x="235" y="225"/>
                      <a:pt x="248" y="218"/>
                      <a:pt x="262" y="210"/>
                    </a:cubicBezTo>
                    <a:cubicBezTo>
                      <a:pt x="262" y="200"/>
                      <a:pt x="262" y="190"/>
                      <a:pt x="263" y="180"/>
                    </a:cubicBezTo>
                    <a:cubicBezTo>
                      <a:pt x="259" y="184"/>
                      <a:pt x="256" y="187"/>
                      <a:pt x="252" y="190"/>
                    </a:cubicBezTo>
                    <a:cubicBezTo>
                      <a:pt x="252" y="190"/>
                      <a:pt x="252" y="190"/>
                      <a:pt x="252" y="190"/>
                    </a:cubicBezTo>
                    <a:cubicBezTo>
                      <a:pt x="252" y="190"/>
                      <a:pt x="252" y="190"/>
                      <a:pt x="252" y="190"/>
                    </a:cubicBezTo>
                    <a:cubicBezTo>
                      <a:pt x="209" y="226"/>
                      <a:pt x="141" y="229"/>
                      <a:pt x="92" y="198"/>
                    </a:cubicBezTo>
                    <a:cubicBezTo>
                      <a:pt x="55" y="174"/>
                      <a:pt x="34" y="134"/>
                      <a:pt x="20" y="93"/>
                    </a:cubicBezTo>
                    <a:cubicBezTo>
                      <a:pt x="10" y="63"/>
                      <a:pt x="4" y="32"/>
                      <a:pt x="0" y="0"/>
                    </a:cubicBezTo>
                    <a:cubicBezTo>
                      <a:pt x="0" y="12"/>
                      <a:pt x="1" y="23"/>
                      <a:pt x="2" y="35"/>
                    </a:cubicBezTo>
                    <a:cubicBezTo>
                      <a:pt x="4" y="66"/>
                      <a:pt x="9" y="98"/>
                      <a:pt x="15" y="129"/>
                    </a:cubicBezTo>
                    <a:cubicBezTo>
                      <a:pt x="22" y="161"/>
                      <a:pt x="31" y="193"/>
                      <a:pt x="41" y="225"/>
                    </a:cubicBezTo>
                    <a:cubicBezTo>
                      <a:pt x="66" y="232"/>
                      <a:pt x="91" y="237"/>
                      <a:pt x="117" y="239"/>
                    </a:cubicBezTo>
                    <a:cubicBezTo>
                      <a:pt x="142" y="240"/>
                      <a:pt x="166" y="239"/>
                      <a:pt x="191" y="239"/>
                    </a:cubicBezTo>
                    <a:cubicBezTo>
                      <a:pt x="193" y="239"/>
                      <a:pt x="193" y="241"/>
                      <a:pt x="191" y="241"/>
                    </a:cubicBezTo>
                    <a:cubicBezTo>
                      <a:pt x="140" y="246"/>
                      <a:pt x="91" y="246"/>
                      <a:pt x="42" y="231"/>
                    </a:cubicBezTo>
                    <a:cubicBezTo>
                      <a:pt x="43" y="234"/>
                      <a:pt x="44" y="236"/>
                      <a:pt x="45" y="239"/>
                    </a:cubicBezTo>
                    <a:cubicBezTo>
                      <a:pt x="56" y="244"/>
                      <a:pt x="67" y="248"/>
                      <a:pt x="78" y="250"/>
                    </a:cubicBezTo>
                    <a:cubicBezTo>
                      <a:pt x="110" y="256"/>
                      <a:pt x="143" y="258"/>
                      <a:pt x="175" y="255"/>
                    </a:cubicBezTo>
                    <a:cubicBezTo>
                      <a:pt x="208" y="252"/>
                      <a:pt x="238" y="245"/>
                      <a:pt x="262" y="221"/>
                    </a:cubicBezTo>
                    <a:cubicBezTo>
                      <a:pt x="262" y="219"/>
                      <a:pt x="262" y="218"/>
                      <a:pt x="262" y="216"/>
                    </a:cubicBezTo>
                    <a:cubicBezTo>
                      <a:pt x="250" y="225"/>
                      <a:pt x="235" y="232"/>
                      <a:pt x="220" y="233"/>
                    </a:cubicBezTo>
                    <a:cubicBezTo>
                      <a:pt x="218" y="234"/>
                      <a:pt x="218" y="231"/>
                      <a:pt x="219" y="231"/>
                    </a:cubicBezTo>
                    <a:close/>
                    <a:moveTo>
                      <a:pt x="232" y="211"/>
                    </a:moveTo>
                    <a:cubicBezTo>
                      <a:pt x="240" y="208"/>
                      <a:pt x="247" y="205"/>
                      <a:pt x="254" y="201"/>
                    </a:cubicBezTo>
                    <a:cubicBezTo>
                      <a:pt x="256" y="200"/>
                      <a:pt x="257" y="202"/>
                      <a:pt x="256" y="203"/>
                    </a:cubicBezTo>
                    <a:cubicBezTo>
                      <a:pt x="250" y="209"/>
                      <a:pt x="241" y="212"/>
                      <a:pt x="233" y="215"/>
                    </a:cubicBezTo>
                    <a:cubicBezTo>
                      <a:pt x="231" y="216"/>
                      <a:pt x="230" y="212"/>
                      <a:pt x="232" y="211"/>
                    </a:cubicBezTo>
                    <a:close/>
                  </a:path>
                </a:pathLst>
              </a:custGeom>
              <a:solidFill>
                <a:srgbClr val="688A9D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efb5ef2-1fde-49d3-8f03-1bb1653a61b6" id="297" name="îšľíḑè">
                <a:extLst>
                  <a:ext uri="{FF2B5EF4-FFF2-40B4-BE49-F238E27FC236}">
                    <a16:creationId id="{3B3ED36E-E43D-5D7C-50BB-6CF79088E1CB}"/>
                  </a:ext>
                </a:extLst>
              </p:cNvPr>
              <p:cNvSpPr/>
              <p:nvPr/>
            </p:nvSpPr>
            <p:spPr bwMode="auto">
              <a:xfrm flipV="false" flipH="false">
                <a:off x="8811348" y="3037065"/>
                <a:ext cx="375896" cy="377879"/>
              </a:xfrm>
              <a:custGeom>
                <a:avLst/>
                <a:gdLst>
                  <a:gd fmla="*/ 78 w 160" name="T0"/>
                  <a:gd fmla="*/ 0 h 161" name="T1"/>
                  <a:gd fmla="*/ 0 w 160" name="T2"/>
                  <a:gd fmla="*/ 82 h 161" name="T3"/>
                  <a:gd fmla="*/ 79 w 160" name="T4"/>
                  <a:gd fmla="*/ 161 h 161" name="T5"/>
                  <a:gd fmla="*/ 160 w 160" name="T6"/>
                  <a:gd fmla="*/ 85 h 161" name="T7"/>
                  <a:gd fmla="*/ 78 w 160" name="T8"/>
                  <a:gd fmla="*/ 0 h 161" name="T9"/>
                  <a:gd fmla="*/ 101 w 160" name="T10"/>
                  <a:gd fmla="*/ 40 h 161" name="T11"/>
                  <a:gd fmla="*/ 102 w 160" name="T12"/>
                  <a:gd fmla="*/ 39 h 161" name="T13"/>
                  <a:gd fmla="*/ 107 w 160" name="T14"/>
                  <a:gd fmla="*/ 40 h 161" name="T15"/>
                  <a:gd fmla="*/ 107 w 160" name="T16"/>
                  <a:gd fmla="*/ 49 h 161" name="T17"/>
                  <a:gd fmla="*/ 104 w 160" name="T18"/>
                  <a:gd fmla="*/ 57 h 161" name="T19"/>
                  <a:gd fmla="*/ 100 w 160" name="T20"/>
                  <a:gd fmla="*/ 57 h 161" name="T21"/>
                  <a:gd fmla="*/ 101 w 160" name="T22"/>
                  <a:gd fmla="*/ 40 h 161" name="T23"/>
                  <a:gd fmla="*/ 50 w 160" name="T24"/>
                  <a:gd fmla="*/ 44 h 161" name="T25"/>
                  <a:gd fmla="*/ 51 w 160" name="T26"/>
                  <a:gd fmla="*/ 43 h 161" name="T27"/>
                  <a:gd fmla="*/ 52 w 160" name="T28"/>
                  <a:gd fmla="*/ 43 h 161" name="T29"/>
                  <a:gd fmla="*/ 55 w 160" name="T30"/>
                  <a:gd fmla="*/ 43 h 161" name="T31"/>
                  <a:gd fmla="*/ 58 w 160" name="T32"/>
                  <a:gd fmla="*/ 54 h 161" name="T33"/>
                  <a:gd fmla="*/ 52 w 160" name="T34"/>
                  <a:gd fmla="*/ 61 h 161" name="T35"/>
                  <a:gd fmla="*/ 49 w 160" name="T36"/>
                  <a:gd fmla="*/ 60 h 161" name="T37"/>
                  <a:gd fmla="*/ 50 w 160" name="T38"/>
                  <a:gd fmla="*/ 44 h 161" name="T39"/>
                  <a:gd fmla="*/ 135 w 160" name="T40"/>
                  <a:gd fmla="*/ 94 h 161" name="T41"/>
                  <a:gd fmla="*/ 123 w 160" name="T42"/>
                  <a:gd fmla="*/ 91 h 161" name="T43"/>
                  <a:gd fmla="*/ 76 w 160" name="T44"/>
                  <a:gd fmla="*/ 131 h 161" name="T45"/>
                  <a:gd fmla="*/ 29 w 160" name="T46"/>
                  <a:gd fmla="*/ 100 h 161" name="T47"/>
                  <a:gd fmla="*/ 19 w 160" name="T48"/>
                  <a:gd fmla="*/ 100 h 161" name="T49"/>
                  <a:gd fmla="*/ 19 w 160" name="T50"/>
                  <a:gd fmla="*/ 98 h 161" name="T51"/>
                  <a:gd fmla="*/ 30 w 160" name="T52"/>
                  <a:gd fmla="*/ 95 h 161" name="T53"/>
                  <a:gd fmla="*/ 39 w 160" name="T54"/>
                  <a:gd fmla="*/ 88 h 161" name="T55"/>
                  <a:gd fmla="*/ 40 w 160" name="T56"/>
                  <a:gd fmla="*/ 89 h 161" name="T57"/>
                  <a:gd fmla="*/ 33 w 160" name="T58"/>
                  <a:gd fmla="*/ 98 h 161" name="T59"/>
                  <a:gd fmla="*/ 81 w 160" name="T60"/>
                  <a:gd fmla="*/ 124 h 161" name="T61"/>
                  <a:gd fmla="*/ 120 w 160" name="T62"/>
                  <a:gd fmla="*/ 87 h 161" name="T63"/>
                  <a:gd fmla="*/ 115 w 160" name="T64"/>
                  <a:gd fmla="*/ 77 h 161" name="T65"/>
                  <a:gd fmla="*/ 118 w 160" name="T66"/>
                  <a:gd fmla="*/ 76 h 161" name="T67"/>
                  <a:gd fmla="*/ 123 w 160" name="T68"/>
                  <a:gd fmla="*/ 85 h 161" name="T69"/>
                  <a:gd fmla="*/ 124 w 160" name="T70"/>
                  <a:gd fmla="*/ 86 h 161" name="T71"/>
                  <a:gd fmla="*/ 125 w 160" name="T72"/>
                  <a:gd fmla="*/ 87 h 161" name="T73"/>
                  <a:gd fmla="*/ 131 w 160" name="T74"/>
                  <a:gd fmla="*/ 89 h 161" name="T75"/>
                  <a:gd fmla="*/ 135 w 160" name="T76"/>
                  <a:gd fmla="*/ 91 h 161" name="T77"/>
                  <a:gd fmla="*/ 135 w 160" name="T78"/>
                  <a:gd fmla="*/ 94 h 161" name="T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b="b" l="0" r="r" t="0"/>
                <a:pathLst>
                  <a:path h="161" w="160">
                    <a:moveTo>
                      <a:pt x="78" y="0"/>
                    </a:moveTo>
                    <a:cubicBezTo>
                      <a:pt x="35" y="0"/>
                      <a:pt x="0" y="39"/>
                      <a:pt x="0" y="82"/>
                    </a:cubicBezTo>
                    <a:cubicBezTo>
                      <a:pt x="0" y="126"/>
                      <a:pt x="36" y="161"/>
                      <a:pt x="79" y="161"/>
                    </a:cubicBezTo>
                    <a:cubicBezTo>
                      <a:pt x="123" y="161"/>
                      <a:pt x="160" y="128"/>
                      <a:pt x="160" y="85"/>
                    </a:cubicBezTo>
                    <a:cubicBezTo>
                      <a:pt x="160" y="41"/>
                      <a:pt x="122" y="0"/>
                      <a:pt x="78" y="0"/>
                    </a:cubicBezTo>
                    <a:close/>
                    <a:moveTo>
                      <a:pt x="101" y="40"/>
                    </a:moveTo>
                    <a:cubicBezTo>
                      <a:pt x="101" y="39"/>
                      <a:pt x="102" y="39"/>
                      <a:pt x="102" y="39"/>
                    </a:cubicBezTo>
                    <a:cubicBezTo>
                      <a:pt x="103" y="38"/>
                      <a:pt x="105" y="39"/>
                      <a:pt x="107" y="40"/>
                    </a:cubicBezTo>
                    <a:cubicBezTo>
                      <a:pt x="109" y="42"/>
                      <a:pt x="108" y="46"/>
                      <a:pt x="107" y="49"/>
                    </a:cubicBezTo>
                    <a:cubicBezTo>
                      <a:pt x="106" y="52"/>
                      <a:pt x="105" y="54"/>
                      <a:pt x="104" y="57"/>
                    </a:cubicBezTo>
                    <a:cubicBezTo>
                      <a:pt x="103" y="58"/>
                      <a:pt x="101" y="58"/>
                      <a:pt x="100" y="57"/>
                    </a:cubicBezTo>
                    <a:cubicBezTo>
                      <a:pt x="97" y="51"/>
                      <a:pt x="97" y="45"/>
                      <a:pt x="101" y="40"/>
                    </a:cubicBezTo>
                    <a:close/>
                    <a:moveTo>
                      <a:pt x="50" y="44"/>
                    </a:moveTo>
                    <a:cubicBezTo>
                      <a:pt x="51" y="44"/>
                      <a:pt x="51" y="44"/>
                      <a:pt x="51" y="43"/>
                    </a:cubicBezTo>
                    <a:cubicBezTo>
                      <a:pt x="51" y="43"/>
                      <a:pt x="51" y="43"/>
                      <a:pt x="52" y="43"/>
                    </a:cubicBezTo>
                    <a:cubicBezTo>
                      <a:pt x="53" y="41"/>
                      <a:pt x="54" y="42"/>
                      <a:pt x="55" y="43"/>
                    </a:cubicBezTo>
                    <a:cubicBezTo>
                      <a:pt x="57" y="46"/>
                      <a:pt x="59" y="50"/>
                      <a:pt x="58" y="54"/>
                    </a:cubicBezTo>
                    <a:cubicBezTo>
                      <a:pt x="57" y="57"/>
                      <a:pt x="55" y="59"/>
                      <a:pt x="52" y="61"/>
                    </a:cubicBezTo>
                    <a:cubicBezTo>
                      <a:pt x="51" y="62"/>
                      <a:pt x="50" y="61"/>
                      <a:pt x="49" y="60"/>
                    </a:cubicBezTo>
                    <a:cubicBezTo>
                      <a:pt x="47" y="54"/>
                      <a:pt x="48" y="49"/>
                      <a:pt x="50" y="44"/>
                    </a:cubicBezTo>
                    <a:close/>
                    <a:moveTo>
                      <a:pt x="135" y="94"/>
                    </a:moveTo>
                    <a:cubicBezTo>
                      <a:pt x="132" y="96"/>
                      <a:pt x="127" y="94"/>
                      <a:pt x="123" y="91"/>
                    </a:cubicBezTo>
                    <a:cubicBezTo>
                      <a:pt x="116" y="113"/>
                      <a:pt x="101" y="129"/>
                      <a:pt x="76" y="131"/>
                    </a:cubicBezTo>
                    <a:cubicBezTo>
                      <a:pt x="55" y="132"/>
                      <a:pt x="34" y="122"/>
                      <a:pt x="29" y="100"/>
                    </a:cubicBezTo>
                    <a:cubicBezTo>
                      <a:pt x="26" y="101"/>
                      <a:pt x="22" y="102"/>
                      <a:pt x="19" y="100"/>
                    </a:cubicBezTo>
                    <a:cubicBezTo>
                      <a:pt x="18" y="100"/>
                      <a:pt x="18" y="98"/>
                      <a:pt x="19" y="98"/>
                    </a:cubicBezTo>
                    <a:cubicBezTo>
                      <a:pt x="23" y="96"/>
                      <a:pt x="26" y="97"/>
                      <a:pt x="30" y="95"/>
                    </a:cubicBezTo>
                    <a:cubicBezTo>
                      <a:pt x="33" y="93"/>
                      <a:pt x="36" y="91"/>
                      <a:pt x="39" y="88"/>
                    </a:cubicBezTo>
                    <a:cubicBezTo>
                      <a:pt x="39" y="87"/>
                      <a:pt x="41" y="88"/>
                      <a:pt x="40" y="89"/>
                    </a:cubicBezTo>
                    <a:cubicBezTo>
                      <a:pt x="39" y="92"/>
                      <a:pt x="36" y="96"/>
                      <a:pt x="33" y="98"/>
                    </a:cubicBezTo>
                    <a:cubicBezTo>
                      <a:pt x="41" y="118"/>
                      <a:pt x="60" y="129"/>
                      <a:pt x="81" y="124"/>
                    </a:cubicBezTo>
                    <a:cubicBezTo>
                      <a:pt x="103" y="119"/>
                      <a:pt x="111" y="106"/>
                      <a:pt x="120" y="87"/>
                    </a:cubicBezTo>
                    <a:cubicBezTo>
                      <a:pt x="117" y="84"/>
                      <a:pt x="116" y="81"/>
                      <a:pt x="115" y="77"/>
                    </a:cubicBezTo>
                    <a:cubicBezTo>
                      <a:pt x="115" y="75"/>
                      <a:pt x="117" y="75"/>
                      <a:pt x="118" y="76"/>
                    </a:cubicBezTo>
                    <a:cubicBezTo>
                      <a:pt x="119" y="79"/>
                      <a:pt x="120" y="83"/>
                      <a:pt x="123" y="85"/>
                    </a:cubicBezTo>
                    <a:cubicBezTo>
                      <a:pt x="123" y="85"/>
                      <a:pt x="124" y="86"/>
                      <a:pt x="124" y="86"/>
                    </a:cubicBezTo>
                    <a:cubicBezTo>
                      <a:pt x="125" y="86"/>
                      <a:pt x="125" y="87"/>
                      <a:pt x="125" y="87"/>
                    </a:cubicBezTo>
                    <a:cubicBezTo>
                      <a:pt x="127" y="88"/>
                      <a:pt x="129" y="89"/>
                      <a:pt x="131" y="89"/>
                    </a:cubicBezTo>
                    <a:cubicBezTo>
                      <a:pt x="133" y="89"/>
                      <a:pt x="134" y="90"/>
                      <a:pt x="135" y="91"/>
                    </a:cubicBezTo>
                    <a:cubicBezTo>
                      <a:pt x="136" y="92"/>
                      <a:pt x="136" y="93"/>
                      <a:pt x="135" y="94"/>
                    </a:cubicBezTo>
                    <a:close/>
                  </a:path>
                </a:pathLst>
              </a:custGeom>
              <a:solidFill>
                <a:srgbClr val="F8D955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0880361-f441-416b-988d-2135c3fab7a7" id="298" name="iśļíḋé">
                <a:extLst>
                  <a:ext uri="{FF2B5EF4-FFF2-40B4-BE49-F238E27FC236}">
                    <a16:creationId id="{63799147-DBF5-38C2-F266-B8F6DAB5F74F}"/>
                  </a:ext>
                </a:extLst>
              </p:cNvPr>
              <p:cNvSpPr/>
              <p:nvPr/>
            </p:nvSpPr>
            <p:spPr bwMode="auto">
              <a:xfrm flipV="false" flipH="false">
                <a:off x="8647700" y="2760351"/>
                <a:ext cx="670464" cy="845022"/>
              </a:xfrm>
              <a:custGeom>
                <a:avLst/>
                <a:gdLst>
                  <a:gd fmla="*/ 282 w 286" name="T0"/>
                  <a:gd fmla="*/ 107 h 360" name="T1"/>
                  <a:gd fmla="*/ 280 w 286" name="T2"/>
                  <a:gd fmla="*/ 35 h 360" name="T3"/>
                  <a:gd fmla="*/ 239 w 286" name="T4"/>
                  <a:gd fmla="*/ 0 h 360" name="T5"/>
                  <a:gd fmla="*/ 238 w 286" name="T6"/>
                  <a:gd fmla="*/ 5 h 360" name="T7"/>
                  <a:gd fmla="*/ 253 w 286" name="T8"/>
                  <a:gd fmla="*/ 10 h 360" name="T9"/>
                  <a:gd fmla="*/ 257 w 286" name="T10"/>
                  <a:gd fmla="*/ 10 h 360" name="T11"/>
                  <a:gd fmla="*/ 260 w 286" name="T12"/>
                  <a:gd fmla="*/ 15 h 360" name="T13"/>
                  <a:gd fmla="*/ 275 w 286" name="T14"/>
                  <a:gd fmla="*/ 33 h 360" name="T15"/>
                  <a:gd fmla="*/ 274 w 286" name="T16"/>
                  <a:gd fmla="*/ 204 h 360" name="T17"/>
                  <a:gd fmla="*/ 272 w 286" name="T18"/>
                  <a:gd fmla="*/ 305 h 360" name="T19"/>
                  <a:gd fmla="*/ 229 w 286" name="T20"/>
                  <a:gd fmla="*/ 326 h 360" name="T21"/>
                  <a:gd fmla="*/ 230 w 286" name="T22"/>
                  <a:gd fmla="*/ 328 h 360" name="T23"/>
                  <a:gd fmla="*/ 272 w 286" name="T24"/>
                  <a:gd fmla="*/ 311 h 360" name="T25"/>
                  <a:gd fmla="*/ 272 w 286" name="T26"/>
                  <a:gd fmla="*/ 316 h 360" name="T27"/>
                  <a:gd fmla="*/ 185 w 286" name="T28"/>
                  <a:gd fmla="*/ 350 h 360" name="T29"/>
                  <a:gd fmla="*/ 88 w 286" name="T30"/>
                  <a:gd fmla="*/ 345 h 360" name="T31"/>
                  <a:gd fmla="*/ 55 w 286" name="T32"/>
                  <a:gd fmla="*/ 334 h 360" name="T33"/>
                  <a:gd fmla="*/ 52 w 286" name="T34"/>
                  <a:gd fmla="*/ 326 h 360" name="T35"/>
                  <a:gd fmla="*/ 201 w 286" name="T36"/>
                  <a:gd fmla="*/ 336 h 360" name="T37"/>
                  <a:gd fmla="*/ 201 w 286" name="T38"/>
                  <a:gd fmla="*/ 334 h 360" name="T39"/>
                  <a:gd fmla="*/ 127 w 286" name="T40"/>
                  <a:gd fmla="*/ 334 h 360" name="T41"/>
                  <a:gd fmla="*/ 51 w 286" name="T42"/>
                  <a:gd fmla="*/ 320 h 360" name="T43"/>
                  <a:gd fmla="*/ 25 w 286" name="T44"/>
                  <a:gd fmla="*/ 224 h 360" name="T45"/>
                  <a:gd fmla="*/ 12 w 286" name="T46"/>
                  <a:gd fmla="*/ 130 h 360" name="T47"/>
                  <a:gd fmla="*/ 12 w 286" name="T48"/>
                  <a:gd fmla="*/ 42 h 360" name="T49"/>
                  <a:gd fmla="*/ 14 w 286" name="T50"/>
                  <a:gd fmla="*/ 37 h 360" name="T51"/>
                  <a:gd fmla="*/ 21 w 286" name="T52"/>
                  <a:gd fmla="*/ 30 h 360" name="T53"/>
                  <a:gd fmla="*/ 28 w 286" name="T54"/>
                  <a:gd fmla="*/ 25 h 360" name="T55"/>
                  <a:gd fmla="*/ 33 w 286" name="T56"/>
                  <a:gd fmla="*/ 14 h 360" name="T57"/>
                  <a:gd fmla="*/ 17 w 286" name="T58"/>
                  <a:gd fmla="*/ 25 h 360" name="T59"/>
                  <a:gd fmla="*/ 16 w 286" name="T60"/>
                  <a:gd fmla="*/ 26 h 360" name="T61"/>
                  <a:gd fmla="*/ 10 w 286" name="T62"/>
                  <a:gd fmla="*/ 32 h 360" name="T63"/>
                  <a:gd fmla="*/ 9 w 286" name="T64"/>
                  <a:gd fmla="*/ 33 h 360" name="T65"/>
                  <a:gd fmla="*/ 9 w 286" name="T66"/>
                  <a:gd fmla="*/ 33 h 360" name="T67"/>
                  <a:gd fmla="*/ 7 w 286" name="T68"/>
                  <a:gd fmla="*/ 41 h 360" name="T69"/>
                  <a:gd fmla="*/ 3 w 286" name="T70"/>
                  <a:gd fmla="*/ 118 h 360" name="T71"/>
                  <a:gd fmla="*/ 14 w 286" name="T72"/>
                  <a:gd fmla="*/ 209 h 360" name="T73"/>
                  <a:gd fmla="*/ 44 w 286" name="T74"/>
                  <a:gd fmla="*/ 329 h 360" name="T75"/>
                  <a:gd fmla="*/ 46 w 286" name="T76"/>
                  <a:gd fmla="*/ 337 h 360" name="T77"/>
                  <a:gd fmla="*/ 57 w 286" name="T78"/>
                  <a:gd fmla="*/ 343 h 360" name="T79"/>
                  <a:gd fmla="*/ 82 w 286" name="T80"/>
                  <a:gd fmla="*/ 352 h 360" name="T81"/>
                  <a:gd fmla="*/ 185 w 286" name="T82"/>
                  <a:gd fmla="*/ 357 h 360" name="T83"/>
                  <a:gd fmla="*/ 268 w 286" name="T84"/>
                  <a:gd fmla="*/ 330 h 360" name="T85"/>
                  <a:gd fmla="*/ 272 w 286" name="T86"/>
                  <a:gd fmla="*/ 326 h 360" name="T87"/>
                  <a:gd fmla="*/ 282 w 286" name="T88"/>
                  <a:gd fmla="*/ 317 h 360" name="T89"/>
                  <a:gd fmla="*/ 282 w 286" name="T90"/>
                  <a:gd fmla="*/ 306 h 360" name="T91"/>
                  <a:gd fmla="*/ 282 w 286" name="T92"/>
                  <a:gd fmla="*/ 204 h 360" name="T93"/>
                  <a:gd fmla="*/ 282 w 286" name="T94"/>
                  <a:gd fmla="*/ 107 h 360" name="T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b="b" l="0" r="r" t="0"/>
                <a:pathLst>
                  <a:path h="360" w="286">
                    <a:moveTo>
                      <a:pt x="282" y="107"/>
                    </a:moveTo>
                    <a:cubicBezTo>
                      <a:pt x="283" y="84"/>
                      <a:pt x="286" y="58"/>
                      <a:pt x="280" y="35"/>
                    </a:cubicBezTo>
                    <a:cubicBezTo>
                      <a:pt x="281" y="14"/>
                      <a:pt x="260" y="4"/>
                      <a:pt x="239" y="0"/>
                    </a:cubicBezTo>
                    <a:cubicBezTo>
                      <a:pt x="239" y="2"/>
                      <a:pt x="238" y="3"/>
                      <a:pt x="238" y="5"/>
                    </a:cubicBezTo>
                    <a:cubicBezTo>
                      <a:pt x="243" y="6"/>
                      <a:pt x="248" y="8"/>
                      <a:pt x="253" y="10"/>
                    </a:cubicBezTo>
                    <a:cubicBezTo>
                      <a:pt x="254" y="9"/>
                      <a:pt x="256" y="9"/>
                      <a:pt x="257" y="10"/>
                    </a:cubicBezTo>
                    <a:cubicBezTo>
                      <a:pt x="258" y="12"/>
                      <a:pt x="260" y="13"/>
                      <a:pt x="260" y="15"/>
                    </a:cubicBezTo>
                    <a:cubicBezTo>
                      <a:pt x="267" y="19"/>
                      <a:pt x="272" y="25"/>
                      <a:pt x="275" y="33"/>
                    </a:cubicBezTo>
                    <a:cubicBezTo>
                      <a:pt x="277" y="90"/>
                      <a:pt x="274" y="147"/>
                      <a:pt x="274" y="204"/>
                    </a:cubicBezTo>
                    <a:cubicBezTo>
                      <a:pt x="274" y="237"/>
                      <a:pt x="272" y="271"/>
                      <a:pt x="272" y="305"/>
                    </a:cubicBezTo>
                    <a:cubicBezTo>
                      <a:pt x="258" y="313"/>
                      <a:pt x="245" y="320"/>
                      <a:pt x="229" y="326"/>
                    </a:cubicBezTo>
                    <a:cubicBezTo>
                      <a:pt x="228" y="326"/>
                      <a:pt x="228" y="329"/>
                      <a:pt x="230" y="328"/>
                    </a:cubicBezTo>
                    <a:cubicBezTo>
                      <a:pt x="245" y="327"/>
                      <a:pt x="260" y="320"/>
                      <a:pt x="272" y="311"/>
                    </a:cubicBezTo>
                    <a:cubicBezTo>
                      <a:pt x="272" y="313"/>
                      <a:pt x="272" y="314"/>
                      <a:pt x="272" y="316"/>
                    </a:cubicBezTo>
                    <a:cubicBezTo>
                      <a:pt x="248" y="340"/>
                      <a:pt x="218" y="347"/>
                      <a:pt x="185" y="350"/>
                    </a:cubicBezTo>
                    <a:cubicBezTo>
                      <a:pt x="153" y="353"/>
                      <a:pt x="120" y="351"/>
                      <a:pt x="88" y="345"/>
                    </a:cubicBezTo>
                    <a:cubicBezTo>
                      <a:pt x="77" y="343"/>
                      <a:pt x="66" y="339"/>
                      <a:pt x="55" y="334"/>
                    </a:cubicBezTo>
                    <a:cubicBezTo>
                      <a:pt x="54" y="331"/>
                      <a:pt x="53" y="329"/>
                      <a:pt x="52" y="326"/>
                    </a:cubicBezTo>
                    <a:cubicBezTo>
                      <a:pt x="101" y="341"/>
                      <a:pt x="150" y="341"/>
                      <a:pt x="201" y="336"/>
                    </a:cubicBezTo>
                    <a:cubicBezTo>
                      <a:pt x="203" y="336"/>
                      <a:pt x="203" y="334"/>
                      <a:pt x="201" y="334"/>
                    </a:cubicBezTo>
                    <a:cubicBezTo>
                      <a:pt x="176" y="334"/>
                      <a:pt x="152" y="335"/>
                      <a:pt x="127" y="334"/>
                    </a:cubicBezTo>
                    <a:cubicBezTo>
                      <a:pt x="101" y="332"/>
                      <a:pt x="76" y="327"/>
                      <a:pt x="51" y="320"/>
                    </a:cubicBezTo>
                    <a:cubicBezTo>
                      <a:pt x="41" y="288"/>
                      <a:pt x="32" y="256"/>
                      <a:pt x="25" y="224"/>
                    </a:cubicBezTo>
                    <a:cubicBezTo>
                      <a:pt x="19" y="193"/>
                      <a:pt x="14" y="161"/>
                      <a:pt x="12" y="130"/>
                    </a:cubicBezTo>
                    <a:cubicBezTo>
                      <a:pt x="10" y="101"/>
                      <a:pt x="8" y="70"/>
                      <a:pt x="12" y="42"/>
                    </a:cubicBezTo>
                    <a:cubicBezTo>
                      <a:pt x="13" y="40"/>
                      <a:pt x="13" y="39"/>
                      <a:pt x="14" y="37"/>
                    </a:cubicBezTo>
                    <a:cubicBezTo>
                      <a:pt x="16" y="34"/>
                      <a:pt x="18" y="32"/>
                      <a:pt x="21" y="30"/>
                    </a:cubicBezTo>
                    <a:cubicBezTo>
                      <a:pt x="23" y="28"/>
                      <a:pt x="25" y="26"/>
                      <a:pt x="28" y="25"/>
                    </a:cubicBezTo>
                    <a:cubicBezTo>
                      <a:pt x="29" y="21"/>
                      <a:pt x="31" y="17"/>
                      <a:pt x="33" y="14"/>
                    </a:cubicBezTo>
                    <a:cubicBezTo>
                      <a:pt x="27" y="17"/>
                      <a:pt x="22" y="21"/>
                      <a:pt x="17" y="25"/>
                    </a:cubicBezTo>
                    <a:cubicBezTo>
                      <a:pt x="17" y="26"/>
                      <a:pt x="16" y="26"/>
                      <a:pt x="16" y="26"/>
                    </a:cubicBezTo>
                    <a:cubicBezTo>
                      <a:pt x="14" y="27"/>
                      <a:pt x="12" y="29"/>
                      <a:pt x="10" y="32"/>
                    </a:cubicBezTo>
                    <a:cubicBezTo>
                      <a:pt x="10" y="32"/>
                      <a:pt x="10" y="32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6"/>
                      <a:pt x="7" y="38"/>
                      <a:pt x="7" y="41"/>
                    </a:cubicBezTo>
                    <a:cubicBezTo>
                      <a:pt x="0" y="65"/>
                      <a:pt x="2" y="94"/>
                      <a:pt x="3" y="118"/>
                    </a:cubicBezTo>
                    <a:cubicBezTo>
                      <a:pt x="4" y="149"/>
                      <a:pt x="9" y="179"/>
                      <a:pt x="14" y="209"/>
                    </a:cubicBezTo>
                    <a:cubicBezTo>
                      <a:pt x="21" y="249"/>
                      <a:pt x="31" y="290"/>
                      <a:pt x="44" y="329"/>
                    </a:cubicBezTo>
                    <a:cubicBezTo>
                      <a:pt x="46" y="337"/>
                      <a:pt x="46" y="337"/>
                      <a:pt x="46" y="337"/>
                    </a:cubicBezTo>
                    <a:cubicBezTo>
                      <a:pt x="57" y="343"/>
                      <a:pt x="57" y="343"/>
                      <a:pt x="57" y="343"/>
                    </a:cubicBezTo>
                    <a:cubicBezTo>
                      <a:pt x="65" y="346"/>
                      <a:pt x="73" y="349"/>
                      <a:pt x="82" y="352"/>
                    </a:cubicBezTo>
                    <a:cubicBezTo>
                      <a:pt x="115" y="360"/>
                      <a:pt x="151" y="360"/>
                      <a:pt x="185" y="357"/>
                    </a:cubicBezTo>
                    <a:cubicBezTo>
                      <a:pt x="215" y="355"/>
                      <a:pt x="244" y="349"/>
                      <a:pt x="268" y="330"/>
                    </a:cubicBezTo>
                    <a:cubicBezTo>
                      <a:pt x="269" y="329"/>
                      <a:pt x="271" y="328"/>
                      <a:pt x="272" y="326"/>
                    </a:cubicBezTo>
                    <a:cubicBezTo>
                      <a:pt x="282" y="317"/>
                      <a:pt x="282" y="317"/>
                      <a:pt x="282" y="317"/>
                    </a:cubicBezTo>
                    <a:cubicBezTo>
                      <a:pt x="282" y="306"/>
                      <a:pt x="282" y="306"/>
                      <a:pt x="282" y="306"/>
                    </a:cubicBezTo>
                    <a:cubicBezTo>
                      <a:pt x="282" y="272"/>
                      <a:pt x="281" y="238"/>
                      <a:pt x="282" y="204"/>
                    </a:cubicBezTo>
                    <a:cubicBezTo>
                      <a:pt x="282" y="172"/>
                      <a:pt x="282" y="139"/>
                      <a:pt x="282" y="10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b862bde-6ce2-484f-90aa-9ab627acd5f0" id="299" name="îs1ïḓè">
                <a:extLst>
                  <a:ext uri="{FF2B5EF4-FFF2-40B4-BE49-F238E27FC236}">
                    <a16:creationId id="{9FCDC453-8217-C3F6-A33A-7AEA38E279F6}"/>
                  </a:ext>
                </a:extLst>
              </p:cNvPr>
              <p:cNvSpPr/>
              <p:nvPr/>
            </p:nvSpPr>
            <p:spPr bwMode="auto">
              <a:xfrm flipV="false" flipH="false">
                <a:off x="8656627" y="2807958"/>
                <a:ext cx="652611" cy="125960"/>
              </a:xfrm>
              <a:custGeom>
                <a:avLst/>
                <a:gdLst>
                  <a:gd fmla="*/ 259 w 278" name="T0"/>
                  <a:gd fmla="*/ 0 h 54" name="T1"/>
                  <a:gd fmla="*/ 260 w 278" name="T2"/>
                  <a:gd fmla="*/ 5 h 54" name="T3"/>
                  <a:gd fmla="*/ 259 w 278" name="T4"/>
                  <a:gd fmla="*/ 8 h 54" name="T5"/>
                  <a:gd fmla="*/ 233 w 278" name="T6"/>
                  <a:gd fmla="*/ 28 h 54" name="T7"/>
                  <a:gd fmla="*/ 201 w 278" name="T8"/>
                  <a:gd fmla="*/ 38 h 54" name="T9"/>
                  <a:gd fmla="*/ 130 w 278" name="T10"/>
                  <a:gd fmla="*/ 46 h 54" name="T11"/>
                  <a:gd fmla="*/ 76 w 278" name="T12"/>
                  <a:gd fmla="*/ 44 h 54" name="T13"/>
                  <a:gd fmla="*/ 45 w 278" name="T14"/>
                  <a:gd fmla="*/ 41 h 54" name="T15"/>
                  <a:gd fmla="*/ 39 w 278" name="T16"/>
                  <a:gd fmla="*/ 39 h 54" name="T17"/>
                  <a:gd fmla="*/ 35 w 278" name="T18"/>
                  <a:gd fmla="*/ 38 h 54" name="T19"/>
                  <a:gd fmla="*/ 24 w 278" name="T20"/>
                  <a:gd fmla="*/ 13 h 54" name="T21"/>
                  <a:gd fmla="*/ 23 w 278" name="T22"/>
                  <a:gd fmla="*/ 10 h 54" name="T23"/>
                  <a:gd fmla="*/ 36 w 278" name="T24"/>
                  <a:gd fmla="*/ 46 h 54" name="T25"/>
                  <a:gd fmla="*/ 122 w 278" name="T26"/>
                  <a:gd fmla="*/ 53 h 54" name="T27"/>
                  <a:gd fmla="*/ 224 w 278" name="T28"/>
                  <a:gd fmla="*/ 40 h 54" name="T29"/>
                  <a:gd fmla="*/ 259 w 278" name="T30"/>
                  <a:gd fmla="*/ 0 h 54" name="T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b="b" l="0" r="r" t="0"/>
                <a:pathLst>
                  <a:path h="54" w="278">
                    <a:moveTo>
                      <a:pt x="259" y="0"/>
                    </a:moveTo>
                    <a:cubicBezTo>
                      <a:pt x="259" y="2"/>
                      <a:pt x="259" y="3"/>
                      <a:pt x="260" y="5"/>
                    </a:cubicBezTo>
                    <a:cubicBezTo>
                      <a:pt x="260" y="6"/>
                      <a:pt x="260" y="7"/>
                      <a:pt x="259" y="8"/>
                    </a:cubicBezTo>
                    <a:cubicBezTo>
                      <a:pt x="261" y="18"/>
                      <a:pt x="241" y="25"/>
                      <a:pt x="233" y="28"/>
                    </a:cubicBezTo>
                    <a:cubicBezTo>
                      <a:pt x="223" y="33"/>
                      <a:pt x="212" y="36"/>
                      <a:pt x="201" y="38"/>
                    </a:cubicBezTo>
                    <a:cubicBezTo>
                      <a:pt x="178" y="44"/>
                      <a:pt x="154" y="45"/>
                      <a:pt x="130" y="46"/>
                    </a:cubicBezTo>
                    <a:cubicBezTo>
                      <a:pt x="112" y="46"/>
                      <a:pt x="94" y="45"/>
                      <a:pt x="76" y="44"/>
                    </a:cubicBezTo>
                    <a:cubicBezTo>
                      <a:pt x="65" y="43"/>
                      <a:pt x="55" y="42"/>
                      <a:pt x="45" y="41"/>
                    </a:cubicBezTo>
                    <a:cubicBezTo>
                      <a:pt x="44" y="40"/>
                      <a:pt x="42" y="40"/>
                      <a:pt x="39" y="39"/>
                    </a:cubicBezTo>
                    <a:cubicBezTo>
                      <a:pt x="38" y="40"/>
                      <a:pt x="36" y="39"/>
                      <a:pt x="35" y="38"/>
                    </a:cubicBezTo>
                    <a:cubicBezTo>
                      <a:pt x="22" y="33"/>
                      <a:pt x="7" y="24"/>
                      <a:pt x="24" y="13"/>
                    </a:cubicBezTo>
                    <a:cubicBezTo>
                      <a:pt x="23" y="12"/>
                      <a:pt x="23" y="11"/>
                      <a:pt x="23" y="10"/>
                    </a:cubicBezTo>
                    <a:cubicBezTo>
                      <a:pt x="0" y="21"/>
                      <a:pt x="19" y="40"/>
                      <a:pt x="36" y="46"/>
                    </a:cubicBezTo>
                    <a:cubicBezTo>
                      <a:pt x="63" y="53"/>
                      <a:pt x="94" y="52"/>
                      <a:pt x="122" y="53"/>
                    </a:cubicBezTo>
                    <a:cubicBezTo>
                      <a:pt x="156" y="54"/>
                      <a:pt x="191" y="50"/>
                      <a:pt x="224" y="40"/>
                    </a:cubicBezTo>
                    <a:cubicBezTo>
                      <a:pt x="240" y="34"/>
                      <a:pt x="278" y="21"/>
                      <a:pt x="259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4375ae6-b93c-420d-8b0a-4c5372b84d9c" id="300" name="íṡḷíḓé">
                <a:extLst>
                  <a:ext uri="{FF2B5EF4-FFF2-40B4-BE49-F238E27FC236}">
                    <a16:creationId id="{B84C3804-EEE6-F374-DB3B-5251F1A526B8}"/>
                  </a:ext>
                </a:extLst>
              </p:cNvPr>
              <p:cNvSpPr/>
              <p:nvPr/>
            </p:nvSpPr>
            <p:spPr bwMode="auto">
              <a:xfrm flipV="false" flipH="false">
                <a:off x="9210056" y="3452634"/>
                <a:ext cx="63475" cy="37689"/>
              </a:xfrm>
              <a:custGeom>
                <a:avLst/>
                <a:gdLst>
                  <a:gd fmla="*/ 24 w 27" name="T0"/>
                  <a:gd fmla="*/ 1 h 16" name="T1"/>
                  <a:gd fmla="*/ 2 w 27" name="T2"/>
                  <a:gd fmla="*/ 11 h 16" name="T3"/>
                  <a:gd fmla="*/ 3 w 27" name="T4"/>
                  <a:gd fmla="*/ 15 h 16" name="T5"/>
                  <a:gd fmla="*/ 26 w 27" name="T6"/>
                  <a:gd fmla="*/ 3 h 16" name="T7"/>
                  <a:gd fmla="*/ 24 w 27" name="T8"/>
                  <a:gd fmla="*/ 1 h 16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6" w="27">
                    <a:moveTo>
                      <a:pt x="24" y="1"/>
                    </a:moveTo>
                    <a:cubicBezTo>
                      <a:pt x="17" y="5"/>
                      <a:pt x="10" y="8"/>
                      <a:pt x="2" y="11"/>
                    </a:cubicBezTo>
                    <a:cubicBezTo>
                      <a:pt x="0" y="12"/>
                      <a:pt x="1" y="16"/>
                      <a:pt x="3" y="15"/>
                    </a:cubicBezTo>
                    <a:cubicBezTo>
                      <a:pt x="11" y="12"/>
                      <a:pt x="20" y="9"/>
                      <a:pt x="26" y="3"/>
                    </a:cubicBezTo>
                    <a:cubicBezTo>
                      <a:pt x="27" y="2"/>
                      <a:pt x="26" y="0"/>
                      <a:pt x="24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ee2f38b-6c00-46d4-9bc6-fc8c4a9749c7" id="301" name="islïďé">
                <a:extLst>
                  <a:ext uri="{FF2B5EF4-FFF2-40B4-BE49-F238E27FC236}">
                    <a16:creationId id="{6B4779E6-B88D-0551-5060-FABE6A05394E}"/>
                  </a:ext>
                </a:extLst>
              </p:cNvPr>
              <p:cNvSpPr/>
              <p:nvPr/>
            </p:nvSpPr>
            <p:spPr bwMode="auto">
              <a:xfrm flipV="false" flipH="false">
                <a:off x="9226918" y="3421888"/>
                <a:ext cx="37689" cy="26779"/>
              </a:xfrm>
              <a:custGeom>
                <a:avLst/>
                <a:gdLst>
                  <a:gd fmla="*/ 14 w 16" name="T0"/>
                  <a:gd fmla="*/ 1 h 11" name="T1"/>
                  <a:gd fmla="*/ 7 w 16" name="T2"/>
                  <a:gd fmla="*/ 4 h 11" name="T3"/>
                  <a:gd fmla="*/ 1 w 16" name="T4"/>
                  <a:gd fmla="*/ 9 h 11" name="T5"/>
                  <a:gd fmla="*/ 2 w 16" name="T6"/>
                  <a:gd fmla="*/ 11 h 11" name="T7"/>
                  <a:gd fmla="*/ 8 w 16" name="T8"/>
                  <a:gd fmla="*/ 8 h 11" name="T9"/>
                  <a:gd fmla="*/ 15 w 16" name="T10"/>
                  <a:gd fmla="*/ 3 h 11" name="T11"/>
                  <a:gd fmla="*/ 14 w 16" name="T12"/>
                  <a:gd fmla="*/ 1 h 11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11" w="16">
                    <a:moveTo>
                      <a:pt x="14" y="1"/>
                    </a:moveTo>
                    <a:cubicBezTo>
                      <a:pt x="11" y="2"/>
                      <a:pt x="9" y="3"/>
                      <a:pt x="7" y="4"/>
                    </a:cubicBezTo>
                    <a:cubicBezTo>
                      <a:pt x="5" y="6"/>
                      <a:pt x="3" y="7"/>
                      <a:pt x="1" y="9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4" y="10"/>
                      <a:pt x="6" y="9"/>
                      <a:pt x="8" y="8"/>
                    </a:cubicBezTo>
                    <a:cubicBezTo>
                      <a:pt x="11" y="6"/>
                      <a:pt x="13" y="5"/>
                      <a:pt x="15" y="3"/>
                    </a:cubicBezTo>
                    <a:cubicBezTo>
                      <a:pt x="16" y="2"/>
                      <a:pt x="15" y="0"/>
                      <a:pt x="14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5e00fc4-97a2-475e-a317-07c2c78a439c" id="302" name="íśľïdê">
                <a:extLst>
                  <a:ext uri="{FF2B5EF4-FFF2-40B4-BE49-F238E27FC236}">
                    <a16:creationId id="{2084B9BD-9FA8-605F-4087-8A30ECE4D5FC}"/>
                  </a:ext>
                </a:extLst>
              </p:cNvPr>
              <p:cNvSpPr/>
              <p:nvPr/>
            </p:nvSpPr>
            <p:spPr bwMode="auto">
              <a:xfrm flipV="false" flipH="false">
                <a:off x="9238819" y="3387174"/>
                <a:ext cx="18844" cy="16861"/>
              </a:xfrm>
              <a:custGeom>
                <a:avLst/>
                <a:gdLst>
                  <a:gd fmla="*/ 6 w 8" name="T0"/>
                  <a:gd fmla="*/ 1 h 7" name="T1"/>
                  <a:gd fmla="*/ 1 w 8" name="T2"/>
                  <a:gd fmla="*/ 3 h 7" name="T3"/>
                  <a:gd fmla="*/ 2 w 8" name="T4"/>
                  <a:gd fmla="*/ 6 h 7" name="T5"/>
                  <a:gd fmla="*/ 7 w 8" name="T6"/>
                  <a:gd fmla="*/ 3 h 7" name="T7"/>
                  <a:gd fmla="*/ 6 w 8" name="T8"/>
                  <a:gd fmla="*/ 1 h 7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7" w="8">
                    <a:moveTo>
                      <a:pt x="6" y="1"/>
                    </a:moveTo>
                    <a:cubicBezTo>
                      <a:pt x="4" y="1"/>
                      <a:pt x="3" y="2"/>
                      <a:pt x="1" y="3"/>
                    </a:cubicBezTo>
                    <a:cubicBezTo>
                      <a:pt x="0" y="4"/>
                      <a:pt x="0" y="7"/>
                      <a:pt x="2" y="6"/>
                    </a:cubicBezTo>
                    <a:cubicBezTo>
                      <a:pt x="4" y="5"/>
                      <a:pt x="6" y="4"/>
                      <a:pt x="7" y="3"/>
                    </a:cubicBezTo>
                    <a:cubicBezTo>
                      <a:pt x="8" y="2"/>
                      <a:pt x="7" y="0"/>
                      <a:pt x="6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b73873b-03ed-4fbb-8dca-42b83bcdd36c" id="303" name="îṣḻïḍe">
                <a:extLst>
                  <a:ext uri="{FF2B5EF4-FFF2-40B4-BE49-F238E27FC236}">
                    <a16:creationId id="{EF00C28C-CBB3-3F77-60A9-89DBD2DA5279}"/>
                  </a:ext>
                </a:extLst>
              </p:cNvPr>
              <p:cNvSpPr/>
              <p:nvPr/>
            </p:nvSpPr>
            <p:spPr bwMode="auto">
              <a:xfrm flipV="false" flipH="false">
                <a:off x="8797463" y="3030123"/>
                <a:ext cx="398708" cy="399700"/>
              </a:xfrm>
              <a:custGeom>
                <a:avLst/>
                <a:gdLst>
                  <a:gd fmla="*/ 85 w 170" name="T0"/>
                  <a:gd fmla="*/ 170 h 170" name="T1"/>
                  <a:gd fmla="*/ 0 w 170" name="T2"/>
                  <a:gd fmla="*/ 85 h 170" name="T3"/>
                  <a:gd fmla="*/ 85 w 170" name="T4"/>
                  <a:gd fmla="*/ 0 h 170" name="T5"/>
                  <a:gd fmla="*/ 170 w 170" name="T6"/>
                  <a:gd fmla="*/ 85 h 170" name="T7"/>
                  <a:gd fmla="*/ 85 w 170" name="T8"/>
                  <a:gd fmla="*/ 170 h 170" name="T9"/>
                  <a:gd fmla="*/ 84 w 170" name="T10"/>
                  <a:gd fmla="*/ 3 h 170" name="T11"/>
                  <a:gd fmla="*/ 6 w 170" name="T12"/>
                  <a:gd fmla="*/ 85 h 170" name="T13"/>
                  <a:gd fmla="*/ 85 w 170" name="T14"/>
                  <a:gd fmla="*/ 164 h 170" name="T15"/>
                  <a:gd fmla="*/ 166 w 170" name="T16"/>
                  <a:gd fmla="*/ 88 h 170" name="T17"/>
                  <a:gd fmla="*/ 84 w 170" name="T18"/>
                  <a:gd fmla="*/ 3 h 170" name="T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b="b" l="0" r="r" t="0"/>
                <a:pathLst>
                  <a:path h="170" w="170">
                    <a:moveTo>
                      <a:pt x="85" y="170"/>
                    </a:moveTo>
                    <a:cubicBezTo>
                      <a:pt x="38" y="170"/>
                      <a:pt x="0" y="132"/>
                      <a:pt x="0" y="85"/>
                    </a:cubicBezTo>
                    <a:cubicBezTo>
                      <a:pt x="0" y="39"/>
                      <a:pt x="38" y="0"/>
                      <a:pt x="85" y="0"/>
                    </a:cubicBezTo>
                    <a:cubicBezTo>
                      <a:pt x="132" y="0"/>
                      <a:pt x="170" y="38"/>
                      <a:pt x="170" y="85"/>
                    </a:cubicBezTo>
                    <a:cubicBezTo>
                      <a:pt x="170" y="132"/>
                      <a:pt x="132" y="170"/>
                      <a:pt x="85" y="170"/>
                    </a:cubicBezTo>
                    <a:close/>
                    <a:moveTo>
                      <a:pt x="84" y="3"/>
                    </a:moveTo>
                    <a:cubicBezTo>
                      <a:pt x="41" y="3"/>
                      <a:pt x="6" y="42"/>
                      <a:pt x="6" y="85"/>
                    </a:cubicBezTo>
                    <a:cubicBezTo>
                      <a:pt x="6" y="129"/>
                      <a:pt x="42" y="164"/>
                      <a:pt x="85" y="164"/>
                    </a:cubicBezTo>
                    <a:cubicBezTo>
                      <a:pt x="129" y="164"/>
                      <a:pt x="166" y="131"/>
                      <a:pt x="166" y="88"/>
                    </a:cubicBezTo>
                    <a:cubicBezTo>
                      <a:pt x="166" y="44"/>
                      <a:pt x="128" y="3"/>
                      <a:pt x="84" y="3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6c2d349-e2b7-4b03-ba61-0259e18385c8" id="304" name="iṡḷïḋé">
                <a:extLst>
                  <a:ext uri="{FF2B5EF4-FFF2-40B4-BE49-F238E27FC236}">
                    <a16:creationId id="{4381927C-E7DD-3E18-15EF-5E2ECDC82DAA}"/>
                  </a:ext>
                </a:extLst>
              </p:cNvPr>
              <p:cNvSpPr/>
              <p:nvPr/>
            </p:nvSpPr>
            <p:spPr bwMode="auto">
              <a:xfrm flipV="false" flipH="false">
                <a:off x="8921440" y="3133271"/>
                <a:ext cx="28762" cy="49591"/>
              </a:xfrm>
              <a:custGeom>
                <a:avLst/>
                <a:gdLst>
                  <a:gd fmla="*/ 8 w 12" name="T0"/>
                  <a:gd fmla="*/ 2 h 21" name="T1"/>
                  <a:gd fmla="*/ 5 w 12" name="T2"/>
                  <a:gd fmla="*/ 2 h 21" name="T3"/>
                  <a:gd fmla="*/ 4 w 12" name="T4"/>
                  <a:gd fmla="*/ 2 h 21" name="T5"/>
                  <a:gd fmla="*/ 3 w 12" name="T6"/>
                  <a:gd fmla="*/ 3 h 21" name="T7"/>
                  <a:gd fmla="*/ 2 w 12" name="T8"/>
                  <a:gd fmla="*/ 19 h 21" name="T9"/>
                  <a:gd fmla="*/ 5 w 12" name="T10"/>
                  <a:gd fmla="*/ 20 h 21" name="T11"/>
                  <a:gd fmla="*/ 11 w 12" name="T12"/>
                  <a:gd fmla="*/ 13 h 21" name="T13"/>
                  <a:gd fmla="*/ 8 w 12" name="T14"/>
                  <a:gd fmla="*/ 2 h 21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21" w="12">
                    <a:moveTo>
                      <a:pt x="8" y="2"/>
                    </a:moveTo>
                    <a:cubicBezTo>
                      <a:pt x="7" y="1"/>
                      <a:pt x="6" y="0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1" y="8"/>
                      <a:pt x="0" y="13"/>
                      <a:pt x="2" y="19"/>
                    </a:cubicBezTo>
                    <a:cubicBezTo>
                      <a:pt x="3" y="20"/>
                      <a:pt x="4" y="21"/>
                      <a:pt x="5" y="20"/>
                    </a:cubicBezTo>
                    <a:cubicBezTo>
                      <a:pt x="8" y="18"/>
                      <a:pt x="10" y="16"/>
                      <a:pt x="11" y="13"/>
                    </a:cubicBezTo>
                    <a:cubicBezTo>
                      <a:pt x="12" y="9"/>
                      <a:pt x="10" y="5"/>
                      <a:pt x="8" y="2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09ff571-8624-4296-b0d6-feb94e3097ea" id="305" name="iṧļiḋé">
                <a:extLst>
                  <a:ext uri="{FF2B5EF4-FFF2-40B4-BE49-F238E27FC236}">
                    <a16:creationId id="{5F1814B0-CC64-062F-5A39-18343E8F8FD8}"/>
                  </a:ext>
                </a:extLst>
              </p:cNvPr>
              <p:cNvSpPr/>
              <p:nvPr/>
            </p:nvSpPr>
            <p:spPr bwMode="auto">
              <a:xfrm flipV="false" flipH="false">
                <a:off x="9039465" y="3126329"/>
                <a:ext cx="27771" cy="47607"/>
              </a:xfrm>
              <a:custGeom>
                <a:avLst/>
                <a:gdLst>
                  <a:gd fmla="*/ 10 w 12" name="T0"/>
                  <a:gd fmla="*/ 2 h 20" name="T1"/>
                  <a:gd fmla="*/ 5 w 12" name="T2"/>
                  <a:gd fmla="*/ 1 h 20" name="T3"/>
                  <a:gd fmla="*/ 4 w 12" name="T4"/>
                  <a:gd fmla="*/ 2 h 20" name="T5"/>
                  <a:gd fmla="*/ 3 w 12" name="T6"/>
                  <a:gd fmla="*/ 19 h 20" name="T7"/>
                  <a:gd fmla="*/ 7 w 12" name="T8"/>
                  <a:gd fmla="*/ 19 h 20" name="T9"/>
                  <a:gd fmla="*/ 10 w 12" name="T10"/>
                  <a:gd fmla="*/ 11 h 20" name="T11"/>
                  <a:gd fmla="*/ 10 w 12" name="T12"/>
                  <a:gd fmla="*/ 2 h 20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20" w="12">
                    <a:moveTo>
                      <a:pt x="10" y="2"/>
                    </a:moveTo>
                    <a:cubicBezTo>
                      <a:pt x="8" y="1"/>
                      <a:pt x="6" y="0"/>
                      <a:pt x="5" y="1"/>
                    </a:cubicBezTo>
                    <a:cubicBezTo>
                      <a:pt x="5" y="1"/>
                      <a:pt x="4" y="1"/>
                      <a:pt x="4" y="2"/>
                    </a:cubicBezTo>
                    <a:cubicBezTo>
                      <a:pt x="0" y="7"/>
                      <a:pt x="0" y="13"/>
                      <a:pt x="3" y="19"/>
                    </a:cubicBezTo>
                    <a:cubicBezTo>
                      <a:pt x="4" y="20"/>
                      <a:pt x="6" y="20"/>
                      <a:pt x="7" y="19"/>
                    </a:cubicBezTo>
                    <a:cubicBezTo>
                      <a:pt x="8" y="16"/>
                      <a:pt x="9" y="14"/>
                      <a:pt x="10" y="11"/>
                    </a:cubicBezTo>
                    <a:cubicBezTo>
                      <a:pt x="11" y="8"/>
                      <a:pt x="12" y="4"/>
                      <a:pt x="10" y="2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af7e640-8675-4dd0-8f7b-8492afb188f7" id="306" name="is1ïḋè">
                <a:extLst>
                  <a:ext uri="{FF2B5EF4-FFF2-40B4-BE49-F238E27FC236}">
                    <a16:creationId id="{B74DC6EC-DD4E-8144-9F73-B1A4696838A4}"/>
                  </a:ext>
                </a:extLst>
              </p:cNvPr>
              <p:cNvSpPr/>
              <p:nvPr/>
            </p:nvSpPr>
            <p:spPr bwMode="auto">
              <a:xfrm flipV="false" flipH="false">
                <a:off x="8853996" y="3213607"/>
                <a:ext cx="276716" cy="133894"/>
              </a:xfrm>
              <a:custGeom>
                <a:avLst/>
                <a:gdLst>
                  <a:gd fmla="*/ 117 w 118" name="T0"/>
                  <a:gd fmla="*/ 16 h 57" name="T1"/>
                  <a:gd fmla="*/ 113 w 118" name="T2"/>
                  <a:gd fmla="*/ 14 h 57" name="T3"/>
                  <a:gd fmla="*/ 107 w 118" name="T4"/>
                  <a:gd fmla="*/ 12 h 57" name="T5"/>
                  <a:gd fmla="*/ 106 w 118" name="T6"/>
                  <a:gd fmla="*/ 11 h 57" name="T7"/>
                  <a:gd fmla="*/ 105 w 118" name="T8"/>
                  <a:gd fmla="*/ 10 h 57" name="T9"/>
                  <a:gd fmla="*/ 100 w 118" name="T10"/>
                  <a:gd fmla="*/ 1 h 57" name="T11"/>
                  <a:gd fmla="*/ 97 w 118" name="T12"/>
                  <a:gd fmla="*/ 2 h 57" name="T13"/>
                  <a:gd fmla="*/ 102 w 118" name="T14"/>
                  <a:gd fmla="*/ 12 h 57" name="T15"/>
                  <a:gd fmla="*/ 63 w 118" name="T16"/>
                  <a:gd fmla="*/ 49 h 57" name="T17"/>
                  <a:gd fmla="*/ 15 w 118" name="T18"/>
                  <a:gd fmla="*/ 23 h 57" name="T19"/>
                  <a:gd fmla="*/ 22 w 118" name="T20"/>
                  <a:gd fmla="*/ 14 h 57" name="T21"/>
                  <a:gd fmla="*/ 21 w 118" name="T22"/>
                  <a:gd fmla="*/ 13 h 57" name="T23"/>
                  <a:gd fmla="*/ 12 w 118" name="T24"/>
                  <a:gd fmla="*/ 20 h 57" name="T25"/>
                  <a:gd fmla="*/ 1 w 118" name="T26"/>
                  <a:gd fmla="*/ 23 h 57" name="T27"/>
                  <a:gd fmla="*/ 1 w 118" name="T28"/>
                  <a:gd fmla="*/ 25 h 57" name="T29"/>
                  <a:gd fmla="*/ 11 w 118" name="T30"/>
                  <a:gd fmla="*/ 25 h 57" name="T31"/>
                  <a:gd fmla="*/ 58 w 118" name="T32"/>
                  <a:gd fmla="*/ 56 h 57" name="T33"/>
                  <a:gd fmla="*/ 105 w 118" name="T34"/>
                  <a:gd fmla="*/ 16 h 57" name="T35"/>
                  <a:gd fmla="*/ 117 w 118" name="T36"/>
                  <a:gd fmla="*/ 19 h 57" name="T37"/>
                  <a:gd fmla="*/ 117 w 118" name="T38"/>
                  <a:gd fmla="*/ 16 h 57" name="T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b="b" l="0" r="r" t="0"/>
                <a:pathLst>
                  <a:path h="57" w="118">
                    <a:moveTo>
                      <a:pt x="117" y="16"/>
                    </a:moveTo>
                    <a:cubicBezTo>
                      <a:pt x="116" y="15"/>
                      <a:pt x="115" y="14"/>
                      <a:pt x="113" y="14"/>
                    </a:cubicBezTo>
                    <a:cubicBezTo>
                      <a:pt x="111" y="14"/>
                      <a:pt x="109" y="13"/>
                      <a:pt x="107" y="12"/>
                    </a:cubicBezTo>
                    <a:cubicBezTo>
                      <a:pt x="107" y="12"/>
                      <a:pt x="107" y="11"/>
                      <a:pt x="106" y="11"/>
                    </a:cubicBezTo>
                    <a:cubicBezTo>
                      <a:pt x="106" y="11"/>
                      <a:pt x="105" y="10"/>
                      <a:pt x="105" y="10"/>
                    </a:cubicBezTo>
                    <a:cubicBezTo>
                      <a:pt x="102" y="8"/>
                      <a:pt x="101" y="4"/>
                      <a:pt x="100" y="1"/>
                    </a:cubicBezTo>
                    <a:cubicBezTo>
                      <a:pt x="99" y="0"/>
                      <a:pt x="97" y="0"/>
                      <a:pt x="97" y="2"/>
                    </a:cubicBezTo>
                    <a:cubicBezTo>
                      <a:pt x="98" y="6"/>
                      <a:pt x="99" y="9"/>
                      <a:pt x="102" y="12"/>
                    </a:cubicBezTo>
                    <a:cubicBezTo>
                      <a:pt x="93" y="31"/>
                      <a:pt x="85" y="44"/>
                      <a:pt x="63" y="49"/>
                    </a:cubicBezTo>
                    <a:cubicBezTo>
                      <a:pt x="42" y="54"/>
                      <a:pt x="23" y="43"/>
                      <a:pt x="15" y="23"/>
                    </a:cubicBezTo>
                    <a:cubicBezTo>
                      <a:pt x="18" y="21"/>
                      <a:pt x="21" y="17"/>
                      <a:pt x="22" y="14"/>
                    </a:cubicBezTo>
                    <a:cubicBezTo>
                      <a:pt x="23" y="13"/>
                      <a:pt x="21" y="12"/>
                      <a:pt x="21" y="13"/>
                    </a:cubicBezTo>
                    <a:cubicBezTo>
                      <a:pt x="18" y="16"/>
                      <a:pt x="15" y="18"/>
                      <a:pt x="12" y="20"/>
                    </a:cubicBezTo>
                    <a:cubicBezTo>
                      <a:pt x="8" y="22"/>
                      <a:pt x="5" y="21"/>
                      <a:pt x="1" y="23"/>
                    </a:cubicBezTo>
                    <a:cubicBezTo>
                      <a:pt x="0" y="23"/>
                      <a:pt x="0" y="25"/>
                      <a:pt x="1" y="25"/>
                    </a:cubicBezTo>
                    <a:cubicBezTo>
                      <a:pt x="4" y="27"/>
                      <a:pt x="8" y="26"/>
                      <a:pt x="11" y="25"/>
                    </a:cubicBezTo>
                    <a:cubicBezTo>
                      <a:pt x="16" y="47"/>
                      <a:pt x="37" y="57"/>
                      <a:pt x="58" y="56"/>
                    </a:cubicBezTo>
                    <a:cubicBezTo>
                      <a:pt x="83" y="54"/>
                      <a:pt x="98" y="38"/>
                      <a:pt x="105" y="16"/>
                    </a:cubicBezTo>
                    <a:cubicBezTo>
                      <a:pt x="109" y="19"/>
                      <a:pt x="114" y="21"/>
                      <a:pt x="117" y="19"/>
                    </a:cubicBezTo>
                    <a:cubicBezTo>
                      <a:pt x="118" y="18"/>
                      <a:pt x="118" y="17"/>
                      <a:pt x="117" y="16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7043319-3218-430f-bd8c-8c548625ea9f" id="307" name="iślidê">
                <a:extLst>
                  <a:ext uri="{FF2B5EF4-FFF2-40B4-BE49-F238E27FC236}">
                    <a16:creationId id="{1913093F-BC33-DA35-4BE5-790D58D7C74D}"/>
                  </a:ext>
                </a:extLst>
              </p:cNvPr>
              <p:cNvSpPr/>
              <p:nvPr/>
            </p:nvSpPr>
            <p:spPr bwMode="auto">
              <a:xfrm flipV="false" flipH="false">
                <a:off x="9196171" y="2952762"/>
                <a:ext cx="73393" cy="401683"/>
              </a:xfrm>
              <a:custGeom>
                <a:avLst/>
                <a:gdLst>
                  <a:gd fmla="*/ 28 w 31" name="T0"/>
                  <a:gd fmla="*/ 90 h 171" name="T1"/>
                  <a:gd fmla="*/ 18 w 31" name="T2"/>
                  <a:gd fmla="*/ 3 h 171" name="T3"/>
                  <a:gd fmla="*/ 12 w 31" name="T4"/>
                  <a:gd fmla="*/ 4 h 171" name="T5"/>
                  <a:gd fmla="*/ 8 w 31" name="T6"/>
                  <a:gd fmla="*/ 84 h 171" name="T7"/>
                  <a:gd fmla="*/ 9 w 31" name="T8"/>
                  <a:gd fmla="*/ 166 h 171" name="T9"/>
                  <a:gd fmla="*/ 18 w 31" name="T10"/>
                  <a:gd fmla="*/ 167 h 171" name="T11"/>
                  <a:gd fmla="*/ 28 w 31" name="T12"/>
                  <a:gd fmla="*/ 90 h 171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171" w="31">
                    <a:moveTo>
                      <a:pt x="28" y="90"/>
                    </a:moveTo>
                    <a:cubicBezTo>
                      <a:pt x="28" y="61"/>
                      <a:pt x="23" y="32"/>
                      <a:pt x="18" y="3"/>
                    </a:cubicBezTo>
                    <a:cubicBezTo>
                      <a:pt x="17" y="0"/>
                      <a:pt x="12" y="1"/>
                      <a:pt x="12" y="4"/>
                    </a:cubicBezTo>
                    <a:cubicBezTo>
                      <a:pt x="11" y="31"/>
                      <a:pt x="9" y="57"/>
                      <a:pt x="8" y="84"/>
                    </a:cubicBezTo>
                    <a:cubicBezTo>
                      <a:pt x="7" y="110"/>
                      <a:pt x="0" y="141"/>
                      <a:pt x="9" y="166"/>
                    </a:cubicBezTo>
                    <a:cubicBezTo>
                      <a:pt x="10" y="170"/>
                      <a:pt x="16" y="171"/>
                      <a:pt x="18" y="167"/>
                    </a:cubicBezTo>
                    <a:cubicBezTo>
                      <a:pt x="31" y="145"/>
                      <a:pt x="28" y="115"/>
                      <a:pt x="28" y="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2833c22-dd02-401c-8f19-fc89387e6c78" id="393" name="ísľiḓè">
                <a:extLst>
                  <a:ext uri="{FF2B5EF4-FFF2-40B4-BE49-F238E27FC236}">
                    <a16:creationId id="{B2344C08-BBD8-91AE-6706-D0B453E376D8}"/>
                  </a:ext>
                </a:extLst>
              </p:cNvPr>
              <p:cNvSpPr/>
              <p:nvPr/>
            </p:nvSpPr>
            <p:spPr bwMode="auto">
              <a:xfrm flipV="false" flipH="false">
                <a:off x="8389829" y="2368586"/>
                <a:ext cx="201337" cy="274732"/>
              </a:xfrm>
              <a:custGeom>
                <a:avLst/>
                <a:gdLst>
                  <a:gd fmla="*/ 63 w 86" name="T0"/>
                  <a:gd fmla="*/ 33 h 117" name="T1"/>
                  <a:gd fmla="*/ 39 w 86" name="T2"/>
                  <a:gd fmla="*/ 49 h 117" name="T3"/>
                  <a:gd fmla="*/ 33 w 86" name="T4"/>
                  <a:gd fmla="*/ 56 h 117" name="T5"/>
                  <a:gd fmla="*/ 32 w 86" name="T6"/>
                  <a:gd fmla="*/ 46 h 117" name="T7"/>
                  <a:gd fmla="*/ 24 w 86" name="T8"/>
                  <a:gd fmla="*/ 11 h 117" name="T9"/>
                  <a:gd fmla="*/ 4 w 86" name="T10"/>
                  <a:gd fmla="*/ 14 h 117" name="T11"/>
                  <a:gd fmla="*/ 2 w 86" name="T12"/>
                  <a:gd fmla="*/ 42 h 117" name="T13"/>
                  <a:gd fmla="*/ 24 w 86" name="T14"/>
                  <a:gd fmla="*/ 117 h 117" name="T15"/>
                  <a:gd fmla="*/ 62 w 86" name="T16"/>
                  <a:gd fmla="*/ 71 h 117" name="T17"/>
                  <a:gd fmla="*/ 63 w 86" name="T18"/>
                  <a:gd fmla="*/ 33 h 117" name="T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b="b" l="0" r="r" t="0"/>
                <a:pathLst>
                  <a:path h="117" w="86">
                    <a:moveTo>
                      <a:pt x="63" y="33"/>
                    </a:moveTo>
                    <a:cubicBezTo>
                      <a:pt x="54" y="35"/>
                      <a:pt x="46" y="42"/>
                      <a:pt x="39" y="49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34"/>
                      <a:pt x="30" y="21"/>
                      <a:pt x="24" y="11"/>
                    </a:cubicBezTo>
                    <a:cubicBezTo>
                      <a:pt x="19" y="0"/>
                      <a:pt x="9" y="3"/>
                      <a:pt x="4" y="14"/>
                    </a:cubicBezTo>
                    <a:cubicBezTo>
                      <a:pt x="0" y="22"/>
                      <a:pt x="0" y="33"/>
                      <a:pt x="2" y="42"/>
                    </a:cubicBezTo>
                    <a:cubicBezTo>
                      <a:pt x="5" y="68"/>
                      <a:pt x="13" y="93"/>
                      <a:pt x="24" y="117"/>
                    </a:cubicBezTo>
                    <a:cubicBezTo>
                      <a:pt x="38" y="103"/>
                      <a:pt x="51" y="88"/>
                      <a:pt x="62" y="71"/>
                    </a:cubicBezTo>
                    <a:cubicBezTo>
                      <a:pt x="65" y="66"/>
                      <a:pt x="86" y="24"/>
                      <a:pt x="63" y="33"/>
                    </a:cubicBezTo>
                    <a:close/>
                  </a:path>
                </a:pathLst>
              </a:custGeom>
              <a:solidFill>
                <a:srgbClr val="E9435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40671cd-d06b-418c-bfe8-ada5d57c5d0e" id="394" name="í$ḻïḓe">
                <a:extLst>
                  <a:ext uri="{FF2B5EF4-FFF2-40B4-BE49-F238E27FC236}">
                    <a16:creationId id="{B07D3BD4-BCCF-B8DE-462F-E5BD9F58DD4A}"/>
                  </a:ext>
                </a:extLst>
              </p:cNvPr>
              <p:cNvSpPr/>
              <p:nvPr/>
            </p:nvSpPr>
            <p:spPr bwMode="auto">
              <a:xfrm flipV="false" flipH="false">
                <a:off x="8361065" y="2335857"/>
                <a:ext cx="230100" cy="340191"/>
              </a:xfrm>
              <a:custGeom>
                <a:avLst/>
                <a:gdLst>
                  <a:gd fmla="*/ 73 w 98" name="T0"/>
                  <a:gd fmla="*/ 40 h 145" name="T1"/>
                  <a:gd fmla="*/ 51 w 98" name="T2"/>
                  <a:gd fmla="*/ 54 h 145" name="T3"/>
                  <a:gd fmla="*/ 40 w 98" name="T4"/>
                  <a:gd fmla="*/ 18 h 145" name="T5"/>
                  <a:gd fmla="*/ 8 w 98" name="T6"/>
                  <a:gd fmla="*/ 31 h 145" name="T7"/>
                  <a:gd fmla="*/ 20 w 98" name="T8"/>
                  <a:gd fmla="*/ 110 h 145" name="T9"/>
                  <a:gd fmla="*/ 31 w 98" name="T10"/>
                  <a:gd fmla="*/ 138 h 145" name="T11"/>
                  <a:gd fmla="*/ 34 w 98" name="T12"/>
                  <a:gd fmla="*/ 145 h 145" name="T13"/>
                  <a:gd fmla="*/ 40 w 98" name="T14"/>
                  <a:gd fmla="*/ 139 h 145" name="T15"/>
                  <a:gd fmla="*/ 55 w 98" name="T16"/>
                  <a:gd fmla="*/ 121 h 145" name="T17"/>
                  <a:gd fmla="*/ 92 w 98" name="T18"/>
                  <a:gd fmla="*/ 64 h 145" name="T19"/>
                  <a:gd fmla="*/ 73 w 98" name="T20"/>
                  <a:gd fmla="*/ 40 h 145" name="T21"/>
                  <a:gd fmla="*/ 74 w 98" name="T22"/>
                  <a:gd fmla="*/ 85 h 145" name="T23"/>
                  <a:gd fmla="*/ 36 w 98" name="T24"/>
                  <a:gd fmla="*/ 131 h 145" name="T25"/>
                  <a:gd fmla="*/ 14 w 98" name="T26"/>
                  <a:gd fmla="*/ 56 h 145" name="T27"/>
                  <a:gd fmla="*/ 16 w 98" name="T28"/>
                  <a:gd fmla="*/ 28 h 145" name="T29"/>
                  <a:gd fmla="*/ 36 w 98" name="T30"/>
                  <a:gd fmla="*/ 25 h 145" name="T31"/>
                  <a:gd fmla="*/ 44 w 98" name="T32"/>
                  <a:gd fmla="*/ 60 h 145" name="T33"/>
                  <a:gd fmla="*/ 45 w 98" name="T34"/>
                  <a:gd fmla="*/ 70 h 145" name="T35"/>
                  <a:gd fmla="*/ 51 w 98" name="T36"/>
                  <a:gd fmla="*/ 63 h 145" name="T37"/>
                  <a:gd fmla="*/ 75 w 98" name="T38"/>
                  <a:gd fmla="*/ 47 h 145" name="T39"/>
                  <a:gd fmla="*/ 74 w 98" name="T40"/>
                  <a:gd fmla="*/ 85 h 145" name="T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b="b" l="0" r="r" t="0"/>
                <a:pathLst>
                  <a:path h="145" w="98">
                    <a:moveTo>
                      <a:pt x="73" y="40"/>
                    </a:moveTo>
                    <a:cubicBezTo>
                      <a:pt x="65" y="42"/>
                      <a:pt x="58" y="47"/>
                      <a:pt x="51" y="54"/>
                    </a:cubicBezTo>
                    <a:cubicBezTo>
                      <a:pt x="50" y="41"/>
                      <a:pt x="46" y="28"/>
                      <a:pt x="40" y="18"/>
                    </a:cubicBezTo>
                    <a:cubicBezTo>
                      <a:pt x="30" y="0"/>
                      <a:pt x="11" y="18"/>
                      <a:pt x="8" y="31"/>
                    </a:cubicBezTo>
                    <a:cubicBezTo>
                      <a:pt x="0" y="56"/>
                      <a:pt x="12" y="87"/>
                      <a:pt x="20" y="110"/>
                    </a:cubicBezTo>
                    <a:cubicBezTo>
                      <a:pt x="23" y="119"/>
                      <a:pt x="27" y="128"/>
                      <a:pt x="31" y="138"/>
                    </a:cubicBezTo>
                    <a:cubicBezTo>
                      <a:pt x="34" y="145"/>
                      <a:pt x="34" y="145"/>
                      <a:pt x="34" y="145"/>
                    </a:cubicBezTo>
                    <a:cubicBezTo>
                      <a:pt x="40" y="139"/>
                      <a:pt x="40" y="139"/>
                      <a:pt x="40" y="139"/>
                    </a:cubicBezTo>
                    <a:cubicBezTo>
                      <a:pt x="45" y="133"/>
                      <a:pt x="50" y="127"/>
                      <a:pt x="55" y="121"/>
                    </a:cubicBezTo>
                    <a:cubicBezTo>
                      <a:pt x="70" y="104"/>
                      <a:pt x="85" y="86"/>
                      <a:pt x="92" y="64"/>
                    </a:cubicBezTo>
                    <a:cubicBezTo>
                      <a:pt x="96" y="50"/>
                      <a:pt x="88" y="37"/>
                      <a:pt x="73" y="40"/>
                    </a:cubicBezTo>
                    <a:close/>
                    <a:moveTo>
                      <a:pt x="74" y="85"/>
                    </a:moveTo>
                    <a:cubicBezTo>
                      <a:pt x="63" y="102"/>
                      <a:pt x="50" y="117"/>
                      <a:pt x="36" y="131"/>
                    </a:cubicBezTo>
                    <a:cubicBezTo>
                      <a:pt x="25" y="107"/>
                      <a:pt x="17" y="82"/>
                      <a:pt x="14" y="56"/>
                    </a:cubicBezTo>
                    <a:cubicBezTo>
                      <a:pt x="12" y="47"/>
                      <a:pt x="12" y="36"/>
                      <a:pt x="16" y="28"/>
                    </a:cubicBezTo>
                    <a:cubicBezTo>
                      <a:pt x="21" y="17"/>
                      <a:pt x="31" y="14"/>
                      <a:pt x="36" y="25"/>
                    </a:cubicBezTo>
                    <a:cubicBezTo>
                      <a:pt x="42" y="35"/>
                      <a:pt x="44" y="48"/>
                      <a:pt x="44" y="6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8" y="56"/>
                      <a:pt x="66" y="49"/>
                      <a:pt x="75" y="47"/>
                    </a:cubicBezTo>
                    <a:cubicBezTo>
                      <a:pt x="98" y="38"/>
                      <a:pt x="77" y="80"/>
                      <a:pt x="74" y="85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</p:grpSp>
        <p:grpSp>
          <p:nvGrpSpPr>
            <p:cNvPr descr="a363ec8d-eb35-4195-b6c2-afba03d133d8" id="13" name="组合 12">
              <a:extLst>
                <a:ext uri="{FF2B5EF4-FFF2-40B4-BE49-F238E27FC236}">
                  <a16:creationId id="{40A60B40-33E7-B06D-991A-F79A9634745B}"/>
                </a:ext>
              </a:extLst>
            </p:cNvPr>
            <p:cNvGrpSpPr/>
            <p:nvPr/>
          </p:nvGrpSpPr>
          <p:grpSpPr>
            <a:xfrm>
              <a:off x="2601106" y="3152946"/>
              <a:ext cx="769049" cy="708833"/>
              <a:chOff x="2601106" y="3152946"/>
              <a:chExt cx="769049" cy="708833"/>
            </a:xfrm>
          </p:grpSpPr>
          <p:sp>
            <p:nvSpPr>
              <p:cNvPr descr="e618bf2d-51d1-4877-bd2c-661c44850e48" id="449" name="íşļiḑe">
                <a:extLst>
                  <a:ext uri="{FF2B5EF4-FFF2-40B4-BE49-F238E27FC236}">
                    <a16:creationId id="{90376FEE-E7A0-2E70-8C03-FCEF69D9034D}"/>
                  </a:ext>
                </a:extLst>
              </p:cNvPr>
              <p:cNvSpPr/>
              <p:nvPr/>
            </p:nvSpPr>
            <p:spPr bwMode="auto">
              <a:xfrm flipV="false" flipH="false">
                <a:off x="2609707" y="3185632"/>
                <a:ext cx="744963" cy="646896"/>
              </a:xfrm>
              <a:custGeom>
                <a:avLst/>
                <a:gdLst>
                  <a:gd fmla="*/ 144 w 183" name="T0"/>
                  <a:gd fmla="*/ 59 h 159" name="T1"/>
                  <a:gd fmla="*/ 141 w 183" name="T2"/>
                  <a:gd fmla="*/ 54 h 159" name="T3"/>
                  <a:gd fmla="*/ 131 w 183" name="T4"/>
                  <a:gd fmla="*/ 5 h 159" name="T5"/>
                  <a:gd fmla="*/ 87 w 183" name="T6"/>
                  <a:gd fmla="*/ 38 h 159" name="T7"/>
                  <a:gd fmla="*/ 81 w 183" name="T8"/>
                  <a:gd fmla="*/ 38 h 159" name="T9"/>
                  <a:gd fmla="*/ 54 w 183" name="T10"/>
                  <a:gd fmla="*/ 19 h 159" name="T11"/>
                  <a:gd fmla="*/ 50 w 183" name="T12"/>
                  <a:gd fmla="*/ 51 h 159" name="T13"/>
                  <a:gd fmla="*/ 46 w 183" name="T14"/>
                  <a:gd fmla="*/ 55 h 159" name="T15"/>
                  <a:gd fmla="*/ 6 w 183" name="T16"/>
                  <a:gd fmla="*/ 84 h 159" name="T17"/>
                  <a:gd fmla="*/ 35 w 183" name="T18"/>
                  <a:gd fmla="*/ 110 h 159" name="T19"/>
                  <a:gd fmla="*/ 42 w 183" name="T20"/>
                  <a:gd fmla="*/ 111 h 159" name="T21"/>
                  <a:gd fmla="*/ 42 w 183" name="T22"/>
                  <a:gd fmla="*/ 116 h 159" name="T23"/>
                  <a:gd fmla="*/ 56 w 183" name="T24"/>
                  <a:gd fmla="*/ 139 h 159" name="T25"/>
                  <a:gd fmla="*/ 103 w 183" name="T26"/>
                  <a:gd fmla="*/ 121 h 159" name="T27"/>
                  <a:gd fmla="*/ 110 w 183" name="T28"/>
                  <a:gd fmla="*/ 122 h 159" name="T29"/>
                  <a:gd fmla="*/ 145 w 183" name="T30"/>
                  <a:gd fmla="*/ 106 h 159" name="T31"/>
                  <a:gd fmla="*/ 147 w 183" name="T32"/>
                  <a:gd fmla="*/ 100 h 159" name="T33"/>
                  <a:gd fmla="*/ 178 w 183" name="T34"/>
                  <a:gd fmla="*/ 74 h 159" name="T35"/>
                  <a:gd fmla="*/ 144 w 183" name="T36"/>
                  <a:gd fmla="*/ 59 h 159" name="T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b="b" l="0" r="r" t="0"/>
                <a:pathLst>
                  <a:path h="159" w="183">
                    <a:moveTo>
                      <a:pt x="144" y="59"/>
                    </a:moveTo>
                    <a:cubicBezTo>
                      <a:pt x="141" y="59"/>
                      <a:pt x="140" y="56"/>
                      <a:pt x="141" y="54"/>
                    </a:cubicBezTo>
                    <a:cubicBezTo>
                      <a:pt x="147" y="39"/>
                      <a:pt x="152" y="10"/>
                      <a:pt x="131" y="5"/>
                    </a:cubicBezTo>
                    <a:cubicBezTo>
                      <a:pt x="109" y="0"/>
                      <a:pt x="95" y="21"/>
                      <a:pt x="87" y="38"/>
                    </a:cubicBezTo>
                    <a:cubicBezTo>
                      <a:pt x="86" y="41"/>
                      <a:pt x="82" y="41"/>
                      <a:pt x="81" y="38"/>
                    </a:cubicBezTo>
                    <a:cubicBezTo>
                      <a:pt x="78" y="30"/>
                      <a:pt x="66" y="6"/>
                      <a:pt x="54" y="19"/>
                    </a:cubicBezTo>
                    <a:cubicBezTo>
                      <a:pt x="45" y="28"/>
                      <a:pt x="47" y="40"/>
                      <a:pt x="50" y="51"/>
                    </a:cubicBezTo>
                    <a:cubicBezTo>
                      <a:pt x="51" y="54"/>
                      <a:pt x="48" y="56"/>
                      <a:pt x="46" y="55"/>
                    </a:cubicBezTo>
                    <a:cubicBezTo>
                      <a:pt x="27" y="51"/>
                      <a:pt x="0" y="58"/>
                      <a:pt x="6" y="84"/>
                    </a:cubicBezTo>
                    <a:cubicBezTo>
                      <a:pt x="10" y="100"/>
                      <a:pt x="21" y="107"/>
                      <a:pt x="35" y="110"/>
                    </a:cubicBezTo>
                    <a:cubicBezTo>
                      <a:pt x="42" y="111"/>
                      <a:pt x="42" y="111"/>
                      <a:pt x="42" y="111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3" y="126"/>
                      <a:pt x="47" y="134"/>
                      <a:pt x="56" y="139"/>
                    </a:cubicBezTo>
                    <a:cubicBezTo>
                      <a:pt x="75" y="150"/>
                      <a:pt x="92" y="137"/>
                      <a:pt x="103" y="121"/>
                    </a:cubicBezTo>
                    <a:cubicBezTo>
                      <a:pt x="105" y="119"/>
                      <a:pt x="109" y="119"/>
                      <a:pt x="110" y="122"/>
                    </a:cubicBezTo>
                    <a:cubicBezTo>
                      <a:pt x="116" y="159"/>
                      <a:pt x="167" y="129"/>
                      <a:pt x="145" y="106"/>
                    </a:cubicBezTo>
                    <a:cubicBezTo>
                      <a:pt x="143" y="104"/>
                      <a:pt x="144" y="100"/>
                      <a:pt x="147" y="100"/>
                    </a:cubicBezTo>
                    <a:cubicBezTo>
                      <a:pt x="160" y="100"/>
                      <a:pt x="183" y="92"/>
                      <a:pt x="178" y="74"/>
                    </a:cubicBezTo>
                    <a:cubicBezTo>
                      <a:pt x="174" y="59"/>
                      <a:pt x="157" y="57"/>
                      <a:pt x="144" y="59"/>
                    </a:cubicBezTo>
                    <a:close/>
                  </a:path>
                </a:pathLst>
              </a:custGeom>
              <a:solidFill>
                <a:srgbClr val="F8D955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c8d582d-8e15-49a0-a7d5-f7c2d0e3ec34" id="450" name="ï$ľîďe">
                <a:extLst>
                  <a:ext uri="{FF2B5EF4-FFF2-40B4-BE49-F238E27FC236}">
                    <a16:creationId id="{D1DDE245-7C07-F73D-0819-D86EC976DB97}"/>
                  </a:ext>
                </a:extLst>
              </p:cNvPr>
              <p:cNvSpPr/>
              <p:nvPr/>
            </p:nvSpPr>
            <p:spPr bwMode="auto">
              <a:xfrm flipV="false" flipH="false">
                <a:off x="2630354" y="3438543"/>
                <a:ext cx="724317" cy="393988"/>
              </a:xfrm>
              <a:custGeom>
                <a:avLst/>
                <a:gdLst>
                  <a:gd fmla="*/ 142 w 178" name="T0"/>
                  <a:gd fmla="*/ 38 h 97" name="T1"/>
                  <a:gd fmla="*/ 173 w 178" name="T2"/>
                  <a:gd fmla="*/ 12 h 97" name="T3"/>
                  <a:gd fmla="*/ 163 w 178" name="T4"/>
                  <a:gd fmla="*/ 0 h 97" name="T5"/>
                  <a:gd fmla="*/ 130 w 178" name="T6"/>
                  <a:gd fmla="*/ 23 h 97" name="T7"/>
                  <a:gd fmla="*/ 121 w 178" name="T8"/>
                  <a:gd fmla="*/ 39 h 97" name="T9"/>
                  <a:gd fmla="*/ 103 w 178" name="T10"/>
                  <a:gd fmla="*/ 30 h 97" name="T11"/>
                  <a:gd fmla="*/ 65 w 178" name="T12"/>
                  <a:gd fmla="*/ 54 h 97" name="T13"/>
                  <a:gd fmla="*/ 59 w 178" name="T14"/>
                  <a:gd fmla="*/ 22 h 97" name="T15"/>
                  <a:gd fmla="*/ 6 w 178" name="T16"/>
                  <a:gd fmla="*/ 20 h 97" name="T17"/>
                  <a:gd fmla="*/ 1 w 178" name="T18"/>
                  <a:gd fmla="*/ 11 h 97" name="T19"/>
                  <a:gd fmla="*/ 1 w 178" name="T20"/>
                  <a:gd fmla="*/ 22 h 97" name="T21"/>
                  <a:gd fmla="*/ 30 w 178" name="T22"/>
                  <a:gd fmla="*/ 48 h 97" name="T23"/>
                  <a:gd fmla="*/ 37 w 178" name="T24"/>
                  <a:gd fmla="*/ 49 h 97" name="T25"/>
                  <a:gd fmla="*/ 37 w 178" name="T26"/>
                  <a:gd fmla="*/ 54 h 97" name="T27"/>
                  <a:gd fmla="*/ 51 w 178" name="T28"/>
                  <a:gd fmla="*/ 77 h 97" name="T29"/>
                  <a:gd fmla="*/ 98 w 178" name="T30"/>
                  <a:gd fmla="*/ 59 h 97" name="T31"/>
                  <a:gd fmla="*/ 105 w 178" name="T32"/>
                  <a:gd fmla="*/ 60 h 97" name="T33"/>
                  <a:gd fmla="*/ 140 w 178" name="T34"/>
                  <a:gd fmla="*/ 44 h 97" name="T35"/>
                  <a:gd fmla="*/ 142 w 178" name="T36"/>
                  <a:gd fmla="*/ 38 h 97" name="T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b="b" l="0" r="r" t="0"/>
                <a:pathLst>
                  <a:path h="97" w="178">
                    <a:moveTo>
                      <a:pt x="142" y="38"/>
                    </a:moveTo>
                    <a:cubicBezTo>
                      <a:pt x="155" y="38"/>
                      <a:pt x="178" y="30"/>
                      <a:pt x="173" y="12"/>
                    </a:cubicBezTo>
                    <a:cubicBezTo>
                      <a:pt x="172" y="6"/>
                      <a:pt x="168" y="2"/>
                      <a:pt x="163" y="0"/>
                    </a:cubicBezTo>
                    <a:cubicBezTo>
                      <a:pt x="163" y="14"/>
                      <a:pt x="145" y="24"/>
                      <a:pt x="130" y="23"/>
                    </a:cubicBezTo>
                    <a:cubicBezTo>
                      <a:pt x="131" y="23"/>
                      <a:pt x="128" y="39"/>
                      <a:pt x="121" y="39"/>
                    </a:cubicBezTo>
                    <a:cubicBezTo>
                      <a:pt x="114" y="39"/>
                      <a:pt x="108" y="34"/>
                      <a:pt x="103" y="30"/>
                    </a:cubicBezTo>
                    <a:cubicBezTo>
                      <a:pt x="95" y="42"/>
                      <a:pt x="80" y="62"/>
                      <a:pt x="65" y="54"/>
                    </a:cubicBezTo>
                    <a:cubicBezTo>
                      <a:pt x="52" y="48"/>
                      <a:pt x="54" y="33"/>
                      <a:pt x="59" y="22"/>
                    </a:cubicBezTo>
                    <a:cubicBezTo>
                      <a:pt x="42" y="27"/>
                      <a:pt x="19" y="31"/>
                      <a:pt x="6" y="20"/>
                    </a:cubicBezTo>
                    <a:cubicBezTo>
                      <a:pt x="2" y="17"/>
                      <a:pt x="1" y="14"/>
                      <a:pt x="1" y="11"/>
                    </a:cubicBezTo>
                    <a:cubicBezTo>
                      <a:pt x="0" y="14"/>
                      <a:pt x="0" y="18"/>
                      <a:pt x="1" y="22"/>
                    </a:cubicBezTo>
                    <a:cubicBezTo>
                      <a:pt x="5" y="38"/>
                      <a:pt x="16" y="45"/>
                      <a:pt x="30" y="48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54"/>
                      <a:pt x="37" y="54"/>
                      <a:pt x="37" y="54"/>
                    </a:cubicBezTo>
                    <a:cubicBezTo>
                      <a:pt x="38" y="64"/>
                      <a:pt x="42" y="72"/>
                      <a:pt x="51" y="77"/>
                    </a:cubicBezTo>
                    <a:cubicBezTo>
                      <a:pt x="70" y="88"/>
                      <a:pt x="87" y="75"/>
                      <a:pt x="98" y="59"/>
                    </a:cubicBezTo>
                    <a:cubicBezTo>
                      <a:pt x="100" y="57"/>
                      <a:pt x="104" y="57"/>
                      <a:pt x="105" y="60"/>
                    </a:cubicBezTo>
                    <a:cubicBezTo>
                      <a:pt x="111" y="97"/>
                      <a:pt x="162" y="67"/>
                      <a:pt x="140" y="44"/>
                    </a:cubicBezTo>
                    <a:cubicBezTo>
                      <a:pt x="138" y="42"/>
                      <a:pt x="139" y="38"/>
                      <a:pt x="142" y="38"/>
                    </a:cubicBezTo>
                    <a:close/>
                  </a:path>
                </a:pathLst>
              </a:custGeom>
              <a:solidFill>
                <a:srgbClr val="DD943D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ec5f525-e1be-4de6-ab77-7ce0e5950aea" id="451" name="íš1ïḍè">
                <a:extLst>
                  <a:ext uri="{FF2B5EF4-FFF2-40B4-BE49-F238E27FC236}">
                    <a16:creationId id="{DD31B511-16CC-F25F-D7F3-DF44A263988C}"/>
                  </a:ext>
                </a:extLst>
              </p:cNvPr>
              <p:cNvSpPr/>
              <p:nvPr/>
            </p:nvSpPr>
            <p:spPr bwMode="auto">
              <a:xfrm flipV="false" flipH="false">
                <a:off x="2601106" y="3152946"/>
                <a:ext cx="769049" cy="708833"/>
              </a:xfrm>
              <a:custGeom>
                <a:avLst/>
                <a:gdLst>
                  <a:gd fmla="*/ 188 w 189" name="T0"/>
                  <a:gd fmla="*/ 84 h 174" name="T1"/>
                  <a:gd fmla="*/ 151 w 189" name="T2"/>
                  <a:gd fmla="*/ 60 h 174" name="T3"/>
                  <a:gd fmla="*/ 136 w 189" name="T4"/>
                  <a:gd fmla="*/ 7 h 174" name="T5"/>
                  <a:gd fmla="*/ 86 w 189" name="T6"/>
                  <a:gd fmla="*/ 37 h 174" name="T7"/>
                  <a:gd fmla="*/ 57 w 189" name="T8"/>
                  <a:gd fmla="*/ 18 h 174" name="T9"/>
                  <a:gd fmla="*/ 44 w 189" name="T10"/>
                  <a:gd fmla="*/ 56 h 174" name="T11"/>
                  <a:gd fmla="*/ 1 w 189" name="T12"/>
                  <a:gd fmla="*/ 88 h 174" name="T13"/>
                  <a:gd fmla="*/ 37 w 189" name="T14"/>
                  <a:gd fmla="*/ 124 h 174" name="T15"/>
                  <a:gd fmla="*/ 54 w 189" name="T16"/>
                  <a:gd fmla="*/ 154 h 174" name="T17"/>
                  <a:gd fmla="*/ 107 w 189" name="T18"/>
                  <a:gd fmla="*/ 139 h 174" name="T19"/>
                  <a:gd fmla="*/ 156 w 189" name="T20"/>
                  <a:gd fmla="*/ 115 h 174" name="T21"/>
                  <a:gd fmla="*/ 188 w 189" name="T22"/>
                  <a:gd fmla="*/ 84 h 174" name="T23"/>
                  <a:gd fmla="*/ 149 w 189" name="T24"/>
                  <a:gd fmla="*/ 108 h 174" name="T25"/>
                  <a:gd fmla="*/ 147 w 189" name="T26"/>
                  <a:gd fmla="*/ 114 h 174" name="T27"/>
                  <a:gd fmla="*/ 112 w 189" name="T28"/>
                  <a:gd fmla="*/ 130 h 174" name="T29"/>
                  <a:gd fmla="*/ 105 w 189" name="T30"/>
                  <a:gd fmla="*/ 129 h 174" name="T31"/>
                  <a:gd fmla="*/ 58 w 189" name="T32"/>
                  <a:gd fmla="*/ 147 h 174" name="T33"/>
                  <a:gd fmla="*/ 44 w 189" name="T34"/>
                  <a:gd fmla="*/ 124 h 174" name="T35"/>
                  <a:gd fmla="*/ 44 w 189" name="T36"/>
                  <a:gd fmla="*/ 119 h 174" name="T37"/>
                  <a:gd fmla="*/ 37 w 189" name="T38"/>
                  <a:gd fmla="*/ 118 h 174" name="T39"/>
                  <a:gd fmla="*/ 8 w 189" name="T40"/>
                  <a:gd fmla="*/ 92 h 174" name="T41"/>
                  <a:gd fmla="*/ 48 w 189" name="T42"/>
                  <a:gd fmla="*/ 63 h 174" name="T43"/>
                  <a:gd fmla="*/ 52 w 189" name="T44"/>
                  <a:gd fmla="*/ 59 h 174" name="T45"/>
                  <a:gd fmla="*/ 56 w 189" name="T46"/>
                  <a:gd fmla="*/ 27 h 174" name="T47"/>
                  <a:gd fmla="*/ 83 w 189" name="T48"/>
                  <a:gd fmla="*/ 46 h 174" name="T49"/>
                  <a:gd fmla="*/ 89 w 189" name="T50"/>
                  <a:gd fmla="*/ 46 h 174" name="T51"/>
                  <a:gd fmla="*/ 133 w 189" name="T52"/>
                  <a:gd fmla="*/ 13 h 174" name="T53"/>
                  <a:gd fmla="*/ 143 w 189" name="T54"/>
                  <a:gd fmla="*/ 62 h 174" name="T55"/>
                  <a:gd fmla="*/ 146 w 189" name="T56"/>
                  <a:gd fmla="*/ 67 h 174" name="T57"/>
                  <a:gd fmla="*/ 180 w 189" name="T58"/>
                  <a:gd fmla="*/ 82 h 174" name="T59"/>
                  <a:gd fmla="*/ 149 w 189" name="T60"/>
                  <a:gd fmla="*/ 108 h 174" name="T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b="b" l="0" r="r" t="0"/>
                <a:pathLst>
                  <a:path h="174" w="189">
                    <a:moveTo>
                      <a:pt x="188" y="84"/>
                    </a:moveTo>
                    <a:cubicBezTo>
                      <a:pt x="186" y="65"/>
                      <a:pt x="167" y="59"/>
                      <a:pt x="151" y="60"/>
                    </a:cubicBezTo>
                    <a:cubicBezTo>
                      <a:pt x="157" y="41"/>
                      <a:pt x="158" y="15"/>
                      <a:pt x="136" y="7"/>
                    </a:cubicBezTo>
                    <a:cubicBezTo>
                      <a:pt x="114" y="0"/>
                      <a:pt x="96" y="18"/>
                      <a:pt x="86" y="37"/>
                    </a:cubicBezTo>
                    <a:cubicBezTo>
                      <a:pt x="81" y="26"/>
                      <a:pt x="71" y="13"/>
                      <a:pt x="57" y="18"/>
                    </a:cubicBezTo>
                    <a:cubicBezTo>
                      <a:pt x="43" y="25"/>
                      <a:pt x="41" y="42"/>
                      <a:pt x="44" y="56"/>
                    </a:cubicBezTo>
                    <a:cubicBezTo>
                      <a:pt x="22" y="53"/>
                      <a:pt x="0" y="62"/>
                      <a:pt x="1" y="88"/>
                    </a:cubicBezTo>
                    <a:cubicBezTo>
                      <a:pt x="2" y="109"/>
                      <a:pt x="19" y="122"/>
                      <a:pt x="37" y="124"/>
                    </a:cubicBezTo>
                    <a:cubicBezTo>
                      <a:pt x="38" y="135"/>
                      <a:pt x="44" y="146"/>
                      <a:pt x="54" y="154"/>
                    </a:cubicBezTo>
                    <a:cubicBezTo>
                      <a:pt x="73" y="167"/>
                      <a:pt x="94" y="154"/>
                      <a:pt x="107" y="139"/>
                    </a:cubicBezTo>
                    <a:cubicBezTo>
                      <a:pt x="120" y="174"/>
                      <a:pt x="174" y="143"/>
                      <a:pt x="156" y="115"/>
                    </a:cubicBezTo>
                    <a:cubicBezTo>
                      <a:pt x="173" y="112"/>
                      <a:pt x="189" y="103"/>
                      <a:pt x="188" y="84"/>
                    </a:cubicBezTo>
                    <a:close/>
                    <a:moveTo>
                      <a:pt x="149" y="108"/>
                    </a:moveTo>
                    <a:cubicBezTo>
                      <a:pt x="146" y="108"/>
                      <a:pt x="145" y="112"/>
                      <a:pt x="147" y="114"/>
                    </a:cubicBezTo>
                    <a:cubicBezTo>
                      <a:pt x="169" y="137"/>
                      <a:pt x="118" y="167"/>
                      <a:pt x="112" y="130"/>
                    </a:cubicBezTo>
                    <a:cubicBezTo>
                      <a:pt x="111" y="127"/>
                      <a:pt x="107" y="127"/>
                      <a:pt x="105" y="129"/>
                    </a:cubicBezTo>
                    <a:cubicBezTo>
                      <a:pt x="94" y="145"/>
                      <a:pt x="77" y="158"/>
                      <a:pt x="58" y="147"/>
                    </a:cubicBezTo>
                    <a:cubicBezTo>
                      <a:pt x="49" y="142"/>
                      <a:pt x="45" y="134"/>
                      <a:pt x="44" y="124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37" y="118"/>
                      <a:pt x="37" y="118"/>
                      <a:pt x="37" y="118"/>
                    </a:cubicBezTo>
                    <a:cubicBezTo>
                      <a:pt x="23" y="115"/>
                      <a:pt x="12" y="108"/>
                      <a:pt x="8" y="92"/>
                    </a:cubicBezTo>
                    <a:cubicBezTo>
                      <a:pt x="2" y="66"/>
                      <a:pt x="29" y="59"/>
                      <a:pt x="48" y="63"/>
                    </a:cubicBezTo>
                    <a:cubicBezTo>
                      <a:pt x="50" y="64"/>
                      <a:pt x="53" y="62"/>
                      <a:pt x="52" y="59"/>
                    </a:cubicBezTo>
                    <a:cubicBezTo>
                      <a:pt x="49" y="48"/>
                      <a:pt x="47" y="36"/>
                      <a:pt x="56" y="27"/>
                    </a:cubicBezTo>
                    <a:cubicBezTo>
                      <a:pt x="68" y="14"/>
                      <a:pt x="80" y="38"/>
                      <a:pt x="83" y="46"/>
                    </a:cubicBezTo>
                    <a:cubicBezTo>
                      <a:pt x="84" y="49"/>
                      <a:pt x="88" y="49"/>
                      <a:pt x="89" y="46"/>
                    </a:cubicBezTo>
                    <a:cubicBezTo>
                      <a:pt x="97" y="29"/>
                      <a:pt x="111" y="8"/>
                      <a:pt x="133" y="13"/>
                    </a:cubicBezTo>
                    <a:cubicBezTo>
                      <a:pt x="154" y="18"/>
                      <a:pt x="149" y="47"/>
                      <a:pt x="143" y="62"/>
                    </a:cubicBezTo>
                    <a:cubicBezTo>
                      <a:pt x="142" y="64"/>
                      <a:pt x="143" y="67"/>
                      <a:pt x="146" y="67"/>
                    </a:cubicBezTo>
                    <a:cubicBezTo>
                      <a:pt x="159" y="65"/>
                      <a:pt x="176" y="67"/>
                      <a:pt x="180" y="82"/>
                    </a:cubicBezTo>
                    <a:cubicBezTo>
                      <a:pt x="185" y="100"/>
                      <a:pt x="162" y="108"/>
                      <a:pt x="149" y="10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</p:grpSp>
        <p:grpSp>
          <p:nvGrpSpPr>
            <p:cNvPr descr="dc36e2b9-420c-4e4e-93c8-37cd2262feb0" id="2" name="组合 1">
              <a:extLst>
                <a:ext uri="{FF2B5EF4-FFF2-40B4-BE49-F238E27FC236}">
                  <a16:creationId id="{92CE2566-88AA-FFAC-9989-0CAB5A5687F3}"/>
                </a:ext>
              </a:extLst>
            </p:cNvPr>
            <p:cNvGrpSpPr/>
            <p:nvPr/>
          </p:nvGrpSpPr>
          <p:grpSpPr>
            <a:xfrm>
              <a:off x="4750057" y="3067237"/>
              <a:ext cx="2551043" cy="1657713"/>
              <a:chOff x="4750057" y="3067237"/>
              <a:chExt cx="2551043" cy="1657713"/>
            </a:xfrm>
          </p:grpSpPr>
          <p:sp>
            <p:nvSpPr>
              <p:cNvPr descr="b562df09-fa19-4df5-8296-6bfee2990096" id="26" name="Text1">
                <a:extLst>
                  <a:ext uri="{FF2B5EF4-FFF2-40B4-BE49-F238E27FC236}">
                    <a16:creationId id="{B7706AA5-7F5D-19A5-78FC-9CA019A07FDB}"/>
                  </a:ext>
                </a:extLst>
              </p:cNvPr>
              <p:cNvSpPr txBox="1"/>
              <p:nvPr/>
            </p:nvSpPr>
            <p:spPr>
              <a:xfrm flipV="false" flipH="false">
                <a:off x="4750058" y="3685713"/>
                <a:ext cx="2551042" cy="1039237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每次舔舐时间控制在5 - 10分钟内，保证体验舒适。</a:t>
                </a:r>
              </a:p>
            </p:txBody>
          </p:sp>
          <p:sp>
            <p:nvSpPr>
              <p:cNvPr descr="32b50303-9a7a-4778-804a-af40d00ff78d" id="27" name="Bullet1">
                <a:extLst>
                  <a:ext uri="{FF2B5EF4-FFF2-40B4-BE49-F238E27FC236}">
                    <a16:creationId id="{326909D4-C508-0ABD-6303-A396858F3E48}"/>
                  </a:ext>
                </a:extLst>
              </p:cNvPr>
              <p:cNvSpPr txBox="1"/>
              <p:nvPr/>
            </p:nvSpPr>
            <p:spPr>
              <a:xfrm flipV="false" flipH="false">
                <a:off x="4750057" y="3067237"/>
                <a:ext cx="2551040" cy="618476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latin typeface="微软雅黑"/>
                  </a:rPr>
                  <a:t>5 - 10分钟</a:t>
                </a:r>
              </a:p>
            </p:txBody>
          </p:sp>
        </p:grpSp>
        <p:grpSp>
          <p:nvGrpSpPr>
            <p:cNvPr descr="f7f94172-7288-4edb-9466-8ff9bf8dd66d" id="4" name="组合 3">
              <a:extLst>
                <a:ext uri="{FF2B5EF4-FFF2-40B4-BE49-F238E27FC236}">
                  <a16:creationId id="{2513D30F-BA29-6A62-9035-588DBB87E2EB}"/>
                </a:ext>
              </a:extLst>
            </p:cNvPr>
            <p:cNvGrpSpPr/>
            <p:nvPr/>
          </p:nvGrpSpPr>
          <p:grpSpPr>
            <a:xfrm>
              <a:off x="8013050" y="3622820"/>
              <a:ext cx="2551043" cy="1657713"/>
              <a:chOff x="8013050" y="3622820"/>
              <a:chExt cx="2551043" cy="1657713"/>
            </a:xfrm>
          </p:grpSpPr>
          <p:sp>
            <p:nvSpPr>
              <p:cNvPr descr="04528e8e-e712-4c12-8a38-62d8117cd4d9" id="42" name="Text2">
                <a:extLst>
                  <a:ext uri="{FF2B5EF4-FFF2-40B4-BE49-F238E27FC236}">
                    <a16:creationId id="{B0EF9220-B0E2-88E4-AE0D-291949F26679}"/>
                  </a:ext>
                </a:extLst>
              </p:cNvPr>
              <p:cNvSpPr txBox="1"/>
              <p:nvPr/>
            </p:nvSpPr>
            <p:spPr>
              <a:xfrm flipV="false" flipH="false">
                <a:off x="8013051" y="4241297"/>
                <a:ext cx="2551042" cy="103923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过长时间舔舐会导致口腔疲劳，影响后续体验。</a:t>
                </a:r>
              </a:p>
            </p:txBody>
          </p:sp>
          <p:sp>
            <p:nvSpPr>
              <p:cNvPr descr="1e0b889d-3e66-4b9d-9cc4-938133abd9ed" id="43" name="Bullet2">
                <a:extLst>
                  <a:ext uri="{FF2B5EF4-FFF2-40B4-BE49-F238E27FC236}">
                    <a16:creationId id="{195B28F7-4A46-81FF-F45A-5FE675875597}"/>
                  </a:ext>
                </a:extLst>
              </p:cNvPr>
              <p:cNvSpPr txBox="1"/>
              <p:nvPr/>
            </p:nvSpPr>
            <p:spPr>
              <a:xfrm flipV="false" flipH="false">
                <a:off x="8013050" y="3622820"/>
                <a:ext cx="2551040" cy="618476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防止口腔疲劳</a:t>
                </a:r>
              </a:p>
            </p:txBody>
          </p:sp>
        </p:grpSp>
        <p:grpSp>
          <p:nvGrpSpPr>
            <p:cNvPr descr="56daad97-263d-45da-b31e-c20c9d1a18b7" id="5" name="组合 4">
              <a:extLst>
                <a:ext uri="{FF2B5EF4-FFF2-40B4-BE49-F238E27FC236}">
                  <a16:creationId id="{024A351A-4751-A67A-0041-EFDDC83038B8}"/>
                </a:ext>
              </a:extLst>
            </p:cNvPr>
            <p:cNvGrpSpPr/>
            <p:nvPr/>
          </p:nvGrpSpPr>
          <p:grpSpPr>
            <a:xfrm>
              <a:off x="1849858" y="3919400"/>
              <a:ext cx="2551043" cy="1657713"/>
              <a:chOff x="1849858" y="3919400"/>
              <a:chExt cx="2551043" cy="1657713"/>
            </a:xfrm>
          </p:grpSpPr>
          <p:sp>
            <p:nvSpPr>
              <p:cNvPr descr="7bd2b9bb-f206-4947-8fac-3bc4d46f3b83" id="20" name="Text3">
                <a:extLst>
                  <a:ext uri="{FF2B5EF4-FFF2-40B4-BE49-F238E27FC236}">
                    <a16:creationId id="{CC930C88-2EEA-6DD3-539F-497C3DC5917A}"/>
                  </a:ext>
                </a:extLst>
              </p:cNvPr>
              <p:cNvSpPr txBox="1"/>
              <p:nvPr/>
            </p:nvSpPr>
            <p:spPr>
              <a:xfrm flipV="false" flipH="false">
                <a:off x="1849859" y="4537877"/>
                <a:ext cx="2551042" cy="103923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根据双方状态和意愿，合理规划舔脚时间。</a:t>
                </a:r>
              </a:p>
            </p:txBody>
          </p:sp>
          <p:sp>
            <p:nvSpPr>
              <p:cNvPr descr="92cdfb55-5b2b-493f-96d9-f3d652bd5b17" id="21" name="Bullet3">
                <a:extLst>
                  <a:ext uri="{FF2B5EF4-FFF2-40B4-BE49-F238E27FC236}">
                    <a16:creationId id="{D9E68DB5-18AC-008C-5D5A-5B004AF6BC6C}"/>
                  </a:ext>
                </a:extLst>
              </p:cNvPr>
              <p:cNvSpPr txBox="1"/>
              <p:nvPr/>
            </p:nvSpPr>
            <p:spPr>
              <a:xfrm flipV="false" flipH="false">
                <a:off x="1849858" y="3919400"/>
                <a:ext cx="2551040" cy="618476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合理规划</a:t>
                </a:r>
              </a:p>
            </p:txBody>
          </p:sp>
        </p:grpSp>
      </p:grp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舔后处理建议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做好舔脚后的清洁与检查工作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对舔舐者的建议</a:t>
            </a:r>
          </a:p>
        </p:txBody>
      </p:sp>
      <p:grpSp>
        <p:nvGrpSpPr>
          <p:cNvPr descr="ab6e849b-c7b6-4c5f-871b-dccc0a5709cc" id="221" name="76ee2d20-a2ce-43f4-92a5-aa02977341bf.source.3.zh-Hans.pptx">
            <a:extLst>
              <a:ext uri="{FF2B5EF4-FFF2-40B4-BE49-F238E27FC236}">
                <a16:creationId id="{47BE8E75-DA93-0D7B-37A8-4397FBA5567E}"/>
              </a:ext>
            </a:extLst>
          </p:cNvPr>
          <p:cNvGrpSpPr/>
          <p:nvPr/>
        </p:nvGrpSpPr>
        <p:grpSpPr>
          <a:xfrm>
            <a:off x="777874" y="1199344"/>
            <a:ext cx="10623552" cy="4865711"/>
            <a:chOff x="777874" y="1204642"/>
            <a:chExt cx="10623552" cy="4865711"/>
          </a:xfrm>
        </p:grpSpPr>
        <p:grpSp>
          <p:nvGrpSpPr>
            <p:cNvPr descr="c3414388-7d5b-437c-8390-b9fa538cb6f6" id="220" name="组合 219">
              <a:extLst>
                <a:ext uri="{FF2B5EF4-FFF2-40B4-BE49-F238E27FC236}">
                  <a16:creationId id="{63C51232-6809-8673-D08B-08E99368E34A}"/>
                </a:ext>
              </a:extLst>
            </p:cNvPr>
            <p:cNvGrpSpPr/>
            <p:nvPr/>
          </p:nvGrpSpPr>
          <p:grpSpPr>
            <a:xfrm>
              <a:off x="1135483" y="2394730"/>
              <a:ext cx="4415583" cy="3666097"/>
              <a:chOff x="1135483" y="2394730"/>
              <a:chExt cx="4415583" cy="3666097"/>
            </a:xfrm>
          </p:grpSpPr>
          <p:sp>
            <p:nvSpPr>
              <p:cNvPr descr="251ab046-a00f-41bf-976d-a6e56e5941b5" id="207" name="任意多边形: 形状 206">
                <a:extLst>
                  <a:ext uri="{FF2B5EF4-FFF2-40B4-BE49-F238E27FC236}">
                    <a16:creationId id="{57E6C455-7CD6-CA21-47AB-E8819E3375A1}"/>
                  </a:ext>
                </a:extLst>
              </p:cNvPr>
              <p:cNvSpPr/>
              <p:nvPr/>
            </p:nvSpPr>
            <p:spPr>
              <a:xfrm flipV="false" flipH="false">
                <a:off x="4108407" y="4113354"/>
                <a:ext cx="1133520" cy="1359619"/>
              </a:xfrm>
              <a:custGeom>
                <a:avLst/>
                <a:gdLst>
                  <a:gd fmla="*/ 15296 w 1644864" name="connsiteX0"/>
                  <a:gd fmla="*/ 1927588 h 1972960" name="connsiteY0"/>
                  <a:gd fmla="*/ 1097336 w 1644864" name="connsiteX1"/>
                  <a:gd fmla="*/ 1607071 h 1972960" name="connsiteY1"/>
                  <a:gd fmla="*/ 1619211 w 1644864" name="connsiteX2"/>
                  <a:gd fmla="*/ 15539 h 1972960" name="connsiteY2"/>
                  <a:gd fmla="*/ 457923 w 1644864" name="connsiteX3"/>
                  <a:gd fmla="*/ 706006 h 1972960" name="connsiteY3"/>
                  <a:gd fmla="*/ 15296 w 1644864" name="connsiteX4"/>
                  <a:gd fmla="*/ 1927588 h 1972960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972960" w="1644864">
                    <a:moveTo>
                      <a:pt x="15296" y="1927588"/>
                    </a:moveTo>
                    <a:cubicBezTo>
                      <a:pt x="40442" y="2015980"/>
                      <a:pt x="578891" y="2006931"/>
                      <a:pt x="1097336" y="1607071"/>
                    </a:cubicBezTo>
                    <a:cubicBezTo>
                      <a:pt x="1689887" y="1150062"/>
                      <a:pt x="1675789" y="108503"/>
                      <a:pt x="1619211" y="15539"/>
                    </a:cubicBezTo>
                    <a:cubicBezTo>
                      <a:pt x="1569395" y="-66471"/>
                      <a:pt x="900740" y="177940"/>
                      <a:pt x="457923" y="706006"/>
                    </a:cubicBezTo>
                    <a:cubicBezTo>
                      <a:pt x="15106" y="1233977"/>
                      <a:pt x="-33662" y="1755471"/>
                      <a:pt x="15296" y="1927588"/>
                    </a:cubicBezTo>
                    <a:close/>
                  </a:path>
                </a:pathLst>
              </a:custGeom>
              <a:solidFill>
                <a:srgbClr val="7467F5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387e8fb-70b9-4fc2-901a-7613a5b6b4fb" id="209" name="任意多边形: 形状 208">
                <a:extLst>
                  <a:ext uri="{FF2B5EF4-FFF2-40B4-BE49-F238E27FC236}">
                    <a16:creationId id="{C53260C9-27FC-49B9-64D2-C9E34A168439}"/>
                  </a:ext>
                </a:extLst>
              </p:cNvPr>
              <p:cNvSpPr/>
              <p:nvPr/>
            </p:nvSpPr>
            <p:spPr>
              <a:xfrm flipV="false" flipH="false">
                <a:off x="4195656" y="4138145"/>
                <a:ext cx="1013449" cy="1155937"/>
              </a:xfrm>
              <a:custGeom>
                <a:avLst/>
                <a:gdLst>
                  <a:gd fmla="*/ 4511 w 1470627" name="connsiteX0"/>
                  <a:gd fmla="*/ 1677396 h 1677395" name="connsiteY0"/>
                  <a:gd fmla="*/ 225 w 1470627" name="connsiteX1"/>
                  <a:gd fmla="*/ 1674348 h 1677395" name="connsiteY1"/>
                  <a:gd fmla="*/ 2987 w 1470627" name="connsiteX2"/>
                  <a:gd fmla="*/ 1668633 h 1677395" name="connsiteY2"/>
                  <a:gd fmla="*/ 488095 w 1470627" name="connsiteX3"/>
                  <a:gd fmla="*/ 1356213 h 1677395" name="connsiteY3"/>
                  <a:gd fmla="*/ 1462027 w 1470627" name="connsiteX4"/>
                  <a:gd fmla="*/ 2615 h 1677395" name="connsiteY4"/>
                  <a:gd fmla="*/ 1468027 w 1470627" name="connsiteX5"/>
                  <a:gd fmla="*/ 424 h 1677395" name="connsiteY5"/>
                  <a:gd fmla="*/ 1470218 w 1470627" name="connsiteX6"/>
                  <a:gd fmla="*/ 6425 h 1677395" name="connsiteY6"/>
                  <a:gd fmla="*/ 493525 w 1470627" name="connsiteX7"/>
                  <a:gd fmla="*/ 1363357 h 1677395" name="connsiteY7"/>
                  <a:gd fmla="*/ 6035 w 1470627" name="connsiteX8"/>
                  <a:gd fmla="*/ 1677015 h 1677395" name="connsiteY8"/>
                  <a:gd fmla="*/ 4511 w 1470627" name="connsiteX9"/>
                  <a:gd fmla="*/ 1677396 h 1677395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677395" w="1470627">
                    <a:moveTo>
                      <a:pt x="4511" y="1677396"/>
                    </a:moveTo>
                    <a:cubicBezTo>
                      <a:pt x="2606" y="1677396"/>
                      <a:pt x="891" y="1676253"/>
                      <a:pt x="225" y="1674348"/>
                    </a:cubicBezTo>
                    <a:cubicBezTo>
                      <a:pt x="-537" y="1671967"/>
                      <a:pt x="701" y="1669490"/>
                      <a:pt x="2987" y="1668633"/>
                    </a:cubicBezTo>
                    <a:cubicBezTo>
                      <a:pt x="4987" y="1667966"/>
                      <a:pt x="208060" y="1596338"/>
                      <a:pt x="488095" y="1356213"/>
                    </a:cubicBezTo>
                    <a:cubicBezTo>
                      <a:pt x="746604" y="1134471"/>
                      <a:pt x="1125413" y="719753"/>
                      <a:pt x="1462027" y="2615"/>
                    </a:cubicBezTo>
                    <a:cubicBezTo>
                      <a:pt x="1463074" y="329"/>
                      <a:pt x="1465742" y="-623"/>
                      <a:pt x="1468027" y="424"/>
                    </a:cubicBezTo>
                    <a:cubicBezTo>
                      <a:pt x="1470218" y="1472"/>
                      <a:pt x="1471266" y="4139"/>
                      <a:pt x="1470218" y="6425"/>
                    </a:cubicBezTo>
                    <a:cubicBezTo>
                      <a:pt x="1132747" y="725277"/>
                      <a:pt x="752795" y="1141139"/>
                      <a:pt x="493525" y="1363357"/>
                    </a:cubicBezTo>
                    <a:cubicBezTo>
                      <a:pt x="212347" y="1604434"/>
                      <a:pt x="8035" y="1676348"/>
                      <a:pt x="6035" y="1677015"/>
                    </a:cubicBezTo>
                    <a:cubicBezTo>
                      <a:pt x="5463" y="1677301"/>
                      <a:pt x="4987" y="1677396"/>
                      <a:pt x="4511" y="167739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a867286-56dd-48b2-9128-30ff1a6509b7" id="210" name="任意多边形: 形状 209">
                <a:extLst>
                  <a:ext uri="{FF2B5EF4-FFF2-40B4-BE49-F238E27FC236}">
                    <a16:creationId id="{3567FD7F-ECA4-A0AC-8C7E-D6A0D6352ECA}"/>
                  </a:ext>
                </a:extLst>
              </p:cNvPr>
              <p:cNvSpPr/>
              <p:nvPr/>
            </p:nvSpPr>
            <p:spPr>
              <a:xfrm flipV="false" flipH="false">
                <a:off x="4498860" y="5104711"/>
                <a:ext cx="406653" cy="30393"/>
              </a:xfrm>
              <a:custGeom>
                <a:avLst/>
                <a:gdLst>
                  <a:gd fmla="*/ 4490 w 590099" name="connsiteX0"/>
                  <a:gd fmla="*/ 44104 h 44104" name="connsiteY0"/>
                  <a:gd fmla="*/ 13 w 590099" name="connsiteX1"/>
                  <a:gd fmla="*/ 39913 h 44104" name="connsiteY1"/>
                  <a:gd fmla="*/ 4204 w 590099" name="connsiteX2"/>
                  <a:gd fmla="*/ 35151 h 44104" name="connsiteY2"/>
                  <a:gd fmla="*/ 585324 w 590099" name="connsiteX3"/>
                  <a:gd fmla="*/ 4 h 44104" name="connsiteY3"/>
                  <a:gd fmla="*/ 590086 w 590099" name="connsiteX4"/>
                  <a:gd fmla="*/ 4195 h 44104" name="connsiteY4"/>
                  <a:gd fmla="*/ 585895 w 590099" name="connsiteX5"/>
                  <a:gd fmla="*/ 8957 h 44104" name="connsiteY5"/>
                  <a:gd fmla="*/ 4776 w 590099" name="connsiteX6"/>
                  <a:gd fmla="*/ 44104 h 44104" name="connsiteY6"/>
                  <a:gd fmla="*/ 4490 w 590099" name="connsiteX7"/>
                  <a:gd fmla="*/ 44104 h 4410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44104" w="590099">
                    <a:moveTo>
                      <a:pt x="4490" y="44104"/>
                    </a:moveTo>
                    <a:cubicBezTo>
                      <a:pt x="2108" y="44104"/>
                      <a:pt x="108" y="42295"/>
                      <a:pt x="13" y="39913"/>
                    </a:cubicBezTo>
                    <a:cubicBezTo>
                      <a:pt x="-178" y="37437"/>
                      <a:pt x="1728" y="35342"/>
                      <a:pt x="4204" y="35151"/>
                    </a:cubicBezTo>
                    <a:lnTo>
                      <a:pt x="585324" y="4"/>
                    </a:lnTo>
                    <a:cubicBezTo>
                      <a:pt x="587515" y="-91"/>
                      <a:pt x="589896" y="1718"/>
                      <a:pt x="590086" y="4195"/>
                    </a:cubicBezTo>
                    <a:cubicBezTo>
                      <a:pt x="590277" y="6671"/>
                      <a:pt x="588372" y="8767"/>
                      <a:pt x="585895" y="8957"/>
                    </a:cubicBezTo>
                    <a:lnTo>
                      <a:pt x="4776" y="44104"/>
                    </a:lnTo>
                    <a:cubicBezTo>
                      <a:pt x="4585" y="44104"/>
                      <a:pt x="4490" y="44104"/>
                      <a:pt x="4490" y="44104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8d62aa1-b130-4858-ad00-20dd8b71abc5" id="211" name="任意多边形: 形状 210">
                <a:extLst>
                  <a:ext uri="{FF2B5EF4-FFF2-40B4-BE49-F238E27FC236}">
                    <a16:creationId id="{53497F42-0E6C-6512-8D31-F4D359079BDC}"/>
                  </a:ext>
                </a:extLst>
              </p:cNvPr>
              <p:cNvSpPr/>
              <p:nvPr/>
            </p:nvSpPr>
            <p:spPr>
              <a:xfrm flipV="false" flipH="false">
                <a:off x="4756362" y="4304242"/>
                <a:ext cx="37892" cy="515203"/>
              </a:xfrm>
              <a:custGeom>
                <a:avLst/>
                <a:gdLst>
                  <a:gd fmla="*/ 4490 w 54985" name="connsiteX0"/>
                  <a:gd fmla="*/ 747617 h 747617" name="connsiteY0"/>
                  <a:gd fmla="*/ 4204 w 54985" name="connsiteX1"/>
                  <a:gd fmla="*/ 747617 h 747617" name="connsiteY1"/>
                  <a:gd fmla="*/ 13 w 54985" name="connsiteX2"/>
                  <a:gd fmla="*/ 742855 h 747617" name="connsiteY2"/>
                  <a:gd fmla="*/ 46019 w 54985" name="connsiteX3"/>
                  <a:gd fmla="*/ 4191 h 747617" name="connsiteY3"/>
                  <a:gd fmla="*/ 50496 w 54985" name="connsiteX4"/>
                  <a:gd fmla="*/ 0 h 747617" name="connsiteY4"/>
                  <a:gd fmla="*/ 50782 w 54985" name="connsiteX5"/>
                  <a:gd fmla="*/ 0 h 747617" name="connsiteY5"/>
                  <a:gd fmla="*/ 54973 w 54985" name="connsiteX6"/>
                  <a:gd fmla="*/ 4763 h 747617" name="connsiteY6"/>
                  <a:gd fmla="*/ 8967 w 54985" name="connsiteX7"/>
                  <a:gd fmla="*/ 743426 h 747617" name="connsiteY7"/>
                  <a:gd fmla="*/ 4490 w 54985" name="connsiteX8"/>
                  <a:gd fmla="*/ 747617 h 747617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747617" w="54985">
                    <a:moveTo>
                      <a:pt x="4490" y="747617"/>
                    </a:moveTo>
                    <a:cubicBezTo>
                      <a:pt x="4395" y="747617"/>
                      <a:pt x="4300" y="747617"/>
                      <a:pt x="4204" y="747617"/>
                    </a:cubicBezTo>
                    <a:cubicBezTo>
                      <a:pt x="1728" y="747427"/>
                      <a:pt x="-178" y="745331"/>
                      <a:pt x="13" y="742855"/>
                    </a:cubicBezTo>
                    <a:lnTo>
                      <a:pt x="46019" y="4191"/>
                    </a:lnTo>
                    <a:cubicBezTo>
                      <a:pt x="46114" y="1810"/>
                      <a:pt x="48114" y="0"/>
                      <a:pt x="50496" y="0"/>
                    </a:cubicBezTo>
                    <a:cubicBezTo>
                      <a:pt x="50591" y="0"/>
                      <a:pt x="50686" y="0"/>
                      <a:pt x="50782" y="0"/>
                    </a:cubicBezTo>
                    <a:cubicBezTo>
                      <a:pt x="53258" y="190"/>
                      <a:pt x="55163" y="2286"/>
                      <a:pt x="54973" y="4763"/>
                    </a:cubicBezTo>
                    <a:lnTo>
                      <a:pt x="8967" y="743426"/>
                    </a:lnTo>
                    <a:cubicBezTo>
                      <a:pt x="8776" y="745807"/>
                      <a:pt x="6776" y="747617"/>
                      <a:pt x="4490" y="74761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924b24b-13b5-4e1c-bfb4-8c56b2caad30" id="212" name="任意多边形: 形状 211">
                <a:extLst>
                  <a:ext uri="{FF2B5EF4-FFF2-40B4-BE49-F238E27FC236}">
                    <a16:creationId id="{E91140C0-0833-C34C-0053-F5BB8A8D770E}"/>
                  </a:ext>
                </a:extLst>
              </p:cNvPr>
              <p:cNvSpPr/>
              <p:nvPr/>
            </p:nvSpPr>
            <p:spPr>
              <a:xfrm flipV="false" flipH="false">
                <a:off x="4295778" y="4885318"/>
                <a:ext cx="14117" cy="293502"/>
              </a:xfrm>
              <a:custGeom>
                <a:avLst/>
                <a:gdLst>
                  <a:gd fmla="*/ 15910 w 20485" name="connsiteX0"/>
                  <a:gd fmla="*/ 425904 h 425904" name="connsiteY0"/>
                  <a:gd fmla="*/ 11433 w 20485" name="connsiteX1"/>
                  <a:gd fmla="*/ 421523 h 425904" name="connsiteY1"/>
                  <a:gd fmla="*/ 3 w 20485" name="connsiteX2"/>
                  <a:gd fmla="*/ 4614 h 425904" name="connsiteY2"/>
                  <a:gd fmla="*/ 4385 w 20485" name="connsiteX3"/>
                  <a:gd fmla="*/ 42 h 425904" name="connsiteY3"/>
                  <a:gd fmla="*/ 9052 w 20485" name="connsiteX4"/>
                  <a:gd fmla="*/ 4423 h 425904" name="connsiteY4"/>
                  <a:gd fmla="*/ 20482 w 20485" name="connsiteX5"/>
                  <a:gd fmla="*/ 421333 h 425904" name="connsiteY5"/>
                  <a:gd fmla="*/ 16101 w 20485" name="connsiteX6"/>
                  <a:gd fmla="*/ 425904 h 425904" name="connsiteY6"/>
                  <a:gd fmla="*/ 15910 w 20485" name="connsiteX7"/>
                  <a:gd fmla="*/ 425904 h 42590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425904" w="20485">
                    <a:moveTo>
                      <a:pt x="15910" y="425904"/>
                    </a:moveTo>
                    <a:cubicBezTo>
                      <a:pt x="13434" y="425904"/>
                      <a:pt x="11529" y="424000"/>
                      <a:pt x="11433" y="421523"/>
                    </a:cubicBezTo>
                    <a:lnTo>
                      <a:pt x="3" y="4614"/>
                    </a:lnTo>
                    <a:cubicBezTo>
                      <a:pt x="-92" y="2137"/>
                      <a:pt x="1908" y="42"/>
                      <a:pt x="4385" y="42"/>
                    </a:cubicBezTo>
                    <a:cubicBezTo>
                      <a:pt x="6861" y="-339"/>
                      <a:pt x="8957" y="1947"/>
                      <a:pt x="9052" y="4423"/>
                    </a:cubicBezTo>
                    <a:lnTo>
                      <a:pt x="20482" y="421333"/>
                    </a:lnTo>
                    <a:cubicBezTo>
                      <a:pt x="20577" y="423809"/>
                      <a:pt x="18577" y="425904"/>
                      <a:pt x="16101" y="425904"/>
                    </a:cubicBezTo>
                    <a:cubicBezTo>
                      <a:pt x="16005" y="425904"/>
                      <a:pt x="15910" y="425904"/>
                      <a:pt x="15910" y="425904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48ccd2b-8e65-407f-a2df-d04dfaa1baee" id="213" name="任意多边形: 形状 212">
                <a:extLst>
                  <a:ext uri="{FF2B5EF4-FFF2-40B4-BE49-F238E27FC236}">
                    <a16:creationId id="{DAB091A8-09C2-08E1-F9E3-79A036B75DF4}"/>
                  </a:ext>
                </a:extLst>
              </p:cNvPr>
              <p:cNvSpPr/>
              <p:nvPr/>
            </p:nvSpPr>
            <p:spPr>
              <a:xfrm flipV="false" flipH="false">
                <a:off x="5042477" y="4404982"/>
                <a:ext cx="175029" cy="61258"/>
              </a:xfrm>
              <a:custGeom>
                <a:avLst/>
                <a:gdLst>
                  <a:gd fmla="*/ 4502 w 253986" name="connsiteX0"/>
                  <a:gd fmla="*/ 88893 h 88892" name="connsiteY0"/>
                  <a:gd fmla="*/ 215 w 253986" name="connsiteX1"/>
                  <a:gd fmla="*/ 85750 h 88892" name="connsiteY1"/>
                  <a:gd fmla="*/ 3073 w 253986" name="connsiteX2"/>
                  <a:gd fmla="*/ 80130 h 88892" name="connsiteY2"/>
                  <a:gd fmla="*/ 248151 w 253986" name="connsiteX3"/>
                  <a:gd fmla="*/ 215 h 88892" name="connsiteY3"/>
                  <a:gd fmla="*/ 253771 w 253986" name="connsiteX4"/>
                  <a:gd fmla="*/ 3073 h 88892" name="connsiteY4"/>
                  <a:gd fmla="*/ 250913 w 253986" name="connsiteX5"/>
                  <a:gd fmla="*/ 8693 h 88892" name="connsiteY5"/>
                  <a:gd fmla="*/ 5835 w 253986" name="connsiteX6"/>
                  <a:gd fmla="*/ 88607 h 88892" name="connsiteY6"/>
                  <a:gd fmla="*/ 4502 w 253986" name="connsiteX7"/>
                  <a:gd fmla="*/ 88893 h 88892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88892" w="253986">
                    <a:moveTo>
                      <a:pt x="4502" y="88893"/>
                    </a:moveTo>
                    <a:cubicBezTo>
                      <a:pt x="2597" y="88893"/>
                      <a:pt x="882" y="87655"/>
                      <a:pt x="215" y="85750"/>
                    </a:cubicBezTo>
                    <a:cubicBezTo>
                      <a:pt x="-547" y="83369"/>
                      <a:pt x="787" y="80892"/>
                      <a:pt x="3073" y="80130"/>
                    </a:cubicBezTo>
                    <a:lnTo>
                      <a:pt x="248151" y="215"/>
                    </a:lnTo>
                    <a:cubicBezTo>
                      <a:pt x="250533" y="-547"/>
                      <a:pt x="253009" y="787"/>
                      <a:pt x="253771" y="3073"/>
                    </a:cubicBezTo>
                    <a:cubicBezTo>
                      <a:pt x="254533" y="5454"/>
                      <a:pt x="253199" y="7930"/>
                      <a:pt x="250913" y="8693"/>
                    </a:cubicBezTo>
                    <a:lnTo>
                      <a:pt x="5835" y="88607"/>
                    </a:lnTo>
                    <a:cubicBezTo>
                      <a:pt x="5454" y="88798"/>
                      <a:pt x="4978" y="88893"/>
                      <a:pt x="4502" y="88893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83d2b26-a030-417a-97c2-f30804a83e0b" id="200" name="任意多边形: 形状 199">
                <a:extLst>
                  <a:ext uri="{FF2B5EF4-FFF2-40B4-BE49-F238E27FC236}">
                    <a16:creationId id="{579F4DA3-A39F-DC74-B6E0-1750F123AD4C}"/>
                  </a:ext>
                </a:extLst>
              </p:cNvPr>
              <p:cNvSpPr/>
              <p:nvPr/>
            </p:nvSpPr>
            <p:spPr>
              <a:xfrm flipV="false" flipH="false">
                <a:off x="1500431" y="5654274"/>
                <a:ext cx="797403" cy="344705"/>
              </a:xfrm>
              <a:custGeom>
                <a:avLst/>
                <a:gdLst>
                  <a:gd fmla="*/ 1156286 w 1157121" name="connsiteX0"/>
                  <a:gd fmla="*/ 308569 h 500205" name="connsiteY0"/>
                  <a:gd fmla="*/ 653175 w 1157121" name="connsiteX1"/>
                  <a:gd fmla="*/ 13675 h 500205" name="connsiteY1"/>
                  <a:gd fmla="*/ 46 w 1157121" name="connsiteX2"/>
                  <a:gd fmla="*/ 282471 h 500205" name="connsiteY2"/>
                  <a:gd fmla="*/ 639078 w 1157121" name="connsiteX3"/>
                  <a:gd fmla="*/ 499927 h 500205" name="connsiteY3"/>
                  <a:gd fmla="*/ 1156286 w 1157121" name="connsiteX4"/>
                  <a:gd fmla="*/ 308569 h 500205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500205" w="1157121">
                    <a:moveTo>
                      <a:pt x="1156286" y="308569"/>
                    </a:moveTo>
                    <a:cubicBezTo>
                      <a:pt x="1172002" y="274280"/>
                      <a:pt x="964547" y="84541"/>
                      <a:pt x="653175" y="13675"/>
                    </a:cubicBezTo>
                    <a:cubicBezTo>
                      <a:pt x="297226" y="-67287"/>
                      <a:pt x="5189" y="235703"/>
                      <a:pt x="46" y="282471"/>
                    </a:cubicBezTo>
                    <a:cubicBezTo>
                      <a:pt x="-4431" y="323714"/>
                      <a:pt x="319705" y="492688"/>
                      <a:pt x="639078" y="499927"/>
                    </a:cubicBezTo>
                    <a:cubicBezTo>
                      <a:pt x="958356" y="507071"/>
                      <a:pt x="1125806" y="375340"/>
                      <a:pt x="1156286" y="308569"/>
                    </a:cubicBezTo>
                    <a:close/>
                  </a:path>
                </a:pathLst>
              </a:custGeom>
              <a:solidFill>
                <a:srgbClr val="FBC849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e964a13-4462-4d1c-bde3-23ab738ff878" id="202" name="任意多边形: 形状 201">
                <a:extLst>
                  <a:ext uri="{FF2B5EF4-FFF2-40B4-BE49-F238E27FC236}">
                    <a16:creationId id="{C2C2332B-830F-F807-5BEC-44C7F115C516}"/>
                  </a:ext>
                </a:extLst>
              </p:cNvPr>
              <p:cNvSpPr/>
              <p:nvPr/>
            </p:nvSpPr>
            <p:spPr>
              <a:xfrm flipV="false" flipH="false">
                <a:off x="1515310" y="5795456"/>
                <a:ext cx="731834" cy="85442"/>
              </a:xfrm>
              <a:custGeom>
                <a:avLst/>
                <a:gdLst>
                  <a:gd fmla="*/ 1057446 w 1061973" name="connsiteX0"/>
                  <a:gd fmla="*/ 123987 h 123986" name="connsiteY0"/>
                  <a:gd fmla="*/ 1055065 w 1061973" name="connsiteX1"/>
                  <a:gd fmla="*/ 123225 h 123986" name="connsiteY1"/>
                  <a:gd fmla="*/ 5696 w 1061973" name="connsiteX2"/>
                  <a:gd fmla="*/ 85887 h 123986" name="connsiteY2"/>
                  <a:gd fmla="*/ 171 w 1061973" name="connsiteX3"/>
                  <a:gd fmla="*/ 82839 h 123986" name="connsiteY3"/>
                  <a:gd fmla="*/ 3219 w 1061973" name="connsiteX4"/>
                  <a:gd fmla="*/ 77314 h 123986" name="connsiteY4"/>
                  <a:gd fmla="*/ 1059923 w 1061973" name="connsiteX5"/>
                  <a:gd fmla="*/ 115700 h 123986" name="connsiteY5"/>
                  <a:gd fmla="*/ 1061256 w 1061973" name="connsiteX6"/>
                  <a:gd fmla="*/ 121891 h 123986" name="connsiteY6"/>
                  <a:gd fmla="*/ 1057446 w 1061973" name="connsiteX7"/>
                  <a:gd fmla="*/ 123987 h 123986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23986" w="1061973">
                    <a:moveTo>
                      <a:pt x="1057446" y="123987"/>
                    </a:moveTo>
                    <a:cubicBezTo>
                      <a:pt x="1056589" y="123987"/>
                      <a:pt x="1055732" y="123796"/>
                      <a:pt x="1055065" y="123225"/>
                    </a:cubicBezTo>
                    <a:cubicBezTo>
                      <a:pt x="1051446" y="120939"/>
                      <a:pt x="683590" y="-105947"/>
                      <a:pt x="5696" y="85887"/>
                    </a:cubicBezTo>
                    <a:cubicBezTo>
                      <a:pt x="3219" y="86553"/>
                      <a:pt x="838" y="85125"/>
                      <a:pt x="171" y="82839"/>
                    </a:cubicBezTo>
                    <a:cubicBezTo>
                      <a:pt x="-495" y="80457"/>
                      <a:pt x="838" y="77981"/>
                      <a:pt x="3219" y="77314"/>
                    </a:cubicBezTo>
                    <a:cubicBezTo>
                      <a:pt x="685400" y="-115758"/>
                      <a:pt x="1056208" y="113319"/>
                      <a:pt x="1059923" y="115700"/>
                    </a:cubicBezTo>
                    <a:cubicBezTo>
                      <a:pt x="1062018" y="117034"/>
                      <a:pt x="1062590" y="119796"/>
                      <a:pt x="1061256" y="121891"/>
                    </a:cubicBezTo>
                    <a:cubicBezTo>
                      <a:pt x="1060399" y="123225"/>
                      <a:pt x="1058875" y="123987"/>
                      <a:pt x="1057446" y="12398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a4784c8-b992-4faf-af51-608b17262580" id="203" name="任意多边形: 形状 202">
                <a:extLst>
                  <a:ext uri="{FF2B5EF4-FFF2-40B4-BE49-F238E27FC236}">
                    <a16:creationId id="{CE3DD158-8214-FF89-4ADA-CE43BA73DC06}"/>
                  </a:ext>
                </a:extLst>
              </p:cNvPr>
              <p:cNvSpPr/>
              <p:nvPr/>
            </p:nvSpPr>
            <p:spPr>
              <a:xfrm flipV="false" flipH="false">
                <a:off x="1603809" y="5753588"/>
                <a:ext cx="102271" cy="58520"/>
              </a:xfrm>
              <a:custGeom>
                <a:avLst/>
                <a:gdLst>
                  <a:gd fmla="*/ 143974 w 148407" name="connsiteX0"/>
                  <a:gd fmla="*/ 84920 h 84919" name="connsiteY0"/>
                  <a:gd fmla="*/ 141784 w 148407" name="connsiteX1"/>
                  <a:gd fmla="*/ 84348 h 84919" name="connsiteY1"/>
                  <a:gd fmla="*/ 2338 w 148407" name="connsiteX2"/>
                  <a:gd fmla="*/ 8434 h 84919" name="connsiteY2"/>
                  <a:gd fmla="*/ 528 w 148407" name="connsiteX3"/>
                  <a:gd fmla="*/ 2338 h 84919" name="connsiteY3"/>
                  <a:gd fmla="*/ 6624 w 148407" name="connsiteX4"/>
                  <a:gd fmla="*/ 528 h 84919" name="connsiteY4"/>
                  <a:gd fmla="*/ 146070 w 148407" name="connsiteX5"/>
                  <a:gd fmla="*/ 76442 h 84919" name="connsiteY5"/>
                  <a:gd fmla="*/ 147880 w 148407" name="connsiteX6"/>
                  <a:gd fmla="*/ 82538 h 84919" name="connsiteY6"/>
                  <a:gd fmla="*/ 143974 w 148407" name="connsiteX7"/>
                  <a:gd fmla="*/ 84920 h 8491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84919" w="148407">
                    <a:moveTo>
                      <a:pt x="143974" y="84920"/>
                    </a:moveTo>
                    <a:cubicBezTo>
                      <a:pt x="143212" y="84920"/>
                      <a:pt x="142546" y="84729"/>
                      <a:pt x="141784" y="84348"/>
                    </a:cubicBezTo>
                    <a:lnTo>
                      <a:pt x="2338" y="8434"/>
                    </a:lnTo>
                    <a:cubicBezTo>
                      <a:pt x="147" y="7291"/>
                      <a:pt x="-615" y="4529"/>
                      <a:pt x="528" y="2338"/>
                    </a:cubicBezTo>
                    <a:cubicBezTo>
                      <a:pt x="1671" y="147"/>
                      <a:pt x="4433" y="-615"/>
                      <a:pt x="6624" y="528"/>
                    </a:cubicBezTo>
                    <a:lnTo>
                      <a:pt x="146070" y="76442"/>
                    </a:lnTo>
                    <a:cubicBezTo>
                      <a:pt x="148261" y="77585"/>
                      <a:pt x="149023" y="80348"/>
                      <a:pt x="147880" y="82538"/>
                    </a:cubicBezTo>
                    <a:cubicBezTo>
                      <a:pt x="147118" y="84062"/>
                      <a:pt x="145594" y="84920"/>
                      <a:pt x="143974" y="8492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f652f44-9a3d-49ca-9375-ec090ca60abd" id="204" name="任意多边形: 形状 203">
                <a:extLst>
                  <a:ext uri="{FF2B5EF4-FFF2-40B4-BE49-F238E27FC236}">
                    <a16:creationId id="{147F2A63-068A-73F2-1C50-3964C48F1D15}"/>
                  </a:ext>
                </a:extLst>
              </p:cNvPr>
              <p:cNvSpPr/>
              <p:nvPr/>
            </p:nvSpPr>
            <p:spPr>
              <a:xfrm flipV="false" flipH="false">
                <a:off x="1724909" y="5798744"/>
                <a:ext cx="165818" cy="117533"/>
              </a:xfrm>
              <a:custGeom>
                <a:avLst/>
                <a:gdLst>
                  <a:gd fmla="*/ 4534 w 240621" name="connsiteX0"/>
                  <a:gd fmla="*/ 170555 h 170554" name="connsiteY0"/>
                  <a:gd fmla="*/ 819 w 240621" name="connsiteX1"/>
                  <a:gd fmla="*/ 168650 h 170554" name="connsiteY1"/>
                  <a:gd fmla="*/ 1962 w 240621" name="connsiteX2"/>
                  <a:gd fmla="*/ 162363 h 170554" name="connsiteY2"/>
                  <a:gd fmla="*/ 233515 w 240621" name="connsiteX3"/>
                  <a:gd fmla="*/ 819 h 170554" name="connsiteY3"/>
                  <a:gd fmla="*/ 239802 w 240621" name="connsiteX4"/>
                  <a:gd fmla="*/ 1962 h 170554" name="connsiteY4"/>
                  <a:gd fmla="*/ 238659 w 240621" name="connsiteX5"/>
                  <a:gd fmla="*/ 8249 h 170554" name="connsiteY5"/>
                  <a:gd fmla="*/ 7106 w 240621" name="connsiteX6"/>
                  <a:gd fmla="*/ 169793 h 170554" name="connsiteY6"/>
                  <a:gd fmla="*/ 4534 w 240621" name="connsiteX7"/>
                  <a:gd fmla="*/ 170555 h 17055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70554" w="240621">
                    <a:moveTo>
                      <a:pt x="4534" y="170555"/>
                    </a:moveTo>
                    <a:cubicBezTo>
                      <a:pt x="3105" y="170555"/>
                      <a:pt x="1772" y="169888"/>
                      <a:pt x="819" y="168650"/>
                    </a:cubicBezTo>
                    <a:cubicBezTo>
                      <a:pt x="-609" y="166650"/>
                      <a:pt x="-133" y="163792"/>
                      <a:pt x="1962" y="162363"/>
                    </a:cubicBezTo>
                    <a:lnTo>
                      <a:pt x="233515" y="819"/>
                    </a:lnTo>
                    <a:cubicBezTo>
                      <a:pt x="235611" y="-609"/>
                      <a:pt x="238373" y="-133"/>
                      <a:pt x="239802" y="1962"/>
                    </a:cubicBezTo>
                    <a:cubicBezTo>
                      <a:pt x="241230" y="3963"/>
                      <a:pt x="240754" y="6820"/>
                      <a:pt x="238659" y="8249"/>
                    </a:cubicBezTo>
                    <a:lnTo>
                      <a:pt x="7106" y="169793"/>
                    </a:lnTo>
                    <a:cubicBezTo>
                      <a:pt x="6249" y="170269"/>
                      <a:pt x="5391" y="170555"/>
                      <a:pt x="4534" y="17055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625e3b0-0f8b-4bde-b4c9-834e05511339" id="205" name="任意多边形: 形状 204">
                <a:extLst>
                  <a:ext uri="{FF2B5EF4-FFF2-40B4-BE49-F238E27FC236}">
                    <a16:creationId id="{4AF6D247-4859-1723-15DB-E0F49A176E36}"/>
                  </a:ext>
                </a:extLst>
              </p:cNvPr>
              <p:cNvSpPr/>
              <p:nvPr/>
            </p:nvSpPr>
            <p:spPr>
              <a:xfrm flipV="false" flipH="false">
                <a:off x="1937854" y="5692025"/>
                <a:ext cx="109281" cy="119361"/>
              </a:xfrm>
              <a:custGeom>
                <a:avLst/>
                <a:gdLst>
                  <a:gd fmla="*/ 154251 w 158579" name="connsiteX0"/>
                  <a:gd fmla="*/ 173207 h 173206" name="connsiteY0"/>
                  <a:gd fmla="*/ 150918 w 158579" name="connsiteX1"/>
                  <a:gd fmla="*/ 171778 h 173206" name="connsiteY1"/>
                  <a:gd fmla="*/ 1185 w 158579" name="connsiteX2"/>
                  <a:gd fmla="*/ 7567 h 173206" name="connsiteY2"/>
                  <a:gd fmla="*/ 1470 w 158579" name="connsiteX3"/>
                  <a:gd fmla="*/ 1185 h 173206" name="connsiteY3"/>
                  <a:gd fmla="*/ 7757 w 158579" name="connsiteX4"/>
                  <a:gd fmla="*/ 1470 h 173206" name="connsiteY4"/>
                  <a:gd fmla="*/ 157395 w 158579" name="connsiteX5"/>
                  <a:gd fmla="*/ 165681 h 173206" name="connsiteY5"/>
                  <a:gd fmla="*/ 157109 w 158579" name="connsiteX6"/>
                  <a:gd fmla="*/ 172064 h 173206" name="connsiteY6"/>
                  <a:gd fmla="*/ 154251 w 158579" name="connsiteX7"/>
                  <a:gd fmla="*/ 173207 h 173206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73206" w="158579">
                    <a:moveTo>
                      <a:pt x="154251" y="173207"/>
                    </a:moveTo>
                    <a:cubicBezTo>
                      <a:pt x="153013" y="173207"/>
                      <a:pt x="151775" y="172730"/>
                      <a:pt x="150918" y="171778"/>
                    </a:cubicBezTo>
                    <a:lnTo>
                      <a:pt x="1185" y="7567"/>
                    </a:lnTo>
                    <a:cubicBezTo>
                      <a:pt x="-530" y="5757"/>
                      <a:pt x="-339" y="2899"/>
                      <a:pt x="1470" y="1185"/>
                    </a:cubicBezTo>
                    <a:cubicBezTo>
                      <a:pt x="3280" y="-530"/>
                      <a:pt x="6138" y="-339"/>
                      <a:pt x="7757" y="1470"/>
                    </a:cubicBezTo>
                    <a:lnTo>
                      <a:pt x="157395" y="165681"/>
                    </a:lnTo>
                    <a:cubicBezTo>
                      <a:pt x="159109" y="167491"/>
                      <a:pt x="158919" y="170349"/>
                      <a:pt x="157109" y="172064"/>
                    </a:cubicBezTo>
                    <a:cubicBezTo>
                      <a:pt x="156442" y="172730"/>
                      <a:pt x="155395" y="173207"/>
                      <a:pt x="154251" y="17320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8154a17-0bbc-400f-a9d8-2c150a84201a" id="206" name="任意多边形: 形状 205">
                <a:extLst>
                  <a:ext uri="{FF2B5EF4-FFF2-40B4-BE49-F238E27FC236}">
                    <a16:creationId id="{491E9336-9430-E772-C64C-9AB4F778D801}"/>
                  </a:ext>
                </a:extLst>
              </p:cNvPr>
              <p:cNvSpPr/>
              <p:nvPr/>
            </p:nvSpPr>
            <p:spPr>
              <a:xfrm flipV="false" flipH="false">
                <a:off x="2051883" y="5846451"/>
                <a:ext cx="131966" cy="83676"/>
              </a:xfrm>
              <a:custGeom>
                <a:avLst/>
                <a:gdLst>
                  <a:gd fmla="*/ 4500 w 191498" name="connsiteX0"/>
                  <a:gd fmla="*/ 121424 h 121424" name="connsiteY0"/>
                  <a:gd fmla="*/ 690 w 191498" name="connsiteX1"/>
                  <a:gd fmla="*/ 119329 h 121424" name="connsiteY1"/>
                  <a:gd fmla="*/ 2118 w 191498" name="connsiteX2"/>
                  <a:gd fmla="*/ 113138 h 121424" name="connsiteY2"/>
                  <a:gd fmla="*/ 184617 w 191498" name="connsiteX3"/>
                  <a:gd fmla="*/ 647 h 121424" name="connsiteY3"/>
                  <a:gd fmla="*/ 190809 w 191498" name="connsiteX4"/>
                  <a:gd fmla="*/ 2076 h 121424" name="connsiteY4"/>
                  <a:gd fmla="*/ 189380 w 191498" name="connsiteX5"/>
                  <a:gd fmla="*/ 8267 h 121424" name="connsiteY5"/>
                  <a:gd fmla="*/ 6881 w 191498" name="connsiteX6"/>
                  <a:gd fmla="*/ 120757 h 121424" name="connsiteY6"/>
                  <a:gd fmla="*/ 4500 w 191498" name="connsiteX7"/>
                  <a:gd fmla="*/ 121424 h 12142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21424" w="191498">
                    <a:moveTo>
                      <a:pt x="4500" y="121424"/>
                    </a:moveTo>
                    <a:cubicBezTo>
                      <a:pt x="2976" y="121424"/>
                      <a:pt x="1547" y="120663"/>
                      <a:pt x="690" y="119329"/>
                    </a:cubicBezTo>
                    <a:cubicBezTo>
                      <a:pt x="-644" y="117233"/>
                      <a:pt x="23" y="114471"/>
                      <a:pt x="2118" y="113138"/>
                    </a:cubicBezTo>
                    <a:lnTo>
                      <a:pt x="184617" y="647"/>
                    </a:lnTo>
                    <a:cubicBezTo>
                      <a:pt x="186713" y="-591"/>
                      <a:pt x="189475" y="-19"/>
                      <a:pt x="190809" y="2076"/>
                    </a:cubicBezTo>
                    <a:cubicBezTo>
                      <a:pt x="192142" y="4172"/>
                      <a:pt x="191475" y="6934"/>
                      <a:pt x="189380" y="8267"/>
                    </a:cubicBezTo>
                    <a:lnTo>
                      <a:pt x="6881" y="120757"/>
                    </a:lnTo>
                    <a:cubicBezTo>
                      <a:pt x="6119" y="121234"/>
                      <a:pt x="5262" y="121424"/>
                      <a:pt x="4500" y="121424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b2f8251-4b43-40a7-ab93-82f4782f6f73" id="193" name="任意多边形: 形状 192">
                <a:extLst>
                  <a:ext uri="{FF2B5EF4-FFF2-40B4-BE49-F238E27FC236}">
                    <a16:creationId id="{1381785A-68BA-EAE7-B1E5-316A37ECA07A}"/>
                  </a:ext>
                </a:extLst>
              </p:cNvPr>
              <p:cNvSpPr/>
              <p:nvPr/>
            </p:nvSpPr>
            <p:spPr>
              <a:xfrm flipV="false" flipH="false">
                <a:off x="1135483" y="4928609"/>
                <a:ext cx="1425197" cy="933504"/>
              </a:xfrm>
              <a:custGeom>
                <a:avLst/>
                <a:gdLst>
                  <a:gd fmla="*/ 2047911 w 2068120" name="connsiteX0"/>
                  <a:gd fmla="*/ 1287200 h 1354619" name="connsiteY0"/>
                  <a:gd fmla="*/ 1537943 w 2068120" name="connsiteX1"/>
                  <a:gd fmla="*/ 297362 h 1354619" name="connsiteY1"/>
                  <a:gd fmla="*/ 7180 w 2068120" name="connsiteX2"/>
                  <a:gd fmla="*/ 121911 h 1354619" name="connsiteY2"/>
                  <a:gd fmla="*/ 864239 w 2068120" name="connsiteX3"/>
                  <a:gd fmla="*/ 1111464 h 1354619" name="connsiteY3"/>
                  <a:gd fmla="*/ 2047911 w 2068120" name="connsiteX4"/>
                  <a:gd fmla="*/ 1287200 h 1354619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354619" w="2068120">
                    <a:moveTo>
                      <a:pt x="2047911" y="1287200"/>
                    </a:moveTo>
                    <a:cubicBezTo>
                      <a:pt x="2121730" y="1244052"/>
                      <a:pt x="2002477" y="719891"/>
                      <a:pt x="1537943" y="297362"/>
                    </a:cubicBezTo>
                    <a:cubicBezTo>
                      <a:pt x="1006924" y="-185556"/>
                      <a:pt x="78617" y="47235"/>
                      <a:pt x="7180" y="121911"/>
                    </a:cubicBezTo>
                    <a:cubicBezTo>
                      <a:pt x="-55780" y="187824"/>
                      <a:pt x="300740" y="789709"/>
                      <a:pt x="864239" y="1111464"/>
                    </a:cubicBezTo>
                    <a:cubicBezTo>
                      <a:pt x="1427834" y="1433218"/>
                      <a:pt x="1904179" y="1371210"/>
                      <a:pt x="2047911" y="1287200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5f4f0bb-95e7-469c-8727-ea2a0d0354fa" id="195" name="任意多边形: 形状 194">
                <a:extLst>
                  <a:ext uri="{FF2B5EF4-FFF2-40B4-BE49-F238E27FC236}">
                    <a16:creationId id="{C6AD680F-D507-C0CA-337D-AE6A2FA27BAE}"/>
                  </a:ext>
                </a:extLst>
              </p:cNvPr>
              <p:cNvSpPr/>
              <p:nvPr/>
            </p:nvSpPr>
            <p:spPr>
              <a:xfrm flipV="false" flipH="false">
                <a:off x="1156557" y="5023803"/>
                <a:ext cx="1242063" cy="748658"/>
              </a:xfrm>
              <a:custGeom>
                <a:avLst/>
                <a:gdLst>
                  <a:gd fmla="*/ 1797874 w 1802372" name="connsiteX0"/>
                  <a:gd fmla="*/ 1086389 h 1086388" name="connsiteY0"/>
                  <a:gd fmla="*/ 1793969 w 1802372" name="connsiteX1"/>
                  <a:gd fmla="*/ 1084102 h 1086388" name="connsiteY1"/>
                  <a:gd fmla="*/ 1414493 w 1802372" name="connsiteX2"/>
                  <a:gd fmla="*/ 675861 h 1086388" name="connsiteY2"/>
                  <a:gd fmla="*/ 3364 w 1802372" name="connsiteX3"/>
                  <a:gd fmla="*/ 8825 h 1086388" name="connsiteY3"/>
                  <a:gd fmla="*/ 126 w 1802372" name="connsiteX4"/>
                  <a:gd fmla="*/ 3396 h 1086388" name="connsiteY4"/>
                  <a:gd fmla="*/ 5555 w 1802372" name="connsiteX5"/>
                  <a:gd fmla="*/ 157 h 1086388" name="connsiteY5"/>
                  <a:gd fmla="*/ 1420684 w 1802372" name="connsiteX6"/>
                  <a:gd fmla="*/ 669384 h 1086388" name="connsiteY6"/>
                  <a:gd fmla="*/ 1801779 w 1802372" name="connsiteX7"/>
                  <a:gd fmla="*/ 1079816 h 1086388" name="connsiteY7"/>
                  <a:gd fmla="*/ 1800065 w 1802372" name="connsiteX8"/>
                  <a:gd fmla="*/ 1085912 h 1086388" name="connsiteY8"/>
                  <a:gd fmla="*/ 1797874 w 1802372" name="connsiteX9"/>
                  <a:gd fmla="*/ 1086389 h 1086388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086388" w="1802372">
                    <a:moveTo>
                      <a:pt x="1797874" y="1086389"/>
                    </a:moveTo>
                    <a:cubicBezTo>
                      <a:pt x="1796350" y="1086389"/>
                      <a:pt x="1794826" y="1085531"/>
                      <a:pt x="1793969" y="1084102"/>
                    </a:cubicBezTo>
                    <a:cubicBezTo>
                      <a:pt x="1792921" y="1082292"/>
                      <a:pt x="1687003" y="898936"/>
                      <a:pt x="1414493" y="675861"/>
                    </a:cubicBezTo>
                    <a:cubicBezTo>
                      <a:pt x="1162938" y="469930"/>
                      <a:pt x="713929" y="187038"/>
                      <a:pt x="3364" y="8825"/>
                    </a:cubicBezTo>
                    <a:cubicBezTo>
                      <a:pt x="983" y="8253"/>
                      <a:pt x="-446" y="5777"/>
                      <a:pt x="126" y="3396"/>
                    </a:cubicBezTo>
                    <a:cubicBezTo>
                      <a:pt x="697" y="1015"/>
                      <a:pt x="3078" y="-509"/>
                      <a:pt x="5555" y="157"/>
                    </a:cubicBezTo>
                    <a:cubicBezTo>
                      <a:pt x="718025" y="178846"/>
                      <a:pt x="1168367" y="462691"/>
                      <a:pt x="1420684" y="669384"/>
                    </a:cubicBezTo>
                    <a:cubicBezTo>
                      <a:pt x="1694337" y="893507"/>
                      <a:pt x="1800732" y="1077911"/>
                      <a:pt x="1801779" y="1079816"/>
                    </a:cubicBezTo>
                    <a:cubicBezTo>
                      <a:pt x="1803018" y="1082007"/>
                      <a:pt x="1802256" y="1084674"/>
                      <a:pt x="1800065" y="1085912"/>
                    </a:cubicBezTo>
                    <a:cubicBezTo>
                      <a:pt x="1799398" y="1086198"/>
                      <a:pt x="1798636" y="1086389"/>
                      <a:pt x="1797874" y="108638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fee0a3e-291c-4d2c-9c79-5104565e2ad1" id="196" name="任意多边形: 形状 195">
                <a:extLst>
                  <a:ext uri="{FF2B5EF4-FFF2-40B4-BE49-F238E27FC236}">
                    <a16:creationId id="{3E630413-1E2F-FCF7-7204-9AD339E59B28}"/>
                  </a:ext>
                </a:extLst>
              </p:cNvPr>
              <p:cNvSpPr/>
              <p:nvPr/>
            </p:nvSpPr>
            <p:spPr>
              <a:xfrm flipV="false" flipH="false">
                <a:off x="2083358" y="5117225"/>
                <a:ext cx="110500" cy="392351"/>
              </a:xfrm>
              <a:custGeom>
                <a:avLst/>
                <a:gdLst>
                  <a:gd fmla="*/ 155898 w 160348" name="connsiteX0"/>
                  <a:gd fmla="*/ 569346 h 569345" name="connsiteY0"/>
                  <a:gd fmla="*/ 151516 w 160348" name="connsiteX1"/>
                  <a:gd fmla="*/ 566012 h 569345" name="connsiteY1"/>
                  <a:gd fmla="*/ 164 w 160348" name="connsiteX2"/>
                  <a:gd fmla="*/ 5656 h 569345" name="connsiteY2"/>
                  <a:gd fmla="*/ 3307 w 160348" name="connsiteX3"/>
                  <a:gd fmla="*/ 132 h 569345" name="connsiteY3"/>
                  <a:gd fmla="*/ 8832 w 160348" name="connsiteX4"/>
                  <a:gd fmla="*/ 3275 h 569345" name="connsiteY4"/>
                  <a:gd fmla="*/ 160184 w 160348" name="connsiteX5"/>
                  <a:gd fmla="*/ 563631 h 569345" name="connsiteY5"/>
                  <a:gd fmla="*/ 157041 w 160348" name="connsiteX6"/>
                  <a:gd fmla="*/ 569155 h 569345" name="connsiteY6"/>
                  <a:gd fmla="*/ 155898 w 160348" name="connsiteX7"/>
                  <a:gd fmla="*/ 569346 h 569345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569345" w="160348">
                    <a:moveTo>
                      <a:pt x="155898" y="569346"/>
                    </a:moveTo>
                    <a:cubicBezTo>
                      <a:pt x="153898" y="569346"/>
                      <a:pt x="152088" y="568012"/>
                      <a:pt x="151516" y="566012"/>
                    </a:cubicBezTo>
                    <a:lnTo>
                      <a:pt x="164" y="5656"/>
                    </a:lnTo>
                    <a:cubicBezTo>
                      <a:pt x="-503" y="3275"/>
                      <a:pt x="926" y="798"/>
                      <a:pt x="3307" y="132"/>
                    </a:cubicBezTo>
                    <a:cubicBezTo>
                      <a:pt x="5593" y="-440"/>
                      <a:pt x="8165" y="894"/>
                      <a:pt x="8832" y="3275"/>
                    </a:cubicBezTo>
                    <a:lnTo>
                      <a:pt x="160184" y="563631"/>
                    </a:lnTo>
                    <a:cubicBezTo>
                      <a:pt x="160851" y="566012"/>
                      <a:pt x="159422" y="568489"/>
                      <a:pt x="157041" y="569155"/>
                    </a:cubicBezTo>
                    <a:cubicBezTo>
                      <a:pt x="156660" y="569346"/>
                      <a:pt x="156279" y="569346"/>
                      <a:pt x="155898" y="56934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9364427-979c-488b-a512-b23d3fe1ea5f" id="197" name="任意多边形: 形状 196">
                <a:extLst>
                  <a:ext uri="{FF2B5EF4-FFF2-40B4-BE49-F238E27FC236}">
                    <a16:creationId id="{36A925EC-30C5-1420-4754-BD22CC8B805A}"/>
                  </a:ext>
                </a:extLst>
              </p:cNvPr>
              <p:cNvSpPr/>
              <p:nvPr/>
            </p:nvSpPr>
            <p:spPr>
              <a:xfrm flipV="false" flipH="false">
                <a:off x="1390675" y="5318265"/>
                <a:ext cx="467888" cy="82153"/>
              </a:xfrm>
              <a:custGeom>
                <a:avLst/>
                <a:gdLst>
                  <a:gd fmla="*/ 4437 w 678957" name="connsiteX0"/>
                  <a:gd fmla="*/ 119213 h 119213" name="connsiteY0"/>
                  <a:gd fmla="*/ 55 w 678957" name="connsiteX1"/>
                  <a:gd fmla="*/ 115498 h 119213" name="connsiteY1"/>
                  <a:gd fmla="*/ 3770 w 678957" name="connsiteX2"/>
                  <a:gd fmla="*/ 110355 h 119213" name="connsiteY2"/>
                  <a:gd fmla="*/ 673759 w 678957" name="connsiteX3"/>
                  <a:gd fmla="*/ 55 h 119213" name="connsiteY3"/>
                  <a:gd fmla="*/ 678902 w 678957" name="connsiteX4"/>
                  <a:gd fmla="*/ 3770 h 119213" name="connsiteY4"/>
                  <a:gd fmla="*/ 675188 w 678957" name="connsiteX5"/>
                  <a:gd fmla="*/ 8914 h 119213" name="connsiteY5"/>
                  <a:gd fmla="*/ 5104 w 678957" name="connsiteX6"/>
                  <a:gd fmla="*/ 119118 h 119213" name="connsiteY6"/>
                  <a:gd fmla="*/ 4437 w 678957" name="connsiteX7"/>
                  <a:gd fmla="*/ 119213 h 119213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19213" w="678957">
                    <a:moveTo>
                      <a:pt x="4437" y="119213"/>
                    </a:moveTo>
                    <a:cubicBezTo>
                      <a:pt x="2246" y="119213"/>
                      <a:pt x="341" y="117689"/>
                      <a:pt x="55" y="115498"/>
                    </a:cubicBezTo>
                    <a:cubicBezTo>
                      <a:pt x="-326" y="113022"/>
                      <a:pt x="1294" y="110736"/>
                      <a:pt x="3770" y="110355"/>
                    </a:cubicBezTo>
                    <a:lnTo>
                      <a:pt x="673759" y="55"/>
                    </a:lnTo>
                    <a:cubicBezTo>
                      <a:pt x="676235" y="-326"/>
                      <a:pt x="678521" y="1294"/>
                      <a:pt x="678902" y="3770"/>
                    </a:cubicBezTo>
                    <a:cubicBezTo>
                      <a:pt x="679283" y="6247"/>
                      <a:pt x="677664" y="8533"/>
                      <a:pt x="675188" y="8914"/>
                    </a:cubicBezTo>
                    <a:lnTo>
                      <a:pt x="5104" y="119118"/>
                    </a:lnTo>
                    <a:cubicBezTo>
                      <a:pt x="4913" y="119213"/>
                      <a:pt x="4627" y="119213"/>
                      <a:pt x="4437" y="119213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1458132-96e6-4126-a98c-a80663662e18" id="198" name="任意多边形: 形状 197">
                <a:extLst>
                  <a:ext uri="{FF2B5EF4-FFF2-40B4-BE49-F238E27FC236}">
                    <a16:creationId id="{BFED130F-C956-381E-1AB6-857A0A13F9B0}"/>
                  </a:ext>
                </a:extLst>
              </p:cNvPr>
              <p:cNvSpPr/>
              <p:nvPr/>
            </p:nvSpPr>
            <p:spPr>
              <a:xfrm flipV="false" flipH="false">
                <a:off x="2011746" y="5685048"/>
                <a:ext cx="261536" cy="74154"/>
              </a:xfrm>
              <a:custGeom>
                <a:avLst/>
                <a:gdLst>
                  <a:gd fmla="*/ 4546 w 379518" name="connsiteX0"/>
                  <a:gd fmla="*/ 107606 h 107606" name="connsiteY0"/>
                  <a:gd fmla="*/ 164 w 379518" name="connsiteX1"/>
                  <a:gd fmla="*/ 104272 h 107606" name="connsiteY1"/>
                  <a:gd fmla="*/ 3307 w 379518" name="connsiteX2"/>
                  <a:gd fmla="*/ 98748 h 107606" name="connsiteY2"/>
                  <a:gd fmla="*/ 373830 w 379518" name="connsiteX3"/>
                  <a:gd fmla="*/ 164 h 107606" name="connsiteY3"/>
                  <a:gd fmla="*/ 379354 w 379518" name="connsiteX4"/>
                  <a:gd fmla="*/ 3307 h 107606" name="connsiteY4"/>
                  <a:gd fmla="*/ 376211 w 379518" name="connsiteX5"/>
                  <a:gd fmla="*/ 8832 h 107606" name="connsiteY5"/>
                  <a:gd fmla="*/ 5784 w 379518" name="connsiteX6"/>
                  <a:gd fmla="*/ 107415 h 107606" name="connsiteY6"/>
                  <a:gd fmla="*/ 4546 w 379518" name="connsiteX7"/>
                  <a:gd fmla="*/ 107606 h 107606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07606" w="379518">
                    <a:moveTo>
                      <a:pt x="4546" y="107606"/>
                    </a:moveTo>
                    <a:cubicBezTo>
                      <a:pt x="2545" y="107606"/>
                      <a:pt x="736" y="106272"/>
                      <a:pt x="164" y="104272"/>
                    </a:cubicBezTo>
                    <a:cubicBezTo>
                      <a:pt x="-503" y="101891"/>
                      <a:pt x="926" y="99414"/>
                      <a:pt x="3307" y="98748"/>
                    </a:cubicBezTo>
                    <a:lnTo>
                      <a:pt x="373830" y="164"/>
                    </a:lnTo>
                    <a:cubicBezTo>
                      <a:pt x="376402" y="-503"/>
                      <a:pt x="378688" y="926"/>
                      <a:pt x="379354" y="3307"/>
                    </a:cubicBezTo>
                    <a:cubicBezTo>
                      <a:pt x="380021" y="5688"/>
                      <a:pt x="378592" y="8165"/>
                      <a:pt x="376211" y="8832"/>
                    </a:cubicBezTo>
                    <a:lnTo>
                      <a:pt x="5784" y="107415"/>
                    </a:lnTo>
                    <a:cubicBezTo>
                      <a:pt x="5308" y="107606"/>
                      <a:pt x="4927" y="107606"/>
                      <a:pt x="4546" y="10760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8436402-6ac7-4d59-9b3e-d9a52f033ede" id="199" name="任意多边形: 形状 198">
                <a:extLst>
                  <a:ext uri="{FF2B5EF4-FFF2-40B4-BE49-F238E27FC236}">
                    <a16:creationId id="{DE580FD1-0F5B-F5D5-7E5B-25E90A693C70}"/>
                  </a:ext>
                </a:extLst>
              </p:cNvPr>
              <p:cNvSpPr/>
              <p:nvPr/>
            </p:nvSpPr>
            <p:spPr>
              <a:xfrm flipV="false" flipH="false">
                <a:off x="1393304" y="4959352"/>
                <a:ext cx="90325" cy="159670"/>
              </a:xfrm>
              <a:custGeom>
                <a:avLst/>
                <a:gdLst>
                  <a:gd fmla="*/ 126544 w 131072" name="connsiteX0"/>
                  <a:gd fmla="*/ 231700 h 231699" name="connsiteY0"/>
                  <a:gd fmla="*/ 122639 w 131072" name="connsiteX1"/>
                  <a:gd fmla="*/ 229414 h 231699" name="connsiteY1"/>
                  <a:gd fmla="*/ 528 w 131072" name="connsiteX2"/>
                  <a:gd fmla="*/ 6624 h 231699" name="connsiteY2"/>
                  <a:gd fmla="*/ 2338 w 131072" name="connsiteX3"/>
                  <a:gd fmla="*/ 528 h 231699" name="connsiteY3"/>
                  <a:gd fmla="*/ 8434 w 131072" name="connsiteX4"/>
                  <a:gd fmla="*/ 2338 h 231699" name="connsiteY4"/>
                  <a:gd fmla="*/ 130544 w 131072" name="connsiteX5"/>
                  <a:gd fmla="*/ 225128 h 231699" name="connsiteY5"/>
                  <a:gd fmla="*/ 128735 w 131072" name="connsiteX6"/>
                  <a:gd fmla="*/ 231223 h 231699" name="connsiteY6"/>
                  <a:gd fmla="*/ 126544 w 131072" name="connsiteX7"/>
                  <a:gd fmla="*/ 231700 h 23169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231699" w="131072">
                    <a:moveTo>
                      <a:pt x="126544" y="231700"/>
                    </a:moveTo>
                    <a:cubicBezTo>
                      <a:pt x="124924" y="231700"/>
                      <a:pt x="123400" y="230843"/>
                      <a:pt x="122639" y="229414"/>
                    </a:cubicBezTo>
                    <a:lnTo>
                      <a:pt x="528" y="6624"/>
                    </a:lnTo>
                    <a:cubicBezTo>
                      <a:pt x="-615" y="4433"/>
                      <a:pt x="147" y="1766"/>
                      <a:pt x="2338" y="528"/>
                    </a:cubicBezTo>
                    <a:cubicBezTo>
                      <a:pt x="4528" y="-615"/>
                      <a:pt x="7195" y="147"/>
                      <a:pt x="8434" y="2338"/>
                    </a:cubicBezTo>
                    <a:lnTo>
                      <a:pt x="130544" y="225128"/>
                    </a:lnTo>
                    <a:cubicBezTo>
                      <a:pt x="131687" y="227318"/>
                      <a:pt x="130925" y="229985"/>
                      <a:pt x="128735" y="231223"/>
                    </a:cubicBezTo>
                    <a:cubicBezTo>
                      <a:pt x="127972" y="231509"/>
                      <a:pt x="127306" y="231700"/>
                      <a:pt x="126544" y="23170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1c3c42f-d293-4490-8fb1-5014011d5f22" id="186" name="任意多边形: 形状 185">
                <a:extLst>
                  <a:ext uri="{FF2B5EF4-FFF2-40B4-BE49-F238E27FC236}">
                    <a16:creationId id="{9CF2BE55-95A4-5254-C4B7-213CE4D01340}"/>
                  </a:ext>
                </a:extLst>
              </p:cNvPr>
              <p:cNvSpPr/>
              <p:nvPr/>
            </p:nvSpPr>
            <p:spPr>
              <a:xfrm flipV="false" flipH="false">
                <a:off x="1443120" y="3848883"/>
                <a:ext cx="1028959" cy="1516348"/>
              </a:xfrm>
              <a:custGeom>
                <a:avLst/>
                <a:gdLst>
                  <a:gd fmla="*/ 1432522 w 1493134" name="connsiteX0"/>
                  <a:gd fmla="*/ 2185446 h 2200391" name="connsiteY0"/>
                  <a:gd fmla="*/ 352387 w 1493134" name="connsiteX1"/>
                  <a:gd fmla="*/ 1570416 h 2200391" name="connsiteY1"/>
                  <a:gd fmla="*/ 108833 w 1493134" name="connsiteX2"/>
                  <a:gd fmla="*/ 5173 h 2200391" name="connsiteY2"/>
                  <a:gd fmla="*/ 1201255 w 1493134" name="connsiteX3"/>
                  <a:gd fmla="*/ 971103 h 2200391" name="connsiteY3"/>
                  <a:gd fmla="*/ 1432522 w 1493134" name="connsiteX4"/>
                  <a:gd fmla="*/ 2185446 h 220039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2200391" w="1493134">
                    <a:moveTo>
                      <a:pt x="1432522" y="2185446"/>
                    </a:moveTo>
                    <a:cubicBezTo>
                      <a:pt x="1388898" y="2255740"/>
                      <a:pt x="822351" y="2082575"/>
                      <a:pt x="352387" y="1570416"/>
                    </a:cubicBezTo>
                    <a:cubicBezTo>
                      <a:pt x="-184728" y="985010"/>
                      <a:pt x="31299" y="69848"/>
                      <a:pt x="108833" y="5173"/>
                    </a:cubicBezTo>
                    <a:cubicBezTo>
                      <a:pt x="177222" y="-51882"/>
                      <a:pt x="835781" y="369028"/>
                      <a:pt x="1201255" y="971103"/>
                    </a:cubicBezTo>
                    <a:cubicBezTo>
                      <a:pt x="1566825" y="1573179"/>
                      <a:pt x="1517390" y="2048571"/>
                      <a:pt x="1432522" y="2185446"/>
                    </a:cubicBezTo>
                    <a:close/>
                  </a:path>
                </a:pathLst>
              </a:custGeom>
              <a:solidFill>
                <a:srgbClr val="FF560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c80da9d-b991-423a-ba30-31645815de59" id="188" name="任意多边形: 形状 187">
                <a:extLst>
                  <a:ext uri="{FF2B5EF4-FFF2-40B4-BE49-F238E27FC236}">
                    <a16:creationId id="{5002C1C9-ABA4-0458-796A-A87F317E10A0}"/>
                  </a:ext>
                </a:extLst>
              </p:cNvPr>
              <p:cNvSpPr/>
              <p:nvPr/>
            </p:nvSpPr>
            <p:spPr>
              <a:xfrm flipV="false" flipH="false">
                <a:off x="1561228" y="3956010"/>
                <a:ext cx="816998" cy="1244472"/>
              </a:xfrm>
              <a:custGeom>
                <a:avLst/>
                <a:gdLst>
                  <a:gd fmla="*/ 1181124 w 1185555" name="connsiteX0"/>
                  <a:gd fmla="*/ 1805869 h 1805868" name="connsiteY0"/>
                  <a:gd fmla="*/ 1178743 w 1185555" name="connsiteX1"/>
                  <a:gd fmla="*/ 1805202 h 1805868" name="connsiteY1"/>
                  <a:gd fmla="*/ 744689 w 1185555" name="connsiteX2"/>
                  <a:gd fmla="*/ 1404200 h 1805868" name="connsiteY2"/>
                  <a:gd fmla="*/ 215 w 1185555" name="connsiteX3"/>
                  <a:gd fmla="*/ 5834 h 1805868" name="connsiteY3"/>
                  <a:gd fmla="*/ 3167 w 1185555" name="connsiteX4"/>
                  <a:gd fmla="*/ 215 h 1805868" name="connsiteY4"/>
                  <a:gd fmla="*/ 8787 w 1185555" name="connsiteX5"/>
                  <a:gd fmla="*/ 3167 h 1805868" name="connsiteY5"/>
                  <a:gd fmla="*/ 751451 w 1185555" name="connsiteX6"/>
                  <a:gd fmla="*/ 1398294 h 1805868" name="connsiteY6"/>
                  <a:gd fmla="*/ 1183410 w 1185555" name="connsiteX7"/>
                  <a:gd fmla="*/ 1797487 h 1805868" name="connsiteY7"/>
                  <a:gd fmla="*/ 1184934 w 1185555" name="connsiteX8"/>
                  <a:gd fmla="*/ 1803678 h 1805868" name="connsiteY8"/>
                  <a:gd fmla="*/ 1181124 w 1185555" name="connsiteX9"/>
                  <a:gd fmla="*/ 1805869 h 1805868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805868" w="1185555">
                    <a:moveTo>
                      <a:pt x="1181124" y="1805869"/>
                    </a:moveTo>
                    <a:cubicBezTo>
                      <a:pt x="1180267" y="1805869"/>
                      <a:pt x="1179505" y="1805678"/>
                      <a:pt x="1178743" y="1805202"/>
                    </a:cubicBezTo>
                    <a:cubicBezTo>
                      <a:pt x="1176838" y="1804059"/>
                      <a:pt x="984719" y="1684616"/>
                      <a:pt x="744689" y="1404200"/>
                    </a:cubicBezTo>
                    <a:cubicBezTo>
                      <a:pt x="523232" y="1145596"/>
                      <a:pt x="214337" y="693063"/>
                      <a:pt x="215" y="5834"/>
                    </a:cubicBezTo>
                    <a:cubicBezTo>
                      <a:pt x="-547" y="3453"/>
                      <a:pt x="786" y="977"/>
                      <a:pt x="3167" y="215"/>
                    </a:cubicBezTo>
                    <a:cubicBezTo>
                      <a:pt x="5453" y="-547"/>
                      <a:pt x="8025" y="786"/>
                      <a:pt x="8787" y="3167"/>
                    </a:cubicBezTo>
                    <a:cubicBezTo>
                      <a:pt x="222433" y="688872"/>
                      <a:pt x="530567" y="1140357"/>
                      <a:pt x="751451" y="1398294"/>
                    </a:cubicBezTo>
                    <a:cubicBezTo>
                      <a:pt x="990624" y="1677662"/>
                      <a:pt x="1181505" y="1796249"/>
                      <a:pt x="1183410" y="1797487"/>
                    </a:cubicBezTo>
                    <a:cubicBezTo>
                      <a:pt x="1185506" y="1798820"/>
                      <a:pt x="1186172" y="1801583"/>
                      <a:pt x="1184934" y="1803678"/>
                    </a:cubicBezTo>
                    <a:cubicBezTo>
                      <a:pt x="1184077" y="1805107"/>
                      <a:pt x="1182648" y="1805869"/>
                      <a:pt x="1181124" y="180586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e1f9bcb-f2bd-4725-89e3-7af8a5de92f4" id="189" name="任意多边形: 形状 188">
                <a:extLst>
                  <a:ext uri="{FF2B5EF4-FFF2-40B4-BE49-F238E27FC236}">
                    <a16:creationId id="{DEA0BC45-E265-05C5-F88B-AE363B5E8261}"/>
                  </a:ext>
                </a:extLst>
              </p:cNvPr>
              <p:cNvSpPr/>
              <p:nvPr/>
            </p:nvSpPr>
            <p:spPr>
              <a:xfrm flipV="false" flipH="false">
                <a:off x="1698546" y="4835273"/>
                <a:ext cx="420650" cy="133043"/>
              </a:xfrm>
              <a:custGeom>
                <a:avLst/>
                <a:gdLst>
                  <a:gd fmla="*/ 606005 w 610410" name="connsiteX0"/>
                  <a:gd fmla="*/ 193060 h 193060" name="connsiteY0"/>
                  <a:gd fmla="*/ 604671 w 610410" name="connsiteX1"/>
                  <a:gd fmla="*/ 192870 h 193060" name="connsiteY1"/>
                  <a:gd fmla="*/ 3167 w 610410" name="connsiteX2"/>
                  <a:gd fmla="*/ 8752 h 193060" name="connsiteY2"/>
                  <a:gd fmla="*/ 215 w 610410" name="connsiteX3"/>
                  <a:gd fmla="*/ 3132 h 193060" name="connsiteY3"/>
                  <a:gd fmla="*/ 5834 w 610410" name="connsiteX4"/>
                  <a:gd fmla="*/ 179 h 193060" name="connsiteY4"/>
                  <a:gd fmla="*/ 607243 w 610410" name="connsiteX5"/>
                  <a:gd fmla="*/ 184298 h 193060" name="connsiteY5"/>
                  <a:gd fmla="*/ 610196 w 610410" name="connsiteX6"/>
                  <a:gd fmla="*/ 189917 h 193060" name="connsiteY6"/>
                  <a:gd fmla="*/ 606005 w 610410" name="connsiteX7"/>
                  <a:gd fmla="*/ 193060 h 193060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93060" w="610410">
                    <a:moveTo>
                      <a:pt x="606005" y="193060"/>
                    </a:moveTo>
                    <a:cubicBezTo>
                      <a:pt x="605528" y="193060"/>
                      <a:pt x="605147" y="192965"/>
                      <a:pt x="604671" y="192870"/>
                    </a:cubicBezTo>
                    <a:lnTo>
                      <a:pt x="3167" y="8752"/>
                    </a:lnTo>
                    <a:cubicBezTo>
                      <a:pt x="786" y="7990"/>
                      <a:pt x="-547" y="5514"/>
                      <a:pt x="215" y="3132"/>
                    </a:cubicBezTo>
                    <a:cubicBezTo>
                      <a:pt x="977" y="751"/>
                      <a:pt x="3453" y="-487"/>
                      <a:pt x="5834" y="179"/>
                    </a:cubicBezTo>
                    <a:lnTo>
                      <a:pt x="607243" y="184298"/>
                    </a:lnTo>
                    <a:cubicBezTo>
                      <a:pt x="609624" y="185060"/>
                      <a:pt x="610958" y="187536"/>
                      <a:pt x="610196" y="189917"/>
                    </a:cubicBezTo>
                    <a:cubicBezTo>
                      <a:pt x="609719" y="191822"/>
                      <a:pt x="608005" y="193060"/>
                      <a:pt x="606005" y="19306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34ad34a-b2a9-444b-9b89-c810682a53c6" id="190" name="任意多边形: 形状 189">
                <a:extLst>
                  <a:ext uri="{FF2B5EF4-FFF2-40B4-BE49-F238E27FC236}">
                    <a16:creationId id="{DDCEC6AC-24DC-5517-1C53-C05ADE147D8B}"/>
                  </a:ext>
                </a:extLst>
              </p:cNvPr>
              <p:cNvSpPr/>
              <p:nvPr/>
            </p:nvSpPr>
            <p:spPr>
              <a:xfrm flipV="false" flipH="false">
                <a:off x="1892177" y="4215134"/>
                <a:ext cx="62334" cy="431024"/>
              </a:xfrm>
              <a:custGeom>
                <a:avLst/>
                <a:gdLst>
                  <a:gd fmla="*/ 4508 w 90454" name="connsiteX0"/>
                  <a:gd fmla="*/ 625465 h 625464" name="connsiteY0"/>
                  <a:gd fmla="*/ 3936 w 90454" name="connsiteX1"/>
                  <a:gd fmla="*/ 625465 h 625464" name="connsiteY1"/>
                  <a:gd fmla="*/ 31 w 90454" name="connsiteX2"/>
                  <a:gd fmla="*/ 620416 h 625464" name="connsiteY2"/>
                  <a:gd fmla="*/ 81470 w 90454" name="connsiteX3"/>
                  <a:gd fmla="*/ 3863 h 625464" name="connsiteY3"/>
                  <a:gd fmla="*/ 86518 w 90454" name="connsiteX4"/>
                  <a:gd fmla="*/ 53 h 625464" name="connsiteY4"/>
                  <a:gd fmla="*/ 90423 w 90454" name="connsiteX5"/>
                  <a:gd fmla="*/ 5101 h 625464" name="connsiteY5"/>
                  <a:gd fmla="*/ 8985 w 90454" name="connsiteX6"/>
                  <a:gd fmla="*/ 621655 h 625464" name="connsiteY6"/>
                  <a:gd fmla="*/ 4508 w 90454" name="connsiteX7"/>
                  <a:gd fmla="*/ 625465 h 62546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625464" w="90454">
                    <a:moveTo>
                      <a:pt x="4508" y="625465"/>
                    </a:moveTo>
                    <a:cubicBezTo>
                      <a:pt x="4317" y="625465"/>
                      <a:pt x="4127" y="625465"/>
                      <a:pt x="3936" y="625465"/>
                    </a:cubicBezTo>
                    <a:cubicBezTo>
                      <a:pt x="1460" y="625179"/>
                      <a:pt x="-255" y="622893"/>
                      <a:pt x="31" y="620416"/>
                    </a:cubicBezTo>
                    <a:lnTo>
                      <a:pt x="81470" y="3863"/>
                    </a:lnTo>
                    <a:cubicBezTo>
                      <a:pt x="81756" y="1387"/>
                      <a:pt x="84042" y="-328"/>
                      <a:pt x="86518" y="53"/>
                    </a:cubicBezTo>
                    <a:cubicBezTo>
                      <a:pt x="88995" y="339"/>
                      <a:pt x="90709" y="2625"/>
                      <a:pt x="90423" y="5101"/>
                    </a:cubicBezTo>
                    <a:lnTo>
                      <a:pt x="8985" y="621655"/>
                    </a:lnTo>
                    <a:cubicBezTo>
                      <a:pt x="8699" y="623845"/>
                      <a:pt x="6794" y="625465"/>
                      <a:pt x="4508" y="62546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8c4e619-7333-496a-bc81-f66f98b76f68" id="191" name="任意多边形: 形状 190">
                <a:extLst>
                  <a:ext uri="{FF2B5EF4-FFF2-40B4-BE49-F238E27FC236}">
                    <a16:creationId id="{38940A38-3616-0A8B-8928-DD8CEC724E5D}"/>
                  </a:ext>
                </a:extLst>
              </p:cNvPr>
              <p:cNvSpPr/>
              <p:nvPr/>
            </p:nvSpPr>
            <p:spPr>
              <a:xfrm flipV="false" flipH="false">
                <a:off x="2275840" y="4835924"/>
                <a:ext cx="71522" cy="287563"/>
              </a:xfrm>
              <a:custGeom>
                <a:avLst/>
                <a:gdLst>
                  <a:gd fmla="*/ 4507 w 103787" name="connsiteX0"/>
                  <a:gd fmla="*/ 417286 h 417286" name="connsiteY0"/>
                  <a:gd fmla="*/ 3459 w 103787" name="connsiteX1"/>
                  <a:gd fmla="*/ 417191 h 417286" name="connsiteY1"/>
                  <a:gd fmla="*/ 125 w 103787" name="connsiteX2"/>
                  <a:gd fmla="*/ 411762 h 417286" name="connsiteY2"/>
                  <a:gd fmla="*/ 94994 w 103787" name="connsiteX3"/>
                  <a:gd fmla="*/ 3425 h 417286" name="connsiteY3"/>
                  <a:gd fmla="*/ 100328 w 103787" name="connsiteX4"/>
                  <a:gd fmla="*/ 91 h 417286" name="connsiteY4"/>
                  <a:gd fmla="*/ 103662 w 103787" name="connsiteX5"/>
                  <a:gd fmla="*/ 5520 h 417286" name="connsiteY5"/>
                  <a:gd fmla="*/ 8793 w 103787" name="connsiteX6"/>
                  <a:gd fmla="*/ 413857 h 417286" name="connsiteY6"/>
                  <a:gd fmla="*/ 4507 w 103787" name="connsiteX7"/>
                  <a:gd fmla="*/ 417286 h 417286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417286" w="103787">
                    <a:moveTo>
                      <a:pt x="4507" y="417286"/>
                    </a:moveTo>
                    <a:cubicBezTo>
                      <a:pt x="4221" y="417286"/>
                      <a:pt x="3840" y="417286"/>
                      <a:pt x="3459" y="417191"/>
                    </a:cubicBezTo>
                    <a:cubicBezTo>
                      <a:pt x="983" y="416619"/>
                      <a:pt x="-446" y="414238"/>
                      <a:pt x="125" y="411762"/>
                    </a:cubicBezTo>
                    <a:lnTo>
                      <a:pt x="94994" y="3425"/>
                    </a:lnTo>
                    <a:cubicBezTo>
                      <a:pt x="95566" y="1044"/>
                      <a:pt x="98042" y="-385"/>
                      <a:pt x="100328" y="91"/>
                    </a:cubicBezTo>
                    <a:cubicBezTo>
                      <a:pt x="102805" y="663"/>
                      <a:pt x="104234" y="3044"/>
                      <a:pt x="103662" y="5520"/>
                    </a:cubicBezTo>
                    <a:lnTo>
                      <a:pt x="8793" y="413857"/>
                    </a:lnTo>
                    <a:cubicBezTo>
                      <a:pt x="8412" y="415858"/>
                      <a:pt x="6507" y="417286"/>
                      <a:pt x="4507" y="41728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8e87697-5e84-4840-ae2e-a01aaafcde55" id="192" name="任意多边形: 形状 191">
                <a:extLst>
                  <a:ext uri="{FF2B5EF4-FFF2-40B4-BE49-F238E27FC236}">
                    <a16:creationId id="{75876A90-98BA-D1A1-ADEB-8465E99C26C2}"/>
                  </a:ext>
                </a:extLst>
              </p:cNvPr>
              <p:cNvSpPr/>
              <p:nvPr/>
            </p:nvSpPr>
            <p:spPr>
              <a:xfrm flipV="false" flipH="false">
                <a:off x="1506701" y="4171224"/>
                <a:ext cx="165997" cy="101446"/>
              </a:xfrm>
              <a:custGeom>
                <a:avLst/>
                <a:gdLst>
                  <a:gd fmla="*/ 236312 w 240880" name="connsiteX0"/>
                  <a:gd fmla="*/ 147211 h 147210" name="connsiteY0"/>
                  <a:gd fmla="*/ 234026 w 240880" name="connsiteX1"/>
                  <a:gd fmla="*/ 146544 h 147210" name="connsiteY1"/>
                  <a:gd fmla="*/ 2187 w 240880" name="connsiteX2"/>
                  <a:gd fmla="*/ 8336 h 147210" name="connsiteY2"/>
                  <a:gd fmla="*/ 663 w 240880" name="connsiteX3"/>
                  <a:gd fmla="*/ 2145 h 147210" name="connsiteY3"/>
                  <a:gd fmla="*/ 6855 w 240880" name="connsiteX4"/>
                  <a:gd fmla="*/ 621 h 147210" name="connsiteY4"/>
                  <a:gd fmla="*/ 238693 w 240880" name="connsiteX5"/>
                  <a:gd fmla="*/ 138829 h 147210" name="connsiteY5"/>
                  <a:gd fmla="*/ 240217 w 240880" name="connsiteX6"/>
                  <a:gd fmla="*/ 145020 h 147210" name="connsiteY6"/>
                  <a:gd fmla="*/ 236312 w 240880" name="connsiteX7"/>
                  <a:gd fmla="*/ 147211 h 147210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47210" w="240880">
                    <a:moveTo>
                      <a:pt x="236312" y="147211"/>
                    </a:moveTo>
                    <a:cubicBezTo>
                      <a:pt x="235550" y="147211"/>
                      <a:pt x="234693" y="147020"/>
                      <a:pt x="234026" y="146544"/>
                    </a:cubicBezTo>
                    <a:lnTo>
                      <a:pt x="2187" y="8336"/>
                    </a:lnTo>
                    <a:cubicBezTo>
                      <a:pt x="92" y="7098"/>
                      <a:pt x="-670" y="4336"/>
                      <a:pt x="663" y="2145"/>
                    </a:cubicBezTo>
                    <a:cubicBezTo>
                      <a:pt x="1902" y="50"/>
                      <a:pt x="4664" y="-617"/>
                      <a:pt x="6855" y="621"/>
                    </a:cubicBezTo>
                    <a:lnTo>
                      <a:pt x="238693" y="138829"/>
                    </a:lnTo>
                    <a:cubicBezTo>
                      <a:pt x="240789" y="140067"/>
                      <a:pt x="241551" y="142830"/>
                      <a:pt x="240217" y="145020"/>
                    </a:cubicBezTo>
                    <a:cubicBezTo>
                      <a:pt x="239360" y="146449"/>
                      <a:pt x="237836" y="147211"/>
                      <a:pt x="236312" y="14721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f9dbf54-016b-448e-bd5c-b1ac0280137d" id="170" name="任意多边形: 形状 169">
                <a:extLst>
                  <a:ext uri="{FF2B5EF4-FFF2-40B4-BE49-F238E27FC236}">
                    <a16:creationId id="{1603C619-FCE4-0CFF-ED9C-CBAAAED86D6E}"/>
                  </a:ext>
                </a:extLst>
              </p:cNvPr>
              <p:cNvSpPr/>
              <p:nvPr/>
            </p:nvSpPr>
            <p:spPr>
              <a:xfrm flipV="false" flipH="false">
                <a:off x="1730135" y="2394730"/>
                <a:ext cx="3093516" cy="3093448"/>
              </a:xfrm>
              <a:custGeom>
                <a:avLst/>
                <a:gdLst>
                  <a:gd fmla="*/ 0 w 4489037" name="connsiteX0"/>
                  <a:gd fmla="*/ 2244471 h 4488941" name="connsiteY0"/>
                  <a:gd fmla="*/ 2244471 w 4489037" name="connsiteX1"/>
                  <a:gd fmla="*/ 0 h 4488941" name="connsiteY1"/>
                  <a:gd fmla="*/ 4489038 w 4489037" name="connsiteX2"/>
                  <a:gd fmla="*/ 2244471 h 4488941" name="connsiteY2"/>
                  <a:gd fmla="*/ 2244471 w 4489037" name="connsiteX3"/>
                  <a:gd fmla="*/ 4488942 h 4488941" name="connsiteY3"/>
                  <a:gd fmla="*/ 0 w 4489037" name="connsiteX4"/>
                  <a:gd fmla="*/ 2244471 h 448894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4488941" w="4489037">
                    <a:moveTo>
                      <a:pt x="0" y="2244471"/>
                    </a:moveTo>
                    <a:cubicBezTo>
                      <a:pt x="0" y="1004888"/>
                      <a:pt x="1004888" y="0"/>
                      <a:pt x="2244471" y="0"/>
                    </a:cubicBezTo>
                    <a:cubicBezTo>
                      <a:pt x="3484150" y="0"/>
                      <a:pt x="4489038" y="1004888"/>
                      <a:pt x="4489038" y="2244471"/>
                    </a:cubicBezTo>
                    <a:cubicBezTo>
                      <a:pt x="4489038" y="3484055"/>
                      <a:pt x="3484150" y="4488942"/>
                      <a:pt x="2244471" y="4488942"/>
                    </a:cubicBezTo>
                    <a:cubicBezTo>
                      <a:pt x="1004888" y="4488942"/>
                      <a:pt x="0" y="3484055"/>
                      <a:pt x="0" y="2244471"/>
                    </a:cubicBezTo>
                    <a:close/>
                  </a:path>
                </a:pathLst>
              </a:custGeom>
              <a:solidFill>
                <a:srgbClr val="DFEDF8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b4bc8a2-a078-4711-8944-50496b818139" id="179" name="任意多边形: 形状 178">
                <a:extLst>
                  <a:ext uri="{FF2B5EF4-FFF2-40B4-BE49-F238E27FC236}">
                    <a16:creationId id="{80D7E4D5-3EDC-923F-E7DD-5EA9D60E0846}"/>
                  </a:ext>
                </a:extLst>
              </p:cNvPr>
              <p:cNvSpPr/>
              <p:nvPr/>
            </p:nvSpPr>
            <p:spPr>
              <a:xfrm flipV="false" flipH="false">
                <a:off x="3971652" y="5174049"/>
                <a:ext cx="1419994" cy="628286"/>
              </a:xfrm>
              <a:custGeom>
                <a:avLst/>
                <a:gdLst>
                  <a:gd fmla="*/ 286 w 2060570" name="connsiteX0"/>
                  <a:gd fmla="*/ 601569 h 911714" name="connsiteY0"/>
                  <a:gd fmla="*/ 1016413 w 2060570" name="connsiteX1"/>
                  <a:gd fmla="*/ 911608 h 911714" name="connsiteY1"/>
                  <a:gd fmla="*/ 2060354 w 2060570" name="connsiteX2"/>
                  <a:gd fmla="*/ 159419 h 911714" name="connsiteY2"/>
                  <a:gd fmla="*/ 836200 w 2060570" name="connsiteX3"/>
                  <a:gd fmla="*/ 44071 h 911714" name="connsiteY3"/>
                  <a:gd fmla="*/ 286 w 2060570" name="connsiteX4"/>
                  <a:gd fmla="*/ 601569 h 911714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911714" w="2060570">
                    <a:moveTo>
                      <a:pt x="286" y="601569"/>
                    </a:moveTo>
                    <a:cubicBezTo>
                      <a:pt x="-12953" y="668911"/>
                      <a:pt x="434626" y="917609"/>
                      <a:pt x="1016413" y="911608"/>
                    </a:cubicBezTo>
                    <a:cubicBezTo>
                      <a:pt x="1681449" y="904655"/>
                      <a:pt x="2071117" y="244381"/>
                      <a:pt x="2060354" y="159419"/>
                    </a:cubicBezTo>
                    <a:cubicBezTo>
                      <a:pt x="2050733" y="84457"/>
                      <a:pt x="1404938" y="-78040"/>
                      <a:pt x="836200" y="44071"/>
                    </a:cubicBezTo>
                    <a:cubicBezTo>
                      <a:pt x="267177" y="166181"/>
                      <a:pt x="26099" y="470505"/>
                      <a:pt x="286" y="601569"/>
                    </a:cubicBezTo>
                    <a:close/>
                  </a:path>
                </a:pathLst>
              </a:custGeom>
              <a:solidFill>
                <a:srgbClr val="FF560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4003d4c-e994-42d8-bb49-49535c886161" id="181" name="任意多边形: 形状 180">
                <a:extLst>
                  <a:ext uri="{FF2B5EF4-FFF2-40B4-BE49-F238E27FC236}">
                    <a16:creationId id="{CE976EAB-0037-88C2-FCCA-E28DBCBD1F13}"/>
                  </a:ext>
                </a:extLst>
              </p:cNvPr>
              <p:cNvSpPr/>
              <p:nvPr/>
            </p:nvSpPr>
            <p:spPr>
              <a:xfrm flipV="false" flipH="false">
                <a:off x="4092645" y="5313833"/>
                <a:ext cx="1212478" cy="247401"/>
              </a:xfrm>
              <a:custGeom>
                <a:avLst/>
                <a:gdLst>
                  <a:gd fmla="*/ 391356 w 1759441" name="connsiteX0"/>
                  <a:gd fmla="*/ 359008 h 359007" name="connsiteY0"/>
                  <a:gd fmla="*/ 3307 w 1759441" name="connsiteX1"/>
                  <a:gd fmla="*/ 320527 h 359007" name="connsiteY1"/>
                  <a:gd fmla="*/ 164 w 1759441" name="connsiteX2"/>
                  <a:gd fmla="*/ 315002 h 359007" name="connsiteY2"/>
                  <a:gd fmla="*/ 5688 w 1759441" name="connsiteX3"/>
                  <a:gd fmla="*/ 311859 h 359007" name="connsiteY3"/>
                  <a:gd fmla="*/ 1752955 w 1759441" name="connsiteX4"/>
                  <a:gd fmla="*/ 487 h 359007" name="connsiteY4"/>
                  <a:gd fmla="*/ 1758955 w 1759441" name="connsiteX5"/>
                  <a:gd fmla="*/ 2487 h 359007" name="connsiteY5"/>
                  <a:gd fmla="*/ 1756955 w 1759441" name="connsiteX6"/>
                  <a:gd fmla="*/ 8488 h 359007" name="connsiteY6"/>
                  <a:gd fmla="*/ 499750 w 1759441" name="connsiteX7"/>
                  <a:gd fmla="*/ 356436 h 359007" name="connsiteY7"/>
                  <a:gd fmla="*/ 391356 w 1759441" name="connsiteX8"/>
                  <a:gd fmla="*/ 359008 h 359007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359007" w="1759441">
                    <a:moveTo>
                      <a:pt x="391356" y="359008"/>
                    </a:moveTo>
                    <a:cubicBezTo>
                      <a:pt x="148468" y="359008"/>
                      <a:pt x="4927" y="321003"/>
                      <a:pt x="3307" y="320527"/>
                    </a:cubicBezTo>
                    <a:cubicBezTo>
                      <a:pt x="926" y="319860"/>
                      <a:pt x="-503" y="317384"/>
                      <a:pt x="164" y="315002"/>
                    </a:cubicBezTo>
                    <a:cubicBezTo>
                      <a:pt x="831" y="312621"/>
                      <a:pt x="3403" y="311192"/>
                      <a:pt x="5688" y="311859"/>
                    </a:cubicBezTo>
                    <a:cubicBezTo>
                      <a:pt x="13118" y="313859"/>
                      <a:pt x="752544" y="504835"/>
                      <a:pt x="1752955" y="487"/>
                    </a:cubicBezTo>
                    <a:cubicBezTo>
                      <a:pt x="1755146" y="-656"/>
                      <a:pt x="1757812" y="296"/>
                      <a:pt x="1758955" y="2487"/>
                    </a:cubicBezTo>
                    <a:cubicBezTo>
                      <a:pt x="1760098" y="4678"/>
                      <a:pt x="1759146" y="7440"/>
                      <a:pt x="1756955" y="8488"/>
                    </a:cubicBezTo>
                    <a:cubicBezTo>
                      <a:pt x="1232508" y="272806"/>
                      <a:pt x="783786" y="343577"/>
                      <a:pt x="499750" y="356436"/>
                    </a:cubicBezTo>
                    <a:cubicBezTo>
                      <a:pt x="461746" y="358246"/>
                      <a:pt x="425551" y="359008"/>
                      <a:pt x="391356" y="35900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557bc9a-4116-4f3f-af5f-7408177c9d2d" id="182" name="任意多边形: 形状 181">
                <a:extLst>
                  <a:ext uri="{FF2B5EF4-FFF2-40B4-BE49-F238E27FC236}">
                    <a16:creationId id="{B01706A5-40B9-6196-4B38-251156568562}"/>
                  </a:ext>
                </a:extLst>
              </p:cNvPr>
              <p:cNvSpPr/>
              <p:nvPr/>
            </p:nvSpPr>
            <p:spPr>
              <a:xfrm flipV="false" flipH="false">
                <a:off x="4384640" y="5554196"/>
                <a:ext cx="333805" cy="188005"/>
              </a:xfrm>
              <a:custGeom>
                <a:avLst/>
                <a:gdLst>
                  <a:gd fmla="*/ 479891 w 484389" name="connsiteX0"/>
                  <a:gd fmla="*/ 272818 h 272817" name="connsiteY0"/>
                  <a:gd fmla="*/ 477701 w 484389" name="connsiteX1"/>
                  <a:gd fmla="*/ 272246 h 272817" name="connsiteY1"/>
                  <a:gd fmla="*/ 2308 w 484389" name="connsiteX2"/>
                  <a:gd fmla="*/ 8404 h 272817" name="connsiteY2"/>
                  <a:gd fmla="*/ 593 w 484389" name="connsiteX3"/>
                  <a:gd fmla="*/ 2308 h 272817" name="connsiteY3"/>
                  <a:gd fmla="*/ 6689 w 484389" name="connsiteX4"/>
                  <a:gd fmla="*/ 593 h 272817" name="connsiteY4"/>
                  <a:gd fmla="*/ 482082 w 484389" name="connsiteX5"/>
                  <a:gd fmla="*/ 264436 h 272817" name="connsiteY5"/>
                  <a:gd fmla="*/ 483796 w 484389" name="connsiteX6"/>
                  <a:gd fmla="*/ 270532 h 272817" name="connsiteY6"/>
                  <a:gd fmla="*/ 479891 w 484389" name="connsiteX7"/>
                  <a:gd fmla="*/ 272818 h 272817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272817" w="484389">
                    <a:moveTo>
                      <a:pt x="479891" y="272818"/>
                    </a:moveTo>
                    <a:cubicBezTo>
                      <a:pt x="479129" y="272818"/>
                      <a:pt x="478367" y="272627"/>
                      <a:pt x="477701" y="272246"/>
                    </a:cubicBezTo>
                    <a:lnTo>
                      <a:pt x="2308" y="8404"/>
                    </a:lnTo>
                    <a:cubicBezTo>
                      <a:pt x="117" y="7165"/>
                      <a:pt x="-645" y="4498"/>
                      <a:pt x="593" y="2308"/>
                    </a:cubicBezTo>
                    <a:cubicBezTo>
                      <a:pt x="1831" y="117"/>
                      <a:pt x="4594" y="-645"/>
                      <a:pt x="6689" y="593"/>
                    </a:cubicBezTo>
                    <a:lnTo>
                      <a:pt x="482082" y="264436"/>
                    </a:lnTo>
                    <a:cubicBezTo>
                      <a:pt x="484273" y="265674"/>
                      <a:pt x="485034" y="268341"/>
                      <a:pt x="483796" y="270532"/>
                    </a:cubicBezTo>
                    <a:cubicBezTo>
                      <a:pt x="483035" y="271961"/>
                      <a:pt x="481510" y="272818"/>
                      <a:pt x="479891" y="27281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66d43d0-0660-4f13-9d40-d2a8f68a8d76" id="183" name="任意多边形: 形状 182">
                <a:extLst>
                  <a:ext uri="{FF2B5EF4-FFF2-40B4-BE49-F238E27FC236}">
                    <a16:creationId id="{F964658C-09F5-5102-42CF-80995CBC11B7}"/>
                  </a:ext>
                </a:extLst>
              </p:cNvPr>
              <p:cNvSpPr/>
              <p:nvPr/>
            </p:nvSpPr>
            <p:spPr>
              <a:xfrm flipV="false" flipH="false">
                <a:off x="4704580" y="5225029"/>
                <a:ext cx="214379" cy="285531"/>
              </a:xfrm>
              <a:custGeom>
                <a:avLst/>
                <a:gdLst>
                  <a:gd fmla="*/ 4478 w 311088" name="connsiteX0"/>
                  <a:gd fmla="*/ 414338 h 414338" name="connsiteY0"/>
                  <a:gd fmla="*/ 1811 w 311088" name="connsiteX1"/>
                  <a:gd fmla="*/ 413481 h 414338" name="connsiteY1"/>
                  <a:gd fmla="*/ 858 w 311088" name="connsiteX2"/>
                  <a:gd fmla="*/ 407195 h 414338" name="connsiteY2"/>
                  <a:gd fmla="*/ 302991 w 311088" name="connsiteX3"/>
                  <a:gd fmla="*/ 1811 h 414338" name="connsiteY3"/>
                  <a:gd fmla="*/ 309278 w 311088" name="connsiteX4"/>
                  <a:gd fmla="*/ 858 h 414338" name="connsiteY4"/>
                  <a:gd fmla="*/ 310230 w 311088" name="connsiteX5"/>
                  <a:gd fmla="*/ 7145 h 414338" name="connsiteY5"/>
                  <a:gd fmla="*/ 8097 w 311088" name="connsiteX6"/>
                  <a:gd fmla="*/ 412529 h 414338" name="connsiteY6"/>
                  <a:gd fmla="*/ 4478 w 311088" name="connsiteX7"/>
                  <a:gd fmla="*/ 414338 h 414338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414338" w="311088">
                    <a:moveTo>
                      <a:pt x="4478" y="414338"/>
                    </a:moveTo>
                    <a:cubicBezTo>
                      <a:pt x="3525" y="414338"/>
                      <a:pt x="2573" y="414053"/>
                      <a:pt x="1811" y="413481"/>
                    </a:cubicBezTo>
                    <a:cubicBezTo>
                      <a:pt x="-190" y="411957"/>
                      <a:pt x="-571" y="409195"/>
                      <a:pt x="858" y="407195"/>
                    </a:cubicBezTo>
                    <a:lnTo>
                      <a:pt x="302991" y="1811"/>
                    </a:lnTo>
                    <a:cubicBezTo>
                      <a:pt x="304420" y="-190"/>
                      <a:pt x="307373" y="-571"/>
                      <a:pt x="309278" y="858"/>
                    </a:cubicBezTo>
                    <a:cubicBezTo>
                      <a:pt x="311278" y="2382"/>
                      <a:pt x="311659" y="5144"/>
                      <a:pt x="310230" y="7145"/>
                    </a:cubicBezTo>
                    <a:lnTo>
                      <a:pt x="8097" y="412529"/>
                    </a:lnTo>
                    <a:cubicBezTo>
                      <a:pt x="7145" y="413767"/>
                      <a:pt x="5811" y="414338"/>
                      <a:pt x="4478" y="41433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c246fea-61bd-47e8-a740-1689acfa06ae" id="184" name="任意多边形: 形状 183">
                <a:extLst>
                  <a:ext uri="{FF2B5EF4-FFF2-40B4-BE49-F238E27FC236}">
                    <a16:creationId id="{D569DD7B-DB6F-F609-C2CD-9F6538B348DF}"/>
                  </a:ext>
                </a:extLst>
              </p:cNvPr>
              <p:cNvSpPr/>
              <p:nvPr/>
            </p:nvSpPr>
            <p:spPr>
              <a:xfrm flipV="false" flipH="false">
                <a:off x="4195814" y="5341083"/>
                <a:ext cx="126745" cy="208599"/>
              </a:xfrm>
              <a:custGeom>
                <a:avLst/>
                <a:gdLst>
                  <a:gd fmla="*/ 4474 w 183921" name="connsiteX0"/>
                  <a:gd fmla="*/ 302701 h 302701" name="connsiteY0"/>
                  <a:gd fmla="*/ 2187 w 183921" name="connsiteX1"/>
                  <a:gd fmla="*/ 302034 h 302701" name="connsiteY1"/>
                  <a:gd fmla="*/ 663 w 183921" name="connsiteX2"/>
                  <a:gd fmla="*/ 295843 h 302701" name="connsiteY2"/>
                  <a:gd fmla="*/ 175542 w 183921" name="connsiteX3"/>
                  <a:gd fmla="*/ 2187 h 302701" name="connsiteY3"/>
                  <a:gd fmla="*/ 181734 w 183921" name="connsiteX4"/>
                  <a:gd fmla="*/ 663 h 302701" name="connsiteY4"/>
                  <a:gd fmla="*/ 183258 w 183921" name="connsiteX5"/>
                  <a:gd fmla="*/ 6855 h 302701" name="connsiteY5"/>
                  <a:gd fmla="*/ 8379 w 183921" name="connsiteX6"/>
                  <a:gd fmla="*/ 300511 h 302701" name="connsiteY6"/>
                  <a:gd fmla="*/ 4474 w 183921" name="connsiteX7"/>
                  <a:gd fmla="*/ 302701 h 302701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302701" w="183921">
                    <a:moveTo>
                      <a:pt x="4474" y="302701"/>
                    </a:moveTo>
                    <a:cubicBezTo>
                      <a:pt x="3711" y="302701"/>
                      <a:pt x="2854" y="302511"/>
                      <a:pt x="2187" y="302034"/>
                    </a:cubicBezTo>
                    <a:cubicBezTo>
                      <a:pt x="92" y="300796"/>
                      <a:pt x="-670" y="298034"/>
                      <a:pt x="663" y="295843"/>
                    </a:cubicBezTo>
                    <a:lnTo>
                      <a:pt x="175542" y="2187"/>
                    </a:lnTo>
                    <a:cubicBezTo>
                      <a:pt x="176781" y="92"/>
                      <a:pt x="179638" y="-670"/>
                      <a:pt x="181734" y="663"/>
                    </a:cubicBezTo>
                    <a:cubicBezTo>
                      <a:pt x="183829" y="1902"/>
                      <a:pt x="184591" y="4664"/>
                      <a:pt x="183258" y="6855"/>
                    </a:cubicBezTo>
                    <a:lnTo>
                      <a:pt x="8379" y="300511"/>
                    </a:lnTo>
                    <a:cubicBezTo>
                      <a:pt x="7521" y="301844"/>
                      <a:pt x="5997" y="302701"/>
                      <a:pt x="4474" y="30270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60ce05b-ec54-4e9a-b5ca-64b9f898f4d6" id="185" name="任意多边形: 形状 184">
                <a:extLst>
                  <a:ext uri="{FF2B5EF4-FFF2-40B4-BE49-F238E27FC236}">
                    <a16:creationId id="{768C2C7B-8FFE-3ADA-8B48-76867F4BEA25}"/>
                  </a:ext>
                </a:extLst>
              </p:cNvPr>
              <p:cNvSpPr/>
              <p:nvPr/>
            </p:nvSpPr>
            <p:spPr>
              <a:xfrm flipV="false" flipH="false">
                <a:off x="5056923" y="5428041"/>
                <a:ext cx="158999" cy="49568"/>
              </a:xfrm>
              <a:custGeom>
                <a:avLst/>
                <a:gdLst>
                  <a:gd fmla="*/ 226234 w 230726" name="connsiteX0"/>
                  <a:gd fmla="*/ 71929 h 71929" name="connsiteY0"/>
                  <a:gd fmla="*/ 224996 w 230726" name="connsiteX1"/>
                  <a:gd fmla="*/ 71738 h 71929" name="connsiteY1"/>
                  <a:gd fmla="*/ 3254 w 230726" name="connsiteX2"/>
                  <a:gd fmla="*/ 8778 h 71929" name="connsiteY2"/>
                  <a:gd fmla="*/ 206 w 230726" name="connsiteX3"/>
                  <a:gd fmla="*/ 3254 h 71929" name="connsiteY3"/>
                  <a:gd fmla="*/ 5731 w 230726" name="connsiteX4"/>
                  <a:gd fmla="*/ 206 h 71929" name="connsiteY4"/>
                  <a:gd fmla="*/ 227472 w 230726" name="connsiteX5"/>
                  <a:gd fmla="*/ 63166 h 71929" name="connsiteY5"/>
                  <a:gd fmla="*/ 230520 w 230726" name="connsiteX6"/>
                  <a:gd fmla="*/ 68690 h 71929" name="connsiteY6"/>
                  <a:gd fmla="*/ 226234 w 230726" name="connsiteX7"/>
                  <a:gd fmla="*/ 71929 h 7192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71929" w="230726">
                    <a:moveTo>
                      <a:pt x="226234" y="71929"/>
                    </a:moveTo>
                    <a:cubicBezTo>
                      <a:pt x="225853" y="71929"/>
                      <a:pt x="225377" y="71834"/>
                      <a:pt x="224996" y="71738"/>
                    </a:cubicBezTo>
                    <a:lnTo>
                      <a:pt x="3254" y="8778"/>
                    </a:lnTo>
                    <a:cubicBezTo>
                      <a:pt x="873" y="8112"/>
                      <a:pt x="-556" y="5635"/>
                      <a:pt x="206" y="3254"/>
                    </a:cubicBezTo>
                    <a:cubicBezTo>
                      <a:pt x="873" y="872"/>
                      <a:pt x="3254" y="-556"/>
                      <a:pt x="5731" y="206"/>
                    </a:cubicBezTo>
                    <a:lnTo>
                      <a:pt x="227472" y="63166"/>
                    </a:lnTo>
                    <a:cubicBezTo>
                      <a:pt x="229854" y="63833"/>
                      <a:pt x="231282" y="66309"/>
                      <a:pt x="230520" y="68690"/>
                    </a:cubicBezTo>
                    <a:cubicBezTo>
                      <a:pt x="229949" y="70691"/>
                      <a:pt x="228139" y="71929"/>
                      <a:pt x="226234" y="7192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ec0ee5d-aabc-4704-a0ef-14b07e08f056" id="173" name="任意多边形: 形状 172">
                <a:extLst>
                  <a:ext uri="{FF2B5EF4-FFF2-40B4-BE49-F238E27FC236}">
                    <a16:creationId id="{2F549233-6110-D7C2-235C-8BF6F44EBFAE}"/>
                  </a:ext>
                </a:extLst>
              </p:cNvPr>
              <p:cNvSpPr/>
              <p:nvPr/>
            </p:nvSpPr>
            <p:spPr>
              <a:xfrm flipV="false" flipH="false">
                <a:off x="4675187" y="5777662"/>
                <a:ext cx="554083" cy="272495"/>
              </a:xfrm>
              <a:custGeom>
                <a:avLst/>
                <a:gdLst>
                  <a:gd fmla="*/ 1507 w 804036" name="connsiteX0"/>
                  <a:gd fmla="*/ 74083 h 395421" name="connsiteY0"/>
                  <a:gd fmla="*/ 306783 w 804036" name="connsiteX1"/>
                  <a:gd fmla="*/ 357452 h 395421" name="connsiteY1"/>
                  <a:gd fmla="*/ 803703 w 804036" name="connsiteX2"/>
                  <a:gd fmla="*/ 270774 h 395421" name="connsiteY2"/>
                  <a:gd fmla="*/ 391651 w 804036" name="connsiteX3"/>
                  <a:gd fmla="*/ 20552 h 395421" name="connsiteY3"/>
                  <a:gd fmla="*/ 1507 w 804036" name="connsiteX4"/>
                  <a:gd fmla="*/ 74083 h 39542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395421" w="804036">
                    <a:moveTo>
                      <a:pt x="1507" y="74083"/>
                    </a:moveTo>
                    <a:cubicBezTo>
                      <a:pt x="-14686" y="95514"/>
                      <a:pt x="100472" y="259916"/>
                      <a:pt x="306783" y="357452"/>
                    </a:cubicBezTo>
                    <a:cubicBezTo>
                      <a:pt x="542717" y="468894"/>
                      <a:pt x="792939" y="302683"/>
                      <a:pt x="803703" y="270774"/>
                    </a:cubicBezTo>
                    <a:cubicBezTo>
                      <a:pt x="813323" y="242675"/>
                      <a:pt x="613393" y="74845"/>
                      <a:pt x="391651" y="20552"/>
                    </a:cubicBezTo>
                    <a:cubicBezTo>
                      <a:pt x="170099" y="-33835"/>
                      <a:pt x="33130" y="32269"/>
                      <a:pt x="1507" y="74083"/>
                    </a:cubicBezTo>
                    <a:close/>
                  </a:path>
                </a:pathLst>
              </a:custGeom>
              <a:solidFill>
                <a:srgbClr val="F1D9A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9516c73-e4f5-45e6-91f1-1a6b893be8c6" id="175" name="任意多边形: 形状 174">
                <a:extLst>
                  <a:ext uri="{FF2B5EF4-FFF2-40B4-BE49-F238E27FC236}">
                    <a16:creationId id="{4CF8AB78-1837-CB35-F5DE-4C73F3379B64}"/>
                  </a:ext>
                </a:extLst>
              </p:cNvPr>
              <p:cNvSpPr/>
              <p:nvPr/>
            </p:nvSpPr>
            <p:spPr>
              <a:xfrm flipV="false" flipH="false">
                <a:off x="4683978" y="5845174"/>
                <a:ext cx="526685" cy="119742"/>
              </a:xfrm>
              <a:custGeom>
                <a:avLst/>
                <a:gdLst>
                  <a:gd fmla="*/ 746940 w 764278" name="connsiteX0"/>
                  <a:gd fmla="*/ 173760 h 173759" name="connsiteY0"/>
                  <a:gd fmla="*/ 3132 w 764278" name="connsiteX1"/>
                  <a:gd fmla="*/ 8787 h 173759" name="connsiteY1"/>
                  <a:gd fmla="*/ 179 w 764278" name="connsiteX2"/>
                  <a:gd fmla="*/ 3167 h 173759" name="connsiteY2"/>
                  <a:gd fmla="*/ 5799 w 764278" name="connsiteX3"/>
                  <a:gd fmla="*/ 215 h 173759" name="connsiteY3"/>
                  <a:gd fmla="*/ 759607 w 764278" name="connsiteX4"/>
                  <a:gd fmla="*/ 164616 h 173759" name="connsiteY4"/>
                  <a:gd fmla="*/ 759798 w 764278" name="connsiteX5"/>
                  <a:gd fmla="*/ 164616 h 173759" name="connsiteY5"/>
                  <a:gd fmla="*/ 764275 w 764278" name="connsiteX6"/>
                  <a:gd fmla="*/ 168997 h 173759" name="connsiteY6"/>
                  <a:gd fmla="*/ 759893 w 764278" name="connsiteX7"/>
                  <a:gd fmla="*/ 173665 h 173759" name="connsiteY7"/>
                  <a:gd fmla="*/ 746940 w 764278" name="connsiteX8"/>
                  <a:gd fmla="*/ 173760 h 173759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73759" w="764278">
                    <a:moveTo>
                      <a:pt x="746940" y="173760"/>
                    </a:moveTo>
                    <a:cubicBezTo>
                      <a:pt x="527102" y="173760"/>
                      <a:pt x="8466" y="10406"/>
                      <a:pt x="3132" y="8787"/>
                    </a:cubicBezTo>
                    <a:cubicBezTo>
                      <a:pt x="751" y="8025"/>
                      <a:pt x="-487" y="5549"/>
                      <a:pt x="179" y="3167"/>
                    </a:cubicBezTo>
                    <a:cubicBezTo>
                      <a:pt x="942" y="786"/>
                      <a:pt x="3323" y="-548"/>
                      <a:pt x="5799" y="215"/>
                    </a:cubicBezTo>
                    <a:cubicBezTo>
                      <a:pt x="11229" y="1929"/>
                      <a:pt x="550057" y="171189"/>
                      <a:pt x="759607" y="164616"/>
                    </a:cubicBezTo>
                    <a:cubicBezTo>
                      <a:pt x="759703" y="164616"/>
                      <a:pt x="759703" y="164616"/>
                      <a:pt x="759798" y="164616"/>
                    </a:cubicBezTo>
                    <a:cubicBezTo>
                      <a:pt x="762179" y="164616"/>
                      <a:pt x="764180" y="166521"/>
                      <a:pt x="764275" y="168997"/>
                    </a:cubicBezTo>
                    <a:cubicBezTo>
                      <a:pt x="764370" y="171474"/>
                      <a:pt x="762370" y="173570"/>
                      <a:pt x="759893" y="173665"/>
                    </a:cubicBezTo>
                    <a:cubicBezTo>
                      <a:pt x="755702" y="173665"/>
                      <a:pt x="751321" y="173760"/>
                      <a:pt x="746940" y="17376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4094b4f-c6b2-4f4c-9913-446cd53fbdf2" id="176" name="任意多边形: 形状 175">
                <a:extLst>
                  <a:ext uri="{FF2B5EF4-FFF2-40B4-BE49-F238E27FC236}">
                    <a16:creationId id="{D9F86F38-20AB-F47B-FEB4-C4786BCD8009}"/>
                  </a:ext>
                </a:extLst>
              </p:cNvPr>
              <p:cNvSpPr/>
              <p:nvPr/>
            </p:nvSpPr>
            <p:spPr>
              <a:xfrm flipV="false" flipH="false">
                <a:off x="5025689" y="5938267"/>
                <a:ext cx="99575" cy="75814"/>
              </a:xfrm>
              <a:custGeom>
                <a:avLst/>
                <a:gdLst>
                  <a:gd fmla="*/ 140018 w 144495" name="connsiteX0"/>
                  <a:gd fmla="*/ 110015 h 110014" name="connsiteY0"/>
                  <a:gd fmla="*/ 137352 w 144495" name="connsiteX1"/>
                  <a:gd fmla="*/ 109157 h 110014" name="connsiteY1"/>
                  <a:gd fmla="*/ 1810 w 144495" name="connsiteX2"/>
                  <a:gd fmla="*/ 8097 h 110014" name="connsiteY2"/>
                  <a:gd fmla="*/ 858 w 144495" name="connsiteX3"/>
                  <a:gd fmla="*/ 1810 h 110014" name="connsiteY3"/>
                  <a:gd fmla="*/ 7144 w 144495" name="connsiteX4"/>
                  <a:gd fmla="*/ 858 h 110014" name="connsiteY4"/>
                  <a:gd fmla="*/ 142686 w 144495" name="connsiteX5"/>
                  <a:gd fmla="*/ 101918 h 110014" name="connsiteY5"/>
                  <a:gd fmla="*/ 143638 w 144495" name="connsiteX6"/>
                  <a:gd fmla="*/ 108205 h 110014" name="connsiteY6"/>
                  <a:gd fmla="*/ 140018 w 144495" name="connsiteX7"/>
                  <a:gd fmla="*/ 110015 h 11001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10014" w="144495">
                    <a:moveTo>
                      <a:pt x="140018" y="110015"/>
                    </a:moveTo>
                    <a:cubicBezTo>
                      <a:pt x="139066" y="110015"/>
                      <a:pt x="138113" y="109729"/>
                      <a:pt x="137352" y="109157"/>
                    </a:cubicBezTo>
                    <a:lnTo>
                      <a:pt x="1810" y="8097"/>
                    </a:lnTo>
                    <a:cubicBezTo>
                      <a:pt x="-189" y="6573"/>
                      <a:pt x="-571" y="3811"/>
                      <a:pt x="858" y="1810"/>
                    </a:cubicBezTo>
                    <a:cubicBezTo>
                      <a:pt x="2287" y="-189"/>
                      <a:pt x="5145" y="-571"/>
                      <a:pt x="7144" y="858"/>
                    </a:cubicBezTo>
                    <a:lnTo>
                      <a:pt x="142686" y="101918"/>
                    </a:lnTo>
                    <a:cubicBezTo>
                      <a:pt x="144685" y="103443"/>
                      <a:pt x="145067" y="106205"/>
                      <a:pt x="143638" y="108205"/>
                    </a:cubicBezTo>
                    <a:cubicBezTo>
                      <a:pt x="142686" y="109348"/>
                      <a:pt x="141352" y="110015"/>
                      <a:pt x="140018" y="11001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cc4ae71-1d92-4e49-b1aa-f3f0e67ce475" id="177" name="任意多边形: 形状 176">
                <a:extLst>
                  <a:ext uri="{FF2B5EF4-FFF2-40B4-BE49-F238E27FC236}">
                    <a16:creationId id="{C86B0332-B96F-5F91-3243-F26C527A3689}"/>
                  </a:ext>
                </a:extLst>
              </p:cNvPr>
              <p:cNvSpPr/>
              <p:nvPr/>
            </p:nvSpPr>
            <p:spPr>
              <a:xfrm flipV="false" flipH="false">
                <a:off x="4923055" y="5837030"/>
                <a:ext cx="111075" cy="78723"/>
              </a:xfrm>
              <a:custGeom>
                <a:avLst/>
                <a:gdLst>
                  <a:gd fmla="*/ 4534 w 161182" name="connsiteX0"/>
                  <a:gd fmla="*/ 114236 h 114236" name="connsiteY0"/>
                  <a:gd fmla="*/ 819 w 161182" name="connsiteX1"/>
                  <a:gd fmla="*/ 112331 h 114236" name="connsiteY1"/>
                  <a:gd fmla="*/ 1962 w 161182" name="connsiteX2"/>
                  <a:gd fmla="*/ 106045 h 114236" name="connsiteY2"/>
                  <a:gd fmla="*/ 154172 w 161182" name="connsiteX3"/>
                  <a:gd fmla="*/ 794 h 114236" name="connsiteY3"/>
                  <a:gd fmla="*/ 160363 w 161182" name="connsiteX4"/>
                  <a:gd fmla="*/ 1937 h 114236" name="connsiteY4"/>
                  <a:gd fmla="*/ 159220 w 161182" name="connsiteX5"/>
                  <a:gd fmla="*/ 8223 h 114236" name="connsiteY5"/>
                  <a:gd fmla="*/ 7011 w 161182" name="connsiteX6"/>
                  <a:gd fmla="*/ 113475 h 114236" name="connsiteY6"/>
                  <a:gd fmla="*/ 4534 w 161182" name="connsiteX7"/>
                  <a:gd fmla="*/ 114236 h 114236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14236" w="161182">
                    <a:moveTo>
                      <a:pt x="4534" y="114236"/>
                    </a:moveTo>
                    <a:cubicBezTo>
                      <a:pt x="3105" y="114236"/>
                      <a:pt x="1677" y="113570"/>
                      <a:pt x="819" y="112331"/>
                    </a:cubicBezTo>
                    <a:cubicBezTo>
                      <a:pt x="-609" y="110331"/>
                      <a:pt x="-133" y="107474"/>
                      <a:pt x="1962" y="106045"/>
                    </a:cubicBezTo>
                    <a:lnTo>
                      <a:pt x="154172" y="794"/>
                    </a:lnTo>
                    <a:cubicBezTo>
                      <a:pt x="156172" y="-635"/>
                      <a:pt x="159029" y="-64"/>
                      <a:pt x="160363" y="1937"/>
                    </a:cubicBezTo>
                    <a:cubicBezTo>
                      <a:pt x="161792" y="3937"/>
                      <a:pt x="161316" y="6795"/>
                      <a:pt x="159220" y="8223"/>
                    </a:cubicBezTo>
                    <a:lnTo>
                      <a:pt x="7011" y="113475"/>
                    </a:lnTo>
                    <a:cubicBezTo>
                      <a:pt x="6344" y="114046"/>
                      <a:pt x="5392" y="114236"/>
                      <a:pt x="4534" y="11423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514d549-06fe-42e5-be74-936532183812" id="178" name="任意多边形: 形状 177">
                <a:extLst>
                  <a:ext uri="{FF2B5EF4-FFF2-40B4-BE49-F238E27FC236}">
                    <a16:creationId id="{8E692770-3649-C364-1AA5-94847F21B231}"/>
                  </a:ext>
                </a:extLst>
              </p:cNvPr>
              <p:cNvSpPr/>
              <p:nvPr/>
            </p:nvSpPr>
            <p:spPr>
              <a:xfrm flipV="false" flipH="false">
                <a:off x="4757878" y="5869121"/>
                <a:ext cx="90588" cy="100128"/>
              </a:xfrm>
              <a:custGeom>
                <a:avLst/>
                <a:gdLst>
                  <a:gd fmla="*/ 127068 w 131453" name="connsiteX0"/>
                  <a:gd fmla="*/ 145298 h 145297" name="connsiteY0"/>
                  <a:gd fmla="*/ 123733 w 131453" name="connsiteX1"/>
                  <a:gd fmla="*/ 143774 h 145297" name="connsiteY1"/>
                  <a:gd fmla="*/ 1147 w 131453" name="connsiteX2"/>
                  <a:gd fmla="*/ 7566 h 145297" name="connsiteY2"/>
                  <a:gd fmla="*/ 1433 w 131453" name="connsiteX3"/>
                  <a:gd fmla="*/ 1185 h 145297" name="connsiteY3"/>
                  <a:gd fmla="*/ 7719 w 131453" name="connsiteX4"/>
                  <a:gd fmla="*/ 1470 h 145297" name="connsiteY4"/>
                  <a:gd fmla="*/ 130306 w 131453" name="connsiteX5"/>
                  <a:gd fmla="*/ 137678 h 145297" name="connsiteY5"/>
                  <a:gd fmla="*/ 130020 w 131453" name="connsiteX6"/>
                  <a:gd fmla="*/ 144060 h 145297" name="connsiteY6"/>
                  <a:gd fmla="*/ 127068 w 131453" name="connsiteX7"/>
                  <a:gd fmla="*/ 145298 h 145297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45297" w="131453">
                    <a:moveTo>
                      <a:pt x="127068" y="145298"/>
                    </a:moveTo>
                    <a:cubicBezTo>
                      <a:pt x="125829" y="145298"/>
                      <a:pt x="124591" y="144822"/>
                      <a:pt x="123733" y="143774"/>
                    </a:cubicBezTo>
                    <a:lnTo>
                      <a:pt x="1147" y="7566"/>
                    </a:lnTo>
                    <a:cubicBezTo>
                      <a:pt x="-472" y="5756"/>
                      <a:pt x="-377" y="2899"/>
                      <a:pt x="1433" y="1185"/>
                    </a:cubicBezTo>
                    <a:cubicBezTo>
                      <a:pt x="3243" y="-530"/>
                      <a:pt x="6100" y="-339"/>
                      <a:pt x="7719" y="1470"/>
                    </a:cubicBezTo>
                    <a:lnTo>
                      <a:pt x="130306" y="137678"/>
                    </a:lnTo>
                    <a:cubicBezTo>
                      <a:pt x="131925" y="139488"/>
                      <a:pt x="131830" y="142345"/>
                      <a:pt x="130020" y="144060"/>
                    </a:cubicBezTo>
                    <a:cubicBezTo>
                      <a:pt x="129258" y="144822"/>
                      <a:pt x="128115" y="145298"/>
                      <a:pt x="127068" y="14529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c6ace13-f7a2-4902-bd7e-6af87c644b75" id="164" name="任意多边形: 形状 163">
                <a:extLst>
                  <a:ext uri="{FF2B5EF4-FFF2-40B4-BE49-F238E27FC236}">
                    <a16:creationId id="{636F5C14-C7B0-18FB-0624-5553C7BF52D8}"/>
                  </a:ext>
                </a:extLst>
              </p:cNvPr>
              <p:cNvSpPr/>
              <p:nvPr/>
            </p:nvSpPr>
            <p:spPr>
              <a:xfrm flipV="false" flipH="false">
                <a:off x="4398571" y="5233302"/>
                <a:ext cx="29669" cy="733059"/>
              </a:xfrm>
              <a:custGeom>
                <a:avLst/>
                <a:gdLst>
                  <a:gd fmla="*/ 0 w 43053" name="connsiteX0"/>
                  <a:gd fmla="*/ 0 h 1063751" name="connsiteY0"/>
                  <a:gd fmla="*/ 43053 w 43053" name="connsiteX1"/>
                  <a:gd fmla="*/ 41815 h 1063751" name="connsiteY1"/>
                  <a:gd fmla="*/ 43053 w 43053" name="connsiteX2"/>
                  <a:gd fmla="*/ 1027366 h 1063751" name="connsiteY2"/>
                  <a:gd fmla="*/ 0 w 43053" name="connsiteX3"/>
                  <a:gd fmla="*/ 1063752 h 1063751" name="connsiteY3"/>
                  <a:gd fmla="*/ 0 w 43053" name="connsiteX4"/>
                  <a:gd fmla="*/ 0 h 106375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63751" w="43053">
                    <a:moveTo>
                      <a:pt x="0" y="0"/>
                    </a:moveTo>
                    <a:lnTo>
                      <a:pt x="43053" y="41815"/>
                    </a:lnTo>
                    <a:lnTo>
                      <a:pt x="43053" y="1027366"/>
                    </a:lnTo>
                    <a:lnTo>
                      <a:pt x="0" y="10637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D9A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598620b-66c6-4c71-88d8-794cba56aab7" id="165" name="任意多边形: 形状 164">
                <a:extLst>
                  <a:ext uri="{FF2B5EF4-FFF2-40B4-BE49-F238E27FC236}">
                    <a16:creationId id="{D5768B88-57A3-36D5-B6AD-16F001CF856F}"/>
                  </a:ext>
                </a:extLst>
              </p:cNvPr>
              <p:cNvSpPr/>
              <p:nvPr/>
            </p:nvSpPr>
            <p:spPr>
              <a:xfrm flipV="false" flipH="false">
                <a:off x="2163617" y="5233302"/>
                <a:ext cx="2234954" cy="733059"/>
              </a:xfrm>
              <a:custGeom>
                <a:avLst/>
                <a:gdLst>
                  <a:gd fmla="*/ 0 w 3243167" name="connsiteX0"/>
                  <a:gd fmla="*/ 0 h 1063751" name="connsiteY0"/>
                  <a:gd fmla="*/ 3243167 w 3243167" name="connsiteX1"/>
                  <a:gd fmla="*/ 0 h 1063751" name="connsiteY1"/>
                  <a:gd fmla="*/ 3243167 w 3243167" name="connsiteX2"/>
                  <a:gd fmla="*/ 1063752 h 1063751" name="connsiteY2"/>
                  <a:gd fmla="*/ 0 w 3243167" name="connsiteX3"/>
                  <a:gd fmla="*/ 1063752 h 1063751" name="connsiteY3"/>
                  <a:gd fmla="*/ 0 w 3243167" name="connsiteX4"/>
                  <a:gd fmla="*/ 0 h 106375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63751" w="3243167">
                    <a:moveTo>
                      <a:pt x="0" y="0"/>
                    </a:moveTo>
                    <a:lnTo>
                      <a:pt x="3243167" y="0"/>
                    </a:lnTo>
                    <a:lnTo>
                      <a:pt x="3243167" y="1063752"/>
                    </a:lnTo>
                    <a:lnTo>
                      <a:pt x="0" y="10637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E6C8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ee9d378-a83e-4d99-9f9a-c8eeae9e82fa" id="162" name="任意多边形: 形状 161">
                <a:extLst>
                  <a:ext uri="{FF2B5EF4-FFF2-40B4-BE49-F238E27FC236}">
                    <a16:creationId id="{9747E0F4-5CF1-B2F4-B45B-36314288D56F}"/>
                  </a:ext>
                </a:extLst>
              </p:cNvPr>
              <p:cNvSpPr/>
              <p:nvPr/>
            </p:nvSpPr>
            <p:spPr>
              <a:xfrm flipV="false" flipH="false">
                <a:off x="3210107" y="3311908"/>
                <a:ext cx="1188465" cy="1381051"/>
              </a:xfrm>
              <a:custGeom>
                <a:avLst/>
                <a:gdLst>
                  <a:gd fmla="*/ 1724597 w 1724596" name="connsiteX0"/>
                  <a:gd fmla="*/ 1997678 h 2004060" name="connsiteY0"/>
                  <a:gd fmla="*/ 1724597 w 1724596" name="connsiteX1"/>
                  <a:gd fmla="*/ 0 h 2004060" name="connsiteY1"/>
                  <a:gd fmla="*/ 0 w 1724596" name="connsiteX2"/>
                  <a:gd fmla="*/ 0 h 2004060" name="connsiteY2"/>
                  <a:gd fmla="*/ 0 w 1724596" name="connsiteX3"/>
                  <a:gd fmla="*/ 2004060 h 2004060" name="connsiteY3"/>
                  <a:gd fmla="*/ 1724597 w 1724596" name="connsiteX4"/>
                  <a:gd fmla="*/ 1997678 h 2004060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2004060" w="1724596">
                    <a:moveTo>
                      <a:pt x="1724597" y="1997678"/>
                    </a:moveTo>
                    <a:lnTo>
                      <a:pt x="1724597" y="0"/>
                    </a:lnTo>
                    <a:lnTo>
                      <a:pt x="0" y="0"/>
                    </a:lnTo>
                    <a:lnTo>
                      <a:pt x="0" y="2004060"/>
                    </a:lnTo>
                    <a:lnTo>
                      <a:pt x="1724597" y="1997678"/>
                    </a:lnTo>
                    <a:close/>
                  </a:path>
                </a:pathLst>
              </a:custGeom>
              <a:solidFill>
                <a:srgbClr val="FF560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efb7ab0-e384-4de9-b906-333bc1f57527" id="163" name="任意多边形: 形状 162">
                <a:extLst>
                  <a:ext uri="{FF2B5EF4-FFF2-40B4-BE49-F238E27FC236}">
                    <a16:creationId id="{5DE29F46-9A55-E1AD-958C-887E7511E325}"/>
                  </a:ext>
                </a:extLst>
              </p:cNvPr>
              <p:cNvSpPr/>
              <p:nvPr/>
            </p:nvSpPr>
            <p:spPr>
              <a:xfrm flipV="false" flipH="false">
                <a:off x="2163552" y="2738379"/>
                <a:ext cx="1101887" cy="1961277"/>
              </a:xfrm>
              <a:custGeom>
                <a:avLst/>
                <a:gdLst>
                  <a:gd fmla="*/ 1598962 w 1598961" name="connsiteX0"/>
                  <a:gd fmla="*/ 2836219 h 2846033" name="connsiteY0"/>
                  <a:gd fmla="*/ 857822 w 1598961" name="connsiteX1"/>
                  <a:gd fmla="*/ 2829933 h 2846033" name="connsiteY1"/>
                  <a:gd fmla="*/ 95 w 1598961" name="connsiteX2"/>
                  <a:gd fmla="*/ 2438360 h 2846033" name="connsiteY2"/>
                  <a:gd fmla="*/ 130778 w 1598961" name="connsiteX3"/>
                  <a:gd fmla="*/ 2171279 h 2846033" name="connsiteY3"/>
                  <a:gd fmla="*/ 3810 w 1598961" name="connsiteX4"/>
                  <a:gd fmla="*/ 1950966 h 2846033" name="connsiteY4"/>
                  <a:gd fmla="*/ 131350 w 1598961" name="connsiteX5"/>
                  <a:gd fmla="*/ 1726557 h 2846033" name="connsiteY5"/>
                  <a:gd fmla="*/ 0 w 1598961" name="connsiteX6"/>
                  <a:gd fmla="*/ 1492147 h 2846033" name="connsiteY6"/>
                  <a:gd fmla="*/ 130683 w 1598961" name="connsiteX7"/>
                  <a:gd fmla="*/ 1256403 h 2846033" name="connsiteY7"/>
                  <a:gd fmla="*/ 3715 w 1598961" name="connsiteX8"/>
                  <a:gd fmla="*/ 1055330 h 2846033" name="connsiteY8"/>
                  <a:gd fmla="*/ 171831 w 1598961" name="connsiteX9"/>
                  <a:gd fmla="*/ 849304 h 2846033" name="connsiteY9"/>
                  <a:gd fmla="*/ 1123379 w 1598961" name="connsiteX10"/>
                  <a:gd fmla="*/ 858353 h 2846033" name="connsiteY10"/>
                  <a:gd fmla="*/ 1158050 w 1598961" name="connsiteX11"/>
                  <a:gd fmla="*/ 332859 h 2846033" name="connsiteY11"/>
                  <a:gd fmla="*/ 1598771 w 1598961" name="connsiteX12"/>
                  <a:gd fmla="*/ 35393 h 2846033" name="connsiteY12"/>
                  <a:gd fmla="*/ 1598771 w 1598961" name="connsiteX13"/>
                  <a:gd fmla="*/ 2836219 h 2846033" name="connsiteY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b="b" l="l" r="r" t="t"/>
                <a:pathLst>
                  <a:path h="2846033" w="1598961">
                    <a:moveTo>
                      <a:pt x="1598962" y="2836219"/>
                    </a:moveTo>
                    <a:cubicBezTo>
                      <a:pt x="1598962" y="2836219"/>
                      <a:pt x="1260920" y="2862032"/>
                      <a:pt x="857822" y="2829933"/>
                    </a:cubicBezTo>
                    <a:cubicBezTo>
                      <a:pt x="506349" y="2801929"/>
                      <a:pt x="95" y="2716967"/>
                      <a:pt x="95" y="2438360"/>
                    </a:cubicBezTo>
                    <a:cubicBezTo>
                      <a:pt x="95" y="2232334"/>
                      <a:pt x="130778" y="2171279"/>
                      <a:pt x="130778" y="2171279"/>
                    </a:cubicBezTo>
                    <a:cubicBezTo>
                      <a:pt x="130778" y="2171279"/>
                      <a:pt x="3810" y="2109176"/>
                      <a:pt x="3810" y="1950966"/>
                    </a:cubicBezTo>
                    <a:cubicBezTo>
                      <a:pt x="3810" y="1792660"/>
                      <a:pt x="131350" y="1726557"/>
                      <a:pt x="131350" y="1726557"/>
                    </a:cubicBezTo>
                    <a:cubicBezTo>
                      <a:pt x="131350" y="1726557"/>
                      <a:pt x="0" y="1645404"/>
                      <a:pt x="0" y="1492147"/>
                    </a:cubicBezTo>
                    <a:cubicBezTo>
                      <a:pt x="0" y="1304218"/>
                      <a:pt x="130683" y="1256403"/>
                      <a:pt x="130683" y="1256403"/>
                    </a:cubicBezTo>
                    <a:cubicBezTo>
                      <a:pt x="130683" y="1256403"/>
                      <a:pt x="6953" y="1180584"/>
                      <a:pt x="3715" y="1055330"/>
                    </a:cubicBezTo>
                    <a:cubicBezTo>
                      <a:pt x="-95" y="908645"/>
                      <a:pt x="171831" y="849304"/>
                      <a:pt x="171831" y="849304"/>
                    </a:cubicBezTo>
                    <a:lnTo>
                      <a:pt x="1123379" y="858353"/>
                    </a:lnTo>
                    <a:cubicBezTo>
                      <a:pt x="1123379" y="858353"/>
                      <a:pt x="1102519" y="572032"/>
                      <a:pt x="1158050" y="332859"/>
                    </a:cubicBezTo>
                    <a:cubicBezTo>
                      <a:pt x="1270445" y="-151297"/>
                      <a:pt x="1598771" y="35393"/>
                      <a:pt x="1598771" y="35393"/>
                    </a:cubicBezTo>
                    <a:lnTo>
                      <a:pt x="1598771" y="2836219"/>
                    </a:lnTo>
                    <a:close/>
                  </a:path>
                </a:pathLst>
              </a:custGeom>
              <a:solidFill>
                <a:srgbClr val="FBC849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2c3003f-4007-4e48-82d1-18c19e395749" id="160" name="任意多边形: 形状 159">
                <a:extLst>
                  <a:ext uri="{FF2B5EF4-FFF2-40B4-BE49-F238E27FC236}">
                    <a16:creationId id="{D5CB5BF7-08E7-4A12-8ED1-56A27ABB8384}"/>
                  </a:ext>
                </a:extLst>
              </p:cNvPr>
              <p:cNvSpPr/>
              <p:nvPr/>
            </p:nvSpPr>
            <p:spPr>
              <a:xfrm flipV="false" flipH="false">
                <a:off x="1642966" y="5317583"/>
                <a:ext cx="397643" cy="733059"/>
              </a:xfrm>
              <a:custGeom>
                <a:avLst/>
                <a:gdLst>
                  <a:gd fmla="*/ 0 w 577024" name="connsiteX0"/>
                  <a:gd fmla="*/ 0 h 1063751" name="connsiteY0"/>
                  <a:gd fmla="*/ 577025 w 577024" name="connsiteX1"/>
                  <a:gd fmla="*/ 0 h 1063751" name="connsiteY1"/>
                  <a:gd fmla="*/ 577025 w 577024" name="connsiteX2"/>
                  <a:gd fmla="*/ 1063752 h 1063751" name="connsiteY2"/>
                  <a:gd fmla="*/ 0 w 577024" name="connsiteX3"/>
                  <a:gd fmla="*/ 1063752 h 1063751" name="connsiteY3"/>
                  <a:gd fmla="*/ 0 w 577024" name="connsiteX4"/>
                  <a:gd fmla="*/ 0 h 106375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63751" w="577024">
                    <a:moveTo>
                      <a:pt x="0" y="0"/>
                    </a:moveTo>
                    <a:lnTo>
                      <a:pt x="577025" y="0"/>
                    </a:lnTo>
                    <a:lnTo>
                      <a:pt x="577025" y="1063752"/>
                    </a:lnTo>
                    <a:lnTo>
                      <a:pt x="0" y="10637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C2F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8633c13-4c00-4f4b-adcf-ee55215806c1" id="161" name="任意多边形: 形状 160">
                <a:extLst>
                  <a:ext uri="{FF2B5EF4-FFF2-40B4-BE49-F238E27FC236}">
                    <a16:creationId id="{970AEC93-9CB8-CA15-9742-D76B04FDFFD5}"/>
                  </a:ext>
                </a:extLst>
              </p:cNvPr>
              <p:cNvSpPr/>
              <p:nvPr/>
            </p:nvSpPr>
            <p:spPr>
              <a:xfrm flipV="false" flipH="false">
                <a:off x="2040544" y="5317583"/>
                <a:ext cx="65639" cy="733059"/>
              </a:xfrm>
              <a:custGeom>
                <a:avLst/>
                <a:gdLst>
                  <a:gd fmla="*/ 0 w 95250" name="connsiteX0"/>
                  <a:gd fmla="*/ 0 h 1063751" name="connsiteY0"/>
                  <a:gd fmla="*/ 95250 w 95250" name="connsiteX1"/>
                  <a:gd fmla="*/ 0 h 1063751" name="connsiteY1"/>
                  <a:gd fmla="*/ 95250 w 95250" name="connsiteX2"/>
                  <a:gd fmla="*/ 1019556 h 1063751" name="connsiteY2"/>
                  <a:gd fmla="*/ 0 w 95250" name="connsiteX3"/>
                  <a:gd fmla="*/ 1063752 h 1063751" name="connsiteY3"/>
                  <a:gd fmla="*/ 0 w 95250" name="connsiteX4"/>
                  <a:gd fmla="*/ 0 h 106375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63751" w="95250">
                    <a:moveTo>
                      <a:pt x="0" y="0"/>
                    </a:moveTo>
                    <a:lnTo>
                      <a:pt x="95250" y="0"/>
                    </a:lnTo>
                    <a:lnTo>
                      <a:pt x="95250" y="1019556"/>
                    </a:lnTo>
                    <a:lnTo>
                      <a:pt x="0" y="10637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28EE1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3622fc5-aa5d-4928-b679-33b7cf1d1b37" id="158" name="任意多边形: 形状 157">
                <a:extLst>
                  <a:ext uri="{FF2B5EF4-FFF2-40B4-BE49-F238E27FC236}">
                    <a16:creationId id="{573F8868-BA96-8547-F6F6-C2461C76EBA9}"/>
                  </a:ext>
                </a:extLst>
              </p:cNvPr>
              <p:cNvSpPr/>
              <p:nvPr/>
            </p:nvSpPr>
            <p:spPr>
              <a:xfrm flipV="false" flipH="false">
                <a:off x="4337329" y="5707086"/>
                <a:ext cx="639393" cy="343031"/>
              </a:xfrm>
              <a:custGeom>
                <a:avLst/>
                <a:gdLst>
                  <a:gd fmla="*/ 0 w 927830" name="connsiteX0"/>
                  <a:gd fmla="*/ 0 h 497776" name="connsiteY0"/>
                  <a:gd fmla="*/ 927830 w 927830" name="connsiteX1"/>
                  <a:gd fmla="*/ 0 h 497776" name="connsiteY1"/>
                  <a:gd fmla="*/ 927830 w 927830" name="connsiteX2"/>
                  <a:gd fmla="*/ 497777 h 497776" name="connsiteY2"/>
                  <a:gd fmla="*/ 0 w 927830" name="connsiteX3"/>
                  <a:gd fmla="*/ 497777 h 497776" name="connsiteY3"/>
                  <a:gd fmla="*/ 0 w 927830" name="connsiteX4"/>
                  <a:gd fmla="*/ 0 h 497776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497776" w="927830">
                    <a:moveTo>
                      <a:pt x="0" y="0"/>
                    </a:moveTo>
                    <a:lnTo>
                      <a:pt x="927830" y="0"/>
                    </a:lnTo>
                    <a:lnTo>
                      <a:pt x="927830" y="497777"/>
                    </a:lnTo>
                    <a:lnTo>
                      <a:pt x="0" y="4977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6FF6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63e0f38-c96a-4d04-8acf-ea2efcf182f1" id="159" name="任意多边形: 形状 158">
                <a:extLst>
                  <a:ext uri="{FF2B5EF4-FFF2-40B4-BE49-F238E27FC236}">
                    <a16:creationId id="{C3C0BD7C-06AB-85E7-3D68-661B3BEF7037}"/>
                  </a:ext>
                </a:extLst>
              </p:cNvPr>
              <p:cNvSpPr/>
              <p:nvPr/>
            </p:nvSpPr>
            <p:spPr>
              <a:xfrm flipV="false" flipH="false">
                <a:off x="4266964" y="5707086"/>
                <a:ext cx="70365" cy="343031"/>
              </a:xfrm>
              <a:custGeom>
                <a:avLst/>
                <a:gdLst>
                  <a:gd fmla="*/ 102108 w 102108" name="connsiteX0"/>
                  <a:gd fmla="*/ 0 h 497776" name="connsiteY0"/>
                  <a:gd fmla="*/ 0 w 102108" name="connsiteX1"/>
                  <a:gd fmla="*/ 0 h 497776" name="connsiteY1"/>
                  <a:gd fmla="*/ 0 w 102108" name="connsiteX2"/>
                  <a:gd fmla="*/ 462725 h 497776" name="connsiteY2"/>
                  <a:gd fmla="*/ 102108 w 102108" name="connsiteX3"/>
                  <a:gd fmla="*/ 497777 h 497776" name="connsiteY3"/>
                  <a:gd fmla="*/ 102108 w 102108" name="connsiteX4"/>
                  <a:gd fmla="*/ 0 h 497776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497776" w="102108">
                    <a:moveTo>
                      <a:pt x="102108" y="0"/>
                    </a:moveTo>
                    <a:lnTo>
                      <a:pt x="0" y="0"/>
                    </a:lnTo>
                    <a:lnTo>
                      <a:pt x="0" y="462725"/>
                    </a:lnTo>
                    <a:lnTo>
                      <a:pt x="102108" y="497777"/>
                    </a:lnTo>
                    <a:lnTo>
                      <a:pt x="102108" y="0"/>
                    </a:lnTo>
                    <a:close/>
                  </a:path>
                </a:pathLst>
              </a:custGeom>
              <a:solidFill>
                <a:srgbClr val="87A2E7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9228e84-0ae4-4f2c-be07-269a6158b92d" id="142" name="任意多边形: 形状 141">
                <a:extLst>
                  <a:ext uri="{FF2B5EF4-FFF2-40B4-BE49-F238E27FC236}">
                    <a16:creationId id="{B85E01CC-80C3-1592-67FB-6B8A6EB9DA60}"/>
                  </a:ext>
                </a:extLst>
              </p:cNvPr>
              <p:cNvSpPr/>
              <p:nvPr/>
            </p:nvSpPr>
            <p:spPr>
              <a:xfrm flipV="false" flipH="false">
                <a:off x="2560657" y="4640542"/>
                <a:ext cx="65617" cy="76244"/>
              </a:xfrm>
              <a:custGeom>
                <a:avLst/>
                <a:gdLst>
                  <a:gd fmla="*/ 3542 w 95217" name="connsiteX0"/>
                  <a:gd fmla="*/ 60155 h 110638" name="connsiteY0"/>
                  <a:gd fmla="*/ 47738 w 95217" name="connsiteX1"/>
                  <a:gd fmla="*/ 74252 h 110638" name="connsiteY1"/>
                  <a:gd fmla="*/ 59549 w 95217" name="connsiteX2"/>
                  <a:gd fmla="*/ 110638 h 110638" name="connsiteY2"/>
                  <a:gd fmla="*/ 95173 w 95217" name="connsiteX3"/>
                  <a:gd fmla="*/ 93588 h 110638" name="connsiteY3"/>
                  <a:gd fmla="*/ 89553 w 95217" name="connsiteX4"/>
                  <a:gd fmla="*/ 48154 h 110638" name="connsiteY4"/>
                  <a:gd fmla="*/ 55263 w 95217" name="connsiteX5"/>
                  <a:gd fmla="*/ 43010 h 110638" name="connsiteY5"/>
                  <a:gd fmla="*/ 18782 w 95217" name="connsiteX6"/>
                  <a:gd fmla="*/ 2434 h 110638" name="connsiteY6"/>
                  <a:gd fmla="*/ 3542 w 95217" name="connsiteX7"/>
                  <a:gd fmla="*/ 60155 h 110638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10638" w="95217">
                    <a:moveTo>
                      <a:pt x="3542" y="60155"/>
                    </a:moveTo>
                    <a:cubicBezTo>
                      <a:pt x="8781" y="76157"/>
                      <a:pt x="47738" y="74252"/>
                      <a:pt x="47738" y="74252"/>
                    </a:cubicBezTo>
                    <a:cubicBezTo>
                      <a:pt x="47738" y="74252"/>
                      <a:pt x="59359" y="103208"/>
                      <a:pt x="59549" y="110638"/>
                    </a:cubicBezTo>
                    <a:cubicBezTo>
                      <a:pt x="59263" y="110733"/>
                      <a:pt x="96697" y="97017"/>
                      <a:pt x="95173" y="93588"/>
                    </a:cubicBezTo>
                    <a:cubicBezTo>
                      <a:pt x="95173" y="93588"/>
                      <a:pt x="94982" y="54154"/>
                      <a:pt x="89553" y="48154"/>
                    </a:cubicBezTo>
                    <a:cubicBezTo>
                      <a:pt x="89267" y="47773"/>
                      <a:pt x="55834" y="43772"/>
                      <a:pt x="55263" y="43010"/>
                    </a:cubicBezTo>
                    <a:cubicBezTo>
                      <a:pt x="40594" y="21865"/>
                      <a:pt x="28878" y="-8901"/>
                      <a:pt x="18782" y="2434"/>
                    </a:cubicBezTo>
                    <a:cubicBezTo>
                      <a:pt x="-1411" y="25294"/>
                      <a:pt x="-3221" y="39867"/>
                      <a:pt x="3542" y="60155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cc265cd-8ba6-431f-8947-4c6222b73ef9" id="143" name="任意多边形: 形状 142">
                <a:extLst>
                  <a:ext uri="{FF2B5EF4-FFF2-40B4-BE49-F238E27FC236}">
                    <a16:creationId id="{F5DBB5B1-69BA-7D38-8E47-C0AEE893124A}"/>
                  </a:ext>
                </a:extLst>
              </p:cNvPr>
              <p:cNvSpPr/>
              <p:nvPr/>
            </p:nvSpPr>
            <p:spPr>
              <a:xfrm flipV="false" flipH="false">
                <a:off x="3002429" y="4655768"/>
                <a:ext cx="67257" cy="85632"/>
              </a:xfrm>
              <a:custGeom>
                <a:avLst/>
                <a:gdLst>
                  <a:gd fmla="*/ 95144 w 97597" name="connsiteX0"/>
                  <a:gd fmla="*/ 68826 h 124261" name="connsiteY0"/>
                  <a:gd fmla="*/ 32850 w 97597" name="connsiteX1"/>
                  <a:gd fmla="*/ 124261 h 124261" name="connsiteY1"/>
                  <a:gd fmla="*/ 2656 w 97597" name="connsiteX2"/>
                  <a:gd fmla="*/ 104545 h 124261" name="connsiteY2"/>
                  <a:gd fmla="*/ 5609 w 97597" name="connsiteX3"/>
                  <a:gd fmla="*/ 76160 h 124261" name="connsiteY3"/>
                  <a:gd fmla="*/ 40756 w 97597" name="connsiteX4"/>
                  <a:gd fmla="*/ 44537 h 124261" name="connsiteY4"/>
                  <a:gd fmla="*/ 74665 w 97597" name="connsiteX5"/>
                  <a:gd fmla="*/ 2341 h 124261" name="connsiteY5"/>
                  <a:gd fmla="*/ 95144 w 97597" name="connsiteX6"/>
                  <a:gd fmla="*/ 68826 h 124261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24261" w="97597">
                    <a:moveTo>
                      <a:pt x="95144" y="68826"/>
                    </a:moveTo>
                    <a:cubicBezTo>
                      <a:pt x="87238" y="92734"/>
                      <a:pt x="33613" y="101687"/>
                      <a:pt x="32850" y="124261"/>
                    </a:cubicBezTo>
                    <a:cubicBezTo>
                      <a:pt x="33231" y="124357"/>
                      <a:pt x="1132" y="107974"/>
                      <a:pt x="2656" y="104545"/>
                    </a:cubicBezTo>
                    <a:cubicBezTo>
                      <a:pt x="2656" y="104545"/>
                      <a:pt x="-4964" y="100925"/>
                      <a:pt x="5609" y="76160"/>
                    </a:cubicBezTo>
                    <a:cubicBezTo>
                      <a:pt x="16182" y="51395"/>
                      <a:pt x="25897" y="65969"/>
                      <a:pt x="40756" y="44537"/>
                    </a:cubicBezTo>
                    <a:cubicBezTo>
                      <a:pt x="55425" y="23392"/>
                      <a:pt x="64664" y="-8993"/>
                      <a:pt x="74665" y="2341"/>
                    </a:cubicBezTo>
                    <a:cubicBezTo>
                      <a:pt x="94858" y="25106"/>
                      <a:pt x="101811" y="48633"/>
                      <a:pt x="95144" y="68826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365c207-91ef-4872-8db8-cad39ce5529d" id="144" name="任意多边形: 形状 143">
                <a:extLst>
                  <a:ext uri="{FF2B5EF4-FFF2-40B4-BE49-F238E27FC236}">
                    <a16:creationId id="{31679331-9F3F-2418-0A13-124679C008E0}"/>
                  </a:ext>
                </a:extLst>
              </p:cNvPr>
              <p:cNvSpPr/>
              <p:nvPr/>
            </p:nvSpPr>
            <p:spPr>
              <a:xfrm flipV="false" flipH="false">
                <a:off x="2999074" y="5944831"/>
                <a:ext cx="35642" cy="32873"/>
              </a:xfrm>
              <a:custGeom>
                <a:avLst/>
                <a:gdLst>
                  <a:gd fmla="*/ 0 w 51720" name="connsiteX0"/>
                  <a:gd fmla="*/ 15526 h 47703" name="connsiteY0"/>
                  <a:gd fmla="*/ 5620 w 51720" name="connsiteX1"/>
                  <a:gd fmla="*/ 29909 h 47703" name="connsiteY1"/>
                  <a:gd fmla="*/ 4572 w 51720" name="connsiteX2"/>
                  <a:gd fmla="*/ 47625 h 47703" name="connsiteY2"/>
                  <a:gd fmla="*/ 31718 w 51720" name="connsiteX3"/>
                  <a:gd fmla="*/ 45149 h 47703" name="connsiteY3"/>
                  <a:gd fmla="*/ 51721 w 51720" name="connsiteX4"/>
                  <a:gd fmla="*/ 34004 h 47703" name="connsiteY4"/>
                  <a:gd fmla="*/ 46577 w 51720" name="connsiteX5"/>
                  <a:gd fmla="*/ 22860 h 47703" name="connsiteY5"/>
                  <a:gd fmla="*/ 41720 w 51720" name="connsiteX6"/>
                  <a:gd fmla="*/ 0 h 47703" name="connsiteY6"/>
                  <a:gd fmla="*/ 0 w 51720" name="connsiteX7"/>
                  <a:gd fmla="*/ 15526 h 47703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47703" w="51720">
                    <a:moveTo>
                      <a:pt x="0" y="15526"/>
                    </a:moveTo>
                    <a:cubicBezTo>
                      <a:pt x="0" y="15526"/>
                      <a:pt x="4667" y="23241"/>
                      <a:pt x="5620" y="29909"/>
                    </a:cubicBezTo>
                    <a:cubicBezTo>
                      <a:pt x="6477" y="36576"/>
                      <a:pt x="4572" y="47625"/>
                      <a:pt x="4572" y="47625"/>
                    </a:cubicBezTo>
                    <a:cubicBezTo>
                      <a:pt x="4572" y="47625"/>
                      <a:pt x="21622" y="48387"/>
                      <a:pt x="31718" y="45149"/>
                    </a:cubicBezTo>
                    <a:cubicBezTo>
                      <a:pt x="41910" y="41910"/>
                      <a:pt x="51721" y="34004"/>
                      <a:pt x="51721" y="34004"/>
                    </a:cubicBezTo>
                    <a:cubicBezTo>
                      <a:pt x="51721" y="34004"/>
                      <a:pt x="49435" y="30861"/>
                      <a:pt x="46577" y="22860"/>
                    </a:cubicBezTo>
                    <a:cubicBezTo>
                      <a:pt x="43720" y="14859"/>
                      <a:pt x="41720" y="0"/>
                      <a:pt x="41720" y="0"/>
                    </a:cubicBezTo>
                    <a:lnTo>
                      <a:pt x="0" y="15526"/>
                    </a:ln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f25dce3-aa0c-4041-b7ab-77387758883c" id="145" name="任意多边形: 形状 144">
                <a:extLst>
                  <a:ext uri="{FF2B5EF4-FFF2-40B4-BE49-F238E27FC236}">
                    <a16:creationId id="{DE5EB3D0-5F9E-D068-4A68-51F4FD40987F}"/>
                  </a:ext>
                </a:extLst>
              </p:cNvPr>
              <p:cNvSpPr/>
              <p:nvPr/>
            </p:nvSpPr>
            <p:spPr>
              <a:xfrm flipV="false" flipH="false">
                <a:off x="2777278" y="5966820"/>
                <a:ext cx="34591" cy="26587"/>
              </a:xfrm>
              <a:custGeom>
                <a:avLst/>
                <a:gdLst>
                  <a:gd fmla="*/ 10382 w 50196" name="connsiteX0"/>
                  <a:gd fmla="*/ 0 h 38581" name="connsiteY0"/>
                  <a:gd fmla="*/ 8954 w 50196" name="connsiteX1"/>
                  <a:gd fmla="*/ 15335 h 38581" name="connsiteY1"/>
                  <a:gd fmla="*/ 0 w 50196" name="connsiteX2"/>
                  <a:gd fmla="*/ 33338 h 38581" name="connsiteY2"/>
                  <a:gd fmla="*/ 24003 w 50196" name="connsiteX3"/>
                  <a:gd fmla="*/ 38576 h 38581" name="connsiteY3"/>
                  <a:gd fmla="*/ 48196 w 50196" name="connsiteX4"/>
                  <a:gd fmla="*/ 33528 h 38581" name="connsiteY4"/>
                  <a:gd fmla="*/ 47054 w 50196" name="connsiteX5"/>
                  <a:gd fmla="*/ 20860 h 38581" name="connsiteY5"/>
                  <a:gd fmla="*/ 50197 w 50196" name="connsiteX6"/>
                  <a:gd fmla="*/ 285 h 38581" name="connsiteY6"/>
                  <a:gd fmla="*/ 10382 w 50196" name="connsiteX7"/>
                  <a:gd fmla="*/ 0 h 38581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38581" w="50196">
                    <a:moveTo>
                      <a:pt x="10382" y="0"/>
                    </a:moveTo>
                    <a:cubicBezTo>
                      <a:pt x="10382" y="0"/>
                      <a:pt x="10001" y="8667"/>
                      <a:pt x="8954" y="15335"/>
                    </a:cubicBezTo>
                    <a:cubicBezTo>
                      <a:pt x="7906" y="22003"/>
                      <a:pt x="0" y="33338"/>
                      <a:pt x="0" y="33338"/>
                    </a:cubicBezTo>
                    <a:cubicBezTo>
                      <a:pt x="0" y="33338"/>
                      <a:pt x="13335" y="38767"/>
                      <a:pt x="24003" y="38576"/>
                    </a:cubicBezTo>
                    <a:cubicBezTo>
                      <a:pt x="34671" y="38385"/>
                      <a:pt x="48196" y="33528"/>
                      <a:pt x="48196" y="33528"/>
                    </a:cubicBezTo>
                    <a:cubicBezTo>
                      <a:pt x="48196" y="33528"/>
                      <a:pt x="47435" y="29432"/>
                      <a:pt x="47054" y="20860"/>
                    </a:cubicBezTo>
                    <a:cubicBezTo>
                      <a:pt x="46577" y="12382"/>
                      <a:pt x="50197" y="285"/>
                      <a:pt x="50197" y="285"/>
                    </a:cubicBezTo>
                    <a:lnTo>
                      <a:pt x="10382" y="0"/>
                    </a:ln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fc22469-ae0f-42e5-b326-c56bb2914ffd" id="146" name="任意多边形: 形状 145">
                <a:extLst>
                  <a:ext uri="{FF2B5EF4-FFF2-40B4-BE49-F238E27FC236}">
                    <a16:creationId id="{3DBC1030-87C3-1158-955B-CBFCE8A53480}"/>
                  </a:ext>
                </a:extLst>
              </p:cNvPr>
              <p:cNvSpPr/>
              <p:nvPr/>
            </p:nvSpPr>
            <p:spPr>
              <a:xfrm flipV="false" flipH="false">
                <a:off x="2685581" y="5987300"/>
                <a:ext cx="126174" cy="49951"/>
              </a:xfrm>
              <a:custGeom>
                <a:avLst/>
                <a:gdLst>
                  <a:gd fmla="*/ 128873 w 183093" name="connsiteX0"/>
                  <a:gd fmla="*/ 0 h 72485" name="connsiteY0"/>
                  <a:gd fmla="*/ 73819 w 183093" name="connsiteX1"/>
                  <a:gd fmla="*/ 30861 h 72485" name="connsiteY1"/>
                  <a:gd fmla="*/ 0 w 183093" name="connsiteX2"/>
                  <a:gd fmla="*/ 61532 h 72485" name="connsiteY2"/>
                  <a:gd fmla="*/ 95 w 183093" name="connsiteX3"/>
                  <a:gd fmla="*/ 72485 h 72485" name="connsiteY3"/>
                  <a:gd fmla="*/ 87535 w 183093" name="connsiteX4"/>
                  <a:gd fmla="*/ 68199 h 72485" name="connsiteY4"/>
                  <a:gd fmla="*/ 129064 w 183093" name="connsiteX5"/>
                  <a:gd fmla="*/ 61817 h 72485" name="connsiteY5"/>
                  <a:gd fmla="*/ 149352 w 183093" name="connsiteX6"/>
                  <a:gd fmla="*/ 51340 h 72485" name="connsiteY6"/>
                  <a:gd fmla="*/ 150781 w 183093" name="connsiteX7"/>
                  <a:gd fmla="*/ 62198 h 72485" name="connsiteY7"/>
                  <a:gd fmla="*/ 178308 w 183093" name="connsiteX8"/>
                  <a:gd fmla="*/ 63055 h 72485" name="connsiteY8"/>
                  <a:gd fmla="*/ 182880 w 183093" name="connsiteX9"/>
                  <a:gd fmla="*/ 39910 h 72485" name="connsiteY9"/>
                  <a:gd fmla="*/ 181737 w 183093" name="connsiteX10"/>
                  <a:gd fmla="*/ 1524 h 72485" name="connsiteY10"/>
                  <a:gd fmla="*/ 152400 w 183093" name="connsiteX11"/>
                  <a:gd fmla="*/ 6477 h 72485" name="connsiteY11"/>
                  <a:gd fmla="*/ 128873 w 183093" name="connsiteX12"/>
                  <a:gd fmla="*/ 0 h 72485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72485" w="183093">
                    <a:moveTo>
                      <a:pt x="128873" y="0"/>
                    </a:moveTo>
                    <a:cubicBezTo>
                      <a:pt x="128873" y="0"/>
                      <a:pt x="105918" y="15050"/>
                      <a:pt x="73819" y="30861"/>
                    </a:cubicBezTo>
                    <a:cubicBezTo>
                      <a:pt x="41720" y="46767"/>
                      <a:pt x="0" y="61532"/>
                      <a:pt x="0" y="61532"/>
                    </a:cubicBezTo>
                    <a:lnTo>
                      <a:pt x="95" y="72485"/>
                    </a:lnTo>
                    <a:cubicBezTo>
                      <a:pt x="95" y="72485"/>
                      <a:pt x="55245" y="70866"/>
                      <a:pt x="87535" y="68199"/>
                    </a:cubicBezTo>
                    <a:cubicBezTo>
                      <a:pt x="119825" y="65532"/>
                      <a:pt x="129064" y="61817"/>
                      <a:pt x="129064" y="61817"/>
                    </a:cubicBezTo>
                    <a:lnTo>
                      <a:pt x="149352" y="51340"/>
                    </a:lnTo>
                    <a:lnTo>
                      <a:pt x="150781" y="62198"/>
                    </a:lnTo>
                    <a:lnTo>
                      <a:pt x="178308" y="63055"/>
                    </a:lnTo>
                    <a:cubicBezTo>
                      <a:pt x="178308" y="63055"/>
                      <a:pt x="182023" y="55245"/>
                      <a:pt x="182880" y="39910"/>
                    </a:cubicBezTo>
                    <a:cubicBezTo>
                      <a:pt x="183737" y="24479"/>
                      <a:pt x="181737" y="1524"/>
                      <a:pt x="181737" y="1524"/>
                    </a:cubicBezTo>
                    <a:cubicBezTo>
                      <a:pt x="181737" y="1524"/>
                      <a:pt x="165735" y="7429"/>
                      <a:pt x="152400" y="6477"/>
                    </a:cubicBezTo>
                    <a:cubicBezTo>
                      <a:pt x="139065" y="5715"/>
                      <a:pt x="128873" y="0"/>
                      <a:pt x="128873" y="0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4ef1217-4dcd-4b51-b369-10148578cf66" id="147" name="任意多边形: 形状 146">
                <a:extLst>
                  <a:ext uri="{FF2B5EF4-FFF2-40B4-BE49-F238E27FC236}">
                    <a16:creationId id="{9B12653C-1BA4-D1A9-AA82-0B5A2D0CE075}"/>
                  </a:ext>
                </a:extLst>
              </p:cNvPr>
              <p:cNvSpPr/>
              <p:nvPr/>
            </p:nvSpPr>
            <p:spPr>
              <a:xfrm flipV="false" flipH="false">
                <a:off x="2927725" y="5967082"/>
                <a:ext cx="118315" cy="82968"/>
              </a:xfrm>
              <a:custGeom>
                <a:avLst/>
                <a:gdLst>
                  <a:gd fmla="*/ 105728 w 171689" name="connsiteX0"/>
                  <a:gd fmla="*/ 13907 h 120396" name="connsiteY0"/>
                  <a:gd fmla="*/ 61817 w 171689" name="connsiteX1"/>
                  <a:gd fmla="*/ 59341 h 120396" name="connsiteY1"/>
                  <a:gd fmla="*/ 0 w 171689" name="connsiteX2"/>
                  <a:gd fmla="*/ 110014 h 120396" name="connsiteY2"/>
                  <a:gd fmla="*/ 3238 w 171689" name="connsiteX3"/>
                  <a:gd fmla="*/ 120396 h 120396" name="connsiteY3"/>
                  <a:gd fmla="*/ 85820 w 171689" name="connsiteX4"/>
                  <a:gd fmla="*/ 91154 h 120396" name="connsiteY4"/>
                  <a:gd fmla="*/ 123730 w 171689" name="connsiteX5"/>
                  <a:gd fmla="*/ 73057 h 120396" name="connsiteY5"/>
                  <a:gd fmla="*/ 140208 w 171689" name="connsiteX6"/>
                  <a:gd fmla="*/ 57150 h 120396" name="connsiteY6"/>
                  <a:gd fmla="*/ 144780 w 171689" name="connsiteX7"/>
                  <a:gd fmla="*/ 67151 h 120396" name="connsiteY7"/>
                  <a:gd fmla="*/ 171450 w 171689" name="connsiteX8"/>
                  <a:gd fmla="*/ 60007 h 120396" name="connsiteY8"/>
                  <a:gd fmla="*/ 169164 w 171689" name="connsiteX9"/>
                  <a:gd fmla="*/ 36481 h 120396" name="connsiteY9"/>
                  <a:gd fmla="*/ 157067 w 171689" name="connsiteX10"/>
                  <a:gd fmla="*/ 0 h 120396" name="connsiteY10"/>
                  <a:gd fmla="*/ 130397 w 171689" name="connsiteX11"/>
                  <a:gd fmla="*/ 13240 h 120396" name="connsiteY11"/>
                  <a:gd fmla="*/ 105728 w 171689" name="connsiteX12"/>
                  <a:gd fmla="*/ 13907 h 120396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120396" w="171689">
                    <a:moveTo>
                      <a:pt x="105728" y="13907"/>
                    </a:moveTo>
                    <a:cubicBezTo>
                      <a:pt x="105728" y="13907"/>
                      <a:pt x="88011" y="34862"/>
                      <a:pt x="61817" y="59341"/>
                    </a:cubicBezTo>
                    <a:cubicBezTo>
                      <a:pt x="35623" y="83820"/>
                      <a:pt x="0" y="110014"/>
                      <a:pt x="0" y="110014"/>
                    </a:cubicBezTo>
                    <a:lnTo>
                      <a:pt x="3238" y="120396"/>
                    </a:lnTo>
                    <a:cubicBezTo>
                      <a:pt x="3238" y="120396"/>
                      <a:pt x="55626" y="102965"/>
                      <a:pt x="85820" y="91154"/>
                    </a:cubicBezTo>
                    <a:cubicBezTo>
                      <a:pt x="115919" y="79343"/>
                      <a:pt x="123730" y="73057"/>
                      <a:pt x="123730" y="73057"/>
                    </a:cubicBezTo>
                    <a:lnTo>
                      <a:pt x="140208" y="57150"/>
                    </a:lnTo>
                    <a:lnTo>
                      <a:pt x="144780" y="67151"/>
                    </a:lnTo>
                    <a:lnTo>
                      <a:pt x="171450" y="60007"/>
                    </a:lnTo>
                    <a:cubicBezTo>
                      <a:pt x="171450" y="60007"/>
                      <a:pt x="172783" y="51435"/>
                      <a:pt x="169164" y="36481"/>
                    </a:cubicBezTo>
                    <a:cubicBezTo>
                      <a:pt x="165545" y="21527"/>
                      <a:pt x="157067" y="0"/>
                      <a:pt x="157067" y="0"/>
                    </a:cubicBezTo>
                    <a:cubicBezTo>
                      <a:pt x="157067" y="0"/>
                      <a:pt x="143446" y="10192"/>
                      <a:pt x="130397" y="13240"/>
                    </a:cubicBezTo>
                    <a:cubicBezTo>
                      <a:pt x="117157" y="16383"/>
                      <a:pt x="105728" y="13907"/>
                      <a:pt x="105728" y="13907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d20367b-c194-46bc-aadb-751459042b63" id="148" name="任意多边形: 形状 147">
                <a:extLst>
                  <a:ext uri="{FF2B5EF4-FFF2-40B4-BE49-F238E27FC236}">
                    <a16:creationId id="{CE98F258-DEC1-B933-46BE-382707897A30}"/>
                  </a:ext>
                </a:extLst>
              </p:cNvPr>
              <p:cNvSpPr/>
              <p:nvPr/>
            </p:nvSpPr>
            <p:spPr>
              <a:xfrm flipV="false" flipH="false">
                <a:off x="2736976" y="5271306"/>
                <a:ext cx="163179" cy="710159"/>
              </a:xfrm>
              <a:custGeom>
                <a:avLst/>
                <a:gdLst>
                  <a:gd fmla="*/ 0 w 236791" name="connsiteX0"/>
                  <a:gd fmla="*/ 9906 h 1030521" name="connsiteY0"/>
                  <a:gd fmla="*/ 64675 w 236791" name="connsiteX1"/>
                  <a:gd fmla="*/ 1028033 h 1030521" name="connsiteY1"/>
                  <a:gd fmla="*/ 108490 w 236791" name="connsiteX2"/>
                  <a:gd fmla="*/ 1030510 h 1030521" name="connsiteY2"/>
                  <a:gd fmla="*/ 236792 w 236791" name="connsiteX3"/>
                  <a:gd fmla="*/ 0 h 1030521" name="connsiteY3"/>
                  <a:gd fmla="*/ 0 w 236791" name="connsiteX4"/>
                  <a:gd fmla="*/ 9906 h 103052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30521" w="236791">
                    <a:moveTo>
                      <a:pt x="0" y="9906"/>
                    </a:moveTo>
                    <a:cubicBezTo>
                      <a:pt x="0" y="9906"/>
                      <a:pt x="67056" y="1025462"/>
                      <a:pt x="64675" y="1028033"/>
                    </a:cubicBezTo>
                    <a:cubicBezTo>
                      <a:pt x="64294" y="1028415"/>
                      <a:pt x="108680" y="1030700"/>
                      <a:pt x="108490" y="1030510"/>
                    </a:cubicBezTo>
                    <a:cubicBezTo>
                      <a:pt x="108490" y="1030510"/>
                      <a:pt x="236792" y="0"/>
                      <a:pt x="236792" y="0"/>
                    </a:cubicBezTo>
                    <a:lnTo>
                      <a:pt x="0" y="9906"/>
                    </a:ln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c6a0a38-bec6-41f6-a423-c3123debe46a" id="149" name="任意多边形: 形状 148">
                <a:extLst>
                  <a:ext uri="{FF2B5EF4-FFF2-40B4-BE49-F238E27FC236}">
                    <a16:creationId id="{E06679B5-36CE-B42B-9C31-3791F0EB30E3}"/>
                  </a:ext>
                </a:extLst>
              </p:cNvPr>
              <p:cNvSpPr/>
              <p:nvPr/>
            </p:nvSpPr>
            <p:spPr>
              <a:xfrm flipV="false" flipH="false">
                <a:off x="2778305" y="4745528"/>
                <a:ext cx="106294" cy="142303"/>
              </a:xfrm>
              <a:custGeom>
                <a:avLst/>
                <a:gdLst>
                  <a:gd fmla="*/ 86236 w 154244" name="connsiteX0"/>
                  <a:gd fmla="*/ 203941 h 206497" name="connsiteY0"/>
                  <a:gd fmla="*/ 154245 w 154244" name="connsiteX1"/>
                  <a:gd fmla="*/ 118407 h 206497" name="connsiteY1"/>
                  <a:gd fmla="*/ 146720 w 154244" name="connsiteX2"/>
                  <a:gd fmla="*/ 91260 h 206497" name="connsiteY2"/>
                  <a:gd fmla="*/ 88141 w 154244" name="connsiteX3"/>
                  <a:gd fmla="*/ 18299 h 206497" name="connsiteY3"/>
                  <a:gd fmla="*/ 37945 w 154244" name="connsiteX4"/>
                  <a:gd fmla="*/ 4202 h 206497" name="connsiteY4"/>
                  <a:gd fmla="*/ 5750 w 154244" name="connsiteX5"/>
                  <a:gd fmla="*/ 85450 h 206497" name="connsiteY5"/>
                  <a:gd fmla="*/ 86236 w 154244" name="connsiteX6"/>
                  <a:gd fmla="*/ 203941 h 206497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206497" w="154244">
                    <a:moveTo>
                      <a:pt x="86236" y="203941"/>
                    </a:moveTo>
                    <a:cubicBezTo>
                      <a:pt x="117002" y="178128"/>
                      <a:pt x="154054" y="142886"/>
                      <a:pt x="154245" y="118407"/>
                    </a:cubicBezTo>
                    <a:cubicBezTo>
                      <a:pt x="154245" y="112215"/>
                      <a:pt x="145767" y="97832"/>
                      <a:pt x="146720" y="91260"/>
                    </a:cubicBezTo>
                    <a:cubicBezTo>
                      <a:pt x="151292" y="59637"/>
                      <a:pt x="122907" y="24204"/>
                      <a:pt x="88141" y="18299"/>
                    </a:cubicBezTo>
                    <a:cubicBezTo>
                      <a:pt x="71282" y="15441"/>
                      <a:pt x="58233" y="-9800"/>
                      <a:pt x="37945" y="4202"/>
                    </a:cubicBezTo>
                    <a:cubicBezTo>
                      <a:pt x="-822" y="30967"/>
                      <a:pt x="-6442" y="8583"/>
                      <a:pt x="5750" y="85450"/>
                    </a:cubicBezTo>
                    <a:cubicBezTo>
                      <a:pt x="14418" y="140885"/>
                      <a:pt x="64996" y="221943"/>
                      <a:pt x="86236" y="203941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33e4032-3bac-4dc2-bda9-9ccaa0412e3f" id="150" name="任意多边形: 形状 149">
                <a:extLst>
                  <a:ext uri="{FF2B5EF4-FFF2-40B4-BE49-F238E27FC236}">
                    <a16:creationId id="{BCE55763-9267-A9C6-09A3-1B6E741362FD}"/>
                  </a:ext>
                </a:extLst>
              </p:cNvPr>
              <p:cNvSpPr/>
              <p:nvPr/>
            </p:nvSpPr>
            <p:spPr>
              <a:xfrm flipV="false" flipH="false">
                <a:off x="2737042" y="5263101"/>
                <a:ext cx="296036" cy="704264"/>
              </a:xfrm>
              <a:custGeom>
                <a:avLst/>
                <a:gdLst>
                  <a:gd fmla="*/ 266414 w 429581" name="connsiteX0"/>
                  <a:gd fmla="*/ 0 h 1021966" name="connsiteY0"/>
                  <a:gd fmla="*/ 0 w 429581" name="connsiteX1"/>
                  <a:gd fmla="*/ 19526 h 1021966" name="connsiteY1"/>
                  <a:gd fmla="*/ 382810 w 429581" name="connsiteX2"/>
                  <a:gd fmla="*/ 1021842 h 1021966" name="connsiteY2"/>
                  <a:gd fmla="*/ 429577 w 429581" name="connsiteX3"/>
                  <a:gd fmla="*/ 1006888 h 1021966" name="connsiteY3"/>
                  <a:gd fmla="*/ 266414 w 429581" name="connsiteX4"/>
                  <a:gd fmla="*/ 0 h 1021966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21966" w="429581">
                    <a:moveTo>
                      <a:pt x="266414" y="0"/>
                    </a:moveTo>
                    <a:lnTo>
                      <a:pt x="0" y="19526"/>
                    </a:lnTo>
                    <a:cubicBezTo>
                      <a:pt x="0" y="19526"/>
                      <a:pt x="379476" y="1014699"/>
                      <a:pt x="382810" y="1021842"/>
                    </a:cubicBezTo>
                    <a:cubicBezTo>
                      <a:pt x="383572" y="1023557"/>
                      <a:pt x="430054" y="1006888"/>
                      <a:pt x="429577" y="1006888"/>
                    </a:cubicBezTo>
                    <a:cubicBezTo>
                      <a:pt x="429577" y="1006983"/>
                      <a:pt x="266414" y="0"/>
                      <a:pt x="266414" y="0"/>
                    </a:cubicBezTo>
                    <a:close/>
                  </a:path>
                </a:pathLst>
              </a:custGeom>
              <a:solidFill>
                <a:srgbClr val="273977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e36cb2d-3fc7-40e4-84cc-d5257862e8a3" id="151" name="任意多边形: 形状 150">
                <a:extLst>
                  <a:ext uri="{FF2B5EF4-FFF2-40B4-BE49-F238E27FC236}">
                    <a16:creationId id="{789DA964-5A14-34C2-EA4A-02853D8F22F9}"/>
                  </a:ext>
                </a:extLst>
              </p:cNvPr>
              <p:cNvSpPr/>
              <p:nvPr/>
            </p:nvSpPr>
            <p:spPr>
              <a:xfrm flipV="false" flipH="false">
                <a:off x="2785684" y="4866612"/>
                <a:ext cx="58119" cy="81721"/>
              </a:xfrm>
              <a:custGeom>
                <a:avLst/>
                <a:gdLst>
                  <a:gd fmla="*/ 78957 w 84337" name="connsiteX0"/>
                  <a:gd fmla="*/ 612 h 118587" name="connsiteY0"/>
                  <a:gd fmla="*/ 83910 w 84337" name="connsiteX1"/>
                  <a:gd fmla="*/ 96529 h 118587" name="connsiteY1"/>
                  <a:gd fmla="*/ 1614 w 84337" name="connsiteX2"/>
                  <a:gd fmla="*/ 97482 h 118587" name="connsiteY2"/>
                  <a:gd fmla="*/ 1043 w 84337" name="connsiteX3"/>
                  <a:gd fmla="*/ 10899 h 118587" name="connsiteY3"/>
                  <a:gd fmla="*/ 78957 w 84337" name="connsiteX4"/>
                  <a:gd fmla="*/ 612 h 118587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18587" w="84337">
                    <a:moveTo>
                      <a:pt x="78957" y="612"/>
                    </a:moveTo>
                    <a:cubicBezTo>
                      <a:pt x="75623" y="38903"/>
                      <a:pt x="78481" y="89671"/>
                      <a:pt x="83910" y="96529"/>
                    </a:cubicBezTo>
                    <a:cubicBezTo>
                      <a:pt x="89435" y="103387"/>
                      <a:pt x="40286" y="141963"/>
                      <a:pt x="1614" y="97482"/>
                    </a:cubicBezTo>
                    <a:cubicBezTo>
                      <a:pt x="471" y="96243"/>
                      <a:pt x="-1053" y="12233"/>
                      <a:pt x="1043" y="10899"/>
                    </a:cubicBezTo>
                    <a:cubicBezTo>
                      <a:pt x="9425" y="4994"/>
                      <a:pt x="79243" y="-2150"/>
                      <a:pt x="78957" y="612"/>
                    </a:cubicBezTo>
                    <a:close/>
                  </a:path>
                </a:pathLst>
              </a:custGeom>
              <a:solidFill>
                <a:srgbClr val="FE987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b380777-2638-45bc-bf1e-6f18eba45ea9" id="152" name="任意多边形: 形状 151">
                <a:extLst>
                  <a:ext uri="{FF2B5EF4-FFF2-40B4-BE49-F238E27FC236}">
                    <a16:creationId id="{16F76F67-DA9A-F529-C234-5C418A429554}"/>
                  </a:ext>
                </a:extLst>
              </p:cNvPr>
              <p:cNvSpPr/>
              <p:nvPr/>
            </p:nvSpPr>
            <p:spPr>
              <a:xfrm flipV="false" flipH="false">
                <a:off x="2753718" y="4788985"/>
                <a:ext cx="106646" cy="99701"/>
              </a:xfrm>
              <a:custGeom>
                <a:avLst/>
                <a:gdLst>
                  <a:gd fmla="*/ 88005 w 154755" name="connsiteX0"/>
                  <a:gd fmla="*/ 6673 h 144678" name="connsiteY0"/>
                  <a:gd fmla="*/ 25997 w 154755" name="connsiteX1"/>
                  <a:gd fmla="*/ 37439 h 144678" name="connsiteY1"/>
                  <a:gd fmla="*/ 16377 w 154755" name="connsiteX2"/>
                  <a:gd fmla="*/ 133546 h 144678" name="connsiteY2"/>
                  <a:gd fmla="*/ 111151 w 154755" name="connsiteX3"/>
                  <a:gd fmla="*/ 120020 h 144678" name="connsiteY3"/>
                  <a:gd fmla="*/ 150680 w 154755" name="connsiteX4"/>
                  <a:gd fmla="*/ 104685 h 144678" name="connsiteY4"/>
                  <a:gd fmla="*/ 141060 w 154755" name="connsiteX5"/>
                  <a:gd fmla="*/ 82492 h 144678" name="connsiteY5"/>
                  <a:gd fmla="*/ 124486 w 154755" name="connsiteX6"/>
                  <a:gd fmla="*/ 87731 h 144678" name="connsiteY6"/>
                  <a:gd fmla="*/ 95244 w 154755" name="connsiteX7"/>
                  <a:gd fmla="*/ 32866 h 144678" name="connsiteY7"/>
                  <a:gd fmla="*/ 88005 w 154755" name="connsiteX8"/>
                  <a:gd fmla="*/ 6673 h 144678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44678" w="154755">
                    <a:moveTo>
                      <a:pt x="88005" y="6673"/>
                    </a:moveTo>
                    <a:cubicBezTo>
                      <a:pt x="48000" y="-11710"/>
                      <a:pt x="40761" y="10959"/>
                      <a:pt x="25997" y="37439"/>
                    </a:cubicBezTo>
                    <a:cubicBezTo>
                      <a:pt x="24855" y="36105"/>
                      <a:pt x="-24961" y="117353"/>
                      <a:pt x="16377" y="133546"/>
                    </a:cubicBezTo>
                    <a:cubicBezTo>
                      <a:pt x="57811" y="149738"/>
                      <a:pt x="90482" y="150691"/>
                      <a:pt x="111151" y="120020"/>
                    </a:cubicBezTo>
                    <a:cubicBezTo>
                      <a:pt x="111627" y="120306"/>
                      <a:pt x="129630" y="133450"/>
                      <a:pt x="150680" y="104685"/>
                    </a:cubicBezTo>
                    <a:cubicBezTo>
                      <a:pt x="156966" y="96017"/>
                      <a:pt x="157538" y="82778"/>
                      <a:pt x="141060" y="82492"/>
                    </a:cubicBezTo>
                    <a:cubicBezTo>
                      <a:pt x="133249" y="82397"/>
                      <a:pt x="125343" y="88016"/>
                      <a:pt x="124486" y="87731"/>
                    </a:cubicBezTo>
                    <a:cubicBezTo>
                      <a:pt x="127820" y="71824"/>
                      <a:pt x="106293" y="47249"/>
                      <a:pt x="95244" y="32866"/>
                    </a:cubicBezTo>
                    <a:cubicBezTo>
                      <a:pt x="82290" y="16007"/>
                      <a:pt x="97721" y="11149"/>
                      <a:pt x="88005" y="6673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a137c1b-36df-4e6f-8efb-e736361a440a" id="153" name="任意多边形: 形状 152">
                <a:extLst>
                  <a:ext uri="{FF2B5EF4-FFF2-40B4-BE49-F238E27FC236}">
                    <a16:creationId id="{BBFD7FE0-8E98-9994-D0B6-9EB2BA77C03A}"/>
                  </a:ext>
                </a:extLst>
              </p:cNvPr>
              <p:cNvSpPr/>
              <p:nvPr/>
            </p:nvSpPr>
            <p:spPr>
              <a:xfrm flipV="false" flipH="false">
                <a:off x="2593555" y="4690330"/>
                <a:ext cx="441122" cy="589279"/>
              </a:xfrm>
              <a:custGeom>
                <a:avLst/>
                <a:gdLst>
                  <a:gd fmla="*/ 474726 w 640117" name="connsiteX0"/>
                  <a:gd fmla="*/ 839157 h 855110" name="connsiteY0"/>
                  <a:gd fmla="*/ 484918 w 640117" name="connsiteX1"/>
                  <a:gd fmla="*/ 492923 h 855110" name="connsiteY1"/>
                  <a:gd fmla="*/ 621125 w 640117" name="connsiteX2"/>
                  <a:gd fmla="*/ 322330 h 855110" name="connsiteY2"/>
                  <a:gd fmla="*/ 637889 w 640117" name="connsiteX3"/>
                  <a:gd fmla="*/ 59726 h 855110" name="connsiteY3"/>
                  <a:gd fmla="*/ 590836 w 640117" name="connsiteX4"/>
                  <a:gd fmla="*/ 39057 h 855110" name="connsiteY4"/>
                  <a:gd fmla="*/ 506825 w 640117" name="connsiteX5"/>
                  <a:gd fmla="*/ 295374 h 855110" name="connsiteY5"/>
                  <a:gd fmla="*/ 387287 w 640117" name="connsiteX6"/>
                  <a:gd fmla="*/ 338332 h 855110" name="connsiteY6"/>
                  <a:gd fmla="*/ 357092 w 640117" name="connsiteX7"/>
                  <a:gd fmla="*/ 289088 h 855110" name="connsiteY7"/>
                  <a:gd fmla="*/ 276987 w 640117" name="connsiteX8"/>
                  <a:gd fmla="*/ 292517 h 855110" name="connsiteY8"/>
                  <a:gd fmla="*/ 268129 w 640117" name="connsiteX9"/>
                  <a:gd fmla="*/ 338332 h 855110" name="connsiteY9"/>
                  <a:gd fmla="*/ 120206 w 640117" name="connsiteX10"/>
                  <a:gd fmla="*/ 212031 h 855110" name="connsiteY10"/>
                  <a:gd fmla="*/ 54007 w 640117" name="connsiteX11"/>
                  <a:gd fmla="*/ 4 h 855110" name="connsiteY11"/>
                  <a:gd fmla="*/ 0 w 640117" name="connsiteX12"/>
                  <a:gd fmla="*/ 13911 h 855110" name="connsiteY12"/>
                  <a:gd fmla="*/ 42101 w 640117" name="connsiteX13"/>
                  <a:gd fmla="*/ 234891 h 855110" name="connsiteY13"/>
                  <a:gd fmla="*/ 182880 w 640117" name="connsiteX14"/>
                  <a:gd fmla="*/ 495304 h 855110" name="connsiteY14"/>
                  <a:gd fmla="*/ 208121 w 640117" name="connsiteX15"/>
                  <a:gd fmla="*/ 855064 h 855110" name="connsiteY15"/>
                  <a:gd fmla="*/ 474726 w 640117" name="connsiteX16"/>
                  <a:gd fmla="*/ 839157 h 855110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855110" w="640117">
                    <a:moveTo>
                      <a:pt x="474726" y="839157"/>
                    </a:moveTo>
                    <a:cubicBezTo>
                      <a:pt x="475107" y="837919"/>
                      <a:pt x="484918" y="492923"/>
                      <a:pt x="484918" y="492923"/>
                    </a:cubicBezTo>
                    <a:cubicBezTo>
                      <a:pt x="484918" y="492923"/>
                      <a:pt x="608171" y="384433"/>
                      <a:pt x="621125" y="322330"/>
                    </a:cubicBezTo>
                    <a:cubicBezTo>
                      <a:pt x="649129" y="187552"/>
                      <a:pt x="637889" y="59726"/>
                      <a:pt x="637889" y="59726"/>
                    </a:cubicBezTo>
                    <a:lnTo>
                      <a:pt x="590836" y="39057"/>
                    </a:lnTo>
                    <a:cubicBezTo>
                      <a:pt x="590836" y="39057"/>
                      <a:pt x="533591" y="226699"/>
                      <a:pt x="506825" y="295374"/>
                    </a:cubicBezTo>
                    <a:cubicBezTo>
                      <a:pt x="493014" y="330807"/>
                      <a:pt x="387287" y="338332"/>
                      <a:pt x="387287" y="338332"/>
                    </a:cubicBezTo>
                    <a:lnTo>
                      <a:pt x="357092" y="289088"/>
                    </a:lnTo>
                    <a:lnTo>
                      <a:pt x="276987" y="292517"/>
                    </a:lnTo>
                    <a:lnTo>
                      <a:pt x="268129" y="338332"/>
                    </a:lnTo>
                    <a:cubicBezTo>
                      <a:pt x="268129" y="338332"/>
                      <a:pt x="138208" y="254417"/>
                      <a:pt x="120206" y="212031"/>
                    </a:cubicBezTo>
                    <a:cubicBezTo>
                      <a:pt x="107728" y="182789"/>
                      <a:pt x="64389" y="28484"/>
                      <a:pt x="54007" y="4"/>
                    </a:cubicBezTo>
                    <a:cubicBezTo>
                      <a:pt x="53912" y="-281"/>
                      <a:pt x="-95" y="13625"/>
                      <a:pt x="0" y="13911"/>
                    </a:cubicBezTo>
                    <a:cubicBezTo>
                      <a:pt x="4763" y="52868"/>
                      <a:pt x="31337" y="190790"/>
                      <a:pt x="42101" y="234891"/>
                    </a:cubicBezTo>
                    <a:cubicBezTo>
                      <a:pt x="71914" y="357001"/>
                      <a:pt x="183452" y="491589"/>
                      <a:pt x="182880" y="495304"/>
                    </a:cubicBezTo>
                    <a:cubicBezTo>
                      <a:pt x="182023" y="500829"/>
                      <a:pt x="207836" y="853635"/>
                      <a:pt x="208121" y="855064"/>
                    </a:cubicBezTo>
                    <a:cubicBezTo>
                      <a:pt x="208312" y="856111"/>
                      <a:pt x="474726" y="839157"/>
                      <a:pt x="474726" y="839157"/>
                    </a:cubicBezTo>
                    <a:close/>
                  </a:path>
                </a:pathLst>
              </a:custGeom>
              <a:solidFill>
                <a:srgbClr val="FF560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4ca17e0-f0fc-4385-b91a-75749c65457c" id="82" name="任意多边形: 形状 81">
                <a:extLst>
                  <a:ext uri="{FF2B5EF4-FFF2-40B4-BE49-F238E27FC236}">
                    <a16:creationId id="{2E54DF59-0C18-2C5B-B331-B83C41D13C8A}"/>
                  </a:ext>
                </a:extLst>
              </p:cNvPr>
              <p:cNvSpPr/>
              <p:nvPr/>
            </p:nvSpPr>
            <p:spPr>
              <a:xfrm flipV="false" flipH="false">
                <a:off x="4008082" y="2983646"/>
                <a:ext cx="25205" cy="4200"/>
              </a:xfrm>
              <a:custGeom>
                <a:avLst/>
                <a:gdLst>
                  <a:gd fmla="*/ 36576 w 36575" name="connsiteX0"/>
                  <a:gd fmla="*/ 6096 h 6095" name="connsiteY0"/>
                  <a:gd fmla="*/ 18193 w 36575" name="connsiteX1"/>
                  <a:gd fmla="*/ 6096 h 6095" name="connsiteY1"/>
                  <a:gd fmla="*/ 0 w 36575" name="connsiteX2"/>
                  <a:gd fmla="*/ 6096 h 6095" name="connsiteY2"/>
                  <a:gd fmla="*/ 36576 w 36575" name="connsiteX3"/>
                  <a:gd fmla="*/ 0 h 6095" name="connsiteY3"/>
                  <a:gd fmla="*/ 36576 w 36575" name="connsiteX4"/>
                  <a:gd fmla="*/ 0 h 6095" name="connsiteY4"/>
                  <a:gd fmla="*/ 36576 w 36575" name="connsiteX5"/>
                  <a:gd fmla="*/ 6096 h 6095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6095" w="36575">
                    <a:moveTo>
                      <a:pt x="36576" y="6096"/>
                    </a:moveTo>
                    <a:lnTo>
                      <a:pt x="18193" y="6096"/>
                    </a:lnTo>
                    <a:lnTo>
                      <a:pt x="0" y="6096"/>
                    </a:lnTo>
                    <a:lnTo>
                      <a:pt x="36576" y="0"/>
                    </a:lnTo>
                    <a:lnTo>
                      <a:pt x="36576" y="0"/>
                    </a:lnTo>
                    <a:lnTo>
                      <a:pt x="36576" y="6096"/>
                    </a:lnTo>
                    <a:close/>
                  </a:path>
                </a:pathLst>
              </a:custGeom>
              <a:solidFill>
                <a:srgbClr val="C1D5FC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493ee2c-06b2-4106-aa71-19ecf2da42d0" id="83" name="任意多边形: 形状 82">
                <a:extLst>
                  <a:ext uri="{FF2B5EF4-FFF2-40B4-BE49-F238E27FC236}">
                    <a16:creationId id="{38C641FD-EA14-6F42-F5A7-B6A225F6AC83}"/>
                  </a:ext>
                </a:extLst>
              </p:cNvPr>
              <p:cNvSpPr/>
              <p:nvPr/>
            </p:nvSpPr>
            <p:spPr>
              <a:xfrm flipV="false" flipH="false">
                <a:off x="2493455" y="4301814"/>
                <a:ext cx="3042199" cy="1703996"/>
              </a:xfrm>
              <a:custGeom>
                <a:avLst/>
                <a:gdLst>
                  <a:gd fmla="*/ 397288 w 4414571" name="connsiteX0"/>
                  <a:gd fmla="*/ 2472690 h 2472690" name="connsiteY0"/>
                  <a:gd fmla="*/ 397288 w 4414571" name="connsiteX1"/>
                  <a:gd fmla="*/ 2472690 h 2472690" name="connsiteY1"/>
                  <a:gd fmla="*/ 390525 w 4414571" name="connsiteX2"/>
                  <a:gd fmla="*/ 2465927 h 2472690" name="connsiteY2"/>
                  <a:gd fmla="*/ 392335 w 4414571" name="connsiteX3"/>
                  <a:gd fmla="*/ 2461260 h 2472690" name="connsiteY3"/>
                  <a:gd fmla="*/ 397288 w 4414571" name="connsiteX4"/>
                  <a:gd fmla="*/ 2459260 h 2472690" name="connsiteY4"/>
                  <a:gd fmla="*/ 441484 w 4414571" name="connsiteX5"/>
                  <a:gd fmla="*/ 2457450 h 2472690" name="connsiteY5"/>
                  <a:gd fmla="*/ 448627 w 4414571" name="connsiteX6"/>
                  <a:gd fmla="*/ 2463546 h 2472690" name="connsiteY6"/>
                  <a:gd fmla="*/ 447008 w 4414571" name="connsiteX7"/>
                  <a:gd fmla="*/ 2468499 h 2472690" name="connsiteY7"/>
                  <a:gd fmla="*/ 442341 w 4414571" name="connsiteX8"/>
                  <a:gd fmla="*/ 2470976 h 2472690" name="connsiteY8"/>
                  <a:gd fmla="*/ 397288 w 4414571" name="connsiteX9"/>
                  <a:gd fmla="*/ 2472690 h 2472690" name="connsiteY9"/>
                  <a:gd fmla="*/ 352425 w 4414571" name="connsiteX10"/>
                  <a:gd fmla="*/ 2471643 h 2472690" name="connsiteY10"/>
                  <a:gd fmla="*/ 351949 w 4414571" name="connsiteX11"/>
                  <a:gd fmla="*/ 2471643 h 2472690" name="connsiteY11"/>
                  <a:gd fmla="*/ 306800 w 4414571" name="connsiteX12"/>
                  <a:gd fmla="*/ 2467356 h 2472690" name="connsiteY12"/>
                  <a:gd fmla="*/ 300990 w 4414571" name="connsiteX13"/>
                  <a:gd fmla="*/ 2460403 h 2472690" name="connsiteY13"/>
                  <a:gd fmla="*/ 300990 w 4414571" name="connsiteX14"/>
                  <a:gd fmla="*/ 2459736 h 2472690" name="connsiteY14"/>
                  <a:gd fmla="*/ 308610 w 4414571" name="connsiteX15"/>
                  <a:gd fmla="*/ 2453926 h 2472690" name="connsiteY15"/>
                  <a:gd fmla="*/ 352806 w 4414571" name="connsiteX16"/>
                  <a:gd fmla="*/ 2458212 h 2472690" name="connsiteY16"/>
                  <a:gd fmla="*/ 359092 w 4414571" name="connsiteX17"/>
                  <a:gd fmla="*/ 2465356 h 2472690" name="connsiteY17"/>
                  <a:gd fmla="*/ 352425 w 4414571" name="connsiteX18"/>
                  <a:gd fmla="*/ 2471643 h 2472690" name="connsiteY18"/>
                  <a:gd fmla="*/ 486442 w 4414571" name="connsiteX19"/>
                  <a:gd fmla="*/ 2465737 h 2472690" name="connsiteY19"/>
                  <a:gd fmla="*/ 479965 w 4414571" name="connsiteX20"/>
                  <a:gd fmla="*/ 2459926 h 2472690" name="connsiteY20"/>
                  <a:gd fmla="*/ 479774 w 4414571" name="connsiteX21"/>
                  <a:gd fmla="*/ 2459070 h 2472690" name="connsiteY21"/>
                  <a:gd fmla="*/ 485584 w 4414571" name="connsiteX22"/>
                  <a:gd fmla="*/ 2452307 h 2472690" name="connsiteY22"/>
                  <a:gd fmla="*/ 529114 w 4414571" name="connsiteX23"/>
                  <a:gd fmla="*/ 2444211 h 2472690" name="connsiteY23"/>
                  <a:gd fmla="*/ 536924 w 4414571" name="connsiteX24"/>
                  <a:gd fmla="*/ 2449354 h 2472690" name="connsiteY24"/>
                  <a:gd fmla="*/ 536067 w 4414571" name="connsiteX25"/>
                  <a:gd fmla="*/ 2454307 h 2472690" name="connsiteY25"/>
                  <a:gd fmla="*/ 532066 w 4414571" name="connsiteX26"/>
                  <a:gd fmla="*/ 2457450 h 2472690" name="connsiteY26"/>
                  <a:gd fmla="*/ 487585 w 4414571" name="connsiteX27"/>
                  <a:gd fmla="*/ 2465737 h 2472690" name="connsiteY27"/>
                  <a:gd fmla="*/ 486442 w 4414571" name="connsiteX28"/>
                  <a:gd fmla="*/ 2465737 h 2472690" name="connsiteY28"/>
                  <a:gd fmla="*/ 263271 w 4414571" name="connsiteX29"/>
                  <a:gd fmla="*/ 2460117 h 2472690" name="connsiteY29"/>
                  <a:gd fmla="*/ 262128 w 4414571" name="connsiteX30"/>
                  <a:gd fmla="*/ 2459926 h 2472690" name="connsiteY30"/>
                  <a:gd fmla="*/ 244411 w 4414571" name="connsiteX31"/>
                  <a:gd fmla="*/ 2456117 h 2472690" name="connsiteY31"/>
                  <a:gd fmla="*/ 217932 w 4414571" name="connsiteX32"/>
                  <a:gd fmla="*/ 2449639 h 2472690" name="connsiteY32"/>
                  <a:gd fmla="*/ 217742 w 4414571" name="connsiteX33"/>
                  <a:gd fmla="*/ 2449639 h 2472690" name="connsiteY33"/>
                  <a:gd fmla="*/ 213074 w 4414571" name="connsiteX34"/>
                  <a:gd fmla="*/ 2443162 h 2472690" name="connsiteY34"/>
                  <a:gd fmla="*/ 213265 w 4414571" name="connsiteX35"/>
                  <a:gd fmla="*/ 2441353 h 2472690" name="connsiteY35"/>
                  <a:gd fmla="*/ 221171 w 4414571" name="connsiteX36"/>
                  <a:gd fmla="*/ 2436685 h 2472690" name="connsiteY36"/>
                  <a:gd fmla="*/ 221647 w 4414571" name="connsiteX37"/>
                  <a:gd fmla="*/ 2436685 h 2472690" name="connsiteY37"/>
                  <a:gd fmla="*/ 222313 w 4414571" name="connsiteX38"/>
                  <a:gd fmla="*/ 2437162 h 2472690" name="connsiteY38"/>
                  <a:gd fmla="*/ 247459 w 4414571" name="connsiteX39"/>
                  <a:gd fmla="*/ 2443258 h 2472690" name="connsiteY39"/>
                  <a:gd fmla="*/ 264700 w 4414571" name="connsiteX40"/>
                  <a:gd fmla="*/ 2446877 h 2472690" name="connsiteY40"/>
                  <a:gd fmla="*/ 270129 w 4414571" name="connsiteX41"/>
                  <a:gd fmla="*/ 2454783 h 2472690" name="connsiteY41"/>
                  <a:gd fmla="*/ 263271 w 4414571" name="connsiteX42"/>
                  <a:gd fmla="*/ 2460117 h 2472690" name="connsiteY42"/>
                  <a:gd fmla="*/ 573691 w 4414571" name="connsiteX43"/>
                  <a:gd fmla="*/ 2446210 h 2472690" name="connsiteY43"/>
                  <a:gd fmla="*/ 567404 w 4414571" name="connsiteX44"/>
                  <a:gd fmla="*/ 2441543 h 2472690" name="connsiteY44"/>
                  <a:gd fmla="*/ 566928 w 4414571" name="connsiteX45"/>
                  <a:gd fmla="*/ 2439543 h 2472690" name="connsiteY45"/>
                  <a:gd fmla="*/ 571881 w 4414571" name="connsiteX46"/>
                  <a:gd fmla="*/ 2433257 h 2472690" name="connsiteY46"/>
                  <a:gd fmla="*/ 613886 w 4414571" name="connsiteX47"/>
                  <a:gd fmla="*/ 2419160 h 2472690" name="connsiteY47"/>
                  <a:gd fmla="*/ 622649 w 4414571" name="connsiteX48"/>
                  <a:gd fmla="*/ 2423160 h 2472690" name="connsiteY48"/>
                  <a:gd fmla="*/ 618649 w 4414571" name="connsiteX49"/>
                  <a:gd fmla="*/ 2431923 h 2472690" name="connsiteY49"/>
                  <a:gd fmla="*/ 575977 w 4414571" name="connsiteX50"/>
                  <a:gd fmla="*/ 2446115 h 2472690" name="connsiteY50"/>
                  <a:gd fmla="*/ 575786 w 4414571" name="connsiteX51"/>
                  <a:gd fmla="*/ 2446115 h 2472690" name="connsiteY51"/>
                  <a:gd fmla="*/ 573691 w 4414571" name="connsiteX52"/>
                  <a:gd fmla="*/ 2446210 h 2472690" name="connsiteY52"/>
                  <a:gd fmla="*/ 176879 w 4414571" name="connsiteX53"/>
                  <a:gd fmla="*/ 2436114 h 2472690" name="connsiteY53"/>
                  <a:gd fmla="*/ 174688 w 4414571" name="connsiteX54"/>
                  <a:gd fmla="*/ 2435638 h 2472690" name="connsiteY54"/>
                  <a:gd fmla="*/ 132969 w 4414571" name="connsiteX55"/>
                  <a:gd fmla="*/ 2416969 h 2472690" name="connsiteY55"/>
                  <a:gd fmla="*/ 129350 w 4414571" name="connsiteX56"/>
                  <a:gd fmla="*/ 2411158 h 2472690" name="connsiteY56"/>
                  <a:gd fmla="*/ 130207 w 4414571" name="connsiteX57"/>
                  <a:gd fmla="*/ 2408015 h 2472690" name="connsiteY57"/>
                  <a:gd fmla="*/ 139160 w 4414571" name="connsiteX58"/>
                  <a:gd fmla="*/ 2405062 h 2472690" name="connsiteY58"/>
                  <a:gd fmla="*/ 179356 w 4414571" name="connsiteX59"/>
                  <a:gd fmla="*/ 2423065 h 2472690" name="connsiteY59"/>
                  <a:gd fmla="*/ 183166 w 4414571" name="connsiteX60"/>
                  <a:gd fmla="*/ 2426684 h 2472690" name="connsiteY60"/>
                  <a:gd fmla="*/ 183356 w 4414571" name="connsiteX61"/>
                  <a:gd fmla="*/ 2431828 h 2472690" name="connsiteY61"/>
                  <a:gd fmla="*/ 176879 w 4414571" name="connsiteX62"/>
                  <a:gd fmla="*/ 2436114 h 2472690" name="connsiteY62"/>
                  <a:gd fmla="*/ 657892 w 4414571" name="connsiteX63"/>
                  <a:gd fmla="*/ 2415254 h 2472690" name="connsiteY63"/>
                  <a:gd fmla="*/ 651605 w 4414571" name="connsiteX64"/>
                  <a:gd fmla="*/ 2411445 h 2472690" name="connsiteY64"/>
                  <a:gd fmla="*/ 651129 w 4414571" name="connsiteX65"/>
                  <a:gd fmla="*/ 2408777 h 2472690" name="connsiteY65"/>
                  <a:gd fmla="*/ 655225 w 4414571" name="connsiteX66"/>
                  <a:gd fmla="*/ 2402491 h 2472690" name="connsiteY66"/>
                  <a:gd fmla="*/ 695134 w 4414571" name="connsiteX67"/>
                  <a:gd fmla="*/ 2383441 h 2472690" name="connsiteY67"/>
                  <a:gd fmla="*/ 704374 w 4414571" name="connsiteX68"/>
                  <a:gd fmla="*/ 2386394 h 2472690" name="connsiteY68"/>
                  <a:gd fmla="*/ 701421 w 4414571" name="connsiteX69"/>
                  <a:gd fmla="*/ 2395347 h 2472690" name="connsiteY69"/>
                  <a:gd fmla="*/ 660559 w 4414571" name="connsiteX70"/>
                  <a:gd fmla="*/ 2414873 h 2472690" name="connsiteY70"/>
                  <a:gd fmla="*/ 657892 w 4414571" name="connsiteX71"/>
                  <a:gd fmla="*/ 2415254 h 2472690" name="connsiteY71"/>
                  <a:gd fmla="*/ 98107 w 4414571" name="connsiteX72"/>
                  <a:gd fmla="*/ 2394204 h 2472690" name="connsiteY72"/>
                  <a:gd fmla="*/ 94107 w 4414571" name="connsiteX73"/>
                  <a:gd fmla="*/ 2392871 h 2472690" name="connsiteY73"/>
                  <a:gd fmla="*/ 59722 w 4414571" name="connsiteX74"/>
                  <a:gd fmla="*/ 2362105 h 2472690" name="connsiteY74"/>
                  <a:gd fmla="*/ 57912 w 4414571" name="connsiteX75"/>
                  <a:gd fmla="*/ 2357628 h 2472690" name="connsiteY75"/>
                  <a:gd fmla="*/ 60103 w 4414571" name="connsiteX76"/>
                  <a:gd fmla="*/ 2352675 h 2472690" name="connsiteY76"/>
                  <a:gd fmla="*/ 69532 w 4414571" name="connsiteX77"/>
                  <a:gd fmla="*/ 2352866 h 2472690" name="connsiteY77"/>
                  <a:gd fmla="*/ 102108 w 4414571" name="connsiteX78"/>
                  <a:gd fmla="*/ 2382012 h 2472690" name="connsiteY78"/>
                  <a:gd fmla="*/ 103442 w 4414571" name="connsiteX79"/>
                  <a:gd fmla="*/ 2391442 h 2472690" name="connsiteY79"/>
                  <a:gd fmla="*/ 98107 w 4414571" name="connsiteX80"/>
                  <a:gd fmla="*/ 2394204 h 2472690" name="connsiteY80"/>
                  <a:gd fmla="*/ 737616 w 4414571" name="connsiteX81"/>
                  <a:gd fmla="*/ 2374392 h 2472690" name="connsiteY81"/>
                  <a:gd fmla="*/ 731806 w 4414571" name="connsiteX82"/>
                  <a:gd fmla="*/ 2371058 h 2472690" name="connsiteY82"/>
                  <a:gd fmla="*/ 730948 w 4414571" name="connsiteX83"/>
                  <a:gd fmla="*/ 2367439 h 2472690" name="connsiteY83"/>
                  <a:gd fmla="*/ 734282 w 4414571" name="connsiteX84"/>
                  <a:gd fmla="*/ 2361819 h 2472690" name="connsiteY84"/>
                  <a:gd fmla="*/ 772001 w 4414571" name="connsiteX85"/>
                  <a:gd fmla="*/ 2338293 h 2472690" name="connsiteY85"/>
                  <a:gd fmla="*/ 781240 w 4414571" name="connsiteX86"/>
                  <a:gd fmla="*/ 2340292 h 2472690" name="connsiteY86"/>
                  <a:gd fmla="*/ 782383 w 4414571" name="connsiteX87"/>
                  <a:gd fmla="*/ 2345246 h 2472690" name="connsiteY87"/>
                  <a:gd fmla="*/ 779431 w 4414571" name="connsiteX88"/>
                  <a:gd fmla="*/ 2349532 h 2472690" name="connsiteY88"/>
                  <a:gd fmla="*/ 741331 w 4414571" name="connsiteX89"/>
                  <a:gd fmla="*/ 2373345 h 2472690" name="connsiteY89"/>
                  <a:gd fmla="*/ 741045 w 4414571" name="connsiteX90"/>
                  <a:gd fmla="*/ 2373535 h 2472690" name="connsiteY90"/>
                  <a:gd fmla="*/ 737616 w 4414571" name="connsiteX91"/>
                  <a:gd fmla="*/ 2374392 h 2472690" name="connsiteY91"/>
                  <a:gd fmla="*/ 38195 w 4414571" name="connsiteX92"/>
                  <a:gd fmla="*/ 2328196 h 2472690" name="connsiteY92"/>
                  <a:gd fmla="*/ 32385 w 4414571" name="connsiteX93"/>
                  <a:gd fmla="*/ 2325053 h 2472690" name="connsiteY93"/>
                  <a:gd fmla="*/ 13335 w 4414571" name="connsiteX94"/>
                  <a:gd fmla="*/ 2282857 h 2472690" name="connsiteY94"/>
                  <a:gd fmla="*/ 13144 w 4414571" name="connsiteX95"/>
                  <a:gd fmla="*/ 2280857 h 2472690" name="connsiteY95"/>
                  <a:gd fmla="*/ 17621 w 4414571" name="connsiteX96"/>
                  <a:gd fmla="*/ 2274380 h 2472690" name="connsiteY96"/>
                  <a:gd fmla="*/ 26194 w 4414571" name="connsiteX97"/>
                  <a:gd fmla="*/ 2278666 h 2472690" name="connsiteY97"/>
                  <a:gd fmla="*/ 44101 w 4414571" name="connsiteX98"/>
                  <a:gd fmla="*/ 2318194 h 2472690" name="connsiteY98"/>
                  <a:gd fmla="*/ 41624 w 4414571" name="connsiteX99"/>
                  <a:gd fmla="*/ 2327434 h 2472690" name="connsiteY99"/>
                  <a:gd fmla="*/ 38195 w 4414571" name="connsiteX100"/>
                  <a:gd fmla="*/ 2328196 h 2472690" name="connsiteY100"/>
                  <a:gd fmla="*/ 812578 w 4414571" name="connsiteX101"/>
                  <a:gd fmla="*/ 2325243 h 2472690" name="connsiteY101"/>
                  <a:gd fmla="*/ 806958 w 4414571" name="connsiteX102"/>
                  <a:gd fmla="*/ 2322290 h 2472690" name="connsiteY102"/>
                  <a:gd fmla="*/ 805815 w 4414571" name="connsiteX103"/>
                  <a:gd fmla="*/ 2318290 h 2472690" name="connsiteY103"/>
                  <a:gd fmla="*/ 808482 w 4414571" name="connsiteX104"/>
                  <a:gd fmla="*/ 2312860 h 2472690" name="connsiteY104"/>
                  <a:gd fmla="*/ 843915 w 4414571" name="connsiteX105"/>
                  <a:gd fmla="*/ 2285905 h 2472690" name="connsiteY105"/>
                  <a:gd fmla="*/ 853345 w 4414571" name="connsiteX106"/>
                  <a:gd fmla="*/ 2286762 h 2472690" name="connsiteY106"/>
                  <a:gd fmla="*/ 852202 w 4414571" name="connsiteX107"/>
                  <a:gd fmla="*/ 2296382 h 2472690" name="connsiteY107"/>
                  <a:gd fmla="*/ 816483 w 4414571" name="connsiteX108"/>
                  <a:gd fmla="*/ 2323814 h 2472690" name="connsiteY108"/>
                  <a:gd fmla="*/ 812578 w 4414571" name="connsiteX109"/>
                  <a:gd fmla="*/ 2325243 h 2472690" name="connsiteY109"/>
                  <a:gd fmla="*/ 882587 w 4414571" name="connsiteX110"/>
                  <a:gd fmla="*/ 2269141 h 2472690" name="connsiteY110"/>
                  <a:gd fmla="*/ 877633 w 4414571" name="connsiteX111"/>
                  <a:gd fmla="*/ 2266950 h 2472690" name="connsiteY111"/>
                  <a:gd fmla="*/ 875824 w 4414571" name="connsiteX112"/>
                  <a:gd fmla="*/ 2262283 h 2472690" name="connsiteY112"/>
                  <a:gd fmla="*/ 878300 w 4414571" name="connsiteX113"/>
                  <a:gd fmla="*/ 2257330 h 2472690" name="connsiteY113"/>
                  <a:gd fmla="*/ 911352 w 4414571" name="connsiteX114"/>
                  <a:gd fmla="*/ 2227517 h 2472690" name="connsiteY114"/>
                  <a:gd fmla="*/ 920972 w 4414571" name="connsiteX115"/>
                  <a:gd fmla="*/ 2227993 h 2472690" name="connsiteY115"/>
                  <a:gd fmla="*/ 920496 w 4414571" name="connsiteX116"/>
                  <a:gd fmla="*/ 2237423 h 2472690" name="connsiteY116"/>
                  <a:gd fmla="*/ 887063 w 4414571" name="connsiteX117"/>
                  <a:gd fmla="*/ 2267712 h 2472690" name="connsiteY117"/>
                  <a:gd fmla="*/ 882587 w 4414571" name="connsiteX118"/>
                  <a:gd fmla="*/ 2269141 h 2472690" name="connsiteY118"/>
                  <a:gd fmla="*/ 9430 w 4414571" name="connsiteX119"/>
                  <a:gd fmla="*/ 2243804 h 2472690" name="connsiteY119"/>
                  <a:gd fmla="*/ 2953 w 4414571" name="connsiteX120"/>
                  <a:gd fmla="*/ 2237994 h 2472690" name="connsiteY120"/>
                  <a:gd fmla="*/ 0 w 4414571" name="connsiteX121"/>
                  <a:gd fmla="*/ 2194655 h 2472690" name="connsiteY121"/>
                  <a:gd fmla="*/ 0 w 4414571" name="connsiteX122"/>
                  <a:gd fmla="*/ 2192370 h 2472690" name="connsiteY122"/>
                  <a:gd fmla="*/ 6477 w 4414571" name="connsiteX123"/>
                  <a:gd fmla="*/ 2185607 h 2472690" name="connsiteY123"/>
                  <a:gd fmla="*/ 13430 w 4414571" name="connsiteX124"/>
                  <a:gd fmla="*/ 2192370 h 2472690" name="connsiteY124"/>
                  <a:gd fmla="*/ 13430 w 4414571" name="connsiteX125"/>
                  <a:gd fmla="*/ 2194655 h 2472690" name="connsiteY125"/>
                  <a:gd fmla="*/ 16097 w 4414571" name="connsiteX126"/>
                  <a:gd fmla="*/ 2236184 h 2472690" name="connsiteY126"/>
                  <a:gd fmla="*/ 14764 w 4414571" name="connsiteX127"/>
                  <a:gd fmla="*/ 2241137 h 2472690" name="connsiteY127"/>
                  <a:gd fmla="*/ 10477 w 4414571" name="connsiteX128"/>
                  <a:gd fmla="*/ 2243804 h 2472690" name="connsiteY128"/>
                  <a:gd fmla="*/ 9430 w 4414571" name="connsiteX129"/>
                  <a:gd fmla="*/ 2243804 h 2472690" name="connsiteY129"/>
                  <a:gd fmla="*/ 948119 w 4414571" name="connsiteX130"/>
                  <a:gd fmla="*/ 2207895 h 2472690" name="connsiteY130"/>
                  <a:gd fmla="*/ 943451 w 4414571" name="connsiteX131"/>
                  <a:gd fmla="*/ 2205895 h 2472690" name="connsiteY131"/>
                  <a:gd fmla="*/ 941451 w 4414571" name="connsiteX132"/>
                  <a:gd fmla="*/ 2201228 h 2472690" name="connsiteY132"/>
                  <a:gd fmla="*/ 943261 w 4414571" name="connsiteX133"/>
                  <a:gd fmla="*/ 2196751 h 2472690" name="connsiteY133"/>
                  <a:gd fmla="*/ 943451 w 4414571" name="connsiteX134"/>
                  <a:gd fmla="*/ 2196561 h 2472690" name="connsiteY134"/>
                  <a:gd fmla="*/ 944118 w 4414571" name="connsiteX135"/>
                  <a:gd fmla="*/ 2196084 h 2472690" name="connsiteY135"/>
                  <a:gd fmla="*/ 974407 w 4414571" name="connsiteX136"/>
                  <a:gd fmla="*/ 2164175 h 2472690" name="connsiteY136"/>
                  <a:gd fmla="*/ 984028 w 4414571" name="connsiteX137"/>
                  <a:gd fmla="*/ 2163985 h 2472690" name="connsiteY137"/>
                  <a:gd fmla="*/ 986028 w 4414571" name="connsiteX138"/>
                  <a:gd fmla="*/ 2168652 h 2472690" name="connsiteY138"/>
                  <a:gd fmla="*/ 984218 w 4414571" name="connsiteX139"/>
                  <a:gd fmla="*/ 2173605 h 2472690" name="connsiteY139"/>
                  <a:gd fmla="*/ 952976 w 4414571" name="connsiteX140"/>
                  <a:gd fmla="*/ 2205895 h 2472690" name="connsiteY140"/>
                  <a:gd fmla="*/ 952786 w 4414571" name="connsiteX141"/>
                  <a:gd fmla="*/ 2206086 h 2472690" name="connsiteY141"/>
                  <a:gd fmla="*/ 948119 w 4414571" name="connsiteX142"/>
                  <a:gd fmla="*/ 2207895 h 2472690" name="connsiteY142"/>
                  <a:gd fmla="*/ 3687318 w 4414571" name="connsiteX143"/>
                  <a:gd fmla="*/ 2175796 h 2472690" name="connsiteY143"/>
                  <a:gd fmla="*/ 3680555 w 4414571" name="connsiteX144"/>
                  <a:gd fmla="*/ 2169509 h 2472690" name="connsiteY144"/>
                  <a:gd fmla="*/ 3686842 w 4414571" name="connsiteX145"/>
                  <a:gd fmla="*/ 2162366 h 2472690" name="connsiteY145"/>
                  <a:gd fmla="*/ 3730371 w 4414571" name="connsiteX146"/>
                  <a:gd fmla="*/ 2156269 h 2472690" name="connsiteY146"/>
                  <a:gd fmla="*/ 3730371 w 4414571" name="connsiteX147"/>
                  <a:gd fmla="*/ 2156269 h 2472690" name="connsiteY147"/>
                  <a:gd fmla="*/ 3738182 w 4414571" name="connsiteX148"/>
                  <a:gd fmla="*/ 2161699 h 2472690" name="connsiteY148"/>
                  <a:gd fmla="*/ 3738467 w 4414571" name="connsiteX149"/>
                  <a:gd fmla="*/ 2163032 h 2472690" name="connsiteY149"/>
                  <a:gd fmla="*/ 3733038 w 4414571" name="connsiteX150"/>
                  <a:gd fmla="*/ 2169509 h 2472690" name="connsiteY150"/>
                  <a:gd fmla="*/ 3687699 w 4414571" name="connsiteX151"/>
                  <a:gd fmla="*/ 2175796 h 2472690" name="connsiteY151"/>
                  <a:gd fmla="*/ 3687318 w 4414571" name="connsiteX152"/>
                  <a:gd fmla="*/ 2175796 h 2472690" name="connsiteY152"/>
                  <a:gd fmla="*/ 3775520 w 4414571" name="connsiteX153"/>
                  <a:gd fmla="*/ 2159603 h 2472690" name="connsiteY153"/>
                  <a:gd fmla="*/ 3769043 w 4414571" name="connsiteX154"/>
                  <a:gd fmla="*/ 2154650 h 2472690" name="connsiteY154"/>
                  <a:gd fmla="*/ 3769710 w 4414571" name="connsiteX155"/>
                  <a:gd fmla="*/ 2149507 h 2472690" name="connsiteY155"/>
                  <a:gd fmla="*/ 3773995 w 4414571" name="connsiteX156"/>
                  <a:gd fmla="*/ 2146364 h 2472690" name="connsiteY156"/>
                  <a:gd fmla="*/ 3816858 w 4414571" name="connsiteX157"/>
                  <a:gd fmla="*/ 2133981 h 2472690" name="connsiteY157"/>
                  <a:gd fmla="*/ 3816858 w 4414571" name="connsiteX158"/>
                  <a:gd fmla="*/ 2133981 h 2472690" name="connsiteY158"/>
                  <a:gd fmla="*/ 3825145 w 4414571" name="connsiteX159"/>
                  <a:gd fmla="*/ 2138458 h 2472690" name="connsiteY159"/>
                  <a:gd fmla="*/ 3825621 w 4414571" name="connsiteX160"/>
                  <a:gd fmla="*/ 2140458 h 2472690" name="connsiteY160"/>
                  <a:gd fmla="*/ 3820954 w 4414571" name="connsiteX161"/>
                  <a:gd fmla="*/ 2146935 h 2472690" name="connsiteY161"/>
                  <a:gd fmla="*/ 3820954 w 4414571" name="connsiteX162"/>
                  <a:gd fmla="*/ 2146935 h 2472690" name="connsiteY162"/>
                  <a:gd fmla="*/ 3820477 w 4414571" name="connsiteX163"/>
                  <a:gd fmla="*/ 2146935 h 2472690" name="connsiteY163"/>
                  <a:gd fmla="*/ 3777425 w 4414571" name="connsiteX164"/>
                  <a:gd fmla="*/ 2159317 h 2472690" name="connsiteY164"/>
                  <a:gd fmla="*/ 3775520 w 4414571" name="connsiteX165"/>
                  <a:gd fmla="*/ 2159603 h 2472690" name="connsiteY165"/>
                  <a:gd fmla="*/ 9620 w 4414571" name="connsiteX166"/>
                  <a:gd fmla="*/ 2154460 h 2472690" name="connsiteY166"/>
                  <a:gd fmla="*/ 8763 w 4414571" name="connsiteX167"/>
                  <a:gd fmla="*/ 2154270 h 2472690" name="connsiteY167"/>
                  <a:gd fmla="*/ 2953 w 4414571" name="connsiteX168"/>
                  <a:gd fmla="*/ 2146840 h 2472690" name="connsiteY168"/>
                  <a:gd fmla="*/ 10573 w 4414571" name="connsiteX169"/>
                  <a:gd fmla="*/ 2101977 h 2472690" name="connsiteY169"/>
                  <a:gd fmla="*/ 18479 w 4414571" name="connsiteX170"/>
                  <a:gd fmla="*/ 2096833 h 2472690" name="connsiteY170"/>
                  <a:gd fmla="*/ 23908 w 4414571" name="connsiteX171"/>
                  <a:gd fmla="*/ 2103596 h 2472690" name="connsiteY171"/>
                  <a:gd fmla="*/ 23908 w 4414571" name="connsiteX172"/>
                  <a:gd fmla="*/ 2104930 h 2472690" name="connsiteY172"/>
                  <a:gd fmla="*/ 16288 w 4414571" name="connsiteX173"/>
                  <a:gd fmla="*/ 2148459 h 2472690" name="connsiteY173"/>
                  <a:gd fmla="*/ 9620 w 4414571" name="connsiteX174"/>
                  <a:gd fmla="*/ 2154460 h 2472690" name="connsiteY174"/>
                  <a:gd fmla="*/ 1009364 w 4414571" name="connsiteX175"/>
                  <a:gd fmla="*/ 2142363 h 2472690" name="connsiteY175"/>
                  <a:gd fmla="*/ 1005078 w 4414571" name="connsiteX176"/>
                  <a:gd fmla="*/ 2140553 h 2472690" name="connsiteY176"/>
                  <a:gd fmla="*/ 1002602 w 4414571" name="connsiteX177"/>
                  <a:gd fmla="*/ 2135600 h 2472690" name="connsiteY177"/>
                  <a:gd fmla="*/ 1004411 w 4414571" name="connsiteX178"/>
                  <a:gd fmla="*/ 2131124 h 2472690" name="connsiteY178"/>
                  <a:gd fmla="*/ 1033367 w 4414571" name="connsiteX179"/>
                  <a:gd fmla="*/ 2097024 h 2472690" name="connsiteY179"/>
                  <a:gd fmla="*/ 1042988 w 4414571" name="connsiteX180"/>
                  <a:gd fmla="*/ 2096357 h 2472690" name="connsiteY180"/>
                  <a:gd fmla="*/ 1045273 w 4414571" name="connsiteX181"/>
                  <a:gd fmla="*/ 2100834 h 2472690" name="connsiteY181"/>
                  <a:gd fmla="*/ 1043940 w 4414571" name="connsiteX182"/>
                  <a:gd fmla="*/ 2105787 h 2472690" name="connsiteY182"/>
                  <a:gd fmla="*/ 1014508 w 4414571" name="connsiteX183"/>
                  <a:gd fmla="*/ 2140077 h 2472690" name="connsiteY183"/>
                  <a:gd fmla="*/ 1009364 w 4414571" name="connsiteX184"/>
                  <a:gd fmla="*/ 2142363 h 2472690" name="connsiteY184"/>
                  <a:gd fmla="*/ 3861435 w 4414571" name="connsiteX185"/>
                  <a:gd fmla="*/ 2133124 h 2472690" name="connsiteY185"/>
                  <a:gd fmla="*/ 3855149 w 4414571" name="connsiteX186"/>
                  <a:gd fmla="*/ 2128647 h 2472690" name="connsiteY186"/>
                  <a:gd fmla="*/ 3855435 w 4414571" name="connsiteX187"/>
                  <a:gd fmla="*/ 2123694 h 2472690" name="connsiteY187"/>
                  <a:gd fmla="*/ 3859244 w 4414571" name="connsiteX188"/>
                  <a:gd fmla="*/ 2120074 h 2472690" name="connsiteY188"/>
                  <a:gd fmla="*/ 3901250 w 4414571" name="connsiteX189"/>
                  <a:gd fmla="*/ 2104834 h 2472690" name="connsiteY189"/>
                  <a:gd fmla="*/ 3901440 w 4414571" name="connsiteX190"/>
                  <a:gd fmla="*/ 2104834 h 2472690" name="connsiteY190"/>
                  <a:gd fmla="*/ 3910013 w 4414571" name="connsiteX191"/>
                  <a:gd fmla="*/ 2108645 h 2472690" name="connsiteY191"/>
                  <a:gd fmla="*/ 3910489 w 4414571" name="connsiteX192"/>
                  <a:gd fmla="*/ 2111121 h 2472690" name="connsiteY192"/>
                  <a:gd fmla="*/ 3906202 w 4414571" name="connsiteX193"/>
                  <a:gd fmla="*/ 2117408 h 2472690" name="connsiteY193"/>
                  <a:gd fmla="*/ 3863721 w 4414571" name="connsiteX194"/>
                  <a:gd fmla="*/ 2132933 h 2472690" name="connsiteY194"/>
                  <a:gd fmla="*/ 3861435 w 4414571" name="connsiteX195"/>
                  <a:gd fmla="*/ 2133124 h 2472690" name="connsiteY195"/>
                  <a:gd fmla="*/ 3945636 w 4414571" name="connsiteX196"/>
                  <a:gd fmla="*/ 2101501 h 2472690" name="connsiteY196"/>
                  <a:gd fmla="*/ 3939350 w 4414571" name="connsiteX197"/>
                  <a:gd fmla="*/ 2097215 h 2472690" name="connsiteY197"/>
                  <a:gd fmla="*/ 3939350 w 4414571" name="connsiteX198"/>
                  <a:gd fmla="*/ 2092071 h 2472690" name="connsiteY198"/>
                  <a:gd fmla="*/ 3942969 w 4414571" name="connsiteX199"/>
                  <a:gd fmla="*/ 2088451 h 2472690" name="connsiteY199"/>
                  <a:gd fmla="*/ 3984498 w 4414571" name="connsiteX200"/>
                  <a:gd fmla="*/ 2071211 h 2472690" name="connsiteY200"/>
                  <a:gd fmla="*/ 3993261 w 4414571" name="connsiteX201"/>
                  <a:gd fmla="*/ 2074545 h 2472690" name="connsiteY201"/>
                  <a:gd fmla="*/ 3993928 w 4414571" name="connsiteX202"/>
                  <a:gd fmla="*/ 2077212 h 2472690" name="connsiteY202"/>
                  <a:gd fmla="*/ 3989641 w 4414571" name="connsiteX203"/>
                  <a:gd fmla="*/ 2083498 h 2472690" name="connsiteY203"/>
                  <a:gd fmla="*/ 3948113 w 4414571" name="connsiteX204"/>
                  <a:gd fmla="*/ 2100739 h 2472690" name="connsiteY204"/>
                  <a:gd fmla="*/ 3945636 w 4414571" name="connsiteX205"/>
                  <a:gd fmla="*/ 2101501 h 2472690" name="connsiteY205"/>
                  <a:gd fmla="*/ 1067086 w 4414571" name="connsiteX206"/>
                  <a:gd fmla="*/ 2073212 h 2472690" name="connsiteY206"/>
                  <a:gd fmla="*/ 1062799 w 4414571" name="connsiteX207"/>
                  <a:gd fmla="*/ 2071878 h 2472690" name="connsiteY207"/>
                  <a:gd fmla="*/ 1060323 w 4414571" name="connsiteX208"/>
                  <a:gd fmla="*/ 2066734 h 2472690" name="connsiteY208"/>
                  <a:gd fmla="*/ 1061656 w 4414571" name="connsiteX209"/>
                  <a:gd fmla="*/ 2062448 h 2472690" name="connsiteY209"/>
                  <a:gd fmla="*/ 1088803 w 4414571" name="connsiteX210"/>
                  <a:gd fmla="*/ 2027015 h 2472690" name="connsiteY210"/>
                  <a:gd fmla="*/ 1098232 w 4414571" name="connsiteX211"/>
                  <a:gd fmla="*/ 2025682 h 2472690" name="connsiteY211"/>
                  <a:gd fmla="*/ 1099852 w 4414571" name="connsiteX212"/>
                  <a:gd fmla="*/ 2035112 h 2472690" name="connsiteY212"/>
                  <a:gd fmla="*/ 1072515 w 4414571" name="connsiteX213"/>
                  <a:gd fmla="*/ 2070545 h 2472690" name="connsiteY213"/>
                  <a:gd fmla="*/ 1072324 w 4414571" name="connsiteX214"/>
                  <a:gd fmla="*/ 2070735 h 2472690" name="connsiteY214"/>
                  <a:gd fmla="*/ 1067086 w 4414571" name="connsiteX215"/>
                  <a:gd fmla="*/ 2073212 h 2472690" name="connsiteY215"/>
                  <a:gd fmla="*/ 2154936 w 4414571" name="connsiteX216"/>
                  <a:gd fmla="*/ 2071402 h 2472690" name="connsiteY216"/>
                  <a:gd fmla="*/ 2138744 w 4414571" name="connsiteX217"/>
                  <a:gd fmla="*/ 2070735 h 2472690" name="connsiteY217"/>
                  <a:gd fmla="*/ 2132457 w 4414571" name="connsiteX218"/>
                  <a:gd fmla="*/ 2064258 h 2472690" name="connsiteY218"/>
                  <a:gd fmla="*/ 2132457 w 4414571" name="connsiteX219"/>
                  <a:gd fmla="*/ 2063782 h 2472690" name="connsiteY219"/>
                  <a:gd fmla="*/ 2132457 w 4414571" name="connsiteX220"/>
                  <a:gd fmla="*/ 2063591 h 2472690" name="connsiteY220"/>
                  <a:gd fmla="*/ 2139601 w 4414571" name="connsiteX221"/>
                  <a:gd fmla="*/ 2057305 h 2472690" name="connsiteY221"/>
                  <a:gd fmla="*/ 2183130 w 4414571" name="connsiteX222"/>
                  <a:gd fmla="*/ 2056162 h 2472690" name="connsiteY222"/>
                  <a:gd fmla="*/ 2190559 w 4414571" name="connsiteX223"/>
                  <a:gd fmla="*/ 2062258 h 2472690" name="connsiteY223"/>
                  <a:gd fmla="*/ 2189226 w 4414571" name="connsiteX224"/>
                  <a:gd fmla="*/ 2067211 h 2472690" name="connsiteY224"/>
                  <a:gd fmla="*/ 2184749 w 4414571" name="connsiteX225"/>
                  <a:gd fmla="*/ 2069687 h 2472690" name="connsiteY225"/>
                  <a:gd fmla="*/ 2154936 w 4414571" name="connsiteX226"/>
                  <a:gd fmla="*/ 2071402 h 2472690" name="connsiteY226"/>
                  <a:gd fmla="*/ 28099 w 4414571" name="connsiteX227"/>
                  <a:gd fmla="*/ 2066734 h 2472690" name="connsiteY227"/>
                  <a:gd fmla="*/ 26289 w 4414571" name="connsiteX228"/>
                  <a:gd fmla="*/ 2066544 h 2472690" name="connsiteY228"/>
                  <a:gd fmla="*/ 22288 w 4414571" name="connsiteX229"/>
                  <a:gd fmla="*/ 2063401 h 2472690" name="connsiteY229"/>
                  <a:gd fmla="*/ 21622 w 4414571" name="connsiteX230"/>
                  <a:gd fmla="*/ 2058257 h 2472690" name="connsiteY230"/>
                  <a:gd fmla="*/ 35528 w 4414571" name="connsiteX231"/>
                  <a:gd fmla="*/ 2015204 h 2472690" name="connsiteY231"/>
                  <a:gd fmla="*/ 44101 w 4414571" name="connsiteX232"/>
                  <a:gd fmla="*/ 2010918 h 2472690" name="connsiteY232"/>
                  <a:gd fmla="*/ 48577 w 4414571" name="connsiteX233"/>
                  <a:gd fmla="*/ 2017205 h 2472690" name="connsiteY233"/>
                  <a:gd fmla="*/ 48101 w 4414571" name="connsiteX234"/>
                  <a:gd fmla="*/ 2019490 h 2472690" name="connsiteY234"/>
                  <a:gd fmla="*/ 34671 w 4414571" name="connsiteX235"/>
                  <a:gd fmla="*/ 2061877 h 2472690" name="connsiteY235"/>
                  <a:gd fmla="*/ 28099 w 4414571" name="connsiteX236"/>
                  <a:gd fmla="*/ 2066734 h 2472690" name="connsiteY236"/>
                  <a:gd fmla="*/ 4028218 w 4414571" name="connsiteX237"/>
                  <a:gd fmla="*/ 2065782 h 2472690" name="connsiteY237"/>
                  <a:gd fmla="*/ 4021931 w 4414571" name="connsiteX238"/>
                  <a:gd fmla="*/ 2061972 h 2472690" name="connsiteY238"/>
                  <a:gd fmla="*/ 4025265 w 4414571" name="connsiteX239"/>
                  <a:gd fmla="*/ 2053018 h 2472690" name="connsiteY239"/>
                  <a:gd fmla="*/ 4065937 w 4414571" name="connsiteX240"/>
                  <a:gd fmla="*/ 2034159 h 2472690" name="connsiteY240"/>
                  <a:gd fmla="*/ 4074890 w 4414571" name="connsiteX241"/>
                  <a:gd fmla="*/ 2037302 h 2472690" name="connsiteY241"/>
                  <a:gd fmla="*/ 4075557 w 4414571" name="connsiteX242"/>
                  <a:gd fmla="*/ 2040255 h 2472690" name="connsiteY242"/>
                  <a:gd fmla="*/ 4071747 w 4414571" name="connsiteX243"/>
                  <a:gd fmla="*/ 2046351 h 2472690" name="connsiteY243"/>
                  <a:gd fmla="*/ 4030885 w 4414571" name="connsiteX244"/>
                  <a:gd fmla="*/ 2065401 h 2472690" name="connsiteY244"/>
                  <a:gd fmla="*/ 4028218 w 4414571" name="connsiteX245"/>
                  <a:gd fmla="*/ 2065782 h 2472690" name="connsiteY245"/>
                  <a:gd fmla="*/ 2095309 w 4414571" name="connsiteX246"/>
                  <a:gd fmla="*/ 2062639 h 2472690" name="connsiteY246"/>
                  <a:gd fmla="*/ 2093309 w 4414571" name="connsiteX247"/>
                  <a:gd fmla="*/ 2062163 h 2472690" name="connsiteY247"/>
                  <a:gd fmla="*/ 2051304 w 4414571" name="connsiteX248"/>
                  <a:gd fmla="*/ 2041970 h 2472690" name="connsiteY248"/>
                  <a:gd fmla="*/ 2051114 w 4414571" name="connsiteX249"/>
                  <a:gd fmla="*/ 2041779 h 2472690" name="connsiteY249"/>
                  <a:gd fmla="*/ 2048447 w 4414571" name="connsiteX250"/>
                  <a:gd fmla="*/ 2036445 h 2472690" name="connsiteY250"/>
                  <a:gd fmla="*/ 2049589 w 4414571" name="connsiteX251"/>
                  <a:gd fmla="*/ 2032635 h 2472690" name="connsiteY251"/>
                  <a:gd fmla="*/ 2059019 w 4414571" name="connsiteX252"/>
                  <a:gd fmla="*/ 2030825 h 2472690" name="connsiteY252"/>
                  <a:gd fmla="*/ 2097405 w 4414571" name="connsiteX253"/>
                  <a:gd fmla="*/ 2049494 h 2472690" name="connsiteY253"/>
                  <a:gd fmla="*/ 2101406 w 4414571" name="connsiteX254"/>
                  <a:gd fmla="*/ 2052828 h 2472690" name="connsiteY254"/>
                  <a:gd fmla="*/ 2101882 w 4414571" name="connsiteX255"/>
                  <a:gd fmla="*/ 2057972 h 2472690" name="connsiteY255"/>
                  <a:gd fmla="*/ 2095309 w 4414571" name="connsiteX256"/>
                  <a:gd fmla="*/ 2062639 h 2472690" name="connsiteY256"/>
                  <a:gd fmla="*/ 2228183 w 4414571" name="connsiteX257"/>
                  <a:gd fmla="*/ 2061781 h 2472690" name="connsiteY257"/>
                  <a:gd fmla="*/ 2221706 w 4414571" name="connsiteX258"/>
                  <a:gd fmla="*/ 2056638 h 2472690" name="connsiteY258"/>
                  <a:gd fmla="*/ 2221421 w 4414571" name="connsiteX259"/>
                  <a:gd fmla="*/ 2054828 h 2472690" name="connsiteY259"/>
                  <a:gd fmla="*/ 2226564 w 4414571" name="connsiteX260"/>
                  <a:gd fmla="*/ 2048351 h 2472690" name="connsiteY260"/>
                  <a:gd fmla="*/ 2268950 w 4414571" name="connsiteX261"/>
                  <a:gd fmla="*/ 2035778 h 2472690" name="connsiteY261"/>
                  <a:gd fmla="*/ 2277523 w 4414571" name="connsiteX262"/>
                  <a:gd fmla="*/ 2039779 h 2472690" name="connsiteY262"/>
                  <a:gd fmla="*/ 2277332 w 4414571" name="connsiteX263"/>
                  <a:gd fmla="*/ 2044922 h 2472690" name="connsiteY263"/>
                  <a:gd fmla="*/ 2273522 w 4414571" name="connsiteX264"/>
                  <a:gd fmla="*/ 2048256 h 2472690" name="connsiteY264"/>
                  <a:gd fmla="*/ 2229707 w 4414571" name="connsiteX265"/>
                  <a:gd fmla="*/ 2061496 h 2472690" name="connsiteY265"/>
                  <a:gd fmla="*/ 2229517 w 4414571" name="connsiteX266"/>
                  <a:gd fmla="*/ 2061496 h 2472690" name="connsiteY266"/>
                  <a:gd fmla="*/ 2228183 w 4414571" name="connsiteX267"/>
                  <a:gd fmla="*/ 2061781 h 2472690" name="connsiteY267"/>
                  <a:gd fmla="*/ 2312956 w 4414571" name="connsiteX268"/>
                  <a:gd fmla="*/ 2032159 h 2472690" name="connsiteY268"/>
                  <a:gd fmla="*/ 2306669 w 4414571" name="connsiteX269"/>
                  <a:gd fmla="*/ 2028158 h 2472690" name="connsiteY269"/>
                  <a:gd fmla="*/ 2306003 w 4414571" name="connsiteX270"/>
                  <a:gd fmla="*/ 2025491 h 2472690" name="connsiteY270"/>
                  <a:gd fmla="*/ 2310003 w 4414571" name="connsiteX271"/>
                  <a:gd fmla="*/ 2019205 h 2472690" name="connsiteY271"/>
                  <a:gd fmla="*/ 2350199 w 4414571" name="connsiteX272"/>
                  <a:gd fmla="*/ 2000155 h 2472690" name="connsiteY272"/>
                  <a:gd fmla="*/ 2359152 w 4414571" name="connsiteX273"/>
                  <a:gd fmla="*/ 2003107 h 2472690" name="connsiteY273"/>
                  <a:gd fmla="*/ 2356199 w 4414571" name="connsiteX274"/>
                  <a:gd fmla="*/ 2012061 h 2472690" name="connsiteY274"/>
                  <a:gd fmla="*/ 2315528 w 4414571" name="connsiteX275"/>
                  <a:gd fmla="*/ 2031587 h 2472690" name="connsiteY275"/>
                  <a:gd fmla="*/ 2312956 w 4414571" name="connsiteX276"/>
                  <a:gd fmla="*/ 2032159 h 2472690" name="connsiteY276"/>
                  <a:gd fmla="*/ 4109275 w 4414571" name="connsiteX277"/>
                  <a:gd fmla="*/ 2027206 h 2472690" name="connsiteY277"/>
                  <a:gd fmla="*/ 4103179 w 4414571" name="connsiteX278"/>
                  <a:gd fmla="*/ 2023396 h 2472690" name="connsiteY278"/>
                  <a:gd fmla="*/ 4102894 w 4414571" name="connsiteX279"/>
                  <a:gd fmla="*/ 2018252 h 2472690" name="connsiteY279"/>
                  <a:gd fmla="*/ 4106227 w 4414571" name="connsiteX280"/>
                  <a:gd fmla="*/ 2014442 h 2472690" name="connsiteY280"/>
                  <a:gd fmla="*/ 4145947 w 4414571" name="connsiteX281"/>
                  <a:gd fmla="*/ 1994059 h 2472690" name="connsiteY281"/>
                  <a:gd fmla="*/ 4145947 w 4414571" name="connsiteX282"/>
                  <a:gd fmla="*/ 1993868 h 2472690" name="connsiteY282"/>
                  <a:gd fmla="*/ 4155186 w 4414571" name="connsiteX283"/>
                  <a:gd fmla="*/ 1996821 h 2472690" name="connsiteY283"/>
                  <a:gd fmla="*/ 4155853 w 4414571" name="connsiteX284"/>
                  <a:gd fmla="*/ 1999964 h 2472690" name="connsiteY284"/>
                  <a:gd fmla="*/ 4152233 w 4414571" name="connsiteX285"/>
                  <a:gd fmla="*/ 2005774 h 2472690" name="connsiteY285"/>
                  <a:gd fmla="*/ 4112324 w 4414571" name="connsiteX286"/>
                  <a:gd fmla="*/ 2026444 h 2472690" name="connsiteY286"/>
                  <a:gd fmla="*/ 4109275 w 4414571" name="connsiteX287"/>
                  <a:gd fmla="*/ 2027206 h 2472690" name="connsiteY287"/>
                  <a:gd fmla="*/ 2022062 w 4414571" name="connsiteX288"/>
                  <a:gd fmla="*/ 2012823 h 2472690" name="connsiteY288"/>
                  <a:gd fmla="*/ 2016919 w 4414571" name="connsiteX289"/>
                  <a:gd fmla="*/ 2010347 h 2472690" name="connsiteY289"/>
                  <a:gd fmla="*/ 1992439 w 4414571" name="connsiteX290"/>
                  <a:gd fmla="*/ 1970818 h 2472690" name="connsiteY290"/>
                  <a:gd fmla="*/ 1991963 w 4414571" name="connsiteX291"/>
                  <a:gd fmla="*/ 1967865 h 2472690" name="connsiteY291"/>
                  <a:gd fmla="*/ 1995773 w 4414571" name="connsiteX292"/>
                  <a:gd fmla="*/ 1961769 h 2472690" name="connsiteY292"/>
                  <a:gd fmla="*/ 2004727 w 4414571" name="connsiteX293"/>
                  <a:gd fmla="*/ 1965103 h 2472690" name="connsiteY293"/>
                  <a:gd fmla="*/ 2027396 w 4414571" name="connsiteX294"/>
                  <a:gd fmla="*/ 2001679 h 2472690" name="connsiteY294"/>
                  <a:gd fmla="*/ 2026253 w 4414571" name="connsiteX295"/>
                  <a:gd fmla="*/ 2011108 h 2472690" name="connsiteY295"/>
                  <a:gd fmla="*/ 2022062 w 4414571" name="connsiteX296"/>
                  <a:gd fmla="*/ 2012823 h 2472690" name="connsiteY296"/>
                  <a:gd fmla="*/ 1120902 w 4414571" name="connsiteX297"/>
                  <a:gd fmla="*/ 2001393 h 2472690" name="connsiteY297"/>
                  <a:gd fmla="*/ 1116806 w 4414571" name="connsiteX298"/>
                  <a:gd fmla="*/ 2000059 h 2472690" name="connsiteY298"/>
                  <a:gd fmla="*/ 1114139 w 4414571" name="connsiteX299"/>
                  <a:gd fmla="*/ 1994916 h 2472690" name="connsiteY299"/>
                  <a:gd fmla="*/ 1115282 w 4414571" name="connsiteX300"/>
                  <a:gd fmla="*/ 1990915 h 2472690" name="connsiteY300"/>
                  <a:gd fmla="*/ 1141095 w 4414571" name="connsiteX301"/>
                  <a:gd fmla="*/ 1954149 h 2472690" name="connsiteY301"/>
                  <a:gd fmla="*/ 1150334 w 4414571" name="connsiteX302"/>
                  <a:gd fmla="*/ 1952339 h 2472690" name="connsiteY302"/>
                  <a:gd fmla="*/ 1152144 w 4414571" name="connsiteX303"/>
                  <a:gd fmla="*/ 1961769 h 2472690" name="connsiteY303"/>
                  <a:gd fmla="*/ 1126331 w 4414571" name="connsiteX304"/>
                  <a:gd fmla="*/ 1998821 h 2472690" name="connsiteY304"/>
                  <a:gd fmla="*/ 1120902 w 4414571" name="connsiteX305"/>
                  <a:gd fmla="*/ 2001393 h 2472690" name="connsiteY305"/>
                  <a:gd fmla="*/ 2392680 w 4414571" name="connsiteX306"/>
                  <a:gd fmla="*/ 1991297 h 2472690" name="connsiteY306"/>
                  <a:gd fmla="*/ 2386870 w 4414571" name="connsiteX307"/>
                  <a:gd fmla="*/ 1987963 h 2472690" name="connsiteY307"/>
                  <a:gd fmla="*/ 2386013 w 4414571" name="connsiteX308"/>
                  <a:gd fmla="*/ 1984629 h 2472690" name="connsiteY308"/>
                  <a:gd fmla="*/ 2389632 w 4414571" name="connsiteX309"/>
                  <a:gd fmla="*/ 1978819 h 2472690" name="connsiteY309"/>
                  <a:gd fmla="*/ 2428875 w 4414571" name="connsiteX310"/>
                  <a:gd fmla="*/ 1956816 h 2472690" name="connsiteY310"/>
                  <a:gd fmla="*/ 2437829 w 4414571" name="connsiteX311"/>
                  <a:gd fmla="*/ 1959483 h 2472690" name="connsiteY311"/>
                  <a:gd fmla="*/ 2435162 w 4414571" name="connsiteX312"/>
                  <a:gd fmla="*/ 1968722 h 2472690" name="connsiteY312"/>
                  <a:gd fmla="*/ 2422779 w 4414571" name="connsiteX313"/>
                  <a:gd fmla="*/ 1975675 h 2472690" name="connsiteY313"/>
                  <a:gd fmla="*/ 2396014 w 4414571" name="connsiteX314"/>
                  <a:gd fmla="*/ 1990439 h 2472690" name="connsiteY314"/>
                  <a:gd fmla="*/ 2395823 w 4414571" name="connsiteX315"/>
                  <a:gd fmla="*/ 1990439 h 2472690" name="connsiteY315"/>
                  <a:gd fmla="*/ 2392680 w 4414571" name="connsiteX316"/>
                  <a:gd fmla="*/ 1991297 h 2472690" name="connsiteY316"/>
                  <a:gd fmla="*/ 4188714 w 4414571" name="connsiteX317"/>
                  <a:gd fmla="*/ 1985010 h 2472690" name="connsiteY317"/>
                  <a:gd fmla="*/ 4182904 w 4414571" name="connsiteX318"/>
                  <a:gd fmla="*/ 1981676 h 2472690" name="connsiteY318"/>
                  <a:gd fmla="*/ 4182237 w 4414571" name="connsiteX319"/>
                  <a:gd fmla="*/ 1976533 h 2472690" name="connsiteY319"/>
                  <a:gd fmla="*/ 4185571 w 4414571" name="connsiteX320"/>
                  <a:gd fmla="*/ 1972532 h 2472690" name="connsiteY320"/>
                  <a:gd fmla="*/ 4224433 w 4414571" name="connsiteX321"/>
                  <a:gd fmla="*/ 1950339 h 2472690" name="connsiteY321"/>
                  <a:gd fmla="*/ 4224623 w 4414571" name="connsiteX322"/>
                  <a:gd fmla="*/ 1950148 h 2472690" name="connsiteY322"/>
                  <a:gd fmla="*/ 4233577 w 4414571" name="connsiteX323"/>
                  <a:gd fmla="*/ 1952625 h 2472690" name="connsiteY323"/>
                  <a:gd fmla="*/ 4234434 w 4414571" name="connsiteX324"/>
                  <a:gd fmla="*/ 1956245 h 2472690" name="connsiteY324"/>
                  <a:gd fmla="*/ 4231101 w 4414571" name="connsiteX325"/>
                  <a:gd fmla="*/ 1961864 h 2472690" name="connsiteY325"/>
                  <a:gd fmla="*/ 4192048 w 4414571" name="connsiteX326"/>
                  <a:gd fmla="*/ 1984534 h 2472690" name="connsiteY326"/>
                  <a:gd fmla="*/ 4188714 w 4414571" name="connsiteX327"/>
                  <a:gd fmla="*/ 1985010 h 2472690" name="connsiteY327"/>
                  <a:gd fmla="*/ 57721 w 4414571" name="connsiteX328"/>
                  <a:gd fmla="*/ 1982057 h 2472690" name="connsiteY328"/>
                  <a:gd fmla="*/ 55245 w 4414571" name="connsiteX329"/>
                  <a:gd fmla="*/ 1981390 h 2472690" name="connsiteY329"/>
                  <a:gd fmla="*/ 51625 w 4414571" name="connsiteX330"/>
                  <a:gd fmla="*/ 1977771 h 2472690" name="connsiteY330"/>
                  <a:gd fmla="*/ 51435 w 4414571" name="connsiteX331"/>
                  <a:gd fmla="*/ 1972628 h 2472690" name="connsiteY331"/>
                  <a:gd fmla="*/ 69342 w 4414571" name="connsiteX332"/>
                  <a:gd fmla="*/ 1931289 h 2472690" name="connsiteY332"/>
                  <a:gd fmla="*/ 69342 w 4414571" name="connsiteX333"/>
                  <a:gd fmla="*/ 1931098 h 2472690" name="connsiteY333"/>
                  <a:gd fmla="*/ 78296 w 4414571" name="connsiteX334"/>
                  <a:gd fmla="*/ 1927955 h 2472690" name="connsiteY334"/>
                  <a:gd fmla="*/ 82105 w 4414571" name="connsiteX335"/>
                  <a:gd fmla="*/ 1934242 h 2472690" name="connsiteY335"/>
                  <a:gd fmla="*/ 81439 w 4414571" name="connsiteX336"/>
                  <a:gd fmla="*/ 1936718 h 2472690" name="connsiteY336"/>
                  <a:gd fmla="*/ 63913 w 4414571" name="connsiteX337"/>
                  <a:gd fmla="*/ 1977771 h 2472690" name="connsiteY337"/>
                  <a:gd fmla="*/ 57721 w 4414571" name="connsiteX338"/>
                  <a:gd fmla="*/ 1982057 h 2472690" name="connsiteY338"/>
                  <a:gd fmla="*/ 2471261 w 4414571" name="connsiteX339"/>
                  <a:gd fmla="*/ 1947767 h 2472690" name="connsiteY339"/>
                  <a:gd fmla="*/ 2465451 w 4414571" name="connsiteX340"/>
                  <a:gd fmla="*/ 1944148 h 2472690" name="connsiteY340"/>
                  <a:gd fmla="*/ 2464594 w 4414571" name="connsiteX341"/>
                  <a:gd fmla="*/ 1941005 h 2472690" name="connsiteY341"/>
                  <a:gd fmla="*/ 2468213 w 4414571" name="connsiteX342"/>
                  <a:gd fmla="*/ 1934908 h 2472690" name="connsiteY342"/>
                  <a:gd fmla="*/ 2507456 w 4414571" name="connsiteX343"/>
                  <a:gd fmla="*/ 1913382 h 2472690" name="connsiteY343"/>
                  <a:gd fmla="*/ 2516696 w 4414571" name="connsiteX344"/>
                  <a:gd fmla="*/ 1916049 h 2472690" name="connsiteY344"/>
                  <a:gd fmla="*/ 2517172 w 4414571" name="connsiteX345"/>
                  <a:gd fmla="*/ 1921192 h 2472690" name="connsiteY345"/>
                  <a:gd fmla="*/ 2514029 w 4414571" name="connsiteX346"/>
                  <a:gd fmla="*/ 1925193 h 2472690" name="connsiteY346"/>
                  <a:gd fmla="*/ 2474500 w 4414571" name="connsiteX347"/>
                  <a:gd fmla="*/ 1946720 h 2472690" name="connsiteY347"/>
                  <a:gd fmla="*/ 2471261 w 4414571" name="connsiteX348"/>
                  <a:gd fmla="*/ 1947767 h 2472690" name="connsiteY348"/>
                  <a:gd fmla="*/ 4266153 w 4414571" name="connsiteX349"/>
                  <a:gd fmla="*/ 1939004 h 2472690" name="connsiteY349"/>
                  <a:gd fmla="*/ 4260342 w 4414571" name="connsiteX350"/>
                  <a:gd fmla="*/ 1935861 h 2472690" name="connsiteY350"/>
                  <a:gd fmla="*/ 4259485 w 4414571" name="connsiteX351"/>
                  <a:gd fmla="*/ 1930908 h 2472690" name="connsiteY351"/>
                  <a:gd fmla="*/ 4262438 w 4414571" name="connsiteX352"/>
                  <a:gd fmla="*/ 1926622 h 2472690" name="connsiteY352"/>
                  <a:gd fmla="*/ 4299490 w 4414571" name="connsiteX353"/>
                  <a:gd fmla="*/ 1901666 h 2472690" name="connsiteY353"/>
                  <a:gd fmla="*/ 4308920 w 4414571" name="connsiteX354"/>
                  <a:gd fmla="*/ 1903190 h 2472690" name="connsiteY354"/>
                  <a:gd fmla="*/ 4310063 w 4414571" name="connsiteX355"/>
                  <a:gd fmla="*/ 1907000 h 2472690" name="connsiteY355"/>
                  <a:gd fmla="*/ 4307395 w 4414571" name="connsiteX356"/>
                  <a:gd fmla="*/ 1912430 h 2472690" name="connsiteY356"/>
                  <a:gd fmla="*/ 4269867 w 4414571" name="connsiteX357"/>
                  <a:gd fmla="*/ 1938052 h 2472690" name="connsiteY357"/>
                  <a:gd fmla="*/ 4266153 w 4414571" name="connsiteX358"/>
                  <a:gd fmla="*/ 1939004 h 2472690" name="connsiteY358"/>
                  <a:gd fmla="*/ 1984343 w 4414571" name="connsiteX359"/>
                  <a:gd fmla="*/ 1932432 h 2472690" name="connsiteY359"/>
                  <a:gd fmla="*/ 1977581 w 4414571" name="connsiteX360"/>
                  <a:gd fmla="*/ 1927098 h 2472690" name="connsiteY360"/>
                  <a:gd fmla="*/ 1971484 w 4414571" name="connsiteX361"/>
                  <a:gd fmla="*/ 1881568 h 2472690" name="connsiteY361"/>
                  <a:gd fmla="*/ 1971484 w 4414571" name="connsiteX362"/>
                  <a:gd fmla="*/ 1881092 h 2472690" name="connsiteY362"/>
                  <a:gd fmla="*/ 1971484 w 4414571" name="connsiteX363"/>
                  <a:gd fmla="*/ 1881092 h 2472690" name="connsiteY363"/>
                  <a:gd fmla="*/ 1977962 w 4414571" name="connsiteX364"/>
                  <a:gd fmla="*/ 1874330 h 2472690" name="connsiteY364"/>
                  <a:gd fmla="*/ 1978152 w 4414571" name="connsiteX365"/>
                  <a:gd fmla="*/ 1874330 h 2472690" name="connsiteY365"/>
                  <a:gd fmla="*/ 1984915 w 4414571" name="connsiteX366"/>
                  <a:gd fmla="*/ 1880806 h 2472690" name="connsiteY366"/>
                  <a:gd fmla="*/ 1990725 w 4414571" name="connsiteX367"/>
                  <a:gd fmla="*/ 1924145 h 2472690" name="connsiteY367"/>
                  <a:gd fmla="*/ 1989868 w 4414571" name="connsiteX368"/>
                  <a:gd fmla="*/ 1929098 h 2472690" name="connsiteY368"/>
                  <a:gd fmla="*/ 1985581 w 4414571" name="connsiteX369"/>
                  <a:gd fmla="*/ 1932241 h 2472690" name="connsiteY369"/>
                  <a:gd fmla="*/ 1984343 w 4414571" name="connsiteX370"/>
                  <a:gd fmla="*/ 1932432 h 2472690" name="connsiteY370"/>
                  <a:gd fmla="*/ 1171670 w 4414571" name="connsiteX371"/>
                  <a:gd fmla="*/ 1927289 h 2472690" name="connsiteY371"/>
                  <a:gd fmla="*/ 1167860 w 4414571" name="connsiteX372"/>
                  <a:gd fmla="*/ 1926146 h 2472690" name="connsiteY372"/>
                  <a:gd fmla="*/ 1164907 w 4414571" name="connsiteX373"/>
                  <a:gd fmla="*/ 1920526 h 2472690" name="connsiteY373"/>
                  <a:gd fmla="*/ 1166050 w 4414571" name="connsiteX374"/>
                  <a:gd fmla="*/ 1916906 h 2472690" name="connsiteY374"/>
                  <a:gd fmla="*/ 1190339 w 4414571" name="connsiteX375"/>
                  <a:gd fmla="*/ 1879187 h 2472690" name="connsiteY375"/>
                  <a:gd fmla="*/ 1199579 w 4414571" name="connsiteX376"/>
                  <a:gd fmla="*/ 1876901 h 2472690" name="connsiteY376"/>
                  <a:gd fmla="*/ 1202531 w 4414571" name="connsiteX377"/>
                  <a:gd fmla="*/ 1881188 h 2472690" name="connsiteY377"/>
                  <a:gd fmla="*/ 1201864 w 4414571" name="connsiteX378"/>
                  <a:gd fmla="*/ 1886331 h 2472690" name="connsiteY378"/>
                  <a:gd fmla="*/ 1177385 w 4414571" name="connsiteX379"/>
                  <a:gd fmla="*/ 1924050 h 2472690" name="connsiteY379"/>
                  <a:gd fmla="*/ 1171670 w 4414571" name="connsiteX380"/>
                  <a:gd fmla="*/ 1927289 h 2472690" name="connsiteY380"/>
                  <a:gd fmla="*/ 2550224 w 4414571" name="connsiteX381"/>
                  <a:gd fmla="*/ 1904905 h 2472690" name="connsiteY381"/>
                  <a:gd fmla="*/ 2544128 w 4414571" name="connsiteX382"/>
                  <a:gd fmla="*/ 1901285 h 2472690" name="connsiteY382"/>
                  <a:gd fmla="*/ 2543270 w 4414571" name="connsiteX383"/>
                  <a:gd fmla="*/ 1897951 h 2472690" name="connsiteY383"/>
                  <a:gd fmla="*/ 2546890 w 4414571" name="connsiteX384"/>
                  <a:gd fmla="*/ 1892141 h 2472690" name="connsiteY384"/>
                  <a:gd fmla="*/ 2586609 w 4414571" name="connsiteX385"/>
                  <a:gd fmla="*/ 1871091 h 2472690" name="connsiteY385"/>
                  <a:gd fmla="*/ 2595848 w 4414571" name="connsiteX386"/>
                  <a:gd fmla="*/ 1874044 h 2472690" name="connsiteY386"/>
                  <a:gd fmla="*/ 2596324 w 4414571" name="connsiteX387"/>
                  <a:gd fmla="*/ 1878997 h 2472690" name="connsiteY387"/>
                  <a:gd fmla="*/ 2592991 w 4414571" name="connsiteX388"/>
                  <a:gd fmla="*/ 1882997 h 2472690" name="connsiteY388"/>
                  <a:gd fmla="*/ 2584704 w 4414571" name="connsiteX389"/>
                  <a:gd fmla="*/ 1887474 h 2472690" name="connsiteY389"/>
                  <a:gd fmla="*/ 2553462 w 4414571" name="connsiteX390"/>
                  <a:gd fmla="*/ 1904048 h 2472690" name="connsiteY390"/>
                  <a:gd fmla="*/ 2550224 w 4414571" name="connsiteX391"/>
                  <a:gd fmla="*/ 1904905 h 2472690" name="connsiteY391"/>
                  <a:gd fmla="*/ 94774 w 4414571" name="connsiteX392"/>
                  <a:gd fmla="*/ 1900142 h 2472690" name="connsiteY392"/>
                  <a:gd fmla="*/ 91821 w 4414571" name="connsiteX393"/>
                  <a:gd fmla="*/ 1899475 h 2472690" name="connsiteY393"/>
                  <a:gd fmla="*/ 88678 w 4414571" name="connsiteX394"/>
                  <a:gd fmla="*/ 1890522 h 2472690" name="connsiteY394"/>
                  <a:gd fmla="*/ 109061 w 4414571" name="connsiteX395"/>
                  <a:gd fmla="*/ 1850326 h 2472690" name="connsiteY395"/>
                  <a:gd fmla="*/ 118300 w 4414571" name="connsiteX396"/>
                  <a:gd fmla="*/ 1847374 h 2472690" name="connsiteY396"/>
                  <a:gd fmla="*/ 121920 w 4414571" name="connsiteX397"/>
                  <a:gd fmla="*/ 1853470 h 2472690" name="connsiteY397"/>
                  <a:gd fmla="*/ 121063 w 4414571" name="connsiteX398"/>
                  <a:gd fmla="*/ 1856613 h 2472690" name="connsiteY398"/>
                  <a:gd fmla="*/ 100870 w 4414571" name="connsiteX399"/>
                  <a:gd fmla="*/ 1896332 h 2472690" name="connsiteY399"/>
                  <a:gd fmla="*/ 94774 w 4414571" name="connsiteX400"/>
                  <a:gd fmla="*/ 1900142 h 2472690" name="connsiteY400"/>
                  <a:gd fmla="*/ 4338638 w 4414571" name="connsiteX401"/>
                  <a:gd fmla="*/ 1886045 h 2472690" name="connsiteY401"/>
                  <a:gd fmla="*/ 4333685 w 4414571" name="connsiteX402"/>
                  <a:gd fmla="*/ 1883759 h 2472690" name="connsiteY402"/>
                  <a:gd fmla="*/ 4334161 w 4414571" name="connsiteX403"/>
                  <a:gd fmla="*/ 1874330 h 2472690" name="connsiteY403"/>
                  <a:gd fmla="*/ 4353878 w 4414571" name="connsiteX404"/>
                  <a:gd fmla="*/ 1854803 h 2472690" name="connsiteY404"/>
                  <a:gd fmla="*/ 4363784 w 4414571" name="connsiteX405"/>
                  <a:gd fmla="*/ 1842421 h 2472690" name="connsiteY405"/>
                  <a:gd fmla="*/ 4373214 w 4414571" name="connsiteX406"/>
                  <a:gd fmla="*/ 1841087 h 2472690" name="connsiteY406"/>
                  <a:gd fmla="*/ 4375880 w 4414571" name="connsiteX407"/>
                  <a:gd fmla="*/ 1846516 h 2472690" name="connsiteY407"/>
                  <a:gd fmla="*/ 4374547 w 4414571" name="connsiteX408"/>
                  <a:gd fmla="*/ 1850517 h 2472690" name="connsiteY408"/>
                  <a:gd fmla="*/ 4364260 w 4414571" name="connsiteX409"/>
                  <a:gd fmla="*/ 1863566 h 2472690" name="connsiteY409"/>
                  <a:gd fmla="*/ 4343114 w 4414571" name="connsiteX410"/>
                  <a:gd fmla="*/ 1884426 h 2472690" name="connsiteY410"/>
                  <a:gd fmla="*/ 4338638 w 4414571" name="connsiteX411"/>
                  <a:gd fmla="*/ 1886045 h 2472690" name="connsiteY411"/>
                  <a:gd fmla="*/ 2629472 w 4414571" name="connsiteX412"/>
                  <a:gd fmla="*/ 1862899 h 2472690" name="connsiteY412"/>
                  <a:gd fmla="*/ 2623661 w 4414571" name="connsiteX413"/>
                  <a:gd fmla="*/ 1859280 h 2472690" name="connsiteY413"/>
                  <a:gd fmla="*/ 2622804 w 4414571" name="connsiteX414"/>
                  <a:gd fmla="*/ 1856327 h 2472690" name="connsiteY414"/>
                  <a:gd fmla="*/ 2626614 w 4414571" name="connsiteX415"/>
                  <a:gd fmla="*/ 1850231 h 2472690" name="connsiteY415"/>
                  <a:gd fmla="*/ 2666524 w 4414571" name="connsiteX416"/>
                  <a:gd fmla="*/ 1829562 h 2472690" name="connsiteY416"/>
                  <a:gd fmla="*/ 2675477 w 4414571" name="connsiteX417"/>
                  <a:gd fmla="*/ 1832705 h 2472690" name="connsiteY417"/>
                  <a:gd fmla="*/ 2672524 w 4414571" name="connsiteX418"/>
                  <a:gd fmla="*/ 1841659 h 2472690" name="connsiteY418"/>
                  <a:gd fmla="*/ 2632520 w 4414571" name="connsiteX419"/>
                  <a:gd fmla="*/ 1862042 h 2472690" name="connsiteY419"/>
                  <a:gd fmla="*/ 2632329 w 4414571" name="connsiteX420"/>
                  <a:gd fmla="*/ 1862042 h 2472690" name="connsiteY420"/>
                  <a:gd fmla="*/ 2629472 w 4414571" name="connsiteX421"/>
                  <a:gd fmla="*/ 1862899 h 2472690" name="connsiteY421"/>
                  <a:gd fmla="*/ 1219486 w 4414571" name="connsiteX422"/>
                  <a:gd fmla="*/ 1851184 h 2472690" name="connsiteY422"/>
                  <a:gd fmla="*/ 1216152 w 4414571" name="connsiteX423"/>
                  <a:gd fmla="*/ 1850326 h 2472690" name="connsiteY423"/>
                  <a:gd fmla="*/ 1212818 w 4414571" name="connsiteX424"/>
                  <a:gd fmla="*/ 1844516 h 2472690" name="connsiteY424"/>
                  <a:gd fmla="*/ 1213961 w 4414571" name="connsiteX425"/>
                  <a:gd fmla="*/ 1841182 h 2472690" name="connsiteY425"/>
                  <a:gd fmla="*/ 1236821 w 4414571" name="connsiteX426"/>
                  <a:gd fmla="*/ 1802606 h 2472690" name="connsiteY426"/>
                  <a:gd fmla="*/ 1245965 w 4414571" name="connsiteX427"/>
                  <a:gd fmla="*/ 1800320 h 2472690" name="connsiteY427"/>
                  <a:gd fmla="*/ 1248251 w 4414571" name="connsiteX428"/>
                  <a:gd fmla="*/ 1809559 h 2472690" name="connsiteY428"/>
                  <a:gd fmla="*/ 1225391 w 4414571" name="connsiteX429"/>
                  <a:gd fmla="*/ 1848136 h 2472690" name="connsiteY429"/>
                  <a:gd fmla="*/ 1225201 w 4414571" name="connsiteX430"/>
                  <a:gd fmla="*/ 1848326 h 2472690" name="connsiteY430"/>
                  <a:gd fmla="*/ 1219486 w 4414571" name="connsiteX431"/>
                  <a:gd fmla="*/ 1851184 h 2472690" name="connsiteY431"/>
                  <a:gd fmla="*/ 1980819 w 4414571" name="connsiteX432"/>
                  <a:gd fmla="*/ 1843183 h 2472690" name="connsiteY432"/>
                  <a:gd fmla="*/ 1979676 w 4414571" name="connsiteX433"/>
                  <a:gd fmla="*/ 1843183 h 2472690" name="connsiteY433"/>
                  <a:gd fmla="*/ 1974056 w 4414571" name="connsiteX434"/>
                  <a:gd fmla="*/ 1835372 h 2472690" name="connsiteY434"/>
                  <a:gd fmla="*/ 1985105 w 4414571" name="connsiteX435"/>
                  <a:gd fmla="*/ 1796320 h 2472690" name="connsiteY435"/>
                  <a:gd fmla="*/ 1985296 w 4414571" name="connsiteX436"/>
                  <a:gd fmla="*/ 1795463 h 2472690" name="connsiteY436"/>
                  <a:gd fmla="*/ 1987487 w 4414571" name="connsiteX437"/>
                  <a:gd fmla="*/ 1790986 h 2472690" name="connsiteY437"/>
                  <a:gd fmla="*/ 1996249 w 4414571" name="connsiteX438"/>
                  <a:gd fmla="*/ 1787652 h 2472690" name="connsiteY438"/>
                  <a:gd fmla="*/ 2000250 w 4414571" name="connsiteX439"/>
                  <a:gd fmla="*/ 1793748 h 2472690" name="connsiteY439"/>
                  <a:gd fmla="*/ 1999583 w 4414571" name="connsiteX440"/>
                  <a:gd fmla="*/ 1796701 h 2472690" name="connsiteY440"/>
                  <a:gd fmla="*/ 1997583 w 4414571" name="connsiteX441"/>
                  <a:gd fmla="*/ 1801178 h 2472690" name="connsiteY441"/>
                  <a:gd fmla="*/ 1997107 w 4414571" name="connsiteX442"/>
                  <a:gd fmla="*/ 1801844 h 2472690" name="connsiteY442"/>
                  <a:gd fmla="*/ 1987201 w 4414571" name="connsiteX443"/>
                  <a:gd fmla="*/ 1837754 h 2472690" name="connsiteY443"/>
                  <a:gd fmla="*/ 1980819 w 4414571" name="connsiteX444"/>
                  <a:gd fmla="*/ 1843183 h 2472690" name="connsiteY444"/>
                  <a:gd fmla="*/ 2709577 w 4414571" name="connsiteX445"/>
                  <a:gd fmla="*/ 1822228 h 2472690" name="connsiteY445"/>
                  <a:gd fmla="*/ 2703481 w 4414571" name="connsiteX446"/>
                  <a:gd fmla="*/ 1818608 h 2472690" name="connsiteY446"/>
                  <a:gd fmla="*/ 2702814 w 4414571" name="connsiteX447"/>
                  <a:gd fmla="*/ 1815656 h 2472690" name="connsiteY447"/>
                  <a:gd fmla="*/ 2706624 w 4414571" name="connsiteX448"/>
                  <a:gd fmla="*/ 1809369 h 2472690" name="connsiteY448"/>
                  <a:gd fmla="*/ 2747010 w 4414571" name="connsiteX449"/>
                  <a:gd fmla="*/ 1789652 h 2472690" name="connsiteY449"/>
                  <a:gd fmla="*/ 2755964 w 4414571" name="connsiteX450"/>
                  <a:gd fmla="*/ 1792796 h 2472690" name="connsiteY450"/>
                  <a:gd fmla="*/ 2752820 w 4414571" name="connsiteX451"/>
                  <a:gd fmla="*/ 1801749 h 2472690" name="connsiteY451"/>
                  <a:gd fmla="*/ 2712434 w 4414571" name="connsiteX452"/>
                  <a:gd fmla="*/ 1821466 h 2472690" name="connsiteY452"/>
                  <a:gd fmla="*/ 2709577 w 4414571" name="connsiteX453"/>
                  <a:gd fmla="*/ 1822228 h 2472690" name="connsiteY453"/>
                  <a:gd fmla="*/ 136684 w 4414571" name="connsiteX454"/>
                  <a:gd fmla="*/ 1820704 h 2472690" name="connsiteY454"/>
                  <a:gd fmla="*/ 133350 w 4414571" name="connsiteX455"/>
                  <a:gd fmla="*/ 1819847 h 2472690" name="connsiteY455"/>
                  <a:gd fmla="*/ 130207 w 4414571" name="connsiteX456"/>
                  <a:gd fmla="*/ 1815846 h 2472690" name="connsiteY456"/>
                  <a:gd fmla="*/ 130683 w 4414571" name="connsiteX457"/>
                  <a:gd fmla="*/ 1810703 h 2472690" name="connsiteY457"/>
                  <a:gd fmla="*/ 153162 w 4414571" name="connsiteX458"/>
                  <a:gd fmla="*/ 1771840 h 2472690" name="connsiteY458"/>
                  <a:gd fmla="*/ 153162 w 4414571" name="connsiteX459"/>
                  <a:gd fmla="*/ 1771840 h 2472690" name="connsiteY459"/>
                  <a:gd fmla="*/ 162401 w 4414571" name="connsiteX460"/>
                  <a:gd fmla="*/ 1769364 h 2472690" name="connsiteY460"/>
                  <a:gd fmla="*/ 165735 w 4414571" name="connsiteX461"/>
                  <a:gd fmla="*/ 1774984 h 2472690" name="connsiteY461"/>
                  <a:gd fmla="*/ 164878 w 4414571" name="connsiteX462"/>
                  <a:gd fmla="*/ 1778603 h 2472690" name="connsiteY462"/>
                  <a:gd fmla="*/ 142684 w 4414571" name="connsiteX463"/>
                  <a:gd fmla="*/ 1817465 h 2472690" name="connsiteY463"/>
                  <a:gd fmla="*/ 136684 w 4414571" name="connsiteX464"/>
                  <a:gd fmla="*/ 1820704 h 2472690" name="connsiteY464"/>
                  <a:gd fmla="*/ 4391787 w 4414571" name="connsiteX465"/>
                  <a:gd fmla="*/ 1814608 h 2472690" name="connsiteY465"/>
                  <a:gd fmla="*/ 4389120 w 4414571" name="connsiteX466"/>
                  <a:gd fmla="*/ 1813941 h 2472690" name="connsiteY466"/>
                  <a:gd fmla="*/ 4385501 w 4414571" name="connsiteX467"/>
                  <a:gd fmla="*/ 1810131 h 2472690" name="connsiteY467"/>
                  <a:gd fmla="*/ 4385787 w 4414571" name="connsiteX468"/>
                  <a:gd fmla="*/ 1805178 h 2472690" name="connsiteY468"/>
                  <a:gd fmla="*/ 4398836 w 4414571" name="connsiteX469"/>
                  <a:gd fmla="*/ 1763839 h 2472690" name="connsiteY469"/>
                  <a:gd fmla="*/ 4406646 w 4414571" name="connsiteX470"/>
                  <a:gd fmla="*/ 1758410 h 2472690" name="connsiteY470"/>
                  <a:gd fmla="*/ 4412076 w 4414571" name="connsiteX471"/>
                  <a:gd fmla="*/ 1764887 h 2472690" name="connsiteY471"/>
                  <a:gd fmla="*/ 4412076 w 4414571" name="connsiteX472"/>
                  <a:gd fmla="*/ 1766221 h 2472690" name="connsiteY472"/>
                  <a:gd fmla="*/ 4397978 w 4414571" name="connsiteX473"/>
                  <a:gd fmla="*/ 1810417 h 2472690" name="connsiteY473"/>
                  <a:gd fmla="*/ 4391787 w 4414571" name="connsiteX474"/>
                  <a:gd fmla="*/ 1814608 h 2472690" name="connsiteY474"/>
                  <a:gd fmla="*/ 2790349 w 4414571" name="connsiteX475"/>
                  <a:gd fmla="*/ 1783175 h 2472690" name="connsiteY475"/>
                  <a:gd fmla="*/ 2784253 w 4414571" name="connsiteX476"/>
                  <a:gd fmla="*/ 1779365 h 2472690" name="connsiteY476"/>
                  <a:gd fmla="*/ 2783586 w 4414571" name="connsiteX477"/>
                  <a:gd fmla="*/ 1776413 h 2472690" name="connsiteY477"/>
                  <a:gd fmla="*/ 2787587 w 4414571" name="connsiteX478"/>
                  <a:gd fmla="*/ 1770316 h 2472690" name="connsiteY478"/>
                  <a:gd fmla="*/ 2828163 w 4414571" name="connsiteX479"/>
                  <a:gd fmla="*/ 1751457 h 2472690" name="connsiteY479"/>
                  <a:gd fmla="*/ 2837116 w 4414571" name="connsiteX480"/>
                  <a:gd fmla="*/ 1754791 h 2472690" name="connsiteY480"/>
                  <a:gd fmla="*/ 2837307 w 4414571" name="connsiteX481"/>
                  <a:gd fmla="*/ 1759934 h 2472690" name="connsiteY481"/>
                  <a:gd fmla="*/ 2833688 w 4414571" name="connsiteX482"/>
                  <a:gd fmla="*/ 1763554 h 2472690" name="connsiteY482"/>
                  <a:gd fmla="*/ 2793111 w 4414571" name="connsiteX483"/>
                  <a:gd fmla="*/ 1782413 h 2472690" name="connsiteY483"/>
                  <a:gd fmla="*/ 2792921 w 4414571" name="connsiteX484"/>
                  <a:gd fmla="*/ 1782604 h 2472690" name="connsiteY484"/>
                  <a:gd fmla="*/ 2790349 w 4414571" name="connsiteX485"/>
                  <a:gd fmla="*/ 1783175 h 2472690" name="connsiteY485"/>
                  <a:gd fmla="*/ 1264825 w 4414571" name="connsiteX486"/>
                  <a:gd fmla="*/ 1773746 h 2472690" name="connsiteY486"/>
                  <a:gd fmla="*/ 1261491 w 4414571" name="connsiteX487"/>
                  <a:gd fmla="*/ 1772888 h 2472690" name="connsiteY487"/>
                  <a:gd fmla="*/ 1258157 w 4414571" name="connsiteX488"/>
                  <a:gd fmla="*/ 1766792 h 2472690" name="connsiteY488"/>
                  <a:gd fmla="*/ 1259014 w 4414571" name="connsiteX489"/>
                  <a:gd fmla="*/ 1763839 h 2472690" name="connsiteY489"/>
                  <a:gd fmla="*/ 1259014 w 4414571" name="connsiteX490"/>
                  <a:gd fmla="*/ 1763649 h 2472690" name="connsiteY490"/>
                  <a:gd fmla="*/ 1259491 w 4414571" name="connsiteX491"/>
                  <a:gd fmla="*/ 1762982 h 2472690" name="connsiteY491"/>
                  <a:gd fmla="*/ 1280541 w 4414571" name="connsiteX492"/>
                  <a:gd fmla="*/ 1724597 h 2472690" name="connsiteY492"/>
                  <a:gd fmla="*/ 1289780 w 4414571" name="connsiteX493"/>
                  <a:gd fmla="*/ 1721930 h 2472690" name="connsiteY493"/>
                  <a:gd fmla="*/ 1292923 w 4414571" name="connsiteX494"/>
                  <a:gd fmla="*/ 1725930 h 2472690" name="connsiteY494"/>
                  <a:gd fmla="*/ 1292447 w 4414571" name="connsiteX495"/>
                  <a:gd fmla="*/ 1731073 h 2472690" name="connsiteY495"/>
                  <a:gd fmla="*/ 1270635 w 4414571" name="connsiteX496"/>
                  <a:gd fmla="*/ 1770126 h 2472690" name="connsiteY496"/>
                  <a:gd fmla="*/ 1264825 w 4414571" name="connsiteX497"/>
                  <a:gd fmla="*/ 1773746 h 2472690" name="connsiteY497"/>
                  <a:gd fmla="*/ 2013775 w 4414571" name="connsiteX498"/>
                  <a:gd fmla="*/ 1760125 h 2472690" name="connsiteY498"/>
                  <a:gd fmla="*/ 2010442 w 4414571" name="connsiteX499"/>
                  <a:gd fmla="*/ 1759267 h 2472690" name="connsiteY499"/>
                  <a:gd fmla="*/ 2007298 w 4414571" name="connsiteX500"/>
                  <a:gd fmla="*/ 1755457 h 2472690" name="connsiteY500"/>
                  <a:gd fmla="*/ 2007775 w 4414571" name="connsiteX501"/>
                  <a:gd fmla="*/ 1750314 h 2472690" name="connsiteY501"/>
                  <a:gd fmla="*/ 2029968 w 4414571" name="connsiteX502"/>
                  <a:gd fmla="*/ 1711071 h 2472690" name="connsiteY502"/>
                  <a:gd fmla="*/ 2039207 w 4414571" name="connsiteX503"/>
                  <a:gd fmla="*/ 1708595 h 2472690" name="connsiteY503"/>
                  <a:gd fmla="*/ 2042541 w 4414571" name="connsiteX504"/>
                  <a:gd fmla="*/ 1714214 h 2472690" name="connsiteY504"/>
                  <a:gd fmla="*/ 2041684 w 4414571" name="connsiteX505"/>
                  <a:gd fmla="*/ 1717834 h 2472690" name="connsiteY505"/>
                  <a:gd fmla="*/ 2019681 w 4414571" name="connsiteX506"/>
                  <a:gd fmla="*/ 1756696 h 2472690" name="connsiteY506"/>
                  <a:gd fmla="*/ 2013775 w 4414571" name="connsiteX507"/>
                  <a:gd fmla="*/ 1760125 h 2472690" name="connsiteY507"/>
                  <a:gd fmla="*/ 2872073 w 4414571" name="connsiteX508"/>
                  <a:gd fmla="*/ 1745932 h 2472690" name="connsiteY508"/>
                  <a:gd fmla="*/ 2865787 w 4414571" name="connsiteX509"/>
                  <a:gd fmla="*/ 1741932 h 2472690" name="connsiteY509"/>
                  <a:gd fmla="*/ 2865311 w 4414571" name="connsiteX510"/>
                  <a:gd fmla="*/ 1739456 h 2472690" name="connsiteY510"/>
                  <a:gd fmla="*/ 2869311 w 4414571" name="connsiteX511"/>
                  <a:gd fmla="*/ 1733169 h 2472690" name="connsiteY511"/>
                  <a:gd fmla="*/ 2910364 w 4414571" name="connsiteX512"/>
                  <a:gd fmla="*/ 1714976 h 2472690" name="connsiteY512"/>
                  <a:gd fmla="*/ 2919317 w 4414571" name="connsiteX513"/>
                  <a:gd fmla="*/ 1718596 h 2472690" name="connsiteY513"/>
                  <a:gd fmla="*/ 2919317 w 4414571" name="connsiteX514"/>
                  <a:gd fmla="*/ 1723739 h 2472690" name="connsiteY514"/>
                  <a:gd fmla="*/ 2915698 w 4414571" name="connsiteX515"/>
                  <a:gd fmla="*/ 1727549 h 2472690" name="connsiteY515"/>
                  <a:gd fmla="*/ 2874645 w 4414571" name="connsiteX516"/>
                  <a:gd fmla="*/ 1745266 h 2472690" name="connsiteY516"/>
                  <a:gd fmla="*/ 2872073 w 4414571" name="connsiteX517"/>
                  <a:gd fmla="*/ 1745932 h 2472690" name="connsiteY517"/>
                  <a:gd fmla="*/ 182309 w 4414571" name="connsiteX518"/>
                  <a:gd fmla="*/ 1743265 h 2472690" name="connsiteY518"/>
                  <a:gd fmla="*/ 178689 w 4414571" name="connsiteX519"/>
                  <a:gd fmla="*/ 1742408 h 2472690" name="connsiteY519"/>
                  <a:gd fmla="*/ 176498 w 4414571" name="connsiteX520"/>
                  <a:gd fmla="*/ 1733169 h 2472690" name="connsiteY520"/>
                  <a:gd fmla="*/ 200311 w 4414571" name="connsiteX521"/>
                  <a:gd fmla="*/ 1694974 h 2472690" name="connsiteY521"/>
                  <a:gd fmla="*/ 200501 w 4414571" name="connsiteX522"/>
                  <a:gd fmla="*/ 1694783 h 2472690" name="connsiteY522"/>
                  <a:gd fmla="*/ 209740 w 4414571" name="connsiteX523"/>
                  <a:gd fmla="*/ 1692783 h 2472690" name="connsiteY523"/>
                  <a:gd fmla="*/ 212884 w 4414571" name="connsiteX524"/>
                  <a:gd fmla="*/ 1698879 h 2472690" name="connsiteY524"/>
                  <a:gd fmla="*/ 211741 w 4414571" name="connsiteX525"/>
                  <a:gd fmla="*/ 1702213 h 2472690" name="connsiteY525"/>
                  <a:gd fmla="*/ 187928 w 4414571" name="connsiteX526"/>
                  <a:gd fmla="*/ 1740122 h 2472690" name="connsiteY526"/>
                  <a:gd fmla="*/ 182309 w 4414571" name="connsiteX527"/>
                  <a:gd fmla="*/ 1743265 h 2472690" name="connsiteY527"/>
                  <a:gd fmla="*/ 4407789 w 4414571" name="connsiteX528"/>
                  <a:gd fmla="*/ 1727359 h 2472690" name="connsiteY528"/>
                  <a:gd fmla="*/ 4401026 w 4414571" name="connsiteX529"/>
                  <a:gd fmla="*/ 1721072 h 2472690" name="connsiteY529"/>
                  <a:gd fmla="*/ 4391406 w 4414571" name="connsiteX530"/>
                  <a:gd fmla="*/ 1679543 h 2472690" name="connsiteY530"/>
                  <a:gd fmla="*/ 4390930 w 4414571" name="connsiteX531"/>
                  <a:gd fmla="*/ 1676876 h 2472690" name="connsiteY531"/>
                  <a:gd fmla="*/ 4395216 w 4414571" name="connsiteX532"/>
                  <a:gd fmla="*/ 1670780 h 2472690" name="connsiteY532"/>
                  <a:gd fmla="*/ 4403979 w 4414571" name="connsiteX533"/>
                  <a:gd fmla="*/ 1674400 h 2472690" name="connsiteY533"/>
                  <a:gd fmla="*/ 4414552 w 4414571" name="connsiteX534"/>
                  <a:gd fmla="*/ 1719929 h 2472690" name="connsiteY534"/>
                  <a:gd fmla="*/ 4408456 w 4414571" name="connsiteX535"/>
                  <a:gd fmla="*/ 1727359 h 2472690" name="connsiteY535"/>
                  <a:gd fmla="*/ 4407789 w 4414571" name="connsiteX536"/>
                  <a:gd fmla="*/ 1727359 h 2472690" name="connsiteY536"/>
                  <a:gd fmla="*/ 2954655 w 4414571" name="connsiteX537"/>
                  <a:gd fmla="*/ 1710690 h 2472690" name="connsiteY537"/>
                  <a:gd fmla="*/ 2948368 w 4414571" name="connsiteX538"/>
                  <a:gd fmla="*/ 1706404 h 2472690" name="connsiteY538"/>
                  <a:gd fmla="*/ 2947892 w 4414571" name="connsiteX539"/>
                  <a:gd fmla="*/ 1703737 h 2472690" name="connsiteY539"/>
                  <a:gd fmla="*/ 2951988 w 4414571" name="connsiteX540"/>
                  <a:gd fmla="*/ 1697641 h 2472690" name="connsiteY540"/>
                  <a:gd fmla="*/ 2993708 w 4414571" name="connsiteX541"/>
                  <a:gd fmla="*/ 1680781 h 2472690" name="connsiteY541"/>
                  <a:gd fmla="*/ 3002470 w 4414571" name="connsiteX542"/>
                  <a:gd fmla="*/ 1684591 h 2472690" name="connsiteY542"/>
                  <a:gd fmla="*/ 2998661 w 4414571" name="connsiteX543"/>
                  <a:gd fmla="*/ 1693355 h 2472690" name="connsiteY543"/>
                  <a:gd fmla="*/ 2957132 w 4414571" name="connsiteX544"/>
                  <a:gd fmla="*/ 1709928 h 2472690" name="connsiteY544"/>
                  <a:gd fmla="*/ 2954655 w 4414571" name="connsiteX545"/>
                  <a:gd fmla="*/ 1710690 h 2472690" name="connsiteY545"/>
                  <a:gd fmla="*/ 1307687 w 4414571" name="connsiteX546"/>
                  <a:gd fmla="*/ 1694974 h 2472690" name="connsiteY546"/>
                  <a:gd fmla="*/ 1304544 w 4414571" name="connsiteX547"/>
                  <a:gd fmla="*/ 1694116 h 2472690" name="connsiteY547"/>
                  <a:gd fmla="*/ 1300924 w 4414571" name="connsiteX548"/>
                  <a:gd fmla="*/ 1688306 h 2472690" name="connsiteY548"/>
                  <a:gd fmla="*/ 1301591 w 4414571" name="connsiteX549"/>
                  <a:gd fmla="*/ 1685354 h 2472690" name="connsiteY549"/>
                  <a:gd fmla="*/ 1301591 w 4414571" name="connsiteX550"/>
                  <a:gd fmla="*/ 1685163 h 2472690" name="connsiteY550"/>
                  <a:gd fmla="*/ 1302067 w 4414571" name="connsiteX551"/>
                  <a:gd fmla="*/ 1684687 h 2472690" name="connsiteY551"/>
                  <a:gd fmla="*/ 1322261 w 4414571" name="connsiteX552"/>
                  <a:gd fmla="*/ 1645444 h 2472690" name="connsiteY552"/>
                  <a:gd fmla="*/ 1331214 w 4414571" name="connsiteX553"/>
                  <a:gd fmla="*/ 1642491 h 2472690" name="connsiteY553"/>
                  <a:gd fmla="*/ 1334357 w 4414571" name="connsiteX554"/>
                  <a:gd fmla="*/ 1651445 h 2472690" name="connsiteY554"/>
                  <a:gd fmla="*/ 1313498 w 4414571" name="connsiteX555"/>
                  <a:gd fmla="*/ 1691354 h 2472690" name="connsiteY555"/>
                  <a:gd fmla="*/ 1307687 w 4414571" name="connsiteX556"/>
                  <a:gd fmla="*/ 1694974 h 2472690" name="connsiteY556"/>
                  <a:gd fmla="*/ 2059114 w 4414571" name="connsiteX557"/>
                  <a:gd fmla="*/ 1682401 h 2472690" name="connsiteY557"/>
                  <a:gd fmla="*/ 2055495 w 4414571" name="connsiteX558"/>
                  <a:gd fmla="*/ 1681543 h 2472690" name="connsiteY558"/>
                  <a:gd fmla="*/ 2053304 w 4414571" name="connsiteX559"/>
                  <a:gd fmla="*/ 1672114 h 2472690" name="connsiteY559"/>
                  <a:gd fmla="*/ 2077307 w 4414571" name="connsiteX560"/>
                  <a:gd fmla="*/ 1633918 h 2472690" name="connsiteY560"/>
                  <a:gd fmla="*/ 2077593 w 4414571" name="connsiteX561"/>
                  <a:gd fmla="*/ 1633728 h 2472690" name="connsiteY561"/>
                  <a:gd fmla="*/ 2086737 w 4414571" name="connsiteX562"/>
                  <a:gd fmla="*/ 1631918 h 2472690" name="connsiteY562"/>
                  <a:gd fmla="*/ 2089690 w 4414571" name="connsiteX563"/>
                  <a:gd fmla="*/ 1637729 h 2472690" name="connsiteY563"/>
                  <a:gd fmla="*/ 2088832 w 4414571" name="connsiteX564"/>
                  <a:gd fmla="*/ 1641062 h 2472690" name="connsiteY564"/>
                  <a:gd fmla="*/ 2088832 w 4414571" name="connsiteX565"/>
                  <a:gd fmla="*/ 1641253 h 2472690" name="connsiteY565"/>
                  <a:gd fmla="*/ 2088356 w 4414571" name="connsiteX566"/>
                  <a:gd fmla="*/ 1641729 h 2472690" name="connsiteY566"/>
                  <a:gd fmla="*/ 2064830 w 4414571" name="connsiteX567"/>
                  <a:gd fmla="*/ 1679257 h 2472690" name="connsiteY567"/>
                  <a:gd fmla="*/ 2059114 w 4414571" name="connsiteX568"/>
                  <a:gd fmla="*/ 1682401 h 2472690" name="connsiteY568"/>
                  <a:gd fmla="*/ 3038189 w 4414571" name="connsiteX569"/>
                  <a:gd fmla="*/ 1677924 h 2472690" name="connsiteY569"/>
                  <a:gd fmla="*/ 3031903 w 4414571" name="connsiteX570"/>
                  <a:gd fmla="*/ 1673447 h 2472690" name="connsiteY570"/>
                  <a:gd fmla="*/ 3031427 w 4414571" name="connsiteX571"/>
                  <a:gd fmla="*/ 1671161 h 2472690" name="connsiteY571"/>
                  <a:gd fmla="*/ 3035713 w 4414571" name="connsiteX572"/>
                  <a:gd fmla="*/ 1664684 h 2472690" name="connsiteY572"/>
                  <a:gd fmla="*/ 3077909 w 4414571" name="connsiteX573"/>
                  <a:gd fmla="*/ 1649444 h 2472690" name="connsiteY573"/>
                  <a:gd fmla="*/ 3086672 w 4414571" name="connsiteX574"/>
                  <a:gd fmla="*/ 1653445 h 2472690" name="connsiteY574"/>
                  <a:gd fmla="*/ 3086386 w 4414571" name="connsiteX575"/>
                  <a:gd fmla="*/ 1658588 h 2472690" name="connsiteY575"/>
                  <a:gd fmla="*/ 3082576 w 4414571" name="connsiteX576"/>
                  <a:gd fmla="*/ 1661922 h 2472690" name="connsiteY576"/>
                  <a:gd fmla="*/ 3040380 w 4414571" name="connsiteX577"/>
                  <a:gd fmla="*/ 1677448 h 2472690" name="connsiteY577"/>
                  <a:gd fmla="*/ 3038189 w 4414571" name="connsiteX578"/>
                  <a:gd fmla="*/ 1677924 h 2472690" name="connsiteY578"/>
                  <a:gd fmla="*/ 230505 w 4414571" name="connsiteX579"/>
                  <a:gd fmla="*/ 1667637 h 2472690" name="connsiteY579"/>
                  <a:gd fmla="*/ 226695 w 4414571" name="connsiteX580"/>
                  <a:gd fmla="*/ 1666494 h 2472690" name="connsiteY580"/>
                  <a:gd fmla="*/ 224885 w 4414571" name="connsiteX581"/>
                  <a:gd fmla="*/ 1657064 h 2472690" name="connsiteY581"/>
                  <a:gd fmla="*/ 249746 w 4414571" name="connsiteX582"/>
                  <a:gd fmla="*/ 1619822 h 2472690" name="connsiteY582"/>
                  <a:gd fmla="*/ 259175 w 4414571" name="connsiteX583"/>
                  <a:gd fmla="*/ 1618012 h 2472690" name="connsiteY583"/>
                  <a:gd fmla="*/ 262128 w 4414571" name="connsiteX584"/>
                  <a:gd fmla="*/ 1623631 h 2472690" name="connsiteY584"/>
                  <a:gd fmla="*/ 260985 w 4414571" name="connsiteX585"/>
                  <a:gd fmla="*/ 1627441 h 2472690" name="connsiteY585"/>
                  <a:gd fmla="*/ 236125 w 4414571" name="connsiteX586"/>
                  <a:gd fmla="*/ 1664494 h 2472690" name="connsiteY586"/>
                  <a:gd fmla="*/ 230505 w 4414571" name="connsiteX587"/>
                  <a:gd fmla="*/ 1667637 h 2472690" name="connsiteY587"/>
                  <a:gd fmla="*/ 3122581 w 4414571" name="connsiteX588"/>
                  <a:gd fmla="*/ 1647634 h 2472690" name="connsiteY588"/>
                  <a:gd fmla="*/ 3116294 w 4414571" name="connsiteX589"/>
                  <a:gd fmla="*/ 1643158 h 2472690" name="connsiteY589"/>
                  <a:gd fmla="*/ 3115818 w 4414571" name="connsiteX590"/>
                  <a:gd fmla="*/ 1641157 h 2472690" name="connsiteY590"/>
                  <a:gd fmla="*/ 3120295 w 4414571" name="connsiteX591"/>
                  <a:gd fmla="*/ 1634681 h 2472690" name="connsiteY591"/>
                  <a:gd fmla="*/ 3163157 w 4414571" name="connsiteX592"/>
                  <a:gd fmla="*/ 1620488 h 2472690" name="connsiteY592"/>
                  <a:gd fmla="*/ 3171444 w 4414571" name="connsiteX593"/>
                  <a:gd fmla="*/ 1624774 h 2472690" name="connsiteY593"/>
                  <a:gd fmla="*/ 3170968 w 4414571" name="connsiteX594"/>
                  <a:gd fmla="*/ 1629918 h 2472690" name="connsiteY594"/>
                  <a:gd fmla="*/ 3167158 w 4414571" name="connsiteX595"/>
                  <a:gd fmla="*/ 1633252 h 2472690" name="connsiteY595"/>
                  <a:gd fmla="*/ 3124676 w 4414571" name="connsiteX596"/>
                  <a:gd fmla="*/ 1647349 h 2472690" name="connsiteY596"/>
                  <a:gd fmla="*/ 3124486 w 4414571" name="connsiteX597"/>
                  <a:gd fmla="*/ 1647349 h 2472690" name="connsiteY597"/>
                  <a:gd fmla="*/ 3122581 w 4414571" name="connsiteX598"/>
                  <a:gd fmla="*/ 1647634 h 2472690" name="connsiteY598"/>
                  <a:gd fmla="*/ 4375213 w 4414571" name="connsiteX599"/>
                  <a:gd fmla="*/ 1644967 h 2472690" name="connsiteY599"/>
                  <a:gd fmla="*/ 4370070 w 4414571" name="connsiteX600"/>
                  <a:gd fmla="*/ 1642491 h 2472690" name="connsiteY600"/>
                  <a:gd fmla="*/ 4339114 w 4414571" name="connsiteX601"/>
                  <a:gd fmla="*/ 1612392 h 2472690" name="connsiteY601"/>
                  <a:gd fmla="*/ 4336637 w 4414571" name="connsiteX602"/>
                  <a:gd fmla="*/ 1606963 h 2472690" name="connsiteY602"/>
                  <a:gd fmla="*/ 4337780 w 4414571" name="connsiteX603"/>
                  <a:gd fmla="*/ 1602962 h 2472690" name="connsiteY603"/>
                  <a:gd fmla="*/ 4347210 w 4414571" name="connsiteX604"/>
                  <a:gd fmla="*/ 1601629 h 2472690" name="connsiteY604"/>
                  <a:gd fmla="*/ 4380643 w 4414571" name="connsiteX605"/>
                  <a:gd fmla="*/ 1633918 h 2472690" name="connsiteY605"/>
                  <a:gd fmla="*/ 4381976 w 4414571" name="connsiteX606"/>
                  <a:gd fmla="*/ 1638872 h 2472690" name="connsiteY606"/>
                  <a:gd fmla="*/ 4379500 w 4414571" name="connsiteX607"/>
                  <a:gd fmla="*/ 1643348 h 2472690" name="connsiteY607"/>
                  <a:gd fmla="*/ 4375213 w 4414571" name="connsiteX608"/>
                  <a:gd fmla="*/ 1644967 h 2472690" name="connsiteY608"/>
                  <a:gd fmla="*/ 3207829 w 4414571" name="connsiteX609"/>
                  <a:gd fmla="*/ 1620012 h 2472690" name="connsiteY609"/>
                  <a:gd fmla="*/ 3201543 w 4414571" name="connsiteX610"/>
                  <a:gd fmla="*/ 1615345 h 2472690" name="connsiteY610"/>
                  <a:gd fmla="*/ 3201067 w 4414571" name="connsiteX611"/>
                  <a:gd fmla="*/ 1613345 h 2472690" name="connsiteY611"/>
                  <a:gd fmla="*/ 3205734 w 4414571" name="connsiteX612"/>
                  <a:gd fmla="*/ 1607058 h 2472690" name="connsiteY612"/>
                  <a:gd fmla="*/ 3205925 w 4414571" name="connsiteX613"/>
                  <a:gd fmla="*/ 1607058 h 2472690" name="connsiteY613"/>
                  <a:gd fmla="*/ 3206401 w 4414571" name="connsiteX614"/>
                  <a:gd fmla="*/ 1606867 h 2472690" name="connsiteY614"/>
                  <a:gd fmla="*/ 3249073 w 4414571" name="connsiteX615"/>
                  <a:gd fmla="*/ 1594295 h 2472690" name="connsiteY615"/>
                  <a:gd fmla="*/ 3257359 w 4414571" name="connsiteX616"/>
                  <a:gd fmla="*/ 1598771 h 2472690" name="connsiteY616"/>
                  <a:gd fmla="*/ 3252692 w 4414571" name="connsiteX617"/>
                  <a:gd fmla="*/ 1607058 h 2472690" name="connsiteY617"/>
                  <a:gd fmla="*/ 3209830 w 4414571" name="connsiteX618"/>
                  <a:gd fmla="*/ 1619822 h 2472690" name="connsiteY618"/>
                  <a:gd fmla="*/ 3209639 w 4414571" name="connsiteX619"/>
                  <a:gd fmla="*/ 1619822 h 2472690" name="connsiteY619"/>
                  <a:gd fmla="*/ 3207829 w 4414571" name="connsiteX620"/>
                  <a:gd fmla="*/ 1620012 h 2472690" name="connsiteY620"/>
                  <a:gd fmla="*/ 1348549 w 4414571" name="connsiteX621"/>
                  <a:gd fmla="*/ 1614868 h 2472690" name="connsiteY621"/>
                  <a:gd fmla="*/ 1345406 w 4414571" name="connsiteX622"/>
                  <a:gd fmla="*/ 1614202 h 2472690" name="connsiteY622"/>
                  <a:gd fmla="*/ 1341787 w 4414571" name="connsiteX623"/>
                  <a:gd fmla="*/ 1608106 h 2472690" name="connsiteY623"/>
                  <a:gd fmla="*/ 1342454 w 4414571" name="connsiteX624"/>
                  <a:gd fmla="*/ 1605153 h 2472690" name="connsiteY624"/>
                  <a:gd fmla="*/ 1361980 w 4414571" name="connsiteX625"/>
                  <a:gd fmla="*/ 1564767 h 2472690" name="connsiteY625"/>
                  <a:gd fmla="*/ 1370933 w 4414571" name="connsiteX626"/>
                  <a:gd fmla="*/ 1561624 h 2472690" name="connsiteY626"/>
                  <a:gd fmla="*/ 1374077 w 4414571" name="connsiteX627"/>
                  <a:gd fmla="*/ 1570577 h 2472690" name="connsiteY627"/>
                  <a:gd fmla="*/ 1354360 w 4414571" name="connsiteX628"/>
                  <a:gd fmla="*/ 1610963 h 2472690" name="connsiteY628"/>
                  <a:gd fmla="*/ 1348549 w 4414571" name="connsiteX629"/>
                  <a:gd fmla="*/ 1614868 h 2472690" name="connsiteY629"/>
                  <a:gd fmla="*/ 2107406 w 4414571" name="connsiteX630"/>
                  <a:gd fmla="*/ 1606582 h 2472690" name="connsiteY630"/>
                  <a:gd fmla="*/ 2103596 w 4414571" name="connsiteX631"/>
                  <a:gd fmla="*/ 1605439 h 2472690" name="connsiteY631"/>
                  <a:gd fmla="*/ 2101787 w 4414571" name="connsiteX632"/>
                  <a:gd fmla="*/ 1596199 h 2472690" name="connsiteY632"/>
                  <a:gd fmla="*/ 2126456 w 4414571" name="connsiteX633"/>
                  <a:gd fmla="*/ 1558481 h 2472690" name="connsiteY633"/>
                  <a:gd fmla="*/ 2135696 w 4414571" name="connsiteX634"/>
                  <a:gd fmla="*/ 1556671 h 2472690" name="connsiteY634"/>
                  <a:gd fmla="*/ 2138839 w 4414571" name="connsiteX635"/>
                  <a:gd fmla="*/ 1562100 h 2472690" name="connsiteY635"/>
                  <a:gd fmla="*/ 2137696 w 4414571" name="connsiteX636"/>
                  <a:gd fmla="*/ 1565910 h 2472690" name="connsiteY636"/>
                  <a:gd fmla="*/ 2113026 w 4414571" name="connsiteX637"/>
                  <a:gd fmla="*/ 1603439 h 2472690" name="connsiteY637"/>
                  <a:gd fmla="*/ 2107406 w 4414571" name="connsiteX638"/>
                  <a:gd fmla="*/ 1606582 h 2472690" name="connsiteY638"/>
                  <a:gd fmla="*/ 3294316 w 4414571" name="connsiteX639"/>
                  <a:gd fmla="*/ 1595342 h 2472690" name="connsiteY639"/>
                  <a:gd fmla="*/ 3287554 w 4414571" name="connsiteX640"/>
                  <a:gd fmla="*/ 1590389 h 2472690" name="connsiteY640"/>
                  <a:gd fmla="*/ 3287554 w 4414571" name="connsiteX641"/>
                  <a:gd fmla="*/ 1588580 h 2472690" name="connsiteY641"/>
                  <a:gd fmla="*/ 3292507 w 4414571" name="connsiteX642"/>
                  <a:gd fmla="*/ 1582103 h 2472690" name="connsiteY642"/>
                  <a:gd fmla="*/ 3336036 w 4414571" name="connsiteX643"/>
                  <a:gd fmla="*/ 1570673 h 2472690" name="connsiteY643"/>
                  <a:gd fmla="*/ 3344132 w 4414571" name="connsiteX644"/>
                  <a:gd fmla="*/ 1575625 h 2472690" name="connsiteY644"/>
                  <a:gd fmla="*/ 3343466 w 4414571" name="connsiteX645"/>
                  <a:gd fmla="*/ 1580579 h 2472690" name="connsiteY645"/>
                  <a:gd fmla="*/ 3339179 w 4414571" name="connsiteX646"/>
                  <a:gd fmla="*/ 1583722 h 2472690" name="connsiteY646"/>
                  <a:gd fmla="*/ 3295841 w 4414571" name="connsiteX647"/>
                  <a:gd fmla="*/ 1595152 h 2472690" name="connsiteY647"/>
                  <a:gd fmla="*/ 3294316 w 4414571" name="connsiteX648"/>
                  <a:gd fmla="*/ 1595342 h 2472690" name="connsiteY648"/>
                  <a:gd fmla="*/ 281083 w 4414571" name="connsiteX649"/>
                  <a:gd fmla="*/ 1593342 h 2472690" name="connsiteY649"/>
                  <a:gd fmla="*/ 277273 w 4414571" name="connsiteX650"/>
                  <a:gd fmla="*/ 1592199 h 2472690" name="connsiteY650"/>
                  <a:gd fmla="*/ 274320 w 4414571" name="connsiteX651"/>
                  <a:gd fmla="*/ 1587722 h 2472690" name="connsiteY651"/>
                  <a:gd fmla="*/ 275463 w 4414571" name="connsiteX652"/>
                  <a:gd fmla="*/ 1582769 h 2472690" name="connsiteY652"/>
                  <a:gd fmla="*/ 301466 w 4414571" name="connsiteX653"/>
                  <a:gd fmla="*/ 1546003 h 2472690" name="connsiteY653"/>
                  <a:gd fmla="*/ 310896 w 4414571" name="connsiteX654"/>
                  <a:gd fmla="*/ 1544479 h 2472690" name="connsiteY654"/>
                  <a:gd fmla="*/ 313563 w 4414571" name="connsiteX655"/>
                  <a:gd fmla="*/ 1549813 h 2472690" name="connsiteY655"/>
                  <a:gd fmla="*/ 312420 w 4414571" name="connsiteX656"/>
                  <a:gd fmla="*/ 1553813 h 2472690" name="connsiteY656"/>
                  <a:gd fmla="*/ 286417 w 4414571" name="connsiteX657"/>
                  <a:gd fmla="*/ 1590389 h 2472690" name="connsiteY657"/>
                  <a:gd fmla="*/ 281083 w 4414571" name="connsiteX658"/>
                  <a:gd fmla="*/ 1593342 h 2472690" name="connsiteY658"/>
                  <a:gd fmla="*/ 4305396 w 4414571" name="connsiteX659"/>
                  <a:gd fmla="*/ 1589723 h 2472690" name="connsiteY659"/>
                  <a:gd fmla="*/ 4302061 w 4414571" name="connsiteX660"/>
                  <a:gd fmla="*/ 1588865 h 2472690" name="connsiteY660"/>
                  <a:gd fmla="*/ 4262533 w 4414571" name="connsiteX661"/>
                  <a:gd fmla="*/ 1568482 h 2472690" name="connsiteY661"/>
                  <a:gd fmla="*/ 4258723 w 4414571" name="connsiteX662"/>
                  <a:gd fmla="*/ 1562386 h 2472690" name="connsiteY662"/>
                  <a:gd fmla="*/ 4259390 w 4414571" name="connsiteX663"/>
                  <a:gd fmla="*/ 1559433 h 2472690" name="connsiteY663"/>
                  <a:gd fmla="*/ 4268343 w 4414571" name="connsiteX664"/>
                  <a:gd fmla="*/ 1556290 h 2472690" name="connsiteY664"/>
                  <a:gd fmla="*/ 4308538 w 4414571" name="connsiteX665"/>
                  <a:gd fmla="*/ 1577149 h 2472690" name="connsiteY665"/>
                  <a:gd fmla="*/ 4311206 w 4414571" name="connsiteX666"/>
                  <a:gd fmla="*/ 1586389 h 2472690" name="connsiteY666"/>
                  <a:gd fmla="*/ 4305396 w 4414571" name="connsiteX667"/>
                  <a:gd fmla="*/ 1589723 h 2472690" name="connsiteY667"/>
                  <a:gd fmla="*/ 3381089 w 4414571" name="connsiteX668"/>
                  <a:gd fmla="*/ 1573339 h 2472690" name="connsiteY668"/>
                  <a:gd fmla="*/ 3374612 w 4414571" name="connsiteX669"/>
                  <a:gd fmla="*/ 1567910 h 2472690" name="connsiteY669"/>
                  <a:gd fmla="*/ 3374327 w 4414571" name="connsiteX670"/>
                  <a:gd fmla="*/ 1566386 h 2472690" name="connsiteY670"/>
                  <a:gd fmla="*/ 3379470 w 4414571" name="connsiteX671"/>
                  <a:gd fmla="*/ 1559909 h 2472690" name="connsiteY671"/>
                  <a:gd fmla="*/ 3423475 w 4414571" name="connsiteX672"/>
                  <a:gd fmla="*/ 1550003 h 2472690" name="connsiteY672"/>
                  <a:gd fmla="*/ 3431572 w 4414571" name="connsiteX673"/>
                  <a:gd fmla="*/ 1555147 h 2472690" name="connsiteY673"/>
                  <a:gd fmla="*/ 3430715 w 4414571" name="connsiteX674"/>
                  <a:gd fmla="*/ 1560290 h 2472690" name="connsiteY674"/>
                  <a:gd fmla="*/ 3426428 w 4414571" name="connsiteX675"/>
                  <a:gd fmla="*/ 1563243 h 2472690" name="connsiteY675"/>
                  <a:gd fmla="*/ 3382613 w 4414571" name="connsiteX676"/>
                  <a:gd fmla="*/ 1573149 h 2472690" name="connsiteY676"/>
                  <a:gd fmla="*/ 3381089 w 4414571" name="connsiteX677"/>
                  <a:gd fmla="*/ 1573339 h 2472690" name="connsiteY677"/>
                  <a:gd fmla="*/ 3468910 w 4414571" name="connsiteX678"/>
                  <a:gd fmla="*/ 1554099 h 2472690" name="connsiteY678"/>
                  <a:gd fmla="*/ 3462433 w 4414571" name="connsiteX679"/>
                  <a:gd fmla="*/ 1548765 h 2472690" name="connsiteY679"/>
                  <a:gd fmla="*/ 3462242 w 4414571" name="connsiteX680"/>
                  <a:gd fmla="*/ 1547431 h 2472690" name="connsiteY680"/>
                  <a:gd fmla="*/ 3467672 w 4414571" name="connsiteX681"/>
                  <a:gd fmla="*/ 1540955 h 2472690" name="connsiteY681"/>
                  <a:gd fmla="*/ 3511868 w 4414571" name="connsiteX682"/>
                  <a:gd fmla="*/ 1532382 h 2472690" name="connsiteY682"/>
                  <a:gd fmla="*/ 3519773 w 4414571" name="connsiteX683"/>
                  <a:gd fmla="*/ 1538002 h 2472690" name="connsiteY683"/>
                  <a:gd fmla="*/ 3518916 w 4414571" name="connsiteX684"/>
                  <a:gd fmla="*/ 1542955 h 2472690" name="connsiteY684"/>
                  <a:gd fmla="*/ 3514439 w 4414571" name="connsiteX685"/>
                  <a:gd fmla="*/ 1545907 h 2472690" name="connsiteY685"/>
                  <a:gd fmla="*/ 3470434 w 4414571" name="connsiteX686"/>
                  <a:gd fmla="*/ 1554194 h 2472690" name="connsiteY686"/>
                  <a:gd fmla="*/ 3470244 w 4414571" name="connsiteX687"/>
                  <a:gd fmla="*/ 1554194 h 2472690" name="connsiteY687"/>
                  <a:gd fmla="*/ 3468910 w 4414571" name="connsiteX688"/>
                  <a:gd fmla="*/ 1554099 h 2472690" name="connsiteY688"/>
                  <a:gd fmla="*/ 4224433 w 4414571" name="connsiteX689"/>
                  <a:gd fmla="*/ 1550670 h 2472690" name="connsiteY689"/>
                  <a:gd fmla="*/ 4221956 w 4414571" name="connsiteX690"/>
                  <a:gd fmla="*/ 1550194 h 2472690" name="connsiteY690"/>
                  <a:gd fmla="*/ 4213003 w 4414571" name="connsiteX691"/>
                  <a:gd fmla="*/ 1546574 h 2472690" name="connsiteY691"/>
                  <a:gd fmla="*/ 4211193 w 4414571" name="connsiteX692"/>
                  <a:gd fmla="*/ 1545717 h 2472690" name="connsiteY692"/>
                  <a:gd fmla="*/ 4180428 w 4414571" name="connsiteX693"/>
                  <a:gd fmla="*/ 1534954 h 2472690" name="connsiteY693"/>
                  <a:gd fmla="*/ 4180428 w 4414571" name="connsiteX694"/>
                  <a:gd fmla="*/ 1534954 h 2472690" name="connsiteY694"/>
                  <a:gd fmla="*/ 4175760 w 4414571" name="connsiteX695"/>
                  <a:gd fmla="*/ 1528477 h 2472690" name="connsiteY695"/>
                  <a:gd fmla="*/ 4175950 w 4414571" name="connsiteX696"/>
                  <a:gd fmla="*/ 1526667 h 2472690" name="connsiteY696"/>
                  <a:gd fmla="*/ 4184237 w 4414571" name="connsiteX697"/>
                  <a:gd fmla="*/ 1522000 h 2472690" name="connsiteY697"/>
                  <a:gd fmla="*/ 4184428 w 4414571" name="connsiteX698"/>
                  <a:gd fmla="*/ 1522000 h 2472690" name="connsiteY698"/>
                  <a:gd fmla="*/ 4184713 w 4414571" name="connsiteX699"/>
                  <a:gd fmla="*/ 1522190 h 2472690" name="connsiteY699"/>
                  <a:gd fmla="*/ 4216336 w 4414571" name="connsiteX700"/>
                  <a:gd fmla="*/ 1533430 h 2472690" name="connsiteY700"/>
                  <a:gd fmla="*/ 4218337 w 4414571" name="connsiteX701"/>
                  <a:gd fmla="*/ 1534097 h 2472690" name="connsiteY701"/>
                  <a:gd fmla="*/ 4227100 w 4414571" name="connsiteX702"/>
                  <a:gd fmla="*/ 1537906 h 2472690" name="connsiteY702"/>
                  <a:gd fmla="*/ 4230719 w 4414571" name="connsiteX703"/>
                  <a:gd fmla="*/ 1541526 h 2472690" name="connsiteY703"/>
                  <a:gd fmla="*/ 4230719 w 4414571" name="connsiteX704"/>
                  <a:gd fmla="*/ 1546670 h 2472690" name="connsiteY704"/>
                  <a:gd fmla="*/ 4224433 w 4414571" name="connsiteX705"/>
                  <a:gd fmla="*/ 1550670 h 2472690" name="connsiteY705"/>
                  <a:gd fmla="*/ 3557302 w 4414571" name="connsiteX706"/>
                  <a:gd fmla="*/ 1538097 h 2472690" name="connsiteY706"/>
                  <a:gd fmla="*/ 3550539 w 4414571" name="connsiteX707"/>
                  <a:gd fmla="*/ 1532477 h 2472690" name="connsiteY707"/>
                  <a:gd fmla="*/ 3550539 w 4414571" name="connsiteX708"/>
                  <a:gd fmla="*/ 1531334 h 2472690" name="connsiteY708"/>
                  <a:gd fmla="*/ 3556159 w 4414571" name="connsiteX709"/>
                  <a:gd fmla="*/ 1524572 h 2472690" name="connsiteY709"/>
                  <a:gd fmla="*/ 3600545 w 4414571" name="connsiteX710"/>
                  <a:gd fmla="*/ 1517809 h 2472690" name="connsiteY710"/>
                  <a:gd fmla="*/ 3608165 w 4414571" name="connsiteX711"/>
                  <a:gd fmla="*/ 1523619 h 2472690" name="connsiteY711"/>
                  <a:gd fmla="*/ 3607022 w 4414571" name="connsiteX712"/>
                  <a:gd fmla="*/ 1528572 h 2472690" name="connsiteY712"/>
                  <a:gd fmla="*/ 3602545 w 4414571" name="connsiteX713"/>
                  <a:gd fmla="*/ 1531048 h 2472690" name="connsiteY713"/>
                  <a:gd fmla="*/ 3558350 w 4414571" name="connsiteX714"/>
                  <a:gd fmla="*/ 1538002 h 2472690" name="connsiteY714"/>
                  <a:gd fmla="*/ 3557302 w 4414571" name="connsiteX715"/>
                  <a:gd fmla="*/ 1538097 h 2472690" name="connsiteY715"/>
                  <a:gd fmla="*/ 1387126 w 4414571" name="connsiteX716"/>
                  <a:gd fmla="*/ 1533811 h 2472690" name="connsiteY716"/>
                  <a:gd fmla="*/ 1384459 w 4414571" name="connsiteX717"/>
                  <a:gd fmla="*/ 1533144 h 2472690" name="connsiteY717"/>
                  <a:gd fmla="*/ 1380649 w 4414571" name="connsiteX718"/>
                  <a:gd fmla="*/ 1527048 h 2472690" name="connsiteY718"/>
                  <a:gd fmla="*/ 1381125 w 4414571" name="connsiteX719"/>
                  <a:gd fmla="*/ 1524381 h 2472690" name="connsiteY719"/>
                  <a:gd fmla="*/ 1381125 w 4414571" name="connsiteX720"/>
                  <a:gd fmla="*/ 1524190 h 2472690" name="connsiteY720"/>
                  <a:gd fmla="*/ 1381601 w 4414571" name="connsiteX721"/>
                  <a:gd fmla="*/ 1523524 h 2472690" name="connsiteY721"/>
                  <a:gd fmla="*/ 1399794 w 4414571" name="connsiteX722"/>
                  <a:gd fmla="*/ 1483328 h 2472690" name="connsiteY722"/>
                  <a:gd fmla="*/ 1408748 w 4414571" name="connsiteX723"/>
                  <a:gd fmla="*/ 1479995 h 2472690" name="connsiteY723"/>
                  <a:gd fmla="*/ 1412367 w 4414571" name="connsiteX724"/>
                  <a:gd fmla="*/ 1483805 h 2472690" name="connsiteY724"/>
                  <a:gd fmla="*/ 1412177 w 4414571" name="connsiteX725"/>
                  <a:gd fmla="*/ 1488948 h 2472690" name="connsiteY725"/>
                  <a:gd fmla="*/ 1393507 w 4414571" name="connsiteX726"/>
                  <a:gd fmla="*/ 1529810 h 2472690" name="connsiteY726"/>
                  <a:gd fmla="*/ 1393317 w 4414571" name="connsiteX727"/>
                  <a:gd fmla="*/ 1530001 h 2472690" name="connsiteY727"/>
                  <a:gd fmla="*/ 1387126 w 4414571" name="connsiteX728"/>
                  <a:gd fmla="*/ 1533811 h 2472690" name="connsiteY728"/>
                  <a:gd fmla="*/ 2156746 w 4414571" name="connsiteX729"/>
                  <a:gd fmla="*/ 1531430 h 2472690" name="connsiteY729"/>
                  <a:gd fmla="*/ 2152936 w 4414571" name="connsiteX730"/>
                  <a:gd fmla="*/ 1530287 h 2472690" name="connsiteY730"/>
                  <a:gd fmla="*/ 2150269 w 4414571" name="connsiteX731"/>
                  <a:gd fmla="*/ 1526000 h 2472690" name="connsiteY731"/>
                  <a:gd fmla="*/ 2151126 w 4414571" name="connsiteX732"/>
                  <a:gd fmla="*/ 1521047 h 2472690" name="connsiteY732"/>
                  <a:gd fmla="*/ 2176082 w 4414571" name="connsiteX733"/>
                  <a:gd fmla="*/ 1483805 h 2472690" name="connsiteY733"/>
                  <a:gd fmla="*/ 2176082 w 4414571" name="connsiteX734"/>
                  <a:gd fmla="*/ 1483614 h 2472690" name="connsiteY734"/>
                  <a:gd fmla="*/ 2185511 w 4414571" name="connsiteX735"/>
                  <a:gd fmla="*/ 1481804 h 2472690" name="connsiteY735"/>
                  <a:gd fmla="*/ 2188464 w 4414571" name="connsiteX736"/>
                  <a:gd fmla="*/ 1487424 h 2472690" name="connsiteY736"/>
                  <a:gd fmla="*/ 2187321 w 4414571" name="connsiteX737"/>
                  <a:gd fmla="*/ 1491234 h 2472690" name="connsiteY737"/>
                  <a:gd fmla="*/ 2173605 w 4414571" name="connsiteX738"/>
                  <a:gd fmla="*/ 1511617 h 2472690" name="connsiteY738"/>
                  <a:gd fmla="*/ 2162366 w 4414571" name="connsiteX739"/>
                  <a:gd fmla="*/ 1528477 h 2472690" name="connsiteY739"/>
                  <a:gd fmla="*/ 2156746 w 4414571" name="connsiteX740"/>
                  <a:gd fmla="*/ 1531430 h 2472690" name="connsiteY740"/>
                  <a:gd fmla="*/ 3646170 w 4414571" name="connsiteX741"/>
                  <a:gd fmla="*/ 1525333 h 2472690" name="connsiteY741"/>
                  <a:gd fmla="*/ 3639407 w 4414571" name="connsiteX742"/>
                  <a:gd fmla="*/ 1519523 h 2472690" name="connsiteY742"/>
                  <a:gd fmla="*/ 3639407 w 4414571" name="connsiteX743"/>
                  <a:gd fmla="*/ 1518856 h 2472690" name="connsiteY743"/>
                  <a:gd fmla="*/ 3645218 w 4414571" name="connsiteX744"/>
                  <a:gd fmla="*/ 1511903 h 2472690" name="connsiteY744"/>
                  <a:gd fmla="*/ 3689890 w 4414571" name="connsiteX745"/>
                  <a:gd fmla="*/ 1506950 h 2472690" name="connsiteY745"/>
                  <a:gd fmla="*/ 3697319 w 4414571" name="connsiteX746"/>
                  <a:gd fmla="*/ 1512760 h 2472690" name="connsiteY746"/>
                  <a:gd fmla="*/ 3691509 w 4414571" name="connsiteX747"/>
                  <a:gd fmla="*/ 1520190 h 2472690" name="connsiteY747"/>
                  <a:gd fmla="*/ 3647123 w 4414571" name="connsiteX748"/>
                  <a:gd fmla="*/ 1525333 h 2472690" name="connsiteY748"/>
                  <a:gd fmla="*/ 3646170 w 4414571" name="connsiteX749"/>
                  <a:gd fmla="*/ 1525333 h 2472690" name="connsiteY749"/>
                  <a:gd fmla="*/ 4138613 w 4414571" name="connsiteX750"/>
                  <a:gd fmla="*/ 1525333 h 2472690" name="connsiteY750"/>
                  <a:gd fmla="*/ 4137755 w 4414571" name="connsiteX751"/>
                  <a:gd fmla="*/ 1525143 h 2472690" name="connsiteY751"/>
                  <a:gd fmla="*/ 4132993 w 4414571" name="connsiteX752"/>
                  <a:gd fmla="*/ 1524476 h 2472690" name="connsiteY752"/>
                  <a:gd fmla="*/ 4093274 w 4414571" name="connsiteX753"/>
                  <a:gd fmla="*/ 1519523 h 2472690" name="connsiteY753"/>
                  <a:gd fmla="*/ 4087463 w 4414571" name="connsiteX754"/>
                  <a:gd fmla="*/ 1512760 h 2472690" name="connsiteY754"/>
                  <a:gd fmla="*/ 4087463 w 4414571" name="connsiteX755"/>
                  <a:gd fmla="*/ 1512094 h 2472690" name="connsiteY755"/>
                  <a:gd fmla="*/ 4094893 w 4414571" name="connsiteX756"/>
                  <a:gd fmla="*/ 1506283 h 2472690" name="connsiteY756"/>
                  <a:gd fmla="*/ 4134802 w 4414571" name="connsiteX757"/>
                  <a:gd fmla="*/ 1511237 h 2472690" name="connsiteY757"/>
                  <a:gd fmla="*/ 4137470 w 4414571" name="connsiteX758"/>
                  <a:gd fmla="*/ 1511427 h 2472690" name="connsiteY758"/>
                  <a:gd fmla="*/ 4139756 w 4414571" name="connsiteX759"/>
                  <a:gd fmla="*/ 1511903 h 2472690" name="connsiteY759"/>
                  <a:gd fmla="*/ 4145376 w 4414571" name="connsiteX760"/>
                  <a:gd fmla="*/ 1519523 h 2472690" name="connsiteY760"/>
                  <a:gd fmla="*/ 4138613 w 4414571" name="connsiteX761"/>
                  <a:gd fmla="*/ 1525333 h 2472690" name="connsiteY761"/>
                  <a:gd fmla="*/ 333375 w 4414571" name="connsiteX762"/>
                  <a:gd fmla="*/ 1520190 h 2472690" name="connsiteY762"/>
                  <a:gd fmla="*/ 329279 w 4414571" name="connsiteX763"/>
                  <a:gd fmla="*/ 1519047 h 2472690" name="connsiteY763"/>
                  <a:gd fmla="*/ 326612 w 4414571" name="connsiteX764"/>
                  <a:gd fmla="*/ 1514570 h 2472690" name="connsiteY764"/>
                  <a:gd fmla="*/ 327946 w 4414571" name="connsiteX765"/>
                  <a:gd fmla="*/ 1509617 h 2472690" name="connsiteY765"/>
                  <a:gd fmla="*/ 354616 w 4414571" name="connsiteX766"/>
                  <a:gd fmla="*/ 1473517 h 2472690" name="connsiteY766"/>
                  <a:gd fmla="*/ 364046 w 4414571" name="connsiteX767"/>
                  <a:gd fmla="*/ 1471993 h 2472690" name="connsiteY767"/>
                  <a:gd fmla="*/ 366713 w 4414571" name="connsiteX768"/>
                  <a:gd fmla="*/ 1477328 h 2472690" name="connsiteY768"/>
                  <a:gd fmla="*/ 365379 w 4414571" name="connsiteX769"/>
                  <a:gd fmla="*/ 1481328 h 2472690" name="connsiteY769"/>
                  <a:gd fmla="*/ 338614 w 4414571" name="connsiteX770"/>
                  <a:gd fmla="*/ 1517428 h 2472690" name="connsiteY770"/>
                  <a:gd fmla="*/ 333375 w 4414571" name="connsiteX771"/>
                  <a:gd fmla="*/ 1520190 h 2472690" name="connsiteY771"/>
                  <a:gd fmla="*/ 3735515 w 4414571" name="connsiteX772"/>
                  <a:gd fmla="*/ 1516094 h 2472690" name="connsiteY772"/>
                  <a:gd fmla="*/ 3728752 w 4414571" name="connsiteX773"/>
                  <a:gd fmla="*/ 1509998 h 2472690" name="connsiteY773"/>
                  <a:gd fmla="*/ 3728752 w 4414571" name="connsiteX774"/>
                  <a:gd fmla="*/ 1509331 h 2472690" name="connsiteY774"/>
                  <a:gd fmla="*/ 3735038 w 4414571" name="connsiteX775"/>
                  <a:gd fmla="*/ 1502569 h 2472690" name="connsiteY775"/>
                  <a:gd fmla="*/ 3779901 w 4414571" name="connsiteX776"/>
                  <a:gd fmla="*/ 1499425 h 2472690" name="connsiteY776"/>
                  <a:gd fmla="*/ 3786854 w 4414571" name="connsiteX777"/>
                  <a:gd fmla="*/ 1505712 h 2472690" name="connsiteY777"/>
                  <a:gd fmla="*/ 3785330 w 4414571" name="connsiteX778"/>
                  <a:gd fmla="*/ 1510665 h 2472690" name="connsiteY778"/>
                  <a:gd fmla="*/ 3780663 w 4414571" name="connsiteX779"/>
                  <a:gd fmla="*/ 1512856 h 2472690" name="connsiteY779"/>
                  <a:gd fmla="*/ 3735991 w 4414571" name="connsiteX780"/>
                  <a:gd fmla="*/ 1515999 h 2472690" name="connsiteY780"/>
                  <a:gd fmla="*/ 3735515 w 4414571" name="connsiteX781"/>
                  <a:gd fmla="*/ 1516094 h 2472690" name="connsiteY781"/>
                  <a:gd fmla="*/ 4049554 w 4414571" name="connsiteX782"/>
                  <a:gd fmla="*/ 1515237 h 2472690" name="connsiteY782"/>
                  <a:gd fmla="*/ 4048887 w 4414571" name="connsiteX783"/>
                  <a:gd fmla="*/ 1515237 h 2472690" name="connsiteY783"/>
                  <a:gd fmla="*/ 4004500 w 4414571" name="connsiteX784"/>
                  <a:gd fmla="*/ 1512094 h 2472690" name="connsiteY784"/>
                  <a:gd fmla="*/ 3998024 w 4414571" name="connsiteX785"/>
                  <a:gd fmla="*/ 1505140 h 2472690" name="connsiteY785"/>
                  <a:gd fmla="*/ 3998024 w 4414571" name="connsiteX786"/>
                  <a:gd fmla="*/ 1504950 h 2472690" name="connsiteY786"/>
                  <a:gd fmla="*/ 4005167 w 4414571" name="connsiteX787"/>
                  <a:gd fmla="*/ 1498664 h 2472690" name="connsiteY787"/>
                  <a:gd fmla="*/ 4050030 w 4414571" name="connsiteX788"/>
                  <a:gd fmla="*/ 1501807 h 2472690" name="connsiteY788"/>
                  <a:gd fmla="*/ 4054697 w 4414571" name="connsiteX789"/>
                  <a:gd fmla="*/ 1504093 h 2472690" name="connsiteY789"/>
                  <a:gd fmla="*/ 4056221 w 4414571" name="connsiteX790"/>
                  <a:gd fmla="*/ 1509046 h 2472690" name="connsiteY790"/>
                  <a:gd fmla="*/ 4049554 w 4414571" name="connsiteX791"/>
                  <a:gd fmla="*/ 1515237 h 2472690" name="connsiteY791"/>
                  <a:gd fmla="*/ 3825335 w 4414571" name="connsiteX792"/>
                  <a:gd fmla="*/ 1510760 h 2472690" name="connsiteY792"/>
                  <a:gd fmla="*/ 3825335 w 4414571" name="connsiteX793"/>
                  <a:gd fmla="*/ 1510760 h 2472690" name="connsiteY793"/>
                  <a:gd fmla="*/ 3818573 w 4414571" name="connsiteX794"/>
                  <a:gd fmla="*/ 1504283 h 2472690" name="connsiteY794"/>
                  <a:gd fmla="*/ 3818573 w 4414571" name="connsiteX795"/>
                  <a:gd fmla="*/ 1503807 h 2472690" name="connsiteY795"/>
                  <a:gd fmla="*/ 3824859 w 4414571" name="connsiteX796"/>
                  <a:gd fmla="*/ 1497330 h 2472690" name="connsiteY796"/>
                  <a:gd fmla="*/ 3870008 w 4414571" name="connsiteX797"/>
                  <a:gd fmla="*/ 1495997 h 2472690" name="connsiteY797"/>
                  <a:gd fmla="*/ 3876770 w 4414571" name="connsiteX798"/>
                  <a:gd fmla="*/ 1502759 h 2472690" name="connsiteY798"/>
                  <a:gd fmla="*/ 3874961 w 4414571" name="connsiteX799"/>
                  <a:gd fmla="*/ 1507426 h 2472690" name="connsiteY799"/>
                  <a:gd fmla="*/ 3870294 w 4414571" name="connsiteX800"/>
                  <a:gd fmla="*/ 1509427 h 2472690" name="connsiteY800"/>
                  <a:gd fmla="*/ 3825621 w 4414571" name="connsiteX801"/>
                  <a:gd fmla="*/ 1510760 h 2472690" name="connsiteY801"/>
                  <a:gd fmla="*/ 3825335 w 4414571" name="connsiteX802"/>
                  <a:gd fmla="*/ 1510760 h 2472690" name="connsiteY802"/>
                  <a:gd fmla="*/ 3959733 w 4414571" name="connsiteX803"/>
                  <a:gd fmla="*/ 1510093 h 2472690" name="connsiteY803"/>
                  <a:gd fmla="*/ 3959733 w 4414571" name="connsiteX804"/>
                  <a:gd fmla="*/ 1510093 h 2472690" name="connsiteY804"/>
                  <a:gd fmla="*/ 3914870 w 4414571" name="connsiteX805"/>
                  <a:gd fmla="*/ 1509236 h 2472690" name="connsiteY805"/>
                  <a:gd fmla="*/ 3910203 w 4414571" name="connsiteX806"/>
                  <a:gd fmla="*/ 1507236 h 2472690" name="connsiteY806"/>
                  <a:gd fmla="*/ 3908394 w 4414571" name="connsiteX807"/>
                  <a:gd fmla="*/ 1502569 h 2472690" name="connsiteY807"/>
                  <a:gd fmla="*/ 3915156 w 4414571" name="connsiteX808"/>
                  <a:gd fmla="*/ 1495806 h 2472690" name="connsiteY808"/>
                  <a:gd fmla="*/ 3960019 w 4414571" name="connsiteX809"/>
                  <a:gd fmla="*/ 1496663 h 2472690" name="connsiteY809"/>
                  <a:gd fmla="*/ 3966496 w 4414571" name="connsiteX810"/>
                  <a:gd fmla="*/ 1503616 h 2472690" name="connsiteY810"/>
                  <a:gd fmla="*/ 3959733 w 4414571" name="connsiteX811"/>
                  <a:gd fmla="*/ 1510093 h 2472690" name="connsiteY811"/>
                  <a:gd fmla="*/ 2206847 w 4414571" name="connsiteX812"/>
                  <a:gd fmla="*/ 1456658 h 2472690" name="connsiteY812"/>
                  <a:gd fmla="*/ 2203037 w 4414571" name="connsiteX813"/>
                  <a:gd fmla="*/ 1455515 h 2472690" name="connsiteY813"/>
                  <a:gd fmla="*/ 2200084 w 4414571" name="connsiteX814"/>
                  <a:gd fmla="*/ 1451229 h 2472690" name="connsiteY814"/>
                  <a:gd fmla="*/ 2201228 w 4414571" name="connsiteX815"/>
                  <a:gd fmla="*/ 1446276 h 2472690" name="connsiteY815"/>
                  <a:gd fmla="*/ 2218754 w 4414571" name="connsiteX816"/>
                  <a:gd fmla="*/ 1419987 h 2472690" name="connsiteY816"/>
                  <a:gd fmla="*/ 2226183 w 4414571" name="connsiteX817"/>
                  <a:gd fmla="*/ 1408748 h 2472690" name="connsiteY817"/>
                  <a:gd fmla="*/ 2235422 w 4414571" name="connsiteX818"/>
                  <a:gd fmla="*/ 1406938 h 2472690" name="connsiteY818"/>
                  <a:gd fmla="*/ 2238566 w 4414571" name="connsiteX819"/>
                  <a:gd fmla="*/ 1412557 h 2472690" name="connsiteY819"/>
                  <a:gd fmla="*/ 2237423 w 4414571" name="connsiteX820"/>
                  <a:gd fmla="*/ 1416367 h 2472690" name="connsiteY820"/>
                  <a:gd fmla="*/ 2212562 w 4414571" name="connsiteX821"/>
                  <a:gd fmla="*/ 1453610 h 2472690" name="connsiteY821"/>
                  <a:gd fmla="*/ 2206847 w 4414571" name="connsiteX822"/>
                  <a:gd fmla="*/ 1456658 h 2472690" name="connsiteY822"/>
                  <a:gd fmla="*/ 1424178 w 4414571" name="connsiteX823"/>
                  <a:gd fmla="*/ 1451896 h 2472690" name="connsiteY823"/>
                  <a:gd fmla="*/ 1421511 w 4414571" name="connsiteX824"/>
                  <a:gd fmla="*/ 1451229 h 2472690" name="connsiteY824"/>
                  <a:gd fmla="*/ 1417511 w 4414571" name="connsiteX825"/>
                  <a:gd fmla="*/ 1444942 h 2472690" name="connsiteY825"/>
                  <a:gd fmla="*/ 1417987 w 4414571" name="connsiteX826"/>
                  <a:gd fmla="*/ 1442466 h 2472690" name="connsiteY826"/>
                  <a:gd fmla="*/ 1435894 w 4414571" name="connsiteX827"/>
                  <a:gd fmla="*/ 1401128 h 2472690" name="connsiteY827"/>
                  <a:gd fmla="*/ 1444657 w 4414571" name="connsiteX828"/>
                  <a:gd fmla="*/ 1397508 h 2472690" name="connsiteY828"/>
                  <a:gd fmla="*/ 1448276 w 4414571" name="connsiteX829"/>
                  <a:gd fmla="*/ 1401318 h 2472690" name="connsiteY829"/>
                  <a:gd fmla="*/ 1448276 w 4414571" name="connsiteX830"/>
                  <a:gd fmla="*/ 1406462 h 2472690" name="connsiteY830"/>
                  <a:gd fmla="*/ 1430274 w 4414571" name="connsiteX831"/>
                  <a:gd fmla="*/ 1447800 h 2472690" name="connsiteY831"/>
                  <a:gd fmla="*/ 1424178 w 4414571" name="connsiteX832"/>
                  <a:gd fmla="*/ 1451896 h 2472690" name="connsiteY832"/>
                  <a:gd fmla="*/ 387001 w 4414571" name="connsiteX833"/>
                  <a:gd fmla="*/ 1448086 h 2472690" name="connsiteY833"/>
                  <a:gd fmla="*/ 383000 w 4414571" name="connsiteX834"/>
                  <a:gd fmla="*/ 1446752 h 2472690" name="connsiteY834"/>
                  <a:gd fmla="*/ 380333 w 4414571" name="connsiteX835"/>
                  <a:gd fmla="*/ 1442466 h 2472690" name="connsiteY835"/>
                  <a:gd fmla="*/ 381667 w 4414571" name="connsiteX836"/>
                  <a:gd fmla="*/ 1437323 h 2472690" name="connsiteY836"/>
                  <a:gd fmla="*/ 409004 w 4414571" name="connsiteX837"/>
                  <a:gd fmla="*/ 1401604 h 2472690" name="connsiteY837"/>
                  <a:gd fmla="*/ 409289 w 4414571" name="connsiteX838"/>
                  <a:gd fmla="*/ 1401604 h 2472690" name="connsiteY838"/>
                  <a:gd fmla="*/ 418433 w 4414571" name="connsiteX839"/>
                  <a:gd fmla="*/ 1400461 h 2472690" name="connsiteY839"/>
                  <a:gd fmla="*/ 420910 w 4414571" name="connsiteX840"/>
                  <a:gd fmla="*/ 1405795 h 2472690" name="connsiteY840"/>
                  <a:gd fmla="*/ 419576 w 4414571" name="connsiteX841"/>
                  <a:gd fmla="*/ 1409795 h 2472690" name="connsiteY841"/>
                  <a:gd fmla="*/ 392430 w 4414571" name="connsiteX842"/>
                  <a:gd fmla="*/ 1445514 h 2472690" name="connsiteY842"/>
                  <a:gd fmla="*/ 387001 w 4414571" name="connsiteX843"/>
                  <a:gd fmla="*/ 1448086 h 2472690" name="connsiteY843"/>
                  <a:gd fmla="*/ 2256663 w 4414571" name="connsiteX844"/>
                  <a:gd fmla="*/ 1381887 h 2472690" name="connsiteY844"/>
                  <a:gd fmla="*/ 2253044 w 4414571" name="connsiteX845"/>
                  <a:gd fmla="*/ 1380744 h 2472690" name="connsiteY845"/>
                  <a:gd fmla="*/ 2250091 w 4414571" name="connsiteX846"/>
                  <a:gd fmla="*/ 1376458 h 2472690" name="connsiteY846"/>
                  <a:gd fmla="*/ 2250948 w 4414571" name="connsiteX847"/>
                  <a:gd fmla="*/ 1371505 h 2472690" name="connsiteY847"/>
                  <a:gd fmla="*/ 2275904 w 4414571" name="connsiteX848"/>
                  <a:gd fmla="*/ 1333976 h 2472690" name="connsiteY848"/>
                  <a:gd fmla="*/ 2285143 w 4414571" name="connsiteX849"/>
                  <a:gd fmla="*/ 1331976 h 2472690" name="connsiteY849"/>
                  <a:gd fmla="*/ 2288286 w 4414571" name="connsiteX850"/>
                  <a:gd fmla="*/ 1337596 h 2472690" name="connsiteY850"/>
                  <a:gd fmla="*/ 2287143 w 4414571" name="connsiteX851"/>
                  <a:gd fmla="*/ 1341406 h 2472690" name="connsiteY851"/>
                  <a:gd fmla="*/ 2262188 w 4414571" name="connsiteX852"/>
                  <a:gd fmla="*/ 1378934 h 2472690" name="connsiteY852"/>
                  <a:gd fmla="*/ 2256663 w 4414571" name="connsiteX853"/>
                  <a:gd fmla="*/ 1381887 h 2472690" name="connsiteY853"/>
                  <a:gd fmla="*/ 441769 w 4414571" name="connsiteX854"/>
                  <a:gd fmla="*/ 1376934 h 2472690" name="connsiteY854"/>
                  <a:gd fmla="*/ 437769 w 4414571" name="connsiteX855"/>
                  <a:gd fmla="*/ 1375600 h 2472690" name="connsiteY855"/>
                  <a:gd fmla="*/ 435102 w 4414571" name="connsiteX856"/>
                  <a:gd fmla="*/ 1371124 h 2472690" name="connsiteY856"/>
                  <a:gd fmla="*/ 436721 w 4414571" name="connsiteX857"/>
                  <a:gd fmla="*/ 1366171 h 2472690" name="connsiteY857"/>
                  <a:gd fmla="*/ 442150 w 4414571" name="connsiteX858"/>
                  <a:gd fmla="*/ 1359217 h 2472690" name="connsiteY858"/>
                  <a:gd fmla="*/ 464630 w 4414571" name="connsiteX859"/>
                  <a:gd fmla="*/ 1330928 h 2472690" name="connsiteY859"/>
                  <a:gd fmla="*/ 474059 w 4414571" name="connsiteX860"/>
                  <a:gd fmla="*/ 1329785 h 2472690" name="connsiteY860"/>
                  <a:gd fmla="*/ 476536 w 4414571" name="connsiteX861"/>
                  <a:gd fmla="*/ 1334929 h 2472690" name="connsiteY861"/>
                  <a:gd fmla="*/ 475393 w 4414571" name="connsiteX862"/>
                  <a:gd fmla="*/ 1338929 h 2472690" name="connsiteY862"/>
                  <a:gd fmla="*/ 475202 w 4414571" name="connsiteX863"/>
                  <a:gd fmla="*/ 1339120 h 2472690" name="connsiteY863"/>
                  <a:gd fmla="*/ 474726 w 4414571" name="connsiteX864"/>
                  <a:gd fmla="*/ 1339787 h 2472690" name="connsiteY864"/>
                  <a:gd fmla="*/ 447389 w 4414571" name="connsiteX865"/>
                  <a:gd fmla="*/ 1374362 h 2472690" name="connsiteY865"/>
                  <a:gd fmla="*/ 441769 w 4414571" name="connsiteX866"/>
                  <a:gd fmla="*/ 1376934 h 2472690" name="connsiteY866"/>
                  <a:gd fmla="*/ 1459421 w 4414571" name="connsiteX867"/>
                  <a:gd fmla="*/ 1369123 h 2472690" name="connsiteY867"/>
                  <a:gd fmla="*/ 1456754 w 4414571" name="connsiteX868"/>
                  <a:gd fmla="*/ 1368647 h 2472690" name="connsiteY868"/>
                  <a:gd fmla="*/ 1452658 w 4414571" name="connsiteX869"/>
                  <a:gd fmla="*/ 1362361 h 2472690" name="connsiteY869"/>
                  <a:gd fmla="*/ 1453134 w 4414571" name="connsiteX870"/>
                  <a:gd fmla="*/ 1359884 h 2472690" name="connsiteY870"/>
                  <a:gd fmla="*/ 1470184 w 4414571" name="connsiteX871"/>
                  <a:gd fmla="*/ 1318355 h 2472690" name="connsiteY871"/>
                  <a:gd fmla="*/ 1478947 w 4414571" name="connsiteX872"/>
                  <a:gd fmla="*/ 1314545 h 2472690" name="connsiteY872"/>
                  <a:gd fmla="*/ 1482566 w 4414571" name="connsiteX873"/>
                  <a:gd fmla="*/ 1323308 h 2472690" name="connsiteY873"/>
                  <a:gd fmla="*/ 1465516 w 4414571" name="connsiteX874"/>
                  <a:gd fmla="*/ 1365028 h 2472690" name="connsiteY874"/>
                  <a:gd fmla="*/ 1459421 w 4414571" name="connsiteX875"/>
                  <a:gd fmla="*/ 1369123 h 2472690" name="connsiteY875"/>
                  <a:gd fmla="*/ 2306193 w 4414571" name="connsiteX876"/>
                  <a:gd fmla="*/ 1306925 h 2472690" name="connsiteY876"/>
                  <a:gd fmla="*/ 2302574 w 4414571" name="connsiteX877"/>
                  <a:gd fmla="*/ 1306068 h 2472690" name="connsiteY877"/>
                  <a:gd fmla="*/ 2299621 w 4414571" name="connsiteX878"/>
                  <a:gd fmla="*/ 1301591 h 2472690" name="connsiteY878"/>
                  <a:gd fmla="*/ 2300478 w 4414571" name="connsiteX879"/>
                  <a:gd fmla="*/ 1296638 h 2472690" name="connsiteY879"/>
                  <a:gd fmla="*/ 2325148 w 4414571" name="connsiteX880"/>
                  <a:gd fmla="*/ 1258919 h 2472690" name="connsiteY880"/>
                  <a:gd fmla="*/ 2334292 w 4414571" name="connsiteX881"/>
                  <a:gd fmla="*/ 1257109 h 2472690" name="connsiteY881"/>
                  <a:gd fmla="*/ 2337435 w 4414571" name="connsiteX882"/>
                  <a:gd fmla="*/ 1262539 h 2472690" name="connsiteY882"/>
                  <a:gd fmla="*/ 2336292 w 4414571" name="connsiteX883"/>
                  <a:gd fmla="*/ 1266349 h 2472690" name="connsiteY883"/>
                  <a:gd fmla="*/ 2311622 w 4414571" name="connsiteX884"/>
                  <a:gd fmla="*/ 1304068 h 2472690" name="connsiteY884"/>
                  <a:gd fmla="*/ 2306193 w 4414571" name="connsiteX885"/>
                  <a:gd fmla="*/ 1306925 h 2472690" name="connsiteY885"/>
                  <a:gd fmla="*/ 497586 w 4414571" name="connsiteX886"/>
                  <a:gd fmla="*/ 1306735 h 2472690" name="connsiteY886"/>
                  <a:gd fmla="*/ 493300 w 4414571" name="connsiteX887"/>
                  <a:gd fmla="*/ 1305401 h 2472690" name="connsiteY887"/>
                  <a:gd fmla="*/ 490823 w 4414571" name="connsiteX888"/>
                  <a:gd fmla="*/ 1300734 h 2472690" name="connsiteY888"/>
                  <a:gd fmla="*/ 492442 w 4414571" name="connsiteX889"/>
                  <a:gd fmla="*/ 1295781 h 2472690" name="connsiteY889"/>
                  <a:gd fmla="*/ 520732 w 4414571" name="connsiteX890"/>
                  <a:gd fmla="*/ 1261015 h 2472690" name="connsiteY890"/>
                  <a:gd fmla="*/ 530162 w 4414571" name="connsiteX891"/>
                  <a:gd fmla="*/ 1259872 h 2472690" name="connsiteY891"/>
                  <a:gd fmla="*/ 532638 w 4414571" name="connsiteX892"/>
                  <a:gd fmla="*/ 1265015 h 2472690" name="connsiteY892"/>
                  <a:gd fmla="*/ 531305 w 4414571" name="connsiteX893"/>
                  <a:gd fmla="*/ 1269492 h 2472690" name="connsiteY893"/>
                  <a:gd fmla="*/ 503015 w 4414571" name="connsiteX894"/>
                  <a:gd fmla="*/ 1304258 h 2472690" name="connsiteY894"/>
                  <a:gd fmla="*/ 497586 w 4414571" name="connsiteX895"/>
                  <a:gd fmla="*/ 1306735 h 2472690" name="connsiteY895"/>
                  <a:gd fmla="*/ 1492853 w 4414571" name="connsiteX896"/>
                  <a:gd fmla="*/ 1285875 h 2472690" name="connsiteY896"/>
                  <a:gd fmla="*/ 1490377 w 4414571" name="connsiteX897"/>
                  <a:gd fmla="*/ 1285399 h 2472690" name="connsiteY897"/>
                  <a:gd fmla="*/ 1486090 w 4414571" name="connsiteX898"/>
                  <a:gd fmla="*/ 1279303 h 2472690" name="connsiteY898"/>
                  <a:gd fmla="*/ 1486567 w 4414571" name="connsiteX899"/>
                  <a:gd fmla="*/ 1276826 h 2472690" name="connsiteY899"/>
                  <a:gd fmla="*/ 1486567 w 4414571" name="connsiteX900"/>
                  <a:gd fmla="*/ 1276636 h 2472690" name="connsiteY900"/>
                  <a:gd fmla="*/ 1487043 w 4414571" name="connsiteX901"/>
                  <a:gd fmla="*/ 1275969 h 2472690" name="connsiteY901"/>
                  <a:gd fmla="*/ 1502759 w 4414571" name="connsiteX902"/>
                  <a:gd fmla="*/ 1234916 h 2472690" name="connsiteY902"/>
                  <a:gd fmla="*/ 1511522 w 4414571" name="connsiteX903"/>
                  <a:gd fmla="*/ 1230916 h 2472690" name="connsiteY903"/>
                  <a:gd fmla="*/ 1515332 w 4414571" name="connsiteX904"/>
                  <a:gd fmla="*/ 1239679 h 2472690" name="connsiteY904"/>
                  <a:gd fmla="*/ 1499140 w 4414571" name="connsiteX905"/>
                  <a:gd fmla="*/ 1281398 h 2472690" name="connsiteY905"/>
                  <a:gd fmla="*/ 1499140 w 4414571" name="connsiteX906"/>
                  <a:gd fmla="*/ 1281589 h 2472690" name="connsiteY906"/>
                  <a:gd fmla="*/ 1492853 w 4414571" name="connsiteX907"/>
                  <a:gd fmla="*/ 1285875 h 2472690" name="connsiteY907"/>
                  <a:gd fmla="*/ 554450 w 4414571" name="connsiteX908"/>
                  <a:gd fmla="*/ 1237107 h 2472690" name="connsiteY908"/>
                  <a:gd fmla="*/ 550164 w 4414571" name="connsiteX909"/>
                  <a:gd fmla="*/ 1235583 h 2472690" name="connsiteY909"/>
                  <a:gd fmla="*/ 549307 w 4414571" name="connsiteX910"/>
                  <a:gd fmla="*/ 1226153 h 2472690" name="connsiteY910"/>
                  <a:gd fmla="*/ 578072 w 4414571" name="connsiteX911"/>
                  <a:gd fmla="*/ 1191578 h 2472690" name="connsiteY911"/>
                  <a:gd fmla="*/ 587502 w 4414571" name="connsiteX912"/>
                  <a:gd fmla="*/ 1190720 h 2472690" name="connsiteY912"/>
                  <a:gd fmla="*/ 589979 w 4414571" name="connsiteX913"/>
                  <a:gd fmla="*/ 1195864 h 2472690" name="connsiteY913"/>
                  <a:gd fmla="*/ 588359 w 4414571" name="connsiteX914"/>
                  <a:gd fmla="*/ 1200150 h 2472690" name="connsiteY914"/>
                  <a:gd fmla="*/ 559594 w 4414571" name="connsiteX915"/>
                  <a:gd fmla="*/ 1234726 h 2472690" name="connsiteY915"/>
                  <a:gd fmla="*/ 554450 w 4414571" name="connsiteX916"/>
                  <a:gd fmla="*/ 1237107 h 2472690" name="connsiteY916"/>
                  <a:gd fmla="*/ 2355437 w 4414571" name="connsiteX917"/>
                  <a:gd fmla="*/ 1231773 h 2472690" name="connsiteY917"/>
                  <a:gd fmla="*/ 2351818 w 4414571" name="connsiteX918"/>
                  <a:gd fmla="*/ 1230630 h 2472690" name="connsiteY918"/>
                  <a:gd fmla="*/ 2348674 w 4414571" name="connsiteX919"/>
                  <a:gd fmla="*/ 1226344 h 2472690" name="connsiteY919"/>
                  <a:gd fmla="*/ 2349817 w 4414571" name="connsiteX920"/>
                  <a:gd fmla="*/ 1221391 h 2472690" name="connsiteY920"/>
                  <a:gd fmla="*/ 2358581 w 4414571" name="connsiteX921"/>
                  <a:gd fmla="*/ 1207484 h 2472690" name="connsiteY921"/>
                  <a:gd fmla="*/ 2374106 w 4414571" name="connsiteX922"/>
                  <a:gd fmla="*/ 1183481 h 2472690" name="connsiteY922"/>
                  <a:gd fmla="*/ 2383250 w 4414571" name="connsiteX923"/>
                  <a:gd fmla="*/ 1181481 h 2472690" name="connsiteY923"/>
                  <a:gd fmla="*/ 2386394 w 4414571" name="connsiteX924"/>
                  <a:gd fmla="*/ 1187291 h 2472690" name="connsiteY924"/>
                  <a:gd fmla="*/ 2385250 w 4414571" name="connsiteX925"/>
                  <a:gd fmla="*/ 1190625 h 2472690" name="connsiteY925"/>
                  <a:gd fmla="*/ 2360962 w 4414571" name="connsiteX926"/>
                  <a:gd fmla="*/ 1228534 h 2472690" name="connsiteY926"/>
                  <a:gd fmla="*/ 2355437 w 4414571" name="connsiteX927"/>
                  <a:gd fmla="*/ 1231773 h 2472690" name="connsiteY927"/>
                  <a:gd fmla="*/ 1524953 w 4414571" name="connsiteX928"/>
                  <a:gd fmla="*/ 1201864 h 2472690" name="connsiteY928"/>
                  <a:gd fmla="*/ 1522666 w 4414571" name="connsiteX929"/>
                  <a:gd fmla="*/ 1201388 h 2472690" name="connsiteY929"/>
                  <a:gd fmla="*/ 1518190 w 4414571" name="connsiteX930"/>
                  <a:gd fmla="*/ 1195102 h 2472690" name="connsiteY930"/>
                  <a:gd fmla="*/ 1518666 w 4414571" name="connsiteX931"/>
                  <a:gd fmla="*/ 1192625 h 2472690" name="connsiteY931"/>
                  <a:gd fmla="*/ 1534192 w 4414571" name="connsiteX932"/>
                  <a:gd fmla="*/ 1150620 h 2472690" name="connsiteY932"/>
                  <a:gd fmla="*/ 1542764 w 4414571" name="connsiteX933"/>
                  <a:gd fmla="*/ 1146620 h 2472690" name="connsiteY933"/>
                  <a:gd fmla="*/ 1546765 w 4414571" name="connsiteX934"/>
                  <a:gd fmla="*/ 1155192 h 2472690" name="connsiteY934"/>
                  <a:gd fmla="*/ 1544764 w 4414571" name="connsiteX935"/>
                  <a:gd fmla="*/ 1160812 h 2472690" name="connsiteY935"/>
                  <a:gd fmla="*/ 1531239 w 4414571" name="connsiteX936"/>
                  <a:gd fmla="*/ 1197388 h 2472690" name="connsiteY936"/>
                  <a:gd fmla="*/ 1531239 w 4414571" name="connsiteX937"/>
                  <a:gd fmla="*/ 1197578 h 2472690" name="connsiteY937"/>
                  <a:gd fmla="*/ 1524953 w 4414571" name="connsiteX938"/>
                  <a:gd fmla="*/ 1201864 h 2472690" name="connsiteY938"/>
                  <a:gd fmla="*/ 611886 w 4414571" name="connsiteX939"/>
                  <a:gd fmla="*/ 1168051 h 2472690" name="connsiteY939"/>
                  <a:gd fmla="*/ 607600 w 4414571" name="connsiteX940"/>
                  <a:gd fmla="*/ 1166431 h 2472690" name="connsiteY940"/>
                  <a:gd fmla="*/ 606742 w 4414571" name="connsiteX941"/>
                  <a:gd fmla="*/ 1157002 h 2472690" name="connsiteY941"/>
                  <a:gd fmla="*/ 625412 w 4414571" name="connsiteX942"/>
                  <a:gd fmla="*/ 1134999 h 2472690" name="connsiteY942"/>
                  <a:gd fmla="*/ 635698 w 4414571" name="connsiteX943"/>
                  <a:gd fmla="*/ 1122616 h 2472690" name="connsiteY943"/>
                  <a:gd fmla="*/ 645319 w 4414571" name="connsiteX944"/>
                  <a:gd fmla="*/ 1121759 h 2472690" name="connsiteY944"/>
                  <a:gd fmla="*/ 647605 w 4414571" name="connsiteX945"/>
                  <a:gd fmla="*/ 1127093 h 2472690" name="connsiteY945"/>
                  <a:gd fmla="*/ 645986 w 4414571" name="connsiteX946"/>
                  <a:gd fmla="*/ 1131380 h 2472690" name="connsiteY946"/>
                  <a:gd fmla="*/ 617030 w 4414571" name="connsiteX947"/>
                  <a:gd fmla="*/ 1165765 h 2472690" name="connsiteY947"/>
                  <a:gd fmla="*/ 611886 w 4414571" name="connsiteX948"/>
                  <a:gd fmla="*/ 1168051 h 2472690" name="connsiteY948"/>
                  <a:gd fmla="*/ 2403634 w 4414571" name="connsiteX949"/>
                  <a:gd fmla="*/ 1155859 h 2472690" name="connsiteY949"/>
                  <a:gd fmla="*/ 2400014 w 4414571" name="connsiteX950"/>
                  <a:gd fmla="*/ 1154716 h 2472690" name="connsiteY950"/>
                  <a:gd fmla="*/ 2397824 w 4414571" name="connsiteX951"/>
                  <a:gd fmla="*/ 1145476 h 2472690" name="connsiteY951"/>
                  <a:gd fmla="*/ 2421636 w 4414571" name="connsiteX952"/>
                  <a:gd fmla="*/ 1107281 h 2472690" name="connsiteY952"/>
                  <a:gd fmla="*/ 2430875 w 4414571" name="connsiteX953"/>
                  <a:gd fmla="*/ 1105281 h 2472690" name="connsiteY953"/>
                  <a:gd fmla="*/ 2434019 w 4414571" name="connsiteX954"/>
                  <a:gd fmla="*/ 1110901 h 2472690" name="connsiteY954"/>
                  <a:gd fmla="*/ 2433161 w 4414571" name="connsiteX955"/>
                  <a:gd fmla="*/ 1114520 h 2472690" name="connsiteY955"/>
                  <a:gd fmla="*/ 2426399 w 4414571" name="connsiteX956"/>
                  <a:gd fmla="*/ 1125283 h 2472690" name="connsiteY956"/>
                  <a:gd fmla="*/ 2409349 w 4414571" name="connsiteX957"/>
                  <a:gd fmla="*/ 1152715 h 2472690" name="connsiteY957"/>
                  <a:gd fmla="*/ 2403634 w 4414571" name="connsiteX958"/>
                  <a:gd fmla="*/ 1155859 h 2472690" name="connsiteY958"/>
                  <a:gd fmla="*/ 1555432 w 4414571" name="connsiteX959"/>
                  <a:gd fmla="*/ 1117282 h 2472690" name="connsiteY959"/>
                  <a:gd fmla="*/ 1553242 w 4414571" name="connsiteX960"/>
                  <a:gd fmla="*/ 1116806 h 2472690" name="connsiteY960"/>
                  <a:gd fmla="*/ 1548765 w 4414571" name="connsiteX961"/>
                  <a:gd fmla="*/ 1110710 h 2472690" name="connsiteY961"/>
                  <a:gd fmla="*/ 1549241 w 4414571" name="connsiteX962"/>
                  <a:gd fmla="*/ 1108234 h 2472690" name="connsiteY962"/>
                  <a:gd fmla="*/ 1564005 w 4414571" name="connsiteX963"/>
                  <a:gd fmla="*/ 1066038 h 2472690" name="connsiteY963"/>
                  <a:gd fmla="*/ 1572578 w 4414571" name="connsiteX964"/>
                  <a:gd fmla="*/ 1061752 h 2472690" name="connsiteY964"/>
                  <a:gd fmla="*/ 1576578 w 4414571" name="connsiteX965"/>
                  <a:gd fmla="*/ 1070324 h 2472690" name="connsiteY965"/>
                  <a:gd fmla="*/ 1562005 w 4414571" name="connsiteX966"/>
                  <a:gd fmla="*/ 1112710 h 2472690" name="connsiteY966"/>
                  <a:gd fmla="*/ 1561814 w 4414571" name="connsiteX967"/>
                  <a:gd fmla="*/ 1112901 h 2472690" name="connsiteY967"/>
                  <a:gd fmla="*/ 1555432 w 4414571" name="connsiteX968"/>
                  <a:gd fmla="*/ 1117282 h 2472690" name="connsiteY968"/>
                  <a:gd fmla="*/ 669988 w 4414571" name="connsiteX969"/>
                  <a:gd fmla="*/ 1099566 h 2472690" name="connsiteY969"/>
                  <a:gd fmla="*/ 665702 w 4414571" name="connsiteX970"/>
                  <a:gd fmla="*/ 1097756 h 2472690" name="connsiteY970"/>
                  <a:gd fmla="*/ 663226 w 4414571" name="connsiteX971"/>
                  <a:gd fmla="*/ 1093280 h 2472690" name="connsiteY971"/>
                  <a:gd fmla="*/ 664845 w 4414571" name="connsiteX972"/>
                  <a:gd fmla="*/ 1088326 h 2472690" name="connsiteY972"/>
                  <a:gd fmla="*/ 691991 w 4414571" name="connsiteX973"/>
                  <a:gd fmla="*/ 1056894 h 2472690" name="connsiteY973"/>
                  <a:gd fmla="*/ 694182 w 4414571" name="connsiteX974"/>
                  <a:gd fmla="*/ 1054227 h 2472690" name="connsiteY974"/>
                  <a:gd fmla="*/ 703612 w 4414571" name="connsiteX975"/>
                  <a:gd fmla="*/ 1053560 h 2472690" name="connsiteY975"/>
                  <a:gd fmla="*/ 706088 w 4414571" name="connsiteX976"/>
                  <a:gd fmla="*/ 1058704 h 2472690" name="connsiteY976"/>
                  <a:gd fmla="*/ 704279 w 4414571" name="connsiteX977"/>
                  <a:gd fmla="*/ 1062990 h 2472690" name="connsiteY977"/>
                  <a:gd fmla="*/ 675132 w 4414571" name="connsiteX978"/>
                  <a:gd fmla="*/ 1097089 h 2472690" name="connsiteY978"/>
                  <a:gd fmla="*/ 669988 w 4414571" name="connsiteX979"/>
                  <a:gd fmla="*/ 1099566 h 2472690" name="connsiteY979"/>
                  <a:gd fmla="*/ 2450783 w 4414571" name="connsiteX980"/>
                  <a:gd fmla="*/ 1079373 h 2472690" name="connsiteY980"/>
                  <a:gd fmla="*/ 2447449 w 4414571" name="connsiteX981"/>
                  <a:gd fmla="*/ 1078516 h 2472690" name="connsiteY981"/>
                  <a:gd fmla="*/ 2444306 w 4414571" name="connsiteX982"/>
                  <a:gd fmla="*/ 1074230 h 2472690" name="connsiteY982"/>
                  <a:gd fmla="*/ 2444972 w 4414571" name="connsiteX983"/>
                  <a:gd fmla="*/ 1069086 h 2472690" name="connsiteY983"/>
                  <a:gd fmla="*/ 2468118 w 4414571" name="connsiteX984"/>
                  <a:gd fmla="*/ 1030700 h 2472690" name="connsiteY984"/>
                  <a:gd fmla="*/ 2477357 w 4414571" name="connsiteX985"/>
                  <a:gd fmla="*/ 1028224 h 2472690" name="connsiteY985"/>
                  <a:gd fmla="*/ 2480691 w 4414571" name="connsiteX986"/>
                  <a:gd fmla="*/ 1034034 h 2472690" name="connsiteY986"/>
                  <a:gd fmla="*/ 2479834 w 4414571" name="connsiteX987"/>
                  <a:gd fmla="*/ 1037654 h 2472690" name="connsiteY987"/>
                  <a:gd fmla="*/ 2456688 w 4414571" name="connsiteX988"/>
                  <a:gd fmla="*/ 1076230 h 2472690" name="connsiteY988"/>
                  <a:gd fmla="*/ 2450783 w 4414571" name="connsiteX989"/>
                  <a:gd fmla="*/ 1079373 h 2472690" name="connsiteY989"/>
                  <a:gd fmla="*/ 1584674 w 4414571" name="connsiteX990"/>
                  <a:gd fmla="*/ 1032224 h 2472690" name="connsiteY990"/>
                  <a:gd fmla="*/ 1582674 w 4414571" name="connsiteX991"/>
                  <a:gd fmla="*/ 1032034 h 2472690" name="connsiteY991"/>
                  <a:gd fmla="*/ 1578007 w 4414571" name="connsiteX992"/>
                  <a:gd fmla="*/ 1025557 h 2472690" name="connsiteY992"/>
                  <a:gd fmla="*/ 1578483 w 4414571" name="connsiteX993"/>
                  <a:gd fmla="*/ 1023556 h 2472690" name="connsiteY993"/>
                  <a:gd fmla="*/ 1592580 w 4414571" name="connsiteX994"/>
                  <a:gd fmla="*/ 980884 h 2472690" name="connsiteY994"/>
                  <a:gd fmla="*/ 1600867 w 4414571" name="connsiteX995"/>
                  <a:gd fmla="*/ 976598 h 2472690" name="connsiteY995"/>
                  <a:gd fmla="*/ 1604867 w 4414571" name="connsiteX996"/>
                  <a:gd fmla="*/ 979932 h 2472690" name="connsiteY996"/>
                  <a:gd fmla="*/ 1605058 w 4414571" name="connsiteX997"/>
                  <a:gd fmla="*/ 985075 h 2472690" name="connsiteY997"/>
                  <a:gd fmla="*/ 1591628 w 4414571" name="connsiteX998"/>
                  <a:gd fmla="*/ 1026605 h 2472690" name="connsiteY998"/>
                  <a:gd fmla="*/ 1591151 w 4414571" name="connsiteX999"/>
                  <a:gd fmla="*/ 1027747 h 2472690" name="connsiteY999"/>
                  <a:gd fmla="*/ 1584674 w 4414571" name="connsiteX1000"/>
                  <a:gd fmla="*/ 1032224 h 2472690" name="connsiteY1000"/>
                  <a:gd fmla="*/ 728758 w 4414571" name="connsiteX1001"/>
                  <a:gd fmla="*/ 1031272 h 2472690" name="connsiteY1001"/>
                  <a:gd fmla="*/ 724281 w 4414571" name="connsiteX1002"/>
                  <a:gd fmla="*/ 1029748 h 2472690" name="connsiteY1002"/>
                  <a:gd fmla="*/ 723614 w 4414571" name="connsiteX1003"/>
                  <a:gd fmla="*/ 1020128 h 2472690" name="connsiteY1003"/>
                  <a:gd fmla="*/ 739330 w 4414571" name="connsiteX1004"/>
                  <a:gd fmla="*/ 1001935 h 2472690" name="connsiteY1004"/>
                  <a:gd fmla="*/ 753047 w 4414571" name="connsiteX1005"/>
                  <a:gd fmla="*/ 986218 h 2472690" name="connsiteY1005"/>
                  <a:gd fmla="*/ 753332 w 4414571" name="connsiteX1006"/>
                  <a:gd fmla="*/ 986028 h 2472690" name="connsiteY1006"/>
                  <a:gd fmla="*/ 762476 w 4414571" name="connsiteX1007"/>
                  <a:gd fmla="*/ 985838 h 2472690" name="connsiteY1007"/>
                  <a:gd fmla="*/ 764953 w 4414571" name="connsiteX1008"/>
                  <a:gd fmla="*/ 990505 h 2472690" name="connsiteY1008"/>
                  <a:gd fmla="*/ 763333 w 4414571" name="connsiteX1009"/>
                  <a:gd fmla="*/ 995172 h 2472690" name="connsiteY1009"/>
                  <a:gd fmla="*/ 745617 w 4414571" name="connsiteX1010"/>
                  <a:gd fmla="*/ 1015365 h 2472690" name="connsiteY1010"/>
                  <a:gd fmla="*/ 733711 w 4414571" name="connsiteX1011"/>
                  <a:gd fmla="*/ 1029081 h 2472690" name="connsiteY1011"/>
                  <a:gd fmla="*/ 728758 w 4414571" name="connsiteX1012"/>
                  <a:gd fmla="*/ 1031272 h 2472690" name="connsiteY1012"/>
                  <a:gd fmla="*/ 2496598 w 4414571" name="connsiteX1013"/>
                  <a:gd fmla="*/ 1002125 h 2472690" name="connsiteY1013"/>
                  <a:gd fmla="*/ 2493264 w 4414571" name="connsiteX1014"/>
                  <a:gd fmla="*/ 1001268 h 2472690" name="connsiteY1014"/>
                  <a:gd fmla="*/ 2490121 w 4414571" name="connsiteX1015"/>
                  <a:gd fmla="*/ 996982 h 2472690" name="connsiteY1015"/>
                  <a:gd fmla="*/ 2490788 w 4414571" name="connsiteX1016"/>
                  <a:gd fmla="*/ 992029 h 2472690" name="connsiteY1016"/>
                  <a:gd fmla="*/ 2512981 w 4414571" name="connsiteX1017"/>
                  <a:gd fmla="*/ 952976 h 2472690" name="connsiteY1017"/>
                  <a:gd fmla="*/ 2512981 w 4414571" name="connsiteX1018"/>
                  <a:gd fmla="*/ 952786 h 2472690" name="connsiteY1018"/>
                  <a:gd fmla="*/ 2522220 w 4414571" name="connsiteX1019"/>
                  <a:gd fmla="*/ 950500 h 2472690" name="connsiteY1019"/>
                  <a:gd fmla="*/ 2525554 w 4414571" name="connsiteX1020"/>
                  <a:gd fmla="*/ 956310 h 2472690" name="connsiteY1020"/>
                  <a:gd fmla="*/ 2524887 w 4414571" name="connsiteX1021"/>
                  <a:gd fmla="*/ 959263 h 2472690" name="connsiteY1021"/>
                  <a:gd fmla="*/ 2524697 w 4414571" name="connsiteX1022"/>
                  <a:gd fmla="*/ 959453 h 2472690" name="connsiteY1022"/>
                  <a:gd fmla="*/ 2524220 w 4414571" name="connsiteX1023"/>
                  <a:gd fmla="*/ 960120 h 2472690" name="connsiteY1023"/>
                  <a:gd fmla="*/ 2502408 w 4414571" name="connsiteX1024"/>
                  <a:gd fmla="*/ 998696 h 2472690" name="connsiteY1024"/>
                  <a:gd fmla="*/ 2496598 w 4414571" name="connsiteX1025"/>
                  <a:gd fmla="*/ 1002125 h 2472690" name="connsiteY1025"/>
                  <a:gd fmla="*/ 787813 w 4414571" name="connsiteX1026"/>
                  <a:gd fmla="*/ 963739 h 2472690" name="connsiteY1026"/>
                  <a:gd fmla="*/ 783336 w 4414571" name="connsiteX1027"/>
                  <a:gd fmla="*/ 961930 h 2472690" name="connsiteY1027"/>
                  <a:gd fmla="*/ 781050 w 4414571" name="connsiteX1028"/>
                  <a:gd fmla="*/ 957263 h 2472690" name="connsiteY1028"/>
                  <a:gd fmla="*/ 782669 w 4414571" name="connsiteX1029"/>
                  <a:gd fmla="*/ 952595 h 2472690" name="connsiteY1029"/>
                  <a:gd fmla="*/ 812292 w 4414571" name="connsiteX1030"/>
                  <a:gd fmla="*/ 918972 h 2472690" name="connsiteY1030"/>
                  <a:gd fmla="*/ 821722 w 4414571" name="connsiteX1031"/>
                  <a:gd fmla="*/ 918305 h 2472690" name="connsiteY1031"/>
                  <a:gd fmla="*/ 823913 w 4414571" name="connsiteX1032"/>
                  <a:gd fmla="*/ 923449 h 2472690" name="connsiteY1032"/>
                  <a:gd fmla="*/ 822293 w 4414571" name="connsiteX1033"/>
                  <a:gd fmla="*/ 927925 h 2472690" name="connsiteY1033"/>
                  <a:gd fmla="*/ 792671 w 4414571" name="connsiteX1034"/>
                  <a:gd fmla="*/ 961549 h 2472690" name="connsiteY1034"/>
                  <a:gd fmla="*/ 787813 w 4414571" name="connsiteX1035"/>
                  <a:gd fmla="*/ 963739 h 2472690" name="connsiteY1035"/>
                  <a:gd fmla="*/ 1612487 w 4414571" name="connsiteX1036"/>
                  <a:gd fmla="*/ 946880 h 2472690" name="connsiteY1036"/>
                  <a:gd fmla="*/ 1610487 w 4414571" name="connsiteX1037"/>
                  <a:gd fmla="*/ 946404 h 2472690" name="connsiteY1037"/>
                  <a:gd fmla="*/ 1605820 w 4414571" name="connsiteX1038"/>
                  <a:gd fmla="*/ 940117 h 2472690" name="connsiteY1038"/>
                  <a:gd fmla="*/ 1606296 w 4414571" name="connsiteX1039"/>
                  <a:gd fmla="*/ 938117 h 2472690" name="connsiteY1039"/>
                  <a:gd fmla="*/ 1619536 w 4414571" name="connsiteX1040"/>
                  <a:gd fmla="*/ 895255 h 2472690" name="connsiteY1040"/>
                  <a:gd fmla="*/ 1628108 w 4414571" name="connsiteX1041"/>
                  <a:gd fmla="*/ 890778 h 2472690" name="connsiteY1041"/>
                  <a:gd fmla="*/ 1632585 w 4414571" name="connsiteX1042"/>
                  <a:gd fmla="*/ 899065 h 2472690" name="connsiteY1042"/>
                  <a:gd fmla="*/ 1619059 w 4414571" name="connsiteX1043"/>
                  <a:gd fmla="*/ 942118 h 2472690" name="connsiteY1043"/>
                  <a:gd fmla="*/ 1612487 w 4414571" name="connsiteX1044"/>
                  <a:gd fmla="*/ 946880 h 2472690" name="connsiteY1044"/>
                  <a:gd fmla="*/ 2540603 w 4414571" name="connsiteX1045"/>
                  <a:gd fmla="*/ 923830 h 2472690" name="connsiteY1045"/>
                  <a:gd fmla="*/ 2537460 w 4414571" name="connsiteX1046"/>
                  <a:gd fmla="*/ 922972 h 2472690" name="connsiteY1046"/>
                  <a:gd fmla="*/ 2534126 w 4414571" name="connsiteX1047"/>
                  <a:gd fmla="*/ 918972 h 2472690" name="connsiteY1047"/>
                  <a:gd fmla="*/ 2534793 w 4414571" name="connsiteX1048"/>
                  <a:gd fmla="*/ 913829 h 2472690" name="connsiteY1048"/>
                  <a:gd fmla="*/ 2555939 w 4414571" name="connsiteX1049"/>
                  <a:gd fmla="*/ 874585 h 2472690" name="connsiteY1049"/>
                  <a:gd fmla="*/ 2555939 w 4414571" name="connsiteX1050"/>
                  <a:gd fmla="*/ 874395 h 2472690" name="connsiteY1050"/>
                  <a:gd fmla="*/ 2564892 w 4414571" name="connsiteX1051"/>
                  <a:gd fmla="*/ 871728 h 2472690" name="connsiteY1051"/>
                  <a:gd fmla="*/ 2568512 w 4414571" name="connsiteX1052"/>
                  <a:gd fmla="*/ 877538 h 2472690" name="connsiteY1052"/>
                  <a:gd fmla="*/ 2568035 w 4414571" name="connsiteX1053"/>
                  <a:gd fmla="*/ 880491 h 2472690" name="connsiteY1053"/>
                  <a:gd fmla="*/ 2567845 w 4414571" name="connsiteX1054"/>
                  <a:gd fmla="*/ 880681 h 2472690" name="connsiteY1054"/>
                  <a:gd fmla="*/ 2567369 w 4414571" name="connsiteX1055"/>
                  <a:gd fmla="*/ 881348 h 2472690" name="connsiteY1055"/>
                  <a:gd fmla="*/ 2546509 w 4414571" name="connsiteX1056"/>
                  <a:gd fmla="*/ 920401 h 2472690" name="connsiteY1056"/>
                  <a:gd fmla="*/ 2540603 w 4414571" name="connsiteX1057"/>
                  <a:gd fmla="*/ 923830 h 2472690" name="connsiteY1057"/>
                  <a:gd fmla="*/ 847058 w 4414571" name="connsiteX1058"/>
                  <a:gd fmla="*/ 896398 h 2472690" name="connsiteY1058"/>
                  <a:gd fmla="*/ 842581 w 4414571" name="connsiteX1059"/>
                  <a:gd fmla="*/ 894779 h 2472690" name="connsiteY1059"/>
                  <a:gd fmla="*/ 842105 w 4414571" name="connsiteX1060"/>
                  <a:gd fmla="*/ 885158 h 2472690" name="connsiteY1060"/>
                  <a:gd fmla="*/ 859155 w 4414571" name="connsiteX1061"/>
                  <a:gd fmla="*/ 865822 h 2472690" name="connsiteY1061"/>
                  <a:gd fmla="*/ 871919 w 4414571" name="connsiteX1062"/>
                  <a:gd fmla="*/ 851630 h 2472690" name="connsiteY1062"/>
                  <a:gd fmla="*/ 881348 w 4414571" name="connsiteX1063"/>
                  <a:gd fmla="*/ 850963 h 2472690" name="connsiteY1063"/>
                  <a:gd fmla="*/ 883539 w 4414571" name="connsiteX1064"/>
                  <a:gd fmla="*/ 855916 h 2472690" name="connsiteY1064"/>
                  <a:gd fmla="*/ 881729 w 4414571" name="connsiteX1065"/>
                  <a:gd fmla="*/ 860584 h 2472690" name="connsiteY1065"/>
                  <a:gd fmla="*/ 862013 w 4414571" name="connsiteX1066"/>
                  <a:gd fmla="*/ 882587 h 2472690" name="connsiteY1066"/>
                  <a:gd fmla="*/ 852106 w 4414571" name="connsiteX1067"/>
                  <a:gd fmla="*/ 894016 h 2472690" name="connsiteY1067"/>
                  <a:gd fmla="*/ 847058 w 4414571" name="connsiteX1068"/>
                  <a:gd fmla="*/ 896398 h 2472690" name="connsiteY1068"/>
                  <a:gd fmla="*/ 1638967 w 4414571" name="connsiteX1069"/>
                  <a:gd fmla="*/ 860965 h 2472690" name="connsiteY1069"/>
                  <a:gd fmla="*/ 1637157 w 4414571" name="connsiteX1070"/>
                  <a:gd fmla="*/ 860774 h 2472690" name="connsiteY1070"/>
                  <a:gd fmla="*/ 1632204 w 4414571" name="connsiteX1071"/>
                  <a:gd fmla="*/ 854297 h 2472690" name="connsiteY1071"/>
                  <a:gd fmla="*/ 1632680 w 4414571" name="connsiteX1072"/>
                  <a:gd fmla="*/ 852297 h 2472690" name="connsiteY1072"/>
                  <a:gd fmla="*/ 1636014 w 4414571" name="connsiteX1073"/>
                  <a:gd fmla="*/ 840581 h 2472690" name="connsiteY1073"/>
                  <a:gd fmla="*/ 1645253 w 4414571" name="connsiteX1074"/>
                  <a:gd fmla="*/ 809434 h 2472690" name="connsiteY1074"/>
                  <a:gd fmla="*/ 1653826 w 4414571" name="connsiteX1075"/>
                  <a:gd fmla="*/ 804672 h 2472690" name="connsiteY1075"/>
                  <a:gd fmla="*/ 1657636 w 4414571" name="connsiteX1076"/>
                  <a:gd fmla="*/ 807815 h 2472690" name="connsiteY1076"/>
                  <a:gd fmla="*/ 1658303 w 4414571" name="connsiteX1077"/>
                  <a:gd fmla="*/ 812959 h 2472690" name="connsiteY1077"/>
                  <a:gd fmla="*/ 1645539 w 4414571" name="connsiteX1078"/>
                  <a:gd fmla="*/ 856297 h 2472690" name="connsiteY1078"/>
                  <a:gd fmla="*/ 1638967 w 4414571" name="connsiteX1079"/>
                  <a:gd fmla="*/ 860965 h 2472690" name="connsiteY1079"/>
                  <a:gd fmla="*/ 2582323 w 4414571" name="connsiteX1080"/>
                  <a:gd fmla="*/ 844105 h 2472690" name="connsiteY1080"/>
                  <a:gd fmla="*/ 2579370 w 4414571" name="connsiteX1081"/>
                  <a:gd fmla="*/ 843439 h 2472690" name="connsiteY1081"/>
                  <a:gd fmla="*/ 2576417 w 4414571" name="connsiteX1082"/>
                  <a:gd fmla="*/ 834485 h 2472690" name="connsiteY1082"/>
                  <a:gd fmla="*/ 2596134 w 4414571" name="connsiteX1083"/>
                  <a:gd fmla="*/ 794290 h 2472690" name="connsiteY1083"/>
                  <a:gd fmla="*/ 2605088 w 4414571" name="connsiteX1084"/>
                  <a:gd fmla="*/ 791147 h 2472690" name="connsiteY1084"/>
                  <a:gd fmla="*/ 2608898 w 4414571" name="connsiteX1085"/>
                  <a:gd fmla="*/ 797242 h 2472690" name="connsiteY1085"/>
                  <a:gd fmla="*/ 2608231 w 4414571" name="connsiteX1086"/>
                  <a:gd fmla="*/ 800195 h 2472690" name="connsiteY1086"/>
                  <a:gd fmla="*/ 2588228 w 4414571" name="connsiteX1087"/>
                  <a:gd fmla="*/ 840581 h 2472690" name="connsiteY1087"/>
                  <a:gd fmla="*/ 2582323 w 4414571" name="connsiteX1088"/>
                  <a:gd fmla="*/ 844105 h 2472690" name="connsiteY1088"/>
                  <a:gd fmla="*/ 906780 w 4414571" name="connsiteX1089"/>
                  <a:gd fmla="*/ 829342 h 2472690" name="connsiteY1089"/>
                  <a:gd fmla="*/ 902303 w 4414571" name="connsiteX1090"/>
                  <a:gd fmla="*/ 827818 h 2472690" name="connsiteY1090"/>
                  <a:gd fmla="*/ 900113 w 4414571" name="connsiteX1091"/>
                  <a:gd fmla="*/ 823150 h 2472690" name="connsiteY1091"/>
                  <a:gd fmla="*/ 901922 w 4414571" name="connsiteX1092"/>
                  <a:gd fmla="*/ 818197 h 2472690" name="connsiteY1092"/>
                  <a:gd fmla="*/ 920591 w 4414571" name="connsiteX1093"/>
                  <a:gd fmla="*/ 797338 h 2472690" name="connsiteY1093"/>
                  <a:gd fmla="*/ 931831 w 4414571" name="connsiteX1094"/>
                  <a:gd fmla="*/ 784765 h 2472690" name="connsiteY1094"/>
                  <a:gd fmla="*/ 941451 w 4414571" name="connsiteX1095"/>
                  <a:gd fmla="*/ 784288 h 2472690" name="connsiteY1095"/>
                  <a:gd fmla="*/ 943642 w 4414571" name="connsiteX1096"/>
                  <a:gd fmla="*/ 789241 h 2472690" name="connsiteY1096"/>
                  <a:gd fmla="*/ 941832 w 4414571" name="connsiteX1097"/>
                  <a:gd fmla="*/ 793718 h 2472690" name="connsiteY1097"/>
                  <a:gd fmla="*/ 935546 w 4414571" name="connsiteX1098"/>
                  <a:gd fmla="*/ 800672 h 2472690" name="connsiteY1098"/>
                  <a:gd fmla="*/ 912019 w 4414571" name="connsiteX1099"/>
                  <a:gd fmla="*/ 827151 h 2472690" name="connsiteY1099"/>
                  <a:gd fmla="*/ 906780 w 4414571" name="connsiteX1100"/>
                  <a:gd fmla="*/ 829342 h 2472690" name="connsiteY1100"/>
                  <a:gd fmla="*/ 1664113 w 4414571" name="connsiteX1101"/>
                  <a:gd fmla="*/ 774573 h 2472690" name="connsiteY1101"/>
                  <a:gd fmla="*/ 1662303 w 4414571" name="connsiteX1102"/>
                  <a:gd fmla="*/ 774382 h 2472690" name="connsiteY1102"/>
                  <a:gd fmla="*/ 1657636 w 4414571" name="connsiteX1103"/>
                  <a:gd fmla="*/ 767905 h 2472690" name="connsiteY1103"/>
                  <a:gd fmla="*/ 1657826 w 4414571" name="connsiteX1104"/>
                  <a:gd fmla="*/ 766096 h 2472690" name="connsiteY1104"/>
                  <a:gd fmla="*/ 1669732 w 4414571" name="connsiteX1105"/>
                  <a:gd fmla="*/ 722757 h 2472690" name="connsiteY1105"/>
                  <a:gd fmla="*/ 1678019 w 4414571" name="connsiteX1106"/>
                  <a:gd fmla="*/ 718090 h 2472690" name="connsiteY1106"/>
                  <a:gd fmla="*/ 1682687 w 4414571" name="connsiteX1107"/>
                  <a:gd fmla="*/ 726376 h 2472690" name="connsiteY1107"/>
                  <a:gd fmla="*/ 1670590 w 4414571" name="connsiteX1108"/>
                  <a:gd fmla="*/ 769906 h 2472690" name="connsiteY1108"/>
                  <a:gd fmla="*/ 1670590 w 4414571" name="connsiteX1109"/>
                  <a:gd fmla="*/ 770096 h 2472690" name="connsiteY1109"/>
                  <a:gd fmla="*/ 1664113 w 4414571" name="connsiteX1110"/>
                  <a:gd fmla="*/ 774573 h 2472690" name="connsiteY1110"/>
                  <a:gd fmla="*/ 2621375 w 4414571" name="connsiteX1111"/>
                  <a:gd fmla="*/ 763333 h 2472690" name="connsiteY1111"/>
                  <a:gd fmla="*/ 2618708 w 4414571" name="connsiteX1112"/>
                  <a:gd fmla="*/ 762667 h 2472690" name="connsiteY1112"/>
                  <a:gd fmla="*/ 2615089 w 4414571" name="connsiteX1113"/>
                  <a:gd fmla="*/ 758857 h 2472690" name="connsiteY1113"/>
                  <a:gd fmla="*/ 2615374 w 4414571" name="connsiteX1114"/>
                  <a:gd fmla="*/ 753713 h 2472690" name="connsiteY1114"/>
                  <a:gd fmla="*/ 2633567 w 4414571" name="connsiteX1115"/>
                  <a:gd fmla="*/ 712851 h 2472690" name="connsiteY1115"/>
                  <a:gd fmla="*/ 2642330 w 4414571" name="connsiteX1116"/>
                  <a:gd fmla="*/ 709231 h 2472690" name="connsiteY1116"/>
                  <a:gd fmla="*/ 2646426 w 4414571" name="connsiteX1117"/>
                  <a:gd fmla="*/ 715518 h 2472690" name="connsiteY1117"/>
                  <a:gd fmla="*/ 2645950 w 4414571" name="connsiteX1118"/>
                  <a:gd fmla="*/ 718185 h 2472690" name="connsiteY1118"/>
                  <a:gd fmla="*/ 2627757 w 4414571" name="connsiteX1119"/>
                  <a:gd fmla="*/ 759238 h 2472690" name="connsiteY1119"/>
                  <a:gd fmla="*/ 2621375 w 4414571" name="connsiteX1120"/>
                  <a:gd fmla="*/ 763333 h 2472690" name="connsiteY1120"/>
                  <a:gd fmla="*/ 966978 w 4414571" name="connsiteX1121"/>
                  <a:gd fmla="*/ 762381 h 2472690" name="connsiteY1121"/>
                  <a:gd fmla="*/ 962311 w 4414571" name="connsiteX1122"/>
                  <a:gd fmla="*/ 760857 h 2472690" name="connsiteY1122"/>
                  <a:gd fmla="*/ 961834 w 4414571" name="connsiteX1123"/>
                  <a:gd fmla="*/ 751237 h 2472690" name="connsiteY1123"/>
                  <a:gd fmla="*/ 975550 w 4414571" name="connsiteX1124"/>
                  <a:gd fmla="*/ 736187 h 2472690" name="connsiteY1124"/>
                  <a:gd fmla="*/ 991933 w 4414571" name="connsiteX1125"/>
                  <a:gd fmla="*/ 717995 h 2472690" name="connsiteY1125"/>
                  <a:gd fmla="*/ 1001554 w 4414571" name="connsiteX1126"/>
                  <a:gd fmla="*/ 717518 h 2472690" name="connsiteY1126"/>
                  <a:gd fmla="*/ 1003554 w 4414571" name="connsiteX1127"/>
                  <a:gd fmla="*/ 722471 h 2472690" name="connsiteY1127"/>
                  <a:gd fmla="*/ 1001935 w 4414571" name="connsiteX1128"/>
                  <a:gd fmla="*/ 726948 h 2472690" name="connsiteY1128"/>
                  <a:gd fmla="*/ 997172 w 4414571" name="connsiteX1129"/>
                  <a:gd fmla="*/ 732091 h 2472690" name="connsiteY1129"/>
                  <a:gd fmla="*/ 971836 w 4414571" name="connsiteX1130"/>
                  <a:gd fmla="*/ 760381 h 2472690" name="connsiteY1130"/>
                  <a:gd fmla="*/ 966978 w 4414571" name="connsiteX1131"/>
                  <a:gd fmla="*/ 762381 h 2472690" name="connsiteY1131"/>
                  <a:gd fmla="*/ 1027081 w 4414571" name="connsiteX1132"/>
                  <a:gd fmla="*/ 695801 h 2472690" name="connsiteY1132"/>
                  <a:gd fmla="*/ 1022604 w 4414571" name="connsiteX1133"/>
                  <a:gd fmla="*/ 693991 h 2472690" name="connsiteY1133"/>
                  <a:gd fmla="*/ 1020318 w 4414571" name="connsiteX1134"/>
                  <a:gd fmla="*/ 689515 h 2472690" name="connsiteY1134"/>
                  <a:gd fmla="*/ 1022128 w 4414571" name="connsiteX1135"/>
                  <a:gd fmla="*/ 684562 h 2472690" name="connsiteY1135"/>
                  <a:gd fmla="*/ 1052227 w 4414571" name="connsiteX1136"/>
                  <a:gd fmla="*/ 651320 h 2472690" name="connsiteY1136"/>
                  <a:gd fmla="*/ 1052227 w 4414571" name="connsiteX1137"/>
                  <a:gd fmla="*/ 651129 h 2472690" name="connsiteY1137"/>
                  <a:gd fmla="*/ 1061656 w 4414571" name="connsiteX1138"/>
                  <a:gd fmla="*/ 650938 h 2472690" name="connsiteY1138"/>
                  <a:gd fmla="*/ 1063942 w 4414571" name="connsiteX1139"/>
                  <a:gd fmla="*/ 655891 h 2472690" name="connsiteY1139"/>
                  <a:gd fmla="*/ 1062323 w 4414571" name="connsiteX1140"/>
                  <a:gd fmla="*/ 660178 h 2472690" name="connsiteY1140"/>
                  <a:gd fmla="*/ 1062133 w 4414571" name="connsiteX1141"/>
                  <a:gd fmla="*/ 660368 h 2472690" name="connsiteY1141"/>
                  <a:gd fmla="*/ 1061656 w 4414571" name="connsiteX1142"/>
                  <a:gd fmla="*/ 660845 h 2472690" name="connsiteY1142"/>
                  <a:gd fmla="*/ 1054227 w 4414571" name="connsiteX1143"/>
                  <a:gd fmla="*/ 668941 h 2472690" name="connsiteY1143"/>
                  <a:gd fmla="*/ 1032034 w 4414571" name="connsiteX1144"/>
                  <a:gd fmla="*/ 693610 h 2472690" name="connsiteY1144"/>
                  <a:gd fmla="*/ 1027081 w 4414571" name="connsiteX1145"/>
                  <a:gd fmla="*/ 695801 h 2472690" name="connsiteY1145"/>
                  <a:gd fmla="*/ 1688116 w 4414571" name="connsiteX1146"/>
                  <a:gd fmla="*/ 687896 h 2472690" name="connsiteY1146"/>
                  <a:gd fmla="*/ 1686306 w 4414571" name="connsiteX1147"/>
                  <a:gd fmla="*/ 687705 h 2472690" name="connsiteY1147"/>
                  <a:gd fmla="*/ 1681353 w 4414571" name="connsiteX1148"/>
                  <a:gd fmla="*/ 681228 h 2472690" name="connsiteY1148"/>
                  <a:gd fmla="*/ 1681353 w 4414571" name="connsiteX1149"/>
                  <a:gd fmla="*/ 679704 h 2472690" name="connsiteY1149"/>
                  <a:gd fmla="*/ 1681353 w 4414571" name="connsiteX1150"/>
                  <a:gd fmla="*/ 679704 h 2472690" name="connsiteY1150"/>
                  <a:gd fmla="*/ 1681829 w 4414571" name="connsiteX1151"/>
                  <a:gd fmla="*/ 678847 h 2472690" name="connsiteY1151"/>
                  <a:gd fmla="*/ 1692878 w 4414571" name="connsiteX1152"/>
                  <a:gd fmla="*/ 636175 h 2472690" name="connsiteY1152"/>
                  <a:gd fmla="*/ 1701165 w 4414571" name="connsiteX1153"/>
                  <a:gd fmla="*/ 631222 h 2472690" name="connsiteY1153"/>
                  <a:gd fmla="*/ 1705165 w 4414571" name="connsiteX1154"/>
                  <a:gd fmla="*/ 634365 h 2472690" name="connsiteY1154"/>
                  <a:gd fmla="*/ 1705832 w 4414571" name="connsiteX1155"/>
                  <a:gd fmla="*/ 639318 h 2472690" name="connsiteY1155"/>
                  <a:gd fmla="*/ 1694593 w 4414571" name="connsiteX1156"/>
                  <a:gd fmla="*/ 683038 h 2472690" name="connsiteY1156"/>
                  <a:gd fmla="*/ 1688116 w 4414571" name="connsiteX1157"/>
                  <a:gd fmla="*/ 687896 h 2472690" name="connsiteY1157"/>
                  <a:gd fmla="*/ 2656808 w 4414571" name="connsiteX1158"/>
                  <a:gd fmla="*/ 680752 h 2472690" name="connsiteY1158"/>
                  <a:gd fmla="*/ 2654332 w 4414571" name="connsiteX1159"/>
                  <a:gd fmla="*/ 680275 h 2472690" name="connsiteY1159"/>
                  <a:gd fmla="*/ 2650522 w 4414571" name="connsiteX1160"/>
                  <a:gd fmla="*/ 671513 h 2472690" name="connsiteY1160"/>
                  <a:gd fmla="*/ 2666429 w 4414571" name="connsiteX1161"/>
                  <a:gd fmla="*/ 629507 h 2472690" name="connsiteY1161"/>
                  <a:gd fmla="*/ 2675001 w 4414571" name="connsiteX1162"/>
                  <a:gd fmla="*/ 625507 h 2472690" name="connsiteY1162"/>
                  <a:gd fmla="*/ 2679478 w 4414571" name="connsiteX1163"/>
                  <a:gd fmla="*/ 631793 h 2472690" name="connsiteY1163"/>
                  <a:gd fmla="*/ 2679002 w 4414571" name="connsiteX1164"/>
                  <a:gd fmla="*/ 634270 h 2472690" name="connsiteY1164"/>
                  <a:gd fmla="*/ 2663095 w 4414571" name="connsiteX1165"/>
                  <a:gd fmla="*/ 676465 h 2472690" name="connsiteY1165"/>
                  <a:gd fmla="*/ 2656808 w 4414571" name="connsiteX1166"/>
                  <a:gd fmla="*/ 680752 h 2472690" name="connsiteY1166"/>
                  <a:gd fmla="*/ 1087279 w 4414571" name="connsiteX1167"/>
                  <a:gd fmla="*/ 629126 h 2472690" name="connsiteY1167"/>
                  <a:gd fmla="*/ 1082802 w 4414571" name="connsiteX1168"/>
                  <a:gd fmla="*/ 627602 h 2472690" name="connsiteY1168"/>
                  <a:gd fmla="*/ 1080516 w 4414571" name="connsiteX1169"/>
                  <a:gd fmla="*/ 622935 h 2472690" name="connsiteY1169"/>
                  <a:gd fmla="*/ 1082326 w 4414571" name="connsiteX1170"/>
                  <a:gd fmla="*/ 617982 h 2472690" name="connsiteY1170"/>
                  <a:gd fmla="*/ 1112425 w 4414571" name="connsiteX1171"/>
                  <a:gd fmla="*/ 584740 h 2472690" name="connsiteY1171"/>
                  <a:gd fmla="*/ 1122045 w 4414571" name="connsiteX1172"/>
                  <a:gd fmla="*/ 584263 h 2472690" name="connsiteY1172"/>
                  <a:gd fmla="*/ 1124236 w 4414571" name="connsiteX1173"/>
                  <a:gd fmla="*/ 589216 h 2472690" name="connsiteY1173"/>
                  <a:gd fmla="*/ 1122426 w 4414571" name="connsiteX1174"/>
                  <a:gd fmla="*/ 593503 h 2472690" name="connsiteY1174"/>
                  <a:gd fmla="*/ 1122426 w 4414571" name="connsiteX1175"/>
                  <a:gd fmla="*/ 593693 h 2472690" name="connsiteY1175"/>
                  <a:gd fmla="*/ 1121950 w 4414571" name="connsiteX1176"/>
                  <a:gd fmla="*/ 594170 h 2472690" name="connsiteY1176"/>
                  <a:gd fmla="*/ 1092137 w 4414571" name="connsiteX1177"/>
                  <a:gd fmla="*/ 627126 h 2472690" name="connsiteY1177"/>
                  <a:gd fmla="*/ 1087279 w 4414571" name="connsiteX1178"/>
                  <a:gd fmla="*/ 629126 h 2472690" name="connsiteY1178"/>
                  <a:gd fmla="*/ 1710309 w 4414571" name="connsiteX1179"/>
                  <a:gd fmla="*/ 600837 h 2472690" name="connsiteY1179"/>
                  <a:gd fmla="*/ 1708690 w 4414571" name="connsiteX1180"/>
                  <a:gd fmla="*/ 600647 h 2472690" name="connsiteY1180"/>
                  <a:gd fmla="*/ 1703546 w 4414571" name="connsiteX1181"/>
                  <a:gd fmla="*/ 594170 h 2472690" name="connsiteY1181"/>
                  <a:gd fmla="*/ 1703737 w 4414571" name="connsiteX1182"/>
                  <a:gd fmla="*/ 592646 h 2472690" name="connsiteY1182"/>
                  <a:gd fmla="*/ 1714309 w 4414571" name="connsiteX1183"/>
                  <a:gd fmla="*/ 548830 h 2472690" name="connsiteY1183"/>
                  <a:gd fmla="*/ 1722406 w 4414571" name="connsiteX1184"/>
                  <a:gd fmla="*/ 543878 h 2472690" name="connsiteY1184"/>
                  <a:gd fmla="*/ 1726692 w 4414571" name="connsiteX1185"/>
                  <a:gd fmla="*/ 546830 h 2472690" name="connsiteY1185"/>
                  <a:gd fmla="*/ 1727359 w 4414571" name="connsiteX1186"/>
                  <a:gd fmla="*/ 551974 h 2472690" name="connsiteY1186"/>
                  <a:gd fmla="*/ 1716786 w 4414571" name="connsiteX1187"/>
                  <a:gd fmla="*/ 595789 h 2472690" name="connsiteY1187"/>
                  <a:gd fmla="*/ 1710309 w 4414571" name="connsiteX1188"/>
                  <a:gd fmla="*/ 600837 h 2472690" name="connsiteY1188"/>
                  <a:gd fmla="*/ 2687098 w 4414571" name="connsiteX1189"/>
                  <a:gd fmla="*/ 596074 h 2472690" name="connsiteY1189"/>
                  <a:gd fmla="*/ 2685098 w 4414571" name="connsiteX1190"/>
                  <a:gd fmla="*/ 595884 h 2472690" name="connsiteY1190"/>
                  <a:gd fmla="*/ 2681288 w 4414571" name="connsiteX1191"/>
                  <a:gd fmla="*/ 592550 h 2472690" name="connsiteY1191"/>
                  <a:gd fmla="*/ 2680811 w 4414571" name="connsiteX1192"/>
                  <a:gd fmla="*/ 587407 h 2472690" name="connsiteY1192"/>
                  <a:gd fmla="*/ 2693575 w 4414571" name="connsiteX1193"/>
                  <a:gd fmla="*/ 544544 h 2472690" name="connsiteY1193"/>
                  <a:gd fmla="*/ 2701671 w 4414571" name="connsiteX1194"/>
                  <a:gd fmla="*/ 539877 h 2472690" name="connsiteY1194"/>
                  <a:gd fmla="*/ 2706624 w 4414571" name="connsiteX1195"/>
                  <a:gd fmla="*/ 546640 h 2472690" name="connsiteY1195"/>
                  <a:gd fmla="*/ 2706433 w 4414571" name="connsiteX1196"/>
                  <a:gd fmla="*/ 548259 h 2472690" name="connsiteY1196"/>
                  <a:gd fmla="*/ 2693670 w 4414571" name="connsiteX1197"/>
                  <a:gd fmla="*/ 591598 h 2472690" name="connsiteY1197"/>
                  <a:gd fmla="*/ 2687098 w 4414571" name="connsiteX1198"/>
                  <a:gd fmla="*/ 596074 h 2472690" name="connsiteY1198"/>
                  <a:gd fmla="*/ 1730978 w 4414571" name="connsiteX1199"/>
                  <a:gd fmla="*/ 513302 h 2472690" name="connsiteY1199"/>
                  <a:gd fmla="*/ 1729359 w 4414571" name="connsiteX1200"/>
                  <a:gd fmla="*/ 513112 h 2472690" name="connsiteY1200"/>
                  <a:gd fmla="*/ 1724215 w 4414571" name="connsiteX1201"/>
                  <a:gd fmla="*/ 506349 h 2472690" name="connsiteY1201"/>
                  <a:gd fmla="*/ 1724406 w 4414571" name="connsiteX1202"/>
                  <a:gd fmla="*/ 505015 h 2472690" name="connsiteY1202"/>
                  <a:gd fmla="*/ 1726025 w 4414571" name="connsiteX1203"/>
                  <a:gd fmla="*/ 497872 h 2472690" name="connsiteY1203"/>
                  <a:gd fmla="*/ 1727835 w 4414571" name="connsiteX1204"/>
                  <a:gd fmla="*/ 489585 h 2472690" name="connsiteY1204"/>
                  <a:gd fmla="*/ 1734788 w 4414571" name="connsiteX1205"/>
                  <a:gd fmla="*/ 461105 h 2472690" name="connsiteY1205"/>
                  <a:gd fmla="*/ 1742884 w 4414571" name="connsiteX1206"/>
                  <a:gd fmla="*/ 456438 h 2472690" name="connsiteY1206"/>
                  <a:gd fmla="*/ 1747838 w 4414571" name="connsiteX1207"/>
                  <a:gd fmla="*/ 464725 h 2472690" name="connsiteY1207"/>
                  <a:gd fmla="*/ 1740884 w 4414571" name="connsiteX1208"/>
                  <a:gd fmla="*/ 492538 h 2472690" name="connsiteY1208"/>
                  <a:gd fmla="*/ 1737741 w 4414571" name="connsiteX1209"/>
                  <a:gd fmla="*/ 507778 h 2472690" name="connsiteY1209"/>
                  <a:gd fmla="*/ 1737550 w 4414571" name="connsiteX1210"/>
                  <a:gd fmla="*/ 507968 h 2472690" name="connsiteY1210"/>
                  <a:gd fmla="*/ 1730978 w 4414571" name="connsiteX1211"/>
                  <a:gd fmla="*/ 513302 h 2472690" name="connsiteY1211"/>
                  <a:gd fmla="*/ 2710720 w 4414571" name="connsiteX1212"/>
                  <a:gd fmla="*/ 509492 h 2472690" name="connsiteY1212"/>
                  <a:gd fmla="*/ 2709386 w 4414571" name="connsiteX1213"/>
                  <a:gd fmla="*/ 509302 h 2472690" name="connsiteY1213"/>
                  <a:gd fmla="*/ 2705100 w 4414571" name="connsiteX1214"/>
                  <a:gd fmla="*/ 506349 h 2472690" name="connsiteY1214"/>
                  <a:gd fmla="*/ 2704243 w 4414571" name="connsiteX1215"/>
                  <a:gd fmla="*/ 501396 h 2472690" name="connsiteY1215"/>
                  <a:gd fmla="*/ 2712339 w 4414571" name="connsiteX1216"/>
                  <a:gd fmla="*/ 457581 h 2472690" name="connsiteY1216"/>
                  <a:gd fmla="*/ 2720245 w 4414571" name="connsiteX1217"/>
                  <a:gd fmla="*/ 451961 h 2472690" name="connsiteY1217"/>
                  <a:gd fmla="*/ 2725865 w 4414571" name="connsiteX1218"/>
                  <a:gd fmla="*/ 458438 h 2472690" name="connsiteY1218"/>
                  <a:gd fmla="*/ 2725865 w 4414571" name="connsiteX1219"/>
                  <a:gd fmla="*/ 459581 h 2472690" name="connsiteY1219"/>
                  <a:gd fmla="*/ 2717292 w 4414571" name="connsiteX1220"/>
                  <a:gd fmla="*/ 504063 h 2472690" name="connsiteY1220"/>
                  <a:gd fmla="*/ 2710720 w 4414571" name="connsiteX1221"/>
                  <a:gd fmla="*/ 509492 h 2472690" name="connsiteY1221"/>
                  <a:gd fmla="*/ 1754314 w 4414571" name="connsiteX1222"/>
                  <a:gd fmla="*/ 426625 h 2472690" name="connsiteY1222"/>
                  <a:gd fmla="*/ 1752124 w 4414571" name="connsiteX1223"/>
                  <a:gd fmla="*/ 426148 h 2472690" name="connsiteY1223"/>
                  <a:gd fmla="*/ 1747647 w 4414571" name="connsiteX1224"/>
                  <a:gd fmla="*/ 419862 h 2472690" name="connsiteY1224"/>
                  <a:gd fmla="*/ 1747838 w 4414571" name="connsiteX1225"/>
                  <a:gd fmla="*/ 417576 h 2472690" name="connsiteY1225"/>
                  <a:gd fmla="*/ 1764030 w 4414571" name="connsiteX1226"/>
                  <a:gd fmla="*/ 375190 h 2472690" name="connsiteY1226"/>
                  <a:gd fmla="*/ 1772983 w 4414571" name="connsiteX1227"/>
                  <a:gd fmla="*/ 371570 h 2472690" name="connsiteY1227"/>
                  <a:gd fmla="*/ 1776317 w 4414571" name="connsiteX1228"/>
                  <a:gd fmla="*/ 380524 h 2472690" name="connsiteY1228"/>
                  <a:gd fmla="*/ 1760601 w 4414571" name="connsiteX1229"/>
                  <a:gd fmla="*/ 421862 h 2472690" name="connsiteY1229"/>
                  <a:gd fmla="*/ 1754314 w 4414571" name="connsiteX1230"/>
                  <a:gd fmla="*/ 426625 h 2472690" name="connsiteY1230"/>
                  <a:gd fmla="*/ 2724150 w 4414571" name="connsiteX1231"/>
                  <a:gd fmla="*/ 420814 h 2472690" name="connsiteY1231"/>
                  <a:gd fmla="*/ 2723674 w 4414571" name="connsiteX1232"/>
                  <a:gd fmla="*/ 420814 h 2472690" name="connsiteY1232"/>
                  <a:gd fmla="*/ 2717387 w 4414571" name="connsiteX1233"/>
                  <a:gd fmla="*/ 413671 h 2472690" name="connsiteY1233"/>
                  <a:gd fmla="*/ 2718911 w 4414571" name="connsiteX1234"/>
                  <a:gd fmla="*/ 376428 h 2472690" name="connsiteY1234"/>
                  <a:gd fmla="*/ 2718911 w 4414571" name="connsiteX1235"/>
                  <a:gd fmla="*/ 369475 h 2472690" name="connsiteY1235"/>
                  <a:gd fmla="*/ 2720721 w 4414571" name="connsiteX1236"/>
                  <a:gd fmla="*/ 364522 h 2472690" name="connsiteY1236"/>
                  <a:gd fmla="*/ 2732437 w 4414571" name="connsiteX1237"/>
                  <a:gd fmla="*/ 369189 h 2472690" name="connsiteY1237"/>
                  <a:gd fmla="*/ 2732437 w 4414571" name="connsiteX1238"/>
                  <a:gd fmla="*/ 376333 h 2472690" name="connsiteY1238"/>
                  <a:gd fmla="*/ 2730817 w 4414571" name="connsiteX1239"/>
                  <a:gd fmla="*/ 414528 h 2472690" name="connsiteY1239"/>
                  <a:gd fmla="*/ 2724150 w 4414571" name="connsiteX1240"/>
                  <a:gd fmla="*/ 420814 h 2472690" name="connsiteY1240"/>
                  <a:gd fmla="*/ 1789081 w 4414571" name="connsiteX1241"/>
                  <a:gd fmla="*/ 344043 h 2472690" name="connsiteY1241"/>
                  <a:gd fmla="*/ 1786128 w 4414571" name="connsiteX1242"/>
                  <a:gd fmla="*/ 343186 h 2472690" name="connsiteY1242"/>
                  <a:gd fmla="*/ 1782318 w 4414571" name="connsiteX1243"/>
                  <a:gd fmla="*/ 337375 h 2472690" name="connsiteY1243"/>
                  <a:gd fmla="*/ 1783175 w 4414571" name="connsiteX1244"/>
                  <a:gd fmla="*/ 334232 h 2472690" name="connsiteY1244"/>
                  <a:gd fmla="*/ 1804988 w 4414571" name="connsiteX1245"/>
                  <a:gd fmla="*/ 294513 h 2472690" name="connsiteY1245"/>
                  <a:gd fmla="*/ 1814227 w 4414571" name="connsiteX1246"/>
                  <a:gd fmla="*/ 292322 h 2472690" name="connsiteY1246"/>
                  <a:gd fmla="*/ 1817370 w 4414571" name="connsiteX1247"/>
                  <a:gd fmla="*/ 296323 h 2472690" name="connsiteY1247"/>
                  <a:gd fmla="*/ 1816513 w 4414571" name="connsiteX1248"/>
                  <a:gd fmla="*/ 301466 h 2472690" name="connsiteY1248"/>
                  <a:gd fmla="*/ 1795177 w 4414571" name="connsiteX1249"/>
                  <a:gd fmla="*/ 340042 h 2472690" name="connsiteY1249"/>
                  <a:gd fmla="*/ 1795177 w 4414571" name="connsiteX1250"/>
                  <a:gd fmla="*/ 340233 h 2472690" name="connsiteY1250"/>
                  <a:gd fmla="*/ 1789081 w 4414571" name="connsiteX1251"/>
                  <a:gd fmla="*/ 344043 h 2472690" name="connsiteY1251"/>
                  <a:gd fmla="*/ 2722626 w 4414571" name="connsiteX1252"/>
                  <a:gd fmla="*/ 331280 h 2472690" name="connsiteY1252"/>
                  <a:gd fmla="*/ 2715863 w 4414571" name="connsiteX1253"/>
                  <a:gd fmla="*/ 325469 h 2472690" name="connsiteY1253"/>
                  <a:gd fmla="*/ 2707100 w 4414571" name="connsiteX1254"/>
                  <a:gd fmla="*/ 282607 h 2472690" name="connsiteY1254"/>
                  <a:gd fmla="*/ 2707100 w 4414571" name="connsiteX1255"/>
                  <a:gd fmla="*/ 282416 h 2472690" name="connsiteY1255"/>
                  <a:gd fmla="*/ 2706910 w 4414571" name="connsiteX1256"/>
                  <a:gd fmla="*/ 280797 h 2472690" name="connsiteY1256"/>
                  <a:gd fmla="*/ 2711863 w 4414571" name="connsiteX1257"/>
                  <a:gd fmla="*/ 274034 h 2472690" name="connsiteY1257"/>
                  <a:gd fmla="*/ 2720149 w 4414571" name="connsiteX1258"/>
                  <a:gd fmla="*/ 278701 h 2472690" name="connsiteY1258"/>
                  <a:gd fmla="*/ 2729103 w 4414571" name="connsiteX1259"/>
                  <a:gd fmla="*/ 323564 h 2472690" name="connsiteY1259"/>
                  <a:gd fmla="*/ 2723293 w 4414571" name="connsiteX1260"/>
                  <a:gd fmla="*/ 331184 h 2472690" name="connsiteY1260"/>
                  <a:gd fmla="*/ 2722626 w 4414571" name="connsiteX1261"/>
                  <a:gd fmla="*/ 331280 h 2472690" name="connsiteY1261"/>
                  <a:gd fmla="*/ 1835372 w 4414571" name="connsiteX1262"/>
                  <a:gd fmla="*/ 267081 h 2472690" name="connsiteY1262"/>
                  <a:gd fmla="*/ 1831277 w 4414571" name="connsiteX1263"/>
                  <a:gd fmla="*/ 265747 h 2472690" name="connsiteY1263"/>
                  <a:gd fmla="*/ 1828609 w 4414571" name="connsiteX1264"/>
                  <a:gd fmla="*/ 260128 h 2472690" name="connsiteY1264"/>
                  <a:gd fmla="*/ 1829753 w 4414571" name="connsiteX1265"/>
                  <a:gd fmla="*/ 256508 h 2472690" name="connsiteY1265"/>
                  <a:gd fmla="*/ 1857089 w 4414571" name="connsiteX1266"/>
                  <a:gd fmla="*/ 220123 h 2472690" name="connsiteY1266"/>
                  <a:gd fmla="*/ 1866519 w 4414571" name="connsiteX1267"/>
                  <a:gd fmla="*/ 219265 h 2472690" name="connsiteY1267"/>
                  <a:gd fmla="*/ 1868996 w 4414571" name="connsiteX1268"/>
                  <a:gd fmla="*/ 223742 h 2472690" name="connsiteY1268"/>
                  <a:gd fmla="*/ 1867662 w 4414571" name="connsiteX1269"/>
                  <a:gd fmla="*/ 228695 h 2472690" name="connsiteY1269"/>
                  <a:gd fmla="*/ 1840992 w 4414571" name="connsiteX1270"/>
                  <a:gd fmla="*/ 263938 h 2472690" name="connsiteY1270"/>
                  <a:gd fmla="*/ 1840706 w 4414571" name="connsiteX1271"/>
                  <a:gd fmla="*/ 264128 h 2472690" name="connsiteY1271"/>
                  <a:gd fmla="*/ 1835372 w 4414571" name="connsiteX1272"/>
                  <a:gd fmla="*/ 267081 h 2472690" name="connsiteY1272"/>
                  <a:gd fmla="*/ 2698147 w 4414571" name="connsiteX1273"/>
                  <a:gd fmla="*/ 245269 h 2472690" name="connsiteY1273"/>
                  <a:gd fmla="*/ 2692051 w 4414571" name="connsiteX1274"/>
                  <a:gd fmla="*/ 241268 h 2472690" name="connsiteY1274"/>
                  <a:gd fmla="*/ 2670239 w 4414571" name="connsiteX1275"/>
                  <a:gd fmla="*/ 203549 h 2472690" name="connsiteY1275"/>
                  <a:gd fmla="*/ 2669096 w 4414571" name="connsiteX1276"/>
                  <a:gd fmla="*/ 199739 h 2472690" name="connsiteY1276"/>
                  <a:gd fmla="*/ 2672048 w 4414571" name="connsiteX1277"/>
                  <a:gd fmla="*/ 194120 h 2472690" name="connsiteY1277"/>
                  <a:gd fmla="*/ 2681288 w 4414571" name="connsiteX1278"/>
                  <a:gd fmla="*/ 195643 h 2472690" name="connsiteY1278"/>
                  <a:gd fmla="*/ 2704433 w 4414571" name="connsiteX1279"/>
                  <a:gd fmla="*/ 235648 h 2472690" name="connsiteY1279"/>
                  <a:gd fmla="*/ 2701099 w 4414571" name="connsiteX1280"/>
                  <a:gd fmla="*/ 244602 h 2472690" name="connsiteY1280"/>
                  <a:gd fmla="*/ 2698147 w 4414571" name="connsiteX1281"/>
                  <a:gd fmla="*/ 245269 h 2472690" name="connsiteY1281"/>
                  <a:gd fmla="*/ 1891665 w 4414571" name="connsiteX1282"/>
                  <a:gd fmla="*/ 197453 h 2472690" name="connsiteY1282"/>
                  <a:gd fmla="*/ 1887188 w 4414571" name="connsiteX1283"/>
                  <a:gd fmla="*/ 195453 h 2472690" name="connsiteY1283"/>
                  <a:gd fmla="*/ 1885188 w 4414571" name="connsiteX1284"/>
                  <a:gd fmla="*/ 190500 h 2472690" name="connsiteY1284"/>
                  <a:gd fmla="*/ 1886998 w 4414571" name="connsiteX1285"/>
                  <a:gd fmla="*/ 186023 h 2472690" name="connsiteY1285"/>
                  <a:gd fmla="*/ 1919097 w 4414571" name="connsiteX1286"/>
                  <a:gd fmla="*/ 154114 h 2472690" name="connsiteY1286"/>
                  <a:gd fmla="*/ 1928527 w 4414571" name="connsiteX1287"/>
                  <a:gd fmla="*/ 154305 h 2472690" name="connsiteY1287"/>
                  <a:gd fmla="*/ 1930337 w 4414571" name="connsiteX1288"/>
                  <a:gd fmla="*/ 159258 h 2472690" name="connsiteY1288"/>
                  <a:gd fmla="*/ 1928336 w 4414571" name="connsiteX1289"/>
                  <a:gd fmla="*/ 164021 h 2472690" name="connsiteY1289"/>
                  <a:gd fmla="*/ 1896713 w 4414571" name="connsiteX1290"/>
                  <a:gd fmla="*/ 195167 h 2472690" name="connsiteY1290"/>
                  <a:gd fmla="*/ 1891665 w 4414571" name="connsiteX1291"/>
                  <a:gd fmla="*/ 197453 h 2472690" name="connsiteY1291"/>
                  <a:gd fmla="*/ 2647188 w 4414571" name="connsiteX1292"/>
                  <a:gd fmla="*/ 171926 h 2472690" name="connsiteY1292"/>
                  <a:gd fmla="*/ 2642235 w 4414571" name="connsiteX1293"/>
                  <a:gd fmla="*/ 169926 h 2472690" name="connsiteY1293"/>
                  <a:gd fmla="*/ 2610326 w 4414571" name="connsiteX1294"/>
                  <a:gd fmla="*/ 138970 h 2472690" name="connsiteY1294"/>
                  <a:gd fmla="*/ 2608326 w 4414571" name="connsiteX1295"/>
                  <a:gd fmla="*/ 134017 h 2472690" name="connsiteY1295"/>
                  <a:gd fmla="*/ 2609945 w 4414571" name="connsiteX1296"/>
                  <a:gd fmla="*/ 129540 h 2472690" name="connsiteY1296"/>
                  <a:gd fmla="*/ 2619566 w 4414571" name="connsiteX1297"/>
                  <a:gd fmla="*/ 128873 h 2472690" name="connsiteY1297"/>
                  <a:gd fmla="*/ 2651855 w 4414571" name="connsiteX1298"/>
                  <a:gd fmla="*/ 160782 h 2472690" name="connsiteY1298"/>
                  <a:gd fmla="*/ 2651570 w 4414571" name="connsiteX1299"/>
                  <a:gd fmla="*/ 170212 h 2472690" name="connsiteY1299"/>
                  <a:gd fmla="*/ 2647188 w 4414571" name="connsiteX1300"/>
                  <a:gd fmla="*/ 171926 h 2472690" name="connsiteY1300"/>
                  <a:gd fmla="*/ 1957673 w 4414571" name="connsiteX1301"/>
                  <a:gd fmla="*/ 136398 h 2472690" name="connsiteY1301"/>
                  <a:gd fmla="*/ 1952530 w 4414571" name="connsiteX1302"/>
                  <a:gd fmla="*/ 133921 h 2472690" name="connsiteY1302"/>
                  <a:gd fmla="*/ 1950911 w 4414571" name="connsiteX1303"/>
                  <a:gd fmla="*/ 129635 h 2472690" name="connsiteY1303"/>
                  <a:gd fmla="*/ 1953578 w 4414571" name="connsiteX1304"/>
                  <a:gd fmla="*/ 124492 h 2472690" name="connsiteY1304"/>
                  <a:gd fmla="*/ 1989963 w 4414571" name="connsiteX1305"/>
                  <a:gd fmla="*/ 97536 h 2472690" name="connsiteY1305"/>
                  <a:gd fmla="*/ 1999393 w 4414571" name="connsiteX1306"/>
                  <a:gd fmla="*/ 99346 h 2472690" name="connsiteY1306"/>
                  <a:gd fmla="*/ 2000536 w 4414571" name="connsiteX1307"/>
                  <a:gd fmla="*/ 104299 h 2472690" name="connsiteY1307"/>
                  <a:gd fmla="*/ 1997583 w 4414571" name="connsiteX1308"/>
                  <a:gd fmla="*/ 108585 h 2472690" name="connsiteY1308"/>
                  <a:gd fmla="*/ 1961864 w 4414571" name="connsiteX1309"/>
                  <a:gd fmla="*/ 135064 h 2472690" name="connsiteY1309"/>
                  <a:gd fmla="*/ 1957673 w 4414571" name="connsiteX1310"/>
                  <a:gd fmla="*/ 136398 h 2472690" name="connsiteY1310"/>
                  <a:gd fmla="*/ 2580513 w 4414571" name="connsiteX1311"/>
                  <a:gd fmla="*/ 111919 h 2472690" name="connsiteY1311"/>
                  <a:gd fmla="*/ 2576513 w 4414571" name="connsiteX1312"/>
                  <a:gd fmla="*/ 110585 h 2472690" name="connsiteY1312"/>
                  <a:gd fmla="*/ 2540127 w 4414571" name="connsiteX1313"/>
                  <a:gd fmla="*/ 85249 h 2472690" name="connsiteY1313"/>
                  <a:gd fmla="*/ 2536984 w 4414571" name="connsiteX1314"/>
                  <a:gd fmla="*/ 79438 h 2472690" name="connsiteY1314"/>
                  <a:gd fmla="*/ 2537841 w 4414571" name="connsiteX1315"/>
                  <a:gd fmla="*/ 76105 h 2472690" name="connsiteY1315"/>
                  <a:gd fmla="*/ 2547271 w 4414571" name="connsiteX1316"/>
                  <a:gd fmla="*/ 73914 h 2472690" name="connsiteY1316"/>
                  <a:gd fmla="*/ 2584514 w 4414571" name="connsiteX1317"/>
                  <a:gd fmla="*/ 99917 h 2472690" name="connsiteY1317"/>
                  <a:gd fmla="*/ 2586990 w 4414571" name="connsiteX1318"/>
                  <a:gd fmla="*/ 104394 h 2472690" name="connsiteY1318"/>
                  <a:gd fmla="*/ 2585847 w 4414571" name="connsiteX1319"/>
                  <a:gd fmla="*/ 109347 h 2472690" name="connsiteY1319"/>
                  <a:gd fmla="*/ 2580513 w 4414571" name="connsiteX1320"/>
                  <a:gd fmla="*/ 111919 h 2472690" name="connsiteY1320"/>
                  <a:gd fmla="*/ 2031968 w 4414571" name="connsiteX1321"/>
                  <a:gd fmla="*/ 85915 h 2472690" name="connsiteY1321"/>
                  <a:gd fmla="*/ 2026158 w 4414571" name="connsiteX1322"/>
                  <a:gd fmla="*/ 82582 h 2472690" name="connsiteY1322"/>
                  <a:gd fmla="*/ 2025301 w 4414571" name="connsiteX1323"/>
                  <a:gd fmla="*/ 79438 h 2472690" name="connsiteY1323"/>
                  <a:gd fmla="*/ 2028634 w 4414571" name="connsiteX1324"/>
                  <a:gd fmla="*/ 73342 h 2472690" name="connsiteY1324"/>
                  <a:gd fmla="*/ 2068830 w 4414571" name="connsiteX1325"/>
                  <a:gd fmla="*/ 52292 h 2472690" name="connsiteY1325"/>
                  <a:gd fmla="*/ 2077783 w 4414571" name="connsiteX1326"/>
                  <a:gd fmla="*/ 55626 h 2472690" name="connsiteY1326"/>
                  <a:gd fmla="*/ 2074640 w 4414571" name="connsiteX1327"/>
                  <a:gd fmla="*/ 64579 h 2472690" name="connsiteY1327"/>
                  <a:gd fmla="*/ 2035397 w 4414571" name="connsiteX1328"/>
                  <a:gd fmla="*/ 84963 h 2472690" name="connsiteY1328"/>
                  <a:gd fmla="*/ 2031968 w 4414571" name="connsiteX1329"/>
                  <a:gd fmla="*/ 85915 h 2472690" name="connsiteY1329"/>
                  <a:gd fmla="*/ 2504694 w 4414571" name="connsiteX1330"/>
                  <a:gd fmla="*/ 64198 h 2472690" name="connsiteY1330"/>
                  <a:gd fmla="*/ 2501551 w 4414571" name="connsiteX1331"/>
                  <a:gd fmla="*/ 63532 h 2472690" name="connsiteY1331"/>
                  <a:gd fmla="*/ 2461355 w 4414571" name="connsiteX1332"/>
                  <a:gd fmla="*/ 45339 h 2472690" name="connsiteY1332"/>
                  <a:gd fmla="*/ 2457069 w 4414571" name="connsiteX1333"/>
                  <a:gd fmla="*/ 39243 h 2472690" name="connsiteY1333"/>
                  <a:gd fmla="*/ 2457545 w 4414571" name="connsiteX1334"/>
                  <a:gd fmla="*/ 36576 h 2472690" name="connsiteY1334"/>
                  <a:gd fmla="*/ 2466308 w 4414571" name="connsiteX1335"/>
                  <a:gd fmla="*/ 32766 h 2472690" name="connsiteY1335"/>
                  <a:gd fmla="*/ 2507647 w 4414571" name="connsiteX1336"/>
                  <a:gd fmla="*/ 51435 h 2472690" name="connsiteY1336"/>
                  <a:gd fmla="*/ 2510790 w 4414571" name="connsiteX1337"/>
                  <a:gd fmla="*/ 60674 h 2472690" name="connsiteY1337"/>
                  <a:gd fmla="*/ 2504694 w 4414571" name="connsiteX1338"/>
                  <a:gd fmla="*/ 64198 h 2472690" name="connsiteY1338"/>
                  <a:gd fmla="*/ 2113026 w 4414571" name="connsiteX1339"/>
                  <a:gd fmla="*/ 47530 h 2472690" name="connsiteY1339"/>
                  <a:gd fmla="*/ 2106740 w 4414571" name="connsiteX1340"/>
                  <a:gd fmla="*/ 43243 h 2472690" name="connsiteY1340"/>
                  <a:gd fmla="*/ 2106263 w 4414571" name="connsiteX1341"/>
                  <a:gd fmla="*/ 40767 h 2472690" name="connsiteY1341"/>
                  <a:gd fmla="*/ 2110549 w 4414571" name="connsiteX1342"/>
                  <a:gd fmla="*/ 34480 h 2472690" name="connsiteY1342"/>
                  <a:gd fmla="*/ 2153603 w 4414571" name="connsiteX1343"/>
                  <a:gd fmla="*/ 20098 h 2472690" name="connsiteY1343"/>
                  <a:gd fmla="*/ 2161889 w 4414571" name="connsiteX1344"/>
                  <a:gd fmla="*/ 24574 h 2472690" name="connsiteY1344"/>
                  <a:gd fmla="*/ 2161223 w 4414571" name="connsiteX1345"/>
                  <a:gd fmla="*/ 29718 h 2472690" name="connsiteY1345"/>
                  <a:gd fmla="*/ 2157413 w 4414571" name="connsiteX1346"/>
                  <a:gd fmla="*/ 32861 h 2472690" name="connsiteY1346"/>
                  <a:gd fmla="*/ 2115217 w 4414571" name="connsiteX1347"/>
                  <a:gd fmla="*/ 46958 h 2472690" name="connsiteY1347"/>
                  <a:gd fmla="*/ 2113026 w 4414571" name="connsiteX1348"/>
                  <a:gd fmla="*/ 47530 h 2472690" name="connsiteY1348"/>
                  <a:gd fmla="*/ 2421160 w 4414571" name="connsiteX1349"/>
                  <a:gd fmla="*/ 31432 h 2472690" name="connsiteY1349"/>
                  <a:gd fmla="*/ 2419350 w 4414571" name="connsiteX1350"/>
                  <a:gd fmla="*/ 30956 h 2472690" name="connsiteY1350"/>
                  <a:gd fmla="*/ 2376297 w 4414571" name="connsiteX1351"/>
                  <a:gd fmla="*/ 21050 h 2472690" name="connsiteY1351"/>
                  <a:gd fmla="*/ 2370868 w 4414571" name="connsiteX1352"/>
                  <a:gd fmla="*/ 14573 h 2472690" name="connsiteY1352"/>
                  <a:gd fmla="*/ 2370868 w 4414571" name="connsiteX1353"/>
                  <a:gd fmla="*/ 13240 h 2472690" name="connsiteY1353"/>
                  <a:gd fmla="*/ 2378774 w 4414571" name="connsiteX1354"/>
                  <a:gd fmla="*/ 7810 h 2472690" name="connsiteY1354"/>
                  <a:gd fmla="*/ 2423160 w 4414571" name="connsiteX1355"/>
                  <a:gd fmla="*/ 18097 h 2472690" name="connsiteY1355"/>
                  <a:gd fmla="*/ 2427637 w 4414571" name="connsiteX1356"/>
                  <a:gd fmla="*/ 26384 h 2472690" name="connsiteY1356"/>
                  <a:gd fmla="*/ 2421160 w 4414571" name="connsiteX1357"/>
                  <a:gd fmla="*/ 31432 h 2472690" name="connsiteY1357"/>
                  <a:gd fmla="*/ 2199227 w 4414571" name="connsiteX1358"/>
                  <a:gd fmla="*/ 22860 h 2472690" name="connsiteY1358"/>
                  <a:gd fmla="*/ 2192465 w 4414571" name="connsiteX1359"/>
                  <a:gd fmla="*/ 17240 h 2472690" name="connsiteY1359"/>
                  <a:gd fmla="*/ 2192465 w 4414571" name="connsiteX1360"/>
                  <a:gd fmla="*/ 15907 h 2472690" name="connsiteY1360"/>
                  <a:gd fmla="*/ 2197894 w 4414571" name="connsiteX1361"/>
                  <a:gd fmla="*/ 9430 h 2472690" name="connsiteY1361"/>
                  <a:gd fmla="*/ 2242757 w 4414571" name="connsiteX1362"/>
                  <a:gd fmla="*/ 2667 h 2472690" name="connsiteY1362"/>
                  <a:gd fmla="*/ 2250186 w 4414571" name="connsiteX1363"/>
                  <a:gd fmla="*/ 8763 h 2472690" name="connsiteY1363"/>
                  <a:gd fmla="*/ 2244185 w 4414571" name="connsiteX1364"/>
                  <a:gd fmla="*/ 16192 h 2472690" name="connsiteY1364"/>
                  <a:gd fmla="*/ 2200370 w 4414571" name="connsiteX1365"/>
                  <a:gd fmla="*/ 22670 h 2472690" name="connsiteY1365"/>
                  <a:gd fmla="*/ 2199227 w 4414571" name="connsiteX1366"/>
                  <a:gd fmla="*/ 22860 h 2472690" name="connsiteY1366"/>
                  <a:gd fmla="*/ 2333149 w 4414571" name="connsiteX1367"/>
                  <a:gd fmla="*/ 15240 h 2472690" name="connsiteY1367"/>
                  <a:gd fmla="*/ 2332482 w 4414571" name="connsiteX1368"/>
                  <a:gd fmla="*/ 15240 h 2472690" name="connsiteY1368"/>
                  <a:gd fmla="*/ 2288286 w 4414571" name="connsiteX1369"/>
                  <a:gd fmla="*/ 13716 h 2472690" name="connsiteY1369"/>
                  <a:gd fmla="*/ 2281523 w 4414571" name="connsiteX1370"/>
                  <a:gd fmla="*/ 6953 h 2472690" name="connsiteY1370"/>
                  <a:gd fmla="*/ 2288286 w 4414571" name="connsiteX1371"/>
                  <a:gd fmla="*/ 0 h 2472690" name="connsiteY1371"/>
                  <a:gd fmla="*/ 2293715 w 4414571" name="connsiteX1372"/>
                  <a:gd fmla="*/ 0 h 2472690" name="connsiteY1372"/>
                  <a:gd fmla="*/ 2333625 w 4414571" name="connsiteX1373"/>
                  <a:gd fmla="*/ 1810 h 2472690" name="connsiteY1373"/>
                  <a:gd fmla="*/ 2339721 w 4414571" name="connsiteX1374"/>
                  <a:gd fmla="*/ 8954 h 2472690" name="connsiteY1374"/>
                  <a:gd fmla="*/ 2333149 w 4414571" name="connsiteX1375"/>
                  <a:gd fmla="*/ 15240 h 2472690" name="connsiteY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</a:cxnLst>
                <a:rect b="b" l="l" r="r" t="t"/>
                <a:pathLst>
                  <a:path h="2472690" w="4414571">
                    <a:moveTo>
                      <a:pt x="397288" y="2472690"/>
                    </a:moveTo>
                    <a:lnTo>
                      <a:pt x="397288" y="2472690"/>
                    </a:lnTo>
                    <a:cubicBezTo>
                      <a:pt x="393478" y="2472690"/>
                      <a:pt x="390525" y="2469737"/>
                      <a:pt x="390525" y="2465927"/>
                    </a:cubicBezTo>
                    <a:cubicBezTo>
                      <a:pt x="390525" y="2464403"/>
                      <a:pt x="391192" y="2462594"/>
                      <a:pt x="392335" y="2461260"/>
                    </a:cubicBezTo>
                    <a:cubicBezTo>
                      <a:pt x="393668" y="2460117"/>
                      <a:pt x="395478" y="2459260"/>
                      <a:pt x="397288" y="2459260"/>
                    </a:cubicBezTo>
                    <a:cubicBezTo>
                      <a:pt x="412147" y="2459260"/>
                      <a:pt x="426910" y="2458593"/>
                      <a:pt x="441484" y="2457450"/>
                    </a:cubicBezTo>
                    <a:cubicBezTo>
                      <a:pt x="445960" y="2457260"/>
                      <a:pt x="448246" y="2459926"/>
                      <a:pt x="448627" y="2463546"/>
                    </a:cubicBezTo>
                    <a:cubicBezTo>
                      <a:pt x="448627" y="2465356"/>
                      <a:pt x="448151" y="2467166"/>
                      <a:pt x="447008" y="2468499"/>
                    </a:cubicBezTo>
                    <a:cubicBezTo>
                      <a:pt x="445865" y="2469833"/>
                      <a:pt x="444055" y="2470785"/>
                      <a:pt x="442341" y="2470976"/>
                    </a:cubicBezTo>
                    <a:cubicBezTo>
                      <a:pt x="428054" y="2472023"/>
                      <a:pt x="412813" y="2472690"/>
                      <a:pt x="397288" y="2472690"/>
                    </a:cubicBezTo>
                    <a:close/>
                    <a:moveTo>
                      <a:pt x="352425" y="2471643"/>
                    </a:moveTo>
                    <a:cubicBezTo>
                      <a:pt x="352234" y="2471643"/>
                      <a:pt x="352234" y="2471643"/>
                      <a:pt x="351949" y="2471643"/>
                    </a:cubicBezTo>
                    <a:cubicBezTo>
                      <a:pt x="336899" y="2470785"/>
                      <a:pt x="321659" y="2469166"/>
                      <a:pt x="306800" y="2467356"/>
                    </a:cubicBezTo>
                    <a:cubicBezTo>
                      <a:pt x="303467" y="2466689"/>
                      <a:pt x="300990" y="2463737"/>
                      <a:pt x="300990" y="2460403"/>
                    </a:cubicBezTo>
                    <a:cubicBezTo>
                      <a:pt x="300990" y="2460212"/>
                      <a:pt x="300990" y="2459926"/>
                      <a:pt x="300990" y="2459736"/>
                    </a:cubicBezTo>
                    <a:cubicBezTo>
                      <a:pt x="301466" y="2456117"/>
                      <a:pt x="304800" y="2453449"/>
                      <a:pt x="308610" y="2453926"/>
                    </a:cubicBezTo>
                    <a:cubicBezTo>
                      <a:pt x="322707" y="2455735"/>
                      <a:pt x="337375" y="2457260"/>
                      <a:pt x="352806" y="2458212"/>
                    </a:cubicBezTo>
                    <a:cubicBezTo>
                      <a:pt x="356425" y="2458403"/>
                      <a:pt x="359283" y="2461546"/>
                      <a:pt x="359092" y="2465356"/>
                    </a:cubicBezTo>
                    <a:cubicBezTo>
                      <a:pt x="358902" y="2468689"/>
                      <a:pt x="356044" y="2471643"/>
                      <a:pt x="352425" y="2471643"/>
                    </a:cubicBezTo>
                    <a:close/>
                    <a:moveTo>
                      <a:pt x="486442" y="2465737"/>
                    </a:moveTo>
                    <a:cubicBezTo>
                      <a:pt x="483108" y="2465737"/>
                      <a:pt x="480346" y="2463261"/>
                      <a:pt x="479965" y="2459926"/>
                    </a:cubicBezTo>
                    <a:cubicBezTo>
                      <a:pt x="479774" y="2459736"/>
                      <a:pt x="479774" y="2459260"/>
                      <a:pt x="479774" y="2459070"/>
                    </a:cubicBezTo>
                    <a:cubicBezTo>
                      <a:pt x="479774" y="2455735"/>
                      <a:pt x="482251" y="2452973"/>
                      <a:pt x="485584" y="2452307"/>
                    </a:cubicBezTo>
                    <a:cubicBezTo>
                      <a:pt x="500158" y="2450306"/>
                      <a:pt x="514731" y="2447353"/>
                      <a:pt x="529114" y="2444211"/>
                    </a:cubicBezTo>
                    <a:cubicBezTo>
                      <a:pt x="532447" y="2443544"/>
                      <a:pt x="536257" y="2445734"/>
                      <a:pt x="536924" y="2449354"/>
                    </a:cubicBezTo>
                    <a:cubicBezTo>
                      <a:pt x="537400" y="2451164"/>
                      <a:pt x="537115" y="2452973"/>
                      <a:pt x="536067" y="2454307"/>
                    </a:cubicBezTo>
                    <a:cubicBezTo>
                      <a:pt x="535210" y="2455926"/>
                      <a:pt x="533876" y="2456974"/>
                      <a:pt x="532066" y="2457450"/>
                    </a:cubicBezTo>
                    <a:cubicBezTo>
                      <a:pt x="517493" y="2460593"/>
                      <a:pt x="502634" y="2463546"/>
                      <a:pt x="487585" y="2465737"/>
                    </a:cubicBezTo>
                    <a:cubicBezTo>
                      <a:pt x="487108" y="2465737"/>
                      <a:pt x="486823" y="2465737"/>
                      <a:pt x="486442" y="2465737"/>
                    </a:cubicBezTo>
                    <a:close/>
                    <a:moveTo>
                      <a:pt x="263271" y="2460117"/>
                    </a:moveTo>
                    <a:cubicBezTo>
                      <a:pt x="262985" y="2460117"/>
                      <a:pt x="262604" y="2459926"/>
                      <a:pt x="262128" y="2459926"/>
                    </a:cubicBezTo>
                    <a:cubicBezTo>
                      <a:pt x="257175" y="2459070"/>
                      <a:pt x="250698" y="2457736"/>
                      <a:pt x="244411" y="2456117"/>
                    </a:cubicBezTo>
                    <a:cubicBezTo>
                      <a:pt x="235267" y="2454116"/>
                      <a:pt x="226504" y="2452116"/>
                      <a:pt x="217932" y="2449639"/>
                    </a:cubicBezTo>
                    <a:lnTo>
                      <a:pt x="217742" y="2449639"/>
                    </a:lnTo>
                    <a:cubicBezTo>
                      <a:pt x="214789" y="2448782"/>
                      <a:pt x="212788" y="2446020"/>
                      <a:pt x="213074" y="2443162"/>
                    </a:cubicBezTo>
                    <a:cubicBezTo>
                      <a:pt x="213074" y="2442686"/>
                      <a:pt x="213074" y="2442019"/>
                      <a:pt x="213265" y="2441353"/>
                    </a:cubicBezTo>
                    <a:cubicBezTo>
                      <a:pt x="214122" y="2438019"/>
                      <a:pt x="217742" y="2435924"/>
                      <a:pt x="221171" y="2436685"/>
                    </a:cubicBezTo>
                    <a:cubicBezTo>
                      <a:pt x="221361" y="2436685"/>
                      <a:pt x="221361" y="2436685"/>
                      <a:pt x="221647" y="2436685"/>
                    </a:cubicBezTo>
                    <a:cubicBezTo>
                      <a:pt x="221837" y="2436876"/>
                      <a:pt x="222123" y="2436876"/>
                      <a:pt x="222313" y="2437162"/>
                    </a:cubicBezTo>
                    <a:cubicBezTo>
                      <a:pt x="229934" y="2439162"/>
                      <a:pt x="238220" y="2441162"/>
                      <a:pt x="247459" y="2443258"/>
                    </a:cubicBezTo>
                    <a:cubicBezTo>
                      <a:pt x="252793" y="2444401"/>
                      <a:pt x="258699" y="2445734"/>
                      <a:pt x="264700" y="2446877"/>
                    </a:cubicBezTo>
                    <a:cubicBezTo>
                      <a:pt x="268319" y="2447544"/>
                      <a:pt x="270796" y="2451164"/>
                      <a:pt x="270129" y="2454783"/>
                    </a:cubicBezTo>
                    <a:cubicBezTo>
                      <a:pt x="269367" y="2457736"/>
                      <a:pt x="266700" y="2460117"/>
                      <a:pt x="263271" y="2460117"/>
                    </a:cubicBezTo>
                    <a:close/>
                    <a:moveTo>
                      <a:pt x="573691" y="2446210"/>
                    </a:moveTo>
                    <a:cubicBezTo>
                      <a:pt x="570738" y="2446210"/>
                      <a:pt x="568071" y="2444401"/>
                      <a:pt x="567404" y="2441543"/>
                    </a:cubicBezTo>
                    <a:cubicBezTo>
                      <a:pt x="567214" y="2440876"/>
                      <a:pt x="566928" y="2440210"/>
                      <a:pt x="566928" y="2439543"/>
                    </a:cubicBezTo>
                    <a:cubicBezTo>
                      <a:pt x="566928" y="2436590"/>
                      <a:pt x="568928" y="2433923"/>
                      <a:pt x="571881" y="2433257"/>
                    </a:cubicBezTo>
                    <a:cubicBezTo>
                      <a:pt x="585788" y="2428970"/>
                      <a:pt x="599980" y="2424303"/>
                      <a:pt x="613886" y="2419160"/>
                    </a:cubicBezTo>
                    <a:cubicBezTo>
                      <a:pt x="617411" y="2418017"/>
                      <a:pt x="621316" y="2419827"/>
                      <a:pt x="622649" y="2423160"/>
                    </a:cubicBezTo>
                    <a:cubicBezTo>
                      <a:pt x="623983" y="2426780"/>
                      <a:pt x="622173" y="2430589"/>
                      <a:pt x="618649" y="2431923"/>
                    </a:cubicBezTo>
                    <a:cubicBezTo>
                      <a:pt x="603790" y="2437352"/>
                      <a:pt x="589883" y="2442019"/>
                      <a:pt x="575977" y="2446115"/>
                    </a:cubicBezTo>
                    <a:lnTo>
                      <a:pt x="575786" y="2446115"/>
                    </a:lnTo>
                    <a:cubicBezTo>
                      <a:pt x="575024" y="2446210"/>
                      <a:pt x="574357" y="2446210"/>
                      <a:pt x="573691" y="2446210"/>
                    </a:cubicBezTo>
                    <a:close/>
                    <a:moveTo>
                      <a:pt x="176879" y="2436114"/>
                    </a:moveTo>
                    <a:cubicBezTo>
                      <a:pt x="176213" y="2436114"/>
                      <a:pt x="175355" y="2435924"/>
                      <a:pt x="174688" y="2435638"/>
                    </a:cubicBezTo>
                    <a:cubicBezTo>
                      <a:pt x="159829" y="2430018"/>
                      <a:pt x="145923" y="2423732"/>
                      <a:pt x="132969" y="2416969"/>
                    </a:cubicBezTo>
                    <a:cubicBezTo>
                      <a:pt x="130778" y="2415826"/>
                      <a:pt x="129350" y="2413635"/>
                      <a:pt x="129350" y="2411158"/>
                    </a:cubicBezTo>
                    <a:cubicBezTo>
                      <a:pt x="129350" y="2410016"/>
                      <a:pt x="129635" y="2408968"/>
                      <a:pt x="130207" y="2408015"/>
                    </a:cubicBezTo>
                    <a:cubicBezTo>
                      <a:pt x="131826" y="2404872"/>
                      <a:pt x="136017" y="2403539"/>
                      <a:pt x="139160" y="2405062"/>
                    </a:cubicBezTo>
                    <a:cubicBezTo>
                      <a:pt x="151543" y="2411539"/>
                      <a:pt x="164973" y="2417635"/>
                      <a:pt x="179356" y="2423065"/>
                    </a:cubicBezTo>
                    <a:cubicBezTo>
                      <a:pt x="181165" y="2423732"/>
                      <a:pt x="182499" y="2424874"/>
                      <a:pt x="183166" y="2426684"/>
                    </a:cubicBezTo>
                    <a:cubicBezTo>
                      <a:pt x="183832" y="2428303"/>
                      <a:pt x="184023" y="2430018"/>
                      <a:pt x="183356" y="2431828"/>
                    </a:cubicBezTo>
                    <a:cubicBezTo>
                      <a:pt x="182309" y="2434304"/>
                      <a:pt x="179832" y="2436114"/>
                      <a:pt x="176879" y="2436114"/>
                    </a:cubicBezTo>
                    <a:close/>
                    <a:moveTo>
                      <a:pt x="657892" y="2415254"/>
                    </a:moveTo>
                    <a:cubicBezTo>
                      <a:pt x="655225" y="2415254"/>
                      <a:pt x="652748" y="2413730"/>
                      <a:pt x="651605" y="2411445"/>
                    </a:cubicBezTo>
                    <a:cubicBezTo>
                      <a:pt x="651415" y="2410587"/>
                      <a:pt x="651129" y="2409635"/>
                      <a:pt x="651129" y="2408777"/>
                    </a:cubicBezTo>
                    <a:cubicBezTo>
                      <a:pt x="651129" y="2406111"/>
                      <a:pt x="652748" y="2403634"/>
                      <a:pt x="655225" y="2402491"/>
                    </a:cubicBezTo>
                    <a:cubicBezTo>
                      <a:pt x="668464" y="2396680"/>
                      <a:pt x="681895" y="2390108"/>
                      <a:pt x="695134" y="2383441"/>
                    </a:cubicBezTo>
                    <a:cubicBezTo>
                      <a:pt x="698468" y="2381631"/>
                      <a:pt x="702564" y="2382964"/>
                      <a:pt x="704374" y="2386394"/>
                    </a:cubicBezTo>
                    <a:cubicBezTo>
                      <a:pt x="705993" y="2389537"/>
                      <a:pt x="704564" y="2393537"/>
                      <a:pt x="701421" y="2395347"/>
                    </a:cubicBezTo>
                    <a:cubicBezTo>
                      <a:pt x="688181" y="2402110"/>
                      <a:pt x="674275" y="2408777"/>
                      <a:pt x="660559" y="2414873"/>
                    </a:cubicBezTo>
                    <a:cubicBezTo>
                      <a:pt x="659702" y="2415254"/>
                      <a:pt x="658749" y="2415254"/>
                      <a:pt x="657892" y="2415254"/>
                    </a:cubicBezTo>
                    <a:close/>
                    <a:moveTo>
                      <a:pt x="98107" y="2394204"/>
                    </a:moveTo>
                    <a:cubicBezTo>
                      <a:pt x="96488" y="2394204"/>
                      <a:pt x="95155" y="2393728"/>
                      <a:pt x="94107" y="2392871"/>
                    </a:cubicBezTo>
                    <a:cubicBezTo>
                      <a:pt x="81343" y="2383441"/>
                      <a:pt x="69628" y="2372868"/>
                      <a:pt x="59722" y="2362105"/>
                    </a:cubicBezTo>
                    <a:cubicBezTo>
                      <a:pt x="58579" y="2360771"/>
                      <a:pt x="57912" y="2359152"/>
                      <a:pt x="57912" y="2357628"/>
                    </a:cubicBezTo>
                    <a:cubicBezTo>
                      <a:pt x="57912" y="2355628"/>
                      <a:pt x="58769" y="2353818"/>
                      <a:pt x="60103" y="2352675"/>
                    </a:cubicBezTo>
                    <a:cubicBezTo>
                      <a:pt x="62770" y="2350199"/>
                      <a:pt x="67246" y="2350389"/>
                      <a:pt x="69532" y="2352866"/>
                    </a:cubicBezTo>
                    <a:cubicBezTo>
                      <a:pt x="78962" y="2363153"/>
                      <a:pt x="89916" y="2373058"/>
                      <a:pt x="102108" y="2382012"/>
                    </a:cubicBezTo>
                    <a:cubicBezTo>
                      <a:pt x="105061" y="2384012"/>
                      <a:pt x="105727" y="2388299"/>
                      <a:pt x="103442" y="2391442"/>
                    </a:cubicBezTo>
                    <a:cubicBezTo>
                      <a:pt x="102108" y="2393061"/>
                      <a:pt x="100108" y="2394204"/>
                      <a:pt x="98107" y="2394204"/>
                    </a:cubicBezTo>
                    <a:close/>
                    <a:moveTo>
                      <a:pt x="737616" y="2374392"/>
                    </a:moveTo>
                    <a:cubicBezTo>
                      <a:pt x="735139" y="2374392"/>
                      <a:pt x="732949" y="2373058"/>
                      <a:pt x="731806" y="2371058"/>
                    </a:cubicBezTo>
                    <a:cubicBezTo>
                      <a:pt x="731139" y="2369915"/>
                      <a:pt x="730948" y="2368867"/>
                      <a:pt x="730948" y="2367439"/>
                    </a:cubicBezTo>
                    <a:cubicBezTo>
                      <a:pt x="730948" y="2365153"/>
                      <a:pt x="732282" y="2362962"/>
                      <a:pt x="734282" y="2361819"/>
                    </a:cubicBezTo>
                    <a:cubicBezTo>
                      <a:pt x="747046" y="2354389"/>
                      <a:pt x="759619" y="2346579"/>
                      <a:pt x="772001" y="2338293"/>
                    </a:cubicBezTo>
                    <a:cubicBezTo>
                      <a:pt x="774954" y="2336292"/>
                      <a:pt x="779431" y="2337435"/>
                      <a:pt x="781240" y="2340292"/>
                    </a:cubicBezTo>
                    <a:cubicBezTo>
                      <a:pt x="782383" y="2341626"/>
                      <a:pt x="782574" y="2343436"/>
                      <a:pt x="782383" y="2345246"/>
                    </a:cubicBezTo>
                    <a:cubicBezTo>
                      <a:pt x="781907" y="2347055"/>
                      <a:pt x="781050" y="2348579"/>
                      <a:pt x="779431" y="2349532"/>
                    </a:cubicBezTo>
                    <a:cubicBezTo>
                      <a:pt x="767334" y="2357628"/>
                      <a:pt x="754571" y="2365439"/>
                      <a:pt x="741331" y="2373345"/>
                    </a:cubicBezTo>
                    <a:cubicBezTo>
                      <a:pt x="741331" y="2373535"/>
                      <a:pt x="741045" y="2373535"/>
                      <a:pt x="741045" y="2373535"/>
                    </a:cubicBezTo>
                    <a:cubicBezTo>
                      <a:pt x="739997" y="2374201"/>
                      <a:pt x="738664" y="2374392"/>
                      <a:pt x="737616" y="2374392"/>
                    </a:cubicBezTo>
                    <a:close/>
                    <a:moveTo>
                      <a:pt x="38195" y="2328196"/>
                    </a:moveTo>
                    <a:cubicBezTo>
                      <a:pt x="35719" y="2328196"/>
                      <a:pt x="33528" y="2327053"/>
                      <a:pt x="32385" y="2325053"/>
                    </a:cubicBezTo>
                    <a:cubicBezTo>
                      <a:pt x="24479" y="2311813"/>
                      <a:pt x="18288" y="2297621"/>
                      <a:pt x="13335" y="2282857"/>
                    </a:cubicBezTo>
                    <a:cubicBezTo>
                      <a:pt x="13144" y="2282190"/>
                      <a:pt x="13144" y="2281523"/>
                      <a:pt x="13144" y="2280857"/>
                    </a:cubicBezTo>
                    <a:cubicBezTo>
                      <a:pt x="12954" y="2277904"/>
                      <a:pt x="14954" y="2275237"/>
                      <a:pt x="17621" y="2274380"/>
                    </a:cubicBezTo>
                    <a:cubicBezTo>
                      <a:pt x="21241" y="2273237"/>
                      <a:pt x="25051" y="2275237"/>
                      <a:pt x="26194" y="2278666"/>
                    </a:cubicBezTo>
                    <a:cubicBezTo>
                      <a:pt x="30861" y="2292572"/>
                      <a:pt x="36767" y="2305812"/>
                      <a:pt x="44101" y="2318194"/>
                    </a:cubicBezTo>
                    <a:cubicBezTo>
                      <a:pt x="45910" y="2321528"/>
                      <a:pt x="44767" y="2325624"/>
                      <a:pt x="41624" y="2327434"/>
                    </a:cubicBezTo>
                    <a:cubicBezTo>
                      <a:pt x="40386" y="2327910"/>
                      <a:pt x="39338" y="2328196"/>
                      <a:pt x="38195" y="2328196"/>
                    </a:cubicBezTo>
                    <a:close/>
                    <a:moveTo>
                      <a:pt x="812578" y="2325243"/>
                    </a:moveTo>
                    <a:cubicBezTo>
                      <a:pt x="810387" y="2325243"/>
                      <a:pt x="808291" y="2324100"/>
                      <a:pt x="806958" y="2322290"/>
                    </a:cubicBezTo>
                    <a:cubicBezTo>
                      <a:pt x="806291" y="2321147"/>
                      <a:pt x="805815" y="2319814"/>
                      <a:pt x="805815" y="2318290"/>
                    </a:cubicBezTo>
                    <a:cubicBezTo>
                      <a:pt x="805815" y="2316289"/>
                      <a:pt x="806958" y="2314289"/>
                      <a:pt x="808482" y="2312860"/>
                    </a:cubicBezTo>
                    <a:cubicBezTo>
                      <a:pt x="820864" y="2303907"/>
                      <a:pt x="832771" y="2294953"/>
                      <a:pt x="843915" y="2285905"/>
                    </a:cubicBezTo>
                    <a:cubicBezTo>
                      <a:pt x="846582" y="2283714"/>
                      <a:pt x="851059" y="2284095"/>
                      <a:pt x="853345" y="2286762"/>
                    </a:cubicBezTo>
                    <a:cubicBezTo>
                      <a:pt x="855536" y="2289715"/>
                      <a:pt x="855155" y="2293906"/>
                      <a:pt x="852202" y="2296382"/>
                    </a:cubicBezTo>
                    <a:cubicBezTo>
                      <a:pt x="840581" y="2305812"/>
                      <a:pt x="828389" y="2315052"/>
                      <a:pt x="816483" y="2323814"/>
                    </a:cubicBezTo>
                    <a:cubicBezTo>
                      <a:pt x="815245" y="2324862"/>
                      <a:pt x="813911" y="2325243"/>
                      <a:pt x="812578" y="2325243"/>
                    </a:cubicBezTo>
                    <a:close/>
                    <a:moveTo>
                      <a:pt x="882587" y="2269141"/>
                    </a:moveTo>
                    <a:cubicBezTo>
                      <a:pt x="880777" y="2269141"/>
                      <a:pt x="878777" y="2268283"/>
                      <a:pt x="877633" y="2266950"/>
                    </a:cubicBezTo>
                    <a:cubicBezTo>
                      <a:pt x="876490" y="2265617"/>
                      <a:pt x="875824" y="2263997"/>
                      <a:pt x="875824" y="2262283"/>
                    </a:cubicBezTo>
                    <a:cubicBezTo>
                      <a:pt x="875824" y="2260473"/>
                      <a:pt x="876681" y="2258663"/>
                      <a:pt x="878300" y="2257330"/>
                    </a:cubicBezTo>
                    <a:cubicBezTo>
                      <a:pt x="890873" y="2246567"/>
                      <a:pt x="901637" y="2236660"/>
                      <a:pt x="911352" y="2227517"/>
                    </a:cubicBezTo>
                    <a:cubicBezTo>
                      <a:pt x="914019" y="2225230"/>
                      <a:pt x="918496" y="2225230"/>
                      <a:pt x="920972" y="2227993"/>
                    </a:cubicBezTo>
                    <a:cubicBezTo>
                      <a:pt x="923449" y="2230660"/>
                      <a:pt x="923163" y="2234946"/>
                      <a:pt x="920496" y="2237423"/>
                    </a:cubicBezTo>
                    <a:cubicBezTo>
                      <a:pt x="909733" y="2247519"/>
                      <a:pt x="898493" y="2257806"/>
                      <a:pt x="887063" y="2267712"/>
                    </a:cubicBezTo>
                    <a:cubicBezTo>
                      <a:pt x="885920" y="2268664"/>
                      <a:pt x="884396" y="2269141"/>
                      <a:pt x="882587" y="2269141"/>
                    </a:cubicBezTo>
                    <a:close/>
                    <a:moveTo>
                      <a:pt x="9430" y="2243804"/>
                    </a:moveTo>
                    <a:cubicBezTo>
                      <a:pt x="6096" y="2243804"/>
                      <a:pt x="3334" y="2241328"/>
                      <a:pt x="2953" y="2237994"/>
                    </a:cubicBezTo>
                    <a:cubicBezTo>
                      <a:pt x="952" y="2224564"/>
                      <a:pt x="0" y="2209705"/>
                      <a:pt x="0" y="2194655"/>
                    </a:cubicBezTo>
                    <a:lnTo>
                      <a:pt x="0" y="2192370"/>
                    </a:lnTo>
                    <a:cubicBezTo>
                      <a:pt x="0" y="2188559"/>
                      <a:pt x="2953" y="2185607"/>
                      <a:pt x="6477" y="2185607"/>
                    </a:cubicBezTo>
                    <a:cubicBezTo>
                      <a:pt x="10287" y="2185607"/>
                      <a:pt x="13430" y="2188559"/>
                      <a:pt x="13430" y="2192370"/>
                    </a:cubicBezTo>
                    <a:lnTo>
                      <a:pt x="13430" y="2194655"/>
                    </a:lnTo>
                    <a:cubicBezTo>
                      <a:pt x="13430" y="2208752"/>
                      <a:pt x="14288" y="2222944"/>
                      <a:pt x="16097" y="2236184"/>
                    </a:cubicBezTo>
                    <a:cubicBezTo>
                      <a:pt x="16383" y="2237994"/>
                      <a:pt x="15907" y="2239804"/>
                      <a:pt x="14764" y="2241137"/>
                    </a:cubicBezTo>
                    <a:cubicBezTo>
                      <a:pt x="13621" y="2242757"/>
                      <a:pt x="12097" y="2243614"/>
                      <a:pt x="10477" y="2243804"/>
                    </a:cubicBezTo>
                    <a:cubicBezTo>
                      <a:pt x="10096" y="2243804"/>
                      <a:pt x="9906" y="2243804"/>
                      <a:pt x="9430" y="2243804"/>
                    </a:cubicBezTo>
                    <a:close/>
                    <a:moveTo>
                      <a:pt x="948119" y="2207895"/>
                    </a:moveTo>
                    <a:cubicBezTo>
                      <a:pt x="946309" y="2207895"/>
                      <a:pt x="944785" y="2207228"/>
                      <a:pt x="943451" y="2205895"/>
                    </a:cubicBezTo>
                    <a:cubicBezTo>
                      <a:pt x="942308" y="2204752"/>
                      <a:pt x="941451" y="2202942"/>
                      <a:pt x="941451" y="2201228"/>
                    </a:cubicBezTo>
                    <a:cubicBezTo>
                      <a:pt x="941451" y="2199418"/>
                      <a:pt x="942118" y="2197894"/>
                      <a:pt x="943261" y="2196751"/>
                    </a:cubicBezTo>
                    <a:cubicBezTo>
                      <a:pt x="943451" y="2196561"/>
                      <a:pt x="943451" y="2196561"/>
                      <a:pt x="943451" y="2196561"/>
                    </a:cubicBezTo>
                    <a:cubicBezTo>
                      <a:pt x="943642" y="2196370"/>
                      <a:pt x="943928" y="2196084"/>
                      <a:pt x="944118" y="2196084"/>
                    </a:cubicBezTo>
                    <a:cubicBezTo>
                      <a:pt x="954214" y="2185797"/>
                      <a:pt x="964502" y="2175034"/>
                      <a:pt x="974407" y="2164175"/>
                    </a:cubicBezTo>
                    <a:cubicBezTo>
                      <a:pt x="976884" y="2161699"/>
                      <a:pt x="981361" y="2161508"/>
                      <a:pt x="984028" y="2163985"/>
                    </a:cubicBezTo>
                    <a:cubicBezTo>
                      <a:pt x="985171" y="2165318"/>
                      <a:pt x="986028" y="2166937"/>
                      <a:pt x="986028" y="2168652"/>
                    </a:cubicBezTo>
                    <a:cubicBezTo>
                      <a:pt x="986028" y="2170462"/>
                      <a:pt x="985552" y="2172271"/>
                      <a:pt x="984218" y="2173605"/>
                    </a:cubicBezTo>
                    <a:cubicBezTo>
                      <a:pt x="974122" y="2184368"/>
                      <a:pt x="963549" y="2195418"/>
                      <a:pt x="952976" y="2205895"/>
                    </a:cubicBezTo>
                    <a:lnTo>
                      <a:pt x="952786" y="2206086"/>
                    </a:lnTo>
                    <a:cubicBezTo>
                      <a:pt x="951452" y="2207228"/>
                      <a:pt x="949928" y="2207895"/>
                      <a:pt x="948119" y="2207895"/>
                    </a:cubicBezTo>
                    <a:close/>
                    <a:moveTo>
                      <a:pt x="3687318" y="2175796"/>
                    </a:moveTo>
                    <a:cubicBezTo>
                      <a:pt x="3683699" y="2175796"/>
                      <a:pt x="3680841" y="2173129"/>
                      <a:pt x="3680555" y="2169509"/>
                    </a:cubicBezTo>
                    <a:cubicBezTo>
                      <a:pt x="3680270" y="2165699"/>
                      <a:pt x="3683032" y="2162556"/>
                      <a:pt x="3686842" y="2162366"/>
                    </a:cubicBezTo>
                    <a:cubicBezTo>
                      <a:pt x="3700082" y="2161508"/>
                      <a:pt x="3714655" y="2159413"/>
                      <a:pt x="3730371" y="2156269"/>
                    </a:cubicBezTo>
                    <a:lnTo>
                      <a:pt x="3730371" y="2156269"/>
                    </a:lnTo>
                    <a:cubicBezTo>
                      <a:pt x="3734181" y="2155603"/>
                      <a:pt x="3737515" y="2158079"/>
                      <a:pt x="3738182" y="2161699"/>
                    </a:cubicBezTo>
                    <a:cubicBezTo>
                      <a:pt x="3738467" y="2162175"/>
                      <a:pt x="3738467" y="2162556"/>
                      <a:pt x="3738467" y="2163032"/>
                    </a:cubicBezTo>
                    <a:cubicBezTo>
                      <a:pt x="3738467" y="2166176"/>
                      <a:pt x="3735991" y="2168842"/>
                      <a:pt x="3733038" y="2169509"/>
                    </a:cubicBezTo>
                    <a:cubicBezTo>
                      <a:pt x="3716465" y="2172653"/>
                      <a:pt x="3701129" y="2174939"/>
                      <a:pt x="3687699" y="2175796"/>
                    </a:cubicBezTo>
                    <a:cubicBezTo>
                      <a:pt x="3687509" y="2175796"/>
                      <a:pt x="3687318" y="2175796"/>
                      <a:pt x="3687318" y="2175796"/>
                    </a:cubicBezTo>
                    <a:close/>
                    <a:moveTo>
                      <a:pt x="3775520" y="2159603"/>
                    </a:moveTo>
                    <a:cubicBezTo>
                      <a:pt x="3772376" y="2159603"/>
                      <a:pt x="3769900" y="2157603"/>
                      <a:pt x="3769043" y="2154650"/>
                    </a:cubicBezTo>
                    <a:cubicBezTo>
                      <a:pt x="3768567" y="2152841"/>
                      <a:pt x="3768852" y="2151031"/>
                      <a:pt x="3769710" y="2149507"/>
                    </a:cubicBezTo>
                    <a:cubicBezTo>
                      <a:pt x="3770566" y="2147887"/>
                      <a:pt x="3772186" y="2146840"/>
                      <a:pt x="3773995" y="2146364"/>
                    </a:cubicBezTo>
                    <a:cubicBezTo>
                      <a:pt x="3787521" y="2143030"/>
                      <a:pt x="3801809" y="2138744"/>
                      <a:pt x="3816858" y="2133981"/>
                    </a:cubicBezTo>
                    <a:lnTo>
                      <a:pt x="3816858" y="2133981"/>
                    </a:lnTo>
                    <a:cubicBezTo>
                      <a:pt x="3820477" y="2133124"/>
                      <a:pt x="3824002" y="2135124"/>
                      <a:pt x="3825145" y="2138458"/>
                    </a:cubicBezTo>
                    <a:cubicBezTo>
                      <a:pt x="3825335" y="2139124"/>
                      <a:pt x="3825621" y="2139791"/>
                      <a:pt x="3825621" y="2140458"/>
                    </a:cubicBezTo>
                    <a:cubicBezTo>
                      <a:pt x="3825621" y="2143411"/>
                      <a:pt x="3823811" y="2145887"/>
                      <a:pt x="3820954" y="2146935"/>
                    </a:cubicBezTo>
                    <a:lnTo>
                      <a:pt x="3820954" y="2146935"/>
                    </a:lnTo>
                    <a:cubicBezTo>
                      <a:pt x="3820668" y="2146935"/>
                      <a:pt x="3820668" y="2146935"/>
                      <a:pt x="3820477" y="2146935"/>
                    </a:cubicBezTo>
                    <a:cubicBezTo>
                      <a:pt x="3804761" y="2151888"/>
                      <a:pt x="3790855" y="2155889"/>
                      <a:pt x="3777425" y="2159317"/>
                    </a:cubicBezTo>
                    <a:cubicBezTo>
                      <a:pt x="3776567" y="2159603"/>
                      <a:pt x="3776186" y="2159603"/>
                      <a:pt x="3775520" y="2159603"/>
                    </a:cubicBezTo>
                    <a:close/>
                    <a:moveTo>
                      <a:pt x="9620" y="2154460"/>
                    </a:moveTo>
                    <a:cubicBezTo>
                      <a:pt x="9430" y="2154460"/>
                      <a:pt x="8954" y="2154460"/>
                      <a:pt x="8763" y="2154270"/>
                    </a:cubicBezTo>
                    <a:cubicBezTo>
                      <a:pt x="5143" y="2153793"/>
                      <a:pt x="2476" y="2150459"/>
                      <a:pt x="2953" y="2146840"/>
                    </a:cubicBezTo>
                    <a:cubicBezTo>
                      <a:pt x="4763" y="2132457"/>
                      <a:pt x="7239" y="2117408"/>
                      <a:pt x="10573" y="2101977"/>
                    </a:cubicBezTo>
                    <a:cubicBezTo>
                      <a:pt x="11239" y="2098643"/>
                      <a:pt x="15050" y="2096167"/>
                      <a:pt x="18479" y="2096833"/>
                    </a:cubicBezTo>
                    <a:cubicBezTo>
                      <a:pt x="21622" y="2097500"/>
                      <a:pt x="23908" y="2100453"/>
                      <a:pt x="23908" y="2103596"/>
                    </a:cubicBezTo>
                    <a:cubicBezTo>
                      <a:pt x="23908" y="2104073"/>
                      <a:pt x="23908" y="2104454"/>
                      <a:pt x="23908" y="2104930"/>
                    </a:cubicBezTo>
                    <a:cubicBezTo>
                      <a:pt x="20574" y="2119789"/>
                      <a:pt x="18097" y="2134362"/>
                      <a:pt x="16288" y="2148459"/>
                    </a:cubicBezTo>
                    <a:cubicBezTo>
                      <a:pt x="16002" y="2151793"/>
                      <a:pt x="13049" y="2154460"/>
                      <a:pt x="9620" y="2154460"/>
                    </a:cubicBezTo>
                    <a:close/>
                    <a:moveTo>
                      <a:pt x="1009364" y="2142363"/>
                    </a:moveTo>
                    <a:cubicBezTo>
                      <a:pt x="1007840" y="2142363"/>
                      <a:pt x="1006221" y="2141696"/>
                      <a:pt x="1005078" y="2140553"/>
                    </a:cubicBezTo>
                    <a:cubicBezTo>
                      <a:pt x="1003459" y="2139411"/>
                      <a:pt x="1002602" y="2137601"/>
                      <a:pt x="1002602" y="2135600"/>
                    </a:cubicBezTo>
                    <a:cubicBezTo>
                      <a:pt x="1002602" y="2134077"/>
                      <a:pt x="1003268" y="2132267"/>
                      <a:pt x="1004411" y="2131124"/>
                    </a:cubicBezTo>
                    <a:cubicBezTo>
                      <a:pt x="1014031" y="2120170"/>
                      <a:pt x="1023938" y="2108645"/>
                      <a:pt x="1033367" y="2097024"/>
                    </a:cubicBezTo>
                    <a:cubicBezTo>
                      <a:pt x="1035844" y="2094357"/>
                      <a:pt x="1040130" y="2093881"/>
                      <a:pt x="1042988" y="2096357"/>
                    </a:cubicBezTo>
                    <a:cubicBezTo>
                      <a:pt x="1044321" y="2097500"/>
                      <a:pt x="1045273" y="2099024"/>
                      <a:pt x="1045273" y="2100834"/>
                    </a:cubicBezTo>
                    <a:cubicBezTo>
                      <a:pt x="1045464" y="2102644"/>
                      <a:pt x="1045083" y="2104454"/>
                      <a:pt x="1043940" y="2105787"/>
                    </a:cubicBezTo>
                    <a:cubicBezTo>
                      <a:pt x="1034510" y="2116741"/>
                      <a:pt x="1024890" y="2128457"/>
                      <a:pt x="1014508" y="2140077"/>
                    </a:cubicBezTo>
                    <a:cubicBezTo>
                      <a:pt x="1013174" y="2141410"/>
                      <a:pt x="1011364" y="2142363"/>
                      <a:pt x="1009364" y="2142363"/>
                    </a:cubicBezTo>
                    <a:close/>
                    <a:moveTo>
                      <a:pt x="3861435" y="2133124"/>
                    </a:moveTo>
                    <a:cubicBezTo>
                      <a:pt x="3858482" y="2133124"/>
                      <a:pt x="3856006" y="2131314"/>
                      <a:pt x="3855149" y="2128647"/>
                    </a:cubicBezTo>
                    <a:cubicBezTo>
                      <a:pt x="3854482" y="2127123"/>
                      <a:pt x="3854482" y="2125313"/>
                      <a:pt x="3855435" y="2123694"/>
                    </a:cubicBezTo>
                    <a:cubicBezTo>
                      <a:pt x="3856101" y="2121884"/>
                      <a:pt x="3857625" y="2120741"/>
                      <a:pt x="3859244" y="2120074"/>
                    </a:cubicBezTo>
                    <a:cubicBezTo>
                      <a:pt x="3872960" y="2115407"/>
                      <a:pt x="3887057" y="2110169"/>
                      <a:pt x="3901250" y="2104834"/>
                    </a:cubicBezTo>
                    <a:cubicBezTo>
                      <a:pt x="3901250" y="2104834"/>
                      <a:pt x="3901250" y="2104834"/>
                      <a:pt x="3901440" y="2104834"/>
                    </a:cubicBezTo>
                    <a:cubicBezTo>
                      <a:pt x="3904774" y="2103501"/>
                      <a:pt x="3908870" y="2105311"/>
                      <a:pt x="3910013" y="2108645"/>
                    </a:cubicBezTo>
                    <a:cubicBezTo>
                      <a:pt x="3910489" y="2109311"/>
                      <a:pt x="3910489" y="2110264"/>
                      <a:pt x="3910489" y="2111121"/>
                    </a:cubicBezTo>
                    <a:cubicBezTo>
                      <a:pt x="3910489" y="2113788"/>
                      <a:pt x="3908965" y="2116455"/>
                      <a:pt x="3906202" y="2117408"/>
                    </a:cubicBezTo>
                    <a:cubicBezTo>
                      <a:pt x="3890963" y="2123218"/>
                      <a:pt x="3877056" y="2128171"/>
                      <a:pt x="3863721" y="2132933"/>
                    </a:cubicBezTo>
                    <a:cubicBezTo>
                      <a:pt x="3863054" y="2133124"/>
                      <a:pt x="3862102" y="2133124"/>
                      <a:pt x="3861435" y="2133124"/>
                    </a:cubicBezTo>
                    <a:close/>
                    <a:moveTo>
                      <a:pt x="3945636" y="2101501"/>
                    </a:moveTo>
                    <a:cubicBezTo>
                      <a:pt x="3942683" y="2101501"/>
                      <a:pt x="3940493" y="2099691"/>
                      <a:pt x="3939350" y="2097215"/>
                    </a:cubicBezTo>
                    <a:cubicBezTo>
                      <a:pt x="3938683" y="2095595"/>
                      <a:pt x="3938683" y="2093881"/>
                      <a:pt x="3939350" y="2092071"/>
                    </a:cubicBezTo>
                    <a:cubicBezTo>
                      <a:pt x="3940017" y="2090452"/>
                      <a:pt x="3941350" y="2089118"/>
                      <a:pt x="3942969" y="2088451"/>
                    </a:cubicBezTo>
                    <a:cubicBezTo>
                      <a:pt x="3956019" y="2083308"/>
                      <a:pt x="3969449" y="2077688"/>
                      <a:pt x="3984498" y="2071211"/>
                    </a:cubicBezTo>
                    <a:cubicBezTo>
                      <a:pt x="3987642" y="2069878"/>
                      <a:pt x="3991642" y="2071402"/>
                      <a:pt x="3993261" y="2074545"/>
                    </a:cubicBezTo>
                    <a:cubicBezTo>
                      <a:pt x="3993737" y="2075402"/>
                      <a:pt x="3993737" y="2076355"/>
                      <a:pt x="3993928" y="2077212"/>
                    </a:cubicBezTo>
                    <a:cubicBezTo>
                      <a:pt x="3993928" y="2079879"/>
                      <a:pt x="3992118" y="2082356"/>
                      <a:pt x="3989641" y="2083498"/>
                    </a:cubicBezTo>
                    <a:cubicBezTo>
                      <a:pt x="3976592" y="2089118"/>
                      <a:pt x="3963162" y="2094738"/>
                      <a:pt x="3948113" y="2100739"/>
                    </a:cubicBezTo>
                    <a:cubicBezTo>
                      <a:pt x="3947446" y="2101215"/>
                      <a:pt x="3946494" y="2101501"/>
                      <a:pt x="3945636" y="2101501"/>
                    </a:cubicBezTo>
                    <a:close/>
                    <a:moveTo>
                      <a:pt x="1067086" y="2073212"/>
                    </a:moveTo>
                    <a:cubicBezTo>
                      <a:pt x="1065466" y="2073212"/>
                      <a:pt x="1063942" y="2072735"/>
                      <a:pt x="1062799" y="2071878"/>
                    </a:cubicBezTo>
                    <a:cubicBezTo>
                      <a:pt x="1061180" y="2070545"/>
                      <a:pt x="1060323" y="2068735"/>
                      <a:pt x="1060323" y="2066734"/>
                    </a:cubicBezTo>
                    <a:cubicBezTo>
                      <a:pt x="1060132" y="2065115"/>
                      <a:pt x="1060799" y="2063591"/>
                      <a:pt x="1061656" y="2062448"/>
                    </a:cubicBezTo>
                    <a:cubicBezTo>
                      <a:pt x="1070610" y="2051018"/>
                      <a:pt x="1079849" y="2039112"/>
                      <a:pt x="1088803" y="2027015"/>
                    </a:cubicBezTo>
                    <a:cubicBezTo>
                      <a:pt x="1091089" y="2024063"/>
                      <a:pt x="1095565" y="2023396"/>
                      <a:pt x="1098232" y="2025682"/>
                    </a:cubicBezTo>
                    <a:cubicBezTo>
                      <a:pt x="1101376" y="2027873"/>
                      <a:pt x="1101852" y="2031968"/>
                      <a:pt x="1099852" y="2035112"/>
                    </a:cubicBezTo>
                    <a:cubicBezTo>
                      <a:pt x="1089089" y="2049018"/>
                      <a:pt x="1080516" y="2060257"/>
                      <a:pt x="1072515" y="2070545"/>
                    </a:cubicBezTo>
                    <a:cubicBezTo>
                      <a:pt x="1072515" y="2070545"/>
                      <a:pt x="1072324" y="2070545"/>
                      <a:pt x="1072324" y="2070735"/>
                    </a:cubicBezTo>
                    <a:cubicBezTo>
                      <a:pt x="1071086" y="2072354"/>
                      <a:pt x="1069086" y="2073212"/>
                      <a:pt x="1067086" y="2073212"/>
                    </a:cubicBezTo>
                    <a:close/>
                    <a:moveTo>
                      <a:pt x="2154936" y="2071402"/>
                    </a:moveTo>
                    <a:cubicBezTo>
                      <a:pt x="2149602" y="2071402"/>
                      <a:pt x="2144173" y="2071211"/>
                      <a:pt x="2138744" y="2070735"/>
                    </a:cubicBezTo>
                    <a:cubicBezTo>
                      <a:pt x="2135124" y="2070545"/>
                      <a:pt x="2132457" y="2067782"/>
                      <a:pt x="2132457" y="2064258"/>
                    </a:cubicBezTo>
                    <a:cubicBezTo>
                      <a:pt x="2132457" y="2064258"/>
                      <a:pt x="2132457" y="2064067"/>
                      <a:pt x="2132457" y="2063782"/>
                    </a:cubicBezTo>
                    <a:lnTo>
                      <a:pt x="2132457" y="2063591"/>
                    </a:lnTo>
                    <a:cubicBezTo>
                      <a:pt x="2132743" y="2059972"/>
                      <a:pt x="2135410" y="2057114"/>
                      <a:pt x="2139601" y="2057305"/>
                    </a:cubicBezTo>
                    <a:cubicBezTo>
                      <a:pt x="2152650" y="2058162"/>
                      <a:pt x="2168366" y="2057972"/>
                      <a:pt x="2183130" y="2056162"/>
                    </a:cubicBezTo>
                    <a:cubicBezTo>
                      <a:pt x="2186940" y="2055685"/>
                      <a:pt x="2190274" y="2058638"/>
                      <a:pt x="2190559" y="2062258"/>
                    </a:cubicBezTo>
                    <a:cubicBezTo>
                      <a:pt x="2190750" y="2064067"/>
                      <a:pt x="2190274" y="2065877"/>
                      <a:pt x="2189226" y="2067211"/>
                    </a:cubicBezTo>
                    <a:cubicBezTo>
                      <a:pt x="2188083" y="2068544"/>
                      <a:pt x="2186559" y="2069497"/>
                      <a:pt x="2184749" y="2069687"/>
                    </a:cubicBezTo>
                    <a:cubicBezTo>
                      <a:pt x="2174748" y="2070735"/>
                      <a:pt x="2164842" y="2071402"/>
                      <a:pt x="2154936" y="2071402"/>
                    </a:cubicBezTo>
                    <a:close/>
                    <a:moveTo>
                      <a:pt x="28099" y="2066734"/>
                    </a:moveTo>
                    <a:cubicBezTo>
                      <a:pt x="27432" y="2066734"/>
                      <a:pt x="26765" y="2066734"/>
                      <a:pt x="26289" y="2066544"/>
                    </a:cubicBezTo>
                    <a:cubicBezTo>
                      <a:pt x="24479" y="2066068"/>
                      <a:pt x="22955" y="2065020"/>
                      <a:pt x="22288" y="2063401"/>
                    </a:cubicBezTo>
                    <a:cubicBezTo>
                      <a:pt x="21431" y="2061877"/>
                      <a:pt x="21146" y="2059781"/>
                      <a:pt x="21622" y="2058257"/>
                    </a:cubicBezTo>
                    <a:cubicBezTo>
                      <a:pt x="26098" y="2043017"/>
                      <a:pt x="30575" y="2028825"/>
                      <a:pt x="35528" y="2015204"/>
                    </a:cubicBezTo>
                    <a:cubicBezTo>
                      <a:pt x="36671" y="2011585"/>
                      <a:pt x="40672" y="2009870"/>
                      <a:pt x="44101" y="2010918"/>
                    </a:cubicBezTo>
                    <a:cubicBezTo>
                      <a:pt x="46768" y="2012061"/>
                      <a:pt x="48577" y="2014538"/>
                      <a:pt x="48577" y="2017205"/>
                    </a:cubicBezTo>
                    <a:cubicBezTo>
                      <a:pt x="48577" y="2018062"/>
                      <a:pt x="48577" y="2018824"/>
                      <a:pt x="48101" y="2019490"/>
                    </a:cubicBezTo>
                    <a:cubicBezTo>
                      <a:pt x="43148" y="2034064"/>
                      <a:pt x="38481" y="2048447"/>
                      <a:pt x="34671" y="2061877"/>
                    </a:cubicBezTo>
                    <a:cubicBezTo>
                      <a:pt x="33718" y="2064639"/>
                      <a:pt x="30956" y="2066734"/>
                      <a:pt x="28099" y="2066734"/>
                    </a:cubicBezTo>
                    <a:close/>
                    <a:moveTo>
                      <a:pt x="4028218" y="2065782"/>
                    </a:moveTo>
                    <a:cubicBezTo>
                      <a:pt x="4025551" y="2065782"/>
                      <a:pt x="4023074" y="2064163"/>
                      <a:pt x="4021931" y="2061972"/>
                    </a:cubicBezTo>
                    <a:cubicBezTo>
                      <a:pt x="4020598" y="2058638"/>
                      <a:pt x="4021931" y="2054542"/>
                      <a:pt x="4025265" y="2053018"/>
                    </a:cubicBezTo>
                    <a:cubicBezTo>
                      <a:pt x="4039838" y="2046256"/>
                      <a:pt x="4053364" y="2040255"/>
                      <a:pt x="4065937" y="2034159"/>
                    </a:cubicBezTo>
                    <a:cubicBezTo>
                      <a:pt x="4069270" y="2032349"/>
                      <a:pt x="4073367" y="2033968"/>
                      <a:pt x="4074890" y="2037302"/>
                    </a:cubicBezTo>
                    <a:cubicBezTo>
                      <a:pt x="4075366" y="2038159"/>
                      <a:pt x="4075557" y="2039112"/>
                      <a:pt x="4075557" y="2040255"/>
                    </a:cubicBezTo>
                    <a:cubicBezTo>
                      <a:pt x="4075557" y="2042731"/>
                      <a:pt x="4074224" y="2045208"/>
                      <a:pt x="4071747" y="2046351"/>
                    </a:cubicBezTo>
                    <a:cubicBezTo>
                      <a:pt x="4059651" y="2052161"/>
                      <a:pt x="4046125" y="2058448"/>
                      <a:pt x="4030885" y="2065401"/>
                    </a:cubicBezTo>
                    <a:cubicBezTo>
                      <a:pt x="4030027" y="2065591"/>
                      <a:pt x="4029075" y="2065782"/>
                      <a:pt x="4028218" y="2065782"/>
                    </a:cubicBezTo>
                    <a:close/>
                    <a:moveTo>
                      <a:pt x="2095309" y="2062639"/>
                    </a:moveTo>
                    <a:cubicBezTo>
                      <a:pt x="2094643" y="2062639"/>
                      <a:pt x="2093976" y="2062448"/>
                      <a:pt x="2093309" y="2062163"/>
                    </a:cubicBezTo>
                    <a:cubicBezTo>
                      <a:pt x="2078260" y="2057495"/>
                      <a:pt x="2064163" y="2050732"/>
                      <a:pt x="2051304" y="2041970"/>
                    </a:cubicBezTo>
                    <a:cubicBezTo>
                      <a:pt x="2051304" y="2041970"/>
                      <a:pt x="2051114" y="2041970"/>
                      <a:pt x="2051114" y="2041779"/>
                    </a:cubicBezTo>
                    <a:cubicBezTo>
                      <a:pt x="2049589" y="2040636"/>
                      <a:pt x="2048447" y="2038636"/>
                      <a:pt x="2048447" y="2036445"/>
                    </a:cubicBezTo>
                    <a:cubicBezTo>
                      <a:pt x="2048447" y="2035112"/>
                      <a:pt x="2048923" y="2033778"/>
                      <a:pt x="2049589" y="2032635"/>
                    </a:cubicBezTo>
                    <a:cubicBezTo>
                      <a:pt x="2051590" y="2029682"/>
                      <a:pt x="2055876" y="2028825"/>
                      <a:pt x="2059019" y="2030825"/>
                    </a:cubicBezTo>
                    <a:cubicBezTo>
                      <a:pt x="2070640" y="2038922"/>
                      <a:pt x="2083689" y="2045208"/>
                      <a:pt x="2097405" y="2049494"/>
                    </a:cubicBezTo>
                    <a:cubicBezTo>
                      <a:pt x="2099215" y="2050161"/>
                      <a:pt x="2100548" y="2051304"/>
                      <a:pt x="2101406" y="2052828"/>
                    </a:cubicBezTo>
                    <a:cubicBezTo>
                      <a:pt x="2102072" y="2054352"/>
                      <a:pt x="2102263" y="2056162"/>
                      <a:pt x="2101882" y="2057972"/>
                    </a:cubicBezTo>
                    <a:cubicBezTo>
                      <a:pt x="2100929" y="2060829"/>
                      <a:pt x="2098167" y="2062639"/>
                      <a:pt x="2095309" y="2062639"/>
                    </a:cubicBezTo>
                    <a:close/>
                    <a:moveTo>
                      <a:pt x="2228183" y="2061781"/>
                    </a:moveTo>
                    <a:cubicBezTo>
                      <a:pt x="2225040" y="2061781"/>
                      <a:pt x="2222373" y="2059496"/>
                      <a:pt x="2221706" y="2056638"/>
                    </a:cubicBezTo>
                    <a:cubicBezTo>
                      <a:pt x="2221706" y="2055971"/>
                      <a:pt x="2221421" y="2055495"/>
                      <a:pt x="2221421" y="2054828"/>
                    </a:cubicBezTo>
                    <a:cubicBezTo>
                      <a:pt x="2221421" y="2051875"/>
                      <a:pt x="2223707" y="2049208"/>
                      <a:pt x="2226564" y="2048351"/>
                    </a:cubicBezTo>
                    <a:cubicBezTo>
                      <a:pt x="2239994" y="2045208"/>
                      <a:pt x="2254377" y="2040922"/>
                      <a:pt x="2268950" y="2035778"/>
                    </a:cubicBezTo>
                    <a:cubicBezTo>
                      <a:pt x="2272284" y="2034445"/>
                      <a:pt x="2276094" y="2036445"/>
                      <a:pt x="2277523" y="2039779"/>
                    </a:cubicBezTo>
                    <a:cubicBezTo>
                      <a:pt x="2278190" y="2041303"/>
                      <a:pt x="2277999" y="2043113"/>
                      <a:pt x="2277332" y="2044922"/>
                    </a:cubicBezTo>
                    <a:cubicBezTo>
                      <a:pt x="2276475" y="2046446"/>
                      <a:pt x="2275141" y="2047589"/>
                      <a:pt x="2273522" y="2048256"/>
                    </a:cubicBezTo>
                    <a:cubicBezTo>
                      <a:pt x="2258282" y="2053685"/>
                      <a:pt x="2243709" y="2058162"/>
                      <a:pt x="2229707" y="2061496"/>
                    </a:cubicBezTo>
                    <a:cubicBezTo>
                      <a:pt x="2229707" y="2061496"/>
                      <a:pt x="2229707" y="2061496"/>
                      <a:pt x="2229517" y="2061496"/>
                    </a:cubicBezTo>
                    <a:cubicBezTo>
                      <a:pt x="2229231" y="2061496"/>
                      <a:pt x="2228755" y="2061781"/>
                      <a:pt x="2228183" y="2061781"/>
                    </a:cubicBezTo>
                    <a:close/>
                    <a:moveTo>
                      <a:pt x="2312956" y="2032159"/>
                    </a:moveTo>
                    <a:cubicBezTo>
                      <a:pt x="2310289" y="2032159"/>
                      <a:pt x="2307812" y="2030539"/>
                      <a:pt x="2306669" y="2028158"/>
                    </a:cubicBezTo>
                    <a:cubicBezTo>
                      <a:pt x="2306193" y="2027301"/>
                      <a:pt x="2306003" y="2026634"/>
                      <a:pt x="2306003" y="2025491"/>
                    </a:cubicBezTo>
                    <a:cubicBezTo>
                      <a:pt x="2306003" y="2022824"/>
                      <a:pt x="2307622" y="2020348"/>
                      <a:pt x="2310003" y="2019205"/>
                    </a:cubicBezTo>
                    <a:cubicBezTo>
                      <a:pt x="2323052" y="2013585"/>
                      <a:pt x="2336483" y="2007108"/>
                      <a:pt x="2350199" y="2000155"/>
                    </a:cubicBezTo>
                    <a:cubicBezTo>
                      <a:pt x="2353532" y="1998631"/>
                      <a:pt x="2357628" y="1999964"/>
                      <a:pt x="2359152" y="2003107"/>
                    </a:cubicBezTo>
                    <a:cubicBezTo>
                      <a:pt x="2360962" y="2006441"/>
                      <a:pt x="2359628" y="2010537"/>
                      <a:pt x="2356199" y="2012061"/>
                    </a:cubicBezTo>
                    <a:cubicBezTo>
                      <a:pt x="2342674" y="2019014"/>
                      <a:pt x="2329053" y="2025777"/>
                      <a:pt x="2315528" y="2031587"/>
                    </a:cubicBezTo>
                    <a:cubicBezTo>
                      <a:pt x="2314766" y="2031873"/>
                      <a:pt x="2313908" y="2032159"/>
                      <a:pt x="2312956" y="2032159"/>
                    </a:cubicBezTo>
                    <a:close/>
                    <a:moveTo>
                      <a:pt x="4109275" y="2027206"/>
                    </a:moveTo>
                    <a:cubicBezTo>
                      <a:pt x="4106799" y="2027206"/>
                      <a:pt x="4104513" y="2025682"/>
                      <a:pt x="4103179" y="2023396"/>
                    </a:cubicBezTo>
                    <a:cubicBezTo>
                      <a:pt x="4102513" y="2021872"/>
                      <a:pt x="4102322" y="2020062"/>
                      <a:pt x="4102894" y="2018252"/>
                    </a:cubicBezTo>
                    <a:cubicBezTo>
                      <a:pt x="4103370" y="2016633"/>
                      <a:pt x="4104704" y="2015109"/>
                      <a:pt x="4106227" y="2014442"/>
                    </a:cubicBezTo>
                    <a:cubicBezTo>
                      <a:pt x="4118610" y="2008156"/>
                      <a:pt x="4131564" y="2001393"/>
                      <a:pt x="4145947" y="1994059"/>
                    </a:cubicBezTo>
                    <a:cubicBezTo>
                      <a:pt x="4145947" y="1994059"/>
                      <a:pt x="4145947" y="1994059"/>
                      <a:pt x="4145947" y="1993868"/>
                    </a:cubicBezTo>
                    <a:cubicBezTo>
                      <a:pt x="4149090" y="1992249"/>
                      <a:pt x="4153376" y="1993678"/>
                      <a:pt x="4155186" y="1996821"/>
                    </a:cubicBezTo>
                    <a:cubicBezTo>
                      <a:pt x="4155662" y="1997678"/>
                      <a:pt x="4155853" y="1998821"/>
                      <a:pt x="4155853" y="1999964"/>
                    </a:cubicBezTo>
                    <a:cubicBezTo>
                      <a:pt x="4155853" y="2002441"/>
                      <a:pt x="4154519" y="2004727"/>
                      <a:pt x="4152233" y="2005774"/>
                    </a:cubicBezTo>
                    <a:cubicBezTo>
                      <a:pt x="4139660" y="2012537"/>
                      <a:pt x="4126230" y="2019490"/>
                      <a:pt x="4112324" y="2026444"/>
                    </a:cubicBezTo>
                    <a:cubicBezTo>
                      <a:pt x="4111467" y="2026730"/>
                      <a:pt x="4110323" y="2027206"/>
                      <a:pt x="4109275" y="2027206"/>
                    </a:cubicBezTo>
                    <a:close/>
                    <a:moveTo>
                      <a:pt x="2022062" y="2012823"/>
                    </a:moveTo>
                    <a:cubicBezTo>
                      <a:pt x="2020062" y="2012823"/>
                      <a:pt x="2018252" y="2011966"/>
                      <a:pt x="2016919" y="2010347"/>
                    </a:cubicBezTo>
                    <a:cubicBezTo>
                      <a:pt x="2007489" y="1998631"/>
                      <a:pt x="1999202" y="1985391"/>
                      <a:pt x="1992439" y="1970818"/>
                    </a:cubicBezTo>
                    <a:cubicBezTo>
                      <a:pt x="1992154" y="1969960"/>
                      <a:pt x="1991963" y="1969008"/>
                      <a:pt x="1991963" y="1967865"/>
                    </a:cubicBezTo>
                    <a:cubicBezTo>
                      <a:pt x="1991963" y="1965389"/>
                      <a:pt x="1993582" y="1962912"/>
                      <a:pt x="1995773" y="1961769"/>
                    </a:cubicBezTo>
                    <a:cubicBezTo>
                      <a:pt x="1999107" y="1960435"/>
                      <a:pt x="2003203" y="1961769"/>
                      <a:pt x="2004727" y="1965103"/>
                    </a:cubicBezTo>
                    <a:cubicBezTo>
                      <a:pt x="2011013" y="1978533"/>
                      <a:pt x="2018633" y="1990915"/>
                      <a:pt x="2027396" y="2001679"/>
                    </a:cubicBezTo>
                    <a:cubicBezTo>
                      <a:pt x="2029587" y="2004631"/>
                      <a:pt x="2029206" y="2008823"/>
                      <a:pt x="2026253" y="2011108"/>
                    </a:cubicBezTo>
                    <a:cubicBezTo>
                      <a:pt x="2025206" y="2012347"/>
                      <a:pt x="2023681" y="2012823"/>
                      <a:pt x="2022062" y="2012823"/>
                    </a:cubicBezTo>
                    <a:close/>
                    <a:moveTo>
                      <a:pt x="1120902" y="2001393"/>
                    </a:moveTo>
                    <a:cubicBezTo>
                      <a:pt x="1119283" y="2001393"/>
                      <a:pt x="1117949" y="2000917"/>
                      <a:pt x="1116806" y="2000059"/>
                    </a:cubicBezTo>
                    <a:cubicBezTo>
                      <a:pt x="1114997" y="1998916"/>
                      <a:pt x="1114139" y="1996916"/>
                      <a:pt x="1114139" y="1994916"/>
                    </a:cubicBezTo>
                    <a:cubicBezTo>
                      <a:pt x="1113949" y="1993392"/>
                      <a:pt x="1114425" y="1991963"/>
                      <a:pt x="1115282" y="1990915"/>
                    </a:cubicBezTo>
                    <a:cubicBezTo>
                      <a:pt x="1124236" y="1978533"/>
                      <a:pt x="1132808" y="1966246"/>
                      <a:pt x="1141095" y="1954149"/>
                    </a:cubicBezTo>
                    <a:cubicBezTo>
                      <a:pt x="1143095" y="1951196"/>
                      <a:pt x="1147381" y="1950339"/>
                      <a:pt x="1150334" y="1952339"/>
                    </a:cubicBezTo>
                    <a:cubicBezTo>
                      <a:pt x="1153478" y="1954625"/>
                      <a:pt x="1154335" y="1958626"/>
                      <a:pt x="1152144" y="1961769"/>
                    </a:cubicBezTo>
                    <a:cubicBezTo>
                      <a:pt x="1142714" y="1975485"/>
                      <a:pt x="1134237" y="1987582"/>
                      <a:pt x="1126331" y="1998821"/>
                    </a:cubicBezTo>
                    <a:cubicBezTo>
                      <a:pt x="1125188" y="2000250"/>
                      <a:pt x="1122998" y="2001393"/>
                      <a:pt x="1120902" y="2001393"/>
                    </a:cubicBezTo>
                    <a:close/>
                    <a:moveTo>
                      <a:pt x="2392680" y="1991297"/>
                    </a:moveTo>
                    <a:cubicBezTo>
                      <a:pt x="2390204" y="1991297"/>
                      <a:pt x="2387917" y="1989963"/>
                      <a:pt x="2386870" y="1987963"/>
                    </a:cubicBezTo>
                    <a:cubicBezTo>
                      <a:pt x="2386394" y="1986820"/>
                      <a:pt x="2386013" y="1985677"/>
                      <a:pt x="2386013" y="1984629"/>
                    </a:cubicBezTo>
                    <a:cubicBezTo>
                      <a:pt x="2386013" y="1982153"/>
                      <a:pt x="2387346" y="1979962"/>
                      <a:pt x="2389632" y="1978819"/>
                    </a:cubicBezTo>
                    <a:cubicBezTo>
                      <a:pt x="2402681" y="1971389"/>
                      <a:pt x="2415635" y="1964246"/>
                      <a:pt x="2428875" y="1956816"/>
                    </a:cubicBezTo>
                    <a:cubicBezTo>
                      <a:pt x="2431828" y="1955006"/>
                      <a:pt x="2436019" y="1956340"/>
                      <a:pt x="2437829" y="1959483"/>
                    </a:cubicBezTo>
                    <a:cubicBezTo>
                      <a:pt x="2439638" y="1962626"/>
                      <a:pt x="2438495" y="1966913"/>
                      <a:pt x="2435162" y="1968722"/>
                    </a:cubicBezTo>
                    <a:lnTo>
                      <a:pt x="2422779" y="1975675"/>
                    </a:lnTo>
                    <a:cubicBezTo>
                      <a:pt x="2413825" y="1980629"/>
                      <a:pt x="2404777" y="1985581"/>
                      <a:pt x="2396014" y="1990439"/>
                    </a:cubicBezTo>
                    <a:cubicBezTo>
                      <a:pt x="2396014" y="1990439"/>
                      <a:pt x="2396014" y="1990439"/>
                      <a:pt x="2395823" y="1990439"/>
                    </a:cubicBezTo>
                    <a:cubicBezTo>
                      <a:pt x="2394871" y="1991106"/>
                      <a:pt x="2393823" y="1991297"/>
                      <a:pt x="2392680" y="1991297"/>
                    </a:cubicBezTo>
                    <a:close/>
                    <a:moveTo>
                      <a:pt x="4188714" y="1985010"/>
                    </a:moveTo>
                    <a:cubicBezTo>
                      <a:pt x="4186238" y="1985010"/>
                      <a:pt x="4184047" y="1983676"/>
                      <a:pt x="4182904" y="1981676"/>
                    </a:cubicBezTo>
                    <a:cubicBezTo>
                      <a:pt x="4182047" y="1980057"/>
                      <a:pt x="4181761" y="1978342"/>
                      <a:pt x="4182237" y="1976533"/>
                    </a:cubicBezTo>
                    <a:cubicBezTo>
                      <a:pt x="4182904" y="1974914"/>
                      <a:pt x="4184047" y="1973389"/>
                      <a:pt x="4185571" y="1972532"/>
                    </a:cubicBezTo>
                    <a:cubicBezTo>
                      <a:pt x="4200144" y="1964436"/>
                      <a:pt x="4212908" y="1957006"/>
                      <a:pt x="4224433" y="1950339"/>
                    </a:cubicBezTo>
                    <a:cubicBezTo>
                      <a:pt x="4224433" y="1950148"/>
                      <a:pt x="4224623" y="1950148"/>
                      <a:pt x="4224623" y="1950148"/>
                    </a:cubicBezTo>
                    <a:cubicBezTo>
                      <a:pt x="4227767" y="1948624"/>
                      <a:pt x="4231767" y="1949672"/>
                      <a:pt x="4233577" y="1952625"/>
                    </a:cubicBezTo>
                    <a:cubicBezTo>
                      <a:pt x="4234244" y="1953768"/>
                      <a:pt x="4234434" y="1954911"/>
                      <a:pt x="4234434" y="1956245"/>
                    </a:cubicBezTo>
                    <a:cubicBezTo>
                      <a:pt x="4234434" y="1958531"/>
                      <a:pt x="4233101" y="1960721"/>
                      <a:pt x="4231101" y="1961864"/>
                    </a:cubicBezTo>
                    <a:cubicBezTo>
                      <a:pt x="4218337" y="1969675"/>
                      <a:pt x="4205097" y="1977104"/>
                      <a:pt x="4192048" y="1984534"/>
                    </a:cubicBezTo>
                    <a:cubicBezTo>
                      <a:pt x="4190905" y="1984724"/>
                      <a:pt x="4189857" y="1985010"/>
                      <a:pt x="4188714" y="1985010"/>
                    </a:cubicBezTo>
                    <a:close/>
                    <a:moveTo>
                      <a:pt x="57721" y="1982057"/>
                    </a:moveTo>
                    <a:cubicBezTo>
                      <a:pt x="56864" y="1982057"/>
                      <a:pt x="56102" y="1981867"/>
                      <a:pt x="55245" y="1981390"/>
                    </a:cubicBezTo>
                    <a:cubicBezTo>
                      <a:pt x="53435" y="1980724"/>
                      <a:pt x="52292" y="1979581"/>
                      <a:pt x="51625" y="1977771"/>
                    </a:cubicBezTo>
                    <a:cubicBezTo>
                      <a:pt x="50768" y="1976247"/>
                      <a:pt x="50768" y="1974437"/>
                      <a:pt x="51435" y="1972628"/>
                    </a:cubicBezTo>
                    <a:cubicBezTo>
                      <a:pt x="56864" y="1959388"/>
                      <a:pt x="62865" y="1945481"/>
                      <a:pt x="69342" y="1931289"/>
                    </a:cubicBezTo>
                    <a:cubicBezTo>
                      <a:pt x="69342" y="1931289"/>
                      <a:pt x="69342" y="1931289"/>
                      <a:pt x="69342" y="1931098"/>
                    </a:cubicBezTo>
                    <a:cubicBezTo>
                      <a:pt x="70675" y="1927955"/>
                      <a:pt x="74962" y="1926431"/>
                      <a:pt x="78296" y="1927955"/>
                    </a:cubicBezTo>
                    <a:cubicBezTo>
                      <a:pt x="80772" y="1929098"/>
                      <a:pt x="82105" y="1931575"/>
                      <a:pt x="82105" y="1934242"/>
                    </a:cubicBezTo>
                    <a:cubicBezTo>
                      <a:pt x="82105" y="1934908"/>
                      <a:pt x="81915" y="1935861"/>
                      <a:pt x="81439" y="1936718"/>
                    </a:cubicBezTo>
                    <a:cubicBezTo>
                      <a:pt x="75629" y="1949767"/>
                      <a:pt x="69818" y="1963198"/>
                      <a:pt x="63913" y="1977771"/>
                    </a:cubicBezTo>
                    <a:cubicBezTo>
                      <a:pt x="62865" y="1980248"/>
                      <a:pt x="60388" y="1982057"/>
                      <a:pt x="57721" y="1982057"/>
                    </a:cubicBezTo>
                    <a:close/>
                    <a:moveTo>
                      <a:pt x="2471261" y="1947767"/>
                    </a:moveTo>
                    <a:cubicBezTo>
                      <a:pt x="2468785" y="1947767"/>
                      <a:pt x="2466499" y="1946434"/>
                      <a:pt x="2465451" y="1944148"/>
                    </a:cubicBezTo>
                    <a:cubicBezTo>
                      <a:pt x="2464784" y="1943290"/>
                      <a:pt x="2464594" y="1942148"/>
                      <a:pt x="2464594" y="1941005"/>
                    </a:cubicBezTo>
                    <a:cubicBezTo>
                      <a:pt x="2464594" y="1938528"/>
                      <a:pt x="2465927" y="1936337"/>
                      <a:pt x="2468213" y="1934908"/>
                    </a:cubicBezTo>
                    <a:cubicBezTo>
                      <a:pt x="2481263" y="1927765"/>
                      <a:pt x="2494502" y="1920526"/>
                      <a:pt x="2507456" y="1913382"/>
                    </a:cubicBezTo>
                    <a:cubicBezTo>
                      <a:pt x="2510790" y="1911572"/>
                      <a:pt x="2514886" y="1912906"/>
                      <a:pt x="2516696" y="1916049"/>
                    </a:cubicBezTo>
                    <a:cubicBezTo>
                      <a:pt x="2517553" y="1917668"/>
                      <a:pt x="2517839" y="1919383"/>
                      <a:pt x="2517172" y="1921192"/>
                    </a:cubicBezTo>
                    <a:cubicBezTo>
                      <a:pt x="2516696" y="1923002"/>
                      <a:pt x="2515648" y="1924336"/>
                      <a:pt x="2514029" y="1925193"/>
                    </a:cubicBezTo>
                    <a:cubicBezTo>
                      <a:pt x="2500789" y="1932337"/>
                      <a:pt x="2487740" y="1939576"/>
                      <a:pt x="2474500" y="1946720"/>
                    </a:cubicBezTo>
                    <a:cubicBezTo>
                      <a:pt x="2473452" y="1947291"/>
                      <a:pt x="2472309" y="1947767"/>
                      <a:pt x="2471261" y="1947767"/>
                    </a:cubicBezTo>
                    <a:close/>
                    <a:moveTo>
                      <a:pt x="4266153" y="1939004"/>
                    </a:moveTo>
                    <a:cubicBezTo>
                      <a:pt x="4263676" y="1939004"/>
                      <a:pt x="4261676" y="1937861"/>
                      <a:pt x="4260342" y="1935861"/>
                    </a:cubicBezTo>
                    <a:cubicBezTo>
                      <a:pt x="4259485" y="1934528"/>
                      <a:pt x="4259199" y="1932718"/>
                      <a:pt x="4259485" y="1930908"/>
                    </a:cubicBezTo>
                    <a:cubicBezTo>
                      <a:pt x="4259961" y="1929098"/>
                      <a:pt x="4261009" y="1927574"/>
                      <a:pt x="4262438" y="1926622"/>
                    </a:cubicBezTo>
                    <a:cubicBezTo>
                      <a:pt x="4275678" y="1918049"/>
                      <a:pt x="4288251" y="1909763"/>
                      <a:pt x="4299490" y="1901666"/>
                    </a:cubicBezTo>
                    <a:cubicBezTo>
                      <a:pt x="4302443" y="1899380"/>
                      <a:pt x="4306919" y="1900047"/>
                      <a:pt x="4308920" y="1903190"/>
                    </a:cubicBezTo>
                    <a:cubicBezTo>
                      <a:pt x="4309777" y="1904333"/>
                      <a:pt x="4310253" y="1905667"/>
                      <a:pt x="4310063" y="1907000"/>
                    </a:cubicBezTo>
                    <a:cubicBezTo>
                      <a:pt x="4310063" y="1909286"/>
                      <a:pt x="4309205" y="1911287"/>
                      <a:pt x="4307395" y="1912430"/>
                    </a:cubicBezTo>
                    <a:cubicBezTo>
                      <a:pt x="4295680" y="1920716"/>
                      <a:pt x="4283202" y="1929289"/>
                      <a:pt x="4269867" y="1938052"/>
                    </a:cubicBezTo>
                    <a:cubicBezTo>
                      <a:pt x="4268629" y="1938718"/>
                      <a:pt x="4267296" y="1939004"/>
                      <a:pt x="4266153" y="1939004"/>
                    </a:cubicBezTo>
                    <a:close/>
                    <a:moveTo>
                      <a:pt x="1984343" y="1932432"/>
                    </a:moveTo>
                    <a:cubicBezTo>
                      <a:pt x="1981009" y="1932432"/>
                      <a:pt x="1978247" y="1930241"/>
                      <a:pt x="1977581" y="1927098"/>
                    </a:cubicBezTo>
                    <a:cubicBezTo>
                      <a:pt x="1974247" y="1912239"/>
                      <a:pt x="1972151" y="1896999"/>
                      <a:pt x="1971484" y="1881568"/>
                    </a:cubicBezTo>
                    <a:cubicBezTo>
                      <a:pt x="1971484" y="1881378"/>
                      <a:pt x="1971484" y="1881378"/>
                      <a:pt x="1971484" y="1881092"/>
                    </a:cubicBezTo>
                    <a:lnTo>
                      <a:pt x="1971484" y="1881092"/>
                    </a:lnTo>
                    <a:cubicBezTo>
                      <a:pt x="1971484" y="1877473"/>
                      <a:pt x="1974437" y="1874615"/>
                      <a:pt x="1977962" y="1874330"/>
                    </a:cubicBezTo>
                    <a:lnTo>
                      <a:pt x="1978152" y="1874330"/>
                    </a:lnTo>
                    <a:cubicBezTo>
                      <a:pt x="1981772" y="1874330"/>
                      <a:pt x="1984629" y="1877282"/>
                      <a:pt x="1984915" y="1880806"/>
                    </a:cubicBezTo>
                    <a:cubicBezTo>
                      <a:pt x="1985581" y="1895380"/>
                      <a:pt x="1987391" y="1909953"/>
                      <a:pt x="1990725" y="1924145"/>
                    </a:cubicBezTo>
                    <a:cubicBezTo>
                      <a:pt x="1991201" y="1925955"/>
                      <a:pt x="1990725" y="1927765"/>
                      <a:pt x="1989868" y="1929098"/>
                    </a:cubicBezTo>
                    <a:cubicBezTo>
                      <a:pt x="1989011" y="1930717"/>
                      <a:pt x="1987391" y="1931765"/>
                      <a:pt x="1985581" y="1932241"/>
                    </a:cubicBezTo>
                    <a:cubicBezTo>
                      <a:pt x="1985296" y="1932241"/>
                      <a:pt x="1984820" y="1932432"/>
                      <a:pt x="1984343" y="1932432"/>
                    </a:cubicBezTo>
                    <a:close/>
                    <a:moveTo>
                      <a:pt x="1171670" y="1927289"/>
                    </a:moveTo>
                    <a:cubicBezTo>
                      <a:pt x="1170337" y="1927289"/>
                      <a:pt x="1169003" y="1926812"/>
                      <a:pt x="1167860" y="1926146"/>
                    </a:cubicBezTo>
                    <a:cubicBezTo>
                      <a:pt x="1166050" y="1925003"/>
                      <a:pt x="1164907" y="1922812"/>
                      <a:pt x="1164907" y="1920526"/>
                    </a:cubicBezTo>
                    <a:cubicBezTo>
                      <a:pt x="1164907" y="1919383"/>
                      <a:pt x="1165098" y="1918049"/>
                      <a:pt x="1166050" y="1916906"/>
                    </a:cubicBezTo>
                    <a:cubicBezTo>
                      <a:pt x="1173480" y="1905476"/>
                      <a:pt x="1181100" y="1893570"/>
                      <a:pt x="1190339" y="1879187"/>
                    </a:cubicBezTo>
                    <a:cubicBezTo>
                      <a:pt x="1192149" y="1876044"/>
                      <a:pt x="1196435" y="1875187"/>
                      <a:pt x="1199579" y="1876901"/>
                    </a:cubicBezTo>
                    <a:cubicBezTo>
                      <a:pt x="1201103" y="1877758"/>
                      <a:pt x="1202055" y="1879378"/>
                      <a:pt x="1202531" y="1881188"/>
                    </a:cubicBezTo>
                    <a:cubicBezTo>
                      <a:pt x="1203007" y="1882997"/>
                      <a:pt x="1202722" y="1884807"/>
                      <a:pt x="1201864" y="1886331"/>
                    </a:cubicBezTo>
                    <a:cubicBezTo>
                      <a:pt x="1193578" y="1899095"/>
                      <a:pt x="1185481" y="1911953"/>
                      <a:pt x="1177385" y="1924050"/>
                    </a:cubicBezTo>
                    <a:cubicBezTo>
                      <a:pt x="1175861" y="1926146"/>
                      <a:pt x="1173861" y="1927289"/>
                      <a:pt x="1171670" y="1927289"/>
                    </a:cubicBezTo>
                    <a:close/>
                    <a:moveTo>
                      <a:pt x="2550224" y="1904905"/>
                    </a:moveTo>
                    <a:cubicBezTo>
                      <a:pt x="2547747" y="1904905"/>
                      <a:pt x="2545271" y="1903571"/>
                      <a:pt x="2544128" y="1901285"/>
                    </a:cubicBezTo>
                    <a:cubicBezTo>
                      <a:pt x="2543651" y="1900142"/>
                      <a:pt x="2543270" y="1899285"/>
                      <a:pt x="2543270" y="1897951"/>
                    </a:cubicBezTo>
                    <a:cubicBezTo>
                      <a:pt x="2543461" y="1895475"/>
                      <a:pt x="2544794" y="1893189"/>
                      <a:pt x="2546890" y="1892141"/>
                    </a:cubicBezTo>
                    <a:cubicBezTo>
                      <a:pt x="2561463" y="1884235"/>
                      <a:pt x="2574512" y="1877568"/>
                      <a:pt x="2586609" y="1871091"/>
                    </a:cubicBezTo>
                    <a:cubicBezTo>
                      <a:pt x="2589943" y="1869567"/>
                      <a:pt x="2594039" y="1870900"/>
                      <a:pt x="2595848" y="1874044"/>
                    </a:cubicBezTo>
                    <a:cubicBezTo>
                      <a:pt x="2596515" y="1875663"/>
                      <a:pt x="2596706" y="1877378"/>
                      <a:pt x="2596324" y="1878997"/>
                    </a:cubicBezTo>
                    <a:cubicBezTo>
                      <a:pt x="2595848" y="1880806"/>
                      <a:pt x="2594515" y="1882331"/>
                      <a:pt x="2592991" y="1882997"/>
                    </a:cubicBezTo>
                    <a:lnTo>
                      <a:pt x="2584704" y="1887474"/>
                    </a:lnTo>
                    <a:cubicBezTo>
                      <a:pt x="2574417" y="1892903"/>
                      <a:pt x="2563844" y="1898523"/>
                      <a:pt x="2553462" y="1904048"/>
                    </a:cubicBezTo>
                    <a:cubicBezTo>
                      <a:pt x="2552224" y="1904429"/>
                      <a:pt x="2551366" y="1904905"/>
                      <a:pt x="2550224" y="1904905"/>
                    </a:cubicBezTo>
                    <a:close/>
                    <a:moveTo>
                      <a:pt x="94774" y="1900142"/>
                    </a:moveTo>
                    <a:cubicBezTo>
                      <a:pt x="93631" y="1900142"/>
                      <a:pt x="92773" y="1899952"/>
                      <a:pt x="91821" y="1899475"/>
                    </a:cubicBezTo>
                    <a:cubicBezTo>
                      <a:pt x="88487" y="1897951"/>
                      <a:pt x="87154" y="1893856"/>
                      <a:pt x="88678" y="1890522"/>
                    </a:cubicBezTo>
                    <a:cubicBezTo>
                      <a:pt x="95440" y="1876806"/>
                      <a:pt x="102108" y="1863376"/>
                      <a:pt x="109061" y="1850326"/>
                    </a:cubicBezTo>
                    <a:cubicBezTo>
                      <a:pt x="110871" y="1847183"/>
                      <a:pt x="114871" y="1845850"/>
                      <a:pt x="118300" y="1847374"/>
                    </a:cubicBezTo>
                    <a:cubicBezTo>
                      <a:pt x="120491" y="1848707"/>
                      <a:pt x="121920" y="1850993"/>
                      <a:pt x="121920" y="1853470"/>
                    </a:cubicBezTo>
                    <a:cubicBezTo>
                      <a:pt x="121920" y="1854327"/>
                      <a:pt x="121729" y="1855470"/>
                      <a:pt x="121063" y="1856613"/>
                    </a:cubicBezTo>
                    <a:cubicBezTo>
                      <a:pt x="114109" y="1870043"/>
                      <a:pt x="107156" y="1883283"/>
                      <a:pt x="100870" y="1896332"/>
                    </a:cubicBezTo>
                    <a:cubicBezTo>
                      <a:pt x="99727" y="1898809"/>
                      <a:pt x="97250" y="1900142"/>
                      <a:pt x="94774" y="1900142"/>
                    </a:cubicBezTo>
                    <a:close/>
                    <a:moveTo>
                      <a:pt x="4338638" y="1886045"/>
                    </a:moveTo>
                    <a:cubicBezTo>
                      <a:pt x="4336828" y="1886045"/>
                      <a:pt x="4334828" y="1885379"/>
                      <a:pt x="4333685" y="1883759"/>
                    </a:cubicBezTo>
                    <a:cubicBezTo>
                      <a:pt x="4331208" y="1881092"/>
                      <a:pt x="4331494" y="1876806"/>
                      <a:pt x="4334161" y="1874330"/>
                    </a:cubicBezTo>
                    <a:cubicBezTo>
                      <a:pt x="4341971" y="1867376"/>
                      <a:pt x="4348734" y="1860899"/>
                      <a:pt x="4353878" y="1854803"/>
                    </a:cubicBezTo>
                    <a:cubicBezTo>
                      <a:pt x="4357212" y="1850993"/>
                      <a:pt x="4360640" y="1846707"/>
                      <a:pt x="4363784" y="1842421"/>
                    </a:cubicBezTo>
                    <a:cubicBezTo>
                      <a:pt x="4365784" y="1839468"/>
                      <a:pt x="4370261" y="1838801"/>
                      <a:pt x="4373214" y="1841087"/>
                    </a:cubicBezTo>
                    <a:cubicBezTo>
                      <a:pt x="4374833" y="1842230"/>
                      <a:pt x="4375880" y="1844231"/>
                      <a:pt x="4375880" y="1846516"/>
                    </a:cubicBezTo>
                    <a:cubicBezTo>
                      <a:pt x="4375880" y="1847850"/>
                      <a:pt x="4375404" y="1849469"/>
                      <a:pt x="4374547" y="1850517"/>
                    </a:cubicBezTo>
                    <a:cubicBezTo>
                      <a:pt x="4370928" y="1855184"/>
                      <a:pt x="4367594" y="1859471"/>
                      <a:pt x="4364260" y="1863566"/>
                    </a:cubicBezTo>
                    <a:cubicBezTo>
                      <a:pt x="4358640" y="1870043"/>
                      <a:pt x="4351496" y="1877282"/>
                      <a:pt x="4343114" y="1884426"/>
                    </a:cubicBezTo>
                    <a:cubicBezTo>
                      <a:pt x="4341781" y="1885569"/>
                      <a:pt x="4340161" y="1886045"/>
                      <a:pt x="4338638" y="1886045"/>
                    </a:cubicBezTo>
                    <a:close/>
                    <a:moveTo>
                      <a:pt x="2629472" y="1862899"/>
                    </a:moveTo>
                    <a:cubicBezTo>
                      <a:pt x="2626995" y="1862899"/>
                      <a:pt x="2624804" y="1861566"/>
                      <a:pt x="2623661" y="1859280"/>
                    </a:cubicBezTo>
                    <a:cubicBezTo>
                      <a:pt x="2623185" y="1858423"/>
                      <a:pt x="2622804" y="1857470"/>
                      <a:pt x="2622804" y="1856327"/>
                    </a:cubicBezTo>
                    <a:cubicBezTo>
                      <a:pt x="2622804" y="1853851"/>
                      <a:pt x="2624328" y="1851374"/>
                      <a:pt x="2626614" y="1850231"/>
                    </a:cubicBezTo>
                    <a:cubicBezTo>
                      <a:pt x="2639378" y="1843468"/>
                      <a:pt x="2652903" y="1836515"/>
                      <a:pt x="2666524" y="1829562"/>
                    </a:cubicBezTo>
                    <a:cubicBezTo>
                      <a:pt x="2669667" y="1827943"/>
                      <a:pt x="2673953" y="1829372"/>
                      <a:pt x="2675477" y="1832705"/>
                    </a:cubicBezTo>
                    <a:cubicBezTo>
                      <a:pt x="2677287" y="1835848"/>
                      <a:pt x="2675954" y="1839849"/>
                      <a:pt x="2672524" y="1841659"/>
                    </a:cubicBezTo>
                    <a:cubicBezTo>
                      <a:pt x="2659952" y="1847945"/>
                      <a:pt x="2646902" y="1854708"/>
                      <a:pt x="2632520" y="1862042"/>
                    </a:cubicBezTo>
                    <a:lnTo>
                      <a:pt x="2632329" y="1862042"/>
                    </a:lnTo>
                    <a:cubicBezTo>
                      <a:pt x="2631472" y="1862709"/>
                      <a:pt x="2630615" y="1862899"/>
                      <a:pt x="2629472" y="1862899"/>
                    </a:cubicBezTo>
                    <a:close/>
                    <a:moveTo>
                      <a:pt x="1219486" y="1851184"/>
                    </a:moveTo>
                    <a:cubicBezTo>
                      <a:pt x="1218343" y="1851184"/>
                      <a:pt x="1217009" y="1850993"/>
                      <a:pt x="1216152" y="1850326"/>
                    </a:cubicBezTo>
                    <a:cubicBezTo>
                      <a:pt x="1214152" y="1849183"/>
                      <a:pt x="1212818" y="1846993"/>
                      <a:pt x="1212818" y="1844516"/>
                    </a:cubicBezTo>
                    <a:cubicBezTo>
                      <a:pt x="1212818" y="1843373"/>
                      <a:pt x="1213295" y="1842325"/>
                      <a:pt x="1213961" y="1841182"/>
                    </a:cubicBezTo>
                    <a:cubicBezTo>
                      <a:pt x="1221105" y="1829276"/>
                      <a:pt x="1228534" y="1816513"/>
                      <a:pt x="1236821" y="1802606"/>
                    </a:cubicBezTo>
                    <a:cubicBezTo>
                      <a:pt x="1238631" y="1799463"/>
                      <a:pt x="1242917" y="1798320"/>
                      <a:pt x="1245965" y="1800320"/>
                    </a:cubicBezTo>
                    <a:cubicBezTo>
                      <a:pt x="1249108" y="1802130"/>
                      <a:pt x="1250252" y="1806131"/>
                      <a:pt x="1248251" y="1809559"/>
                    </a:cubicBezTo>
                    <a:cubicBezTo>
                      <a:pt x="1240822" y="1822132"/>
                      <a:pt x="1233202" y="1835182"/>
                      <a:pt x="1225391" y="1848136"/>
                    </a:cubicBezTo>
                    <a:cubicBezTo>
                      <a:pt x="1225391" y="1848136"/>
                      <a:pt x="1225391" y="1848136"/>
                      <a:pt x="1225201" y="1848326"/>
                    </a:cubicBezTo>
                    <a:cubicBezTo>
                      <a:pt x="1223963" y="1850136"/>
                      <a:pt x="1221677" y="1851184"/>
                      <a:pt x="1219486" y="1851184"/>
                    </a:cubicBezTo>
                    <a:close/>
                    <a:moveTo>
                      <a:pt x="1980819" y="1843183"/>
                    </a:moveTo>
                    <a:cubicBezTo>
                      <a:pt x="1980343" y="1843183"/>
                      <a:pt x="1979962" y="1843183"/>
                      <a:pt x="1979676" y="1843183"/>
                    </a:cubicBezTo>
                    <a:cubicBezTo>
                      <a:pt x="1976056" y="1842516"/>
                      <a:pt x="1973389" y="1839182"/>
                      <a:pt x="1974056" y="1835372"/>
                    </a:cubicBezTo>
                    <a:cubicBezTo>
                      <a:pt x="1976247" y="1820513"/>
                      <a:pt x="1980152" y="1807273"/>
                      <a:pt x="1985105" y="1796320"/>
                    </a:cubicBezTo>
                    <a:lnTo>
                      <a:pt x="1985296" y="1795463"/>
                    </a:lnTo>
                    <a:cubicBezTo>
                      <a:pt x="1985963" y="1793939"/>
                      <a:pt x="1986629" y="1792319"/>
                      <a:pt x="1987487" y="1790986"/>
                    </a:cubicBezTo>
                    <a:cubicBezTo>
                      <a:pt x="1988820" y="1787652"/>
                      <a:pt x="1992916" y="1786033"/>
                      <a:pt x="1996249" y="1787652"/>
                    </a:cubicBezTo>
                    <a:cubicBezTo>
                      <a:pt x="1998726" y="1788795"/>
                      <a:pt x="2000250" y="1790986"/>
                      <a:pt x="2000250" y="1793748"/>
                    </a:cubicBezTo>
                    <a:cubicBezTo>
                      <a:pt x="2000250" y="1794605"/>
                      <a:pt x="2000059" y="1795748"/>
                      <a:pt x="1999583" y="1796701"/>
                    </a:cubicBezTo>
                    <a:cubicBezTo>
                      <a:pt x="1998916" y="1798034"/>
                      <a:pt x="1998250" y="1799654"/>
                      <a:pt x="1997583" y="1801178"/>
                    </a:cubicBezTo>
                    <a:lnTo>
                      <a:pt x="1997107" y="1801844"/>
                    </a:lnTo>
                    <a:cubicBezTo>
                      <a:pt x="1992821" y="1811941"/>
                      <a:pt x="1989487" y="1824323"/>
                      <a:pt x="1987201" y="1837754"/>
                    </a:cubicBezTo>
                    <a:cubicBezTo>
                      <a:pt x="1986820" y="1840706"/>
                      <a:pt x="1983962" y="1843183"/>
                      <a:pt x="1980819" y="1843183"/>
                    </a:cubicBezTo>
                    <a:close/>
                    <a:moveTo>
                      <a:pt x="2709577" y="1822228"/>
                    </a:moveTo>
                    <a:cubicBezTo>
                      <a:pt x="2707100" y="1822228"/>
                      <a:pt x="2704624" y="1820894"/>
                      <a:pt x="2703481" y="1818608"/>
                    </a:cubicBezTo>
                    <a:cubicBezTo>
                      <a:pt x="2703005" y="1817465"/>
                      <a:pt x="2702814" y="1816608"/>
                      <a:pt x="2702814" y="1815656"/>
                    </a:cubicBezTo>
                    <a:cubicBezTo>
                      <a:pt x="2702814" y="1812989"/>
                      <a:pt x="2704433" y="1810512"/>
                      <a:pt x="2706624" y="1809369"/>
                    </a:cubicBezTo>
                    <a:cubicBezTo>
                      <a:pt x="2718721" y="1803273"/>
                      <a:pt x="2731961" y="1796987"/>
                      <a:pt x="2747010" y="1789652"/>
                    </a:cubicBezTo>
                    <a:cubicBezTo>
                      <a:pt x="2750344" y="1788128"/>
                      <a:pt x="2754440" y="1789652"/>
                      <a:pt x="2755964" y="1792796"/>
                    </a:cubicBezTo>
                    <a:cubicBezTo>
                      <a:pt x="2757583" y="1796129"/>
                      <a:pt x="2756154" y="1800225"/>
                      <a:pt x="2752820" y="1801749"/>
                    </a:cubicBezTo>
                    <a:cubicBezTo>
                      <a:pt x="2739771" y="1808035"/>
                      <a:pt x="2726341" y="1814798"/>
                      <a:pt x="2712434" y="1821466"/>
                    </a:cubicBezTo>
                    <a:cubicBezTo>
                      <a:pt x="2711577" y="1822037"/>
                      <a:pt x="2710720" y="1822228"/>
                      <a:pt x="2709577" y="1822228"/>
                    </a:cubicBezTo>
                    <a:close/>
                    <a:moveTo>
                      <a:pt x="136684" y="1820704"/>
                    </a:moveTo>
                    <a:cubicBezTo>
                      <a:pt x="135541" y="1820704"/>
                      <a:pt x="134207" y="1820513"/>
                      <a:pt x="133350" y="1819847"/>
                    </a:cubicBezTo>
                    <a:cubicBezTo>
                      <a:pt x="131731" y="1818989"/>
                      <a:pt x="130683" y="1817560"/>
                      <a:pt x="130207" y="1815846"/>
                    </a:cubicBezTo>
                    <a:cubicBezTo>
                      <a:pt x="129540" y="1814322"/>
                      <a:pt x="129730" y="1812226"/>
                      <a:pt x="130683" y="1810703"/>
                    </a:cubicBezTo>
                    <a:cubicBezTo>
                      <a:pt x="137827" y="1797939"/>
                      <a:pt x="145542" y="1784890"/>
                      <a:pt x="153162" y="1771840"/>
                    </a:cubicBezTo>
                    <a:lnTo>
                      <a:pt x="153162" y="1771840"/>
                    </a:lnTo>
                    <a:cubicBezTo>
                      <a:pt x="154972" y="1768697"/>
                      <a:pt x="159258" y="1767554"/>
                      <a:pt x="162401" y="1769364"/>
                    </a:cubicBezTo>
                    <a:cubicBezTo>
                      <a:pt x="164592" y="1770507"/>
                      <a:pt x="165735" y="1772698"/>
                      <a:pt x="165735" y="1774984"/>
                    </a:cubicBezTo>
                    <a:cubicBezTo>
                      <a:pt x="165735" y="1776317"/>
                      <a:pt x="165544" y="1777460"/>
                      <a:pt x="164878" y="1778603"/>
                    </a:cubicBezTo>
                    <a:cubicBezTo>
                      <a:pt x="156305" y="1793176"/>
                      <a:pt x="149161" y="1805749"/>
                      <a:pt x="142684" y="1817465"/>
                    </a:cubicBezTo>
                    <a:cubicBezTo>
                      <a:pt x="141446" y="1819370"/>
                      <a:pt x="138970" y="1820704"/>
                      <a:pt x="136684" y="1820704"/>
                    </a:cubicBezTo>
                    <a:close/>
                    <a:moveTo>
                      <a:pt x="4391787" y="1814608"/>
                    </a:moveTo>
                    <a:cubicBezTo>
                      <a:pt x="4390930" y="1814608"/>
                      <a:pt x="4389978" y="1814417"/>
                      <a:pt x="4389120" y="1813941"/>
                    </a:cubicBezTo>
                    <a:cubicBezTo>
                      <a:pt x="4387310" y="1813274"/>
                      <a:pt x="4386167" y="1811941"/>
                      <a:pt x="4385501" y="1810131"/>
                    </a:cubicBezTo>
                    <a:cubicBezTo>
                      <a:pt x="4384834" y="1808607"/>
                      <a:pt x="4384834" y="1806797"/>
                      <a:pt x="4385787" y="1805178"/>
                    </a:cubicBezTo>
                    <a:cubicBezTo>
                      <a:pt x="4391882" y="1791748"/>
                      <a:pt x="4396073" y="1777841"/>
                      <a:pt x="4398836" y="1763839"/>
                    </a:cubicBezTo>
                    <a:cubicBezTo>
                      <a:pt x="4399503" y="1760220"/>
                      <a:pt x="4402836" y="1757743"/>
                      <a:pt x="4406646" y="1758410"/>
                    </a:cubicBezTo>
                    <a:cubicBezTo>
                      <a:pt x="4409789" y="1759077"/>
                      <a:pt x="4412076" y="1761744"/>
                      <a:pt x="4412076" y="1764887"/>
                    </a:cubicBezTo>
                    <a:cubicBezTo>
                      <a:pt x="4412076" y="1765364"/>
                      <a:pt x="4412076" y="1765745"/>
                      <a:pt x="4412076" y="1766221"/>
                    </a:cubicBezTo>
                    <a:cubicBezTo>
                      <a:pt x="4409123" y="1781270"/>
                      <a:pt x="4404455" y="1796320"/>
                      <a:pt x="4397978" y="1810417"/>
                    </a:cubicBezTo>
                    <a:cubicBezTo>
                      <a:pt x="4397026" y="1813084"/>
                      <a:pt x="4394549" y="1814608"/>
                      <a:pt x="4391787" y="1814608"/>
                    </a:cubicBezTo>
                    <a:close/>
                    <a:moveTo>
                      <a:pt x="2790349" y="1783175"/>
                    </a:moveTo>
                    <a:cubicBezTo>
                      <a:pt x="2787872" y="1783175"/>
                      <a:pt x="2785396" y="1781842"/>
                      <a:pt x="2784253" y="1779365"/>
                    </a:cubicBezTo>
                    <a:cubicBezTo>
                      <a:pt x="2783777" y="1778508"/>
                      <a:pt x="2783586" y="1777365"/>
                      <a:pt x="2783586" y="1776413"/>
                    </a:cubicBezTo>
                    <a:cubicBezTo>
                      <a:pt x="2783586" y="1773746"/>
                      <a:pt x="2785110" y="1771459"/>
                      <a:pt x="2787587" y="1770316"/>
                    </a:cubicBezTo>
                    <a:cubicBezTo>
                      <a:pt x="2799493" y="1764697"/>
                      <a:pt x="2813590" y="1757934"/>
                      <a:pt x="2828163" y="1751457"/>
                    </a:cubicBezTo>
                    <a:cubicBezTo>
                      <a:pt x="2831497" y="1749838"/>
                      <a:pt x="2835592" y="1751457"/>
                      <a:pt x="2837116" y="1754791"/>
                    </a:cubicBezTo>
                    <a:cubicBezTo>
                      <a:pt x="2837783" y="1756315"/>
                      <a:pt x="2837783" y="1758124"/>
                      <a:pt x="2837307" y="1759934"/>
                    </a:cubicBezTo>
                    <a:cubicBezTo>
                      <a:pt x="2836640" y="1761458"/>
                      <a:pt x="2835307" y="1762887"/>
                      <a:pt x="2833688" y="1763554"/>
                    </a:cubicBezTo>
                    <a:cubicBezTo>
                      <a:pt x="2819972" y="1770031"/>
                      <a:pt x="2806351" y="1776317"/>
                      <a:pt x="2793111" y="1782413"/>
                    </a:cubicBezTo>
                    <a:cubicBezTo>
                      <a:pt x="2793111" y="1782413"/>
                      <a:pt x="2793111" y="1782604"/>
                      <a:pt x="2792921" y="1782604"/>
                    </a:cubicBezTo>
                    <a:cubicBezTo>
                      <a:pt x="2792158" y="1782985"/>
                      <a:pt x="2791301" y="1783175"/>
                      <a:pt x="2790349" y="1783175"/>
                    </a:cubicBezTo>
                    <a:close/>
                    <a:moveTo>
                      <a:pt x="1264825" y="1773746"/>
                    </a:moveTo>
                    <a:cubicBezTo>
                      <a:pt x="1263682" y="1773746"/>
                      <a:pt x="1262539" y="1773269"/>
                      <a:pt x="1261491" y="1772888"/>
                    </a:cubicBezTo>
                    <a:cubicBezTo>
                      <a:pt x="1259491" y="1771555"/>
                      <a:pt x="1258157" y="1769269"/>
                      <a:pt x="1258157" y="1766792"/>
                    </a:cubicBezTo>
                    <a:cubicBezTo>
                      <a:pt x="1258157" y="1765649"/>
                      <a:pt x="1258443" y="1764792"/>
                      <a:pt x="1259014" y="1763839"/>
                    </a:cubicBezTo>
                    <a:cubicBezTo>
                      <a:pt x="1259014" y="1763649"/>
                      <a:pt x="1259014" y="1763649"/>
                      <a:pt x="1259014" y="1763649"/>
                    </a:cubicBezTo>
                    <a:cubicBezTo>
                      <a:pt x="1259014" y="1763458"/>
                      <a:pt x="1259300" y="1763173"/>
                      <a:pt x="1259491" y="1762982"/>
                    </a:cubicBezTo>
                    <a:cubicBezTo>
                      <a:pt x="1268063" y="1747742"/>
                      <a:pt x="1274540" y="1735836"/>
                      <a:pt x="1280541" y="1724597"/>
                    </a:cubicBezTo>
                    <a:cubicBezTo>
                      <a:pt x="1282351" y="1721453"/>
                      <a:pt x="1286637" y="1720120"/>
                      <a:pt x="1289780" y="1721930"/>
                    </a:cubicBezTo>
                    <a:cubicBezTo>
                      <a:pt x="1291399" y="1722787"/>
                      <a:pt x="1292447" y="1724215"/>
                      <a:pt x="1292923" y="1725930"/>
                    </a:cubicBezTo>
                    <a:cubicBezTo>
                      <a:pt x="1293590" y="1727740"/>
                      <a:pt x="1293400" y="1729549"/>
                      <a:pt x="1292447" y="1731073"/>
                    </a:cubicBezTo>
                    <a:cubicBezTo>
                      <a:pt x="1284637" y="1745171"/>
                      <a:pt x="1277588" y="1758029"/>
                      <a:pt x="1270635" y="1770126"/>
                    </a:cubicBezTo>
                    <a:cubicBezTo>
                      <a:pt x="1269492" y="1772412"/>
                      <a:pt x="1267301" y="1773746"/>
                      <a:pt x="1264825" y="1773746"/>
                    </a:cubicBezTo>
                    <a:close/>
                    <a:moveTo>
                      <a:pt x="2013775" y="1760125"/>
                    </a:moveTo>
                    <a:cubicBezTo>
                      <a:pt x="2012632" y="1760125"/>
                      <a:pt x="2011585" y="1759934"/>
                      <a:pt x="2010442" y="1759267"/>
                    </a:cubicBezTo>
                    <a:cubicBezTo>
                      <a:pt x="2008823" y="1758601"/>
                      <a:pt x="2007775" y="1756981"/>
                      <a:pt x="2007298" y="1755457"/>
                    </a:cubicBezTo>
                    <a:cubicBezTo>
                      <a:pt x="2006822" y="1753648"/>
                      <a:pt x="2006822" y="1751838"/>
                      <a:pt x="2007775" y="1750314"/>
                    </a:cubicBezTo>
                    <a:cubicBezTo>
                      <a:pt x="2013871" y="1738884"/>
                      <a:pt x="2021205" y="1726025"/>
                      <a:pt x="2029968" y="1711071"/>
                    </a:cubicBezTo>
                    <a:cubicBezTo>
                      <a:pt x="2031968" y="1707928"/>
                      <a:pt x="2036255" y="1706785"/>
                      <a:pt x="2039207" y="1708595"/>
                    </a:cubicBezTo>
                    <a:cubicBezTo>
                      <a:pt x="2041207" y="1709738"/>
                      <a:pt x="2042541" y="1711928"/>
                      <a:pt x="2042541" y="1714214"/>
                    </a:cubicBezTo>
                    <a:cubicBezTo>
                      <a:pt x="2042541" y="1715548"/>
                      <a:pt x="2042350" y="1716691"/>
                      <a:pt x="2041684" y="1717834"/>
                    </a:cubicBezTo>
                    <a:cubicBezTo>
                      <a:pt x="2033873" y="1731264"/>
                      <a:pt x="2026444" y="1744504"/>
                      <a:pt x="2019681" y="1756696"/>
                    </a:cubicBezTo>
                    <a:cubicBezTo>
                      <a:pt x="2018443" y="1758791"/>
                      <a:pt x="2016252" y="1760125"/>
                      <a:pt x="2013775" y="1760125"/>
                    </a:cubicBezTo>
                    <a:close/>
                    <a:moveTo>
                      <a:pt x="2872073" y="1745932"/>
                    </a:moveTo>
                    <a:cubicBezTo>
                      <a:pt x="2869406" y="1745932"/>
                      <a:pt x="2866930" y="1744313"/>
                      <a:pt x="2865787" y="1741932"/>
                    </a:cubicBezTo>
                    <a:cubicBezTo>
                      <a:pt x="2865596" y="1741265"/>
                      <a:pt x="2865311" y="1740408"/>
                      <a:pt x="2865311" y="1739456"/>
                    </a:cubicBezTo>
                    <a:cubicBezTo>
                      <a:pt x="2865311" y="1736503"/>
                      <a:pt x="2866930" y="1734312"/>
                      <a:pt x="2869311" y="1733169"/>
                    </a:cubicBezTo>
                    <a:cubicBezTo>
                      <a:pt x="2881694" y="1727549"/>
                      <a:pt x="2894648" y="1721930"/>
                      <a:pt x="2910364" y="1714976"/>
                    </a:cubicBezTo>
                    <a:cubicBezTo>
                      <a:pt x="2913698" y="1713643"/>
                      <a:pt x="2917794" y="1715167"/>
                      <a:pt x="2919317" y="1718596"/>
                    </a:cubicBezTo>
                    <a:cubicBezTo>
                      <a:pt x="2919984" y="1720406"/>
                      <a:pt x="2919984" y="1722215"/>
                      <a:pt x="2919317" y="1723739"/>
                    </a:cubicBezTo>
                    <a:cubicBezTo>
                      <a:pt x="2918650" y="1725549"/>
                      <a:pt x="2917317" y="1726882"/>
                      <a:pt x="2915698" y="1727549"/>
                    </a:cubicBezTo>
                    <a:cubicBezTo>
                      <a:pt x="2900648" y="1733836"/>
                      <a:pt x="2887218" y="1739932"/>
                      <a:pt x="2874645" y="1745266"/>
                    </a:cubicBezTo>
                    <a:cubicBezTo>
                      <a:pt x="2873883" y="1745742"/>
                      <a:pt x="2872931" y="1745932"/>
                      <a:pt x="2872073" y="1745932"/>
                    </a:cubicBezTo>
                    <a:close/>
                    <a:moveTo>
                      <a:pt x="182309" y="1743265"/>
                    </a:moveTo>
                    <a:cubicBezTo>
                      <a:pt x="180975" y="1743265"/>
                      <a:pt x="179832" y="1743075"/>
                      <a:pt x="178689" y="1742408"/>
                    </a:cubicBezTo>
                    <a:cubicBezTo>
                      <a:pt x="175546" y="1740408"/>
                      <a:pt x="174403" y="1736312"/>
                      <a:pt x="176498" y="1733169"/>
                    </a:cubicBezTo>
                    <a:cubicBezTo>
                      <a:pt x="183928" y="1720787"/>
                      <a:pt x="191929" y="1708214"/>
                      <a:pt x="200311" y="1694974"/>
                    </a:cubicBezTo>
                    <a:cubicBezTo>
                      <a:pt x="200311" y="1694974"/>
                      <a:pt x="200311" y="1694974"/>
                      <a:pt x="200501" y="1694783"/>
                    </a:cubicBezTo>
                    <a:cubicBezTo>
                      <a:pt x="202311" y="1691831"/>
                      <a:pt x="206788" y="1690973"/>
                      <a:pt x="209740" y="1692783"/>
                    </a:cubicBezTo>
                    <a:cubicBezTo>
                      <a:pt x="211741" y="1694116"/>
                      <a:pt x="212884" y="1696403"/>
                      <a:pt x="212884" y="1698879"/>
                    </a:cubicBezTo>
                    <a:cubicBezTo>
                      <a:pt x="212884" y="1700022"/>
                      <a:pt x="212407" y="1701165"/>
                      <a:pt x="211741" y="1702213"/>
                    </a:cubicBezTo>
                    <a:cubicBezTo>
                      <a:pt x="203930" y="1714786"/>
                      <a:pt x="195834" y="1727359"/>
                      <a:pt x="187928" y="1740122"/>
                    </a:cubicBezTo>
                    <a:cubicBezTo>
                      <a:pt x="186785" y="1742123"/>
                      <a:pt x="184499" y="1743265"/>
                      <a:pt x="182309" y="1743265"/>
                    </a:cubicBezTo>
                    <a:close/>
                    <a:moveTo>
                      <a:pt x="4407789" y="1727359"/>
                    </a:moveTo>
                    <a:cubicBezTo>
                      <a:pt x="4404455" y="1727359"/>
                      <a:pt x="4401503" y="1724692"/>
                      <a:pt x="4401026" y="1721072"/>
                    </a:cubicBezTo>
                    <a:cubicBezTo>
                      <a:pt x="4399883" y="1706975"/>
                      <a:pt x="4396550" y="1692783"/>
                      <a:pt x="4391406" y="1679543"/>
                    </a:cubicBezTo>
                    <a:cubicBezTo>
                      <a:pt x="4390930" y="1678686"/>
                      <a:pt x="4390930" y="1677733"/>
                      <a:pt x="4390930" y="1676876"/>
                    </a:cubicBezTo>
                    <a:cubicBezTo>
                      <a:pt x="4390930" y="1674209"/>
                      <a:pt x="4392740" y="1671733"/>
                      <a:pt x="4395216" y="1670780"/>
                    </a:cubicBezTo>
                    <a:cubicBezTo>
                      <a:pt x="4398550" y="1669447"/>
                      <a:pt x="4402645" y="1670971"/>
                      <a:pt x="4403979" y="1674400"/>
                    </a:cubicBezTo>
                    <a:cubicBezTo>
                      <a:pt x="4409599" y="1688973"/>
                      <a:pt x="4413219" y="1704213"/>
                      <a:pt x="4414552" y="1719929"/>
                    </a:cubicBezTo>
                    <a:cubicBezTo>
                      <a:pt x="4414838" y="1723739"/>
                      <a:pt x="4412076" y="1726882"/>
                      <a:pt x="4408456" y="1727359"/>
                    </a:cubicBezTo>
                    <a:cubicBezTo>
                      <a:pt x="4408265" y="1727359"/>
                      <a:pt x="4407979" y="1727359"/>
                      <a:pt x="4407789" y="1727359"/>
                    </a:cubicBezTo>
                    <a:close/>
                    <a:moveTo>
                      <a:pt x="2954655" y="1710690"/>
                    </a:moveTo>
                    <a:cubicBezTo>
                      <a:pt x="2951703" y="1710690"/>
                      <a:pt x="2949321" y="1708880"/>
                      <a:pt x="2948368" y="1706404"/>
                    </a:cubicBezTo>
                    <a:cubicBezTo>
                      <a:pt x="2947892" y="1705547"/>
                      <a:pt x="2947892" y="1704594"/>
                      <a:pt x="2947892" y="1703737"/>
                    </a:cubicBezTo>
                    <a:cubicBezTo>
                      <a:pt x="2947892" y="1701070"/>
                      <a:pt x="2949511" y="1698784"/>
                      <a:pt x="2951988" y="1697641"/>
                    </a:cubicBezTo>
                    <a:cubicBezTo>
                      <a:pt x="2964561" y="1692497"/>
                      <a:pt x="2978277" y="1687068"/>
                      <a:pt x="2993708" y="1680781"/>
                    </a:cubicBezTo>
                    <a:cubicBezTo>
                      <a:pt x="2997042" y="1679448"/>
                      <a:pt x="3001137" y="1681258"/>
                      <a:pt x="3002470" y="1684591"/>
                    </a:cubicBezTo>
                    <a:cubicBezTo>
                      <a:pt x="3003804" y="1688211"/>
                      <a:pt x="3002185" y="1692021"/>
                      <a:pt x="2998661" y="1693355"/>
                    </a:cubicBezTo>
                    <a:cubicBezTo>
                      <a:pt x="2983420" y="1699450"/>
                      <a:pt x="2969704" y="1704784"/>
                      <a:pt x="2957132" y="1709928"/>
                    </a:cubicBezTo>
                    <a:cubicBezTo>
                      <a:pt x="2956274" y="1710499"/>
                      <a:pt x="2955322" y="1710690"/>
                      <a:pt x="2954655" y="1710690"/>
                    </a:cubicBezTo>
                    <a:close/>
                    <a:moveTo>
                      <a:pt x="1307687" y="1694974"/>
                    </a:moveTo>
                    <a:cubicBezTo>
                      <a:pt x="1306544" y="1694974"/>
                      <a:pt x="1305497" y="1694783"/>
                      <a:pt x="1304544" y="1694116"/>
                    </a:cubicBezTo>
                    <a:cubicBezTo>
                      <a:pt x="1302353" y="1692973"/>
                      <a:pt x="1300924" y="1690783"/>
                      <a:pt x="1300924" y="1688306"/>
                    </a:cubicBezTo>
                    <a:cubicBezTo>
                      <a:pt x="1300924" y="1687449"/>
                      <a:pt x="1301115" y="1686306"/>
                      <a:pt x="1301591" y="1685354"/>
                    </a:cubicBezTo>
                    <a:cubicBezTo>
                      <a:pt x="1301591" y="1685163"/>
                      <a:pt x="1301591" y="1685163"/>
                      <a:pt x="1301591" y="1685163"/>
                    </a:cubicBezTo>
                    <a:cubicBezTo>
                      <a:pt x="1301782" y="1684973"/>
                      <a:pt x="1301782" y="1684973"/>
                      <a:pt x="1302067" y="1684687"/>
                    </a:cubicBezTo>
                    <a:cubicBezTo>
                      <a:pt x="1308545" y="1672114"/>
                      <a:pt x="1314831" y="1660017"/>
                      <a:pt x="1322261" y="1645444"/>
                    </a:cubicBezTo>
                    <a:cubicBezTo>
                      <a:pt x="1323880" y="1642300"/>
                      <a:pt x="1328071" y="1640681"/>
                      <a:pt x="1331214" y="1642491"/>
                    </a:cubicBezTo>
                    <a:cubicBezTo>
                      <a:pt x="1334548" y="1644110"/>
                      <a:pt x="1335881" y="1648111"/>
                      <a:pt x="1334357" y="1651445"/>
                    </a:cubicBezTo>
                    <a:cubicBezTo>
                      <a:pt x="1327595" y="1664494"/>
                      <a:pt x="1320641" y="1677924"/>
                      <a:pt x="1313498" y="1691354"/>
                    </a:cubicBezTo>
                    <a:cubicBezTo>
                      <a:pt x="1312355" y="1693640"/>
                      <a:pt x="1310164" y="1694974"/>
                      <a:pt x="1307687" y="1694974"/>
                    </a:cubicBezTo>
                    <a:close/>
                    <a:moveTo>
                      <a:pt x="2059114" y="1682401"/>
                    </a:moveTo>
                    <a:cubicBezTo>
                      <a:pt x="2057781" y="1682401"/>
                      <a:pt x="2056638" y="1682210"/>
                      <a:pt x="2055495" y="1681543"/>
                    </a:cubicBezTo>
                    <a:cubicBezTo>
                      <a:pt x="2052352" y="1679543"/>
                      <a:pt x="2051209" y="1675257"/>
                      <a:pt x="2053304" y="1672114"/>
                    </a:cubicBezTo>
                    <a:cubicBezTo>
                      <a:pt x="2062258" y="1657540"/>
                      <a:pt x="2069878" y="1645444"/>
                      <a:pt x="2077307" y="1633918"/>
                    </a:cubicBezTo>
                    <a:cubicBezTo>
                      <a:pt x="2077307" y="1633918"/>
                      <a:pt x="2077307" y="1633918"/>
                      <a:pt x="2077593" y="1633728"/>
                    </a:cubicBezTo>
                    <a:cubicBezTo>
                      <a:pt x="2079403" y="1631061"/>
                      <a:pt x="2083594" y="1630108"/>
                      <a:pt x="2086737" y="1631918"/>
                    </a:cubicBezTo>
                    <a:cubicBezTo>
                      <a:pt x="2088547" y="1633252"/>
                      <a:pt x="2089690" y="1635538"/>
                      <a:pt x="2089690" y="1637729"/>
                    </a:cubicBezTo>
                    <a:cubicBezTo>
                      <a:pt x="2089690" y="1638872"/>
                      <a:pt x="2089404" y="1640014"/>
                      <a:pt x="2088832" y="1641062"/>
                    </a:cubicBezTo>
                    <a:cubicBezTo>
                      <a:pt x="2088832" y="1641062"/>
                      <a:pt x="2088832" y="1641062"/>
                      <a:pt x="2088832" y="1641253"/>
                    </a:cubicBezTo>
                    <a:cubicBezTo>
                      <a:pt x="2088547" y="1641253"/>
                      <a:pt x="2088547" y="1641443"/>
                      <a:pt x="2088356" y="1641729"/>
                    </a:cubicBezTo>
                    <a:cubicBezTo>
                      <a:pt x="2080260" y="1654492"/>
                      <a:pt x="2072164" y="1667065"/>
                      <a:pt x="2064830" y="1679257"/>
                    </a:cubicBezTo>
                    <a:cubicBezTo>
                      <a:pt x="2063591" y="1681353"/>
                      <a:pt x="2061400" y="1682401"/>
                      <a:pt x="2059114" y="1682401"/>
                    </a:cubicBezTo>
                    <a:close/>
                    <a:moveTo>
                      <a:pt x="3038189" y="1677924"/>
                    </a:moveTo>
                    <a:cubicBezTo>
                      <a:pt x="3035236" y="1677924"/>
                      <a:pt x="3032760" y="1676114"/>
                      <a:pt x="3031903" y="1673447"/>
                    </a:cubicBezTo>
                    <a:cubicBezTo>
                      <a:pt x="3031712" y="1672781"/>
                      <a:pt x="3031427" y="1671828"/>
                      <a:pt x="3031427" y="1671161"/>
                    </a:cubicBezTo>
                    <a:cubicBezTo>
                      <a:pt x="3031427" y="1668208"/>
                      <a:pt x="3032950" y="1665732"/>
                      <a:pt x="3035713" y="1664684"/>
                    </a:cubicBezTo>
                    <a:cubicBezTo>
                      <a:pt x="3048286" y="1660207"/>
                      <a:pt x="3063050" y="1654588"/>
                      <a:pt x="3077909" y="1649444"/>
                    </a:cubicBezTo>
                    <a:cubicBezTo>
                      <a:pt x="3081242" y="1648111"/>
                      <a:pt x="3085338" y="1650111"/>
                      <a:pt x="3086672" y="1653445"/>
                    </a:cubicBezTo>
                    <a:cubicBezTo>
                      <a:pt x="3087148" y="1654969"/>
                      <a:pt x="3087148" y="1656779"/>
                      <a:pt x="3086386" y="1658588"/>
                    </a:cubicBezTo>
                    <a:cubicBezTo>
                      <a:pt x="3085529" y="1660112"/>
                      <a:pt x="3084195" y="1661541"/>
                      <a:pt x="3082576" y="1661922"/>
                    </a:cubicBezTo>
                    <a:cubicBezTo>
                      <a:pt x="3066193" y="1667732"/>
                      <a:pt x="3052763" y="1672685"/>
                      <a:pt x="3040380" y="1677448"/>
                    </a:cubicBezTo>
                    <a:cubicBezTo>
                      <a:pt x="3039713" y="1677733"/>
                      <a:pt x="3038856" y="1677924"/>
                      <a:pt x="3038189" y="1677924"/>
                    </a:cubicBezTo>
                    <a:close/>
                    <a:moveTo>
                      <a:pt x="230505" y="1667637"/>
                    </a:moveTo>
                    <a:cubicBezTo>
                      <a:pt x="229171" y="1667637"/>
                      <a:pt x="227838" y="1667161"/>
                      <a:pt x="226695" y="1666494"/>
                    </a:cubicBezTo>
                    <a:cubicBezTo>
                      <a:pt x="223742" y="1664494"/>
                      <a:pt x="222885" y="1660207"/>
                      <a:pt x="224885" y="1657064"/>
                    </a:cubicBezTo>
                    <a:cubicBezTo>
                      <a:pt x="233458" y="1644301"/>
                      <a:pt x="241744" y="1631728"/>
                      <a:pt x="249746" y="1619822"/>
                    </a:cubicBezTo>
                    <a:cubicBezTo>
                      <a:pt x="251746" y="1616869"/>
                      <a:pt x="256222" y="1616012"/>
                      <a:pt x="259175" y="1618012"/>
                    </a:cubicBezTo>
                    <a:cubicBezTo>
                      <a:pt x="260985" y="1619345"/>
                      <a:pt x="262128" y="1621346"/>
                      <a:pt x="262128" y="1623631"/>
                    </a:cubicBezTo>
                    <a:cubicBezTo>
                      <a:pt x="262128" y="1624965"/>
                      <a:pt x="261652" y="1626298"/>
                      <a:pt x="260985" y="1627441"/>
                    </a:cubicBezTo>
                    <a:cubicBezTo>
                      <a:pt x="252222" y="1640014"/>
                      <a:pt x="243935" y="1652588"/>
                      <a:pt x="236125" y="1664494"/>
                    </a:cubicBezTo>
                    <a:cubicBezTo>
                      <a:pt x="234791" y="1666494"/>
                      <a:pt x="232791" y="1667637"/>
                      <a:pt x="230505" y="1667637"/>
                    </a:cubicBezTo>
                    <a:close/>
                    <a:moveTo>
                      <a:pt x="3122581" y="1647634"/>
                    </a:moveTo>
                    <a:cubicBezTo>
                      <a:pt x="3119628" y="1647634"/>
                      <a:pt x="3117152" y="1645825"/>
                      <a:pt x="3116294" y="1643158"/>
                    </a:cubicBezTo>
                    <a:cubicBezTo>
                      <a:pt x="3116104" y="1642491"/>
                      <a:pt x="3115818" y="1641824"/>
                      <a:pt x="3115818" y="1641157"/>
                    </a:cubicBezTo>
                    <a:cubicBezTo>
                      <a:pt x="3115818" y="1638205"/>
                      <a:pt x="3117628" y="1635538"/>
                      <a:pt x="3120295" y="1634681"/>
                    </a:cubicBezTo>
                    <a:cubicBezTo>
                      <a:pt x="3135535" y="1629537"/>
                      <a:pt x="3149442" y="1624774"/>
                      <a:pt x="3163157" y="1620488"/>
                    </a:cubicBezTo>
                    <a:cubicBezTo>
                      <a:pt x="3166491" y="1619345"/>
                      <a:pt x="3170301" y="1621346"/>
                      <a:pt x="3171444" y="1624774"/>
                    </a:cubicBezTo>
                    <a:cubicBezTo>
                      <a:pt x="3172111" y="1626584"/>
                      <a:pt x="3171920" y="1628394"/>
                      <a:pt x="3170968" y="1629918"/>
                    </a:cubicBezTo>
                    <a:cubicBezTo>
                      <a:pt x="3170301" y="1631537"/>
                      <a:pt x="3168968" y="1632871"/>
                      <a:pt x="3167158" y="1633252"/>
                    </a:cubicBezTo>
                    <a:cubicBezTo>
                      <a:pt x="3151441" y="1638395"/>
                      <a:pt x="3137535" y="1642872"/>
                      <a:pt x="3124676" y="1647349"/>
                    </a:cubicBezTo>
                    <a:lnTo>
                      <a:pt x="3124486" y="1647349"/>
                    </a:lnTo>
                    <a:cubicBezTo>
                      <a:pt x="3123914" y="1647634"/>
                      <a:pt x="3123248" y="1647634"/>
                      <a:pt x="3122581" y="1647634"/>
                    </a:cubicBezTo>
                    <a:close/>
                    <a:moveTo>
                      <a:pt x="4375213" y="1644967"/>
                    </a:moveTo>
                    <a:cubicBezTo>
                      <a:pt x="4373214" y="1644967"/>
                      <a:pt x="4371404" y="1644110"/>
                      <a:pt x="4370070" y="1642491"/>
                    </a:cubicBezTo>
                    <a:cubicBezTo>
                      <a:pt x="4361593" y="1631537"/>
                      <a:pt x="4351020" y="1621441"/>
                      <a:pt x="4339114" y="1612392"/>
                    </a:cubicBezTo>
                    <a:cubicBezTo>
                      <a:pt x="4337495" y="1611058"/>
                      <a:pt x="4336637" y="1609058"/>
                      <a:pt x="4336637" y="1606963"/>
                    </a:cubicBezTo>
                    <a:cubicBezTo>
                      <a:pt x="4336637" y="1605439"/>
                      <a:pt x="4337113" y="1604010"/>
                      <a:pt x="4337780" y="1602962"/>
                    </a:cubicBezTo>
                    <a:cubicBezTo>
                      <a:pt x="4340067" y="1600009"/>
                      <a:pt x="4344543" y="1599343"/>
                      <a:pt x="4347210" y="1601629"/>
                    </a:cubicBezTo>
                    <a:cubicBezTo>
                      <a:pt x="4359974" y="1611058"/>
                      <a:pt x="4371213" y="1622012"/>
                      <a:pt x="4380643" y="1633918"/>
                    </a:cubicBezTo>
                    <a:cubicBezTo>
                      <a:pt x="4381786" y="1635442"/>
                      <a:pt x="4382262" y="1637252"/>
                      <a:pt x="4381976" y="1638872"/>
                    </a:cubicBezTo>
                    <a:cubicBezTo>
                      <a:pt x="4381691" y="1640681"/>
                      <a:pt x="4380833" y="1642491"/>
                      <a:pt x="4379500" y="1643348"/>
                    </a:cubicBezTo>
                    <a:cubicBezTo>
                      <a:pt x="4378357" y="1644491"/>
                      <a:pt x="4376833" y="1644967"/>
                      <a:pt x="4375213" y="1644967"/>
                    </a:cubicBezTo>
                    <a:close/>
                    <a:moveTo>
                      <a:pt x="3207829" y="1620012"/>
                    </a:moveTo>
                    <a:cubicBezTo>
                      <a:pt x="3204877" y="1620012"/>
                      <a:pt x="3202401" y="1618202"/>
                      <a:pt x="3201543" y="1615345"/>
                    </a:cubicBezTo>
                    <a:cubicBezTo>
                      <a:pt x="3201352" y="1614678"/>
                      <a:pt x="3201067" y="1614011"/>
                      <a:pt x="3201067" y="1613345"/>
                    </a:cubicBezTo>
                    <a:cubicBezTo>
                      <a:pt x="3201067" y="1610678"/>
                      <a:pt x="3203067" y="1607915"/>
                      <a:pt x="3205734" y="1607058"/>
                    </a:cubicBezTo>
                    <a:cubicBezTo>
                      <a:pt x="3205734" y="1607058"/>
                      <a:pt x="3205734" y="1607058"/>
                      <a:pt x="3205925" y="1607058"/>
                    </a:cubicBezTo>
                    <a:cubicBezTo>
                      <a:pt x="3205925" y="1607058"/>
                      <a:pt x="3206210" y="1606867"/>
                      <a:pt x="3206401" y="1606867"/>
                    </a:cubicBezTo>
                    <a:cubicBezTo>
                      <a:pt x="3221260" y="1602391"/>
                      <a:pt x="3235071" y="1598105"/>
                      <a:pt x="3249073" y="1594295"/>
                    </a:cubicBezTo>
                    <a:cubicBezTo>
                      <a:pt x="3252692" y="1593151"/>
                      <a:pt x="3256216" y="1595438"/>
                      <a:pt x="3257359" y="1598771"/>
                    </a:cubicBezTo>
                    <a:cubicBezTo>
                      <a:pt x="3258217" y="1602391"/>
                      <a:pt x="3256216" y="1606201"/>
                      <a:pt x="3252692" y="1607058"/>
                    </a:cubicBezTo>
                    <a:cubicBezTo>
                      <a:pt x="3239929" y="1610868"/>
                      <a:pt x="3225736" y="1615154"/>
                      <a:pt x="3209830" y="1619822"/>
                    </a:cubicBezTo>
                    <a:cubicBezTo>
                      <a:pt x="3209830" y="1619822"/>
                      <a:pt x="3209830" y="1619822"/>
                      <a:pt x="3209639" y="1619822"/>
                    </a:cubicBezTo>
                    <a:cubicBezTo>
                      <a:pt x="3209258" y="1620012"/>
                      <a:pt x="3208496" y="1620012"/>
                      <a:pt x="3207829" y="1620012"/>
                    </a:cubicBezTo>
                    <a:close/>
                    <a:moveTo>
                      <a:pt x="1348549" y="1614868"/>
                    </a:moveTo>
                    <a:cubicBezTo>
                      <a:pt x="1347406" y="1614868"/>
                      <a:pt x="1346359" y="1614678"/>
                      <a:pt x="1345406" y="1614202"/>
                    </a:cubicBezTo>
                    <a:cubicBezTo>
                      <a:pt x="1343120" y="1613059"/>
                      <a:pt x="1341596" y="1610868"/>
                      <a:pt x="1341787" y="1608106"/>
                    </a:cubicBezTo>
                    <a:cubicBezTo>
                      <a:pt x="1341787" y="1606963"/>
                      <a:pt x="1341977" y="1606106"/>
                      <a:pt x="1342454" y="1605153"/>
                    </a:cubicBezTo>
                    <a:cubicBezTo>
                      <a:pt x="1348740" y="1592389"/>
                      <a:pt x="1355217" y="1579150"/>
                      <a:pt x="1361980" y="1564767"/>
                    </a:cubicBezTo>
                    <a:cubicBezTo>
                      <a:pt x="1363599" y="1561433"/>
                      <a:pt x="1367599" y="1559814"/>
                      <a:pt x="1370933" y="1561624"/>
                    </a:cubicBezTo>
                    <a:cubicBezTo>
                      <a:pt x="1374267" y="1563148"/>
                      <a:pt x="1375600" y="1567243"/>
                      <a:pt x="1374077" y="1570577"/>
                    </a:cubicBezTo>
                    <a:cubicBezTo>
                      <a:pt x="1367790" y="1583626"/>
                      <a:pt x="1361313" y="1597247"/>
                      <a:pt x="1354360" y="1610963"/>
                    </a:cubicBezTo>
                    <a:cubicBezTo>
                      <a:pt x="1353407" y="1613535"/>
                      <a:pt x="1351026" y="1614868"/>
                      <a:pt x="1348549" y="1614868"/>
                    </a:cubicBezTo>
                    <a:close/>
                    <a:moveTo>
                      <a:pt x="2107406" y="1606582"/>
                    </a:moveTo>
                    <a:cubicBezTo>
                      <a:pt x="2106073" y="1606582"/>
                      <a:pt x="2104739" y="1606106"/>
                      <a:pt x="2103596" y="1605439"/>
                    </a:cubicBezTo>
                    <a:cubicBezTo>
                      <a:pt x="2100644" y="1603439"/>
                      <a:pt x="2099786" y="1599152"/>
                      <a:pt x="2101787" y="1596199"/>
                    </a:cubicBezTo>
                    <a:cubicBezTo>
                      <a:pt x="2109407" y="1584103"/>
                      <a:pt x="2117503" y="1572006"/>
                      <a:pt x="2126456" y="1558481"/>
                    </a:cubicBezTo>
                    <a:cubicBezTo>
                      <a:pt x="2128266" y="1555528"/>
                      <a:pt x="2132743" y="1554671"/>
                      <a:pt x="2135696" y="1556671"/>
                    </a:cubicBezTo>
                    <a:cubicBezTo>
                      <a:pt x="2137505" y="1557814"/>
                      <a:pt x="2138648" y="1559814"/>
                      <a:pt x="2138839" y="1562100"/>
                    </a:cubicBezTo>
                    <a:cubicBezTo>
                      <a:pt x="2138839" y="1563433"/>
                      <a:pt x="2138363" y="1564767"/>
                      <a:pt x="2137696" y="1565910"/>
                    </a:cubicBezTo>
                    <a:cubicBezTo>
                      <a:pt x="2128266" y="1580007"/>
                      <a:pt x="2120170" y="1592389"/>
                      <a:pt x="2113026" y="1603439"/>
                    </a:cubicBezTo>
                    <a:cubicBezTo>
                      <a:pt x="2111692" y="1605439"/>
                      <a:pt x="2109597" y="1606582"/>
                      <a:pt x="2107406" y="1606582"/>
                    </a:cubicBezTo>
                    <a:close/>
                    <a:moveTo>
                      <a:pt x="3294316" y="1595342"/>
                    </a:moveTo>
                    <a:cubicBezTo>
                      <a:pt x="3291173" y="1595342"/>
                      <a:pt x="3288506" y="1593342"/>
                      <a:pt x="3287554" y="1590389"/>
                    </a:cubicBezTo>
                    <a:cubicBezTo>
                      <a:pt x="3287554" y="1589723"/>
                      <a:pt x="3287554" y="1589056"/>
                      <a:pt x="3287554" y="1588580"/>
                    </a:cubicBezTo>
                    <a:cubicBezTo>
                      <a:pt x="3287363" y="1585627"/>
                      <a:pt x="3289363" y="1582769"/>
                      <a:pt x="3292507" y="1582103"/>
                    </a:cubicBezTo>
                    <a:cubicBezTo>
                      <a:pt x="3310033" y="1577435"/>
                      <a:pt x="3323463" y="1573816"/>
                      <a:pt x="3336036" y="1570673"/>
                    </a:cubicBezTo>
                    <a:cubicBezTo>
                      <a:pt x="3339370" y="1569815"/>
                      <a:pt x="3343180" y="1572006"/>
                      <a:pt x="3344132" y="1575625"/>
                    </a:cubicBezTo>
                    <a:cubicBezTo>
                      <a:pt x="3344609" y="1577245"/>
                      <a:pt x="3344323" y="1578959"/>
                      <a:pt x="3343466" y="1580579"/>
                    </a:cubicBezTo>
                    <a:cubicBezTo>
                      <a:pt x="3342608" y="1582103"/>
                      <a:pt x="3340989" y="1583246"/>
                      <a:pt x="3339179" y="1583722"/>
                    </a:cubicBezTo>
                    <a:cubicBezTo>
                      <a:pt x="3321844" y="1588198"/>
                      <a:pt x="3308604" y="1591532"/>
                      <a:pt x="3295841" y="1595152"/>
                    </a:cubicBezTo>
                    <a:cubicBezTo>
                      <a:pt x="3295364" y="1595152"/>
                      <a:pt x="3294698" y="1595342"/>
                      <a:pt x="3294316" y="1595342"/>
                    </a:cubicBezTo>
                    <a:close/>
                    <a:moveTo>
                      <a:pt x="281083" y="1593342"/>
                    </a:moveTo>
                    <a:cubicBezTo>
                      <a:pt x="279749" y="1593342"/>
                      <a:pt x="278416" y="1592866"/>
                      <a:pt x="277273" y="1592199"/>
                    </a:cubicBezTo>
                    <a:cubicBezTo>
                      <a:pt x="275654" y="1591056"/>
                      <a:pt x="274796" y="1589532"/>
                      <a:pt x="274320" y="1587722"/>
                    </a:cubicBezTo>
                    <a:cubicBezTo>
                      <a:pt x="274130" y="1585913"/>
                      <a:pt x="274606" y="1584103"/>
                      <a:pt x="275463" y="1582769"/>
                    </a:cubicBezTo>
                    <a:cubicBezTo>
                      <a:pt x="283750" y="1571054"/>
                      <a:pt x="292513" y="1558766"/>
                      <a:pt x="301466" y="1546003"/>
                    </a:cubicBezTo>
                    <a:cubicBezTo>
                      <a:pt x="303467" y="1543050"/>
                      <a:pt x="307943" y="1542383"/>
                      <a:pt x="310896" y="1544479"/>
                    </a:cubicBezTo>
                    <a:cubicBezTo>
                      <a:pt x="312706" y="1545812"/>
                      <a:pt x="313563" y="1547622"/>
                      <a:pt x="313563" y="1549813"/>
                    </a:cubicBezTo>
                    <a:cubicBezTo>
                      <a:pt x="313849" y="1551146"/>
                      <a:pt x="313372" y="1552765"/>
                      <a:pt x="312420" y="1553813"/>
                    </a:cubicBezTo>
                    <a:cubicBezTo>
                      <a:pt x="302133" y="1568196"/>
                      <a:pt x="294037" y="1579816"/>
                      <a:pt x="286417" y="1590389"/>
                    </a:cubicBezTo>
                    <a:cubicBezTo>
                      <a:pt x="285274" y="1592199"/>
                      <a:pt x="283273" y="1593342"/>
                      <a:pt x="281083" y="1593342"/>
                    </a:cubicBezTo>
                    <a:close/>
                    <a:moveTo>
                      <a:pt x="4305396" y="1589723"/>
                    </a:moveTo>
                    <a:cubicBezTo>
                      <a:pt x="4304062" y="1589723"/>
                      <a:pt x="4303110" y="1589532"/>
                      <a:pt x="4302061" y="1588865"/>
                    </a:cubicBezTo>
                    <a:cubicBezTo>
                      <a:pt x="4289488" y="1581912"/>
                      <a:pt x="4276249" y="1574959"/>
                      <a:pt x="4262533" y="1568482"/>
                    </a:cubicBezTo>
                    <a:cubicBezTo>
                      <a:pt x="4260342" y="1567339"/>
                      <a:pt x="4258723" y="1564862"/>
                      <a:pt x="4258723" y="1562386"/>
                    </a:cubicBezTo>
                    <a:cubicBezTo>
                      <a:pt x="4258723" y="1561529"/>
                      <a:pt x="4258914" y="1560385"/>
                      <a:pt x="4259390" y="1559433"/>
                    </a:cubicBezTo>
                    <a:cubicBezTo>
                      <a:pt x="4260913" y="1556290"/>
                      <a:pt x="4265200" y="1554766"/>
                      <a:pt x="4268343" y="1556290"/>
                    </a:cubicBezTo>
                    <a:cubicBezTo>
                      <a:pt x="4283393" y="1563433"/>
                      <a:pt x="4296632" y="1570196"/>
                      <a:pt x="4308538" y="1577149"/>
                    </a:cubicBezTo>
                    <a:cubicBezTo>
                      <a:pt x="4311873" y="1578959"/>
                      <a:pt x="4313015" y="1582960"/>
                      <a:pt x="4311206" y="1586389"/>
                    </a:cubicBezTo>
                    <a:cubicBezTo>
                      <a:pt x="4310158" y="1588389"/>
                      <a:pt x="4307681" y="1589723"/>
                      <a:pt x="4305396" y="1589723"/>
                    </a:cubicBezTo>
                    <a:close/>
                    <a:moveTo>
                      <a:pt x="3381089" y="1573339"/>
                    </a:moveTo>
                    <a:cubicBezTo>
                      <a:pt x="3377946" y="1573339"/>
                      <a:pt x="3375279" y="1571149"/>
                      <a:pt x="3374612" y="1567910"/>
                    </a:cubicBezTo>
                    <a:cubicBezTo>
                      <a:pt x="3374612" y="1567434"/>
                      <a:pt x="3374327" y="1566767"/>
                      <a:pt x="3374327" y="1566386"/>
                    </a:cubicBezTo>
                    <a:cubicBezTo>
                      <a:pt x="3374327" y="1563243"/>
                      <a:pt x="3376613" y="1560576"/>
                      <a:pt x="3379470" y="1559909"/>
                    </a:cubicBezTo>
                    <a:cubicBezTo>
                      <a:pt x="3392234" y="1556956"/>
                      <a:pt x="3406140" y="1553813"/>
                      <a:pt x="3423475" y="1550003"/>
                    </a:cubicBezTo>
                    <a:cubicBezTo>
                      <a:pt x="3426810" y="1549146"/>
                      <a:pt x="3430619" y="1551527"/>
                      <a:pt x="3431572" y="1555147"/>
                    </a:cubicBezTo>
                    <a:cubicBezTo>
                      <a:pt x="3431858" y="1556956"/>
                      <a:pt x="3431572" y="1558766"/>
                      <a:pt x="3430715" y="1560290"/>
                    </a:cubicBezTo>
                    <a:cubicBezTo>
                      <a:pt x="3429572" y="1561624"/>
                      <a:pt x="3428238" y="1562767"/>
                      <a:pt x="3426428" y="1563243"/>
                    </a:cubicBezTo>
                    <a:cubicBezTo>
                      <a:pt x="3410236" y="1566577"/>
                      <a:pt x="3394520" y="1570196"/>
                      <a:pt x="3382613" y="1573149"/>
                    </a:cubicBezTo>
                    <a:cubicBezTo>
                      <a:pt x="3382232" y="1573149"/>
                      <a:pt x="3381756" y="1573339"/>
                      <a:pt x="3381089" y="1573339"/>
                    </a:cubicBezTo>
                    <a:close/>
                    <a:moveTo>
                      <a:pt x="3468910" y="1554099"/>
                    </a:moveTo>
                    <a:cubicBezTo>
                      <a:pt x="3465766" y="1554099"/>
                      <a:pt x="3462814" y="1551813"/>
                      <a:pt x="3462433" y="1548765"/>
                    </a:cubicBezTo>
                    <a:cubicBezTo>
                      <a:pt x="3462242" y="1548289"/>
                      <a:pt x="3462242" y="1547908"/>
                      <a:pt x="3462242" y="1547431"/>
                    </a:cubicBezTo>
                    <a:cubicBezTo>
                      <a:pt x="3462242" y="1544288"/>
                      <a:pt x="3464528" y="1541621"/>
                      <a:pt x="3467672" y="1540955"/>
                    </a:cubicBezTo>
                    <a:cubicBezTo>
                      <a:pt x="3484721" y="1537621"/>
                      <a:pt x="3498628" y="1534858"/>
                      <a:pt x="3511868" y="1532382"/>
                    </a:cubicBezTo>
                    <a:cubicBezTo>
                      <a:pt x="3515487" y="1531906"/>
                      <a:pt x="3519011" y="1534192"/>
                      <a:pt x="3519773" y="1538002"/>
                    </a:cubicBezTo>
                    <a:cubicBezTo>
                      <a:pt x="3520250" y="1539526"/>
                      <a:pt x="3519773" y="1541335"/>
                      <a:pt x="3518916" y="1542955"/>
                    </a:cubicBezTo>
                    <a:cubicBezTo>
                      <a:pt x="3517773" y="1544288"/>
                      <a:pt x="3516249" y="1545431"/>
                      <a:pt x="3514439" y="1545907"/>
                    </a:cubicBezTo>
                    <a:cubicBezTo>
                      <a:pt x="3501200" y="1548193"/>
                      <a:pt x="3486817" y="1550860"/>
                      <a:pt x="3470434" y="1554194"/>
                    </a:cubicBezTo>
                    <a:lnTo>
                      <a:pt x="3470244" y="1554194"/>
                    </a:lnTo>
                    <a:cubicBezTo>
                      <a:pt x="3469767" y="1554099"/>
                      <a:pt x="3469386" y="1554099"/>
                      <a:pt x="3468910" y="1554099"/>
                    </a:cubicBezTo>
                    <a:close/>
                    <a:moveTo>
                      <a:pt x="4224433" y="1550670"/>
                    </a:moveTo>
                    <a:cubicBezTo>
                      <a:pt x="4223576" y="1550670"/>
                      <a:pt x="4222813" y="1550670"/>
                      <a:pt x="4221956" y="1550194"/>
                    </a:cubicBezTo>
                    <a:cubicBezTo>
                      <a:pt x="4219004" y="1548860"/>
                      <a:pt x="4215860" y="1547717"/>
                      <a:pt x="4213003" y="1546574"/>
                    </a:cubicBezTo>
                    <a:lnTo>
                      <a:pt x="4211193" y="1545717"/>
                    </a:lnTo>
                    <a:cubicBezTo>
                      <a:pt x="4200906" y="1541716"/>
                      <a:pt x="4190524" y="1537906"/>
                      <a:pt x="4180428" y="1534954"/>
                    </a:cubicBezTo>
                    <a:lnTo>
                      <a:pt x="4180428" y="1534954"/>
                    </a:lnTo>
                    <a:cubicBezTo>
                      <a:pt x="4177475" y="1534097"/>
                      <a:pt x="4175760" y="1531334"/>
                      <a:pt x="4175760" y="1528477"/>
                    </a:cubicBezTo>
                    <a:cubicBezTo>
                      <a:pt x="4175760" y="1527810"/>
                      <a:pt x="4175760" y="1527143"/>
                      <a:pt x="4175950" y="1526667"/>
                    </a:cubicBezTo>
                    <a:cubicBezTo>
                      <a:pt x="4177093" y="1523048"/>
                      <a:pt x="4180618" y="1521047"/>
                      <a:pt x="4184237" y="1522000"/>
                    </a:cubicBezTo>
                    <a:lnTo>
                      <a:pt x="4184428" y="1522000"/>
                    </a:lnTo>
                    <a:lnTo>
                      <a:pt x="4184713" y="1522190"/>
                    </a:lnTo>
                    <a:cubicBezTo>
                      <a:pt x="4195477" y="1525333"/>
                      <a:pt x="4206050" y="1529143"/>
                      <a:pt x="4216336" y="1533430"/>
                    </a:cubicBezTo>
                    <a:lnTo>
                      <a:pt x="4218337" y="1534097"/>
                    </a:lnTo>
                    <a:cubicBezTo>
                      <a:pt x="4221290" y="1535430"/>
                      <a:pt x="4224147" y="1536573"/>
                      <a:pt x="4227100" y="1537906"/>
                    </a:cubicBezTo>
                    <a:cubicBezTo>
                      <a:pt x="4228719" y="1538573"/>
                      <a:pt x="4230053" y="1539716"/>
                      <a:pt x="4230719" y="1541526"/>
                    </a:cubicBezTo>
                    <a:cubicBezTo>
                      <a:pt x="4231386" y="1543145"/>
                      <a:pt x="4231386" y="1544860"/>
                      <a:pt x="4230719" y="1546670"/>
                    </a:cubicBezTo>
                    <a:cubicBezTo>
                      <a:pt x="4229576" y="1549146"/>
                      <a:pt x="4227290" y="1550670"/>
                      <a:pt x="4224433" y="1550670"/>
                    </a:cubicBezTo>
                    <a:close/>
                    <a:moveTo>
                      <a:pt x="3557302" y="1538097"/>
                    </a:moveTo>
                    <a:cubicBezTo>
                      <a:pt x="3553968" y="1538097"/>
                      <a:pt x="3551206" y="1535621"/>
                      <a:pt x="3550539" y="1532477"/>
                    </a:cubicBezTo>
                    <a:cubicBezTo>
                      <a:pt x="3550539" y="1532287"/>
                      <a:pt x="3550539" y="1531810"/>
                      <a:pt x="3550539" y="1531334"/>
                    </a:cubicBezTo>
                    <a:cubicBezTo>
                      <a:pt x="3550253" y="1528000"/>
                      <a:pt x="3552730" y="1525238"/>
                      <a:pt x="3556159" y="1524572"/>
                    </a:cubicBezTo>
                    <a:cubicBezTo>
                      <a:pt x="3569875" y="1522571"/>
                      <a:pt x="3584448" y="1520285"/>
                      <a:pt x="3600545" y="1517809"/>
                    </a:cubicBezTo>
                    <a:cubicBezTo>
                      <a:pt x="3604641" y="1517332"/>
                      <a:pt x="3607689" y="1520095"/>
                      <a:pt x="3608165" y="1523619"/>
                    </a:cubicBezTo>
                    <a:cubicBezTo>
                      <a:pt x="3608451" y="1525238"/>
                      <a:pt x="3607975" y="1526953"/>
                      <a:pt x="3607022" y="1528572"/>
                    </a:cubicBezTo>
                    <a:cubicBezTo>
                      <a:pt x="3605879" y="1529906"/>
                      <a:pt x="3604355" y="1530858"/>
                      <a:pt x="3602545" y="1531048"/>
                    </a:cubicBezTo>
                    <a:cubicBezTo>
                      <a:pt x="3587306" y="1533334"/>
                      <a:pt x="3572256" y="1535716"/>
                      <a:pt x="3558350" y="1538002"/>
                    </a:cubicBezTo>
                    <a:cubicBezTo>
                      <a:pt x="3557968" y="1538097"/>
                      <a:pt x="3557588" y="1538097"/>
                      <a:pt x="3557302" y="1538097"/>
                    </a:cubicBezTo>
                    <a:close/>
                    <a:moveTo>
                      <a:pt x="1387126" y="1533811"/>
                    </a:moveTo>
                    <a:cubicBezTo>
                      <a:pt x="1386269" y="1533811"/>
                      <a:pt x="1385316" y="1533620"/>
                      <a:pt x="1384459" y="1533144"/>
                    </a:cubicBezTo>
                    <a:cubicBezTo>
                      <a:pt x="1381982" y="1532001"/>
                      <a:pt x="1380649" y="1529810"/>
                      <a:pt x="1380649" y="1527048"/>
                    </a:cubicBezTo>
                    <a:cubicBezTo>
                      <a:pt x="1380649" y="1526191"/>
                      <a:pt x="1380649" y="1525238"/>
                      <a:pt x="1381125" y="1524381"/>
                    </a:cubicBezTo>
                    <a:lnTo>
                      <a:pt x="1381125" y="1524190"/>
                    </a:lnTo>
                    <a:lnTo>
                      <a:pt x="1381601" y="1523524"/>
                    </a:lnTo>
                    <a:cubicBezTo>
                      <a:pt x="1387031" y="1511808"/>
                      <a:pt x="1392841" y="1499235"/>
                      <a:pt x="1399794" y="1483328"/>
                    </a:cubicBezTo>
                    <a:cubicBezTo>
                      <a:pt x="1401318" y="1480185"/>
                      <a:pt x="1405414" y="1478661"/>
                      <a:pt x="1408748" y="1479995"/>
                    </a:cubicBezTo>
                    <a:cubicBezTo>
                      <a:pt x="1410367" y="1480852"/>
                      <a:pt x="1411700" y="1482281"/>
                      <a:pt x="1412367" y="1483805"/>
                    </a:cubicBezTo>
                    <a:cubicBezTo>
                      <a:pt x="1413034" y="1485614"/>
                      <a:pt x="1412843" y="1487424"/>
                      <a:pt x="1412177" y="1488948"/>
                    </a:cubicBezTo>
                    <a:cubicBezTo>
                      <a:pt x="1407033" y="1500188"/>
                      <a:pt x="1400270" y="1514951"/>
                      <a:pt x="1393507" y="1529810"/>
                    </a:cubicBezTo>
                    <a:cubicBezTo>
                      <a:pt x="1393507" y="1530001"/>
                      <a:pt x="1393317" y="1530001"/>
                      <a:pt x="1393317" y="1530001"/>
                    </a:cubicBezTo>
                    <a:cubicBezTo>
                      <a:pt x="1392079" y="1532287"/>
                      <a:pt x="1389793" y="1533811"/>
                      <a:pt x="1387126" y="1533811"/>
                    </a:cubicBezTo>
                    <a:close/>
                    <a:moveTo>
                      <a:pt x="2156746" y="1531430"/>
                    </a:moveTo>
                    <a:cubicBezTo>
                      <a:pt x="2155412" y="1531430"/>
                      <a:pt x="2154079" y="1531239"/>
                      <a:pt x="2152936" y="1530287"/>
                    </a:cubicBezTo>
                    <a:cubicBezTo>
                      <a:pt x="2151602" y="1529429"/>
                      <a:pt x="2150459" y="1527810"/>
                      <a:pt x="2150269" y="1526000"/>
                    </a:cubicBezTo>
                    <a:cubicBezTo>
                      <a:pt x="2149792" y="1524190"/>
                      <a:pt x="2150269" y="1522381"/>
                      <a:pt x="2151126" y="1521047"/>
                    </a:cubicBezTo>
                    <a:cubicBezTo>
                      <a:pt x="2158556" y="1509998"/>
                      <a:pt x="2167033" y="1497044"/>
                      <a:pt x="2176082" y="1483805"/>
                    </a:cubicBezTo>
                    <a:lnTo>
                      <a:pt x="2176082" y="1483614"/>
                    </a:lnTo>
                    <a:cubicBezTo>
                      <a:pt x="2178082" y="1480661"/>
                      <a:pt x="2182558" y="1479804"/>
                      <a:pt x="2185511" y="1481804"/>
                    </a:cubicBezTo>
                    <a:cubicBezTo>
                      <a:pt x="2187321" y="1482947"/>
                      <a:pt x="2188464" y="1485138"/>
                      <a:pt x="2188464" y="1487424"/>
                    </a:cubicBezTo>
                    <a:cubicBezTo>
                      <a:pt x="2188464" y="1488757"/>
                      <a:pt x="2188274" y="1490091"/>
                      <a:pt x="2187321" y="1491234"/>
                    </a:cubicBezTo>
                    <a:cubicBezTo>
                      <a:pt x="2182844" y="1497997"/>
                      <a:pt x="2178367" y="1504664"/>
                      <a:pt x="2173605" y="1511617"/>
                    </a:cubicBezTo>
                    <a:cubicBezTo>
                      <a:pt x="2169795" y="1517237"/>
                      <a:pt x="2166175" y="1522857"/>
                      <a:pt x="2162366" y="1528477"/>
                    </a:cubicBezTo>
                    <a:cubicBezTo>
                      <a:pt x="2161032" y="1530287"/>
                      <a:pt x="2159032" y="1531430"/>
                      <a:pt x="2156746" y="1531430"/>
                    </a:cubicBezTo>
                    <a:close/>
                    <a:moveTo>
                      <a:pt x="3646170" y="1525333"/>
                    </a:moveTo>
                    <a:cubicBezTo>
                      <a:pt x="3642836" y="1525333"/>
                      <a:pt x="3639884" y="1522857"/>
                      <a:pt x="3639407" y="1519523"/>
                    </a:cubicBezTo>
                    <a:cubicBezTo>
                      <a:pt x="3639407" y="1519333"/>
                      <a:pt x="3639407" y="1519047"/>
                      <a:pt x="3639407" y="1518856"/>
                    </a:cubicBezTo>
                    <a:cubicBezTo>
                      <a:pt x="3639122" y="1515237"/>
                      <a:pt x="3641884" y="1512380"/>
                      <a:pt x="3645218" y="1511903"/>
                    </a:cubicBezTo>
                    <a:cubicBezTo>
                      <a:pt x="3658457" y="1510379"/>
                      <a:pt x="3672840" y="1508760"/>
                      <a:pt x="3689890" y="1506950"/>
                    </a:cubicBezTo>
                    <a:cubicBezTo>
                      <a:pt x="3694176" y="1506283"/>
                      <a:pt x="3697034" y="1509236"/>
                      <a:pt x="3697319" y="1512760"/>
                    </a:cubicBezTo>
                    <a:cubicBezTo>
                      <a:pt x="3697795" y="1516571"/>
                      <a:pt x="3695033" y="1519904"/>
                      <a:pt x="3691509" y="1520190"/>
                    </a:cubicBezTo>
                    <a:cubicBezTo>
                      <a:pt x="3676269" y="1521714"/>
                      <a:pt x="3661220" y="1523524"/>
                      <a:pt x="3647123" y="1525333"/>
                    </a:cubicBezTo>
                    <a:cubicBezTo>
                      <a:pt x="3646646" y="1525333"/>
                      <a:pt x="3646456" y="1525333"/>
                      <a:pt x="3646170" y="1525333"/>
                    </a:cubicBezTo>
                    <a:close/>
                    <a:moveTo>
                      <a:pt x="4138613" y="1525333"/>
                    </a:moveTo>
                    <a:cubicBezTo>
                      <a:pt x="4138422" y="1525333"/>
                      <a:pt x="4137946" y="1525333"/>
                      <a:pt x="4137755" y="1525143"/>
                    </a:cubicBezTo>
                    <a:lnTo>
                      <a:pt x="4132993" y="1524476"/>
                    </a:lnTo>
                    <a:cubicBezTo>
                      <a:pt x="4120039" y="1522666"/>
                      <a:pt x="4107180" y="1521142"/>
                      <a:pt x="4093274" y="1519523"/>
                    </a:cubicBezTo>
                    <a:cubicBezTo>
                      <a:pt x="4089940" y="1519047"/>
                      <a:pt x="4087463" y="1516189"/>
                      <a:pt x="4087463" y="1512760"/>
                    </a:cubicBezTo>
                    <a:cubicBezTo>
                      <a:pt x="4087463" y="1512570"/>
                      <a:pt x="4087463" y="1512284"/>
                      <a:pt x="4087463" y="1512094"/>
                    </a:cubicBezTo>
                    <a:cubicBezTo>
                      <a:pt x="4087940" y="1508474"/>
                      <a:pt x="4091083" y="1505807"/>
                      <a:pt x="4094893" y="1506283"/>
                    </a:cubicBezTo>
                    <a:cubicBezTo>
                      <a:pt x="4107656" y="1507617"/>
                      <a:pt x="4120896" y="1509236"/>
                      <a:pt x="4134802" y="1511237"/>
                    </a:cubicBezTo>
                    <a:cubicBezTo>
                      <a:pt x="4135660" y="1511237"/>
                      <a:pt x="4136612" y="1511427"/>
                      <a:pt x="4137470" y="1511427"/>
                    </a:cubicBezTo>
                    <a:cubicBezTo>
                      <a:pt x="4138136" y="1511617"/>
                      <a:pt x="4139089" y="1511617"/>
                      <a:pt x="4139756" y="1511903"/>
                    </a:cubicBezTo>
                    <a:cubicBezTo>
                      <a:pt x="4143375" y="1512570"/>
                      <a:pt x="4145852" y="1515904"/>
                      <a:pt x="4145376" y="1519523"/>
                    </a:cubicBezTo>
                    <a:cubicBezTo>
                      <a:pt x="4144709" y="1522857"/>
                      <a:pt x="4142041" y="1525333"/>
                      <a:pt x="4138613" y="1525333"/>
                    </a:cubicBezTo>
                    <a:close/>
                    <a:moveTo>
                      <a:pt x="333375" y="1520190"/>
                    </a:moveTo>
                    <a:cubicBezTo>
                      <a:pt x="331756" y="1520190"/>
                      <a:pt x="330422" y="1519714"/>
                      <a:pt x="329279" y="1519047"/>
                    </a:cubicBezTo>
                    <a:cubicBezTo>
                      <a:pt x="327946" y="1517904"/>
                      <a:pt x="326803" y="1516380"/>
                      <a:pt x="326612" y="1514570"/>
                    </a:cubicBezTo>
                    <a:cubicBezTo>
                      <a:pt x="326422" y="1512760"/>
                      <a:pt x="326898" y="1510951"/>
                      <a:pt x="327946" y="1509617"/>
                    </a:cubicBezTo>
                    <a:cubicBezTo>
                      <a:pt x="336232" y="1498187"/>
                      <a:pt x="344996" y="1486281"/>
                      <a:pt x="354616" y="1473517"/>
                    </a:cubicBezTo>
                    <a:cubicBezTo>
                      <a:pt x="356616" y="1470565"/>
                      <a:pt x="360902" y="1469898"/>
                      <a:pt x="364046" y="1471993"/>
                    </a:cubicBezTo>
                    <a:cubicBezTo>
                      <a:pt x="365665" y="1473327"/>
                      <a:pt x="366713" y="1475327"/>
                      <a:pt x="366713" y="1477328"/>
                    </a:cubicBezTo>
                    <a:cubicBezTo>
                      <a:pt x="366713" y="1478851"/>
                      <a:pt x="366236" y="1480280"/>
                      <a:pt x="365379" y="1481328"/>
                    </a:cubicBezTo>
                    <a:cubicBezTo>
                      <a:pt x="356616" y="1493044"/>
                      <a:pt x="347853" y="1504855"/>
                      <a:pt x="338614" y="1517428"/>
                    </a:cubicBezTo>
                    <a:cubicBezTo>
                      <a:pt x="337375" y="1519238"/>
                      <a:pt x="335375" y="1520190"/>
                      <a:pt x="333375" y="1520190"/>
                    </a:cubicBezTo>
                    <a:close/>
                    <a:moveTo>
                      <a:pt x="3735515" y="1516094"/>
                    </a:moveTo>
                    <a:cubicBezTo>
                      <a:pt x="3731895" y="1516094"/>
                      <a:pt x="3729038" y="1513427"/>
                      <a:pt x="3728752" y="1509998"/>
                    </a:cubicBezTo>
                    <a:cubicBezTo>
                      <a:pt x="3728752" y="1509808"/>
                      <a:pt x="3728752" y="1509522"/>
                      <a:pt x="3728752" y="1509331"/>
                    </a:cubicBezTo>
                    <a:cubicBezTo>
                      <a:pt x="3728752" y="1505712"/>
                      <a:pt x="3731419" y="1502855"/>
                      <a:pt x="3735038" y="1502569"/>
                    </a:cubicBezTo>
                    <a:cubicBezTo>
                      <a:pt x="3750754" y="1501235"/>
                      <a:pt x="3765613" y="1500283"/>
                      <a:pt x="3779901" y="1499425"/>
                    </a:cubicBezTo>
                    <a:cubicBezTo>
                      <a:pt x="3783044" y="1499425"/>
                      <a:pt x="3786854" y="1501902"/>
                      <a:pt x="3786854" y="1505712"/>
                    </a:cubicBezTo>
                    <a:cubicBezTo>
                      <a:pt x="3787140" y="1507522"/>
                      <a:pt x="3786378" y="1509331"/>
                      <a:pt x="3785330" y="1510665"/>
                    </a:cubicBezTo>
                    <a:cubicBezTo>
                      <a:pt x="3784187" y="1511998"/>
                      <a:pt x="3782377" y="1512665"/>
                      <a:pt x="3780663" y="1512856"/>
                    </a:cubicBezTo>
                    <a:cubicBezTo>
                      <a:pt x="3766566" y="1513523"/>
                      <a:pt x="3751898" y="1514665"/>
                      <a:pt x="3735991" y="1515999"/>
                    </a:cubicBezTo>
                    <a:cubicBezTo>
                      <a:pt x="3735801" y="1516094"/>
                      <a:pt x="3735515" y="1516094"/>
                      <a:pt x="3735515" y="1516094"/>
                    </a:cubicBezTo>
                    <a:close/>
                    <a:moveTo>
                      <a:pt x="4049554" y="1515237"/>
                    </a:moveTo>
                    <a:cubicBezTo>
                      <a:pt x="4049363" y="1515237"/>
                      <a:pt x="4049077" y="1515237"/>
                      <a:pt x="4048887" y="1515237"/>
                    </a:cubicBezTo>
                    <a:cubicBezTo>
                      <a:pt x="4033171" y="1513904"/>
                      <a:pt x="4018598" y="1512760"/>
                      <a:pt x="4004500" y="1512094"/>
                    </a:cubicBezTo>
                    <a:cubicBezTo>
                      <a:pt x="4000691" y="1511903"/>
                      <a:pt x="3998024" y="1508760"/>
                      <a:pt x="3998024" y="1505140"/>
                    </a:cubicBezTo>
                    <a:lnTo>
                      <a:pt x="3998024" y="1504950"/>
                    </a:lnTo>
                    <a:cubicBezTo>
                      <a:pt x="3998214" y="1501140"/>
                      <a:pt x="4002024" y="1498664"/>
                      <a:pt x="4005167" y="1498664"/>
                    </a:cubicBezTo>
                    <a:cubicBezTo>
                      <a:pt x="4019264" y="1499330"/>
                      <a:pt x="4033838" y="1500473"/>
                      <a:pt x="4050030" y="1501807"/>
                    </a:cubicBezTo>
                    <a:cubicBezTo>
                      <a:pt x="4051840" y="1501997"/>
                      <a:pt x="4053364" y="1502664"/>
                      <a:pt x="4054697" y="1504093"/>
                    </a:cubicBezTo>
                    <a:cubicBezTo>
                      <a:pt x="4055840" y="1505712"/>
                      <a:pt x="4056221" y="1507236"/>
                      <a:pt x="4056221" y="1509046"/>
                    </a:cubicBezTo>
                    <a:cubicBezTo>
                      <a:pt x="4055840" y="1512570"/>
                      <a:pt x="4052888" y="1515237"/>
                      <a:pt x="4049554" y="1515237"/>
                    </a:cubicBezTo>
                    <a:close/>
                    <a:moveTo>
                      <a:pt x="3825335" y="1510760"/>
                    </a:moveTo>
                    <a:lnTo>
                      <a:pt x="3825335" y="1510760"/>
                    </a:lnTo>
                    <a:cubicBezTo>
                      <a:pt x="3821526" y="1510760"/>
                      <a:pt x="3818573" y="1507807"/>
                      <a:pt x="3818573" y="1504283"/>
                    </a:cubicBezTo>
                    <a:lnTo>
                      <a:pt x="3818573" y="1503807"/>
                    </a:lnTo>
                    <a:cubicBezTo>
                      <a:pt x="3818573" y="1500188"/>
                      <a:pt x="3821240" y="1497330"/>
                      <a:pt x="3824859" y="1497330"/>
                    </a:cubicBezTo>
                    <a:cubicBezTo>
                      <a:pt x="3838289" y="1496663"/>
                      <a:pt x="3852482" y="1496187"/>
                      <a:pt x="3870008" y="1495997"/>
                    </a:cubicBezTo>
                    <a:cubicBezTo>
                      <a:pt x="3873818" y="1495997"/>
                      <a:pt x="3876770" y="1498949"/>
                      <a:pt x="3876770" y="1502759"/>
                    </a:cubicBezTo>
                    <a:cubicBezTo>
                      <a:pt x="3877056" y="1504379"/>
                      <a:pt x="3876294" y="1506093"/>
                      <a:pt x="3874961" y="1507426"/>
                    </a:cubicBezTo>
                    <a:cubicBezTo>
                      <a:pt x="3873818" y="1508760"/>
                      <a:pt x="3872008" y="1509427"/>
                      <a:pt x="3870294" y="1509427"/>
                    </a:cubicBezTo>
                    <a:cubicBezTo>
                      <a:pt x="3855911" y="1509617"/>
                      <a:pt x="3840861" y="1510093"/>
                      <a:pt x="3825621" y="1510760"/>
                    </a:cubicBezTo>
                    <a:cubicBezTo>
                      <a:pt x="3825335" y="1510760"/>
                      <a:pt x="3825335" y="1510760"/>
                      <a:pt x="3825335" y="1510760"/>
                    </a:cubicBezTo>
                    <a:close/>
                    <a:moveTo>
                      <a:pt x="3959733" y="1510093"/>
                    </a:moveTo>
                    <a:lnTo>
                      <a:pt x="3959733" y="1510093"/>
                    </a:lnTo>
                    <a:cubicBezTo>
                      <a:pt x="3944302" y="1509617"/>
                      <a:pt x="3929253" y="1509236"/>
                      <a:pt x="3914870" y="1509236"/>
                    </a:cubicBezTo>
                    <a:cubicBezTo>
                      <a:pt x="3913061" y="1509236"/>
                      <a:pt x="3911536" y="1508570"/>
                      <a:pt x="3910203" y="1507236"/>
                    </a:cubicBezTo>
                    <a:cubicBezTo>
                      <a:pt x="3908870" y="1505903"/>
                      <a:pt x="3908203" y="1504283"/>
                      <a:pt x="3908394" y="1502569"/>
                    </a:cubicBezTo>
                    <a:cubicBezTo>
                      <a:pt x="3908394" y="1498759"/>
                      <a:pt x="3911346" y="1495806"/>
                      <a:pt x="3915156" y="1495806"/>
                    </a:cubicBezTo>
                    <a:cubicBezTo>
                      <a:pt x="3930015" y="1495806"/>
                      <a:pt x="3944969" y="1496282"/>
                      <a:pt x="3960019" y="1496663"/>
                    </a:cubicBezTo>
                    <a:cubicBezTo>
                      <a:pt x="3963829" y="1496663"/>
                      <a:pt x="3966782" y="1499806"/>
                      <a:pt x="3966496" y="1503616"/>
                    </a:cubicBezTo>
                    <a:cubicBezTo>
                      <a:pt x="3966496" y="1507141"/>
                      <a:pt x="3963543" y="1510093"/>
                      <a:pt x="3959733" y="1510093"/>
                    </a:cubicBezTo>
                    <a:close/>
                    <a:moveTo>
                      <a:pt x="2206847" y="1456658"/>
                    </a:moveTo>
                    <a:cubicBezTo>
                      <a:pt x="2205514" y="1456658"/>
                      <a:pt x="2204180" y="1456468"/>
                      <a:pt x="2203037" y="1455515"/>
                    </a:cubicBezTo>
                    <a:cubicBezTo>
                      <a:pt x="2201418" y="1454658"/>
                      <a:pt x="2200561" y="1453039"/>
                      <a:pt x="2200084" y="1451229"/>
                    </a:cubicBezTo>
                    <a:cubicBezTo>
                      <a:pt x="2199799" y="1449419"/>
                      <a:pt x="2200084" y="1447609"/>
                      <a:pt x="2201228" y="1446276"/>
                    </a:cubicBezTo>
                    <a:cubicBezTo>
                      <a:pt x="2206847" y="1437513"/>
                      <a:pt x="2212848" y="1428750"/>
                      <a:pt x="2218754" y="1419987"/>
                    </a:cubicBezTo>
                    <a:lnTo>
                      <a:pt x="2226183" y="1408748"/>
                    </a:lnTo>
                    <a:cubicBezTo>
                      <a:pt x="2228183" y="1405795"/>
                      <a:pt x="2232470" y="1404938"/>
                      <a:pt x="2235422" y="1406938"/>
                    </a:cubicBezTo>
                    <a:cubicBezTo>
                      <a:pt x="2237423" y="1408081"/>
                      <a:pt x="2238566" y="1410272"/>
                      <a:pt x="2238566" y="1412557"/>
                    </a:cubicBezTo>
                    <a:cubicBezTo>
                      <a:pt x="2238566" y="1413891"/>
                      <a:pt x="2238089" y="1415224"/>
                      <a:pt x="2237423" y="1416367"/>
                    </a:cubicBezTo>
                    <a:cubicBezTo>
                      <a:pt x="2228850" y="1428940"/>
                      <a:pt x="2220563" y="1441323"/>
                      <a:pt x="2212562" y="1453610"/>
                    </a:cubicBezTo>
                    <a:cubicBezTo>
                      <a:pt x="2211038" y="1455515"/>
                      <a:pt x="2209038" y="1456658"/>
                      <a:pt x="2206847" y="1456658"/>
                    </a:cubicBezTo>
                    <a:close/>
                    <a:moveTo>
                      <a:pt x="1424178" y="1451896"/>
                    </a:moveTo>
                    <a:cubicBezTo>
                      <a:pt x="1423321" y="1451896"/>
                      <a:pt x="1422368" y="1451705"/>
                      <a:pt x="1421511" y="1451229"/>
                    </a:cubicBezTo>
                    <a:cubicBezTo>
                      <a:pt x="1419034" y="1450086"/>
                      <a:pt x="1417511" y="1447609"/>
                      <a:pt x="1417511" y="1444942"/>
                    </a:cubicBezTo>
                    <a:cubicBezTo>
                      <a:pt x="1417511" y="1444085"/>
                      <a:pt x="1417701" y="1443133"/>
                      <a:pt x="1417987" y="1442466"/>
                    </a:cubicBezTo>
                    <a:cubicBezTo>
                      <a:pt x="1423797" y="1429226"/>
                      <a:pt x="1429893" y="1415510"/>
                      <a:pt x="1435894" y="1401128"/>
                    </a:cubicBezTo>
                    <a:cubicBezTo>
                      <a:pt x="1437227" y="1397794"/>
                      <a:pt x="1441323" y="1396174"/>
                      <a:pt x="1444657" y="1397508"/>
                    </a:cubicBezTo>
                    <a:cubicBezTo>
                      <a:pt x="1446181" y="1398175"/>
                      <a:pt x="1447609" y="1399508"/>
                      <a:pt x="1448276" y="1401318"/>
                    </a:cubicBezTo>
                    <a:cubicBezTo>
                      <a:pt x="1448943" y="1402842"/>
                      <a:pt x="1448943" y="1404652"/>
                      <a:pt x="1448276" y="1406462"/>
                    </a:cubicBezTo>
                    <a:cubicBezTo>
                      <a:pt x="1442180" y="1420558"/>
                      <a:pt x="1436180" y="1434560"/>
                      <a:pt x="1430274" y="1447800"/>
                    </a:cubicBezTo>
                    <a:cubicBezTo>
                      <a:pt x="1429322" y="1450372"/>
                      <a:pt x="1426845" y="1451896"/>
                      <a:pt x="1424178" y="1451896"/>
                    </a:cubicBezTo>
                    <a:close/>
                    <a:moveTo>
                      <a:pt x="387001" y="1448086"/>
                    </a:moveTo>
                    <a:cubicBezTo>
                      <a:pt x="385381" y="1448086"/>
                      <a:pt x="384048" y="1447609"/>
                      <a:pt x="383000" y="1446752"/>
                    </a:cubicBezTo>
                    <a:cubicBezTo>
                      <a:pt x="381381" y="1445895"/>
                      <a:pt x="380524" y="1444276"/>
                      <a:pt x="380333" y="1442466"/>
                    </a:cubicBezTo>
                    <a:cubicBezTo>
                      <a:pt x="380047" y="1440656"/>
                      <a:pt x="380524" y="1438847"/>
                      <a:pt x="381667" y="1437323"/>
                    </a:cubicBezTo>
                    <a:cubicBezTo>
                      <a:pt x="389572" y="1427035"/>
                      <a:pt x="398240" y="1415796"/>
                      <a:pt x="409004" y="1401604"/>
                    </a:cubicBezTo>
                    <a:cubicBezTo>
                      <a:pt x="409004" y="1401604"/>
                      <a:pt x="409004" y="1401604"/>
                      <a:pt x="409289" y="1401604"/>
                    </a:cubicBezTo>
                    <a:cubicBezTo>
                      <a:pt x="411480" y="1398937"/>
                      <a:pt x="415766" y="1398270"/>
                      <a:pt x="418433" y="1400461"/>
                    </a:cubicBezTo>
                    <a:cubicBezTo>
                      <a:pt x="420052" y="1401794"/>
                      <a:pt x="421100" y="1403795"/>
                      <a:pt x="420910" y="1405795"/>
                    </a:cubicBezTo>
                    <a:cubicBezTo>
                      <a:pt x="420910" y="1407414"/>
                      <a:pt x="420434" y="1408748"/>
                      <a:pt x="419576" y="1409795"/>
                    </a:cubicBezTo>
                    <a:cubicBezTo>
                      <a:pt x="410813" y="1421035"/>
                      <a:pt x="402050" y="1432655"/>
                      <a:pt x="392430" y="1445514"/>
                    </a:cubicBezTo>
                    <a:cubicBezTo>
                      <a:pt x="391001" y="1447229"/>
                      <a:pt x="389001" y="1448086"/>
                      <a:pt x="387001" y="1448086"/>
                    </a:cubicBezTo>
                    <a:close/>
                    <a:moveTo>
                      <a:pt x="2256663" y="1381887"/>
                    </a:moveTo>
                    <a:cubicBezTo>
                      <a:pt x="2255330" y="1381887"/>
                      <a:pt x="2253996" y="1381697"/>
                      <a:pt x="2253044" y="1380744"/>
                    </a:cubicBezTo>
                    <a:cubicBezTo>
                      <a:pt x="2251520" y="1379887"/>
                      <a:pt x="2250377" y="1378267"/>
                      <a:pt x="2250091" y="1376458"/>
                    </a:cubicBezTo>
                    <a:cubicBezTo>
                      <a:pt x="2249615" y="1374648"/>
                      <a:pt x="2250091" y="1372838"/>
                      <a:pt x="2250948" y="1371505"/>
                    </a:cubicBezTo>
                    <a:cubicBezTo>
                      <a:pt x="2259235" y="1359122"/>
                      <a:pt x="2267522" y="1346549"/>
                      <a:pt x="2275904" y="1333976"/>
                    </a:cubicBezTo>
                    <a:cubicBezTo>
                      <a:pt x="2277904" y="1331023"/>
                      <a:pt x="2282190" y="1330166"/>
                      <a:pt x="2285143" y="1331976"/>
                    </a:cubicBezTo>
                    <a:cubicBezTo>
                      <a:pt x="2287143" y="1333309"/>
                      <a:pt x="2288286" y="1335310"/>
                      <a:pt x="2288286" y="1337596"/>
                    </a:cubicBezTo>
                    <a:cubicBezTo>
                      <a:pt x="2288286" y="1338929"/>
                      <a:pt x="2287810" y="1340263"/>
                      <a:pt x="2287143" y="1341406"/>
                    </a:cubicBezTo>
                    <a:cubicBezTo>
                      <a:pt x="2278856" y="1353979"/>
                      <a:pt x="2270570" y="1366552"/>
                      <a:pt x="2262188" y="1378934"/>
                    </a:cubicBezTo>
                    <a:cubicBezTo>
                      <a:pt x="2260949" y="1380744"/>
                      <a:pt x="2258854" y="1381887"/>
                      <a:pt x="2256663" y="1381887"/>
                    </a:cubicBezTo>
                    <a:close/>
                    <a:moveTo>
                      <a:pt x="441769" y="1376934"/>
                    </a:moveTo>
                    <a:cubicBezTo>
                      <a:pt x="440436" y="1376934"/>
                      <a:pt x="438817" y="1376458"/>
                      <a:pt x="437769" y="1375600"/>
                    </a:cubicBezTo>
                    <a:cubicBezTo>
                      <a:pt x="436435" y="1374457"/>
                      <a:pt x="435292" y="1372933"/>
                      <a:pt x="435102" y="1371124"/>
                    </a:cubicBezTo>
                    <a:cubicBezTo>
                      <a:pt x="435102" y="1369314"/>
                      <a:pt x="435578" y="1367504"/>
                      <a:pt x="436721" y="1366171"/>
                    </a:cubicBezTo>
                    <a:lnTo>
                      <a:pt x="442150" y="1359217"/>
                    </a:lnTo>
                    <a:cubicBezTo>
                      <a:pt x="449580" y="1349788"/>
                      <a:pt x="457009" y="1340358"/>
                      <a:pt x="464630" y="1330928"/>
                    </a:cubicBezTo>
                    <a:cubicBezTo>
                      <a:pt x="466820" y="1327975"/>
                      <a:pt x="471106" y="1327595"/>
                      <a:pt x="474059" y="1329785"/>
                    </a:cubicBezTo>
                    <a:cubicBezTo>
                      <a:pt x="475583" y="1331119"/>
                      <a:pt x="476536" y="1332929"/>
                      <a:pt x="476536" y="1334929"/>
                    </a:cubicBezTo>
                    <a:cubicBezTo>
                      <a:pt x="476536" y="1336262"/>
                      <a:pt x="476059" y="1337881"/>
                      <a:pt x="475393" y="1338929"/>
                    </a:cubicBezTo>
                    <a:cubicBezTo>
                      <a:pt x="475202" y="1339120"/>
                      <a:pt x="475202" y="1339120"/>
                      <a:pt x="475202" y="1339120"/>
                    </a:cubicBezTo>
                    <a:cubicBezTo>
                      <a:pt x="475012" y="1339310"/>
                      <a:pt x="475012" y="1339596"/>
                      <a:pt x="474726" y="1339787"/>
                    </a:cubicBezTo>
                    <a:cubicBezTo>
                      <a:pt x="465582" y="1351216"/>
                      <a:pt x="456343" y="1362932"/>
                      <a:pt x="447389" y="1374362"/>
                    </a:cubicBezTo>
                    <a:cubicBezTo>
                      <a:pt x="445770" y="1376077"/>
                      <a:pt x="443960" y="1376934"/>
                      <a:pt x="441769" y="1376934"/>
                    </a:cubicBezTo>
                    <a:close/>
                    <a:moveTo>
                      <a:pt x="1459421" y="1369123"/>
                    </a:moveTo>
                    <a:cubicBezTo>
                      <a:pt x="1458563" y="1369123"/>
                      <a:pt x="1457611" y="1368933"/>
                      <a:pt x="1456754" y="1368647"/>
                    </a:cubicBezTo>
                    <a:cubicBezTo>
                      <a:pt x="1454277" y="1367504"/>
                      <a:pt x="1452658" y="1365028"/>
                      <a:pt x="1452658" y="1362361"/>
                    </a:cubicBezTo>
                    <a:cubicBezTo>
                      <a:pt x="1452658" y="1361504"/>
                      <a:pt x="1452658" y="1360551"/>
                      <a:pt x="1453134" y="1359884"/>
                    </a:cubicBezTo>
                    <a:cubicBezTo>
                      <a:pt x="1459421" y="1344644"/>
                      <a:pt x="1465040" y="1331119"/>
                      <a:pt x="1470184" y="1318355"/>
                    </a:cubicBezTo>
                    <a:cubicBezTo>
                      <a:pt x="1471517" y="1315022"/>
                      <a:pt x="1475327" y="1313212"/>
                      <a:pt x="1478947" y="1314545"/>
                    </a:cubicBezTo>
                    <a:cubicBezTo>
                      <a:pt x="1482281" y="1315879"/>
                      <a:pt x="1483900" y="1319974"/>
                      <a:pt x="1482566" y="1323308"/>
                    </a:cubicBezTo>
                    <a:cubicBezTo>
                      <a:pt x="1476947" y="1337691"/>
                      <a:pt x="1471136" y="1351598"/>
                      <a:pt x="1465516" y="1365028"/>
                    </a:cubicBezTo>
                    <a:cubicBezTo>
                      <a:pt x="1464564" y="1367504"/>
                      <a:pt x="1462088" y="1369123"/>
                      <a:pt x="1459421" y="1369123"/>
                    </a:cubicBezTo>
                    <a:close/>
                    <a:moveTo>
                      <a:pt x="2306193" y="1306925"/>
                    </a:moveTo>
                    <a:cubicBezTo>
                      <a:pt x="2304859" y="1306925"/>
                      <a:pt x="2303716" y="1306735"/>
                      <a:pt x="2302574" y="1306068"/>
                    </a:cubicBezTo>
                    <a:cubicBezTo>
                      <a:pt x="2301049" y="1304925"/>
                      <a:pt x="2299907" y="1303401"/>
                      <a:pt x="2299621" y="1301591"/>
                    </a:cubicBezTo>
                    <a:cubicBezTo>
                      <a:pt x="2299145" y="1300067"/>
                      <a:pt x="2299621" y="1298257"/>
                      <a:pt x="2300478" y="1296638"/>
                    </a:cubicBezTo>
                    <a:cubicBezTo>
                      <a:pt x="2308765" y="1284065"/>
                      <a:pt x="2316861" y="1271683"/>
                      <a:pt x="2325148" y="1258919"/>
                    </a:cubicBezTo>
                    <a:cubicBezTo>
                      <a:pt x="2326958" y="1255966"/>
                      <a:pt x="2331434" y="1255109"/>
                      <a:pt x="2334292" y="1257109"/>
                    </a:cubicBezTo>
                    <a:cubicBezTo>
                      <a:pt x="2336292" y="1258253"/>
                      <a:pt x="2337435" y="1260253"/>
                      <a:pt x="2337435" y="1262539"/>
                    </a:cubicBezTo>
                    <a:cubicBezTo>
                      <a:pt x="2337435" y="1263872"/>
                      <a:pt x="2336959" y="1265206"/>
                      <a:pt x="2336292" y="1266349"/>
                    </a:cubicBezTo>
                    <a:cubicBezTo>
                      <a:pt x="2326862" y="1280922"/>
                      <a:pt x="2318957" y="1292828"/>
                      <a:pt x="2311622" y="1304068"/>
                    </a:cubicBezTo>
                    <a:cubicBezTo>
                      <a:pt x="2310765" y="1305782"/>
                      <a:pt x="2308479" y="1306925"/>
                      <a:pt x="2306193" y="1306925"/>
                    </a:cubicBezTo>
                    <a:close/>
                    <a:moveTo>
                      <a:pt x="497586" y="1306735"/>
                    </a:moveTo>
                    <a:cubicBezTo>
                      <a:pt x="496062" y="1306735"/>
                      <a:pt x="494633" y="1306258"/>
                      <a:pt x="493300" y="1305401"/>
                    </a:cubicBezTo>
                    <a:cubicBezTo>
                      <a:pt x="491966" y="1304258"/>
                      <a:pt x="491014" y="1302448"/>
                      <a:pt x="490823" y="1300734"/>
                    </a:cubicBezTo>
                    <a:cubicBezTo>
                      <a:pt x="490823" y="1298924"/>
                      <a:pt x="491299" y="1297400"/>
                      <a:pt x="492442" y="1295781"/>
                    </a:cubicBezTo>
                    <a:cubicBezTo>
                      <a:pt x="501872" y="1284351"/>
                      <a:pt x="511302" y="1272635"/>
                      <a:pt x="520732" y="1261015"/>
                    </a:cubicBezTo>
                    <a:cubicBezTo>
                      <a:pt x="522922" y="1258062"/>
                      <a:pt x="527495" y="1257681"/>
                      <a:pt x="530162" y="1259872"/>
                    </a:cubicBezTo>
                    <a:cubicBezTo>
                      <a:pt x="531781" y="1261205"/>
                      <a:pt x="532638" y="1263015"/>
                      <a:pt x="532638" y="1265015"/>
                    </a:cubicBezTo>
                    <a:cubicBezTo>
                      <a:pt x="532638" y="1266539"/>
                      <a:pt x="532162" y="1268158"/>
                      <a:pt x="531305" y="1269492"/>
                    </a:cubicBezTo>
                    <a:cubicBezTo>
                      <a:pt x="521684" y="1281208"/>
                      <a:pt x="511969" y="1293019"/>
                      <a:pt x="503015" y="1304258"/>
                    </a:cubicBezTo>
                    <a:cubicBezTo>
                      <a:pt x="501682" y="1305782"/>
                      <a:pt x="499681" y="1306735"/>
                      <a:pt x="497586" y="1306735"/>
                    </a:cubicBezTo>
                    <a:close/>
                    <a:moveTo>
                      <a:pt x="1492853" y="1285875"/>
                    </a:moveTo>
                    <a:cubicBezTo>
                      <a:pt x="1491996" y="1285875"/>
                      <a:pt x="1491329" y="1285684"/>
                      <a:pt x="1490377" y="1285399"/>
                    </a:cubicBezTo>
                    <a:cubicBezTo>
                      <a:pt x="1487900" y="1284256"/>
                      <a:pt x="1486281" y="1282065"/>
                      <a:pt x="1486090" y="1279303"/>
                    </a:cubicBezTo>
                    <a:cubicBezTo>
                      <a:pt x="1486090" y="1278446"/>
                      <a:pt x="1486281" y="1277683"/>
                      <a:pt x="1486567" y="1276826"/>
                    </a:cubicBezTo>
                    <a:lnTo>
                      <a:pt x="1486567" y="1276636"/>
                    </a:lnTo>
                    <a:cubicBezTo>
                      <a:pt x="1486757" y="1276445"/>
                      <a:pt x="1486757" y="1276159"/>
                      <a:pt x="1487043" y="1275969"/>
                    </a:cubicBezTo>
                    <a:cubicBezTo>
                      <a:pt x="1493330" y="1259586"/>
                      <a:pt x="1498282" y="1246823"/>
                      <a:pt x="1502759" y="1234916"/>
                    </a:cubicBezTo>
                    <a:cubicBezTo>
                      <a:pt x="1504093" y="1231582"/>
                      <a:pt x="1508189" y="1229487"/>
                      <a:pt x="1511522" y="1230916"/>
                    </a:cubicBezTo>
                    <a:cubicBezTo>
                      <a:pt x="1515142" y="1232249"/>
                      <a:pt x="1516666" y="1236059"/>
                      <a:pt x="1515332" y="1239679"/>
                    </a:cubicBezTo>
                    <a:cubicBezTo>
                      <a:pt x="1510665" y="1252442"/>
                      <a:pt x="1505236" y="1266158"/>
                      <a:pt x="1499140" y="1281398"/>
                    </a:cubicBezTo>
                    <a:cubicBezTo>
                      <a:pt x="1499140" y="1281589"/>
                      <a:pt x="1499140" y="1281589"/>
                      <a:pt x="1499140" y="1281589"/>
                    </a:cubicBezTo>
                    <a:cubicBezTo>
                      <a:pt x="1498187" y="1284065"/>
                      <a:pt x="1495520" y="1285875"/>
                      <a:pt x="1492853" y="1285875"/>
                    </a:cubicBezTo>
                    <a:close/>
                    <a:moveTo>
                      <a:pt x="554450" y="1237107"/>
                    </a:moveTo>
                    <a:cubicBezTo>
                      <a:pt x="552831" y="1237107"/>
                      <a:pt x="551307" y="1236631"/>
                      <a:pt x="550164" y="1235583"/>
                    </a:cubicBezTo>
                    <a:cubicBezTo>
                      <a:pt x="547211" y="1233106"/>
                      <a:pt x="547021" y="1228820"/>
                      <a:pt x="549307" y="1226153"/>
                    </a:cubicBezTo>
                    <a:cubicBezTo>
                      <a:pt x="560737" y="1212247"/>
                      <a:pt x="569500" y="1201483"/>
                      <a:pt x="578072" y="1191578"/>
                    </a:cubicBezTo>
                    <a:cubicBezTo>
                      <a:pt x="580358" y="1188625"/>
                      <a:pt x="584835" y="1188244"/>
                      <a:pt x="587502" y="1190720"/>
                    </a:cubicBezTo>
                    <a:cubicBezTo>
                      <a:pt x="589121" y="1191863"/>
                      <a:pt x="589979" y="1193864"/>
                      <a:pt x="589979" y="1195864"/>
                    </a:cubicBezTo>
                    <a:cubicBezTo>
                      <a:pt x="589979" y="1197388"/>
                      <a:pt x="589312" y="1199007"/>
                      <a:pt x="588359" y="1200150"/>
                    </a:cubicBezTo>
                    <a:cubicBezTo>
                      <a:pt x="578739" y="1211580"/>
                      <a:pt x="569309" y="1223296"/>
                      <a:pt x="559594" y="1234726"/>
                    </a:cubicBezTo>
                    <a:cubicBezTo>
                      <a:pt x="558260" y="1236250"/>
                      <a:pt x="556450" y="1237107"/>
                      <a:pt x="554450" y="1237107"/>
                    </a:cubicBezTo>
                    <a:close/>
                    <a:moveTo>
                      <a:pt x="2355437" y="1231773"/>
                    </a:moveTo>
                    <a:cubicBezTo>
                      <a:pt x="2354104" y="1231773"/>
                      <a:pt x="2352770" y="1231297"/>
                      <a:pt x="2351818" y="1230630"/>
                    </a:cubicBezTo>
                    <a:cubicBezTo>
                      <a:pt x="2350199" y="1229773"/>
                      <a:pt x="2349151" y="1228154"/>
                      <a:pt x="2348674" y="1226344"/>
                    </a:cubicBezTo>
                    <a:cubicBezTo>
                      <a:pt x="2348484" y="1224534"/>
                      <a:pt x="2348674" y="1222724"/>
                      <a:pt x="2349817" y="1221391"/>
                    </a:cubicBezTo>
                    <a:lnTo>
                      <a:pt x="2358581" y="1207484"/>
                    </a:lnTo>
                    <a:cubicBezTo>
                      <a:pt x="2363724" y="1199388"/>
                      <a:pt x="2368867" y="1191578"/>
                      <a:pt x="2374106" y="1183481"/>
                    </a:cubicBezTo>
                    <a:cubicBezTo>
                      <a:pt x="2375916" y="1180529"/>
                      <a:pt x="2380107" y="1179481"/>
                      <a:pt x="2383250" y="1181481"/>
                    </a:cubicBezTo>
                    <a:cubicBezTo>
                      <a:pt x="2385250" y="1182624"/>
                      <a:pt x="2386394" y="1184815"/>
                      <a:pt x="2386394" y="1187291"/>
                    </a:cubicBezTo>
                    <a:cubicBezTo>
                      <a:pt x="2386394" y="1188434"/>
                      <a:pt x="2385917" y="1189768"/>
                      <a:pt x="2385250" y="1190625"/>
                    </a:cubicBezTo>
                    <a:cubicBezTo>
                      <a:pt x="2378297" y="1201674"/>
                      <a:pt x="2370677" y="1213771"/>
                      <a:pt x="2360962" y="1228534"/>
                    </a:cubicBezTo>
                    <a:cubicBezTo>
                      <a:pt x="2359628" y="1230630"/>
                      <a:pt x="2357628" y="1231773"/>
                      <a:pt x="2355437" y="1231773"/>
                    </a:cubicBezTo>
                    <a:close/>
                    <a:moveTo>
                      <a:pt x="1524953" y="1201864"/>
                    </a:moveTo>
                    <a:cubicBezTo>
                      <a:pt x="1524095" y="1201864"/>
                      <a:pt x="1523333" y="1201674"/>
                      <a:pt x="1522666" y="1201388"/>
                    </a:cubicBezTo>
                    <a:cubicBezTo>
                      <a:pt x="1519999" y="1200531"/>
                      <a:pt x="1518190" y="1197769"/>
                      <a:pt x="1518190" y="1195102"/>
                    </a:cubicBezTo>
                    <a:cubicBezTo>
                      <a:pt x="1518190" y="1194245"/>
                      <a:pt x="1518475" y="1193292"/>
                      <a:pt x="1518666" y="1192625"/>
                    </a:cubicBezTo>
                    <a:cubicBezTo>
                      <a:pt x="1523809" y="1178528"/>
                      <a:pt x="1528953" y="1164526"/>
                      <a:pt x="1534192" y="1150620"/>
                    </a:cubicBezTo>
                    <a:cubicBezTo>
                      <a:pt x="1535335" y="1147000"/>
                      <a:pt x="1539335" y="1145191"/>
                      <a:pt x="1542764" y="1146620"/>
                    </a:cubicBezTo>
                    <a:cubicBezTo>
                      <a:pt x="1546384" y="1147763"/>
                      <a:pt x="1548098" y="1151573"/>
                      <a:pt x="1546765" y="1155192"/>
                    </a:cubicBezTo>
                    <a:lnTo>
                      <a:pt x="1544764" y="1160812"/>
                    </a:lnTo>
                    <a:cubicBezTo>
                      <a:pt x="1540288" y="1172908"/>
                      <a:pt x="1535811" y="1185291"/>
                      <a:pt x="1531239" y="1197388"/>
                    </a:cubicBezTo>
                    <a:cubicBezTo>
                      <a:pt x="1531239" y="1197578"/>
                      <a:pt x="1531239" y="1197578"/>
                      <a:pt x="1531239" y="1197578"/>
                    </a:cubicBezTo>
                    <a:cubicBezTo>
                      <a:pt x="1530096" y="1200055"/>
                      <a:pt x="1527620" y="1201864"/>
                      <a:pt x="1524953" y="1201864"/>
                    </a:cubicBezTo>
                    <a:close/>
                    <a:moveTo>
                      <a:pt x="611886" y="1168051"/>
                    </a:moveTo>
                    <a:cubicBezTo>
                      <a:pt x="610362" y="1168051"/>
                      <a:pt x="608743" y="1167574"/>
                      <a:pt x="607600" y="1166431"/>
                    </a:cubicBezTo>
                    <a:cubicBezTo>
                      <a:pt x="604647" y="1164146"/>
                      <a:pt x="604266" y="1159955"/>
                      <a:pt x="606742" y="1157002"/>
                    </a:cubicBezTo>
                    <a:cubicBezTo>
                      <a:pt x="613029" y="1149572"/>
                      <a:pt x="619125" y="1142143"/>
                      <a:pt x="625412" y="1134999"/>
                    </a:cubicBezTo>
                    <a:lnTo>
                      <a:pt x="635698" y="1122616"/>
                    </a:lnTo>
                    <a:cubicBezTo>
                      <a:pt x="638175" y="1119949"/>
                      <a:pt x="642461" y="1119473"/>
                      <a:pt x="645319" y="1121759"/>
                    </a:cubicBezTo>
                    <a:cubicBezTo>
                      <a:pt x="646652" y="1123093"/>
                      <a:pt x="647605" y="1125093"/>
                      <a:pt x="647605" y="1127093"/>
                    </a:cubicBezTo>
                    <a:cubicBezTo>
                      <a:pt x="647605" y="1128713"/>
                      <a:pt x="647129" y="1130046"/>
                      <a:pt x="645986" y="1131380"/>
                    </a:cubicBezTo>
                    <a:cubicBezTo>
                      <a:pt x="636365" y="1142809"/>
                      <a:pt x="626650" y="1154239"/>
                      <a:pt x="617030" y="1165765"/>
                    </a:cubicBezTo>
                    <a:cubicBezTo>
                      <a:pt x="615696" y="1167098"/>
                      <a:pt x="613886" y="1168051"/>
                      <a:pt x="611886" y="1168051"/>
                    </a:cubicBezTo>
                    <a:close/>
                    <a:moveTo>
                      <a:pt x="2403634" y="1155859"/>
                    </a:moveTo>
                    <a:cubicBezTo>
                      <a:pt x="2402300" y="1155859"/>
                      <a:pt x="2401157" y="1155382"/>
                      <a:pt x="2400014" y="1154716"/>
                    </a:cubicBezTo>
                    <a:cubicBezTo>
                      <a:pt x="2396871" y="1152906"/>
                      <a:pt x="2396014" y="1148620"/>
                      <a:pt x="2397824" y="1145476"/>
                    </a:cubicBezTo>
                    <a:cubicBezTo>
                      <a:pt x="2405920" y="1132904"/>
                      <a:pt x="2413730" y="1120140"/>
                      <a:pt x="2421636" y="1107281"/>
                    </a:cubicBezTo>
                    <a:cubicBezTo>
                      <a:pt x="2423446" y="1104329"/>
                      <a:pt x="2427923" y="1103281"/>
                      <a:pt x="2430875" y="1105281"/>
                    </a:cubicBezTo>
                    <a:cubicBezTo>
                      <a:pt x="2432875" y="1106424"/>
                      <a:pt x="2434019" y="1108615"/>
                      <a:pt x="2434019" y="1110901"/>
                    </a:cubicBezTo>
                    <a:cubicBezTo>
                      <a:pt x="2434019" y="1112234"/>
                      <a:pt x="2433733" y="1113377"/>
                      <a:pt x="2433161" y="1114520"/>
                    </a:cubicBezTo>
                    <a:cubicBezTo>
                      <a:pt x="2430875" y="1118140"/>
                      <a:pt x="2428684" y="1121664"/>
                      <a:pt x="2426399" y="1125283"/>
                    </a:cubicBezTo>
                    <a:cubicBezTo>
                      <a:pt x="2420779" y="1134237"/>
                      <a:pt x="2415159" y="1143476"/>
                      <a:pt x="2409349" y="1152715"/>
                    </a:cubicBezTo>
                    <a:cubicBezTo>
                      <a:pt x="2408111" y="1154525"/>
                      <a:pt x="2405920" y="1155859"/>
                      <a:pt x="2403634" y="1155859"/>
                    </a:cubicBezTo>
                    <a:close/>
                    <a:moveTo>
                      <a:pt x="1555432" y="1117282"/>
                    </a:moveTo>
                    <a:cubicBezTo>
                      <a:pt x="1554766" y="1117282"/>
                      <a:pt x="1554099" y="1117282"/>
                      <a:pt x="1553242" y="1116806"/>
                    </a:cubicBezTo>
                    <a:cubicBezTo>
                      <a:pt x="1550765" y="1115949"/>
                      <a:pt x="1548765" y="1113473"/>
                      <a:pt x="1548765" y="1110710"/>
                    </a:cubicBezTo>
                    <a:cubicBezTo>
                      <a:pt x="1548765" y="1109853"/>
                      <a:pt x="1548956" y="1109186"/>
                      <a:pt x="1549241" y="1108234"/>
                    </a:cubicBezTo>
                    <a:cubicBezTo>
                      <a:pt x="1554575" y="1092708"/>
                      <a:pt x="1559528" y="1078801"/>
                      <a:pt x="1564005" y="1066038"/>
                    </a:cubicBezTo>
                    <a:cubicBezTo>
                      <a:pt x="1565148" y="1062418"/>
                      <a:pt x="1569148" y="1060609"/>
                      <a:pt x="1572578" y="1061752"/>
                    </a:cubicBezTo>
                    <a:cubicBezTo>
                      <a:pt x="1575911" y="1062895"/>
                      <a:pt x="1577912" y="1066705"/>
                      <a:pt x="1576578" y="1070324"/>
                    </a:cubicBezTo>
                    <a:cubicBezTo>
                      <a:pt x="1571434" y="1085850"/>
                      <a:pt x="1566481" y="1099756"/>
                      <a:pt x="1562005" y="1112710"/>
                    </a:cubicBezTo>
                    <a:cubicBezTo>
                      <a:pt x="1561814" y="1112901"/>
                      <a:pt x="1561814" y="1112901"/>
                      <a:pt x="1561814" y="1112901"/>
                    </a:cubicBezTo>
                    <a:cubicBezTo>
                      <a:pt x="1560862" y="1115663"/>
                      <a:pt x="1558385" y="1117282"/>
                      <a:pt x="1555432" y="1117282"/>
                    </a:cubicBezTo>
                    <a:close/>
                    <a:moveTo>
                      <a:pt x="669988" y="1099566"/>
                    </a:moveTo>
                    <a:cubicBezTo>
                      <a:pt x="668369" y="1099566"/>
                      <a:pt x="666845" y="1098899"/>
                      <a:pt x="665702" y="1097756"/>
                    </a:cubicBezTo>
                    <a:cubicBezTo>
                      <a:pt x="664369" y="1096613"/>
                      <a:pt x="663512" y="1095089"/>
                      <a:pt x="663226" y="1093280"/>
                    </a:cubicBezTo>
                    <a:cubicBezTo>
                      <a:pt x="663226" y="1091470"/>
                      <a:pt x="663702" y="1089660"/>
                      <a:pt x="664845" y="1088326"/>
                    </a:cubicBezTo>
                    <a:cubicBezTo>
                      <a:pt x="673798" y="1077754"/>
                      <a:pt x="682752" y="1067467"/>
                      <a:pt x="691991" y="1056894"/>
                    </a:cubicBezTo>
                    <a:lnTo>
                      <a:pt x="694182" y="1054227"/>
                    </a:lnTo>
                    <a:cubicBezTo>
                      <a:pt x="696468" y="1051560"/>
                      <a:pt x="700945" y="1051084"/>
                      <a:pt x="703612" y="1053560"/>
                    </a:cubicBezTo>
                    <a:cubicBezTo>
                      <a:pt x="705136" y="1054894"/>
                      <a:pt x="706088" y="1056704"/>
                      <a:pt x="706088" y="1058704"/>
                    </a:cubicBezTo>
                    <a:cubicBezTo>
                      <a:pt x="706088" y="1060228"/>
                      <a:pt x="705422" y="1061847"/>
                      <a:pt x="704279" y="1062990"/>
                    </a:cubicBezTo>
                    <a:cubicBezTo>
                      <a:pt x="694849" y="1073944"/>
                      <a:pt x="684943" y="1085469"/>
                      <a:pt x="675132" y="1097089"/>
                    </a:cubicBezTo>
                    <a:cubicBezTo>
                      <a:pt x="673798" y="1098614"/>
                      <a:pt x="671989" y="1099566"/>
                      <a:pt x="669988" y="1099566"/>
                    </a:cubicBezTo>
                    <a:close/>
                    <a:moveTo>
                      <a:pt x="2450783" y="1079373"/>
                    </a:moveTo>
                    <a:cubicBezTo>
                      <a:pt x="2449640" y="1079373"/>
                      <a:pt x="2448306" y="1078897"/>
                      <a:pt x="2447449" y="1078516"/>
                    </a:cubicBezTo>
                    <a:cubicBezTo>
                      <a:pt x="2445830" y="1077373"/>
                      <a:pt x="2444782" y="1076039"/>
                      <a:pt x="2444306" y="1074230"/>
                    </a:cubicBezTo>
                    <a:cubicBezTo>
                      <a:pt x="2443829" y="1072420"/>
                      <a:pt x="2444020" y="1070610"/>
                      <a:pt x="2444972" y="1069086"/>
                    </a:cubicBezTo>
                    <a:cubicBezTo>
                      <a:pt x="2452402" y="1056989"/>
                      <a:pt x="2460022" y="1044416"/>
                      <a:pt x="2468118" y="1030700"/>
                    </a:cubicBezTo>
                    <a:cubicBezTo>
                      <a:pt x="2469928" y="1027557"/>
                      <a:pt x="2474214" y="1026414"/>
                      <a:pt x="2477357" y="1028224"/>
                    </a:cubicBezTo>
                    <a:cubicBezTo>
                      <a:pt x="2479358" y="1029557"/>
                      <a:pt x="2480691" y="1031557"/>
                      <a:pt x="2480691" y="1034034"/>
                    </a:cubicBezTo>
                    <a:cubicBezTo>
                      <a:pt x="2480691" y="1035177"/>
                      <a:pt x="2480215" y="1036510"/>
                      <a:pt x="2479834" y="1037654"/>
                    </a:cubicBezTo>
                    <a:cubicBezTo>
                      <a:pt x="2472690" y="1049369"/>
                      <a:pt x="2465261" y="1062133"/>
                      <a:pt x="2456688" y="1076230"/>
                    </a:cubicBezTo>
                    <a:cubicBezTo>
                      <a:pt x="2455259" y="1078230"/>
                      <a:pt x="2453259" y="1079373"/>
                      <a:pt x="2450783" y="1079373"/>
                    </a:cubicBezTo>
                    <a:close/>
                    <a:moveTo>
                      <a:pt x="1584674" y="1032224"/>
                    </a:moveTo>
                    <a:cubicBezTo>
                      <a:pt x="1584007" y="1032224"/>
                      <a:pt x="1583341" y="1032224"/>
                      <a:pt x="1582674" y="1032034"/>
                    </a:cubicBezTo>
                    <a:cubicBezTo>
                      <a:pt x="1579721" y="1031176"/>
                      <a:pt x="1578007" y="1028414"/>
                      <a:pt x="1578007" y="1025557"/>
                    </a:cubicBezTo>
                    <a:cubicBezTo>
                      <a:pt x="1578007" y="1024890"/>
                      <a:pt x="1578292" y="1024223"/>
                      <a:pt x="1578483" y="1023556"/>
                    </a:cubicBezTo>
                    <a:cubicBezTo>
                      <a:pt x="1582960" y="1009840"/>
                      <a:pt x="1587722" y="995458"/>
                      <a:pt x="1592580" y="980884"/>
                    </a:cubicBezTo>
                    <a:cubicBezTo>
                      <a:pt x="1593723" y="977551"/>
                      <a:pt x="1597533" y="975550"/>
                      <a:pt x="1600867" y="976598"/>
                    </a:cubicBezTo>
                    <a:cubicBezTo>
                      <a:pt x="1602677" y="977074"/>
                      <a:pt x="1604010" y="978408"/>
                      <a:pt x="1604867" y="979932"/>
                    </a:cubicBezTo>
                    <a:cubicBezTo>
                      <a:pt x="1605534" y="981551"/>
                      <a:pt x="1605724" y="983266"/>
                      <a:pt x="1605058" y="985075"/>
                    </a:cubicBezTo>
                    <a:cubicBezTo>
                      <a:pt x="1600772" y="998791"/>
                      <a:pt x="1596104" y="1012507"/>
                      <a:pt x="1591628" y="1026605"/>
                    </a:cubicBezTo>
                    <a:lnTo>
                      <a:pt x="1591151" y="1027747"/>
                    </a:lnTo>
                    <a:cubicBezTo>
                      <a:pt x="1590294" y="1030414"/>
                      <a:pt x="1587532" y="1032224"/>
                      <a:pt x="1584674" y="1032224"/>
                    </a:cubicBezTo>
                    <a:close/>
                    <a:moveTo>
                      <a:pt x="728758" y="1031272"/>
                    </a:moveTo>
                    <a:cubicBezTo>
                      <a:pt x="726948" y="1031272"/>
                      <a:pt x="725424" y="1030605"/>
                      <a:pt x="724281" y="1029748"/>
                    </a:cubicBezTo>
                    <a:cubicBezTo>
                      <a:pt x="721614" y="1027271"/>
                      <a:pt x="721138" y="1022985"/>
                      <a:pt x="723614" y="1020128"/>
                    </a:cubicBezTo>
                    <a:cubicBezTo>
                      <a:pt x="728758" y="1014031"/>
                      <a:pt x="734187" y="1008031"/>
                      <a:pt x="739330" y="1001935"/>
                    </a:cubicBezTo>
                    <a:cubicBezTo>
                      <a:pt x="743998" y="996791"/>
                      <a:pt x="748570" y="991648"/>
                      <a:pt x="753047" y="986218"/>
                    </a:cubicBezTo>
                    <a:cubicBezTo>
                      <a:pt x="753047" y="986218"/>
                      <a:pt x="753332" y="986218"/>
                      <a:pt x="753332" y="986028"/>
                    </a:cubicBezTo>
                    <a:cubicBezTo>
                      <a:pt x="755809" y="983551"/>
                      <a:pt x="760095" y="983361"/>
                      <a:pt x="762476" y="985838"/>
                    </a:cubicBezTo>
                    <a:cubicBezTo>
                      <a:pt x="764096" y="986980"/>
                      <a:pt x="764953" y="988790"/>
                      <a:pt x="764953" y="990505"/>
                    </a:cubicBezTo>
                    <a:cubicBezTo>
                      <a:pt x="764953" y="992314"/>
                      <a:pt x="764286" y="993838"/>
                      <a:pt x="763333" y="995172"/>
                    </a:cubicBezTo>
                    <a:cubicBezTo>
                      <a:pt x="757238" y="1001935"/>
                      <a:pt x="751427" y="1008602"/>
                      <a:pt x="745617" y="1015365"/>
                    </a:cubicBezTo>
                    <a:cubicBezTo>
                      <a:pt x="741616" y="1019842"/>
                      <a:pt x="737806" y="1024604"/>
                      <a:pt x="733711" y="1029081"/>
                    </a:cubicBezTo>
                    <a:cubicBezTo>
                      <a:pt x="732663" y="1030414"/>
                      <a:pt x="730567" y="1031272"/>
                      <a:pt x="728758" y="1031272"/>
                    </a:cubicBezTo>
                    <a:close/>
                    <a:moveTo>
                      <a:pt x="2496598" y="1002125"/>
                    </a:moveTo>
                    <a:cubicBezTo>
                      <a:pt x="2495264" y="1002125"/>
                      <a:pt x="2494121" y="1001649"/>
                      <a:pt x="2493264" y="1001268"/>
                    </a:cubicBezTo>
                    <a:cubicBezTo>
                      <a:pt x="2491645" y="1000411"/>
                      <a:pt x="2490597" y="998791"/>
                      <a:pt x="2490121" y="996982"/>
                    </a:cubicBezTo>
                    <a:cubicBezTo>
                      <a:pt x="2489645" y="995363"/>
                      <a:pt x="2489835" y="993648"/>
                      <a:pt x="2490788" y="992029"/>
                    </a:cubicBezTo>
                    <a:cubicBezTo>
                      <a:pt x="2499074" y="977455"/>
                      <a:pt x="2506313" y="964882"/>
                      <a:pt x="2512981" y="952976"/>
                    </a:cubicBezTo>
                    <a:cubicBezTo>
                      <a:pt x="2512981" y="952976"/>
                      <a:pt x="2512981" y="952976"/>
                      <a:pt x="2512981" y="952786"/>
                    </a:cubicBezTo>
                    <a:cubicBezTo>
                      <a:pt x="2514791" y="949833"/>
                      <a:pt x="2519077" y="948785"/>
                      <a:pt x="2522220" y="950500"/>
                    </a:cubicBezTo>
                    <a:cubicBezTo>
                      <a:pt x="2524220" y="951643"/>
                      <a:pt x="2525554" y="953833"/>
                      <a:pt x="2525554" y="956310"/>
                    </a:cubicBezTo>
                    <a:cubicBezTo>
                      <a:pt x="2525554" y="957453"/>
                      <a:pt x="2525268" y="958310"/>
                      <a:pt x="2524887" y="959263"/>
                    </a:cubicBezTo>
                    <a:cubicBezTo>
                      <a:pt x="2524887" y="959453"/>
                      <a:pt x="2524697" y="959453"/>
                      <a:pt x="2524697" y="959453"/>
                    </a:cubicBezTo>
                    <a:cubicBezTo>
                      <a:pt x="2524697" y="959930"/>
                      <a:pt x="2524411" y="959930"/>
                      <a:pt x="2524220" y="960120"/>
                    </a:cubicBezTo>
                    <a:cubicBezTo>
                      <a:pt x="2517458" y="972217"/>
                      <a:pt x="2510314" y="985075"/>
                      <a:pt x="2502408" y="998696"/>
                    </a:cubicBezTo>
                    <a:cubicBezTo>
                      <a:pt x="2501074" y="1000792"/>
                      <a:pt x="2499074" y="1002125"/>
                      <a:pt x="2496598" y="1002125"/>
                    </a:cubicBezTo>
                    <a:close/>
                    <a:moveTo>
                      <a:pt x="787813" y="963739"/>
                    </a:moveTo>
                    <a:cubicBezTo>
                      <a:pt x="786003" y="963739"/>
                      <a:pt x="784479" y="963073"/>
                      <a:pt x="783336" y="961930"/>
                    </a:cubicBezTo>
                    <a:cubicBezTo>
                      <a:pt x="782003" y="960787"/>
                      <a:pt x="781050" y="959263"/>
                      <a:pt x="781050" y="957263"/>
                    </a:cubicBezTo>
                    <a:cubicBezTo>
                      <a:pt x="780859" y="955453"/>
                      <a:pt x="781526" y="953929"/>
                      <a:pt x="782669" y="952595"/>
                    </a:cubicBezTo>
                    <a:cubicBezTo>
                      <a:pt x="792575" y="941356"/>
                      <a:pt x="802386" y="930116"/>
                      <a:pt x="812292" y="918972"/>
                    </a:cubicBezTo>
                    <a:cubicBezTo>
                      <a:pt x="814483" y="916305"/>
                      <a:pt x="819055" y="916019"/>
                      <a:pt x="821722" y="918305"/>
                    </a:cubicBezTo>
                    <a:cubicBezTo>
                      <a:pt x="823246" y="919639"/>
                      <a:pt x="823913" y="921448"/>
                      <a:pt x="823913" y="923449"/>
                    </a:cubicBezTo>
                    <a:cubicBezTo>
                      <a:pt x="824103" y="925068"/>
                      <a:pt x="823436" y="926592"/>
                      <a:pt x="822293" y="927925"/>
                    </a:cubicBezTo>
                    <a:cubicBezTo>
                      <a:pt x="812387" y="938974"/>
                      <a:pt x="802577" y="950119"/>
                      <a:pt x="792671" y="961549"/>
                    </a:cubicBezTo>
                    <a:cubicBezTo>
                      <a:pt x="791432" y="962882"/>
                      <a:pt x="789622" y="963739"/>
                      <a:pt x="787813" y="963739"/>
                    </a:cubicBezTo>
                    <a:close/>
                    <a:moveTo>
                      <a:pt x="1612487" y="946880"/>
                    </a:moveTo>
                    <a:cubicBezTo>
                      <a:pt x="1611821" y="946880"/>
                      <a:pt x="1611154" y="946690"/>
                      <a:pt x="1610487" y="946404"/>
                    </a:cubicBezTo>
                    <a:cubicBezTo>
                      <a:pt x="1607820" y="945547"/>
                      <a:pt x="1605820" y="943070"/>
                      <a:pt x="1605820" y="940117"/>
                    </a:cubicBezTo>
                    <a:cubicBezTo>
                      <a:pt x="1605820" y="939451"/>
                      <a:pt x="1606010" y="938784"/>
                      <a:pt x="1606296" y="938117"/>
                    </a:cubicBezTo>
                    <a:cubicBezTo>
                      <a:pt x="1610582" y="924211"/>
                      <a:pt x="1615249" y="909638"/>
                      <a:pt x="1619536" y="895255"/>
                    </a:cubicBezTo>
                    <a:cubicBezTo>
                      <a:pt x="1620679" y="891635"/>
                      <a:pt x="1624679" y="889635"/>
                      <a:pt x="1628108" y="890778"/>
                    </a:cubicBezTo>
                    <a:cubicBezTo>
                      <a:pt x="1631728" y="891921"/>
                      <a:pt x="1633728" y="895731"/>
                      <a:pt x="1632585" y="899065"/>
                    </a:cubicBezTo>
                    <a:cubicBezTo>
                      <a:pt x="1627632" y="914972"/>
                      <a:pt x="1623155" y="929164"/>
                      <a:pt x="1619059" y="942118"/>
                    </a:cubicBezTo>
                    <a:cubicBezTo>
                      <a:pt x="1618107" y="944880"/>
                      <a:pt x="1615345" y="946880"/>
                      <a:pt x="1612487" y="946880"/>
                    </a:cubicBezTo>
                    <a:close/>
                    <a:moveTo>
                      <a:pt x="2540603" y="923830"/>
                    </a:moveTo>
                    <a:cubicBezTo>
                      <a:pt x="2539460" y="923830"/>
                      <a:pt x="2538317" y="923354"/>
                      <a:pt x="2537460" y="922972"/>
                    </a:cubicBezTo>
                    <a:cubicBezTo>
                      <a:pt x="2535650" y="922115"/>
                      <a:pt x="2534507" y="920782"/>
                      <a:pt x="2534126" y="918972"/>
                    </a:cubicBezTo>
                    <a:cubicBezTo>
                      <a:pt x="2533650" y="917353"/>
                      <a:pt x="2533841" y="915353"/>
                      <a:pt x="2534793" y="913829"/>
                    </a:cubicBezTo>
                    <a:cubicBezTo>
                      <a:pt x="2542699" y="899446"/>
                      <a:pt x="2549366" y="886682"/>
                      <a:pt x="2555939" y="874585"/>
                    </a:cubicBezTo>
                    <a:lnTo>
                      <a:pt x="2555939" y="874395"/>
                    </a:lnTo>
                    <a:cubicBezTo>
                      <a:pt x="2557748" y="871252"/>
                      <a:pt x="2561749" y="869918"/>
                      <a:pt x="2564892" y="871728"/>
                    </a:cubicBezTo>
                    <a:cubicBezTo>
                      <a:pt x="2567083" y="872871"/>
                      <a:pt x="2568512" y="875062"/>
                      <a:pt x="2568512" y="877538"/>
                    </a:cubicBezTo>
                    <a:cubicBezTo>
                      <a:pt x="2568512" y="878396"/>
                      <a:pt x="2568321" y="879538"/>
                      <a:pt x="2568035" y="880491"/>
                    </a:cubicBezTo>
                    <a:cubicBezTo>
                      <a:pt x="2567845" y="880681"/>
                      <a:pt x="2567845" y="880681"/>
                      <a:pt x="2567845" y="880681"/>
                    </a:cubicBezTo>
                    <a:cubicBezTo>
                      <a:pt x="2567559" y="880872"/>
                      <a:pt x="2567559" y="881158"/>
                      <a:pt x="2567369" y="881348"/>
                    </a:cubicBezTo>
                    <a:cubicBezTo>
                      <a:pt x="2560606" y="894588"/>
                      <a:pt x="2553462" y="907828"/>
                      <a:pt x="2546509" y="920401"/>
                    </a:cubicBezTo>
                    <a:cubicBezTo>
                      <a:pt x="2545271" y="922496"/>
                      <a:pt x="2542984" y="923830"/>
                      <a:pt x="2540603" y="923830"/>
                    </a:cubicBezTo>
                    <a:close/>
                    <a:moveTo>
                      <a:pt x="847058" y="896398"/>
                    </a:moveTo>
                    <a:cubicBezTo>
                      <a:pt x="845439" y="896398"/>
                      <a:pt x="843724" y="895731"/>
                      <a:pt x="842581" y="894779"/>
                    </a:cubicBezTo>
                    <a:cubicBezTo>
                      <a:pt x="839914" y="892112"/>
                      <a:pt x="839629" y="888016"/>
                      <a:pt x="842105" y="885158"/>
                    </a:cubicBezTo>
                    <a:cubicBezTo>
                      <a:pt x="847725" y="878681"/>
                      <a:pt x="853535" y="872395"/>
                      <a:pt x="859155" y="865822"/>
                    </a:cubicBezTo>
                    <a:lnTo>
                      <a:pt x="871919" y="851630"/>
                    </a:lnTo>
                    <a:cubicBezTo>
                      <a:pt x="874109" y="848963"/>
                      <a:pt x="878681" y="848678"/>
                      <a:pt x="881348" y="850963"/>
                    </a:cubicBezTo>
                    <a:cubicBezTo>
                      <a:pt x="882682" y="852297"/>
                      <a:pt x="883539" y="854107"/>
                      <a:pt x="883539" y="855916"/>
                    </a:cubicBezTo>
                    <a:cubicBezTo>
                      <a:pt x="883539" y="857726"/>
                      <a:pt x="882872" y="859250"/>
                      <a:pt x="881729" y="860584"/>
                    </a:cubicBezTo>
                    <a:cubicBezTo>
                      <a:pt x="875252" y="867728"/>
                      <a:pt x="868680" y="875157"/>
                      <a:pt x="862013" y="882587"/>
                    </a:cubicBezTo>
                    <a:lnTo>
                      <a:pt x="852106" y="894016"/>
                    </a:lnTo>
                    <a:cubicBezTo>
                      <a:pt x="850868" y="895540"/>
                      <a:pt x="849154" y="896398"/>
                      <a:pt x="847058" y="896398"/>
                    </a:cubicBezTo>
                    <a:close/>
                    <a:moveTo>
                      <a:pt x="1638967" y="860965"/>
                    </a:moveTo>
                    <a:cubicBezTo>
                      <a:pt x="1638490" y="860965"/>
                      <a:pt x="1637824" y="860774"/>
                      <a:pt x="1637157" y="860774"/>
                    </a:cubicBezTo>
                    <a:cubicBezTo>
                      <a:pt x="1634204" y="859917"/>
                      <a:pt x="1632490" y="857155"/>
                      <a:pt x="1632204" y="854297"/>
                    </a:cubicBezTo>
                    <a:cubicBezTo>
                      <a:pt x="1632204" y="853630"/>
                      <a:pt x="1632490" y="852964"/>
                      <a:pt x="1632680" y="852297"/>
                    </a:cubicBezTo>
                    <a:lnTo>
                      <a:pt x="1636014" y="840581"/>
                    </a:lnTo>
                    <a:cubicBezTo>
                      <a:pt x="1639157" y="830008"/>
                      <a:pt x="1642300" y="819722"/>
                      <a:pt x="1645253" y="809434"/>
                    </a:cubicBezTo>
                    <a:cubicBezTo>
                      <a:pt x="1646396" y="805815"/>
                      <a:pt x="1650206" y="803815"/>
                      <a:pt x="1653826" y="804672"/>
                    </a:cubicBezTo>
                    <a:cubicBezTo>
                      <a:pt x="1655445" y="805148"/>
                      <a:pt x="1656779" y="806291"/>
                      <a:pt x="1657636" y="807815"/>
                    </a:cubicBezTo>
                    <a:cubicBezTo>
                      <a:pt x="1658493" y="809434"/>
                      <a:pt x="1658779" y="811149"/>
                      <a:pt x="1658303" y="812959"/>
                    </a:cubicBezTo>
                    <a:cubicBezTo>
                      <a:pt x="1654302" y="826675"/>
                      <a:pt x="1650492" y="840105"/>
                      <a:pt x="1645539" y="856297"/>
                    </a:cubicBezTo>
                    <a:cubicBezTo>
                      <a:pt x="1644587" y="858964"/>
                      <a:pt x="1642110" y="860965"/>
                      <a:pt x="1638967" y="860965"/>
                    </a:cubicBezTo>
                    <a:close/>
                    <a:moveTo>
                      <a:pt x="2582323" y="844105"/>
                    </a:moveTo>
                    <a:cubicBezTo>
                      <a:pt x="2581466" y="844105"/>
                      <a:pt x="2580323" y="843915"/>
                      <a:pt x="2579370" y="843439"/>
                    </a:cubicBezTo>
                    <a:cubicBezTo>
                      <a:pt x="2576036" y="841820"/>
                      <a:pt x="2574703" y="837819"/>
                      <a:pt x="2576417" y="834485"/>
                    </a:cubicBezTo>
                    <a:cubicBezTo>
                      <a:pt x="2583180" y="820769"/>
                      <a:pt x="2589848" y="807339"/>
                      <a:pt x="2596134" y="794290"/>
                    </a:cubicBezTo>
                    <a:cubicBezTo>
                      <a:pt x="2597753" y="790956"/>
                      <a:pt x="2601944" y="789622"/>
                      <a:pt x="2605088" y="791147"/>
                    </a:cubicBezTo>
                    <a:cubicBezTo>
                      <a:pt x="2607278" y="792289"/>
                      <a:pt x="2608898" y="794480"/>
                      <a:pt x="2608898" y="797242"/>
                    </a:cubicBezTo>
                    <a:cubicBezTo>
                      <a:pt x="2608898" y="798385"/>
                      <a:pt x="2608707" y="799243"/>
                      <a:pt x="2608231" y="800195"/>
                    </a:cubicBezTo>
                    <a:cubicBezTo>
                      <a:pt x="2601087" y="815245"/>
                      <a:pt x="2594515" y="828484"/>
                      <a:pt x="2588228" y="840581"/>
                    </a:cubicBezTo>
                    <a:cubicBezTo>
                      <a:pt x="2587276" y="842772"/>
                      <a:pt x="2584990" y="844105"/>
                      <a:pt x="2582323" y="844105"/>
                    </a:cubicBezTo>
                    <a:close/>
                    <a:moveTo>
                      <a:pt x="906780" y="829342"/>
                    </a:moveTo>
                    <a:cubicBezTo>
                      <a:pt x="905161" y="829342"/>
                      <a:pt x="903637" y="828865"/>
                      <a:pt x="902303" y="827818"/>
                    </a:cubicBezTo>
                    <a:cubicBezTo>
                      <a:pt x="900970" y="826484"/>
                      <a:pt x="900303" y="824865"/>
                      <a:pt x="900113" y="823150"/>
                    </a:cubicBezTo>
                    <a:cubicBezTo>
                      <a:pt x="900113" y="821341"/>
                      <a:pt x="900779" y="819531"/>
                      <a:pt x="901922" y="818197"/>
                    </a:cubicBezTo>
                    <a:cubicBezTo>
                      <a:pt x="908209" y="811244"/>
                      <a:pt x="914495" y="804291"/>
                      <a:pt x="920591" y="797338"/>
                    </a:cubicBezTo>
                    <a:lnTo>
                      <a:pt x="931831" y="784765"/>
                    </a:lnTo>
                    <a:cubicBezTo>
                      <a:pt x="934307" y="782098"/>
                      <a:pt x="938784" y="781812"/>
                      <a:pt x="941451" y="784288"/>
                    </a:cubicBezTo>
                    <a:cubicBezTo>
                      <a:pt x="942784" y="785622"/>
                      <a:pt x="943642" y="787432"/>
                      <a:pt x="943642" y="789241"/>
                    </a:cubicBezTo>
                    <a:cubicBezTo>
                      <a:pt x="943642" y="791051"/>
                      <a:pt x="942975" y="792575"/>
                      <a:pt x="941832" y="793718"/>
                    </a:cubicBezTo>
                    <a:lnTo>
                      <a:pt x="935546" y="800672"/>
                    </a:lnTo>
                    <a:cubicBezTo>
                      <a:pt x="927735" y="809625"/>
                      <a:pt x="919829" y="818388"/>
                      <a:pt x="912019" y="827151"/>
                    </a:cubicBezTo>
                    <a:cubicBezTo>
                      <a:pt x="910590" y="828675"/>
                      <a:pt x="908780" y="829342"/>
                      <a:pt x="906780" y="829342"/>
                    </a:cubicBezTo>
                    <a:close/>
                    <a:moveTo>
                      <a:pt x="1664113" y="774573"/>
                    </a:moveTo>
                    <a:cubicBezTo>
                      <a:pt x="1663637" y="774573"/>
                      <a:pt x="1662970" y="774573"/>
                      <a:pt x="1662303" y="774382"/>
                    </a:cubicBezTo>
                    <a:cubicBezTo>
                      <a:pt x="1659350" y="773525"/>
                      <a:pt x="1657350" y="770763"/>
                      <a:pt x="1657636" y="767905"/>
                    </a:cubicBezTo>
                    <a:cubicBezTo>
                      <a:pt x="1657636" y="767239"/>
                      <a:pt x="1657636" y="766763"/>
                      <a:pt x="1657826" y="766096"/>
                    </a:cubicBezTo>
                    <a:cubicBezTo>
                      <a:pt x="1661446" y="753332"/>
                      <a:pt x="1665256" y="739616"/>
                      <a:pt x="1669732" y="722757"/>
                    </a:cubicBezTo>
                    <a:cubicBezTo>
                      <a:pt x="1670590" y="719423"/>
                      <a:pt x="1674686" y="717137"/>
                      <a:pt x="1678019" y="718090"/>
                    </a:cubicBezTo>
                    <a:cubicBezTo>
                      <a:pt x="1681639" y="719233"/>
                      <a:pt x="1683830" y="722757"/>
                      <a:pt x="1682687" y="726376"/>
                    </a:cubicBezTo>
                    <a:cubicBezTo>
                      <a:pt x="1678877" y="740759"/>
                      <a:pt x="1674876" y="755142"/>
                      <a:pt x="1670590" y="769906"/>
                    </a:cubicBezTo>
                    <a:cubicBezTo>
                      <a:pt x="1670590" y="769906"/>
                      <a:pt x="1670590" y="769906"/>
                      <a:pt x="1670590" y="770096"/>
                    </a:cubicBezTo>
                    <a:cubicBezTo>
                      <a:pt x="1669732" y="772763"/>
                      <a:pt x="1667065" y="774573"/>
                      <a:pt x="1664113" y="774573"/>
                    </a:cubicBezTo>
                    <a:close/>
                    <a:moveTo>
                      <a:pt x="2621375" y="763333"/>
                    </a:moveTo>
                    <a:cubicBezTo>
                      <a:pt x="2620518" y="763333"/>
                      <a:pt x="2619566" y="763143"/>
                      <a:pt x="2618708" y="762667"/>
                    </a:cubicBezTo>
                    <a:cubicBezTo>
                      <a:pt x="2616899" y="762000"/>
                      <a:pt x="2615756" y="760666"/>
                      <a:pt x="2615089" y="758857"/>
                    </a:cubicBezTo>
                    <a:cubicBezTo>
                      <a:pt x="2614422" y="757047"/>
                      <a:pt x="2614613" y="755237"/>
                      <a:pt x="2615374" y="753713"/>
                    </a:cubicBezTo>
                    <a:cubicBezTo>
                      <a:pt x="2622328" y="738473"/>
                      <a:pt x="2628138" y="725233"/>
                      <a:pt x="2633567" y="712851"/>
                    </a:cubicBezTo>
                    <a:cubicBezTo>
                      <a:pt x="2634901" y="709517"/>
                      <a:pt x="2638997" y="707898"/>
                      <a:pt x="2642330" y="709231"/>
                    </a:cubicBezTo>
                    <a:cubicBezTo>
                      <a:pt x="2644807" y="710374"/>
                      <a:pt x="2646426" y="712851"/>
                      <a:pt x="2646426" y="715518"/>
                    </a:cubicBezTo>
                    <a:cubicBezTo>
                      <a:pt x="2646426" y="716375"/>
                      <a:pt x="2646140" y="717328"/>
                      <a:pt x="2645950" y="718185"/>
                    </a:cubicBezTo>
                    <a:cubicBezTo>
                      <a:pt x="2640140" y="731615"/>
                      <a:pt x="2633853" y="745522"/>
                      <a:pt x="2627757" y="759238"/>
                    </a:cubicBezTo>
                    <a:cubicBezTo>
                      <a:pt x="2626519" y="761714"/>
                      <a:pt x="2624042" y="763333"/>
                      <a:pt x="2621375" y="763333"/>
                    </a:cubicBezTo>
                    <a:close/>
                    <a:moveTo>
                      <a:pt x="966978" y="762381"/>
                    </a:moveTo>
                    <a:cubicBezTo>
                      <a:pt x="965168" y="762381"/>
                      <a:pt x="963644" y="761905"/>
                      <a:pt x="962311" y="760857"/>
                    </a:cubicBezTo>
                    <a:cubicBezTo>
                      <a:pt x="959644" y="758380"/>
                      <a:pt x="959358" y="753904"/>
                      <a:pt x="961834" y="751237"/>
                    </a:cubicBezTo>
                    <a:cubicBezTo>
                      <a:pt x="966502" y="746284"/>
                      <a:pt x="970979" y="741140"/>
                      <a:pt x="975550" y="736187"/>
                    </a:cubicBezTo>
                    <a:cubicBezTo>
                      <a:pt x="981170" y="730091"/>
                      <a:pt x="986599" y="723805"/>
                      <a:pt x="991933" y="717995"/>
                    </a:cubicBezTo>
                    <a:cubicBezTo>
                      <a:pt x="994410" y="715328"/>
                      <a:pt x="998887" y="715042"/>
                      <a:pt x="1001554" y="717518"/>
                    </a:cubicBezTo>
                    <a:cubicBezTo>
                      <a:pt x="1002887" y="718661"/>
                      <a:pt x="1003554" y="720471"/>
                      <a:pt x="1003554" y="722471"/>
                    </a:cubicBezTo>
                    <a:cubicBezTo>
                      <a:pt x="1003745" y="723995"/>
                      <a:pt x="1003078" y="725614"/>
                      <a:pt x="1001935" y="726948"/>
                    </a:cubicBezTo>
                    <a:lnTo>
                      <a:pt x="997172" y="732091"/>
                    </a:lnTo>
                    <a:cubicBezTo>
                      <a:pt x="988600" y="741521"/>
                      <a:pt x="980313" y="750760"/>
                      <a:pt x="971836" y="760381"/>
                    </a:cubicBezTo>
                    <a:cubicBezTo>
                      <a:pt x="970502" y="761714"/>
                      <a:pt x="968788" y="762381"/>
                      <a:pt x="966978" y="762381"/>
                    </a:cubicBezTo>
                    <a:close/>
                    <a:moveTo>
                      <a:pt x="1027081" y="695801"/>
                    </a:moveTo>
                    <a:cubicBezTo>
                      <a:pt x="1025271" y="695801"/>
                      <a:pt x="1023747" y="695134"/>
                      <a:pt x="1022604" y="693991"/>
                    </a:cubicBezTo>
                    <a:cubicBezTo>
                      <a:pt x="1021271" y="692848"/>
                      <a:pt x="1020318" y="691324"/>
                      <a:pt x="1020318" y="689515"/>
                    </a:cubicBezTo>
                    <a:cubicBezTo>
                      <a:pt x="1020128" y="687705"/>
                      <a:pt x="1020794" y="685895"/>
                      <a:pt x="1022128" y="684562"/>
                    </a:cubicBezTo>
                    <a:cubicBezTo>
                      <a:pt x="1032034" y="673322"/>
                      <a:pt x="1042130" y="662368"/>
                      <a:pt x="1052227" y="651320"/>
                    </a:cubicBezTo>
                    <a:cubicBezTo>
                      <a:pt x="1052227" y="651129"/>
                      <a:pt x="1052227" y="651129"/>
                      <a:pt x="1052227" y="651129"/>
                    </a:cubicBezTo>
                    <a:cubicBezTo>
                      <a:pt x="1054703" y="648653"/>
                      <a:pt x="1059180" y="648462"/>
                      <a:pt x="1061656" y="650938"/>
                    </a:cubicBezTo>
                    <a:cubicBezTo>
                      <a:pt x="1062990" y="652081"/>
                      <a:pt x="1063942" y="653891"/>
                      <a:pt x="1063942" y="655891"/>
                    </a:cubicBezTo>
                    <a:cubicBezTo>
                      <a:pt x="1063942" y="657511"/>
                      <a:pt x="1063466" y="658844"/>
                      <a:pt x="1062323" y="660178"/>
                    </a:cubicBezTo>
                    <a:cubicBezTo>
                      <a:pt x="1062323" y="660178"/>
                      <a:pt x="1062323" y="660368"/>
                      <a:pt x="1062133" y="660368"/>
                    </a:cubicBezTo>
                    <a:cubicBezTo>
                      <a:pt x="1061942" y="660559"/>
                      <a:pt x="1061942" y="660845"/>
                      <a:pt x="1061656" y="660845"/>
                    </a:cubicBezTo>
                    <a:lnTo>
                      <a:pt x="1054227" y="668941"/>
                    </a:lnTo>
                    <a:cubicBezTo>
                      <a:pt x="1046797" y="677228"/>
                      <a:pt x="1039463" y="685514"/>
                      <a:pt x="1032034" y="693610"/>
                    </a:cubicBezTo>
                    <a:cubicBezTo>
                      <a:pt x="1030700" y="695039"/>
                      <a:pt x="1028890" y="695801"/>
                      <a:pt x="1027081" y="695801"/>
                    </a:cubicBezTo>
                    <a:close/>
                    <a:moveTo>
                      <a:pt x="1688116" y="687896"/>
                    </a:moveTo>
                    <a:cubicBezTo>
                      <a:pt x="1687449" y="687896"/>
                      <a:pt x="1686973" y="687896"/>
                      <a:pt x="1686306" y="687705"/>
                    </a:cubicBezTo>
                    <a:cubicBezTo>
                      <a:pt x="1683163" y="686848"/>
                      <a:pt x="1681163" y="684085"/>
                      <a:pt x="1681353" y="681228"/>
                    </a:cubicBezTo>
                    <a:cubicBezTo>
                      <a:pt x="1681353" y="680752"/>
                      <a:pt x="1681353" y="680085"/>
                      <a:pt x="1681353" y="679704"/>
                    </a:cubicBezTo>
                    <a:lnTo>
                      <a:pt x="1681353" y="679704"/>
                    </a:lnTo>
                    <a:cubicBezTo>
                      <a:pt x="1681544" y="679228"/>
                      <a:pt x="1681544" y="679037"/>
                      <a:pt x="1681829" y="678847"/>
                    </a:cubicBezTo>
                    <a:cubicBezTo>
                      <a:pt x="1685639" y="664273"/>
                      <a:pt x="1689259" y="649891"/>
                      <a:pt x="1692878" y="636175"/>
                    </a:cubicBezTo>
                    <a:cubicBezTo>
                      <a:pt x="1693736" y="632555"/>
                      <a:pt x="1697546" y="630364"/>
                      <a:pt x="1701165" y="631222"/>
                    </a:cubicBezTo>
                    <a:cubicBezTo>
                      <a:pt x="1702784" y="631698"/>
                      <a:pt x="1704308" y="632841"/>
                      <a:pt x="1705165" y="634365"/>
                    </a:cubicBezTo>
                    <a:cubicBezTo>
                      <a:pt x="1706023" y="635984"/>
                      <a:pt x="1706308" y="637699"/>
                      <a:pt x="1705832" y="639318"/>
                    </a:cubicBezTo>
                    <a:cubicBezTo>
                      <a:pt x="1701546" y="655891"/>
                      <a:pt x="1698022" y="669798"/>
                      <a:pt x="1694593" y="683038"/>
                    </a:cubicBezTo>
                    <a:cubicBezTo>
                      <a:pt x="1693736" y="685895"/>
                      <a:pt x="1691069" y="687896"/>
                      <a:pt x="1688116" y="687896"/>
                    </a:cubicBezTo>
                    <a:close/>
                    <a:moveTo>
                      <a:pt x="2656808" y="680752"/>
                    </a:moveTo>
                    <a:cubicBezTo>
                      <a:pt x="2655951" y="680752"/>
                      <a:pt x="2654999" y="680561"/>
                      <a:pt x="2654332" y="680275"/>
                    </a:cubicBezTo>
                    <a:cubicBezTo>
                      <a:pt x="2650712" y="678656"/>
                      <a:pt x="2649188" y="674846"/>
                      <a:pt x="2650522" y="671513"/>
                    </a:cubicBezTo>
                    <a:cubicBezTo>
                      <a:pt x="2656141" y="656939"/>
                      <a:pt x="2661475" y="643033"/>
                      <a:pt x="2666429" y="629507"/>
                    </a:cubicBezTo>
                    <a:cubicBezTo>
                      <a:pt x="2667572" y="626173"/>
                      <a:pt x="2671572" y="624364"/>
                      <a:pt x="2675001" y="625507"/>
                    </a:cubicBezTo>
                    <a:cubicBezTo>
                      <a:pt x="2677668" y="626650"/>
                      <a:pt x="2679478" y="629126"/>
                      <a:pt x="2679478" y="631793"/>
                    </a:cubicBezTo>
                    <a:cubicBezTo>
                      <a:pt x="2679478" y="632650"/>
                      <a:pt x="2679287" y="633603"/>
                      <a:pt x="2679002" y="634270"/>
                    </a:cubicBezTo>
                    <a:cubicBezTo>
                      <a:pt x="2673858" y="648653"/>
                      <a:pt x="2668429" y="662749"/>
                      <a:pt x="2663095" y="676465"/>
                    </a:cubicBezTo>
                    <a:cubicBezTo>
                      <a:pt x="2662047" y="678942"/>
                      <a:pt x="2659571" y="680752"/>
                      <a:pt x="2656808" y="680752"/>
                    </a:cubicBezTo>
                    <a:close/>
                    <a:moveTo>
                      <a:pt x="1087279" y="629126"/>
                    </a:moveTo>
                    <a:cubicBezTo>
                      <a:pt x="1085659" y="629126"/>
                      <a:pt x="1084136" y="628650"/>
                      <a:pt x="1082802" y="627602"/>
                    </a:cubicBezTo>
                    <a:cubicBezTo>
                      <a:pt x="1081469" y="626269"/>
                      <a:pt x="1080802" y="624649"/>
                      <a:pt x="1080516" y="622935"/>
                    </a:cubicBezTo>
                    <a:cubicBezTo>
                      <a:pt x="1080516" y="621125"/>
                      <a:pt x="1081183" y="619315"/>
                      <a:pt x="1082326" y="617982"/>
                    </a:cubicBezTo>
                    <a:cubicBezTo>
                      <a:pt x="1092422" y="606742"/>
                      <a:pt x="1102519" y="595789"/>
                      <a:pt x="1112425" y="584740"/>
                    </a:cubicBezTo>
                    <a:cubicBezTo>
                      <a:pt x="1114901" y="582073"/>
                      <a:pt x="1119378" y="581787"/>
                      <a:pt x="1122045" y="584263"/>
                    </a:cubicBezTo>
                    <a:cubicBezTo>
                      <a:pt x="1123379" y="585406"/>
                      <a:pt x="1124236" y="587216"/>
                      <a:pt x="1124236" y="589216"/>
                    </a:cubicBezTo>
                    <a:cubicBezTo>
                      <a:pt x="1124236" y="590740"/>
                      <a:pt x="1123569" y="592360"/>
                      <a:pt x="1122426" y="593503"/>
                    </a:cubicBezTo>
                    <a:cubicBezTo>
                      <a:pt x="1122426" y="593693"/>
                      <a:pt x="1122426" y="593693"/>
                      <a:pt x="1122426" y="593693"/>
                    </a:cubicBezTo>
                    <a:cubicBezTo>
                      <a:pt x="1122236" y="593884"/>
                      <a:pt x="1122236" y="594170"/>
                      <a:pt x="1121950" y="594170"/>
                    </a:cubicBezTo>
                    <a:cubicBezTo>
                      <a:pt x="1112044" y="605218"/>
                      <a:pt x="1102233" y="615982"/>
                      <a:pt x="1092137" y="627126"/>
                    </a:cubicBezTo>
                    <a:cubicBezTo>
                      <a:pt x="1091089" y="628459"/>
                      <a:pt x="1089279" y="629126"/>
                      <a:pt x="1087279" y="629126"/>
                    </a:cubicBezTo>
                    <a:close/>
                    <a:moveTo>
                      <a:pt x="1710309" y="600837"/>
                    </a:moveTo>
                    <a:cubicBezTo>
                      <a:pt x="1709642" y="600837"/>
                      <a:pt x="1709166" y="600647"/>
                      <a:pt x="1708690" y="600647"/>
                    </a:cubicBezTo>
                    <a:cubicBezTo>
                      <a:pt x="1705737" y="599980"/>
                      <a:pt x="1703546" y="597313"/>
                      <a:pt x="1703546" y="594170"/>
                    </a:cubicBezTo>
                    <a:cubicBezTo>
                      <a:pt x="1703546" y="593503"/>
                      <a:pt x="1703737" y="593026"/>
                      <a:pt x="1703737" y="592646"/>
                    </a:cubicBezTo>
                    <a:cubicBezTo>
                      <a:pt x="1707071" y="578548"/>
                      <a:pt x="1710690" y="563689"/>
                      <a:pt x="1714309" y="548830"/>
                    </a:cubicBezTo>
                    <a:cubicBezTo>
                      <a:pt x="1715167" y="545211"/>
                      <a:pt x="1718786" y="543020"/>
                      <a:pt x="1722406" y="543878"/>
                    </a:cubicBezTo>
                    <a:cubicBezTo>
                      <a:pt x="1724215" y="544354"/>
                      <a:pt x="1725739" y="545211"/>
                      <a:pt x="1726692" y="546830"/>
                    </a:cubicBezTo>
                    <a:cubicBezTo>
                      <a:pt x="1727549" y="548354"/>
                      <a:pt x="1727835" y="550164"/>
                      <a:pt x="1727359" y="551974"/>
                    </a:cubicBezTo>
                    <a:cubicBezTo>
                      <a:pt x="1724406" y="564737"/>
                      <a:pt x="1720882" y="579787"/>
                      <a:pt x="1716786" y="595789"/>
                    </a:cubicBezTo>
                    <a:cubicBezTo>
                      <a:pt x="1716119" y="598551"/>
                      <a:pt x="1713452" y="600837"/>
                      <a:pt x="1710309" y="600837"/>
                    </a:cubicBezTo>
                    <a:close/>
                    <a:moveTo>
                      <a:pt x="2687098" y="596074"/>
                    </a:moveTo>
                    <a:cubicBezTo>
                      <a:pt x="2686431" y="596074"/>
                      <a:pt x="2685764" y="596074"/>
                      <a:pt x="2685098" y="595884"/>
                    </a:cubicBezTo>
                    <a:cubicBezTo>
                      <a:pt x="2683288" y="595217"/>
                      <a:pt x="2681954" y="594074"/>
                      <a:pt x="2681288" y="592550"/>
                    </a:cubicBezTo>
                    <a:cubicBezTo>
                      <a:pt x="2680430" y="591026"/>
                      <a:pt x="2680145" y="589216"/>
                      <a:pt x="2680811" y="587407"/>
                    </a:cubicBezTo>
                    <a:cubicBezTo>
                      <a:pt x="2685288" y="573310"/>
                      <a:pt x="2689574" y="558927"/>
                      <a:pt x="2693575" y="544544"/>
                    </a:cubicBezTo>
                    <a:cubicBezTo>
                      <a:pt x="2694432" y="541210"/>
                      <a:pt x="2698052" y="538924"/>
                      <a:pt x="2701671" y="539877"/>
                    </a:cubicBezTo>
                    <a:cubicBezTo>
                      <a:pt x="2704624" y="540734"/>
                      <a:pt x="2706624" y="543497"/>
                      <a:pt x="2706624" y="546640"/>
                    </a:cubicBezTo>
                    <a:cubicBezTo>
                      <a:pt x="2706624" y="547116"/>
                      <a:pt x="2706624" y="547783"/>
                      <a:pt x="2706433" y="548259"/>
                    </a:cubicBezTo>
                    <a:cubicBezTo>
                      <a:pt x="2702624" y="562832"/>
                      <a:pt x="2698147" y="577405"/>
                      <a:pt x="2693670" y="591598"/>
                    </a:cubicBezTo>
                    <a:cubicBezTo>
                      <a:pt x="2692717" y="594265"/>
                      <a:pt x="2690050" y="596074"/>
                      <a:pt x="2687098" y="596074"/>
                    </a:cubicBezTo>
                    <a:close/>
                    <a:moveTo>
                      <a:pt x="1730978" y="513302"/>
                    </a:moveTo>
                    <a:cubicBezTo>
                      <a:pt x="1730502" y="513302"/>
                      <a:pt x="1729835" y="513302"/>
                      <a:pt x="1729359" y="513112"/>
                    </a:cubicBezTo>
                    <a:cubicBezTo>
                      <a:pt x="1726406" y="512445"/>
                      <a:pt x="1724215" y="509492"/>
                      <a:pt x="1724215" y="506349"/>
                    </a:cubicBezTo>
                    <a:cubicBezTo>
                      <a:pt x="1724215" y="505873"/>
                      <a:pt x="1724215" y="505492"/>
                      <a:pt x="1724406" y="505015"/>
                    </a:cubicBezTo>
                    <a:cubicBezTo>
                      <a:pt x="1724882" y="502539"/>
                      <a:pt x="1725263" y="500348"/>
                      <a:pt x="1726025" y="497872"/>
                    </a:cubicBezTo>
                    <a:cubicBezTo>
                      <a:pt x="1726692" y="495205"/>
                      <a:pt x="1727168" y="492538"/>
                      <a:pt x="1727835" y="489585"/>
                    </a:cubicBezTo>
                    <a:cubicBezTo>
                      <a:pt x="1729835" y="480155"/>
                      <a:pt x="1732121" y="470725"/>
                      <a:pt x="1734788" y="461105"/>
                    </a:cubicBezTo>
                    <a:cubicBezTo>
                      <a:pt x="1735646" y="457486"/>
                      <a:pt x="1739456" y="455485"/>
                      <a:pt x="1742884" y="456438"/>
                    </a:cubicBezTo>
                    <a:cubicBezTo>
                      <a:pt x="1746504" y="457295"/>
                      <a:pt x="1748695" y="461105"/>
                      <a:pt x="1747838" y="464725"/>
                    </a:cubicBezTo>
                    <a:cubicBezTo>
                      <a:pt x="1745361" y="473678"/>
                      <a:pt x="1743170" y="483108"/>
                      <a:pt x="1740884" y="492538"/>
                    </a:cubicBezTo>
                    <a:cubicBezTo>
                      <a:pt x="1739741" y="497872"/>
                      <a:pt x="1738884" y="502825"/>
                      <a:pt x="1737741" y="507778"/>
                    </a:cubicBezTo>
                    <a:cubicBezTo>
                      <a:pt x="1737741" y="507778"/>
                      <a:pt x="1737741" y="507968"/>
                      <a:pt x="1737550" y="507968"/>
                    </a:cubicBezTo>
                    <a:cubicBezTo>
                      <a:pt x="1736789" y="511016"/>
                      <a:pt x="1734122" y="513302"/>
                      <a:pt x="1730978" y="513302"/>
                    </a:cubicBezTo>
                    <a:close/>
                    <a:moveTo>
                      <a:pt x="2710720" y="509492"/>
                    </a:moveTo>
                    <a:cubicBezTo>
                      <a:pt x="2710244" y="509492"/>
                      <a:pt x="2709863" y="509492"/>
                      <a:pt x="2709386" y="509302"/>
                    </a:cubicBezTo>
                    <a:cubicBezTo>
                      <a:pt x="2707577" y="509111"/>
                      <a:pt x="2706053" y="507968"/>
                      <a:pt x="2705100" y="506349"/>
                    </a:cubicBezTo>
                    <a:cubicBezTo>
                      <a:pt x="2704243" y="504730"/>
                      <a:pt x="2703766" y="503015"/>
                      <a:pt x="2704243" y="501396"/>
                    </a:cubicBezTo>
                    <a:cubicBezTo>
                      <a:pt x="2707862" y="485013"/>
                      <a:pt x="2710529" y="470630"/>
                      <a:pt x="2712339" y="457581"/>
                    </a:cubicBezTo>
                    <a:cubicBezTo>
                      <a:pt x="2713006" y="453962"/>
                      <a:pt x="2716435" y="451295"/>
                      <a:pt x="2720245" y="451961"/>
                    </a:cubicBezTo>
                    <a:cubicBezTo>
                      <a:pt x="2723388" y="452438"/>
                      <a:pt x="2725865" y="455295"/>
                      <a:pt x="2725865" y="458438"/>
                    </a:cubicBezTo>
                    <a:cubicBezTo>
                      <a:pt x="2725865" y="458914"/>
                      <a:pt x="2725865" y="459105"/>
                      <a:pt x="2725865" y="459581"/>
                    </a:cubicBezTo>
                    <a:cubicBezTo>
                      <a:pt x="2723579" y="473678"/>
                      <a:pt x="2720912" y="488728"/>
                      <a:pt x="2717292" y="504063"/>
                    </a:cubicBezTo>
                    <a:cubicBezTo>
                      <a:pt x="2716530" y="507206"/>
                      <a:pt x="2713863" y="509492"/>
                      <a:pt x="2710720" y="509492"/>
                    </a:cubicBezTo>
                    <a:close/>
                    <a:moveTo>
                      <a:pt x="1754314" y="426625"/>
                    </a:moveTo>
                    <a:cubicBezTo>
                      <a:pt x="1753457" y="426625"/>
                      <a:pt x="1752695" y="426434"/>
                      <a:pt x="1752124" y="426148"/>
                    </a:cubicBezTo>
                    <a:cubicBezTo>
                      <a:pt x="1749457" y="425291"/>
                      <a:pt x="1747647" y="422815"/>
                      <a:pt x="1747647" y="419862"/>
                    </a:cubicBezTo>
                    <a:cubicBezTo>
                      <a:pt x="1747647" y="419195"/>
                      <a:pt x="1747647" y="418243"/>
                      <a:pt x="1747838" y="417576"/>
                    </a:cubicBezTo>
                    <a:cubicBezTo>
                      <a:pt x="1752790" y="403193"/>
                      <a:pt x="1758410" y="388810"/>
                      <a:pt x="1764030" y="375190"/>
                    </a:cubicBezTo>
                    <a:cubicBezTo>
                      <a:pt x="1765364" y="371856"/>
                      <a:pt x="1769650" y="370237"/>
                      <a:pt x="1772983" y="371570"/>
                    </a:cubicBezTo>
                    <a:cubicBezTo>
                      <a:pt x="1776317" y="373094"/>
                      <a:pt x="1777937" y="376904"/>
                      <a:pt x="1776317" y="380524"/>
                    </a:cubicBezTo>
                    <a:cubicBezTo>
                      <a:pt x="1770983" y="393763"/>
                      <a:pt x="1765554" y="407670"/>
                      <a:pt x="1760601" y="421862"/>
                    </a:cubicBezTo>
                    <a:cubicBezTo>
                      <a:pt x="1759744" y="424815"/>
                      <a:pt x="1756981" y="426625"/>
                      <a:pt x="1754314" y="426625"/>
                    </a:cubicBezTo>
                    <a:close/>
                    <a:moveTo>
                      <a:pt x="2724150" y="420814"/>
                    </a:moveTo>
                    <a:cubicBezTo>
                      <a:pt x="2724150" y="420814"/>
                      <a:pt x="2723959" y="420814"/>
                      <a:pt x="2723674" y="420814"/>
                    </a:cubicBezTo>
                    <a:cubicBezTo>
                      <a:pt x="2719864" y="420624"/>
                      <a:pt x="2717197" y="417195"/>
                      <a:pt x="2717387" y="413671"/>
                    </a:cubicBezTo>
                    <a:cubicBezTo>
                      <a:pt x="2718530" y="401288"/>
                      <a:pt x="2718911" y="388715"/>
                      <a:pt x="2718911" y="376428"/>
                    </a:cubicBezTo>
                    <a:cubicBezTo>
                      <a:pt x="2718911" y="373951"/>
                      <a:pt x="2718911" y="371761"/>
                      <a:pt x="2718911" y="369475"/>
                    </a:cubicBezTo>
                    <a:cubicBezTo>
                      <a:pt x="2718721" y="367665"/>
                      <a:pt x="2719388" y="365855"/>
                      <a:pt x="2720721" y="364522"/>
                    </a:cubicBezTo>
                    <a:cubicBezTo>
                      <a:pt x="2724817" y="360521"/>
                      <a:pt x="2732151" y="363855"/>
                      <a:pt x="2732437" y="369189"/>
                    </a:cubicBezTo>
                    <a:cubicBezTo>
                      <a:pt x="2732437" y="371475"/>
                      <a:pt x="2732437" y="373856"/>
                      <a:pt x="2732437" y="376333"/>
                    </a:cubicBezTo>
                    <a:cubicBezTo>
                      <a:pt x="2732437" y="388906"/>
                      <a:pt x="2731961" y="401955"/>
                      <a:pt x="2730817" y="414528"/>
                    </a:cubicBezTo>
                    <a:cubicBezTo>
                      <a:pt x="2730722" y="418147"/>
                      <a:pt x="2727770" y="420814"/>
                      <a:pt x="2724150" y="420814"/>
                    </a:cubicBezTo>
                    <a:close/>
                    <a:moveTo>
                      <a:pt x="1789081" y="344043"/>
                    </a:moveTo>
                    <a:cubicBezTo>
                      <a:pt x="1788223" y="344043"/>
                      <a:pt x="1787081" y="343567"/>
                      <a:pt x="1786128" y="343186"/>
                    </a:cubicBezTo>
                    <a:cubicBezTo>
                      <a:pt x="1783937" y="342043"/>
                      <a:pt x="1782318" y="339852"/>
                      <a:pt x="1782318" y="337375"/>
                    </a:cubicBezTo>
                    <a:cubicBezTo>
                      <a:pt x="1782318" y="336232"/>
                      <a:pt x="1782508" y="335089"/>
                      <a:pt x="1783175" y="334232"/>
                    </a:cubicBezTo>
                    <a:cubicBezTo>
                      <a:pt x="1789652" y="321183"/>
                      <a:pt x="1797082" y="307753"/>
                      <a:pt x="1804988" y="294513"/>
                    </a:cubicBezTo>
                    <a:cubicBezTo>
                      <a:pt x="1806988" y="291370"/>
                      <a:pt x="1811083" y="290513"/>
                      <a:pt x="1814227" y="292322"/>
                    </a:cubicBezTo>
                    <a:cubicBezTo>
                      <a:pt x="1815846" y="293180"/>
                      <a:pt x="1816894" y="294799"/>
                      <a:pt x="1817370" y="296323"/>
                    </a:cubicBezTo>
                    <a:cubicBezTo>
                      <a:pt x="1817846" y="298132"/>
                      <a:pt x="1817370" y="299942"/>
                      <a:pt x="1816513" y="301466"/>
                    </a:cubicBezTo>
                    <a:cubicBezTo>
                      <a:pt x="1808893" y="314515"/>
                      <a:pt x="1801749" y="327470"/>
                      <a:pt x="1795177" y="340042"/>
                    </a:cubicBezTo>
                    <a:lnTo>
                      <a:pt x="1795177" y="340233"/>
                    </a:lnTo>
                    <a:cubicBezTo>
                      <a:pt x="1794034" y="342519"/>
                      <a:pt x="1791557" y="344043"/>
                      <a:pt x="1789081" y="344043"/>
                    </a:cubicBezTo>
                    <a:close/>
                    <a:moveTo>
                      <a:pt x="2722626" y="331280"/>
                    </a:moveTo>
                    <a:cubicBezTo>
                      <a:pt x="2719292" y="331280"/>
                      <a:pt x="2716340" y="328803"/>
                      <a:pt x="2715863" y="325469"/>
                    </a:cubicBezTo>
                    <a:cubicBezTo>
                      <a:pt x="2713863" y="310610"/>
                      <a:pt x="2710910" y="296323"/>
                      <a:pt x="2707100" y="282607"/>
                    </a:cubicBezTo>
                    <a:cubicBezTo>
                      <a:pt x="2707100" y="282416"/>
                      <a:pt x="2707100" y="282416"/>
                      <a:pt x="2707100" y="282416"/>
                    </a:cubicBezTo>
                    <a:cubicBezTo>
                      <a:pt x="2707100" y="281940"/>
                      <a:pt x="2706910" y="281273"/>
                      <a:pt x="2706910" y="280797"/>
                    </a:cubicBezTo>
                    <a:cubicBezTo>
                      <a:pt x="2706910" y="277654"/>
                      <a:pt x="2708910" y="274987"/>
                      <a:pt x="2711863" y="274034"/>
                    </a:cubicBezTo>
                    <a:cubicBezTo>
                      <a:pt x="2715482" y="273177"/>
                      <a:pt x="2719292" y="275177"/>
                      <a:pt x="2720149" y="278701"/>
                    </a:cubicBezTo>
                    <a:cubicBezTo>
                      <a:pt x="2724150" y="293084"/>
                      <a:pt x="2727103" y="308134"/>
                      <a:pt x="2729103" y="323564"/>
                    </a:cubicBezTo>
                    <a:cubicBezTo>
                      <a:pt x="2729579" y="327184"/>
                      <a:pt x="2727103" y="330517"/>
                      <a:pt x="2723293" y="331184"/>
                    </a:cubicBezTo>
                    <a:cubicBezTo>
                      <a:pt x="2723007" y="331280"/>
                      <a:pt x="2722816" y="331280"/>
                      <a:pt x="2722626" y="331280"/>
                    </a:cubicBezTo>
                    <a:close/>
                    <a:moveTo>
                      <a:pt x="1835372" y="267081"/>
                    </a:moveTo>
                    <a:cubicBezTo>
                      <a:pt x="1833753" y="267081"/>
                      <a:pt x="1832420" y="266605"/>
                      <a:pt x="1831277" y="265747"/>
                    </a:cubicBezTo>
                    <a:cubicBezTo>
                      <a:pt x="1829467" y="264605"/>
                      <a:pt x="1828324" y="262414"/>
                      <a:pt x="1828609" y="260128"/>
                    </a:cubicBezTo>
                    <a:cubicBezTo>
                      <a:pt x="1828609" y="258794"/>
                      <a:pt x="1829086" y="257461"/>
                      <a:pt x="1829753" y="256508"/>
                    </a:cubicBezTo>
                    <a:cubicBezTo>
                      <a:pt x="1838515" y="244126"/>
                      <a:pt x="1847469" y="232029"/>
                      <a:pt x="1857089" y="220123"/>
                    </a:cubicBezTo>
                    <a:cubicBezTo>
                      <a:pt x="1859280" y="217456"/>
                      <a:pt x="1863566" y="216979"/>
                      <a:pt x="1866519" y="219265"/>
                    </a:cubicBezTo>
                    <a:cubicBezTo>
                      <a:pt x="1867853" y="220408"/>
                      <a:pt x="1868710" y="221932"/>
                      <a:pt x="1868996" y="223742"/>
                    </a:cubicBezTo>
                    <a:cubicBezTo>
                      <a:pt x="1869186" y="225552"/>
                      <a:pt x="1868710" y="227362"/>
                      <a:pt x="1867662" y="228695"/>
                    </a:cubicBezTo>
                    <a:cubicBezTo>
                      <a:pt x="1858708" y="239649"/>
                      <a:pt x="1849946" y="251174"/>
                      <a:pt x="1840992" y="263938"/>
                    </a:cubicBezTo>
                    <a:cubicBezTo>
                      <a:pt x="1840706" y="264128"/>
                      <a:pt x="1840706" y="264128"/>
                      <a:pt x="1840706" y="264128"/>
                    </a:cubicBezTo>
                    <a:cubicBezTo>
                      <a:pt x="1839563" y="265938"/>
                      <a:pt x="1837373" y="267081"/>
                      <a:pt x="1835372" y="267081"/>
                    </a:cubicBezTo>
                    <a:close/>
                    <a:moveTo>
                      <a:pt x="2698147" y="245269"/>
                    </a:moveTo>
                    <a:cubicBezTo>
                      <a:pt x="2695670" y="245269"/>
                      <a:pt x="2693194" y="243745"/>
                      <a:pt x="2692051" y="241268"/>
                    </a:cubicBezTo>
                    <a:cubicBezTo>
                      <a:pt x="2685955" y="228029"/>
                      <a:pt x="2678525" y="215265"/>
                      <a:pt x="2670239" y="203549"/>
                    </a:cubicBezTo>
                    <a:cubicBezTo>
                      <a:pt x="2669572" y="202406"/>
                      <a:pt x="2669096" y="201073"/>
                      <a:pt x="2669096" y="199739"/>
                    </a:cubicBezTo>
                    <a:cubicBezTo>
                      <a:pt x="2669096" y="197453"/>
                      <a:pt x="2669953" y="195453"/>
                      <a:pt x="2672048" y="194120"/>
                    </a:cubicBezTo>
                    <a:cubicBezTo>
                      <a:pt x="2675001" y="192119"/>
                      <a:pt x="2679192" y="192786"/>
                      <a:pt x="2681288" y="195643"/>
                    </a:cubicBezTo>
                    <a:cubicBezTo>
                      <a:pt x="2690050" y="208026"/>
                      <a:pt x="2697671" y="221456"/>
                      <a:pt x="2704433" y="235648"/>
                    </a:cubicBezTo>
                    <a:cubicBezTo>
                      <a:pt x="2706053" y="238982"/>
                      <a:pt x="2704433" y="243078"/>
                      <a:pt x="2701099" y="244602"/>
                    </a:cubicBezTo>
                    <a:cubicBezTo>
                      <a:pt x="2700147" y="245078"/>
                      <a:pt x="2699290" y="245269"/>
                      <a:pt x="2698147" y="245269"/>
                    </a:cubicBezTo>
                    <a:close/>
                    <a:moveTo>
                      <a:pt x="1891665" y="197453"/>
                    </a:moveTo>
                    <a:cubicBezTo>
                      <a:pt x="1890046" y="197453"/>
                      <a:pt x="1888331" y="196787"/>
                      <a:pt x="1887188" y="195453"/>
                    </a:cubicBezTo>
                    <a:cubicBezTo>
                      <a:pt x="1885855" y="194310"/>
                      <a:pt x="1884998" y="192310"/>
                      <a:pt x="1885188" y="190500"/>
                    </a:cubicBezTo>
                    <a:cubicBezTo>
                      <a:pt x="1885188" y="188976"/>
                      <a:pt x="1885664" y="187166"/>
                      <a:pt x="1886998" y="186023"/>
                    </a:cubicBezTo>
                    <a:cubicBezTo>
                      <a:pt x="1897571" y="174784"/>
                      <a:pt x="1908334" y="164021"/>
                      <a:pt x="1919097" y="154114"/>
                    </a:cubicBezTo>
                    <a:cubicBezTo>
                      <a:pt x="1921764" y="151638"/>
                      <a:pt x="1926241" y="151924"/>
                      <a:pt x="1928527" y="154305"/>
                    </a:cubicBezTo>
                    <a:cubicBezTo>
                      <a:pt x="1929860" y="155638"/>
                      <a:pt x="1930527" y="157448"/>
                      <a:pt x="1930337" y="159258"/>
                    </a:cubicBezTo>
                    <a:cubicBezTo>
                      <a:pt x="1930337" y="161068"/>
                      <a:pt x="1929670" y="162592"/>
                      <a:pt x="1928336" y="164021"/>
                    </a:cubicBezTo>
                    <a:cubicBezTo>
                      <a:pt x="1917287" y="174117"/>
                      <a:pt x="1906810" y="184690"/>
                      <a:pt x="1896713" y="195167"/>
                    </a:cubicBezTo>
                    <a:cubicBezTo>
                      <a:pt x="1895284" y="196596"/>
                      <a:pt x="1893665" y="197453"/>
                      <a:pt x="1891665" y="197453"/>
                    </a:cubicBezTo>
                    <a:close/>
                    <a:moveTo>
                      <a:pt x="2647188" y="171926"/>
                    </a:moveTo>
                    <a:cubicBezTo>
                      <a:pt x="2645188" y="171926"/>
                      <a:pt x="2643569" y="171259"/>
                      <a:pt x="2642235" y="169926"/>
                    </a:cubicBezTo>
                    <a:cubicBezTo>
                      <a:pt x="2632139" y="159163"/>
                      <a:pt x="2621566" y="148876"/>
                      <a:pt x="2610326" y="138970"/>
                    </a:cubicBezTo>
                    <a:cubicBezTo>
                      <a:pt x="2608993" y="137636"/>
                      <a:pt x="2608326" y="135826"/>
                      <a:pt x="2608326" y="134017"/>
                    </a:cubicBezTo>
                    <a:cubicBezTo>
                      <a:pt x="2608326" y="132207"/>
                      <a:pt x="2608802" y="130683"/>
                      <a:pt x="2609945" y="129540"/>
                    </a:cubicBezTo>
                    <a:cubicBezTo>
                      <a:pt x="2612422" y="126873"/>
                      <a:pt x="2616899" y="126587"/>
                      <a:pt x="2619566" y="128873"/>
                    </a:cubicBezTo>
                    <a:cubicBezTo>
                      <a:pt x="2630329" y="138779"/>
                      <a:pt x="2641092" y="149257"/>
                      <a:pt x="2651855" y="160782"/>
                    </a:cubicBezTo>
                    <a:cubicBezTo>
                      <a:pt x="2654522" y="163449"/>
                      <a:pt x="2654332" y="167735"/>
                      <a:pt x="2651570" y="170212"/>
                    </a:cubicBezTo>
                    <a:cubicBezTo>
                      <a:pt x="2650522" y="171259"/>
                      <a:pt x="2648712" y="171926"/>
                      <a:pt x="2647188" y="171926"/>
                    </a:cubicBezTo>
                    <a:close/>
                    <a:moveTo>
                      <a:pt x="1957673" y="136398"/>
                    </a:moveTo>
                    <a:cubicBezTo>
                      <a:pt x="1955673" y="136398"/>
                      <a:pt x="1953673" y="135541"/>
                      <a:pt x="1952530" y="133921"/>
                    </a:cubicBezTo>
                    <a:cubicBezTo>
                      <a:pt x="1951387" y="132779"/>
                      <a:pt x="1950911" y="131254"/>
                      <a:pt x="1950911" y="129635"/>
                    </a:cubicBezTo>
                    <a:cubicBezTo>
                      <a:pt x="1950911" y="127635"/>
                      <a:pt x="1951768" y="125635"/>
                      <a:pt x="1953578" y="124492"/>
                    </a:cubicBezTo>
                    <a:cubicBezTo>
                      <a:pt x="1965484" y="114871"/>
                      <a:pt x="1977866" y="105823"/>
                      <a:pt x="1989963" y="97536"/>
                    </a:cubicBezTo>
                    <a:cubicBezTo>
                      <a:pt x="1993106" y="95536"/>
                      <a:pt x="1997392" y="96393"/>
                      <a:pt x="1999393" y="99346"/>
                    </a:cubicBezTo>
                    <a:cubicBezTo>
                      <a:pt x="2000250" y="100679"/>
                      <a:pt x="2000726" y="102489"/>
                      <a:pt x="2000536" y="104299"/>
                    </a:cubicBezTo>
                    <a:cubicBezTo>
                      <a:pt x="2000059" y="106108"/>
                      <a:pt x="1999202" y="107632"/>
                      <a:pt x="1997583" y="108585"/>
                    </a:cubicBezTo>
                    <a:cubicBezTo>
                      <a:pt x="1985486" y="116872"/>
                      <a:pt x="1973294" y="125825"/>
                      <a:pt x="1961864" y="135064"/>
                    </a:cubicBezTo>
                    <a:cubicBezTo>
                      <a:pt x="1960816" y="136017"/>
                      <a:pt x="1959197" y="136398"/>
                      <a:pt x="1957673" y="136398"/>
                    </a:cubicBezTo>
                    <a:close/>
                    <a:moveTo>
                      <a:pt x="2580513" y="111919"/>
                    </a:moveTo>
                    <a:cubicBezTo>
                      <a:pt x="2578989" y="111919"/>
                      <a:pt x="2577560" y="111442"/>
                      <a:pt x="2576513" y="110585"/>
                    </a:cubicBezTo>
                    <a:cubicBezTo>
                      <a:pt x="2564892" y="101632"/>
                      <a:pt x="2552509" y="93059"/>
                      <a:pt x="2540127" y="85249"/>
                    </a:cubicBezTo>
                    <a:cubicBezTo>
                      <a:pt x="2538127" y="84106"/>
                      <a:pt x="2536793" y="81915"/>
                      <a:pt x="2536984" y="79438"/>
                    </a:cubicBezTo>
                    <a:cubicBezTo>
                      <a:pt x="2536984" y="78296"/>
                      <a:pt x="2537174" y="77153"/>
                      <a:pt x="2537841" y="76105"/>
                    </a:cubicBezTo>
                    <a:cubicBezTo>
                      <a:pt x="2539841" y="72962"/>
                      <a:pt x="2544128" y="72104"/>
                      <a:pt x="2547271" y="73914"/>
                    </a:cubicBezTo>
                    <a:cubicBezTo>
                      <a:pt x="2560034" y="82201"/>
                      <a:pt x="2572607" y="90773"/>
                      <a:pt x="2584514" y="99917"/>
                    </a:cubicBezTo>
                    <a:cubicBezTo>
                      <a:pt x="2585847" y="101060"/>
                      <a:pt x="2586704" y="102584"/>
                      <a:pt x="2586990" y="104394"/>
                    </a:cubicBezTo>
                    <a:cubicBezTo>
                      <a:pt x="2587466" y="106204"/>
                      <a:pt x="2586990" y="108013"/>
                      <a:pt x="2585847" y="109347"/>
                    </a:cubicBezTo>
                    <a:cubicBezTo>
                      <a:pt x="2584609" y="111062"/>
                      <a:pt x="2582513" y="111919"/>
                      <a:pt x="2580513" y="111919"/>
                    </a:cubicBezTo>
                    <a:close/>
                    <a:moveTo>
                      <a:pt x="2031968" y="85915"/>
                    </a:moveTo>
                    <a:cubicBezTo>
                      <a:pt x="2029492" y="85915"/>
                      <a:pt x="2027301" y="84772"/>
                      <a:pt x="2026158" y="82582"/>
                    </a:cubicBezTo>
                    <a:cubicBezTo>
                      <a:pt x="2025491" y="81724"/>
                      <a:pt x="2025301" y="80581"/>
                      <a:pt x="2025301" y="79438"/>
                    </a:cubicBezTo>
                    <a:cubicBezTo>
                      <a:pt x="2025015" y="76962"/>
                      <a:pt x="2026444" y="74771"/>
                      <a:pt x="2028634" y="73342"/>
                    </a:cubicBezTo>
                    <a:cubicBezTo>
                      <a:pt x="2041684" y="65913"/>
                      <a:pt x="2055400" y="58769"/>
                      <a:pt x="2068830" y="52292"/>
                    </a:cubicBezTo>
                    <a:cubicBezTo>
                      <a:pt x="2071973" y="50673"/>
                      <a:pt x="2076259" y="52292"/>
                      <a:pt x="2077783" y="55626"/>
                    </a:cubicBezTo>
                    <a:cubicBezTo>
                      <a:pt x="2079307" y="58769"/>
                      <a:pt x="2077974" y="62770"/>
                      <a:pt x="2074640" y="64579"/>
                    </a:cubicBezTo>
                    <a:cubicBezTo>
                      <a:pt x="2061210" y="70866"/>
                      <a:pt x="2047970" y="77819"/>
                      <a:pt x="2035397" y="84963"/>
                    </a:cubicBezTo>
                    <a:cubicBezTo>
                      <a:pt x="2034159" y="85725"/>
                      <a:pt x="2033111" y="85915"/>
                      <a:pt x="2031968" y="85915"/>
                    </a:cubicBezTo>
                    <a:close/>
                    <a:moveTo>
                      <a:pt x="2504694" y="64198"/>
                    </a:moveTo>
                    <a:cubicBezTo>
                      <a:pt x="2503551" y="64198"/>
                      <a:pt x="2502503" y="64008"/>
                      <a:pt x="2501551" y="63532"/>
                    </a:cubicBezTo>
                    <a:cubicBezTo>
                      <a:pt x="2488787" y="56769"/>
                      <a:pt x="2475071" y="50768"/>
                      <a:pt x="2461355" y="45339"/>
                    </a:cubicBezTo>
                    <a:cubicBezTo>
                      <a:pt x="2458688" y="44196"/>
                      <a:pt x="2457069" y="42005"/>
                      <a:pt x="2457069" y="39243"/>
                    </a:cubicBezTo>
                    <a:cubicBezTo>
                      <a:pt x="2457069" y="38386"/>
                      <a:pt x="2457069" y="37433"/>
                      <a:pt x="2457545" y="36576"/>
                    </a:cubicBezTo>
                    <a:cubicBezTo>
                      <a:pt x="2458879" y="33242"/>
                      <a:pt x="2462974" y="31432"/>
                      <a:pt x="2466308" y="32766"/>
                    </a:cubicBezTo>
                    <a:cubicBezTo>
                      <a:pt x="2479834" y="38100"/>
                      <a:pt x="2493740" y="44482"/>
                      <a:pt x="2507647" y="51435"/>
                    </a:cubicBezTo>
                    <a:cubicBezTo>
                      <a:pt x="2510981" y="53245"/>
                      <a:pt x="2512314" y="57245"/>
                      <a:pt x="2510790" y="60674"/>
                    </a:cubicBezTo>
                    <a:cubicBezTo>
                      <a:pt x="2509361" y="62770"/>
                      <a:pt x="2507171" y="64198"/>
                      <a:pt x="2504694" y="64198"/>
                    </a:cubicBezTo>
                    <a:close/>
                    <a:moveTo>
                      <a:pt x="2113026" y="47530"/>
                    </a:moveTo>
                    <a:cubicBezTo>
                      <a:pt x="2110073" y="47530"/>
                      <a:pt x="2107692" y="45720"/>
                      <a:pt x="2106740" y="43243"/>
                    </a:cubicBezTo>
                    <a:cubicBezTo>
                      <a:pt x="2106263" y="42386"/>
                      <a:pt x="2106263" y="41720"/>
                      <a:pt x="2106263" y="40767"/>
                    </a:cubicBezTo>
                    <a:cubicBezTo>
                      <a:pt x="2106073" y="38100"/>
                      <a:pt x="2107883" y="35433"/>
                      <a:pt x="2110549" y="34480"/>
                    </a:cubicBezTo>
                    <a:cubicBezTo>
                      <a:pt x="2124647" y="29051"/>
                      <a:pt x="2139029" y="24193"/>
                      <a:pt x="2153603" y="20098"/>
                    </a:cubicBezTo>
                    <a:cubicBezTo>
                      <a:pt x="2157222" y="19240"/>
                      <a:pt x="2161032" y="21241"/>
                      <a:pt x="2161889" y="24574"/>
                    </a:cubicBezTo>
                    <a:cubicBezTo>
                      <a:pt x="2162366" y="26384"/>
                      <a:pt x="2162080" y="28194"/>
                      <a:pt x="2161223" y="29718"/>
                    </a:cubicBezTo>
                    <a:cubicBezTo>
                      <a:pt x="2160556" y="31242"/>
                      <a:pt x="2159032" y="32385"/>
                      <a:pt x="2157413" y="32861"/>
                    </a:cubicBezTo>
                    <a:cubicBezTo>
                      <a:pt x="2142839" y="37147"/>
                      <a:pt x="2128647" y="41815"/>
                      <a:pt x="2115217" y="46958"/>
                    </a:cubicBezTo>
                    <a:cubicBezTo>
                      <a:pt x="2114550" y="47339"/>
                      <a:pt x="2113693" y="47530"/>
                      <a:pt x="2113026" y="47530"/>
                    </a:cubicBezTo>
                    <a:close/>
                    <a:moveTo>
                      <a:pt x="2421160" y="31432"/>
                    </a:moveTo>
                    <a:cubicBezTo>
                      <a:pt x="2420683" y="31432"/>
                      <a:pt x="2420017" y="31242"/>
                      <a:pt x="2419350" y="30956"/>
                    </a:cubicBezTo>
                    <a:cubicBezTo>
                      <a:pt x="2405444" y="27146"/>
                      <a:pt x="2390870" y="23813"/>
                      <a:pt x="2376297" y="21050"/>
                    </a:cubicBezTo>
                    <a:cubicBezTo>
                      <a:pt x="2373154" y="20383"/>
                      <a:pt x="2370868" y="17716"/>
                      <a:pt x="2370868" y="14573"/>
                    </a:cubicBezTo>
                    <a:cubicBezTo>
                      <a:pt x="2370868" y="14097"/>
                      <a:pt x="2370868" y="13716"/>
                      <a:pt x="2370868" y="13240"/>
                    </a:cubicBezTo>
                    <a:cubicBezTo>
                      <a:pt x="2371534" y="9620"/>
                      <a:pt x="2374964" y="7144"/>
                      <a:pt x="2378774" y="7810"/>
                    </a:cubicBezTo>
                    <a:cubicBezTo>
                      <a:pt x="2393537" y="10478"/>
                      <a:pt x="2408587" y="13906"/>
                      <a:pt x="2423160" y="18097"/>
                    </a:cubicBezTo>
                    <a:cubicBezTo>
                      <a:pt x="2426494" y="18955"/>
                      <a:pt x="2428780" y="22765"/>
                      <a:pt x="2427637" y="26384"/>
                    </a:cubicBezTo>
                    <a:cubicBezTo>
                      <a:pt x="2426780" y="29337"/>
                      <a:pt x="2424303" y="31432"/>
                      <a:pt x="2421160" y="31432"/>
                    </a:cubicBezTo>
                    <a:close/>
                    <a:moveTo>
                      <a:pt x="2199227" y="22860"/>
                    </a:moveTo>
                    <a:cubicBezTo>
                      <a:pt x="2195894" y="22860"/>
                      <a:pt x="2193131" y="20574"/>
                      <a:pt x="2192465" y="17240"/>
                    </a:cubicBezTo>
                    <a:cubicBezTo>
                      <a:pt x="2192465" y="16764"/>
                      <a:pt x="2192465" y="16383"/>
                      <a:pt x="2192465" y="15907"/>
                    </a:cubicBezTo>
                    <a:cubicBezTo>
                      <a:pt x="2192465" y="12763"/>
                      <a:pt x="2194750" y="10096"/>
                      <a:pt x="2197894" y="9430"/>
                    </a:cubicBezTo>
                    <a:cubicBezTo>
                      <a:pt x="2212943" y="6477"/>
                      <a:pt x="2227993" y="4286"/>
                      <a:pt x="2242757" y="2667"/>
                    </a:cubicBezTo>
                    <a:cubicBezTo>
                      <a:pt x="2246852" y="2191"/>
                      <a:pt x="2249710" y="5143"/>
                      <a:pt x="2250186" y="8763"/>
                    </a:cubicBezTo>
                    <a:cubicBezTo>
                      <a:pt x="2250662" y="12382"/>
                      <a:pt x="2247995" y="15716"/>
                      <a:pt x="2244185" y="16192"/>
                    </a:cubicBezTo>
                    <a:cubicBezTo>
                      <a:pt x="2229803" y="17812"/>
                      <a:pt x="2215229" y="19812"/>
                      <a:pt x="2200370" y="22670"/>
                    </a:cubicBezTo>
                    <a:cubicBezTo>
                      <a:pt x="2200084" y="22860"/>
                      <a:pt x="2199608" y="22860"/>
                      <a:pt x="2199227" y="22860"/>
                    </a:cubicBezTo>
                    <a:close/>
                    <a:moveTo>
                      <a:pt x="2333149" y="15240"/>
                    </a:moveTo>
                    <a:cubicBezTo>
                      <a:pt x="2332958" y="15240"/>
                      <a:pt x="2332673" y="15240"/>
                      <a:pt x="2332482" y="15240"/>
                    </a:cubicBezTo>
                    <a:cubicBezTo>
                      <a:pt x="2317909" y="13906"/>
                      <a:pt x="2303336" y="13240"/>
                      <a:pt x="2288286" y="13716"/>
                    </a:cubicBezTo>
                    <a:cubicBezTo>
                      <a:pt x="2284666" y="13716"/>
                      <a:pt x="2281523" y="10573"/>
                      <a:pt x="2281523" y="6953"/>
                    </a:cubicBezTo>
                    <a:cubicBezTo>
                      <a:pt x="2281523" y="3143"/>
                      <a:pt x="2284476" y="190"/>
                      <a:pt x="2288286" y="0"/>
                    </a:cubicBezTo>
                    <a:lnTo>
                      <a:pt x="2293715" y="0"/>
                    </a:lnTo>
                    <a:cubicBezTo>
                      <a:pt x="2306765" y="0"/>
                      <a:pt x="2320195" y="667"/>
                      <a:pt x="2333625" y="1810"/>
                    </a:cubicBezTo>
                    <a:cubicBezTo>
                      <a:pt x="2337435" y="2000"/>
                      <a:pt x="2340102" y="5429"/>
                      <a:pt x="2339721" y="8954"/>
                    </a:cubicBezTo>
                    <a:cubicBezTo>
                      <a:pt x="2339435" y="12573"/>
                      <a:pt x="2336578" y="15240"/>
                      <a:pt x="2333149" y="15240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86cbebd-c36c-4057-81bc-37a4bebc8770" id="84" name="任意多边形: 形状 83">
                <a:extLst>
                  <a:ext uri="{FF2B5EF4-FFF2-40B4-BE49-F238E27FC236}">
                    <a16:creationId id="{12D245C9-0A5F-FFFB-F6B2-66E3A88FBD0A}"/>
                  </a:ext>
                </a:extLst>
              </p:cNvPr>
              <p:cNvSpPr/>
              <p:nvPr/>
            </p:nvSpPr>
            <p:spPr>
              <a:xfrm flipV="false" flipH="false">
                <a:off x="1474207" y="2718529"/>
                <a:ext cx="2613561" cy="3273694"/>
              </a:xfrm>
              <a:custGeom>
                <a:avLst/>
                <a:gdLst>
                  <a:gd fmla="*/ 114586 w 3792569" name="connsiteX0"/>
                  <a:gd fmla="*/ 4750499 h 4750498" name="connsiteY0"/>
                  <a:gd fmla="*/ 81153 w 3792569" name="connsiteX1"/>
                  <a:gd fmla="*/ 4743736 h 4750498" name="connsiteY1"/>
                  <a:gd fmla="*/ 76867 w 3792569" name="connsiteX2"/>
                  <a:gd fmla="*/ 4737450 h 4750498" name="connsiteY2"/>
                  <a:gd fmla="*/ 77534 w 3792569" name="connsiteX3"/>
                  <a:gd fmla="*/ 4734973 h 4750498" name="connsiteY3"/>
                  <a:gd fmla="*/ 86297 w 3792569" name="connsiteX4"/>
                  <a:gd fmla="*/ 4731353 h 4750498" name="connsiteY4"/>
                  <a:gd fmla="*/ 126683 w 3792569" name="connsiteX5"/>
                  <a:gd fmla="*/ 4736021 h 4750498" name="connsiteY5"/>
                  <a:gd fmla="*/ 134112 w 3792569" name="connsiteX6"/>
                  <a:gd fmla="*/ 4741831 h 4750498" name="connsiteY6"/>
                  <a:gd fmla="*/ 132969 w 3792569" name="connsiteX7"/>
                  <a:gd fmla="*/ 4746784 h 4750498" name="connsiteY7"/>
                  <a:gd fmla="*/ 128492 w 3792569" name="connsiteX8"/>
                  <a:gd fmla="*/ 4749451 h 4750498" name="connsiteY8"/>
                  <a:gd fmla="*/ 114586 w 3792569" name="connsiteX9"/>
                  <a:gd fmla="*/ 4750499 h 4750498" name="connsiteY9"/>
                  <a:gd fmla="*/ 170021 w 3792569" name="connsiteX10"/>
                  <a:gd fmla="*/ 4736402 h 4750498" name="connsiteY10"/>
                  <a:gd fmla="*/ 163925 w 3792569" name="connsiteX11"/>
                  <a:gd fmla="*/ 4732592 h 4750498" name="connsiteY11"/>
                  <a:gd fmla="*/ 163259 w 3792569" name="connsiteX12"/>
                  <a:gd fmla="*/ 4729639 h 4750498" name="connsiteY12"/>
                  <a:gd fmla="*/ 167069 w 3792569" name="connsiteX13"/>
                  <a:gd fmla="*/ 4723543 h 4750498" name="connsiteY13"/>
                  <a:gd fmla="*/ 204788 w 3792569" name="connsiteX14"/>
                  <a:gd fmla="*/ 4701540 h 4750498" name="connsiteY14"/>
                  <a:gd fmla="*/ 214217 w 3792569" name="connsiteX15"/>
                  <a:gd fmla="*/ 4703350 h 4750498" name="connsiteY15"/>
                  <a:gd fmla="*/ 212408 w 3792569" name="connsiteX16"/>
                  <a:gd fmla="*/ 4712780 h 4750498" name="connsiteY16"/>
                  <a:gd fmla="*/ 172879 w 3792569" name="connsiteX17"/>
                  <a:gd fmla="*/ 4735640 h 4750498" name="connsiteY17"/>
                  <a:gd fmla="*/ 170021 w 3792569" name="connsiteX18"/>
                  <a:gd fmla="*/ 4736402 h 4750498" name="connsiteY18"/>
                  <a:gd fmla="*/ 49340 w 3792569" name="connsiteX19"/>
                  <a:gd fmla="*/ 4716399 h 4750498" name="connsiteY19"/>
                  <a:gd fmla="*/ 44006 w 3792569" name="connsiteX20"/>
                  <a:gd fmla="*/ 4713732 h 4750498" name="connsiteY20"/>
                  <a:gd fmla="*/ 22003 w 3792569" name="connsiteX21"/>
                  <a:gd fmla="*/ 4672680 h 4750498" name="connsiteY21"/>
                  <a:gd fmla="*/ 21527 w 3792569" name="connsiteX22"/>
                  <a:gd fmla="*/ 4670203 h 4750498" name="connsiteY22"/>
                  <a:gd fmla="*/ 26003 w 3792569" name="connsiteX23"/>
                  <a:gd fmla="*/ 4663916 h 4750498" name="connsiteY23"/>
                  <a:gd fmla="*/ 34576 w 3792569" name="connsiteX24"/>
                  <a:gd fmla="*/ 4667727 h 4750498" name="connsiteY24"/>
                  <a:gd fmla="*/ 54769 w 3792569" name="connsiteX25"/>
                  <a:gd fmla="*/ 4705636 h 4750498" name="connsiteY25"/>
                  <a:gd fmla="*/ 53435 w 3792569" name="connsiteX26"/>
                  <a:gd fmla="*/ 4715066 h 4750498" name="connsiteY26"/>
                  <a:gd fmla="*/ 49340 w 3792569" name="connsiteX27"/>
                  <a:gd fmla="*/ 4716399 h 4750498" name="connsiteY27"/>
                  <a:gd fmla="*/ 244412 w 3792569" name="connsiteX28"/>
                  <a:gd fmla="*/ 4686777 h 4750498" name="connsiteY28"/>
                  <a:gd fmla="*/ 239268 w 3792569" name="connsiteX29"/>
                  <a:gd fmla="*/ 4684300 h 4750498" name="connsiteY29"/>
                  <a:gd fmla="*/ 237744 w 3792569" name="connsiteX30"/>
                  <a:gd fmla="*/ 4680014 h 4750498" name="connsiteY30"/>
                  <a:gd fmla="*/ 239935 w 3792569" name="connsiteX31"/>
                  <a:gd fmla="*/ 4674870 h 4750498" name="connsiteY31"/>
                  <a:gd fmla="*/ 272891 w 3792569" name="connsiteX32"/>
                  <a:gd fmla="*/ 4645057 h 4750498" name="connsiteY32"/>
                  <a:gd fmla="*/ 282321 w 3792569" name="connsiteX33"/>
                  <a:gd fmla="*/ 4645248 h 4750498" name="connsiteY33"/>
                  <a:gd fmla="*/ 282321 w 3792569" name="connsiteX34"/>
                  <a:gd fmla="*/ 4654868 h 4750498" name="connsiteY34"/>
                  <a:gd fmla="*/ 248888 w 3792569" name="connsiteX35"/>
                  <a:gd fmla="*/ 4684967 h 4750498" name="connsiteY35"/>
                  <a:gd fmla="*/ 248602 w 3792569" name="connsiteX36"/>
                  <a:gd fmla="*/ 4685157 h 4750498" name="connsiteY36"/>
                  <a:gd fmla="*/ 244412 w 3792569" name="connsiteX37"/>
                  <a:gd fmla="*/ 4686777 h 4750498" name="connsiteY37"/>
                  <a:gd fmla="*/ 16097 w 3792569" name="connsiteX38"/>
                  <a:gd fmla="*/ 4633818 h 4750498" name="connsiteY38"/>
                  <a:gd fmla="*/ 9620 w 3792569" name="connsiteX39"/>
                  <a:gd fmla="*/ 4628388 h 4750498" name="connsiteY39"/>
                  <a:gd fmla="*/ 2858 w 3792569" name="connsiteX40"/>
                  <a:gd fmla="*/ 4583240 h 4750498" name="connsiteY40"/>
                  <a:gd fmla="*/ 2858 w 3792569" name="connsiteX41"/>
                  <a:gd fmla="*/ 4583049 h 4750498" name="connsiteY41"/>
                  <a:gd fmla="*/ 2858 w 3792569" name="connsiteX42"/>
                  <a:gd fmla="*/ 4582573 h 4750498" name="connsiteY42"/>
                  <a:gd fmla="*/ 8954 w 3792569" name="connsiteX43"/>
                  <a:gd fmla="*/ 4575810 h 4750498" name="connsiteY43"/>
                  <a:gd fmla="*/ 16097 w 3792569" name="connsiteX44"/>
                  <a:gd fmla="*/ 4581621 h 4750498" name="connsiteY44"/>
                  <a:gd fmla="*/ 16288 w 3792569" name="connsiteX45"/>
                  <a:gd fmla="*/ 4581811 h 4750498" name="connsiteY45"/>
                  <a:gd fmla="*/ 16288 w 3792569" name="connsiteX46"/>
                  <a:gd fmla="*/ 4582478 h 4750498" name="connsiteY46"/>
                  <a:gd fmla="*/ 22765 w 3792569" name="connsiteX47"/>
                  <a:gd fmla="*/ 4625531 h 4750498" name="connsiteY47"/>
                  <a:gd fmla="*/ 21622 w 3792569" name="connsiteX48"/>
                  <a:gd fmla="*/ 4630674 h 4750498" name="connsiteY48"/>
                  <a:gd fmla="*/ 17335 w 3792569" name="connsiteX49"/>
                  <a:gd fmla="*/ 4633341 h 4750498" name="connsiteY49"/>
                  <a:gd fmla="*/ 16097 w 3792569" name="connsiteX50"/>
                  <a:gd fmla="*/ 4633818 h 4750498" name="connsiteY50"/>
                  <a:gd fmla="*/ 308991 w 3792569" name="connsiteX51"/>
                  <a:gd fmla="*/ 4624769 h 4750498" name="connsiteY51"/>
                  <a:gd fmla="*/ 304324 w 3792569" name="connsiteX52"/>
                  <a:gd fmla="*/ 4622959 h 4750498" name="connsiteY52"/>
                  <a:gd fmla="*/ 302323 w 3792569" name="connsiteX53"/>
                  <a:gd fmla="*/ 4617816 h 4750498" name="connsiteY53"/>
                  <a:gd fmla="*/ 304133 w 3792569" name="connsiteX54"/>
                  <a:gd fmla="*/ 4613339 h 4750498" name="connsiteY54"/>
                  <a:gd fmla="*/ 333947 w 3792569" name="connsiteX55"/>
                  <a:gd fmla="*/ 4580382 h 4750498" name="connsiteY55"/>
                  <a:gd fmla="*/ 343567 w 3792569" name="connsiteX56"/>
                  <a:gd fmla="*/ 4579716 h 4750498" name="connsiteY56"/>
                  <a:gd fmla="*/ 345758 w 3792569" name="connsiteX57"/>
                  <a:gd fmla="*/ 4584383 h 4750498" name="connsiteY57"/>
                  <a:gd fmla="*/ 344234 w 3792569" name="connsiteX58"/>
                  <a:gd fmla="*/ 4589050 h 4750498" name="connsiteY58"/>
                  <a:gd fmla="*/ 313944 w 3792569" name="connsiteX59"/>
                  <a:gd fmla="*/ 4622483 h 4750498" name="connsiteY59"/>
                  <a:gd fmla="*/ 308991 w 3792569" name="connsiteX60"/>
                  <a:gd fmla="*/ 4624769 h 4750498" name="connsiteY60"/>
                  <a:gd fmla="*/ 368046 w 3792569" name="connsiteX61"/>
                  <a:gd fmla="*/ 4557237 h 4750498" name="connsiteY61"/>
                  <a:gd fmla="*/ 363760 w 3792569" name="connsiteX62"/>
                  <a:gd fmla="*/ 4555903 h 4750498" name="connsiteY62"/>
                  <a:gd fmla="*/ 361283 w 3792569" name="connsiteX63"/>
                  <a:gd fmla="*/ 4550569 h 4750498" name="connsiteY63"/>
                  <a:gd fmla="*/ 362903 w 3792569" name="connsiteX64"/>
                  <a:gd fmla="*/ 4546283 h 4750498" name="connsiteY64"/>
                  <a:gd fmla="*/ 390716 w 3792569" name="connsiteX65"/>
                  <a:gd fmla="*/ 4511516 h 4750498" name="connsiteY65"/>
                  <a:gd fmla="*/ 400145 w 3792569" name="connsiteX66"/>
                  <a:gd fmla="*/ 4510373 h 4750498" name="connsiteY66"/>
                  <a:gd fmla="*/ 402812 w 3792569" name="connsiteX67"/>
                  <a:gd fmla="*/ 4514660 h 4750498" name="connsiteY67"/>
                  <a:gd fmla="*/ 401479 w 3792569" name="connsiteX68"/>
                  <a:gd fmla="*/ 4519803 h 4750498" name="connsiteY68"/>
                  <a:gd fmla="*/ 373190 w 3792569" name="connsiteX69"/>
                  <a:gd fmla="*/ 4554856 h 4750498" name="connsiteY69"/>
                  <a:gd fmla="*/ 368046 w 3792569" name="connsiteX70"/>
                  <a:gd fmla="*/ 4557237 h 4750498" name="connsiteY70"/>
                  <a:gd fmla="*/ 6858 w 3792569" name="connsiteX71"/>
                  <a:gd fmla="*/ 4544664 h 4750498" name="connsiteY71"/>
                  <a:gd fmla="*/ 6668 w 3792569" name="connsiteX72"/>
                  <a:gd fmla="*/ 4544664 h 4750498" name="connsiteY72"/>
                  <a:gd fmla="*/ 191 w 3792569" name="connsiteX73"/>
                  <a:gd fmla="*/ 4537901 h 4750498" name="connsiteY73"/>
                  <a:gd fmla="*/ 0 w 3792569" name="connsiteX74"/>
                  <a:gd fmla="*/ 4520374 h 4750498" name="connsiteY74"/>
                  <a:gd fmla="*/ 476 w 3792569" name="connsiteX75"/>
                  <a:gd fmla="*/ 4492562 h 4750498" name="connsiteY75"/>
                  <a:gd fmla="*/ 7239 w 3792569" name="connsiteX76"/>
                  <a:gd fmla="*/ 4486085 h 4750498" name="connsiteY76"/>
                  <a:gd fmla="*/ 7430 w 3792569" name="connsiteX77"/>
                  <a:gd fmla="*/ 4486085 h 4750498" name="connsiteY77"/>
                  <a:gd fmla="*/ 13907 w 3792569" name="connsiteX78"/>
                  <a:gd fmla="*/ 4492848 h 4750498" name="connsiteY78"/>
                  <a:gd fmla="*/ 13907 w 3792569" name="connsiteX79"/>
                  <a:gd fmla="*/ 4493038 h 4750498" name="connsiteY79"/>
                  <a:gd fmla="*/ 13430 w 3792569" name="connsiteX80"/>
                  <a:gd fmla="*/ 4520470 h 4750498" name="connsiteY80"/>
                  <a:gd fmla="*/ 13430 w 3792569" name="connsiteX81"/>
                  <a:gd fmla="*/ 4537710 h 4750498" name="connsiteY81"/>
                  <a:gd fmla="*/ 11621 w 3792569" name="connsiteX82"/>
                  <a:gd fmla="*/ 4542377 h 4750498" name="connsiteY82"/>
                  <a:gd fmla="*/ 6858 w 3792569" name="connsiteX83"/>
                  <a:gd fmla="*/ 4544664 h 4750498" name="connsiteY83"/>
                  <a:gd fmla="*/ 6858 w 3792569" name="connsiteX84"/>
                  <a:gd fmla="*/ 4544664 h 4750498" name="connsiteY84"/>
                  <a:gd fmla="*/ 423291 w 3792569" name="connsiteX85"/>
                  <a:gd fmla="*/ 4486752 h 4750498" name="connsiteY85"/>
                  <a:gd fmla="*/ 419291 w 3792569" name="connsiteX86"/>
                  <a:gd fmla="*/ 4485132 h 4750498" name="connsiteY86"/>
                  <a:gd fmla="*/ 416623 w 3792569" name="connsiteX87"/>
                  <a:gd fmla="*/ 4479798 h 4750498" name="connsiteY87"/>
                  <a:gd fmla="*/ 417957 w 3792569" name="connsiteX88"/>
                  <a:gd fmla="*/ 4475988 h 4750498" name="connsiteY88"/>
                  <a:gd fmla="*/ 444437 w 3792569" name="connsiteX89"/>
                  <a:gd fmla="*/ 4439889 h 4750498" name="connsiteY89"/>
                  <a:gd fmla="*/ 453866 w 3792569" name="connsiteX90"/>
                  <a:gd fmla="*/ 4438364 h 4750498" name="connsiteY90"/>
                  <a:gd fmla="*/ 455390 w 3792569" name="connsiteX91"/>
                  <a:gd fmla="*/ 4447794 h 4750498" name="connsiteY91"/>
                  <a:gd fmla="*/ 428720 w 3792569" name="connsiteX92"/>
                  <a:gd fmla="*/ 4484180 h 4750498" name="connsiteY92"/>
                  <a:gd fmla="*/ 423291 w 3792569" name="connsiteX93"/>
                  <a:gd fmla="*/ 4486752 h 4750498" name="connsiteY93"/>
                  <a:gd fmla="*/ 9811 w 3792569" name="connsiteX94"/>
                  <a:gd fmla="*/ 4454938 h 4750498" name="connsiteY94"/>
                  <a:gd fmla="*/ 9335 w 3792569" name="connsiteX95"/>
                  <a:gd fmla="*/ 4454938 h 4750498" name="connsiteY95"/>
                  <a:gd fmla="*/ 3048 w 3792569" name="connsiteX96"/>
                  <a:gd fmla="*/ 4447509 h 4750498" name="connsiteY96"/>
                  <a:gd fmla="*/ 8001 w 3792569" name="connsiteX97"/>
                  <a:gd fmla="*/ 4402646 h 4750498" name="connsiteY97"/>
                  <a:gd fmla="*/ 15621 w 3792569" name="connsiteX98"/>
                  <a:gd fmla="*/ 4396836 h 4750498" name="connsiteY98"/>
                  <a:gd fmla="*/ 21431 w 3792569" name="connsiteX99"/>
                  <a:gd fmla="*/ 4403789 h 4750498" name="connsiteY99"/>
                  <a:gd fmla="*/ 21431 w 3792569" name="connsiteX100"/>
                  <a:gd fmla="*/ 4404455 h 4750498" name="connsiteY100"/>
                  <a:gd fmla="*/ 16478 w 3792569" name="connsiteX101"/>
                  <a:gd fmla="*/ 4448652 h 4750498" name="connsiteY101"/>
                  <a:gd fmla="*/ 9811 w 3792569" name="connsiteX102"/>
                  <a:gd fmla="*/ 4454938 h 4750498" name="connsiteY102"/>
                  <a:gd fmla="*/ 475774 w 3792569" name="connsiteX103"/>
                  <a:gd fmla="*/ 4414076 h 4750498" name="connsiteY103"/>
                  <a:gd fmla="*/ 471964 w 3792569" name="connsiteX104"/>
                  <a:gd fmla="*/ 4412742 h 4750498" name="connsiteY104"/>
                  <a:gd fmla="*/ 469011 w 3792569" name="connsiteX105"/>
                  <a:gd fmla="*/ 4407123 h 4750498" name="connsiteY105"/>
                  <a:gd fmla="*/ 470154 w 3792569" name="connsiteX106"/>
                  <a:gd fmla="*/ 4403503 h 4750498" name="connsiteY106"/>
                  <a:gd fmla="*/ 470440 w 3792569" name="connsiteX107"/>
                  <a:gd fmla="*/ 4403312 h 4750498" name="connsiteY107"/>
                  <a:gd fmla="*/ 470916 w 3792569" name="connsiteX108"/>
                  <a:gd fmla="*/ 4402836 h 4750498" name="connsiteY108"/>
                  <a:gd fmla="*/ 495872 w 3792569" name="connsiteX109"/>
                  <a:gd fmla="*/ 4366451 h 4750498" name="connsiteY109"/>
                  <a:gd fmla="*/ 505301 w 3792569" name="connsiteX110"/>
                  <a:gd fmla="*/ 4364641 h 4750498" name="connsiteY110"/>
                  <a:gd fmla="*/ 507968 w 3792569" name="connsiteX111"/>
                  <a:gd fmla="*/ 4368927 h 4750498" name="connsiteY111"/>
                  <a:gd fmla="*/ 507111 w 3792569" name="connsiteX112"/>
                  <a:gd fmla="*/ 4374071 h 4750498" name="connsiteY112"/>
                  <a:gd fmla="*/ 481775 w 3792569" name="connsiteX113"/>
                  <a:gd fmla="*/ 4410647 h 4750498" name="connsiteY113"/>
                  <a:gd fmla="*/ 481489 w 3792569" name="connsiteX114"/>
                  <a:gd fmla="*/ 4411123 h 4750498" name="connsiteY114"/>
                  <a:gd fmla="*/ 475774 w 3792569" name="connsiteX115"/>
                  <a:gd fmla="*/ 4414076 h 4750498" name="connsiteY115"/>
                  <a:gd fmla="*/ 21717 w 3792569" name="connsiteX116"/>
                  <a:gd fmla="*/ 4365784 h 4750498" name="connsiteY116"/>
                  <a:gd fmla="*/ 20574 w 3792569" name="connsiteX117"/>
                  <a:gd fmla="*/ 4365784 h 4750498" name="connsiteY117"/>
                  <a:gd fmla="*/ 15145 w 3792569" name="connsiteX118"/>
                  <a:gd fmla="*/ 4357878 h 4750498" name="connsiteY118"/>
                  <a:gd fmla="*/ 24384 w 3792569" name="connsiteX119"/>
                  <a:gd fmla="*/ 4313396 h 4750498" name="connsiteY119"/>
                  <a:gd fmla="*/ 32480 w 3792569" name="connsiteX120"/>
                  <a:gd fmla="*/ 4308444 h 4750498" name="connsiteY120"/>
                  <a:gd fmla="*/ 37624 w 3792569" name="connsiteX121"/>
                  <a:gd fmla="*/ 4315206 h 4750498" name="connsiteY121"/>
                  <a:gd fmla="*/ 37433 w 3792569" name="connsiteX122"/>
                  <a:gd fmla="*/ 4316540 h 4750498" name="connsiteY122"/>
                  <a:gd fmla="*/ 28480 w 3792569" name="connsiteX123"/>
                  <a:gd fmla="*/ 4360260 h 4750498" name="connsiteY123"/>
                  <a:gd fmla="*/ 21717 w 3792569" name="connsiteX124"/>
                  <a:gd fmla="*/ 4365784 h 4750498" name="connsiteY124"/>
                  <a:gd fmla="*/ 526256 w 3792569" name="connsiteX125"/>
                  <a:gd fmla="*/ 4339781 h 4750498" name="connsiteY125"/>
                  <a:gd fmla="*/ 522446 w 3792569" name="connsiteX126"/>
                  <a:gd fmla="*/ 4338638 h 4750498" name="connsiteY126"/>
                  <a:gd fmla="*/ 519494 w 3792569" name="connsiteX127"/>
                  <a:gd fmla="*/ 4333018 h 4750498" name="connsiteY127"/>
                  <a:gd fmla="*/ 520637 w 3792569" name="connsiteX128"/>
                  <a:gd fmla="*/ 4329208 h 4750498" name="connsiteY128"/>
                  <a:gd fmla="*/ 541782 w 3792569" name="connsiteX129"/>
                  <a:gd fmla="*/ 4297109 h 4750498" name="connsiteY129"/>
                  <a:gd fmla="*/ 545116 w 3792569" name="connsiteX130"/>
                  <a:gd fmla="*/ 4291679 h 4750498" name="connsiteY130"/>
                  <a:gd fmla="*/ 554546 w 3792569" name="connsiteX131"/>
                  <a:gd fmla="*/ 4289679 h 4750498" name="connsiteY131"/>
                  <a:gd fmla="*/ 556546 w 3792569" name="connsiteX132"/>
                  <a:gd fmla="*/ 4299109 h 4750498" name="connsiteY132"/>
                  <a:gd fmla="*/ 531876 w 3792569" name="connsiteX133"/>
                  <a:gd fmla="*/ 4336637 h 4750498" name="connsiteY133"/>
                  <a:gd fmla="*/ 526256 w 3792569" name="connsiteX134"/>
                  <a:gd fmla="*/ 4339781 h 4750498" name="connsiteY134"/>
                  <a:gd fmla="*/ 42101 w 3792569" name="connsiteX135"/>
                  <a:gd fmla="*/ 4278440 h 4750498" name="connsiteY135"/>
                  <a:gd fmla="*/ 40291 w 3792569" name="connsiteX136"/>
                  <a:gd fmla="*/ 4277963 h 4750498" name="connsiteY136"/>
                  <a:gd fmla="*/ 36195 w 3792569" name="connsiteX137"/>
                  <a:gd fmla="*/ 4274820 h 4750498" name="connsiteY137"/>
                  <a:gd fmla="*/ 35528 w 3792569" name="connsiteX138"/>
                  <a:gd fmla="*/ 4269677 h 4750498" name="connsiteY138"/>
                  <a:gd fmla="*/ 49625 w 3792569" name="connsiteX139"/>
                  <a:gd fmla="*/ 4226624 h 4750498" name="connsiteY139"/>
                  <a:gd fmla="*/ 49816 w 3792569" name="connsiteX140"/>
                  <a:gd fmla="*/ 4226433 h 4750498" name="connsiteY140"/>
                  <a:gd fmla="*/ 58388 w 3792569" name="connsiteX141"/>
                  <a:gd fmla="*/ 4222623 h 4750498" name="connsiteY141"/>
                  <a:gd fmla="*/ 62675 w 3792569" name="connsiteX142"/>
                  <a:gd fmla="*/ 4228910 h 4750498" name="connsiteY142"/>
                  <a:gd fmla="*/ 62198 w 3792569" name="connsiteX143"/>
                  <a:gd fmla="*/ 4231386 h 4750498" name="connsiteY143"/>
                  <a:gd fmla="*/ 48482 w 3792569" name="connsiteX144"/>
                  <a:gd fmla="*/ 4273582 h 4750498" name="connsiteY144"/>
                  <a:gd fmla="*/ 42101 w 3792569" name="connsiteX145"/>
                  <a:gd fmla="*/ 4278440 h 4750498" name="connsiteY145"/>
                  <a:gd fmla="*/ 574929 w 3792569" name="connsiteX146"/>
                  <a:gd fmla="*/ 4264343 h 4750498" name="connsiteY146"/>
                  <a:gd fmla="*/ 571405 w 3792569" name="connsiteX147"/>
                  <a:gd fmla="*/ 4263200 h 4750498" name="connsiteY147"/>
                  <a:gd fmla="*/ 568262 w 3792569" name="connsiteX148"/>
                  <a:gd fmla="*/ 4257580 h 4750498" name="connsiteY148"/>
                  <a:gd fmla="*/ 569405 w 3792569" name="connsiteX149"/>
                  <a:gd fmla="*/ 4253961 h 4750498" name="connsiteY149"/>
                  <a:gd fmla="*/ 593217 w 3792569" name="connsiteX150"/>
                  <a:gd fmla="*/ 4216051 h 4750498" name="connsiteY150"/>
                  <a:gd fmla="*/ 602456 w 3792569" name="connsiteX151"/>
                  <a:gd fmla="*/ 4213765 h 4750498" name="connsiteY151"/>
                  <a:gd fmla="*/ 604647 w 3792569" name="connsiteX152"/>
                  <a:gd fmla="*/ 4223004 h 4750498" name="connsiteY152"/>
                  <a:gd fmla="*/ 580644 w 3792569" name="connsiteX153"/>
                  <a:gd fmla="*/ 4261200 h 4750498" name="connsiteY153"/>
                  <a:gd fmla="*/ 574929 w 3792569" name="connsiteX154"/>
                  <a:gd fmla="*/ 4264343 h 4750498" name="connsiteY154"/>
                  <a:gd fmla="*/ 73343 w 3792569" name="connsiteX155"/>
                  <a:gd fmla="*/ 4194334 h 4750498" name="connsiteY155"/>
                  <a:gd fmla="*/ 70390 w 3792569" name="connsiteX156"/>
                  <a:gd fmla="*/ 4193667 h 4750498" name="connsiteY156"/>
                  <a:gd fmla="*/ 67056 w 3792569" name="connsiteX157"/>
                  <a:gd fmla="*/ 4189857 h 4750498" name="connsiteY157"/>
                  <a:gd fmla="*/ 67342 w 3792569" name="connsiteX158"/>
                  <a:gd fmla="*/ 4184714 h 4750498" name="connsiteY158"/>
                  <a:gd fmla="*/ 90488 w 3792569" name="connsiteX159"/>
                  <a:gd fmla="*/ 4144709 h 4750498" name="connsiteY159"/>
                  <a:gd fmla="*/ 90678 w 3792569" name="connsiteX160"/>
                  <a:gd fmla="*/ 4144709 h 4750498" name="connsiteY160"/>
                  <a:gd fmla="*/ 99917 w 3792569" name="connsiteX161"/>
                  <a:gd fmla="*/ 4143375 h 4750498" name="connsiteY161"/>
                  <a:gd fmla="*/ 102584 w 3792569" name="connsiteX162"/>
                  <a:gd fmla="*/ 4148519 h 4750498" name="connsiteY162"/>
                  <a:gd fmla="*/ 101441 w 3792569" name="connsiteX163"/>
                  <a:gd fmla="*/ 4152519 h 4750498" name="connsiteY163"/>
                  <a:gd fmla="*/ 101441 w 3792569" name="connsiteX164"/>
                  <a:gd fmla="*/ 4152519 h 4750498" name="connsiteY164"/>
                  <a:gd fmla="*/ 101251 w 3792569" name="connsiteX165"/>
                  <a:gd fmla="*/ 4152995 h 4750498" name="connsiteY165"/>
                  <a:gd fmla="*/ 79439 w 3792569" name="connsiteX166"/>
                  <a:gd fmla="*/ 4190524 h 4750498" name="connsiteY166"/>
                  <a:gd fmla="*/ 73343 w 3792569" name="connsiteX167"/>
                  <a:gd fmla="*/ 4194334 h 4750498" name="connsiteY167"/>
                  <a:gd fmla="*/ 622364 w 3792569" name="connsiteX168"/>
                  <a:gd fmla="*/ 4188047 h 4750498" name="connsiteY168"/>
                  <a:gd fmla="*/ 618744 w 3792569" name="connsiteX169"/>
                  <a:gd fmla="*/ 4187190 h 4750498" name="connsiteY169"/>
                  <a:gd fmla="*/ 615601 w 3792569" name="connsiteX170"/>
                  <a:gd fmla="*/ 4181380 h 4750498" name="connsiteY170"/>
                  <a:gd fmla="*/ 616458 w 3792569" name="connsiteX171"/>
                  <a:gd fmla="*/ 4178046 h 4750498" name="connsiteY171"/>
                  <a:gd fmla="*/ 639794 w 3792569" name="connsiteX172"/>
                  <a:gd fmla="*/ 4139660 h 4750498" name="connsiteY172"/>
                  <a:gd fmla="*/ 649034 w 3792569" name="connsiteX173"/>
                  <a:gd fmla="*/ 4137184 h 4750498" name="connsiteY173"/>
                  <a:gd fmla="*/ 651224 w 3792569" name="connsiteX174"/>
                  <a:gd fmla="*/ 4146614 h 4750498" name="connsiteY174"/>
                  <a:gd fmla="*/ 628079 w 3792569" name="connsiteX175"/>
                  <a:gd fmla="*/ 4184809 h 4750498" name="connsiteY175"/>
                  <a:gd fmla="*/ 628079 w 3792569" name="connsiteX176"/>
                  <a:gd fmla="*/ 4184999 h 4750498" name="connsiteY176"/>
                  <a:gd fmla="*/ 622364 w 3792569" name="connsiteX177"/>
                  <a:gd fmla="*/ 4188047 h 4750498" name="connsiteY177"/>
                  <a:gd fmla="*/ 668560 w 3792569" name="connsiteX178"/>
                  <a:gd fmla="*/ 4111085 h 4750498" name="connsiteY178"/>
                  <a:gd fmla="*/ 665226 w 3792569" name="connsiteX179"/>
                  <a:gd fmla="*/ 4110228 h 4750498" name="connsiteY179"/>
                  <a:gd fmla="*/ 661892 w 3792569" name="connsiteX180"/>
                  <a:gd fmla="*/ 4104608 h 4750498" name="connsiteY180"/>
                  <a:gd fmla="*/ 662750 w 3792569" name="connsiteX181"/>
                  <a:gd fmla="*/ 4101275 h 4750498" name="connsiteY181"/>
                  <a:gd fmla="*/ 662750 w 3792569" name="connsiteX182"/>
                  <a:gd fmla="*/ 4101084 h 4750498" name="connsiteY182"/>
                  <a:gd fmla="*/ 662940 w 3792569" name="connsiteX183"/>
                  <a:gd fmla="*/ 4100608 h 4750498" name="connsiteY183"/>
                  <a:gd fmla="*/ 685419 w 3792569" name="connsiteX184"/>
                  <a:gd fmla="*/ 4062412 h 4750498" name="connsiteY184"/>
                  <a:gd fmla="*/ 694658 w 3792569" name="connsiteX185"/>
                  <a:gd fmla="*/ 4059936 h 4750498" name="connsiteY185"/>
                  <a:gd fmla="*/ 697802 w 3792569" name="connsiteX186"/>
                  <a:gd fmla="*/ 4063937 h 4750498" name="connsiteY186"/>
                  <a:gd fmla="*/ 697135 w 3792569" name="connsiteX187"/>
                  <a:gd fmla="*/ 4069080 h 4750498" name="connsiteY187"/>
                  <a:gd fmla="*/ 696659 w 3792569" name="connsiteX188"/>
                  <a:gd fmla="*/ 4069556 h 4750498" name="connsiteY188"/>
                  <a:gd fmla="*/ 674465 w 3792569" name="connsiteX189"/>
                  <a:gd fmla="*/ 4107942 h 4750498" name="connsiteY189"/>
                  <a:gd fmla="*/ 668560 w 3792569" name="connsiteX190"/>
                  <a:gd fmla="*/ 4111085 h 4750498" name="connsiteY190"/>
                  <a:gd fmla="*/ 713708 w 3792569" name="connsiteX191"/>
                  <a:gd fmla="*/ 4033647 h 4750498" name="connsiteY191"/>
                  <a:gd fmla="*/ 710375 w 3792569" name="connsiteX192"/>
                  <a:gd fmla="*/ 4032790 h 4750498" name="connsiteY192"/>
                  <a:gd fmla="*/ 707041 w 3792569" name="connsiteX193"/>
                  <a:gd fmla="*/ 4026694 h 4750498" name="connsiteY193"/>
                  <a:gd fmla="*/ 707898 w 3792569" name="connsiteX194"/>
                  <a:gd fmla="*/ 4023551 h 4750498" name="connsiteY194"/>
                  <a:gd fmla="*/ 730091 w 3792569" name="connsiteX195"/>
                  <a:gd fmla="*/ 3984498 h 4750498" name="connsiteY195"/>
                  <a:gd fmla="*/ 739331 w 3792569" name="connsiteX196"/>
                  <a:gd fmla="*/ 3982022 h 4750498" name="connsiteY196"/>
                  <a:gd fmla="*/ 741807 w 3792569" name="connsiteX197"/>
                  <a:gd fmla="*/ 3991261 h 4750498" name="connsiteY197"/>
                  <a:gd fmla="*/ 719614 w 3792569" name="connsiteX198"/>
                  <a:gd fmla="*/ 4030313 h 4750498" name="connsiteY198"/>
                  <a:gd fmla="*/ 719423 w 3792569" name="connsiteX199"/>
                  <a:gd fmla="*/ 4030504 h 4750498" name="connsiteY199"/>
                  <a:gd fmla="*/ 713708 w 3792569" name="connsiteX200"/>
                  <a:gd fmla="*/ 4033647 h 4750498" name="connsiteY200"/>
                  <a:gd fmla="*/ 757904 w 3792569" name="connsiteX201"/>
                  <a:gd fmla="*/ 3955542 h 4750498" name="connsiteY201"/>
                  <a:gd fmla="*/ 754571 w 3792569" name="connsiteX202"/>
                  <a:gd fmla="*/ 3954685 h 4750498" name="connsiteY202"/>
                  <a:gd fmla="*/ 751237 w 3792569" name="connsiteX203"/>
                  <a:gd fmla="*/ 3948875 h 4750498" name="connsiteY203"/>
                  <a:gd fmla="*/ 752094 w 3792569" name="connsiteX204"/>
                  <a:gd fmla="*/ 3945541 h 4750498" name="connsiteY204"/>
                  <a:gd fmla="*/ 754571 w 3792569" name="connsiteX205"/>
                  <a:gd fmla="*/ 3941064 h 4750498" name="connsiteY205"/>
                  <a:gd fmla="*/ 773906 w 3792569" name="connsiteX206"/>
                  <a:gd fmla="*/ 3906488 h 4750498" name="connsiteY206"/>
                  <a:gd fmla="*/ 783146 w 3792569" name="connsiteX207"/>
                  <a:gd fmla="*/ 3903821 h 4750498" name="connsiteY207"/>
                  <a:gd fmla="*/ 786289 w 3792569" name="connsiteX208"/>
                  <a:gd fmla="*/ 3907822 h 4750498" name="connsiteY208"/>
                  <a:gd fmla="*/ 785813 w 3792569" name="connsiteX209"/>
                  <a:gd fmla="*/ 3912965 h 4750498" name="connsiteY209"/>
                  <a:gd fmla="*/ 764000 w 3792569" name="connsiteX210"/>
                  <a:gd fmla="*/ 3952018 h 4750498" name="connsiteY210"/>
                  <a:gd fmla="*/ 763810 w 3792569" name="connsiteX211"/>
                  <a:gd fmla="*/ 3952208 h 4750498" name="connsiteY211"/>
                  <a:gd fmla="*/ 757904 w 3792569" name="connsiteX212"/>
                  <a:gd fmla="*/ 3955542 h 4750498" name="connsiteY212"/>
                  <a:gd fmla="*/ 801434 w 3792569" name="connsiteX213"/>
                  <a:gd fmla="*/ 3876961 h 4750498" name="connsiteY213"/>
                  <a:gd fmla="*/ 798100 w 3792569" name="connsiteX214"/>
                  <a:gd fmla="*/ 3876294 h 4750498" name="connsiteY214"/>
                  <a:gd fmla="*/ 794766 w 3792569" name="connsiteX215"/>
                  <a:gd fmla="*/ 3870198 h 4750498" name="connsiteY215"/>
                  <a:gd fmla="*/ 795623 w 3792569" name="connsiteX216"/>
                  <a:gd fmla="*/ 3867055 h 4750498" name="connsiteY216"/>
                  <a:gd fmla="*/ 808673 w 3792569" name="connsiteX217"/>
                  <a:gd fmla="*/ 3843052 h 4750498" name="connsiteY217"/>
                  <a:gd fmla="*/ 816959 w 3792569" name="connsiteX218"/>
                  <a:gd fmla="*/ 3827526 h 4750498" name="connsiteY218"/>
                  <a:gd fmla="*/ 826199 w 3792569" name="connsiteX219"/>
                  <a:gd fmla="*/ 3824859 h 4750498" name="connsiteY219"/>
                  <a:gd fmla="*/ 828865 w 3792569" name="connsiteX220"/>
                  <a:gd fmla="*/ 3834098 h 4750498" name="connsiteY220"/>
                  <a:gd fmla="*/ 828008 w 3792569" name="connsiteX221"/>
                  <a:gd fmla="*/ 3835908 h 4750498" name="connsiteY221"/>
                  <a:gd fmla="*/ 807339 w 3792569" name="connsiteX222"/>
                  <a:gd fmla="*/ 3873627 h 4750498" name="connsiteY222"/>
                  <a:gd fmla="*/ 801434 w 3792569" name="connsiteX223"/>
                  <a:gd fmla="*/ 3876961 h 4750498" name="connsiteY223"/>
                  <a:gd fmla="*/ 844106 w 3792569" name="connsiteX224"/>
                  <a:gd fmla="*/ 3798189 h 4750498" name="connsiteY224"/>
                  <a:gd fmla="*/ 840962 w 3792569" name="connsiteX225"/>
                  <a:gd fmla="*/ 3797332 h 4750498" name="connsiteY225"/>
                  <a:gd fmla="*/ 837343 w 3792569" name="connsiteX226"/>
                  <a:gd fmla="*/ 3791522 h 4750498" name="connsiteY226"/>
                  <a:gd fmla="*/ 838200 w 3792569" name="connsiteX227"/>
                  <a:gd fmla="*/ 3788378 h 4750498" name="connsiteY227"/>
                  <a:gd fmla="*/ 859250 w 3792569" name="connsiteX228"/>
                  <a:gd fmla="*/ 3748659 h 4750498" name="connsiteY228"/>
                  <a:gd fmla="*/ 868490 w 3792569" name="connsiteX229"/>
                  <a:gd fmla="*/ 3745992 h 4750498" name="connsiteY229"/>
                  <a:gd fmla="*/ 871157 w 3792569" name="connsiteX230"/>
                  <a:gd fmla="*/ 3754945 h 4750498" name="connsiteY230"/>
                  <a:gd fmla="*/ 850106 w 3792569" name="connsiteX231"/>
                  <a:gd fmla="*/ 3794665 h 4750498" name="connsiteY231"/>
                  <a:gd fmla="*/ 844106 w 3792569" name="connsiteX232"/>
                  <a:gd fmla="*/ 3798189 h 4750498" name="connsiteY232"/>
                  <a:gd fmla="*/ 886301 w 3792569" name="connsiteX233"/>
                  <a:gd fmla="*/ 3718941 h 4750498" name="connsiteY233"/>
                  <a:gd fmla="*/ 883158 w 3792569" name="connsiteX234"/>
                  <a:gd fmla="*/ 3718084 h 4750498" name="connsiteY234"/>
                  <a:gd fmla="*/ 879539 w 3792569" name="connsiteX235"/>
                  <a:gd fmla="*/ 3712274 h 4750498" name="connsiteY235"/>
                  <a:gd fmla="*/ 880396 w 3792569" name="connsiteX236"/>
                  <a:gd fmla="*/ 3708940 h 4750498" name="connsiteY236"/>
                  <a:gd fmla="*/ 896779 w 3792569" name="connsiteX237"/>
                  <a:gd fmla="*/ 3677698 h 4750498" name="connsiteY237"/>
                  <a:gd fmla="*/ 901256 w 3792569" name="connsiteX238"/>
                  <a:gd fmla="*/ 3669411 h 4750498" name="connsiteY238"/>
                  <a:gd fmla="*/ 910209 w 3792569" name="connsiteX239"/>
                  <a:gd fmla="*/ 3666458 h 4750498" name="connsiteY239"/>
                  <a:gd fmla="*/ 913543 w 3792569" name="connsiteX240"/>
                  <a:gd fmla="*/ 3670459 h 4750498" name="connsiteY240"/>
                  <a:gd fmla="*/ 913067 w 3792569" name="connsiteX241"/>
                  <a:gd fmla="*/ 3675602 h 4750498" name="connsiteY241"/>
                  <a:gd fmla="*/ 892207 w 3792569" name="connsiteX242"/>
                  <a:gd fmla="*/ 3715322 h 4750498" name="connsiteY242"/>
                  <a:gd fmla="*/ 886301 w 3792569" name="connsiteX243"/>
                  <a:gd fmla="*/ 3718941 h 4750498" name="connsiteY243"/>
                  <a:gd fmla="*/ 928021 w 3792569" name="connsiteX244"/>
                  <a:gd fmla="*/ 3639217 h 4750498" name="connsiteY244"/>
                  <a:gd fmla="*/ 924878 w 3792569" name="connsiteX245"/>
                  <a:gd fmla="*/ 3638550 h 4750498" name="connsiteY245"/>
                  <a:gd fmla="*/ 921258 w 3792569" name="connsiteX246"/>
                  <a:gd fmla="*/ 3632740 h 4750498" name="connsiteY246"/>
                  <a:gd fmla="*/ 921925 w 3792569" name="connsiteX247"/>
                  <a:gd fmla="*/ 3629597 h 4750498" name="connsiteY247"/>
                  <a:gd fmla="*/ 942594 w 3792569" name="connsiteX248"/>
                  <a:gd fmla="*/ 3589687 h 4750498" name="connsiteY248"/>
                  <a:gd fmla="*/ 951548 w 3792569" name="connsiteX249"/>
                  <a:gd fmla="*/ 3586734 h 4750498" name="connsiteY249"/>
                  <a:gd fmla="*/ 954500 w 3792569" name="connsiteX250"/>
                  <a:gd fmla="*/ 3595687 h 4750498" name="connsiteY250"/>
                  <a:gd fmla="*/ 941737 w 3792569" name="connsiteX251"/>
                  <a:gd fmla="*/ 3620643 h 4750498" name="connsiteY251"/>
                  <a:gd fmla="*/ 933831 w 3792569" name="connsiteX252"/>
                  <a:gd fmla="*/ 3635693 h 4750498" name="connsiteY252"/>
                  <a:gd fmla="*/ 928021 w 3792569" name="connsiteX253"/>
                  <a:gd fmla="*/ 3639217 h 4750498" name="connsiteY253"/>
                  <a:gd fmla="*/ 969074 w 3792569" name="connsiteX254"/>
                  <a:gd fmla="*/ 3559588 h 4750498" name="connsiteY254"/>
                  <a:gd fmla="*/ 965930 w 3792569" name="connsiteX255"/>
                  <a:gd fmla="*/ 3558921 h 4750498" name="connsiteY255"/>
                  <a:gd fmla="*/ 962406 w 3792569" name="connsiteX256"/>
                  <a:gd fmla="*/ 3552825 h 4750498" name="connsiteY256"/>
                  <a:gd fmla="*/ 963073 w 3792569" name="connsiteX257"/>
                  <a:gd fmla="*/ 3549682 h 4750498" name="connsiteY257"/>
                  <a:gd fmla="*/ 978789 w 3792569" name="connsiteX258"/>
                  <a:gd fmla="*/ 3518726 h 4750498" name="connsiteY258"/>
                  <a:gd fmla="*/ 983456 w 3792569" name="connsiteX259"/>
                  <a:gd fmla="*/ 3509772 h 4750498" name="connsiteY259"/>
                  <a:gd fmla="*/ 992410 w 3792569" name="connsiteX260"/>
                  <a:gd fmla="*/ 3506819 h 4750498" name="connsiteY260"/>
                  <a:gd fmla="*/ 995363 w 3792569" name="connsiteX261"/>
                  <a:gd fmla="*/ 3515773 h 4750498" name="connsiteY261"/>
                  <a:gd fmla="*/ 975170 w 3792569" name="connsiteX262"/>
                  <a:gd fmla="*/ 3555778 h 4750498" name="connsiteY262"/>
                  <a:gd fmla="*/ 969074 w 3792569" name="connsiteX263"/>
                  <a:gd fmla="*/ 3559588 h 4750498" name="connsiteY263"/>
                  <a:gd fmla="*/ 1009745 w 3792569" name="connsiteX264"/>
                  <a:gd fmla="*/ 3479483 h 4750498" name="connsiteY264"/>
                  <a:gd fmla="*/ 1006602 w 3792569" name="connsiteX265"/>
                  <a:gd fmla="*/ 3478816 h 4750498" name="connsiteY265"/>
                  <a:gd fmla="*/ 1002982 w 3792569" name="connsiteX266"/>
                  <a:gd fmla="*/ 3472529 h 4750498" name="connsiteY266"/>
                  <a:gd fmla="*/ 1003649 w 3792569" name="connsiteX267"/>
                  <a:gd fmla="*/ 3469862 h 4750498" name="connsiteY267"/>
                  <a:gd fmla="*/ 1023842 w 3792569" name="connsiteX268"/>
                  <a:gd fmla="*/ 3429667 h 4750498" name="connsiteY268"/>
                  <a:gd fmla="*/ 1032796 w 3792569" name="connsiteX269"/>
                  <a:gd fmla="*/ 3426524 h 4750498" name="connsiteY269"/>
                  <a:gd fmla="*/ 1035749 w 3792569" name="connsiteX270"/>
                  <a:gd fmla="*/ 3435763 h 4750498" name="connsiteY270"/>
                  <a:gd fmla="*/ 1027938 w 3792569" name="connsiteX271"/>
                  <a:gd fmla="*/ 3451479 h 4750498" name="connsiteY271"/>
                  <a:gd fmla="*/ 1015556 w 3792569" name="connsiteX272"/>
                  <a:gd fmla="*/ 3475958 h 4750498" name="connsiteY272"/>
                  <a:gd fmla="*/ 1009745 w 3792569" name="connsiteX273"/>
                  <a:gd fmla="*/ 3479483 h 4750498" name="connsiteY273"/>
                  <a:gd fmla="*/ 1049941 w 3792569" name="connsiteX274"/>
                  <a:gd fmla="*/ 3399092 h 4750498" name="connsiteY274"/>
                  <a:gd fmla="*/ 1046798 w 3792569" name="connsiteX275"/>
                  <a:gd fmla="*/ 3398425 h 4750498" name="connsiteY275"/>
                  <a:gd fmla="*/ 1043178 w 3792569" name="connsiteX276"/>
                  <a:gd fmla="*/ 3392329 h 4750498" name="connsiteY276"/>
                  <a:gd fmla="*/ 1043654 w 3792569" name="connsiteX277"/>
                  <a:gd fmla="*/ 3389662 h 4750498" name="connsiteY277"/>
                  <a:gd fmla="*/ 1043845 w 3792569" name="connsiteX278"/>
                  <a:gd fmla="*/ 3389471 h 4750498" name="connsiteY278"/>
                  <a:gd fmla="*/ 1044321 w 3792569" name="connsiteX279"/>
                  <a:gd fmla="*/ 3388804 h 4750498" name="connsiteY279"/>
                  <a:gd fmla="*/ 1052894 w 3792569" name="connsiteX280"/>
                  <a:gd fmla="*/ 3371279 h 4750498" name="connsiteY280"/>
                  <a:gd fmla="*/ 1063847 w 3792569" name="connsiteX281"/>
                  <a:gd fmla="*/ 3349276 h 4750498" name="connsiteY281"/>
                  <a:gd fmla="*/ 1072801 w 3792569" name="connsiteX282"/>
                  <a:gd fmla="*/ 3346133 h 4750498" name="connsiteY282"/>
                  <a:gd fmla="*/ 1075944 w 3792569" name="connsiteX283"/>
                  <a:gd fmla="*/ 3355086 h 4750498" name="connsiteY283"/>
                  <a:gd fmla="*/ 1068991 w 3792569" name="connsiteX284"/>
                  <a:gd fmla="*/ 3368993 h 4750498" name="connsiteY284"/>
                  <a:gd fmla="*/ 1055942 w 3792569" name="connsiteX285"/>
                  <a:gd fmla="*/ 3395472 h 4750498" name="connsiteY285"/>
                  <a:gd fmla="*/ 1055656 w 3792569" name="connsiteX286"/>
                  <a:gd fmla="*/ 3395662 h 4750498" name="connsiteY286"/>
                  <a:gd fmla="*/ 1049941 w 3792569" name="connsiteX287"/>
                  <a:gd fmla="*/ 3399092 h 4750498" name="connsiteY287"/>
                  <a:gd fmla="*/ 1089660 w 3792569" name="connsiteX288"/>
                  <a:gd fmla="*/ 3318701 h 4750498" name="connsiteY288"/>
                  <a:gd fmla="*/ 1086707 w 3792569" name="connsiteX289"/>
                  <a:gd fmla="*/ 3318034 h 4750498" name="connsiteY289"/>
                  <a:gd fmla="*/ 1082897 w 3792569" name="connsiteX290"/>
                  <a:gd fmla="*/ 3311938 h 4750498" name="connsiteY290"/>
                  <a:gd fmla="*/ 1083564 w 3792569" name="connsiteX291"/>
                  <a:gd fmla="*/ 3308985 h 4750498" name="connsiteY291"/>
                  <a:gd fmla="*/ 1103281 w 3792569" name="connsiteX292"/>
                  <a:gd fmla="*/ 3268599 h 4750498" name="connsiteY292"/>
                  <a:gd fmla="*/ 1112234 w 3792569" name="connsiteX293"/>
                  <a:gd fmla="*/ 3265456 h 4750498" name="connsiteY293"/>
                  <a:gd fmla="*/ 1115568 w 3792569" name="connsiteX294"/>
                  <a:gd fmla="*/ 3269456 h 4750498" name="connsiteY294"/>
                  <a:gd fmla="*/ 1115282 w 3792569" name="connsiteX295"/>
                  <a:gd fmla="*/ 3274600 h 4750498" name="connsiteY295"/>
                  <a:gd fmla="*/ 1100709 w 3792569" name="connsiteX296"/>
                  <a:gd fmla="*/ 3304032 h 4750498" name="connsiteY296"/>
                  <a:gd fmla="*/ 1095566 w 3792569" name="connsiteX297"/>
                  <a:gd fmla="*/ 3314795 h 4750498" name="connsiteY297"/>
                  <a:gd fmla="*/ 1089660 w 3792569" name="connsiteX298"/>
                  <a:gd fmla="*/ 3318701 h 4750498" name="connsiteY298"/>
                  <a:gd fmla="*/ 1128903 w 3792569" name="connsiteX299"/>
                  <a:gd fmla="*/ 3237929 h 4750498" name="connsiteY299"/>
                  <a:gd fmla="*/ 1125950 w 3792569" name="connsiteX300"/>
                  <a:gd fmla="*/ 3237262 h 4750498" name="connsiteY300"/>
                  <a:gd fmla="*/ 1122140 w 3792569" name="connsiteX301"/>
                  <a:gd fmla="*/ 3231166 h 4750498" name="connsiteY301"/>
                  <a:gd fmla="*/ 1122807 w 3792569" name="connsiteX302"/>
                  <a:gd fmla="*/ 3228213 h 4750498" name="connsiteY302"/>
                  <a:gd fmla="*/ 1130903 w 3792569" name="connsiteX303"/>
                  <a:gd fmla="*/ 3211830 h 4750498" name="connsiteY303"/>
                  <a:gd fmla="*/ 1142524 w 3792569" name="connsiteX304"/>
                  <a:gd fmla="*/ 3187827 h 4750498" name="connsiteY304"/>
                  <a:gd fmla="*/ 1151477 w 3792569" name="connsiteX305"/>
                  <a:gd fmla="*/ 3184684 h 4750498" name="connsiteY305"/>
                  <a:gd fmla="*/ 1154621 w 3792569" name="connsiteX306"/>
                  <a:gd fmla="*/ 3193923 h 4750498" name="connsiteY306"/>
                  <a:gd fmla="*/ 1142524 w 3792569" name="connsiteX307"/>
                  <a:gd fmla="*/ 3218593 h 4750498" name="connsiteY307"/>
                  <a:gd fmla="*/ 1134904 w 3792569" name="connsiteX308"/>
                  <a:gd fmla="*/ 3234309 h 4750498" name="connsiteY308"/>
                  <a:gd fmla="*/ 1134904 w 3792569" name="connsiteX309"/>
                  <a:gd fmla="*/ 3234500 h 4750498" name="connsiteY309"/>
                  <a:gd fmla="*/ 1128903 w 3792569" name="connsiteX310"/>
                  <a:gd fmla="*/ 3237929 h 4750498" name="connsiteY310"/>
                  <a:gd fmla="*/ 1167956 w 3792569" name="connsiteX311"/>
                  <a:gd fmla="*/ 3157157 h 4750498" name="connsiteY311"/>
                  <a:gd fmla="*/ 1167956 w 3792569" name="connsiteX312"/>
                  <a:gd fmla="*/ 3157157 h 4750498" name="connsiteY312"/>
                  <a:gd fmla="*/ 1165003 w 3792569" name="connsiteX313"/>
                  <a:gd fmla="*/ 3156490 h 4750498" name="connsiteY313"/>
                  <a:gd fmla="*/ 1161193 w 3792569" name="connsiteX314"/>
                  <a:gd fmla="*/ 3150394 h 4750498" name="connsiteY314"/>
                  <a:gd fmla="*/ 1161860 w 3792569" name="connsiteX315"/>
                  <a:gd fmla="*/ 3147441 h 4750498" name="connsiteY315"/>
                  <a:gd fmla="*/ 1163479 w 3792569" name="connsiteX316"/>
                  <a:gd fmla="*/ 3144488 h 4750498" name="connsiteY316"/>
                  <a:gd fmla="*/ 1181386 w 3792569" name="connsiteX317"/>
                  <a:gd fmla="*/ 3106960 h 4750498" name="connsiteY317"/>
                  <a:gd fmla="*/ 1190339 w 3792569" name="connsiteX318"/>
                  <a:gd fmla="*/ 3103817 h 4750498" name="connsiteY318"/>
                  <a:gd fmla="*/ 1193483 w 3792569" name="connsiteX319"/>
                  <a:gd fmla="*/ 3112770 h 4750498" name="connsiteY319"/>
                  <a:gd fmla="*/ 1185386 w 3792569" name="connsiteX320"/>
                  <a:gd fmla="*/ 3129629 h 4750498" name="connsiteY320"/>
                  <a:gd fmla="*/ 1173956 w 3792569" name="connsiteX321"/>
                  <a:gd fmla="*/ 3153156 h 4750498" name="connsiteY321"/>
                  <a:gd fmla="*/ 1167956 w 3792569" name="connsiteX322"/>
                  <a:gd fmla="*/ 3157157 h 4750498" name="connsiteY322"/>
                  <a:gd fmla="*/ 1206818 w 3792569" name="connsiteX323"/>
                  <a:gd fmla="*/ 3076099 h 4750498" name="connsiteY323"/>
                  <a:gd fmla="*/ 1203865 w 3792569" name="connsiteX324"/>
                  <a:gd fmla="*/ 3075432 h 4750498" name="connsiteY324"/>
                  <a:gd fmla="*/ 1200055 w 3792569" name="connsiteX325"/>
                  <a:gd fmla="*/ 3069622 h 4750498" name="connsiteY325"/>
                  <a:gd fmla="*/ 1200531 w 3792569" name="connsiteX326"/>
                  <a:gd fmla="*/ 3066955 h 4750498" name="connsiteY326"/>
                  <a:gd fmla="*/ 1200817 w 3792569" name="connsiteX327"/>
                  <a:gd fmla="*/ 3066764 h 4750498" name="connsiteY327"/>
                  <a:gd fmla="*/ 1201007 w 3792569" name="connsiteX328"/>
                  <a:gd fmla="*/ 3066098 h 4750498" name="connsiteY328"/>
                  <a:gd fmla="*/ 1219200 w 3792569" name="connsiteX329"/>
                  <a:gd fmla="*/ 3027902 h 4750498" name="connsiteY329"/>
                  <a:gd fmla="*/ 1219676 w 3792569" name="connsiteX330"/>
                  <a:gd fmla="*/ 3026569 h 4750498" name="connsiteY330"/>
                  <a:gd fmla="*/ 1220153 w 3792569" name="connsiteX331"/>
                  <a:gd fmla="*/ 3026093 h 4750498" name="connsiteY331"/>
                  <a:gd fmla="*/ 1228916 w 3792569" name="connsiteX332"/>
                  <a:gd fmla="*/ 3022759 h 4750498" name="connsiteY332"/>
                  <a:gd fmla="*/ 1232249 w 3792569" name="connsiteX333"/>
                  <a:gd fmla="*/ 3031712 h 4750498" name="connsiteY333"/>
                  <a:gd fmla="*/ 1231773 w 3792569" name="connsiteX334"/>
                  <a:gd fmla="*/ 3032855 h 4750498" name="connsiteY334"/>
                  <a:gd fmla="*/ 1231297 w 3792569" name="connsiteX335"/>
                  <a:gd fmla="*/ 3033712 h 4750498" name="connsiteY335"/>
                  <a:gd fmla="*/ 1212914 w 3792569" name="connsiteX336"/>
                  <a:gd fmla="*/ 3072289 h 4750498" name="connsiteY336"/>
                  <a:gd fmla="*/ 1206818 w 3792569" name="connsiteX337"/>
                  <a:gd fmla="*/ 3076099 h 4750498" name="connsiteY337"/>
                  <a:gd fmla="*/ 1243394 w 3792569" name="connsiteX338"/>
                  <a:gd fmla="*/ 2993708 h 4750498" name="connsiteY338"/>
                  <a:gd fmla="*/ 1240917 w 3792569" name="connsiteX339"/>
                  <a:gd fmla="*/ 2993231 h 4750498" name="connsiteY339"/>
                  <a:gd fmla="*/ 1236631 w 3792569" name="connsiteX340"/>
                  <a:gd fmla="*/ 2987135 h 4750498" name="connsiteY340"/>
                  <a:gd fmla="*/ 1237107 w 3792569" name="connsiteX341"/>
                  <a:gd fmla="*/ 2984468 h 4750498" name="connsiteY341"/>
                  <a:gd fmla="*/ 1253490 w 3792569" name="connsiteX342"/>
                  <a:gd fmla="*/ 2942463 h 4750498" name="connsiteY342"/>
                  <a:gd fmla="*/ 1262253 w 3792569" name="connsiteX343"/>
                  <a:gd fmla="*/ 2938462 h 4750498" name="connsiteY343"/>
                  <a:gd fmla="*/ 1266063 w 3792569" name="connsiteX344"/>
                  <a:gd fmla="*/ 2947226 h 4750498" name="connsiteY344"/>
                  <a:gd fmla="*/ 1249680 w 3792569" name="connsiteX345"/>
                  <a:gd fmla="*/ 2989421 h 4750498" name="connsiteY345"/>
                  <a:gd fmla="*/ 1243394 w 3792569" name="connsiteX346"/>
                  <a:gd fmla="*/ 2993708 h 4750498" name="connsiteY346"/>
                  <a:gd fmla="*/ 1275969 w 3792569" name="connsiteX347"/>
                  <a:gd fmla="*/ 2909602 h 4750498" name="connsiteY347"/>
                  <a:gd fmla="*/ 1273493 w 3792569" name="connsiteX348"/>
                  <a:gd fmla="*/ 2909126 h 4750498" name="connsiteY348"/>
                  <a:gd fmla="*/ 1269206 w 3792569" name="connsiteX349"/>
                  <a:gd fmla="*/ 2902649 h 4750498" name="connsiteY349"/>
                  <a:gd fmla="*/ 1269397 w 3792569" name="connsiteX350"/>
                  <a:gd fmla="*/ 2900648 h 4750498" name="connsiteY350"/>
                  <a:gd fmla="*/ 1269587 w 3792569" name="connsiteX351"/>
                  <a:gd fmla="*/ 2900458 h 4750498" name="connsiteY351"/>
                  <a:gd fmla="*/ 1269778 w 3792569" name="connsiteX352"/>
                  <a:gd fmla="*/ 2899791 h 4750498" name="connsiteY352"/>
                  <a:gd fmla="*/ 1281494 w 3792569" name="connsiteX353"/>
                  <a:gd fmla="*/ 2869025 h 4750498" name="connsiteY353"/>
                  <a:gd fmla="*/ 1285494 w 3792569" name="connsiteX354"/>
                  <a:gd fmla="*/ 2858453 h 4750498" name="connsiteY354"/>
                  <a:gd fmla="*/ 1294257 w 3792569" name="connsiteX355"/>
                  <a:gd fmla="*/ 2854452 h 4750498" name="connsiteY355"/>
                  <a:gd fmla="*/ 1297877 w 3792569" name="connsiteX356"/>
                  <a:gd fmla="*/ 2858072 h 4750498" name="connsiteY356"/>
                  <a:gd fmla="*/ 1298162 w 3792569" name="connsiteX357"/>
                  <a:gd fmla="*/ 2863215 h 4750498" name="connsiteY357"/>
                  <a:gd fmla="*/ 1282256 w 3792569" name="connsiteX358"/>
                  <a:gd fmla="*/ 2905220 h 4750498" name="connsiteY358"/>
                  <a:gd fmla="*/ 1275969 w 3792569" name="connsiteX359"/>
                  <a:gd fmla="*/ 2909602 h 4750498" name="connsiteY359"/>
                  <a:gd fmla="*/ 1307783 w 3792569" name="connsiteX360"/>
                  <a:gd fmla="*/ 2825401 h 4750498" name="connsiteY360"/>
                  <a:gd fmla="*/ 1305306 w 3792569" name="connsiteX361"/>
                  <a:gd fmla="*/ 2824925 h 4750498" name="connsiteY361"/>
                  <a:gd fmla="*/ 1301020 w 3792569" name="connsiteX362"/>
                  <a:gd fmla="*/ 2818448 h 4750498" name="connsiteY362"/>
                  <a:gd fmla="*/ 1301496 w 3792569" name="connsiteX363"/>
                  <a:gd fmla="*/ 2816162 h 4750498" name="connsiteY363"/>
                  <a:gd fmla="*/ 1317403 w 3792569" name="connsiteX364"/>
                  <a:gd fmla="*/ 2773966 h 4750498" name="connsiteY364"/>
                  <a:gd fmla="*/ 1326166 w 3792569" name="connsiteX365"/>
                  <a:gd fmla="*/ 2770156 h 4750498" name="connsiteY365"/>
                  <a:gd fmla="*/ 1329976 w 3792569" name="connsiteX366"/>
                  <a:gd fmla="*/ 2778919 h 4750498" name="connsiteY366"/>
                  <a:gd fmla="*/ 1320546 w 3792569" name="connsiteX367"/>
                  <a:gd fmla="*/ 2803589 h 4750498" name="connsiteY367"/>
                  <a:gd fmla="*/ 1314069 w 3792569" name="connsiteX368"/>
                  <a:gd fmla="*/ 2820638 h 4750498" name="connsiteY368"/>
                  <a:gd fmla="*/ 1314069 w 3792569" name="connsiteX369"/>
                  <a:gd fmla="*/ 2820829 h 4750498" name="connsiteY369"/>
                  <a:gd fmla="*/ 1307783 w 3792569" name="connsiteX370"/>
                  <a:gd fmla="*/ 2825401 h 4750498" name="connsiteY370"/>
                  <a:gd fmla="*/ 1339691 w 3792569" name="connsiteX371"/>
                  <a:gd fmla="*/ 2741200 h 4750498" name="connsiteY371"/>
                  <a:gd fmla="*/ 1337501 w 3792569" name="connsiteX372"/>
                  <a:gd fmla="*/ 2740724 h 4750498" name="connsiteY372"/>
                  <a:gd fmla="*/ 1333024 w 3792569" name="connsiteX373"/>
                  <a:gd fmla="*/ 2734247 h 4750498" name="connsiteY373"/>
                  <a:gd fmla="*/ 1333500 w 3792569" name="connsiteX374"/>
                  <a:gd fmla="*/ 2731961 h 4750498" name="connsiteY374"/>
                  <a:gd fmla="*/ 1344740 w 3792569" name="connsiteX375"/>
                  <a:gd fmla="*/ 2702528 h 4750498" name="connsiteY375"/>
                  <a:gd fmla="*/ 1349693 w 3792569" name="connsiteX376"/>
                  <a:gd fmla="*/ 2689955 h 4750498" name="connsiteY376"/>
                  <a:gd fmla="*/ 1358456 w 3792569" name="connsiteX377"/>
                  <a:gd fmla="*/ 2686145 h 4750498" name="connsiteY377"/>
                  <a:gd fmla="*/ 1362075 w 3792569" name="connsiteX378"/>
                  <a:gd fmla="*/ 2689479 h 4750498" name="connsiteY378"/>
                  <a:gd fmla="*/ 1362266 w 3792569" name="connsiteX379"/>
                  <a:gd fmla="*/ 2694623 h 4750498" name="connsiteY379"/>
                  <a:gd fmla="*/ 1346359 w 3792569" name="connsiteX380"/>
                  <a:gd fmla="*/ 2736342 h 4750498" name="connsiteY380"/>
                  <a:gd fmla="*/ 1346359 w 3792569" name="connsiteX381"/>
                  <a:gd fmla="*/ 2736533 h 4750498" name="connsiteY381"/>
                  <a:gd fmla="*/ 1339691 w 3792569" name="connsiteX382"/>
                  <a:gd fmla="*/ 2741200 h 4750498" name="connsiteY382"/>
                  <a:gd fmla="*/ 1371791 w 3792569" name="connsiteX383"/>
                  <a:gd fmla="*/ 2657285 h 4750498" name="connsiteY383"/>
                  <a:gd fmla="*/ 1369600 w 3792569" name="connsiteX384"/>
                  <a:gd fmla="*/ 2656808 h 4750498" name="connsiteY384"/>
                  <a:gd fmla="*/ 1365314 w 3792569" name="connsiteX385"/>
                  <a:gd fmla="*/ 2650522 h 4750498" name="connsiteY385"/>
                  <a:gd fmla="*/ 1365790 w 3792569" name="connsiteX386"/>
                  <a:gd fmla="*/ 2648045 h 4750498" name="connsiteY386"/>
                  <a:gd fmla="*/ 1381982 w 3792569" name="connsiteX387"/>
                  <a:gd fmla="*/ 2606040 h 4750498" name="connsiteY387"/>
                  <a:gd fmla="*/ 1390745 w 3792569" name="connsiteX388"/>
                  <a:gd fmla="*/ 2602230 h 4750498" name="connsiteY388"/>
                  <a:gd fmla="*/ 1394365 w 3792569" name="connsiteX389"/>
                  <a:gd fmla="*/ 2605564 h 4750498" name="connsiteY389"/>
                  <a:gd fmla="*/ 1394651 w 3792569" name="connsiteX390"/>
                  <a:gd fmla="*/ 2610898 h 4750498" name="connsiteY390"/>
                  <a:gd fmla="*/ 1378458 w 3792569" name="connsiteX391"/>
                  <a:gd fmla="*/ 2652617 h 4750498" name="connsiteY391"/>
                  <a:gd fmla="*/ 1371791 w 3792569" name="connsiteX392"/>
                  <a:gd fmla="*/ 2657285 h 4750498" name="connsiteY392"/>
                  <a:gd fmla="*/ 1404366 w 3792569" name="connsiteX393"/>
                  <a:gd fmla="*/ 2573369 h 4750498" name="connsiteY393"/>
                  <a:gd fmla="*/ 1402175 w 3792569" name="connsiteX394"/>
                  <a:gd fmla="*/ 2572893 h 4750498" name="connsiteY394"/>
                  <a:gd fmla="*/ 1397889 w 3792569" name="connsiteX395"/>
                  <a:gd fmla="*/ 2566416 h 4750498" name="connsiteY395"/>
                  <a:gd fmla="*/ 1398080 w 3792569" name="connsiteX396"/>
                  <a:gd fmla="*/ 2564130 h 4750498" name="connsiteY396"/>
                  <a:gd fmla="*/ 1414653 w 3792569" name="connsiteX397"/>
                  <a:gd fmla="*/ 2522125 h 4750498" name="connsiteY397"/>
                  <a:gd fmla="*/ 1423416 w 3792569" name="connsiteX398"/>
                  <a:gd fmla="*/ 2518505 h 4750498" name="connsiteY398"/>
                  <a:gd fmla="*/ 1427036 w 3792569" name="connsiteX399"/>
                  <a:gd fmla="*/ 2521839 h 4750498" name="connsiteY399"/>
                  <a:gd fmla="*/ 1427321 w 3792569" name="connsiteX400"/>
                  <a:gd fmla="*/ 2526983 h 4750498" name="connsiteY400"/>
                  <a:gd fmla="*/ 1422368 w 3792569" name="connsiteX401"/>
                  <a:gd fmla="*/ 2539746 h 4750498" name="connsiteY401"/>
                  <a:gd fmla="*/ 1410938 w 3792569" name="connsiteX402"/>
                  <a:gd fmla="*/ 2568702 h 4750498" name="connsiteY402"/>
                  <a:gd fmla="*/ 1410938 w 3792569" name="connsiteX403"/>
                  <a:gd fmla="*/ 2568893 h 4750498" name="connsiteY403"/>
                  <a:gd fmla="*/ 1404366 w 3792569" name="connsiteX404"/>
                  <a:gd fmla="*/ 2573369 h 4750498" name="connsiteY404"/>
                  <a:gd fmla="*/ 1437323 w 3792569" name="connsiteX405"/>
                  <a:gd fmla="*/ 2489645 h 4750498" name="connsiteY405"/>
                  <a:gd fmla="*/ 1434846 w 3792569" name="connsiteX406"/>
                  <a:gd fmla="*/ 2489168 h 4750498" name="connsiteY406"/>
                  <a:gd fmla="*/ 1430560 w 3792569" name="connsiteX407"/>
                  <a:gd fmla="*/ 2483072 h 4750498" name="connsiteY407"/>
                  <a:gd fmla="*/ 1431036 w 3792569" name="connsiteX408"/>
                  <a:gd fmla="*/ 2480405 h 4750498" name="connsiteY408"/>
                  <a:gd fmla="*/ 1441133 w 3792569" name="connsiteX409"/>
                  <a:gd fmla="*/ 2455259 h 4750498" name="connsiteY409"/>
                  <a:gd fmla="*/ 1447610 w 3792569" name="connsiteX410"/>
                  <a:gd fmla="*/ 2438686 h 4750498" name="connsiteY410"/>
                  <a:gd fmla="*/ 1456373 w 3792569" name="connsiteX411"/>
                  <a:gd fmla="*/ 2434876 h 4750498" name="connsiteY411"/>
                  <a:gd fmla="*/ 1460183 w 3792569" name="connsiteX412"/>
                  <a:gd fmla="*/ 2438495 h 4750498" name="connsiteY412"/>
                  <a:gd fmla="*/ 1460183 w 3792569" name="connsiteX413"/>
                  <a:gd fmla="*/ 2443639 h 4750498" name="connsiteY413"/>
                  <a:gd fmla="*/ 1451896 w 3792569" name="connsiteX414"/>
                  <a:gd fmla="*/ 2464308 h 4750498" name="connsiteY414"/>
                  <a:gd fmla="*/ 1443609 w 3792569" name="connsiteX415"/>
                  <a:gd fmla="*/ 2485358 h 4750498" name="connsiteY415"/>
                  <a:gd fmla="*/ 1437323 w 3792569" name="connsiteX416"/>
                  <a:gd fmla="*/ 2489645 h 4750498" name="connsiteY416"/>
                  <a:gd fmla="*/ 1470565 w 3792569" name="connsiteX417"/>
                  <a:gd fmla="*/ 2406110 h 4750498" name="connsiteY417"/>
                  <a:gd fmla="*/ 1468088 w 3792569" name="connsiteX418"/>
                  <a:gd fmla="*/ 2405634 h 4750498" name="connsiteY418"/>
                  <a:gd fmla="*/ 1464088 w 3792569" name="connsiteX419"/>
                  <a:gd fmla="*/ 2399538 h 4750498" name="connsiteY419"/>
                  <a:gd fmla="*/ 1464564 w 3792569" name="connsiteX420"/>
                  <a:gd fmla="*/ 2396871 h 4750498" name="connsiteY420"/>
                  <a:gd fmla="*/ 1481423 w 3792569" name="connsiteX421"/>
                  <a:gd fmla="*/ 2355152 h 4750498" name="connsiteY421"/>
                  <a:gd fmla="*/ 1490186 w 3792569" name="connsiteX422"/>
                  <a:gd fmla="*/ 2351532 h 4750498" name="connsiteY422"/>
                  <a:gd fmla="*/ 1493806 w 3792569" name="connsiteX423"/>
                  <a:gd fmla="*/ 2360295 h 4750498" name="connsiteY423"/>
                  <a:gd fmla="*/ 1476947 w 3792569" name="connsiteX424"/>
                  <a:gd fmla="*/ 2401824 h 4750498" name="connsiteY424"/>
                  <a:gd fmla="*/ 1476947 w 3792569" name="connsiteX425"/>
                  <a:gd fmla="*/ 2402015 h 4750498" name="connsiteY425"/>
                  <a:gd fmla="*/ 1470565 w 3792569" name="connsiteX426"/>
                  <a:gd fmla="*/ 2406110 h 4750498" name="connsiteY426"/>
                  <a:gd fmla="*/ 1504379 w 3792569" name="connsiteX427"/>
                  <a:gd fmla="*/ 2322862 h 4750498" name="connsiteY427"/>
                  <a:gd fmla="*/ 1501712 w 3792569" name="connsiteX428"/>
                  <a:gd fmla="*/ 2322386 h 4750498" name="connsiteY428"/>
                  <a:gd fmla="*/ 1497711 w 3792569" name="connsiteX429"/>
                  <a:gd fmla="*/ 2316099 h 4750498" name="connsiteY429"/>
                  <a:gd fmla="*/ 1498187 w 3792569" name="connsiteX430"/>
                  <a:gd fmla="*/ 2313623 h 4750498" name="connsiteY430"/>
                  <a:gd fmla="*/ 1515237 w 3792569" name="connsiteX431"/>
                  <a:gd fmla="*/ 2271903 h 4750498" name="connsiteY431"/>
                  <a:gd fmla="*/ 1524000 w 3792569" name="connsiteX432"/>
                  <a:gd fmla="*/ 2268284 h 4750498" name="connsiteY432"/>
                  <a:gd fmla="*/ 1527620 w 3792569" name="connsiteX433"/>
                  <a:gd fmla="*/ 2271903 h 4750498" name="connsiteY433"/>
                  <a:gd fmla="*/ 1527810 w 3792569" name="connsiteX434"/>
                  <a:gd fmla="*/ 2277047 h 4750498" name="connsiteY434"/>
                  <a:gd fmla="*/ 1510760 w 3792569" name="connsiteX435"/>
                  <a:gd fmla="*/ 2318576 h 4750498" name="connsiteY435"/>
                  <a:gd fmla="*/ 1504379 w 3792569" name="connsiteX436"/>
                  <a:gd fmla="*/ 2322862 h 4750498" name="connsiteY436"/>
                  <a:gd fmla="*/ 1538573 w 3792569" name="connsiteX437"/>
                  <a:gd fmla="*/ 2239804 h 4750498" name="connsiteY437"/>
                  <a:gd fmla="*/ 1536097 w 3792569" name="connsiteX438"/>
                  <a:gd fmla="*/ 2239137 h 4750498" name="connsiteY438"/>
                  <a:gd fmla="*/ 1531811 w 3792569" name="connsiteX439"/>
                  <a:gd fmla="*/ 2233041 h 4750498" name="connsiteY439"/>
                  <a:gd fmla="*/ 1532477 w 3792569" name="connsiteX440"/>
                  <a:gd fmla="*/ 2230374 h 4750498" name="connsiteY440"/>
                  <a:gd fmla="*/ 1536287 w 3792569" name="connsiteX441"/>
                  <a:gd fmla="*/ 2220944 h 4750498" name="connsiteY441"/>
                  <a:gd fmla="*/ 1549813 w 3792569" name="connsiteX442"/>
                  <a:gd fmla="*/ 2188845 h 4750498" name="connsiteY442"/>
                  <a:gd fmla="*/ 1558576 w 3792569" name="connsiteX443"/>
                  <a:gd fmla="*/ 2185226 h 4750498" name="connsiteY443"/>
                  <a:gd fmla="*/ 1562195 w 3792569" name="connsiteX444"/>
                  <a:gd fmla="*/ 2188845 h 4750498" name="connsiteY444"/>
                  <a:gd fmla="*/ 1562195 w 3792569" name="connsiteX445"/>
                  <a:gd fmla="*/ 2193989 h 4750498" name="connsiteY445"/>
                  <a:gd fmla="*/ 1554099 w 3792569" name="connsiteX446"/>
                  <a:gd fmla="*/ 2213324 h 4750498" name="connsiteY446"/>
                  <a:gd fmla="*/ 1544860 w 3792569" name="connsiteX447"/>
                  <a:gd fmla="*/ 2235518 h 4750498" name="connsiteY447"/>
                  <a:gd fmla="*/ 1538573 w 3792569" name="connsiteX448"/>
                  <a:gd fmla="*/ 2239804 h 4750498" name="connsiteY448"/>
                  <a:gd fmla="*/ 1573340 w 3792569" name="connsiteX449"/>
                  <a:gd fmla="*/ 2156746 h 4750498" name="connsiteY449"/>
                  <a:gd fmla="*/ 1570673 w 3792569" name="connsiteX450"/>
                  <a:gd fmla="*/ 2156270 h 4750498" name="connsiteY450"/>
                  <a:gd fmla="*/ 1566672 w 3792569" name="connsiteX451"/>
                  <a:gd fmla="*/ 2149983 h 4750498" name="connsiteY451"/>
                  <a:gd fmla="*/ 1567148 w 3792569" name="connsiteX452"/>
                  <a:gd fmla="*/ 2147507 h 4750498" name="connsiteY452"/>
                  <a:gd fmla="*/ 1571435 w 3792569" name="connsiteX453"/>
                  <a:gd fmla="*/ 2137220 h 4750498" name="connsiteY453"/>
                  <a:gd fmla="*/ 1584674 w 3792569" name="connsiteX454"/>
                  <a:gd fmla="*/ 2105978 h 4750498" name="connsiteY454"/>
                  <a:gd fmla="*/ 1593628 w 3792569" name="connsiteX455"/>
                  <a:gd fmla="*/ 2102358 h 4750498" name="connsiteY455"/>
                  <a:gd fmla="*/ 1597247 w 3792569" name="connsiteX456"/>
                  <a:gd fmla="*/ 2111312 h 4750498" name="connsiteY456"/>
                  <a:gd fmla="*/ 1579721 w 3792569" name="connsiteX457"/>
                  <a:gd fmla="*/ 2152364 h 4750498" name="connsiteY457"/>
                  <a:gd fmla="*/ 1579436 w 3792569" name="connsiteX458"/>
                  <a:gd fmla="*/ 2152555 h 4750498" name="connsiteY458"/>
                  <a:gd fmla="*/ 1573340 w 3792569" name="connsiteX459"/>
                  <a:gd fmla="*/ 2156746 h 4750498" name="connsiteY459"/>
                  <a:gd fmla="*/ 1608582 w 3792569" name="connsiteX460"/>
                  <a:gd fmla="*/ 2074164 h 4750498" name="connsiteY460"/>
                  <a:gd fmla="*/ 1605915 w 3792569" name="connsiteX461"/>
                  <a:gd fmla="*/ 2073497 h 4750498" name="connsiteY461"/>
                  <a:gd fmla="*/ 1601819 w 3792569" name="connsiteX462"/>
                  <a:gd fmla="*/ 2067401 h 4750498" name="connsiteY462"/>
                  <a:gd fmla="*/ 1602296 w 3792569" name="connsiteX463"/>
                  <a:gd fmla="*/ 2064734 h 4750498" name="connsiteY463"/>
                  <a:gd fmla="*/ 1620203 w 3792569" name="connsiteX464"/>
                  <a:gd fmla="*/ 2023396 h 4750498" name="connsiteY464"/>
                  <a:gd fmla="*/ 1628966 w 3792569" name="connsiteX465"/>
                  <a:gd fmla="*/ 2020062 h 4750498" name="connsiteY465"/>
                  <a:gd fmla="*/ 1632585 w 3792569" name="connsiteX466"/>
                  <a:gd fmla="*/ 2023682 h 4750498" name="connsiteY466"/>
                  <a:gd fmla="*/ 1632395 w 3792569" name="connsiteX467"/>
                  <a:gd fmla="*/ 2028825 h 4750498" name="connsiteY467"/>
                  <a:gd fmla="*/ 1614678 w 3792569" name="connsiteX468"/>
                  <a:gd fmla="*/ 2070164 h 4750498" name="connsiteY468"/>
                  <a:gd fmla="*/ 1608582 w 3792569" name="connsiteX469"/>
                  <a:gd fmla="*/ 2074164 h 4750498" name="connsiteY469"/>
                  <a:gd fmla="*/ 1644301 w 3792569" name="connsiteX470"/>
                  <a:gd fmla="*/ 1991582 h 4750498" name="connsiteY470"/>
                  <a:gd fmla="*/ 1641634 w 3792569" name="connsiteX471"/>
                  <a:gd fmla="*/ 1991106 h 4750498" name="connsiteY471"/>
                  <a:gd fmla="*/ 1637633 w 3792569" name="connsiteX472"/>
                  <a:gd fmla="*/ 1984819 h 4750498" name="connsiteY472"/>
                  <a:gd fmla="*/ 1638110 w 3792569" name="connsiteX473"/>
                  <a:gd fmla="*/ 1982152 h 4750498" name="connsiteY473"/>
                  <a:gd fmla="*/ 1656302 w 3792569" name="connsiteX474"/>
                  <a:gd fmla="*/ 1941100 h 4750498" name="connsiteY474"/>
                  <a:gd fmla="*/ 1665065 w 3792569" name="connsiteX475"/>
                  <a:gd fmla="*/ 1937766 h 4750498" name="connsiteY475"/>
                  <a:gd fmla="*/ 1668685 w 3792569" name="connsiteX476"/>
                  <a:gd fmla="*/ 1946529 h 4750498" name="connsiteY476"/>
                  <a:gd fmla="*/ 1650492 w 3792569" name="connsiteX477"/>
                  <a:gd fmla="*/ 1987582 h 4750498" name="connsiteY477"/>
                  <a:gd fmla="*/ 1650492 w 3792569" name="connsiteX478"/>
                  <a:gd fmla="*/ 1988058 h 4750498" name="connsiteY478"/>
                  <a:gd fmla="*/ 1644301 w 3792569" name="connsiteX479"/>
                  <a:gd fmla="*/ 1991582 h 4750498" name="connsiteY479"/>
                  <a:gd fmla="*/ 1680591 w 3792569" name="connsiteX480"/>
                  <a:gd fmla="*/ 1909381 h 4750498" name="connsiteY480"/>
                  <a:gd fmla="*/ 1677638 w 3792569" name="connsiteX481"/>
                  <a:gd fmla="*/ 1908905 h 4750498" name="connsiteY481"/>
                  <a:gd fmla="*/ 1673828 w 3792569" name="connsiteX482"/>
                  <a:gd fmla="*/ 1902619 h 4750498" name="connsiteY482"/>
                  <a:gd fmla="*/ 1674305 w 3792569" name="connsiteX483"/>
                  <a:gd fmla="*/ 1899952 h 4750498" name="connsiteY483"/>
                  <a:gd fmla="*/ 1675162 w 3792569" name="connsiteX484"/>
                  <a:gd fmla="*/ 1898142 h 4750498" name="connsiteY484"/>
                  <a:gd fmla="*/ 1692688 w 3792569" name="connsiteX485"/>
                  <a:gd fmla="*/ 1858899 h 4750498" name="connsiteY485"/>
                  <a:gd fmla="*/ 1701641 w 3792569" name="connsiteX486"/>
                  <a:gd fmla="*/ 1855565 h 4750498" name="connsiteY486"/>
                  <a:gd fmla="*/ 1704975 w 3792569" name="connsiteX487"/>
                  <a:gd fmla="*/ 1859375 h 4750498" name="connsiteY487"/>
                  <a:gd fmla="*/ 1704975 w 3792569" name="connsiteX488"/>
                  <a:gd fmla="*/ 1864519 h 4750498" name="connsiteY488"/>
                  <a:gd fmla="*/ 1686592 w 3792569" name="connsiteX489"/>
                  <a:gd fmla="*/ 1905191 h 4750498" name="connsiteY489"/>
                  <a:gd fmla="*/ 1686592 w 3792569" name="connsiteX490"/>
                  <a:gd fmla="*/ 1905667 h 4750498" name="connsiteY490"/>
                  <a:gd fmla="*/ 1680591 w 3792569" name="connsiteX491"/>
                  <a:gd fmla="*/ 1909381 h 4750498" name="connsiteY491"/>
                  <a:gd fmla="*/ 1717453 w 3792569" name="connsiteX492"/>
                  <a:gd fmla="*/ 1827467 h 4750498" name="connsiteY492"/>
                  <a:gd fmla="*/ 1714500 w 3792569" name="connsiteX493"/>
                  <a:gd fmla="*/ 1826990 h 4750498" name="connsiteY493"/>
                  <a:gd fmla="*/ 1710690 w 3792569" name="connsiteX494"/>
                  <a:gd fmla="*/ 1820894 h 4750498" name="connsiteY494"/>
                  <a:gd fmla="*/ 1711166 w 3792569" name="connsiteX495"/>
                  <a:gd fmla="*/ 1817942 h 4750498" name="connsiteY495"/>
                  <a:gd fmla="*/ 1711452 w 3792569" name="connsiteX496"/>
                  <a:gd fmla="*/ 1817942 h 4750498" name="connsiteY496"/>
                  <a:gd fmla="*/ 1711452 w 3792569" name="connsiteX497"/>
                  <a:gd fmla="*/ 1817465 h 4750498" name="connsiteY497"/>
                  <a:gd fmla="*/ 1727168 w 3792569" name="connsiteX498"/>
                  <a:gd fmla="*/ 1783080 h 4750498" name="connsiteY498"/>
                  <a:gd fmla="*/ 1730121 w 3792569" name="connsiteX499"/>
                  <a:gd fmla="*/ 1776984 h 4750498" name="connsiteY499"/>
                  <a:gd fmla="*/ 1739075 w 3792569" name="connsiteX500"/>
                  <a:gd fmla="*/ 1773650 h 4750498" name="connsiteY500"/>
                  <a:gd fmla="*/ 1742408 w 3792569" name="connsiteX501"/>
                  <a:gd fmla="*/ 1777460 h 4750498" name="connsiteY501"/>
                  <a:gd fmla="*/ 1742123 w 3792569" name="connsiteX502"/>
                  <a:gd fmla="*/ 1782604 h 4750498" name="connsiteY502"/>
                  <a:gd fmla="*/ 1733550 w 3792569" name="connsiteX503"/>
                  <a:gd fmla="*/ 1801654 h 4750498" name="connsiteY503"/>
                  <a:gd fmla="*/ 1723454 w 3792569" name="connsiteX504"/>
                  <a:gd fmla="*/ 1823466 h 4750498" name="connsiteY504"/>
                  <a:gd fmla="*/ 1717453 w 3792569" name="connsiteX505"/>
                  <a:gd fmla="*/ 1827467 h 4750498" name="connsiteY505"/>
                  <a:gd fmla="*/ 1754886 w 3792569" name="connsiteX506"/>
                  <a:gd fmla="*/ 1745837 h 4750498" name="connsiteY506"/>
                  <a:gd fmla="*/ 1752219 w 3792569" name="connsiteX507"/>
                  <a:gd fmla="*/ 1745361 h 4750498" name="connsiteY507"/>
                  <a:gd fmla="*/ 1748219 w 3792569" name="connsiteX508"/>
                  <a:gd fmla="*/ 1739265 h 4750498" name="connsiteY508"/>
                  <a:gd fmla="*/ 1748885 w 3792569" name="connsiteX509"/>
                  <a:gd fmla="*/ 1736312 h 4750498" name="connsiteY509"/>
                  <a:gd fmla="*/ 1762982 w 3792569" name="connsiteX510"/>
                  <a:gd fmla="*/ 1706023 h 4750498" name="connsiteY510"/>
                  <a:gd fmla="*/ 1767650 w 3792569" name="connsiteX511"/>
                  <a:gd fmla="*/ 1695450 h 4750498" name="connsiteY511"/>
                  <a:gd fmla="*/ 1776603 w 3792569" name="connsiteX512"/>
                  <a:gd fmla="*/ 1692307 h 4750498" name="connsiteY512"/>
                  <a:gd fmla="*/ 1779937 w 3792569" name="connsiteX513"/>
                  <a:gd fmla="*/ 1701260 h 4750498" name="connsiteY513"/>
                  <a:gd fmla="*/ 1760887 w 3792569" name="connsiteX514"/>
                  <a:gd fmla="*/ 1741932 h 4750498" name="connsiteY514"/>
                  <a:gd fmla="*/ 1754886 w 3792569" name="connsiteX515"/>
                  <a:gd fmla="*/ 1745837 h 4750498" name="connsiteY515"/>
                  <a:gd fmla="*/ 1793081 w 3792569" name="connsiteX516"/>
                  <a:gd fmla="*/ 1664589 h 4750498" name="connsiteY516"/>
                  <a:gd fmla="*/ 1790129 w 3792569" name="connsiteX517"/>
                  <a:gd fmla="*/ 1663922 h 4750498" name="connsiteY517"/>
                  <a:gd fmla="*/ 1786319 w 3792569" name="connsiteX518"/>
                  <a:gd fmla="*/ 1657826 h 4750498" name="connsiteY518"/>
                  <a:gd fmla="*/ 1786985 w 3792569" name="connsiteX519"/>
                  <a:gd fmla="*/ 1654874 h 4750498" name="connsiteY519"/>
                  <a:gd fmla="*/ 1804702 w 3792569" name="connsiteX520"/>
                  <a:gd fmla="*/ 1618107 h 4750498" name="connsiteY520"/>
                  <a:gd fmla="*/ 1806321 w 3792569" name="connsiteX521"/>
                  <a:gd fmla="*/ 1614488 h 4750498" name="connsiteY521"/>
                  <a:gd fmla="*/ 1815275 w 3792569" name="connsiteX522"/>
                  <a:gd fmla="*/ 1611154 h 4750498" name="connsiteY522"/>
                  <a:gd fmla="*/ 1818894 w 3792569" name="connsiteX523"/>
                  <a:gd fmla="*/ 1614964 h 4750498" name="connsiteY523"/>
                  <a:gd fmla="*/ 1818704 w 3792569" name="connsiteX524"/>
                  <a:gd fmla="*/ 1620107 h 4750498" name="connsiteY524"/>
                  <a:gd fmla="*/ 1799177 w 3792569" name="connsiteX525"/>
                  <a:gd fmla="*/ 1660779 h 4750498" name="connsiteY525"/>
                  <a:gd fmla="*/ 1793081 w 3792569" name="connsiteX526"/>
                  <a:gd fmla="*/ 1664589 h 4750498" name="connsiteY526"/>
                  <a:gd fmla="*/ 1831848 w 3792569" name="connsiteX527"/>
                  <a:gd fmla="*/ 1583531 h 4750498" name="connsiteY527"/>
                  <a:gd fmla="*/ 1828895 w 3792569" name="connsiteX528"/>
                  <a:gd fmla="*/ 1582864 h 4750498" name="connsiteY528"/>
                  <a:gd fmla="*/ 1825085 w 3792569" name="connsiteX529"/>
                  <a:gd fmla="*/ 1576768 h 4750498" name="connsiteY529"/>
                  <a:gd fmla="*/ 1825752 w 3792569" name="connsiteX530"/>
                  <a:gd fmla="*/ 1573816 h 4750498" name="connsiteY530"/>
                  <a:gd fmla="*/ 1845469 w 3792569" name="connsiteX531"/>
                  <a:gd fmla="*/ 1533620 h 4750498" name="connsiteY531"/>
                  <a:gd fmla="*/ 1854422 w 3792569" name="connsiteX532"/>
                  <a:gd fmla="*/ 1530477 h 4750498" name="connsiteY532"/>
                  <a:gd fmla="*/ 1857566 w 3792569" name="connsiteX533"/>
                  <a:gd fmla="*/ 1539431 h 4750498" name="connsiteY533"/>
                  <a:gd fmla="*/ 1852422 w 3792569" name="connsiteX534"/>
                  <a:gd fmla="*/ 1550003 h 4750498" name="connsiteY534"/>
                  <a:gd fmla="*/ 1837849 w 3792569" name="connsiteX535"/>
                  <a:gd fmla="*/ 1579626 h 4750498" name="connsiteY535"/>
                  <a:gd fmla="*/ 1831848 w 3792569" name="connsiteX536"/>
                  <a:gd fmla="*/ 1583531 h 4750498" name="connsiteY536"/>
                  <a:gd fmla="*/ 1871377 w 3792569" name="connsiteX537"/>
                  <a:gd fmla="*/ 1503140 h 4750498" name="connsiteY537"/>
                  <a:gd fmla="*/ 1868424 w 3792569" name="connsiteX538"/>
                  <a:gd fmla="*/ 1502474 h 4750498" name="connsiteY538"/>
                  <a:gd fmla="*/ 1864614 w 3792569" name="connsiteX539"/>
                  <a:gd fmla="*/ 1496187 h 4750498" name="connsiteY539"/>
                  <a:gd fmla="*/ 1865281 w 3792569" name="connsiteX540"/>
                  <a:gd fmla="*/ 1493234 h 4750498" name="connsiteY540"/>
                  <a:gd fmla="*/ 1869091 w 3792569" name="connsiteX541"/>
                  <a:gd fmla="*/ 1485805 h 4750498" name="connsiteY541"/>
                  <a:gd fmla="*/ 1885474 w 3792569" name="connsiteX542"/>
                  <a:gd fmla="*/ 1453039 h 4750498" name="connsiteY542"/>
                  <a:gd fmla="*/ 1894427 w 3792569" name="connsiteX543"/>
                  <a:gd fmla="*/ 1450086 h 4750498" name="connsiteY543"/>
                  <a:gd fmla="*/ 1897380 w 3792569" name="connsiteX544"/>
                  <a:gd fmla="*/ 1459039 h 4750498" name="connsiteY544"/>
                  <a:gd fmla="*/ 1877378 w 3792569" name="connsiteX545"/>
                  <a:gd fmla="*/ 1499235 h 4750498" name="connsiteY545"/>
                  <a:gd fmla="*/ 1871377 w 3792569" name="connsiteX546"/>
                  <a:gd fmla="*/ 1503140 h 4750498" name="connsiteY546"/>
                  <a:gd fmla="*/ 1911763 w 3792569" name="connsiteX547"/>
                  <a:gd fmla="*/ 1422845 h 4750498" name="connsiteY547"/>
                  <a:gd fmla="*/ 1908810 w 3792569" name="connsiteX548"/>
                  <a:gd fmla="*/ 1422178 h 4750498" name="connsiteY548"/>
                  <a:gd fmla="*/ 1905000 w 3792569" name="connsiteX549"/>
                  <a:gd fmla="*/ 1415891 h 4750498" name="connsiteY549"/>
                  <a:gd fmla="*/ 1905667 w 3792569" name="connsiteX550"/>
                  <a:gd fmla="*/ 1413224 h 4750498" name="connsiteY550"/>
                  <a:gd fmla="*/ 1926336 w 3792569" name="connsiteX551"/>
                  <a:gd fmla="*/ 1373029 h 4750498" name="connsiteY551"/>
                  <a:gd fmla="*/ 1935290 w 3792569" name="connsiteX552"/>
                  <a:gd fmla="*/ 1370076 h 4750498" name="connsiteY552"/>
                  <a:gd fmla="*/ 1938623 w 3792569" name="connsiteX553"/>
                  <a:gd fmla="*/ 1373886 h 4750498" name="connsiteY553"/>
                  <a:gd fmla="*/ 1938147 w 3792569" name="connsiteX554"/>
                  <a:gd fmla="*/ 1379030 h 4750498" name="connsiteY554"/>
                  <a:gd fmla="*/ 1917764 w 3792569" name="connsiteX555"/>
                  <a:gd fmla="*/ 1418939 h 4750498" name="connsiteY555"/>
                  <a:gd fmla="*/ 1917764 w 3792569" name="connsiteX556"/>
                  <a:gd fmla="*/ 1419130 h 4750498" name="connsiteY556"/>
                  <a:gd fmla="*/ 1911763 w 3792569" name="connsiteX557"/>
                  <a:gd fmla="*/ 1422845 h 4750498" name="connsiteY557"/>
                  <a:gd fmla="*/ 1953101 w 3792569" name="connsiteX558"/>
                  <a:gd fmla="*/ 1342644 h 4750498" name="connsiteY558"/>
                  <a:gd fmla="*/ 1949958 w 3792569" name="connsiteX559"/>
                  <a:gd fmla="*/ 1341977 h 4750498" name="connsiteY559"/>
                  <a:gd fmla="*/ 1946339 w 3792569" name="connsiteX560"/>
                  <a:gd fmla="*/ 1336167 h 4750498" name="connsiteY560"/>
                  <a:gd fmla="*/ 1947005 w 3792569" name="connsiteX561"/>
                  <a:gd fmla="*/ 1332833 h 4750498" name="connsiteY561"/>
                  <a:gd fmla="*/ 1959959 w 3792569" name="connsiteX562"/>
                  <a:gd fmla="*/ 1308164 h 4750498" name="connsiteY562"/>
                  <a:gd fmla="*/ 1968056 w 3792569" name="connsiteX563"/>
                  <a:gd fmla="*/ 1293114 h 4750498" name="connsiteY563"/>
                  <a:gd fmla="*/ 1977009 w 3792569" name="connsiteX564"/>
                  <a:gd fmla="*/ 1290447 h 4750498" name="connsiteY564"/>
                  <a:gd fmla="*/ 1979962 w 3792569" name="connsiteX565"/>
                  <a:gd fmla="*/ 1299401 h 4750498" name="connsiteY565"/>
                  <a:gd fmla="*/ 1959102 w 3792569" name="connsiteX566"/>
                  <a:gd fmla="*/ 1339120 h 4750498" name="connsiteY566"/>
                  <a:gd fmla="*/ 1953101 w 3792569" name="connsiteX567"/>
                  <a:gd fmla="*/ 1342644 h 4750498" name="connsiteY567"/>
                  <a:gd fmla="*/ 1995107 w 3792569" name="connsiteX568"/>
                  <a:gd fmla="*/ 1263206 h 4750498" name="connsiteY568"/>
                  <a:gd fmla="*/ 1991963 w 3792569" name="connsiteX569"/>
                  <a:gd fmla="*/ 1262539 h 4750498" name="connsiteY569"/>
                  <a:gd fmla="*/ 1988344 w 3792569" name="connsiteX570"/>
                  <a:gd fmla="*/ 1256729 h 4750498" name="connsiteY570"/>
                  <a:gd fmla="*/ 1989201 w 3792569" name="connsiteX571"/>
                  <a:gd fmla="*/ 1253585 h 4750498" name="connsiteY571"/>
                  <a:gd fmla="*/ 1989201 w 3792569" name="connsiteX572"/>
                  <a:gd fmla="*/ 1253395 h 4750498" name="connsiteY572"/>
                  <a:gd fmla="*/ 1989391 w 3792569" name="connsiteX573"/>
                  <a:gd fmla="*/ 1252918 h 4750498" name="connsiteY573"/>
                  <a:gd fmla="*/ 2010442 w 3792569" name="connsiteX574"/>
                  <a:gd fmla="*/ 1213866 h 4750498" name="connsiteY574"/>
                  <a:gd fmla="*/ 2019681 w 3792569" name="connsiteX575"/>
                  <a:gd fmla="*/ 1211199 h 4750498" name="connsiteY575"/>
                  <a:gd fmla="*/ 2022824 w 3792569" name="connsiteX576"/>
                  <a:gd fmla="*/ 1215200 h 4750498" name="connsiteY576"/>
                  <a:gd fmla="*/ 2022348 w 3792569" name="connsiteX577"/>
                  <a:gd fmla="*/ 1220343 h 4750498" name="connsiteY577"/>
                  <a:gd fmla="*/ 2001012 w 3792569" name="connsiteX578"/>
                  <a:gd fmla="*/ 1259872 h 4750498" name="connsiteY578"/>
                  <a:gd fmla="*/ 1995107 w 3792569" name="connsiteX579"/>
                  <a:gd fmla="*/ 1263206 h 4750498" name="connsiteY579"/>
                  <a:gd fmla="*/ 2038159 w 3792569" name="connsiteX580"/>
                  <a:gd fmla="*/ 1184434 h 4750498" name="connsiteY580"/>
                  <a:gd fmla="*/ 2035016 w 3792569" name="connsiteX581"/>
                  <a:gd fmla="*/ 1183577 h 4750498" name="connsiteY581"/>
                  <a:gd fmla="*/ 2031397 w 3792569" name="connsiteX582"/>
                  <a:gd fmla="*/ 1177766 h 4750498" name="connsiteY582"/>
                  <a:gd fmla="*/ 2032254 w 3792569" name="connsiteX583"/>
                  <a:gd fmla="*/ 1174433 h 4750498" name="connsiteY583"/>
                  <a:gd fmla="*/ 2054066 w 3792569" name="connsiteX584"/>
                  <a:gd fmla="*/ 1135189 h 4750498" name="connsiteY584"/>
                  <a:gd fmla="*/ 2063306 w 3792569" name="connsiteX585"/>
                  <a:gd fmla="*/ 1132713 h 4750498" name="connsiteY585"/>
                  <a:gd fmla="*/ 2065782 w 3792569" name="connsiteX586"/>
                  <a:gd fmla="*/ 1141952 h 4750498" name="connsiteY586"/>
                  <a:gd fmla="*/ 2044256 w 3792569" name="connsiteX587"/>
                  <a:gd fmla="*/ 1180814 h 4750498" name="connsiteY587"/>
                  <a:gd fmla="*/ 2044065 w 3792569" name="connsiteX588"/>
                  <a:gd fmla="*/ 1181005 h 4750498" name="connsiteY588"/>
                  <a:gd fmla="*/ 2038159 w 3792569" name="connsiteX589"/>
                  <a:gd fmla="*/ 1184434 h 4750498" name="connsiteY589"/>
                  <a:gd fmla="*/ 2082165 w 3792569" name="connsiteX590"/>
                  <a:gd fmla="*/ 1106138 h 4750498" name="connsiteY590"/>
                  <a:gd fmla="*/ 2078831 w 3792569" name="connsiteX591"/>
                  <a:gd fmla="*/ 1105281 h 4750498" name="connsiteY591"/>
                  <a:gd fmla="*/ 2075498 w 3792569" name="connsiteX592"/>
                  <a:gd fmla="*/ 1099185 h 4750498" name="connsiteY592"/>
                  <a:gd fmla="*/ 2076355 w 3792569" name="connsiteX593"/>
                  <a:gd fmla="*/ 1096042 h 4750498" name="connsiteY593"/>
                  <a:gd fmla="*/ 2098834 w 3792569" name="connsiteX594"/>
                  <a:gd fmla="*/ 1056989 h 4750498" name="connsiteY594"/>
                  <a:gd fmla="*/ 2108073 w 3792569" name="connsiteX595"/>
                  <a:gd fmla="*/ 1054513 h 4750498" name="connsiteY595"/>
                  <a:gd fmla="*/ 2111216 w 3792569" name="connsiteX596"/>
                  <a:gd fmla="*/ 1058799 h 4750498" name="connsiteY596"/>
                  <a:gd fmla="*/ 2110550 w 3792569" name="connsiteX597"/>
                  <a:gd fmla="*/ 1063752 h 4750498" name="connsiteY597"/>
                  <a:gd fmla="*/ 2088071 w 3792569" name="connsiteX598"/>
                  <a:gd fmla="*/ 1102614 h 4750498" name="connsiteY598"/>
                  <a:gd fmla="*/ 2088071 w 3792569" name="connsiteX599"/>
                  <a:gd fmla="*/ 1102805 h 4750498" name="connsiteY599"/>
                  <a:gd fmla="*/ 2082165 w 3792569" name="connsiteX600"/>
                  <a:gd fmla="*/ 1106138 h 4750498" name="connsiteY600"/>
                  <a:gd fmla="*/ 2127314 w 3792569" name="connsiteX601"/>
                  <a:gd fmla="*/ 1028414 h 4750498" name="connsiteY601"/>
                  <a:gd fmla="*/ 2123694 w 3792569" name="connsiteX602"/>
                  <a:gd fmla="*/ 1027271 h 4750498" name="connsiteY602"/>
                  <a:gd fmla="*/ 2120551 w 3792569" name="connsiteX603"/>
                  <a:gd fmla="*/ 1021651 h 4750498" name="connsiteY603"/>
                  <a:gd fmla="*/ 2121408 w 3792569" name="connsiteX604"/>
                  <a:gd fmla="*/ 1018032 h 4750498" name="connsiteY604"/>
                  <a:gd fmla="*/ 2144268 w 3792569" name="connsiteX605"/>
                  <a:gd fmla="*/ 979456 h 4750498" name="connsiteY605"/>
                  <a:gd fmla="*/ 2153507 w 3792569" name="connsiteX606"/>
                  <a:gd fmla="*/ 977170 h 4750498" name="connsiteY606"/>
                  <a:gd fmla="*/ 2156651 w 3792569" name="connsiteX607"/>
                  <a:gd fmla="*/ 981170 h 4750498" name="connsiteY607"/>
                  <a:gd fmla="*/ 2155793 w 3792569" name="connsiteX608"/>
                  <a:gd fmla="*/ 986314 h 4750498" name="connsiteY608"/>
                  <a:gd fmla="*/ 2136077 w 3792569" name="connsiteX609"/>
                  <a:gd fmla="*/ 1019747 h 4750498" name="connsiteY609"/>
                  <a:gd fmla="*/ 2132933 w 3792569" name="connsiteX610"/>
                  <a:gd fmla="*/ 1024890 h 4750498" name="connsiteY610"/>
                  <a:gd fmla="*/ 2127314 w 3792569" name="connsiteX611"/>
                  <a:gd fmla="*/ 1028414 h 4750498" name="connsiteY611"/>
                  <a:gd fmla="*/ 2173319 w 3792569" name="connsiteX612"/>
                  <a:gd fmla="*/ 951262 h 4750498" name="connsiteY612"/>
                  <a:gd fmla="*/ 2169986 w 3792569" name="connsiteX613"/>
                  <a:gd fmla="*/ 950405 h 4750498" name="connsiteY613"/>
                  <a:gd fmla="*/ 2166652 w 3792569" name="connsiteX614"/>
                  <a:gd fmla="*/ 944594 h 4750498" name="connsiteY614"/>
                  <a:gd fmla="*/ 2167795 w 3792569" name="connsiteX615"/>
                  <a:gd fmla="*/ 941260 h 4750498" name="connsiteY615"/>
                  <a:gd fmla="*/ 2191417 w 3792569" name="connsiteX616"/>
                  <a:gd fmla="*/ 902875 h 4750498" name="connsiteY616"/>
                  <a:gd fmla="*/ 2200561 w 3792569" name="connsiteX617"/>
                  <a:gd fmla="*/ 900589 h 4750498" name="connsiteY617"/>
                  <a:gd fmla="*/ 2202847 w 3792569" name="connsiteX618"/>
                  <a:gd fmla="*/ 910018 h 4750498" name="connsiteY618"/>
                  <a:gd fmla="*/ 2202371 w 3792569" name="connsiteX619"/>
                  <a:gd fmla="*/ 910495 h 4750498" name="connsiteY619"/>
                  <a:gd fmla="*/ 2179225 w 3792569" name="connsiteX620"/>
                  <a:gd fmla="*/ 948214 h 4750498" name="connsiteY620"/>
                  <a:gd fmla="*/ 2178939 w 3792569" name="connsiteX621"/>
                  <a:gd fmla="*/ 948404 h 4750498" name="connsiteY621"/>
                  <a:gd fmla="*/ 2173319 w 3792569" name="connsiteX622"/>
                  <a:gd fmla="*/ 951262 h 4750498" name="connsiteY622"/>
                  <a:gd fmla="*/ 2220849 w 3792569" name="connsiteX623"/>
                  <a:gd fmla="*/ 874967 h 4750498" name="connsiteY623"/>
                  <a:gd fmla="*/ 2217230 w 3792569" name="connsiteX624"/>
                  <a:gd fmla="*/ 874109 h 4750498" name="connsiteY624"/>
                  <a:gd fmla="*/ 2214086 w 3792569" name="connsiteX625"/>
                  <a:gd fmla="*/ 868299 h 4750498" name="connsiteY625"/>
                  <a:gd fmla="*/ 2214944 w 3792569" name="connsiteX626"/>
                  <a:gd fmla="*/ 864680 h 4750498" name="connsiteY626"/>
                  <a:gd fmla="*/ 2239137 w 3792569" name="connsiteX627"/>
                  <a:gd fmla="*/ 826960 h 4750498" name="connsiteY627"/>
                  <a:gd fmla="*/ 2248567 w 3792569" name="connsiteX628"/>
                  <a:gd fmla="*/ 824675 h 4750498" name="connsiteY628"/>
                  <a:gd fmla="*/ 2250567 w 3792569" name="connsiteX629"/>
                  <a:gd fmla="*/ 834104 h 4750498" name="connsiteY629"/>
                  <a:gd fmla="*/ 2226564 w 3792569" name="connsiteX630"/>
                  <a:gd fmla="*/ 871633 h 4750498" name="connsiteY630"/>
                  <a:gd fmla="*/ 2226278 w 3792569" name="connsiteX631"/>
                  <a:gd fmla="*/ 871823 h 4750498" name="connsiteY631"/>
                  <a:gd fmla="*/ 2220849 w 3792569" name="connsiteX632"/>
                  <a:gd fmla="*/ 874967 h 4750498" name="connsiteY632"/>
                  <a:gd fmla="*/ 3754279 w 3792569" name="connsiteX633"/>
                  <a:gd fmla="*/ 855155 h 4750498" name="connsiteY633"/>
                  <a:gd fmla="*/ 3752469 w 3792569" name="connsiteX634"/>
                  <a:gd fmla="*/ 854964 h 4750498" name="connsiteY634"/>
                  <a:gd fmla="*/ 3747802 w 3792569" name="connsiteX635"/>
                  <a:gd fmla="*/ 846677 h 4750498" name="connsiteY635"/>
                  <a:gd fmla="*/ 3752945 w 3792569" name="connsiteX636"/>
                  <a:gd fmla="*/ 827151 h 4750498" name="connsiteY636"/>
                  <a:gd fmla="*/ 3761042 w 3792569" name="connsiteX637"/>
                  <a:gd fmla="*/ 822198 h 4750498" name="connsiteY637"/>
                  <a:gd fmla="*/ 3766185 w 3792569" name="connsiteX638"/>
                  <a:gd fmla="*/ 828675 h 4750498" name="connsiteY638"/>
                  <a:gd fmla="*/ 3765899 w 3792569" name="connsiteX639"/>
                  <a:gd fmla="*/ 830485 h 4750498" name="connsiteY639"/>
                  <a:gd fmla="*/ 3760756 w 3792569" name="connsiteX640"/>
                  <a:gd fmla="*/ 850201 h 4750498" name="connsiteY640"/>
                  <a:gd fmla="*/ 3754279 w 3792569" name="connsiteX641"/>
                  <a:gd fmla="*/ 855155 h 4750498" name="connsiteY641"/>
                  <a:gd fmla="*/ 2269522 w 3792569" name="connsiteX642"/>
                  <a:gd fmla="*/ 799529 h 4750498" name="connsiteY642"/>
                  <a:gd fmla="*/ 2265712 w 3792569" name="connsiteX643"/>
                  <a:gd fmla="*/ 798385 h 4750498" name="connsiteY643"/>
                  <a:gd fmla="*/ 2262759 w 3792569" name="connsiteX644"/>
                  <a:gd fmla="*/ 792766 h 4750498" name="connsiteY644"/>
                  <a:gd fmla="*/ 2263616 w 3792569" name="connsiteX645"/>
                  <a:gd fmla="*/ 789432 h 4750498" name="connsiteY645"/>
                  <a:gd fmla="*/ 2263807 w 3792569" name="connsiteX646"/>
                  <a:gd fmla="*/ 789242 h 4750498" name="connsiteY646"/>
                  <a:gd fmla="*/ 2264283 w 3792569" name="connsiteX647"/>
                  <a:gd fmla="*/ 788575 h 4750498" name="connsiteY647"/>
                  <a:gd fmla="*/ 2288763 w 3792569" name="connsiteX648"/>
                  <a:gd fmla="*/ 751713 h 4750498" name="connsiteY648"/>
                  <a:gd fmla="*/ 2298192 w 3792569" name="connsiteX649"/>
                  <a:gd fmla="*/ 749903 h 4750498" name="connsiteY649"/>
                  <a:gd fmla="*/ 2300002 w 3792569" name="connsiteX650"/>
                  <a:gd fmla="*/ 759143 h 4750498" name="connsiteY650"/>
                  <a:gd fmla="*/ 2275047 w 3792569" name="connsiteX651"/>
                  <a:gd fmla="*/ 796576 h 4750498" name="connsiteY651"/>
                  <a:gd fmla="*/ 2269522 w 3792569" name="connsiteX652"/>
                  <a:gd fmla="*/ 799529 h 4750498" name="connsiteY652"/>
                  <a:gd fmla="*/ 3769328 w 3792569" name="connsiteX653"/>
                  <a:gd fmla="*/ 791623 h 4750498" name="connsiteY653"/>
                  <a:gd fmla="*/ 3768185 w 3792569" name="connsiteX654"/>
                  <a:gd fmla="*/ 791623 h 4750498" name="connsiteY654"/>
                  <a:gd fmla="*/ 3763709 w 3792569" name="connsiteX655"/>
                  <a:gd fmla="*/ 788670 h 4750498" name="connsiteY655"/>
                  <a:gd fmla="*/ 3762851 w 3792569" name="connsiteX656"/>
                  <a:gd fmla="*/ 783717 h 4750498" name="connsiteY656"/>
                  <a:gd fmla="*/ 3770472 w 3792569" name="connsiteX657"/>
                  <a:gd fmla="*/ 739711 h 4750498" name="connsiteY657"/>
                  <a:gd fmla="*/ 3778091 w 3792569" name="connsiteX658"/>
                  <a:gd fmla="*/ 734092 h 4750498" name="connsiteY658"/>
                  <a:gd fmla="*/ 3783902 w 3792569" name="connsiteX659"/>
                  <a:gd fmla="*/ 740569 h 4750498" name="connsiteY659"/>
                  <a:gd fmla="*/ 3783902 w 3792569" name="connsiteX660"/>
                  <a:gd fmla="*/ 741712 h 4750498" name="connsiteY660"/>
                  <a:gd fmla="*/ 3775996 w 3792569" name="connsiteX661"/>
                  <a:gd fmla="*/ 786193 h 4750498" name="connsiteY661"/>
                  <a:gd fmla="*/ 3769328 w 3792569" name="connsiteX662"/>
                  <a:gd fmla="*/ 791623 h 4750498" name="connsiteY662"/>
                  <a:gd fmla="*/ 2319814 w 3792569" name="connsiteX663"/>
                  <a:gd fmla="*/ 725043 h 4750498" name="connsiteY663"/>
                  <a:gd fmla="*/ 2316004 w 3792569" name="connsiteX664"/>
                  <a:gd fmla="*/ 723900 h 4750498" name="connsiteY664"/>
                  <a:gd fmla="*/ 2313051 w 3792569" name="connsiteX665"/>
                  <a:gd fmla="*/ 718280 h 4750498" name="connsiteY665"/>
                  <a:gd fmla="*/ 2314194 w 3792569" name="connsiteX666"/>
                  <a:gd fmla="*/ 714947 h 4750498" name="connsiteY666"/>
                  <a:gd fmla="*/ 2314194 w 3792569" name="connsiteX667"/>
                  <a:gd fmla="*/ 714470 h 4750498" name="connsiteY667"/>
                  <a:gd fmla="*/ 2314670 w 3792569" name="connsiteX668"/>
                  <a:gd fmla="*/ 713994 h 4750498" name="connsiteY668"/>
                  <a:gd fmla="*/ 2340007 w 3792569" name="connsiteX669"/>
                  <a:gd fmla="*/ 677609 h 4750498" name="connsiteY669"/>
                  <a:gd fmla="*/ 2349437 w 3792569" name="connsiteX670"/>
                  <a:gd fmla="*/ 675989 h 4750498" name="connsiteY670"/>
                  <a:gd fmla="*/ 2351056 w 3792569" name="connsiteX671"/>
                  <a:gd fmla="*/ 685419 h 4750498" name="connsiteY671"/>
                  <a:gd fmla="*/ 2325434 w 3792569" name="connsiteX672"/>
                  <a:gd fmla="*/ 721995 h 4750498" name="connsiteY672"/>
                  <a:gd fmla="*/ 2319814 w 3792569" name="connsiteX673"/>
                  <a:gd fmla="*/ 725043 h 4750498" name="connsiteY673"/>
                  <a:gd fmla="*/ 3782568 w 3792569" name="connsiteX674"/>
                  <a:gd fmla="*/ 703040 h 4750498" name="connsiteY674"/>
                  <a:gd fmla="*/ 3781901 w 3792569" name="connsiteX675"/>
                  <a:gd fmla="*/ 703040 h 4750498" name="connsiteY675"/>
                  <a:gd fmla="*/ 3777425 w 3792569" name="connsiteX676"/>
                  <a:gd fmla="*/ 700564 h 4750498" name="connsiteY676"/>
                  <a:gd fmla="*/ 3775805 w 3792569" name="connsiteX677"/>
                  <a:gd fmla="*/ 695611 h 4750498" name="connsiteY677"/>
                  <a:gd fmla="*/ 3778758 w 3792569" name="connsiteX678"/>
                  <a:gd fmla="*/ 651129 h 4750498" name="connsiteY678"/>
                  <a:gd fmla="*/ 3785521 w 3792569" name="connsiteX679"/>
                  <a:gd fmla="*/ 644652 h 4750498" name="connsiteY679"/>
                  <a:gd fmla="*/ 3792284 w 3792569" name="connsiteX680"/>
                  <a:gd fmla="*/ 651415 h 4750498" name="connsiteY680"/>
                  <a:gd fmla="*/ 3792284 w 3792569" name="connsiteX681"/>
                  <a:gd fmla="*/ 651605 h 4750498" name="connsiteY681"/>
                  <a:gd fmla="*/ 3789331 w 3792569" name="connsiteX682"/>
                  <a:gd fmla="*/ 696944 h 4750498" name="connsiteY682"/>
                  <a:gd fmla="*/ 3782568 w 3792569" name="connsiteX683"/>
                  <a:gd fmla="*/ 703040 h 4750498" name="connsiteY683"/>
                  <a:gd fmla="*/ 2371725 w 3792569" name="connsiteX684"/>
                  <a:gd fmla="*/ 651796 h 4750498" name="connsiteY684"/>
                  <a:gd fmla="*/ 2367915 w 3792569" name="connsiteX685"/>
                  <a:gd fmla="*/ 650462 h 4750498" name="connsiteY685"/>
                  <a:gd fmla="*/ 2364963 w 3792569" name="connsiteX686"/>
                  <a:gd fmla="*/ 645128 h 4750498" name="connsiteY686"/>
                  <a:gd fmla="*/ 2366296 w 3792569" name="connsiteX687"/>
                  <a:gd fmla="*/ 641128 h 4750498" name="connsiteY687"/>
                  <a:gd fmla="*/ 2392775 w 3792569" name="connsiteX688"/>
                  <a:gd fmla="*/ 604742 h 4750498" name="connsiteY688"/>
                  <a:gd fmla="*/ 2402205 w 3792569" name="connsiteX689"/>
                  <a:gd fmla="*/ 603409 h 4750498" name="connsiteY689"/>
                  <a:gd fmla="*/ 2403824 w 3792569" name="connsiteX690"/>
                  <a:gd fmla="*/ 612838 h 4750498" name="connsiteY690"/>
                  <a:gd fmla="*/ 2377059 w 3792569" name="connsiteX691"/>
                  <a:gd fmla="*/ 648938 h 4750498" name="connsiteY691"/>
                  <a:gd fmla="*/ 2371725 w 3792569" name="connsiteX692"/>
                  <a:gd fmla="*/ 651796 h 4750498" name="connsiteY692"/>
                  <a:gd fmla="*/ 3785997 w 3792569" name="connsiteX693"/>
                  <a:gd fmla="*/ 613220 h 4750498" name="connsiteY693"/>
                  <a:gd fmla="*/ 3785807 w 3792569" name="connsiteX694"/>
                  <a:gd fmla="*/ 613220 h 4750498" name="connsiteY694"/>
                  <a:gd fmla="*/ 3779044 w 3792569" name="connsiteX695"/>
                  <a:gd fmla="*/ 606743 h 4750498" name="connsiteY695"/>
                  <a:gd fmla="*/ 3776853 w 3792569" name="connsiteX696"/>
                  <a:gd fmla="*/ 562261 h 4750498" name="connsiteY696"/>
                  <a:gd fmla="*/ 3776853 w 3792569" name="connsiteX697"/>
                  <a:gd fmla="*/ 561594 h 4750498" name="connsiteY697"/>
                  <a:gd fmla="*/ 3782949 w 3792569" name="connsiteX698"/>
                  <a:gd fmla="*/ 555117 h 4750498" name="connsiteY698"/>
                  <a:gd fmla="*/ 3790093 w 3792569" name="connsiteX699"/>
                  <a:gd fmla="*/ 561213 h 4750498" name="connsiteY699"/>
                  <a:gd fmla="*/ 3792569 w 3792569" name="connsiteX700"/>
                  <a:gd fmla="*/ 606552 h 4750498" name="connsiteY700"/>
                  <a:gd fmla="*/ 3785997 w 3792569" name="connsiteX701"/>
                  <a:gd fmla="*/ 613220 h 4750498" name="connsiteY701"/>
                  <a:gd fmla="*/ 3785997 w 3792569" name="connsiteX702"/>
                  <a:gd fmla="*/ 613220 h 4750498" name="connsiteY702"/>
                  <a:gd fmla="*/ 2425351 w 3792569" name="connsiteX703"/>
                  <a:gd fmla="*/ 579787 h 4750498" name="connsiteY703"/>
                  <a:gd fmla="*/ 2421350 w 3792569" name="connsiteX704"/>
                  <a:gd fmla="*/ 578263 h 4750498" name="connsiteY704"/>
                  <a:gd fmla="*/ 2418683 w 3792569" name="connsiteX705"/>
                  <a:gd fmla="*/ 572834 h 4750498" name="connsiteY705"/>
                  <a:gd fmla="*/ 2420017 w 3792569" name="connsiteX706"/>
                  <a:gd fmla="*/ 569024 h 4750498" name="connsiteY706"/>
                  <a:gd fmla="*/ 2420017 w 3792569" name="connsiteX707"/>
                  <a:gd fmla="*/ 568833 h 4750498" name="connsiteY707"/>
                  <a:gd fmla="*/ 2420493 w 3792569" name="connsiteX708"/>
                  <a:gd fmla="*/ 568357 h 4750498" name="connsiteY708"/>
                  <a:gd fmla="*/ 2447639 w 3792569" name="connsiteX709"/>
                  <a:gd fmla="*/ 533305 h 4750498" name="connsiteY709"/>
                  <a:gd fmla="*/ 2457069 w 3792569" name="connsiteX710"/>
                  <a:gd fmla="*/ 532162 h 4750498" name="connsiteY710"/>
                  <a:gd fmla="*/ 2458212 w 3792569" name="connsiteX711"/>
                  <a:gd fmla="*/ 541592 h 4750498" name="connsiteY711"/>
                  <a:gd fmla="*/ 2430875 w 3792569" name="connsiteX712"/>
                  <a:gd fmla="*/ 577025 h 4750498" name="connsiteY712"/>
                  <a:gd fmla="*/ 2425351 w 3792569" name="connsiteX713"/>
                  <a:gd fmla="*/ 579787 h 4750498" name="connsiteY713"/>
                  <a:gd fmla="*/ 3778091 w 3792569" name="connsiteX714"/>
                  <a:gd fmla="*/ 523875 h 4750498" name="connsiteY714"/>
                  <a:gd fmla="*/ 3771614 w 3792569" name="connsiteX715"/>
                  <a:gd fmla="*/ 518255 h 4750498" name="connsiteY715"/>
                  <a:gd fmla="*/ 3763804 w 3792569" name="connsiteX716"/>
                  <a:gd fmla="*/ 474440 h 4750498" name="connsiteY716"/>
                  <a:gd fmla="*/ 3763613 w 3792569" name="connsiteX717"/>
                  <a:gd fmla="*/ 473107 h 4750498" name="connsiteY717"/>
                  <a:gd fmla="*/ 3769043 w 3792569" name="connsiteX718"/>
                  <a:gd fmla="*/ 466344 h 4750498" name="connsiteY718"/>
                  <a:gd fmla="*/ 3776853 w 3792569" name="connsiteX719"/>
                  <a:gd fmla="*/ 471488 h 4750498" name="connsiteY719"/>
                  <a:gd fmla="*/ 3784949 w 3792569" name="connsiteX720"/>
                  <a:gd fmla="*/ 516160 h 4750498" name="connsiteY720"/>
                  <a:gd fmla="*/ 3779330 w 3792569" name="connsiteX721"/>
                  <a:gd fmla="*/ 523780 h 4750498" name="connsiteY721"/>
                  <a:gd fmla="*/ 3778091 w 3792569" name="connsiteX722"/>
                  <a:gd fmla="*/ 523875 h 4750498" name="connsiteY722"/>
                  <a:gd fmla="*/ 2480977 w 3792569" name="connsiteX723"/>
                  <a:gd fmla="*/ 509111 h 4750498" name="connsiteY723"/>
                  <a:gd fmla="*/ 2476691 w 3792569" name="connsiteX724"/>
                  <a:gd fmla="*/ 507587 h 4750498" name="connsiteY724"/>
                  <a:gd fmla="*/ 2474214 w 3792569" name="connsiteX725"/>
                  <a:gd fmla="*/ 502444 h 4750498" name="connsiteY725"/>
                  <a:gd fmla="*/ 2475833 w 3792569" name="connsiteX726"/>
                  <a:gd fmla="*/ 498157 h 4750498" name="connsiteY726"/>
                  <a:gd fmla="*/ 2504313 w 3792569" name="connsiteX727"/>
                  <a:gd fmla="*/ 463582 h 4750498" name="connsiteY727"/>
                  <a:gd fmla="*/ 2513933 w 3792569" name="connsiteX728"/>
                  <a:gd fmla="*/ 462725 h 4750498" name="connsiteY728"/>
                  <a:gd fmla="*/ 2516124 w 3792569" name="connsiteX729"/>
                  <a:gd fmla="*/ 467201 h 4750498" name="connsiteY729"/>
                  <a:gd fmla="*/ 2514505 w 3792569" name="connsiteX730"/>
                  <a:gd fmla="*/ 472154 h 4750498" name="connsiteY730"/>
                  <a:gd fmla="*/ 2486025 w 3792569" name="connsiteX731"/>
                  <a:gd fmla="*/ 506730 h 4750498" name="connsiteY731"/>
                  <a:gd fmla="*/ 2480977 w 3792569" name="connsiteX732"/>
                  <a:gd fmla="*/ 509111 h 4750498" name="connsiteY732"/>
                  <a:gd fmla="*/ 2538698 w 3792569" name="connsiteX733"/>
                  <a:gd fmla="*/ 440436 h 4750498" name="connsiteY733"/>
                  <a:gd fmla="*/ 2534222 w 3792569" name="connsiteX734"/>
                  <a:gd fmla="*/ 438912 h 4750498" name="connsiteY734"/>
                  <a:gd fmla="*/ 2532031 w 3792569" name="connsiteX735"/>
                  <a:gd fmla="*/ 433769 h 4750498" name="connsiteY735"/>
                  <a:gd fmla="*/ 2533841 w 3792569" name="connsiteX736"/>
                  <a:gd fmla="*/ 429292 h 4750498" name="connsiteY736"/>
                  <a:gd fmla="*/ 2563654 w 3792569" name="connsiteX737"/>
                  <a:gd fmla="*/ 395669 h 4750498" name="connsiteY737"/>
                  <a:gd fmla="*/ 2573084 w 3792569" name="connsiteX738"/>
                  <a:gd fmla="*/ 395192 h 4750498" name="connsiteY738"/>
                  <a:gd fmla="*/ 2575274 w 3792569" name="connsiteX739"/>
                  <a:gd fmla="*/ 399955 h 4750498" name="connsiteY739"/>
                  <a:gd fmla="*/ 2573465 w 3792569" name="connsiteX740"/>
                  <a:gd fmla="*/ 404622 h 4750498" name="connsiteY740"/>
                  <a:gd fmla="*/ 2543842 w 3792569" name="connsiteX741"/>
                  <a:gd fmla="*/ 438245 h 4750498" name="connsiteY741"/>
                  <a:gd fmla="*/ 2538698 w 3792569" name="connsiteX742"/>
                  <a:gd fmla="*/ 440436 h 4750498" name="connsiteY742"/>
                  <a:gd fmla="*/ 3759518 w 3792569" name="connsiteX743"/>
                  <a:gd fmla="*/ 436150 h 4750498" name="connsiteY743"/>
                  <a:gd fmla="*/ 3753041 w 3792569" name="connsiteX744"/>
                  <a:gd fmla="*/ 431482 h 4750498" name="connsiteY744"/>
                  <a:gd fmla="*/ 3739801 w 3792569" name="connsiteX745"/>
                  <a:gd fmla="*/ 389096 h 4750498" name="connsiteY745"/>
                  <a:gd fmla="*/ 3739325 w 3792569" name="connsiteX746"/>
                  <a:gd fmla="*/ 386810 h 4750498" name="connsiteY746"/>
                  <a:gd fmla="*/ 3743801 w 3792569" name="connsiteX747"/>
                  <a:gd fmla="*/ 380333 h 4750498" name="connsiteY747"/>
                  <a:gd fmla="*/ 3752374 w 3792569" name="connsiteX748"/>
                  <a:gd fmla="*/ 384619 h 4750498" name="connsiteY748"/>
                  <a:gd fmla="*/ 3766090 w 3792569" name="connsiteX749"/>
                  <a:gd fmla="*/ 427673 h 4750498" name="connsiteY749"/>
                  <a:gd fmla="*/ 3761423 w 3792569" name="connsiteX750"/>
                  <a:gd fmla="*/ 435959 h 4750498" name="connsiteY750"/>
                  <a:gd fmla="*/ 3759518 w 3792569" name="connsiteX751"/>
                  <a:gd fmla="*/ 436150 h 4750498" name="connsiteY751"/>
                  <a:gd fmla="*/ 2599087 w 3792569" name="connsiteX752"/>
                  <a:gd fmla="*/ 373761 h 4750498" name="connsiteY752"/>
                  <a:gd fmla="*/ 2599087 w 3792569" name="connsiteX753"/>
                  <a:gd fmla="*/ 373761 h 4750498" name="connsiteY753"/>
                  <a:gd fmla="*/ 2594420 w 3792569" name="connsiteX754"/>
                  <a:gd fmla="*/ 371951 h 4750498" name="connsiteY754"/>
                  <a:gd fmla="*/ 2592134 w 3792569" name="connsiteX755"/>
                  <a:gd fmla="*/ 366808 h 4750498" name="connsiteY755"/>
                  <a:gd fmla="*/ 2594134 w 3792569" name="connsiteX756"/>
                  <a:gd fmla="*/ 362331 h 4750498" name="connsiteY756"/>
                  <a:gd fmla="*/ 2625376 w 3792569" name="connsiteX757"/>
                  <a:gd fmla="*/ 330041 h 4750498" name="connsiteY757"/>
                  <a:gd fmla="*/ 2634806 w 3792569" name="connsiteX758"/>
                  <a:gd fmla="*/ 329851 h 4750498" name="connsiteY758"/>
                  <a:gd fmla="*/ 2636806 w 3792569" name="connsiteX759"/>
                  <a:gd fmla="*/ 334518 h 4750498" name="connsiteY759"/>
                  <a:gd fmla="*/ 2634806 w 3792569" name="connsiteX760"/>
                  <a:gd fmla="*/ 339471 h 4750498" name="connsiteY760"/>
                  <a:gd fmla="*/ 2603849 w 3792569" name="connsiteX761"/>
                  <a:gd fmla="*/ 371570 h 4750498" name="connsiteY761"/>
                  <a:gd fmla="*/ 2599087 w 3792569" name="connsiteX762"/>
                  <a:gd fmla="*/ 373761 h 4750498" name="connsiteY762"/>
                  <a:gd fmla="*/ 3729895 w 3792569" name="connsiteX763"/>
                  <a:gd fmla="*/ 351473 h 4750498" name="connsiteY763"/>
                  <a:gd fmla="*/ 3723608 w 3792569" name="connsiteX764"/>
                  <a:gd fmla="*/ 347472 h 4750498" name="connsiteY764"/>
                  <a:gd fmla="*/ 3704749 w 3792569" name="connsiteX765"/>
                  <a:gd fmla="*/ 307086 h 4750498" name="connsiteY765"/>
                  <a:gd fmla="*/ 3704749 w 3792569" name="connsiteX766"/>
                  <a:gd fmla="*/ 306896 h 4750498" name="connsiteY766"/>
                  <a:gd fmla="*/ 3704082 w 3792569" name="connsiteX767"/>
                  <a:gd fmla="*/ 304228 h 4750498" name="connsiteY767"/>
                  <a:gd fmla="*/ 3707892 w 3792569" name="connsiteX768"/>
                  <a:gd fmla="*/ 298132 h 4750498" name="connsiteY768"/>
                  <a:gd fmla="*/ 3716846 w 3792569" name="connsiteX769"/>
                  <a:gd fmla="*/ 300800 h 4750498" name="connsiteY769"/>
                  <a:gd fmla="*/ 3716846 w 3792569" name="connsiteX770"/>
                  <a:gd fmla="*/ 300990 h 4750498" name="connsiteY770"/>
                  <a:gd fmla="*/ 3717036 w 3792569" name="connsiteX771"/>
                  <a:gd fmla="*/ 301466 h 4750498" name="connsiteY771"/>
                  <a:gd fmla="*/ 3735896 w 3792569" name="connsiteX772"/>
                  <a:gd fmla="*/ 342328 h 4750498" name="connsiteY772"/>
                  <a:gd fmla="*/ 3732276 w 3792569" name="connsiteX773"/>
                  <a:gd fmla="*/ 351092 h 4750498" name="connsiteY773"/>
                  <a:gd fmla="*/ 3729895 w 3792569" name="connsiteX774"/>
                  <a:gd fmla="*/ 351473 h 4750498" name="connsiteY774"/>
                  <a:gd fmla="*/ 2661952 w 3792569" name="connsiteX775"/>
                  <a:gd fmla="*/ 309753 h 4750498" name="connsiteY775"/>
                  <a:gd fmla="*/ 2656999 w 3792569" name="connsiteX776"/>
                  <a:gd fmla="*/ 307753 h 4750498" name="connsiteY776"/>
                  <a:gd fmla="*/ 2655189 w 3792569" name="connsiteX777"/>
                  <a:gd fmla="*/ 302800 h 4750498" name="connsiteY777"/>
                  <a:gd fmla="*/ 2657189 w 3792569" name="connsiteX778"/>
                  <a:gd fmla="*/ 298037 h 4750498" name="connsiteY778"/>
                  <a:gd fmla="*/ 2689955 w 3792569" name="connsiteX779"/>
                  <a:gd fmla="*/ 267081 h 4750498" name="connsiteY779"/>
                  <a:gd fmla="*/ 2699385 w 3792569" name="connsiteX780"/>
                  <a:gd fmla="*/ 267557 h 4750498" name="connsiteY780"/>
                  <a:gd fmla="*/ 2698909 w 3792569" name="connsiteX781"/>
                  <a:gd fmla="*/ 276987 h 4750498" name="connsiteY781"/>
                  <a:gd fmla="*/ 2666810 w 3792569" name="connsiteX782"/>
                  <a:gd fmla="*/ 307467 h 4750498" name="connsiteY782"/>
                  <a:gd fmla="*/ 2666619 w 3792569" name="connsiteX783"/>
                  <a:gd fmla="*/ 307657 h 4750498" name="connsiteY783"/>
                  <a:gd fmla="*/ 2661952 w 3792569" name="connsiteX784"/>
                  <a:gd fmla="*/ 309753 h 4750498" name="connsiteY784"/>
                  <a:gd fmla="*/ 3689414 w 3792569" name="connsiteX785"/>
                  <a:gd fmla="*/ 271367 h 4750498" name="connsiteY785"/>
                  <a:gd fmla="*/ 3683603 w 3792569" name="connsiteX786"/>
                  <a:gd fmla="*/ 268034 h 4750498" name="connsiteY786"/>
                  <a:gd fmla="*/ 3659791 w 3792569" name="connsiteX787"/>
                  <a:gd fmla="*/ 230505 h 4750498" name="connsiteY787"/>
                  <a:gd fmla="*/ 3658648 w 3792569" name="connsiteX788"/>
                  <a:gd fmla="*/ 226695 h 4750498" name="connsiteY788"/>
                  <a:gd fmla="*/ 3661601 w 3792569" name="connsiteX789"/>
                  <a:gd fmla="*/ 221075 h 4750498" name="connsiteY789"/>
                  <a:gd fmla="*/ 3671030 w 3792569" name="connsiteX790"/>
                  <a:gd fmla="*/ 222885 h 4750498" name="connsiteY790"/>
                  <a:gd fmla="*/ 3695319 w 3792569" name="connsiteX791"/>
                  <a:gd fmla="*/ 261271 h 4750498" name="connsiteY791"/>
                  <a:gd fmla="*/ 3695986 w 3792569" name="connsiteX792"/>
                  <a:gd fmla="*/ 266414 h 4750498" name="connsiteY792"/>
                  <a:gd fmla="*/ 3692843 w 3792569" name="connsiteX793"/>
                  <a:gd fmla="*/ 270415 h 4750498" name="connsiteY793"/>
                  <a:gd fmla="*/ 3689414 w 3792569" name="connsiteX794"/>
                  <a:gd fmla="*/ 271367 h 4750498" name="connsiteY794"/>
                  <a:gd fmla="*/ 2727865 w 3792569" name="connsiteX795"/>
                  <a:gd fmla="*/ 248698 h 4750498" name="connsiteY795"/>
                  <a:gd fmla="*/ 2722722 w 3792569" name="connsiteX796"/>
                  <a:gd fmla="*/ 246412 h 4750498" name="connsiteY796"/>
                  <a:gd fmla="*/ 2721102 w 3792569" name="connsiteX797"/>
                  <a:gd fmla="*/ 241935 h 4750498" name="connsiteY797"/>
                  <a:gd fmla="*/ 2723388 w 3792569" name="connsiteX798"/>
                  <a:gd fmla="*/ 236982 h 4750498" name="connsiteY798"/>
                  <a:gd fmla="*/ 2757678 w 3792569" name="connsiteX799"/>
                  <a:gd fmla="*/ 207836 h 4750498" name="connsiteY799"/>
                  <a:gd fmla="*/ 2767108 w 3792569" name="connsiteX800"/>
                  <a:gd fmla="*/ 208693 h 4750498" name="connsiteY800"/>
                  <a:gd fmla="*/ 2766251 w 3792569" name="connsiteX801"/>
                  <a:gd fmla="*/ 218123 h 4750498" name="connsiteY801"/>
                  <a:gd fmla="*/ 2732342 w 3792569" name="connsiteX802"/>
                  <a:gd fmla="*/ 247078 h 4750498" name="connsiteY802"/>
                  <a:gd fmla="*/ 2727865 w 3792569" name="connsiteX803"/>
                  <a:gd fmla="*/ 248698 h 4750498" name="connsiteY803"/>
                  <a:gd fmla="*/ 3639217 w 3792569" name="connsiteX804"/>
                  <a:gd fmla="*/ 197072 h 4750498" name="connsiteY804"/>
                  <a:gd fmla="*/ 3633788 w 3792569" name="connsiteX805"/>
                  <a:gd fmla="*/ 194405 h 4750498" name="connsiteY805"/>
                  <a:gd fmla="*/ 3605498 w 3792569" name="connsiteX806"/>
                  <a:gd fmla="*/ 160306 h 4750498" name="connsiteY806"/>
                  <a:gd fmla="*/ 3603689 w 3792569" name="connsiteX807"/>
                  <a:gd fmla="*/ 155638 h 4750498" name="connsiteY807"/>
                  <a:gd fmla="*/ 3605880 w 3792569" name="connsiteX808"/>
                  <a:gd fmla="*/ 150686 h 4750498" name="connsiteY808"/>
                  <a:gd fmla="*/ 3615500 w 3792569" name="connsiteX809"/>
                  <a:gd fmla="*/ 151352 h 4750498" name="connsiteY809"/>
                  <a:gd fmla="*/ 3644456 w 3792569" name="connsiteX810"/>
                  <a:gd fmla="*/ 186119 h 4750498" name="connsiteY810"/>
                  <a:gd fmla="*/ 3643122 w 3792569" name="connsiteX811"/>
                  <a:gd fmla="*/ 195548 h 4750498" name="connsiteY811"/>
                  <a:gd fmla="*/ 3639217 w 3792569" name="connsiteX812"/>
                  <a:gd fmla="*/ 197072 h 4750498" name="connsiteY812"/>
                  <a:gd fmla="*/ 2797302 w 3792569" name="connsiteX813"/>
                  <a:gd fmla="*/ 191738 h 4750498" name="connsiteY813"/>
                  <a:gd fmla="*/ 2791873 w 3792569" name="connsiteX814"/>
                  <a:gd fmla="*/ 189262 h 4750498" name="connsiteY814"/>
                  <a:gd fmla="*/ 2790539 w 3792569" name="connsiteX815"/>
                  <a:gd fmla="*/ 185261 h 4750498" name="connsiteY815"/>
                  <a:gd fmla="*/ 2793016 w 3792569" name="connsiteX816"/>
                  <a:gd fmla="*/ 179832 h 4750498" name="connsiteY816"/>
                  <a:gd fmla="*/ 2793206 w 3792569" name="connsiteX817"/>
                  <a:gd fmla="*/ 179642 h 4750498" name="connsiteY817"/>
                  <a:gd fmla="*/ 2829306 w 3792569" name="connsiteX818"/>
                  <a:gd fmla="*/ 152971 h 4750498" name="connsiteY818"/>
                  <a:gd fmla="*/ 2838736 w 3792569" name="connsiteX819"/>
                  <a:gd fmla="*/ 154591 h 4750498" name="connsiteY819"/>
                  <a:gd fmla="*/ 2839879 w 3792569" name="connsiteX820"/>
                  <a:gd fmla="*/ 159544 h 4750498" name="connsiteY820"/>
                  <a:gd fmla="*/ 2837212 w 3792569" name="connsiteX821"/>
                  <a:gd fmla="*/ 164021 h 4750498" name="connsiteY821"/>
                  <a:gd fmla="*/ 2801303 w 3792569" name="connsiteX822"/>
                  <a:gd fmla="*/ 190500 h 4750498" name="connsiteY822"/>
                  <a:gd fmla="*/ 2797302 w 3792569" name="connsiteX823"/>
                  <a:gd fmla="*/ 191738 h 4750498" name="connsiteY823"/>
                  <a:gd fmla="*/ 2870168 w 3792569" name="connsiteX824"/>
                  <a:gd fmla="*/ 139827 h 4750498" name="connsiteY824"/>
                  <a:gd fmla="*/ 2864549 w 3792569" name="connsiteX825"/>
                  <a:gd fmla="*/ 136684 h 4750498" name="connsiteY825"/>
                  <a:gd fmla="*/ 2863406 w 3792569" name="connsiteX826"/>
                  <a:gd fmla="*/ 132874 h 4750498" name="connsiteY826"/>
                  <a:gd fmla="*/ 2866549 w 3792569" name="connsiteX827"/>
                  <a:gd fmla="*/ 127444 h 4750498" name="connsiteY827"/>
                  <a:gd fmla="*/ 2904935 w 3792569" name="connsiteX828"/>
                  <a:gd fmla="*/ 103632 h 4750498" name="connsiteY828"/>
                  <a:gd fmla="*/ 2914174 w 3792569" name="connsiteX829"/>
                  <a:gd fmla="*/ 105918 h 4750498" name="connsiteY829"/>
                  <a:gd fmla="*/ 2911697 w 3792569" name="connsiteX830"/>
                  <a:gd fmla="*/ 115157 h 4750498" name="connsiteY830"/>
                  <a:gd fmla="*/ 2873978 w 3792569" name="connsiteX831"/>
                  <a:gd fmla="*/ 138684 h 4750498" name="connsiteY831"/>
                  <a:gd fmla="*/ 2870168 w 3792569" name="connsiteX832"/>
                  <a:gd fmla="*/ 139827 h 4750498" name="connsiteY832"/>
                  <a:gd fmla="*/ 3579209 w 3792569" name="connsiteX833"/>
                  <a:gd fmla="*/ 130207 h 4750498" name="connsiteY833"/>
                  <a:gd fmla="*/ 3574542 w 3792569" name="connsiteX834"/>
                  <a:gd fmla="*/ 128206 h 4750498" name="connsiteY834"/>
                  <a:gd fmla="*/ 3545586 w 3792569" name="connsiteX835"/>
                  <a:gd fmla="*/ 104013 h 4750498" name="connsiteY835"/>
                  <a:gd fmla="*/ 3540919 w 3792569" name="connsiteX836"/>
                  <a:gd fmla="*/ 101060 h 4750498" name="connsiteY836"/>
                  <a:gd fmla="*/ 3537585 w 3792569" name="connsiteX837"/>
                  <a:gd fmla="*/ 95250 h 4750498" name="connsiteY837"/>
                  <a:gd fmla="*/ 3538728 w 3792569" name="connsiteX838"/>
                  <a:gd fmla="*/ 91916 h 4750498" name="connsiteY838"/>
                  <a:gd fmla="*/ 3547967 w 3792569" name="connsiteX839"/>
                  <a:gd fmla="*/ 89630 h 4750498" name="connsiteY839"/>
                  <a:gd fmla="*/ 3552920 w 3792569" name="connsiteX840"/>
                  <a:gd fmla="*/ 92583 h 4750498" name="connsiteY840"/>
                  <a:gd fmla="*/ 3584163 w 3792569" name="connsiteX841"/>
                  <a:gd fmla="*/ 118586 h 4750498" name="connsiteY841"/>
                  <a:gd fmla="*/ 3586163 w 3792569" name="connsiteX842"/>
                  <a:gd fmla="*/ 123253 h 4750498" name="connsiteY842"/>
                  <a:gd fmla="*/ 3584353 w 3792569" name="connsiteX843"/>
                  <a:gd fmla="*/ 127921 h 4750498" name="connsiteY843"/>
                  <a:gd fmla="*/ 3579209 w 3792569" name="connsiteX844"/>
                  <a:gd fmla="*/ 130207 h 4750498" name="connsiteY844"/>
                  <a:gd fmla="*/ 2947416 w 3792569" name="connsiteX845"/>
                  <a:gd fmla="*/ 94297 h 4750498" name="connsiteY845"/>
                  <a:gd fmla="*/ 2941606 w 3792569" name="connsiteX846"/>
                  <a:gd fmla="*/ 90678 h 4750498" name="connsiteY846"/>
                  <a:gd fmla="*/ 2940749 w 3792569" name="connsiteX847"/>
                  <a:gd fmla="*/ 87344 h 4750498" name="connsiteY847"/>
                  <a:gd fmla="*/ 2944368 w 3792569" name="connsiteX848"/>
                  <a:gd fmla="*/ 81534 h 4750498" name="connsiteY848"/>
                  <a:gd fmla="*/ 2984754 w 3792569" name="connsiteX849"/>
                  <a:gd fmla="*/ 61531 h 4750498" name="connsiteY849"/>
                  <a:gd fmla="*/ 2993708 w 3792569" name="connsiteX850"/>
                  <a:gd fmla="*/ 64865 h 4750498" name="connsiteY850"/>
                  <a:gd fmla="*/ 2990374 w 3792569" name="connsiteX851"/>
                  <a:gd fmla="*/ 73819 h 4750498" name="connsiteY851"/>
                  <a:gd fmla="*/ 2950845 w 3792569" name="connsiteX852"/>
                  <a:gd fmla="*/ 93345 h 4750498" name="connsiteY852"/>
                  <a:gd fmla="*/ 2950655 w 3792569" name="connsiteX853"/>
                  <a:gd fmla="*/ 93345 h 4750498" name="connsiteY853"/>
                  <a:gd fmla="*/ 2947416 w 3792569" name="connsiteX854"/>
                  <a:gd fmla="*/ 94297 h 4750498" name="connsiteY854"/>
                  <a:gd fmla="*/ 3505200 w 3792569" name="connsiteX855"/>
                  <a:gd fmla="*/ 79724 h 4750498" name="connsiteY855"/>
                  <a:gd fmla="*/ 3502057 w 3792569" name="connsiteX856"/>
                  <a:gd fmla="*/ 79057 h 4750498" name="connsiteY856"/>
                  <a:gd fmla="*/ 3462147 w 3792569" name="connsiteX857"/>
                  <a:gd fmla="*/ 59722 h 4750498" name="connsiteY857"/>
                  <a:gd fmla="*/ 3458051 w 3792569" name="connsiteX858"/>
                  <a:gd fmla="*/ 53435 h 4750498" name="connsiteY858"/>
                  <a:gd fmla="*/ 3458718 w 3792569" name="connsiteX859"/>
                  <a:gd fmla="*/ 50768 h 4750498" name="connsiteY859"/>
                  <a:gd fmla="*/ 3467481 w 3792569" name="connsiteX860"/>
                  <a:gd fmla="*/ 47434 h 4750498" name="connsiteY860"/>
                  <a:gd fmla="*/ 3508534 w 3792569" name="connsiteX861"/>
                  <a:gd fmla="*/ 67151 h 4750498" name="connsiteY861"/>
                  <a:gd fmla="*/ 3511677 w 3792569" name="connsiteX862"/>
                  <a:gd fmla="*/ 71152 h 4750498" name="connsiteY862"/>
                  <a:gd fmla="*/ 3511201 w 3792569" name="connsiteX863"/>
                  <a:gd fmla="*/ 76105 h 4750498" name="connsiteY863"/>
                  <a:gd fmla="*/ 3505200 w 3792569" name="connsiteX864"/>
                  <a:gd fmla="*/ 79724 h 4750498" name="connsiteY864"/>
                  <a:gd fmla="*/ 3028664 w 3792569" name="connsiteX865"/>
                  <a:gd fmla="*/ 56769 h 4750498" name="connsiteY865"/>
                  <a:gd fmla="*/ 3022378 w 3792569" name="connsiteX866"/>
                  <a:gd fmla="*/ 52483 h 4750498" name="connsiteY866"/>
                  <a:gd fmla="*/ 3021902 w 3792569" name="connsiteX867"/>
                  <a:gd fmla="*/ 49816 h 4750498" name="connsiteY867"/>
                  <a:gd fmla="*/ 3025902 w 3792569" name="connsiteX868"/>
                  <a:gd fmla="*/ 44005 h 4750498" name="connsiteY868"/>
                  <a:gd fmla="*/ 3026378 w 3792569" name="connsiteX869"/>
                  <a:gd fmla="*/ 43815 h 4750498" name="connsiteY869"/>
                  <a:gd fmla="*/ 3027045 w 3792569" name="connsiteX870"/>
                  <a:gd fmla="*/ 43624 h 4750498" name="connsiteY870"/>
                  <a:gd fmla="*/ 3068765 w 3792569" name="connsiteX871"/>
                  <a:gd fmla="*/ 28765 h 4750498" name="connsiteY871"/>
                  <a:gd fmla="*/ 3077242 w 3792569" name="connsiteX872"/>
                  <a:gd fmla="*/ 33052 h 4750498" name="connsiteY872"/>
                  <a:gd fmla="*/ 3072765 w 3792569" name="connsiteX873"/>
                  <a:gd fmla="*/ 41624 h 4750498" name="connsiteY873"/>
                  <a:gd fmla="*/ 3031046 w 3792569" name="connsiteX874"/>
                  <a:gd fmla="*/ 56483 h 4750498" name="connsiteY874"/>
                  <a:gd fmla="*/ 3028664 w 3792569" name="connsiteX875"/>
                  <a:gd fmla="*/ 56769 h 4750498" name="connsiteY875"/>
                  <a:gd fmla="*/ 3422999 w 3792569" name="connsiteX876"/>
                  <a:gd fmla="*/ 43815 h 4750498" name="connsiteY876"/>
                  <a:gd fmla="*/ 3420713 w 3792569" name="connsiteX877"/>
                  <a:gd fmla="*/ 43624 h 4750498" name="connsiteY877"/>
                  <a:gd fmla="*/ 3378518 w 3792569" name="connsiteX878"/>
                  <a:gd fmla="*/ 30575 h 4750498" name="connsiteY878"/>
                  <a:gd fmla="*/ 3373374 w 3792569" name="connsiteX879"/>
                  <a:gd fmla="*/ 24098 h 4750498" name="connsiteY879"/>
                  <a:gd fmla="*/ 3373565 w 3792569" name="connsiteX880"/>
                  <a:gd fmla="*/ 22288 h 4750498" name="connsiteY880"/>
                  <a:gd fmla="*/ 3381851 w 3792569" name="connsiteX881"/>
                  <a:gd fmla="*/ 17621 h 4750498" name="connsiteY881"/>
                  <a:gd fmla="*/ 3425190 w 3792569" name="connsiteX882"/>
                  <a:gd fmla="*/ 30861 h 4750498" name="connsiteY882"/>
                  <a:gd fmla="*/ 3429000 w 3792569" name="connsiteX883"/>
                  <a:gd fmla="*/ 34195 h 4750498" name="connsiteY883"/>
                  <a:gd fmla="*/ 3429476 w 3792569" name="connsiteX884"/>
                  <a:gd fmla="*/ 39338 h 4750498" name="connsiteY884"/>
                  <a:gd fmla="*/ 3422999 w 3792569" name="connsiteX885"/>
                  <a:gd fmla="*/ 43815 h 4750498" name="connsiteY885"/>
                  <a:gd fmla="*/ 3113913 w 3792569" name="connsiteX886"/>
                  <a:gd fmla="*/ 29623 h 4750498" name="connsiteY886"/>
                  <a:gd fmla="*/ 3107436 w 3792569" name="connsiteX887"/>
                  <a:gd fmla="*/ 24479 h 4750498" name="connsiteY887"/>
                  <a:gd fmla="*/ 3107246 w 3792569" name="connsiteX888"/>
                  <a:gd fmla="*/ 22860 h 4750498" name="connsiteY888"/>
                  <a:gd fmla="*/ 3112389 w 3792569" name="connsiteX889"/>
                  <a:gd fmla="*/ 16383 h 4750498" name="connsiteY889"/>
                  <a:gd fmla="*/ 3156585 w 3792569" name="connsiteX890"/>
                  <a:gd fmla="*/ 7429 h 4750498" name="connsiteY890"/>
                  <a:gd fmla="*/ 3164396 w 3792569" name="connsiteX891"/>
                  <a:gd fmla="*/ 13049 h 4750498" name="connsiteY891"/>
                  <a:gd fmla="*/ 3158776 w 3792569" name="connsiteX892"/>
                  <a:gd fmla="*/ 20669 h 4750498" name="connsiteY892"/>
                  <a:gd fmla="*/ 3115437 w 3792569" name="connsiteX893"/>
                  <a:gd fmla="*/ 29623 h 4750498" name="connsiteY893"/>
                  <a:gd fmla="*/ 3113913 w 3792569" name="connsiteX894"/>
                  <a:gd fmla="*/ 29623 h 4750498" name="connsiteY894"/>
                  <a:gd fmla="*/ 3336417 w 3792569" name="connsiteX895"/>
                  <a:gd fmla="*/ 21145 h 4750498" name="connsiteY895"/>
                  <a:gd fmla="*/ 3335274 w 3792569" name="connsiteX896"/>
                  <a:gd fmla="*/ 21145 h 4750498" name="connsiteY896"/>
                  <a:gd fmla="*/ 3291269 w 3792569" name="connsiteX897"/>
                  <a:gd fmla="*/ 15335 h 4750498" name="connsiteY897"/>
                  <a:gd fmla="*/ 3285173 w 3792569" name="connsiteX898"/>
                  <a:gd fmla="*/ 8858 h 4750498" name="connsiteY898"/>
                  <a:gd fmla="*/ 3285173 w 3792569" name="connsiteX899"/>
                  <a:gd fmla="*/ 8191 h 4750498" name="connsiteY899"/>
                  <a:gd fmla="*/ 3292316 w 3792569" name="connsiteX900"/>
                  <a:gd fmla="*/ 1905 h 4750498" name="connsiteY900"/>
                  <a:gd fmla="*/ 3337465 w 3792569" name="connsiteX901"/>
                  <a:gd fmla="*/ 7715 h 4750498" name="connsiteY901"/>
                  <a:gd fmla="*/ 3343085 w 3792569" name="connsiteX902"/>
                  <a:gd fmla="*/ 15526 h 4750498" name="connsiteY902"/>
                  <a:gd fmla="*/ 3336417 w 3792569" name="connsiteX903"/>
                  <a:gd fmla="*/ 21145 h 4750498" name="connsiteY903"/>
                  <a:gd fmla="*/ 3202210 w 3792569" name="connsiteX904"/>
                  <a:gd fmla="*/ 15240 h 4750498" name="connsiteY904"/>
                  <a:gd fmla="*/ 3195447 w 3792569" name="connsiteX905"/>
                  <a:gd fmla="*/ 8953 h 4750498" name="connsiteY905"/>
                  <a:gd fmla="*/ 3195447 w 3792569" name="connsiteX906"/>
                  <a:gd fmla="*/ 8287 h 4750498" name="connsiteY906"/>
                  <a:gd fmla="*/ 3201734 w 3792569" name="connsiteX907"/>
                  <a:gd fmla="*/ 1810 h 4750498" name="connsiteY907"/>
                  <a:gd fmla="*/ 3246597 w 3792569" name="connsiteX908"/>
                  <a:gd fmla="*/ 0 h 4750498" name="connsiteY908"/>
                  <a:gd fmla="*/ 3247073 w 3792569" name="connsiteX909"/>
                  <a:gd fmla="*/ 0 h 4750498" name="connsiteY909"/>
                  <a:gd fmla="*/ 3253835 w 3792569" name="connsiteX910"/>
                  <a:gd fmla="*/ 6763 h 4750498" name="connsiteY910"/>
                  <a:gd fmla="*/ 3247073 w 3792569" name="connsiteX911"/>
                  <a:gd fmla="*/ 13240 h 4750498" name="connsiteY911"/>
                  <a:gd fmla="*/ 3246597 w 3792569" name="connsiteX912"/>
                  <a:gd fmla="*/ 13240 h 4750498" name="connsiteY912"/>
                  <a:gd fmla="*/ 3202781 w 3792569" name="connsiteX913"/>
                  <a:gd fmla="*/ 15240 h 4750498" name="connsiteY913"/>
                  <a:gd fmla="*/ 3202210 w 3792569" name="connsiteX914"/>
                  <a:gd fmla="*/ 15240 h 4750498" name="connsiteY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</a:cxnLst>
                <a:rect b="b" l="l" r="r" t="t"/>
                <a:pathLst>
                  <a:path h="4750498" w="3792569">
                    <a:moveTo>
                      <a:pt x="114586" y="4750499"/>
                    </a:moveTo>
                    <a:cubicBezTo>
                      <a:pt x="102680" y="4750499"/>
                      <a:pt x="91250" y="4748213"/>
                      <a:pt x="81153" y="4743736"/>
                    </a:cubicBezTo>
                    <a:cubicBezTo>
                      <a:pt x="78486" y="4742879"/>
                      <a:pt x="76867" y="4740402"/>
                      <a:pt x="76867" y="4737450"/>
                    </a:cubicBezTo>
                    <a:cubicBezTo>
                      <a:pt x="76867" y="4736592"/>
                      <a:pt x="77057" y="4735640"/>
                      <a:pt x="77534" y="4734973"/>
                    </a:cubicBezTo>
                    <a:cubicBezTo>
                      <a:pt x="78867" y="4731639"/>
                      <a:pt x="83153" y="4730020"/>
                      <a:pt x="86297" y="4731353"/>
                    </a:cubicBezTo>
                    <a:cubicBezTo>
                      <a:pt x="98393" y="4736497"/>
                      <a:pt x="111252" y="4738307"/>
                      <a:pt x="126683" y="4736021"/>
                    </a:cubicBezTo>
                    <a:cubicBezTo>
                      <a:pt x="130493" y="4735354"/>
                      <a:pt x="133636" y="4738307"/>
                      <a:pt x="134112" y="4741831"/>
                    </a:cubicBezTo>
                    <a:cubicBezTo>
                      <a:pt x="134302" y="4743641"/>
                      <a:pt x="133922" y="4745450"/>
                      <a:pt x="132969" y="4746784"/>
                    </a:cubicBezTo>
                    <a:cubicBezTo>
                      <a:pt x="131826" y="4748308"/>
                      <a:pt x="130302" y="4749261"/>
                      <a:pt x="128492" y="4749451"/>
                    </a:cubicBezTo>
                    <a:cubicBezTo>
                      <a:pt x="123444" y="4750308"/>
                      <a:pt x="118872" y="4750499"/>
                      <a:pt x="114586" y="4750499"/>
                    </a:cubicBezTo>
                    <a:close/>
                    <a:moveTo>
                      <a:pt x="170021" y="4736402"/>
                    </a:moveTo>
                    <a:cubicBezTo>
                      <a:pt x="167354" y="4736402"/>
                      <a:pt x="165068" y="4734878"/>
                      <a:pt x="163925" y="4732592"/>
                    </a:cubicBezTo>
                    <a:cubicBezTo>
                      <a:pt x="163449" y="4731734"/>
                      <a:pt x="163259" y="4730591"/>
                      <a:pt x="163259" y="4729639"/>
                    </a:cubicBezTo>
                    <a:cubicBezTo>
                      <a:pt x="163259" y="4726972"/>
                      <a:pt x="164878" y="4724686"/>
                      <a:pt x="167069" y="4723543"/>
                    </a:cubicBezTo>
                    <a:cubicBezTo>
                      <a:pt x="178975" y="4717923"/>
                      <a:pt x="191738" y="4710494"/>
                      <a:pt x="204788" y="4701540"/>
                    </a:cubicBezTo>
                    <a:cubicBezTo>
                      <a:pt x="207931" y="4699540"/>
                      <a:pt x="212217" y="4700397"/>
                      <a:pt x="214217" y="4703350"/>
                    </a:cubicBezTo>
                    <a:cubicBezTo>
                      <a:pt x="216218" y="4706493"/>
                      <a:pt x="215551" y="4710494"/>
                      <a:pt x="212408" y="4712780"/>
                    </a:cubicBezTo>
                    <a:cubicBezTo>
                      <a:pt x="198692" y="4722209"/>
                      <a:pt x="185452" y="4729830"/>
                      <a:pt x="172879" y="4735640"/>
                    </a:cubicBezTo>
                    <a:cubicBezTo>
                      <a:pt x="172117" y="4736116"/>
                      <a:pt x="170974" y="4736402"/>
                      <a:pt x="170021" y="4736402"/>
                    </a:cubicBezTo>
                    <a:close/>
                    <a:moveTo>
                      <a:pt x="49340" y="4716399"/>
                    </a:moveTo>
                    <a:cubicBezTo>
                      <a:pt x="47339" y="4716399"/>
                      <a:pt x="45339" y="4715542"/>
                      <a:pt x="44006" y="4713732"/>
                    </a:cubicBezTo>
                    <a:cubicBezTo>
                      <a:pt x="35433" y="4702493"/>
                      <a:pt x="28099" y="4688586"/>
                      <a:pt x="22003" y="4672680"/>
                    </a:cubicBezTo>
                    <a:cubicBezTo>
                      <a:pt x="21812" y="4671822"/>
                      <a:pt x="21812" y="4671155"/>
                      <a:pt x="21527" y="4670203"/>
                    </a:cubicBezTo>
                    <a:cubicBezTo>
                      <a:pt x="21527" y="4667536"/>
                      <a:pt x="23336" y="4665059"/>
                      <a:pt x="26003" y="4663916"/>
                    </a:cubicBezTo>
                    <a:cubicBezTo>
                      <a:pt x="29337" y="4662773"/>
                      <a:pt x="33433" y="4664393"/>
                      <a:pt x="34576" y="4667727"/>
                    </a:cubicBezTo>
                    <a:cubicBezTo>
                      <a:pt x="40386" y="4682776"/>
                      <a:pt x="47149" y="4695349"/>
                      <a:pt x="54769" y="4705636"/>
                    </a:cubicBezTo>
                    <a:cubicBezTo>
                      <a:pt x="56960" y="4708589"/>
                      <a:pt x="56388" y="4712780"/>
                      <a:pt x="53435" y="4715066"/>
                    </a:cubicBezTo>
                    <a:cubicBezTo>
                      <a:pt x="52197" y="4715923"/>
                      <a:pt x="50864" y="4716399"/>
                      <a:pt x="49340" y="4716399"/>
                    </a:cubicBezTo>
                    <a:close/>
                    <a:moveTo>
                      <a:pt x="244412" y="4686777"/>
                    </a:moveTo>
                    <a:cubicBezTo>
                      <a:pt x="242411" y="4686777"/>
                      <a:pt x="240411" y="4685919"/>
                      <a:pt x="239268" y="4684300"/>
                    </a:cubicBezTo>
                    <a:cubicBezTo>
                      <a:pt x="238125" y="4683157"/>
                      <a:pt x="237744" y="4681633"/>
                      <a:pt x="237744" y="4680014"/>
                    </a:cubicBezTo>
                    <a:cubicBezTo>
                      <a:pt x="237458" y="4678014"/>
                      <a:pt x="238411" y="4676204"/>
                      <a:pt x="239935" y="4674870"/>
                    </a:cubicBezTo>
                    <a:cubicBezTo>
                      <a:pt x="250508" y="4666107"/>
                      <a:pt x="261461" y="4656011"/>
                      <a:pt x="272891" y="4645057"/>
                    </a:cubicBezTo>
                    <a:cubicBezTo>
                      <a:pt x="275368" y="4642580"/>
                      <a:pt x="279845" y="4642771"/>
                      <a:pt x="282321" y="4645248"/>
                    </a:cubicBezTo>
                    <a:cubicBezTo>
                      <a:pt x="284988" y="4647914"/>
                      <a:pt x="284798" y="4652201"/>
                      <a:pt x="282321" y="4654868"/>
                    </a:cubicBezTo>
                    <a:cubicBezTo>
                      <a:pt x="271082" y="4665631"/>
                      <a:pt x="259842" y="4675727"/>
                      <a:pt x="248888" y="4684967"/>
                    </a:cubicBezTo>
                    <a:cubicBezTo>
                      <a:pt x="248602" y="4684967"/>
                      <a:pt x="248602" y="4685157"/>
                      <a:pt x="248602" y="4685157"/>
                    </a:cubicBezTo>
                    <a:cubicBezTo>
                      <a:pt x="247460" y="4686110"/>
                      <a:pt x="245936" y="4686777"/>
                      <a:pt x="244412" y="4686777"/>
                    </a:cubicBezTo>
                    <a:close/>
                    <a:moveTo>
                      <a:pt x="16097" y="4633818"/>
                    </a:moveTo>
                    <a:cubicBezTo>
                      <a:pt x="12954" y="4633818"/>
                      <a:pt x="10001" y="4631532"/>
                      <a:pt x="9620" y="4628388"/>
                    </a:cubicBezTo>
                    <a:cubicBezTo>
                      <a:pt x="6668" y="4614672"/>
                      <a:pt x="4477" y="4599432"/>
                      <a:pt x="2858" y="4583240"/>
                    </a:cubicBezTo>
                    <a:lnTo>
                      <a:pt x="2858" y="4583049"/>
                    </a:lnTo>
                    <a:cubicBezTo>
                      <a:pt x="2858" y="4582858"/>
                      <a:pt x="2858" y="4582858"/>
                      <a:pt x="2858" y="4582573"/>
                    </a:cubicBezTo>
                    <a:cubicBezTo>
                      <a:pt x="2858" y="4579239"/>
                      <a:pt x="5334" y="4576287"/>
                      <a:pt x="8954" y="4575810"/>
                    </a:cubicBezTo>
                    <a:cubicBezTo>
                      <a:pt x="12097" y="4575334"/>
                      <a:pt x="15716" y="4578096"/>
                      <a:pt x="16097" y="4581621"/>
                    </a:cubicBezTo>
                    <a:lnTo>
                      <a:pt x="16288" y="4581811"/>
                    </a:lnTo>
                    <a:cubicBezTo>
                      <a:pt x="16288" y="4582002"/>
                      <a:pt x="16288" y="4582287"/>
                      <a:pt x="16288" y="4582478"/>
                    </a:cubicBezTo>
                    <a:cubicBezTo>
                      <a:pt x="17907" y="4597718"/>
                      <a:pt x="19907" y="4612291"/>
                      <a:pt x="22765" y="4625531"/>
                    </a:cubicBezTo>
                    <a:cubicBezTo>
                      <a:pt x="22955" y="4627341"/>
                      <a:pt x="22574" y="4629150"/>
                      <a:pt x="21622" y="4630674"/>
                    </a:cubicBezTo>
                    <a:cubicBezTo>
                      <a:pt x="20765" y="4632008"/>
                      <a:pt x="19145" y="4633151"/>
                      <a:pt x="17335" y="4633341"/>
                    </a:cubicBezTo>
                    <a:cubicBezTo>
                      <a:pt x="17050" y="4633818"/>
                      <a:pt x="16574" y="4633818"/>
                      <a:pt x="16097" y="4633818"/>
                    </a:cubicBezTo>
                    <a:close/>
                    <a:moveTo>
                      <a:pt x="308991" y="4624769"/>
                    </a:moveTo>
                    <a:cubicBezTo>
                      <a:pt x="307181" y="4624769"/>
                      <a:pt x="305657" y="4624102"/>
                      <a:pt x="304324" y="4622959"/>
                    </a:cubicBezTo>
                    <a:cubicBezTo>
                      <a:pt x="302990" y="4621625"/>
                      <a:pt x="302323" y="4619816"/>
                      <a:pt x="302323" y="4617816"/>
                    </a:cubicBezTo>
                    <a:cubicBezTo>
                      <a:pt x="302323" y="4616291"/>
                      <a:pt x="302990" y="4614672"/>
                      <a:pt x="304133" y="4613339"/>
                    </a:cubicBezTo>
                    <a:cubicBezTo>
                      <a:pt x="314230" y="4602575"/>
                      <a:pt x="324326" y="4591622"/>
                      <a:pt x="333947" y="4580382"/>
                    </a:cubicBezTo>
                    <a:cubicBezTo>
                      <a:pt x="336423" y="4577715"/>
                      <a:pt x="340900" y="4577430"/>
                      <a:pt x="343567" y="4579716"/>
                    </a:cubicBezTo>
                    <a:cubicBezTo>
                      <a:pt x="344900" y="4580859"/>
                      <a:pt x="345567" y="4582668"/>
                      <a:pt x="345758" y="4584383"/>
                    </a:cubicBezTo>
                    <a:cubicBezTo>
                      <a:pt x="345758" y="4586193"/>
                      <a:pt x="345281" y="4587716"/>
                      <a:pt x="344234" y="4589050"/>
                    </a:cubicBezTo>
                    <a:cubicBezTo>
                      <a:pt x="333947" y="4600956"/>
                      <a:pt x="323564" y="4612196"/>
                      <a:pt x="313944" y="4622483"/>
                    </a:cubicBezTo>
                    <a:cubicBezTo>
                      <a:pt x="312611" y="4623912"/>
                      <a:pt x="310801" y="4624769"/>
                      <a:pt x="308991" y="4624769"/>
                    </a:cubicBezTo>
                    <a:close/>
                    <a:moveTo>
                      <a:pt x="368046" y="4557237"/>
                    </a:moveTo>
                    <a:cubicBezTo>
                      <a:pt x="366427" y="4557237"/>
                      <a:pt x="364903" y="4556760"/>
                      <a:pt x="363760" y="4555903"/>
                    </a:cubicBezTo>
                    <a:cubicBezTo>
                      <a:pt x="362141" y="4554569"/>
                      <a:pt x="361283" y="4552569"/>
                      <a:pt x="361283" y="4550569"/>
                    </a:cubicBezTo>
                    <a:cubicBezTo>
                      <a:pt x="361283" y="4549045"/>
                      <a:pt x="361760" y="4547616"/>
                      <a:pt x="362903" y="4546283"/>
                    </a:cubicBezTo>
                    <a:cubicBezTo>
                      <a:pt x="372809" y="4534186"/>
                      <a:pt x="381953" y="4522756"/>
                      <a:pt x="390716" y="4511516"/>
                    </a:cubicBezTo>
                    <a:cubicBezTo>
                      <a:pt x="393002" y="4508564"/>
                      <a:pt x="397478" y="4508183"/>
                      <a:pt x="400145" y="4510373"/>
                    </a:cubicBezTo>
                    <a:cubicBezTo>
                      <a:pt x="401765" y="4511516"/>
                      <a:pt x="402622" y="4513041"/>
                      <a:pt x="402812" y="4514660"/>
                    </a:cubicBezTo>
                    <a:cubicBezTo>
                      <a:pt x="403098" y="4516469"/>
                      <a:pt x="402622" y="4518279"/>
                      <a:pt x="401479" y="4519803"/>
                    </a:cubicBezTo>
                    <a:cubicBezTo>
                      <a:pt x="391573" y="4532376"/>
                      <a:pt x="382429" y="4543806"/>
                      <a:pt x="373190" y="4554856"/>
                    </a:cubicBezTo>
                    <a:cubicBezTo>
                      <a:pt x="371856" y="4556379"/>
                      <a:pt x="370046" y="4557237"/>
                      <a:pt x="368046" y="4557237"/>
                    </a:cubicBezTo>
                    <a:close/>
                    <a:moveTo>
                      <a:pt x="6858" y="4544664"/>
                    </a:moveTo>
                    <a:lnTo>
                      <a:pt x="6668" y="4544664"/>
                    </a:lnTo>
                    <a:cubicBezTo>
                      <a:pt x="3048" y="4544664"/>
                      <a:pt x="191" y="4541520"/>
                      <a:pt x="191" y="4537901"/>
                    </a:cubicBezTo>
                    <a:cubicBezTo>
                      <a:pt x="0" y="4532757"/>
                      <a:pt x="0" y="4527137"/>
                      <a:pt x="0" y="4520374"/>
                    </a:cubicBezTo>
                    <a:cubicBezTo>
                      <a:pt x="0" y="4510278"/>
                      <a:pt x="0" y="4501324"/>
                      <a:pt x="476" y="4492562"/>
                    </a:cubicBezTo>
                    <a:cubicBezTo>
                      <a:pt x="476" y="4488942"/>
                      <a:pt x="3429" y="4486085"/>
                      <a:pt x="7239" y="4486085"/>
                    </a:cubicBezTo>
                    <a:lnTo>
                      <a:pt x="7430" y="4486085"/>
                    </a:lnTo>
                    <a:cubicBezTo>
                      <a:pt x="11049" y="4486275"/>
                      <a:pt x="13907" y="4489228"/>
                      <a:pt x="13907" y="4492848"/>
                    </a:cubicBezTo>
                    <a:lnTo>
                      <a:pt x="13907" y="4493038"/>
                    </a:lnTo>
                    <a:cubicBezTo>
                      <a:pt x="13430" y="4502944"/>
                      <a:pt x="13430" y="4511707"/>
                      <a:pt x="13430" y="4520470"/>
                    </a:cubicBezTo>
                    <a:cubicBezTo>
                      <a:pt x="13430" y="4526947"/>
                      <a:pt x="13430" y="4532567"/>
                      <a:pt x="13430" y="4537710"/>
                    </a:cubicBezTo>
                    <a:cubicBezTo>
                      <a:pt x="13621" y="4539520"/>
                      <a:pt x="12954" y="4541044"/>
                      <a:pt x="11621" y="4542377"/>
                    </a:cubicBezTo>
                    <a:cubicBezTo>
                      <a:pt x="10478" y="4543806"/>
                      <a:pt x="8668" y="4544473"/>
                      <a:pt x="6858" y="4544664"/>
                    </a:cubicBezTo>
                    <a:lnTo>
                      <a:pt x="6858" y="4544664"/>
                    </a:lnTo>
                    <a:close/>
                    <a:moveTo>
                      <a:pt x="423291" y="4486752"/>
                    </a:moveTo>
                    <a:cubicBezTo>
                      <a:pt x="421958" y="4486752"/>
                      <a:pt x="420624" y="4486085"/>
                      <a:pt x="419291" y="4485132"/>
                    </a:cubicBezTo>
                    <a:cubicBezTo>
                      <a:pt x="417671" y="4483989"/>
                      <a:pt x="416623" y="4481989"/>
                      <a:pt x="416623" y="4479798"/>
                    </a:cubicBezTo>
                    <a:cubicBezTo>
                      <a:pt x="416623" y="4478465"/>
                      <a:pt x="417100" y="4477131"/>
                      <a:pt x="417957" y="4475988"/>
                    </a:cubicBezTo>
                    <a:cubicBezTo>
                      <a:pt x="427387" y="4463224"/>
                      <a:pt x="436150" y="4451509"/>
                      <a:pt x="444437" y="4439889"/>
                    </a:cubicBezTo>
                    <a:cubicBezTo>
                      <a:pt x="446627" y="4436936"/>
                      <a:pt x="450914" y="4436269"/>
                      <a:pt x="453866" y="4438364"/>
                    </a:cubicBezTo>
                    <a:cubicBezTo>
                      <a:pt x="457010" y="4440650"/>
                      <a:pt x="457676" y="4444841"/>
                      <a:pt x="455390" y="4447794"/>
                    </a:cubicBezTo>
                    <a:cubicBezTo>
                      <a:pt x="446818" y="4459510"/>
                      <a:pt x="437864" y="4472083"/>
                      <a:pt x="428720" y="4484180"/>
                    </a:cubicBezTo>
                    <a:cubicBezTo>
                      <a:pt x="427482" y="4485609"/>
                      <a:pt x="425482" y="4486752"/>
                      <a:pt x="423291" y="4486752"/>
                    </a:cubicBezTo>
                    <a:close/>
                    <a:moveTo>
                      <a:pt x="9811" y="4454938"/>
                    </a:moveTo>
                    <a:cubicBezTo>
                      <a:pt x="9620" y="4454938"/>
                      <a:pt x="9335" y="4454938"/>
                      <a:pt x="9335" y="4454938"/>
                    </a:cubicBezTo>
                    <a:cubicBezTo>
                      <a:pt x="5525" y="4454462"/>
                      <a:pt x="2858" y="4451318"/>
                      <a:pt x="3048" y="4447509"/>
                    </a:cubicBezTo>
                    <a:cubicBezTo>
                      <a:pt x="4382" y="4432650"/>
                      <a:pt x="6001" y="4417695"/>
                      <a:pt x="8001" y="4402646"/>
                    </a:cubicBezTo>
                    <a:cubicBezTo>
                      <a:pt x="8477" y="4399026"/>
                      <a:pt x="11811" y="4396169"/>
                      <a:pt x="15621" y="4396836"/>
                    </a:cubicBezTo>
                    <a:cubicBezTo>
                      <a:pt x="18955" y="4397312"/>
                      <a:pt x="21431" y="4400169"/>
                      <a:pt x="21431" y="4403789"/>
                    </a:cubicBezTo>
                    <a:cubicBezTo>
                      <a:pt x="21431" y="4403979"/>
                      <a:pt x="21431" y="4404265"/>
                      <a:pt x="21431" y="4404455"/>
                    </a:cubicBezTo>
                    <a:cubicBezTo>
                      <a:pt x="19431" y="4419029"/>
                      <a:pt x="17812" y="4434078"/>
                      <a:pt x="16478" y="4448652"/>
                    </a:cubicBezTo>
                    <a:cubicBezTo>
                      <a:pt x="16288" y="4452176"/>
                      <a:pt x="13145" y="4454938"/>
                      <a:pt x="9811" y="4454938"/>
                    </a:cubicBezTo>
                    <a:close/>
                    <a:moveTo>
                      <a:pt x="475774" y="4414076"/>
                    </a:moveTo>
                    <a:cubicBezTo>
                      <a:pt x="474440" y="4414076"/>
                      <a:pt x="473107" y="4413600"/>
                      <a:pt x="471964" y="4412742"/>
                    </a:cubicBezTo>
                    <a:cubicBezTo>
                      <a:pt x="470154" y="4411599"/>
                      <a:pt x="469011" y="4409409"/>
                      <a:pt x="469011" y="4407123"/>
                    </a:cubicBezTo>
                    <a:cubicBezTo>
                      <a:pt x="469202" y="4405789"/>
                      <a:pt x="469487" y="4404646"/>
                      <a:pt x="470154" y="4403503"/>
                    </a:cubicBezTo>
                    <a:cubicBezTo>
                      <a:pt x="470440" y="4403503"/>
                      <a:pt x="470440" y="4403312"/>
                      <a:pt x="470440" y="4403312"/>
                    </a:cubicBezTo>
                    <a:cubicBezTo>
                      <a:pt x="470630" y="4403122"/>
                      <a:pt x="470630" y="4403122"/>
                      <a:pt x="470916" y="4402836"/>
                    </a:cubicBezTo>
                    <a:cubicBezTo>
                      <a:pt x="478060" y="4392263"/>
                      <a:pt x="486823" y="4379691"/>
                      <a:pt x="495872" y="4366451"/>
                    </a:cubicBezTo>
                    <a:cubicBezTo>
                      <a:pt x="497872" y="4363498"/>
                      <a:pt x="502158" y="4362641"/>
                      <a:pt x="505301" y="4364641"/>
                    </a:cubicBezTo>
                    <a:cubicBezTo>
                      <a:pt x="506635" y="4365498"/>
                      <a:pt x="507778" y="4367118"/>
                      <a:pt x="507968" y="4368927"/>
                    </a:cubicBezTo>
                    <a:cubicBezTo>
                      <a:pt x="508445" y="4370737"/>
                      <a:pt x="507968" y="4372547"/>
                      <a:pt x="507111" y="4374071"/>
                    </a:cubicBezTo>
                    <a:cubicBezTo>
                      <a:pt x="499015" y="4385786"/>
                      <a:pt x="490728" y="4397883"/>
                      <a:pt x="481775" y="4410647"/>
                    </a:cubicBezTo>
                    <a:cubicBezTo>
                      <a:pt x="481775" y="4410837"/>
                      <a:pt x="481489" y="4410837"/>
                      <a:pt x="481489" y="4411123"/>
                    </a:cubicBezTo>
                    <a:cubicBezTo>
                      <a:pt x="480060" y="4412933"/>
                      <a:pt x="478060" y="4414076"/>
                      <a:pt x="475774" y="4414076"/>
                    </a:cubicBezTo>
                    <a:close/>
                    <a:moveTo>
                      <a:pt x="21717" y="4365784"/>
                    </a:moveTo>
                    <a:cubicBezTo>
                      <a:pt x="21527" y="4365784"/>
                      <a:pt x="21050" y="4365784"/>
                      <a:pt x="20574" y="4365784"/>
                    </a:cubicBezTo>
                    <a:cubicBezTo>
                      <a:pt x="16955" y="4365117"/>
                      <a:pt x="14478" y="4361498"/>
                      <a:pt x="15145" y="4357878"/>
                    </a:cubicBezTo>
                    <a:cubicBezTo>
                      <a:pt x="17812" y="4342352"/>
                      <a:pt x="20955" y="4327398"/>
                      <a:pt x="24384" y="4313396"/>
                    </a:cubicBezTo>
                    <a:cubicBezTo>
                      <a:pt x="25051" y="4310063"/>
                      <a:pt x="28861" y="4307586"/>
                      <a:pt x="32480" y="4308444"/>
                    </a:cubicBezTo>
                    <a:cubicBezTo>
                      <a:pt x="35433" y="4309110"/>
                      <a:pt x="37624" y="4312063"/>
                      <a:pt x="37624" y="4315206"/>
                    </a:cubicBezTo>
                    <a:cubicBezTo>
                      <a:pt x="37624" y="4315683"/>
                      <a:pt x="37433" y="4316063"/>
                      <a:pt x="37433" y="4316540"/>
                    </a:cubicBezTo>
                    <a:cubicBezTo>
                      <a:pt x="34100" y="4330637"/>
                      <a:pt x="31147" y="4345305"/>
                      <a:pt x="28480" y="4360260"/>
                    </a:cubicBezTo>
                    <a:cubicBezTo>
                      <a:pt x="27813" y="4363593"/>
                      <a:pt x="25051" y="4365784"/>
                      <a:pt x="21717" y="4365784"/>
                    </a:cubicBezTo>
                    <a:close/>
                    <a:moveTo>
                      <a:pt x="526256" y="4339781"/>
                    </a:moveTo>
                    <a:cubicBezTo>
                      <a:pt x="524923" y="4339781"/>
                      <a:pt x="523589" y="4339304"/>
                      <a:pt x="522446" y="4338638"/>
                    </a:cubicBezTo>
                    <a:cubicBezTo>
                      <a:pt x="520637" y="4337304"/>
                      <a:pt x="519494" y="4335304"/>
                      <a:pt x="519494" y="4333018"/>
                    </a:cubicBezTo>
                    <a:cubicBezTo>
                      <a:pt x="519494" y="4331685"/>
                      <a:pt x="519970" y="4330351"/>
                      <a:pt x="520637" y="4329208"/>
                    </a:cubicBezTo>
                    <a:cubicBezTo>
                      <a:pt x="527590" y="4318921"/>
                      <a:pt x="534543" y="4308158"/>
                      <a:pt x="541782" y="4297109"/>
                    </a:cubicBezTo>
                    <a:lnTo>
                      <a:pt x="545116" y="4291679"/>
                    </a:lnTo>
                    <a:cubicBezTo>
                      <a:pt x="547116" y="4288727"/>
                      <a:pt x="551402" y="4287679"/>
                      <a:pt x="554546" y="4289679"/>
                    </a:cubicBezTo>
                    <a:cubicBezTo>
                      <a:pt x="557498" y="4291679"/>
                      <a:pt x="558546" y="4295966"/>
                      <a:pt x="556546" y="4299109"/>
                    </a:cubicBezTo>
                    <a:cubicBezTo>
                      <a:pt x="548926" y="4310825"/>
                      <a:pt x="540830" y="4323112"/>
                      <a:pt x="531876" y="4336637"/>
                    </a:cubicBezTo>
                    <a:cubicBezTo>
                      <a:pt x="530543" y="4338638"/>
                      <a:pt x="528542" y="4339781"/>
                      <a:pt x="526256" y="4339781"/>
                    </a:cubicBezTo>
                    <a:close/>
                    <a:moveTo>
                      <a:pt x="42101" y="4278440"/>
                    </a:moveTo>
                    <a:cubicBezTo>
                      <a:pt x="41434" y="4278440"/>
                      <a:pt x="40767" y="4278249"/>
                      <a:pt x="40291" y="4277963"/>
                    </a:cubicBezTo>
                    <a:cubicBezTo>
                      <a:pt x="38481" y="4277487"/>
                      <a:pt x="37148" y="4276439"/>
                      <a:pt x="36195" y="4274820"/>
                    </a:cubicBezTo>
                    <a:cubicBezTo>
                      <a:pt x="35338" y="4273296"/>
                      <a:pt x="35052" y="4271486"/>
                      <a:pt x="35528" y="4269677"/>
                    </a:cubicBezTo>
                    <a:cubicBezTo>
                      <a:pt x="39815" y="4255294"/>
                      <a:pt x="44482" y="4240721"/>
                      <a:pt x="49625" y="4226624"/>
                    </a:cubicBezTo>
                    <a:cubicBezTo>
                      <a:pt x="49625" y="4226624"/>
                      <a:pt x="49625" y="4226433"/>
                      <a:pt x="49816" y="4226433"/>
                    </a:cubicBezTo>
                    <a:cubicBezTo>
                      <a:pt x="50959" y="4223100"/>
                      <a:pt x="54959" y="4221480"/>
                      <a:pt x="58388" y="4222623"/>
                    </a:cubicBezTo>
                    <a:cubicBezTo>
                      <a:pt x="60865" y="4223766"/>
                      <a:pt x="62675" y="4226243"/>
                      <a:pt x="62675" y="4228910"/>
                    </a:cubicBezTo>
                    <a:cubicBezTo>
                      <a:pt x="62675" y="4229767"/>
                      <a:pt x="62675" y="4230434"/>
                      <a:pt x="62198" y="4231386"/>
                    </a:cubicBezTo>
                    <a:cubicBezTo>
                      <a:pt x="57531" y="4244150"/>
                      <a:pt x="52959" y="4258342"/>
                      <a:pt x="48482" y="4273582"/>
                    </a:cubicBezTo>
                    <a:cubicBezTo>
                      <a:pt x="47720" y="4276439"/>
                      <a:pt x="45053" y="4278440"/>
                      <a:pt x="42101" y="4278440"/>
                    </a:cubicBezTo>
                    <a:close/>
                    <a:moveTo>
                      <a:pt x="574929" y="4264343"/>
                    </a:moveTo>
                    <a:cubicBezTo>
                      <a:pt x="573596" y="4264343"/>
                      <a:pt x="572453" y="4263867"/>
                      <a:pt x="571405" y="4263200"/>
                    </a:cubicBezTo>
                    <a:cubicBezTo>
                      <a:pt x="569405" y="4262057"/>
                      <a:pt x="568262" y="4259866"/>
                      <a:pt x="568262" y="4257580"/>
                    </a:cubicBezTo>
                    <a:cubicBezTo>
                      <a:pt x="568262" y="4256246"/>
                      <a:pt x="568738" y="4255103"/>
                      <a:pt x="569405" y="4253961"/>
                    </a:cubicBezTo>
                    <a:cubicBezTo>
                      <a:pt x="577025" y="4241864"/>
                      <a:pt x="585121" y="4229005"/>
                      <a:pt x="593217" y="4216051"/>
                    </a:cubicBezTo>
                    <a:cubicBezTo>
                      <a:pt x="595027" y="4212908"/>
                      <a:pt x="599504" y="4212051"/>
                      <a:pt x="602456" y="4213765"/>
                    </a:cubicBezTo>
                    <a:cubicBezTo>
                      <a:pt x="605600" y="4215765"/>
                      <a:pt x="606457" y="4219861"/>
                      <a:pt x="604647" y="4223004"/>
                    </a:cubicBezTo>
                    <a:cubicBezTo>
                      <a:pt x="596075" y="4236720"/>
                      <a:pt x="588455" y="4249008"/>
                      <a:pt x="580644" y="4261200"/>
                    </a:cubicBezTo>
                    <a:cubicBezTo>
                      <a:pt x="579501" y="4263200"/>
                      <a:pt x="577215" y="4264343"/>
                      <a:pt x="574929" y="4264343"/>
                    </a:cubicBezTo>
                    <a:close/>
                    <a:moveTo>
                      <a:pt x="73343" y="4194334"/>
                    </a:moveTo>
                    <a:cubicBezTo>
                      <a:pt x="72485" y="4194334"/>
                      <a:pt x="71342" y="4194143"/>
                      <a:pt x="70390" y="4193667"/>
                    </a:cubicBezTo>
                    <a:cubicBezTo>
                      <a:pt x="68771" y="4192810"/>
                      <a:pt x="67437" y="4191381"/>
                      <a:pt x="67056" y="4189857"/>
                    </a:cubicBezTo>
                    <a:cubicBezTo>
                      <a:pt x="66389" y="4188047"/>
                      <a:pt x="66580" y="4186237"/>
                      <a:pt x="67342" y="4184714"/>
                    </a:cubicBezTo>
                    <a:cubicBezTo>
                      <a:pt x="74962" y="4169188"/>
                      <a:pt x="82582" y="4155758"/>
                      <a:pt x="90488" y="4144709"/>
                    </a:cubicBezTo>
                    <a:cubicBezTo>
                      <a:pt x="90488" y="4144709"/>
                      <a:pt x="90488" y="4144709"/>
                      <a:pt x="90678" y="4144709"/>
                    </a:cubicBezTo>
                    <a:cubicBezTo>
                      <a:pt x="92678" y="4141756"/>
                      <a:pt x="96965" y="4141375"/>
                      <a:pt x="99917" y="4143375"/>
                    </a:cubicBezTo>
                    <a:cubicBezTo>
                      <a:pt x="101537" y="4144518"/>
                      <a:pt x="102584" y="4146518"/>
                      <a:pt x="102584" y="4148519"/>
                    </a:cubicBezTo>
                    <a:cubicBezTo>
                      <a:pt x="102584" y="4149852"/>
                      <a:pt x="102394" y="4151186"/>
                      <a:pt x="101441" y="4152519"/>
                    </a:cubicBezTo>
                    <a:lnTo>
                      <a:pt x="101441" y="4152519"/>
                    </a:lnTo>
                    <a:cubicBezTo>
                      <a:pt x="101251" y="4152710"/>
                      <a:pt x="101251" y="4152710"/>
                      <a:pt x="101251" y="4152995"/>
                    </a:cubicBezTo>
                    <a:cubicBezTo>
                      <a:pt x="93631" y="4163568"/>
                      <a:pt x="86392" y="4176141"/>
                      <a:pt x="79439" y="4190524"/>
                    </a:cubicBezTo>
                    <a:cubicBezTo>
                      <a:pt x="78296" y="4192715"/>
                      <a:pt x="76010" y="4194334"/>
                      <a:pt x="73343" y="4194334"/>
                    </a:cubicBezTo>
                    <a:close/>
                    <a:moveTo>
                      <a:pt x="622364" y="4188047"/>
                    </a:moveTo>
                    <a:cubicBezTo>
                      <a:pt x="621030" y="4188047"/>
                      <a:pt x="619887" y="4187857"/>
                      <a:pt x="618744" y="4187190"/>
                    </a:cubicBezTo>
                    <a:cubicBezTo>
                      <a:pt x="616744" y="4185857"/>
                      <a:pt x="615601" y="4183856"/>
                      <a:pt x="615601" y="4181380"/>
                    </a:cubicBezTo>
                    <a:cubicBezTo>
                      <a:pt x="615601" y="4180237"/>
                      <a:pt x="616077" y="4178903"/>
                      <a:pt x="616458" y="4178046"/>
                    </a:cubicBezTo>
                    <a:cubicBezTo>
                      <a:pt x="624078" y="4165473"/>
                      <a:pt x="631889" y="4152710"/>
                      <a:pt x="639794" y="4139660"/>
                    </a:cubicBezTo>
                    <a:cubicBezTo>
                      <a:pt x="641604" y="4136517"/>
                      <a:pt x="645890" y="4135374"/>
                      <a:pt x="649034" y="4137184"/>
                    </a:cubicBezTo>
                    <a:cubicBezTo>
                      <a:pt x="652177" y="4139184"/>
                      <a:pt x="653320" y="4143280"/>
                      <a:pt x="651224" y="4146614"/>
                    </a:cubicBezTo>
                    <a:cubicBezTo>
                      <a:pt x="644271" y="4158044"/>
                      <a:pt x="636175" y="4171760"/>
                      <a:pt x="628079" y="4184809"/>
                    </a:cubicBezTo>
                    <a:lnTo>
                      <a:pt x="628079" y="4184999"/>
                    </a:lnTo>
                    <a:cubicBezTo>
                      <a:pt x="626840" y="4186904"/>
                      <a:pt x="624840" y="4188047"/>
                      <a:pt x="622364" y="4188047"/>
                    </a:cubicBezTo>
                    <a:close/>
                    <a:moveTo>
                      <a:pt x="668560" y="4111085"/>
                    </a:moveTo>
                    <a:cubicBezTo>
                      <a:pt x="667226" y="4111085"/>
                      <a:pt x="666083" y="4110895"/>
                      <a:pt x="665226" y="4110228"/>
                    </a:cubicBezTo>
                    <a:cubicBezTo>
                      <a:pt x="663226" y="4109085"/>
                      <a:pt x="661892" y="4106894"/>
                      <a:pt x="661892" y="4104608"/>
                    </a:cubicBezTo>
                    <a:cubicBezTo>
                      <a:pt x="661892" y="4103465"/>
                      <a:pt x="662178" y="4102132"/>
                      <a:pt x="662750" y="4101275"/>
                    </a:cubicBezTo>
                    <a:lnTo>
                      <a:pt x="662750" y="4101084"/>
                    </a:lnTo>
                    <a:lnTo>
                      <a:pt x="662940" y="4100608"/>
                    </a:lnTo>
                    <a:cubicBezTo>
                      <a:pt x="670084" y="4088511"/>
                      <a:pt x="677513" y="4075938"/>
                      <a:pt x="685419" y="4062412"/>
                    </a:cubicBezTo>
                    <a:cubicBezTo>
                      <a:pt x="687229" y="4059269"/>
                      <a:pt x="691515" y="4058126"/>
                      <a:pt x="694658" y="4059936"/>
                    </a:cubicBezTo>
                    <a:cubicBezTo>
                      <a:pt x="696278" y="4060793"/>
                      <a:pt x="697325" y="4062412"/>
                      <a:pt x="697802" y="4063937"/>
                    </a:cubicBezTo>
                    <a:cubicBezTo>
                      <a:pt x="698278" y="4065746"/>
                      <a:pt x="697992" y="4067556"/>
                      <a:pt x="697135" y="4069080"/>
                    </a:cubicBezTo>
                    <a:lnTo>
                      <a:pt x="696659" y="4069556"/>
                    </a:lnTo>
                    <a:cubicBezTo>
                      <a:pt x="689229" y="4082606"/>
                      <a:pt x="681895" y="4095369"/>
                      <a:pt x="674465" y="4107942"/>
                    </a:cubicBezTo>
                    <a:cubicBezTo>
                      <a:pt x="673037" y="4109942"/>
                      <a:pt x="670846" y="4111085"/>
                      <a:pt x="668560" y="4111085"/>
                    </a:cubicBezTo>
                    <a:close/>
                    <a:moveTo>
                      <a:pt x="713708" y="4033647"/>
                    </a:moveTo>
                    <a:cubicBezTo>
                      <a:pt x="712375" y="4033647"/>
                      <a:pt x="711232" y="4033171"/>
                      <a:pt x="710375" y="4032790"/>
                    </a:cubicBezTo>
                    <a:cubicBezTo>
                      <a:pt x="708184" y="4031456"/>
                      <a:pt x="706755" y="4029170"/>
                      <a:pt x="707041" y="4026694"/>
                    </a:cubicBezTo>
                    <a:cubicBezTo>
                      <a:pt x="707041" y="4025551"/>
                      <a:pt x="707231" y="4024408"/>
                      <a:pt x="707898" y="4023551"/>
                    </a:cubicBezTo>
                    <a:cubicBezTo>
                      <a:pt x="714661" y="4011835"/>
                      <a:pt x="722471" y="3998214"/>
                      <a:pt x="730091" y="3984498"/>
                    </a:cubicBezTo>
                    <a:cubicBezTo>
                      <a:pt x="731901" y="3981545"/>
                      <a:pt x="736187" y="3980212"/>
                      <a:pt x="739331" y="3982022"/>
                    </a:cubicBezTo>
                    <a:cubicBezTo>
                      <a:pt x="742474" y="3983831"/>
                      <a:pt x="743617" y="3988118"/>
                      <a:pt x="741807" y="3991261"/>
                    </a:cubicBezTo>
                    <a:cubicBezTo>
                      <a:pt x="734378" y="4004501"/>
                      <a:pt x="726948" y="4017550"/>
                      <a:pt x="719614" y="4030313"/>
                    </a:cubicBezTo>
                    <a:cubicBezTo>
                      <a:pt x="719614" y="4030313"/>
                      <a:pt x="719423" y="4030313"/>
                      <a:pt x="719423" y="4030504"/>
                    </a:cubicBezTo>
                    <a:cubicBezTo>
                      <a:pt x="718185" y="4032314"/>
                      <a:pt x="715899" y="4033647"/>
                      <a:pt x="713708" y="4033647"/>
                    </a:cubicBezTo>
                    <a:close/>
                    <a:moveTo>
                      <a:pt x="757904" y="3955542"/>
                    </a:moveTo>
                    <a:cubicBezTo>
                      <a:pt x="756761" y="3955542"/>
                      <a:pt x="755714" y="3955352"/>
                      <a:pt x="754571" y="3954685"/>
                    </a:cubicBezTo>
                    <a:cubicBezTo>
                      <a:pt x="752570" y="3953542"/>
                      <a:pt x="751237" y="3951351"/>
                      <a:pt x="751237" y="3948875"/>
                    </a:cubicBezTo>
                    <a:cubicBezTo>
                      <a:pt x="751237" y="3947732"/>
                      <a:pt x="751427" y="3946589"/>
                      <a:pt x="752094" y="3945541"/>
                    </a:cubicBezTo>
                    <a:lnTo>
                      <a:pt x="754571" y="3941064"/>
                    </a:lnTo>
                    <a:cubicBezTo>
                      <a:pt x="761048" y="3929634"/>
                      <a:pt x="767334" y="3918204"/>
                      <a:pt x="773906" y="3906488"/>
                    </a:cubicBezTo>
                    <a:cubicBezTo>
                      <a:pt x="775716" y="3903345"/>
                      <a:pt x="780002" y="3902012"/>
                      <a:pt x="783146" y="3903821"/>
                    </a:cubicBezTo>
                    <a:cubicBezTo>
                      <a:pt x="784765" y="3904679"/>
                      <a:pt x="785813" y="3906012"/>
                      <a:pt x="786289" y="3907822"/>
                    </a:cubicBezTo>
                    <a:cubicBezTo>
                      <a:pt x="786765" y="3909632"/>
                      <a:pt x="786765" y="3911441"/>
                      <a:pt x="785813" y="3912965"/>
                    </a:cubicBezTo>
                    <a:cubicBezTo>
                      <a:pt x="778383" y="3926205"/>
                      <a:pt x="771239" y="3939254"/>
                      <a:pt x="764000" y="3952018"/>
                    </a:cubicBezTo>
                    <a:cubicBezTo>
                      <a:pt x="764000" y="3952018"/>
                      <a:pt x="763810" y="3952018"/>
                      <a:pt x="763810" y="3952208"/>
                    </a:cubicBezTo>
                    <a:cubicBezTo>
                      <a:pt x="762667" y="3954113"/>
                      <a:pt x="760381" y="3955542"/>
                      <a:pt x="757904" y="3955542"/>
                    </a:cubicBezTo>
                    <a:close/>
                    <a:moveTo>
                      <a:pt x="801434" y="3876961"/>
                    </a:moveTo>
                    <a:cubicBezTo>
                      <a:pt x="800290" y="3876961"/>
                      <a:pt x="799148" y="3876770"/>
                      <a:pt x="798100" y="3876294"/>
                    </a:cubicBezTo>
                    <a:cubicBezTo>
                      <a:pt x="796099" y="3874961"/>
                      <a:pt x="794766" y="3872675"/>
                      <a:pt x="794766" y="3870198"/>
                    </a:cubicBezTo>
                    <a:cubicBezTo>
                      <a:pt x="794766" y="3869055"/>
                      <a:pt x="795052" y="3867912"/>
                      <a:pt x="795623" y="3867055"/>
                    </a:cubicBezTo>
                    <a:cubicBezTo>
                      <a:pt x="799910" y="3859244"/>
                      <a:pt x="804196" y="3851148"/>
                      <a:pt x="808673" y="3843052"/>
                    </a:cubicBezTo>
                    <a:cubicBezTo>
                      <a:pt x="811340" y="3837908"/>
                      <a:pt x="814292" y="3832765"/>
                      <a:pt x="816959" y="3827526"/>
                    </a:cubicBezTo>
                    <a:cubicBezTo>
                      <a:pt x="818769" y="3824383"/>
                      <a:pt x="823055" y="3823240"/>
                      <a:pt x="826199" y="3824859"/>
                    </a:cubicBezTo>
                    <a:cubicBezTo>
                      <a:pt x="829342" y="3826669"/>
                      <a:pt x="830675" y="3830669"/>
                      <a:pt x="828865" y="3834098"/>
                    </a:cubicBezTo>
                    <a:lnTo>
                      <a:pt x="828008" y="3835908"/>
                    </a:lnTo>
                    <a:cubicBezTo>
                      <a:pt x="821055" y="3848672"/>
                      <a:pt x="814102" y="3861054"/>
                      <a:pt x="807339" y="3873627"/>
                    </a:cubicBezTo>
                    <a:cubicBezTo>
                      <a:pt x="806196" y="3875627"/>
                      <a:pt x="803910" y="3876961"/>
                      <a:pt x="801434" y="3876961"/>
                    </a:cubicBezTo>
                    <a:close/>
                    <a:moveTo>
                      <a:pt x="844106" y="3798189"/>
                    </a:moveTo>
                    <a:cubicBezTo>
                      <a:pt x="842963" y="3798189"/>
                      <a:pt x="842105" y="3797713"/>
                      <a:pt x="840962" y="3797332"/>
                    </a:cubicBezTo>
                    <a:cubicBezTo>
                      <a:pt x="838676" y="3796189"/>
                      <a:pt x="837343" y="3793998"/>
                      <a:pt x="837343" y="3791522"/>
                    </a:cubicBezTo>
                    <a:cubicBezTo>
                      <a:pt x="837343" y="3790379"/>
                      <a:pt x="837819" y="3789236"/>
                      <a:pt x="838200" y="3788378"/>
                    </a:cubicBezTo>
                    <a:cubicBezTo>
                      <a:pt x="845153" y="3775139"/>
                      <a:pt x="852297" y="3762089"/>
                      <a:pt x="859250" y="3748659"/>
                    </a:cubicBezTo>
                    <a:cubicBezTo>
                      <a:pt x="861060" y="3745516"/>
                      <a:pt x="865346" y="3744182"/>
                      <a:pt x="868490" y="3745992"/>
                    </a:cubicBezTo>
                    <a:cubicBezTo>
                      <a:pt x="871633" y="3747516"/>
                      <a:pt x="872966" y="3751802"/>
                      <a:pt x="871157" y="3754945"/>
                    </a:cubicBezTo>
                    <a:cubicBezTo>
                      <a:pt x="864013" y="3768376"/>
                      <a:pt x="857060" y="3781616"/>
                      <a:pt x="850106" y="3794665"/>
                    </a:cubicBezTo>
                    <a:cubicBezTo>
                      <a:pt x="848773" y="3796856"/>
                      <a:pt x="846582" y="3798189"/>
                      <a:pt x="844106" y="3798189"/>
                    </a:cubicBezTo>
                    <a:close/>
                    <a:moveTo>
                      <a:pt x="886301" y="3718941"/>
                    </a:moveTo>
                    <a:cubicBezTo>
                      <a:pt x="885158" y="3718941"/>
                      <a:pt x="884301" y="3718465"/>
                      <a:pt x="883158" y="3718084"/>
                    </a:cubicBezTo>
                    <a:cubicBezTo>
                      <a:pt x="880967" y="3716941"/>
                      <a:pt x="879539" y="3714750"/>
                      <a:pt x="879539" y="3712274"/>
                    </a:cubicBezTo>
                    <a:cubicBezTo>
                      <a:pt x="879539" y="3711131"/>
                      <a:pt x="879729" y="3709987"/>
                      <a:pt x="880396" y="3708940"/>
                    </a:cubicBezTo>
                    <a:cubicBezTo>
                      <a:pt x="885825" y="3698653"/>
                      <a:pt x="891445" y="3688270"/>
                      <a:pt x="896779" y="3677698"/>
                    </a:cubicBezTo>
                    <a:lnTo>
                      <a:pt x="901256" y="3669411"/>
                    </a:lnTo>
                    <a:cubicBezTo>
                      <a:pt x="902875" y="3666268"/>
                      <a:pt x="907066" y="3664934"/>
                      <a:pt x="910209" y="3666458"/>
                    </a:cubicBezTo>
                    <a:cubicBezTo>
                      <a:pt x="911828" y="3667316"/>
                      <a:pt x="913162" y="3668744"/>
                      <a:pt x="913543" y="3670459"/>
                    </a:cubicBezTo>
                    <a:cubicBezTo>
                      <a:pt x="914019" y="3671983"/>
                      <a:pt x="914019" y="3673793"/>
                      <a:pt x="913067" y="3675602"/>
                    </a:cubicBezTo>
                    <a:cubicBezTo>
                      <a:pt x="906304" y="3688652"/>
                      <a:pt x="899160" y="3701891"/>
                      <a:pt x="892207" y="3715322"/>
                    </a:cubicBezTo>
                    <a:cubicBezTo>
                      <a:pt x="891254" y="3717322"/>
                      <a:pt x="888778" y="3718941"/>
                      <a:pt x="886301" y="3718941"/>
                    </a:cubicBezTo>
                    <a:close/>
                    <a:moveTo>
                      <a:pt x="928021" y="3639217"/>
                    </a:moveTo>
                    <a:cubicBezTo>
                      <a:pt x="926878" y="3639217"/>
                      <a:pt x="925830" y="3639026"/>
                      <a:pt x="924878" y="3638550"/>
                    </a:cubicBezTo>
                    <a:cubicBezTo>
                      <a:pt x="922592" y="3637407"/>
                      <a:pt x="921258" y="3635216"/>
                      <a:pt x="921258" y="3632740"/>
                    </a:cubicBezTo>
                    <a:cubicBezTo>
                      <a:pt x="920972" y="3631597"/>
                      <a:pt x="921449" y="3630454"/>
                      <a:pt x="921925" y="3629597"/>
                    </a:cubicBezTo>
                    <a:cubicBezTo>
                      <a:pt x="928688" y="3616357"/>
                      <a:pt x="935641" y="3603117"/>
                      <a:pt x="942594" y="3589687"/>
                    </a:cubicBezTo>
                    <a:cubicBezTo>
                      <a:pt x="944118" y="3586544"/>
                      <a:pt x="948404" y="3585210"/>
                      <a:pt x="951548" y="3586734"/>
                    </a:cubicBezTo>
                    <a:cubicBezTo>
                      <a:pt x="954881" y="3588258"/>
                      <a:pt x="956215" y="3592544"/>
                      <a:pt x="954500" y="3595687"/>
                    </a:cubicBezTo>
                    <a:cubicBezTo>
                      <a:pt x="950214" y="3603974"/>
                      <a:pt x="945928" y="3612261"/>
                      <a:pt x="941737" y="3620643"/>
                    </a:cubicBezTo>
                    <a:lnTo>
                      <a:pt x="933831" y="3635693"/>
                    </a:lnTo>
                    <a:cubicBezTo>
                      <a:pt x="932783" y="3637883"/>
                      <a:pt x="930497" y="3639217"/>
                      <a:pt x="928021" y="3639217"/>
                    </a:cubicBezTo>
                    <a:close/>
                    <a:moveTo>
                      <a:pt x="969074" y="3559588"/>
                    </a:moveTo>
                    <a:cubicBezTo>
                      <a:pt x="967931" y="3559588"/>
                      <a:pt x="966788" y="3559397"/>
                      <a:pt x="965930" y="3558921"/>
                    </a:cubicBezTo>
                    <a:cubicBezTo>
                      <a:pt x="963740" y="3557587"/>
                      <a:pt x="962406" y="3555302"/>
                      <a:pt x="962406" y="3552825"/>
                    </a:cubicBezTo>
                    <a:cubicBezTo>
                      <a:pt x="962120" y="3551682"/>
                      <a:pt x="962597" y="3550634"/>
                      <a:pt x="963073" y="3549682"/>
                    </a:cubicBezTo>
                    <a:cubicBezTo>
                      <a:pt x="968216" y="3539395"/>
                      <a:pt x="973646" y="3529298"/>
                      <a:pt x="978789" y="3518726"/>
                    </a:cubicBezTo>
                    <a:lnTo>
                      <a:pt x="983456" y="3509772"/>
                    </a:lnTo>
                    <a:cubicBezTo>
                      <a:pt x="985076" y="3506629"/>
                      <a:pt x="989267" y="3505105"/>
                      <a:pt x="992410" y="3506819"/>
                    </a:cubicBezTo>
                    <a:cubicBezTo>
                      <a:pt x="995744" y="3508343"/>
                      <a:pt x="997077" y="3512439"/>
                      <a:pt x="995363" y="3515773"/>
                    </a:cubicBezTo>
                    <a:cubicBezTo>
                      <a:pt x="988600" y="3529203"/>
                      <a:pt x="981932" y="3542729"/>
                      <a:pt x="975170" y="3555778"/>
                    </a:cubicBezTo>
                    <a:cubicBezTo>
                      <a:pt x="973836" y="3558254"/>
                      <a:pt x="971550" y="3559588"/>
                      <a:pt x="969074" y="3559588"/>
                    </a:cubicBezTo>
                    <a:close/>
                    <a:moveTo>
                      <a:pt x="1009745" y="3479483"/>
                    </a:moveTo>
                    <a:cubicBezTo>
                      <a:pt x="1008602" y="3479483"/>
                      <a:pt x="1007555" y="3479292"/>
                      <a:pt x="1006602" y="3478816"/>
                    </a:cubicBezTo>
                    <a:cubicBezTo>
                      <a:pt x="1004411" y="3477673"/>
                      <a:pt x="1002792" y="3475196"/>
                      <a:pt x="1002982" y="3472529"/>
                    </a:cubicBezTo>
                    <a:cubicBezTo>
                      <a:pt x="1002982" y="3471672"/>
                      <a:pt x="1003173" y="3470720"/>
                      <a:pt x="1003649" y="3469862"/>
                    </a:cubicBezTo>
                    <a:cubicBezTo>
                      <a:pt x="1010412" y="3456623"/>
                      <a:pt x="1017080" y="3443192"/>
                      <a:pt x="1023842" y="3429667"/>
                    </a:cubicBezTo>
                    <a:cubicBezTo>
                      <a:pt x="1025461" y="3426333"/>
                      <a:pt x="1029462" y="3425000"/>
                      <a:pt x="1032796" y="3426524"/>
                    </a:cubicBezTo>
                    <a:cubicBezTo>
                      <a:pt x="1035939" y="3428333"/>
                      <a:pt x="1037463" y="3432334"/>
                      <a:pt x="1035749" y="3435763"/>
                    </a:cubicBezTo>
                    <a:lnTo>
                      <a:pt x="1027938" y="3451479"/>
                    </a:lnTo>
                    <a:cubicBezTo>
                      <a:pt x="1023842" y="3459766"/>
                      <a:pt x="1019651" y="3467862"/>
                      <a:pt x="1015556" y="3475958"/>
                    </a:cubicBezTo>
                    <a:cubicBezTo>
                      <a:pt x="1014413" y="3478054"/>
                      <a:pt x="1012222" y="3479483"/>
                      <a:pt x="1009745" y="3479483"/>
                    </a:cubicBezTo>
                    <a:close/>
                    <a:moveTo>
                      <a:pt x="1049941" y="3399092"/>
                    </a:moveTo>
                    <a:cubicBezTo>
                      <a:pt x="1048798" y="3399092"/>
                      <a:pt x="1047750" y="3398901"/>
                      <a:pt x="1046798" y="3398425"/>
                    </a:cubicBezTo>
                    <a:cubicBezTo>
                      <a:pt x="1044511" y="3397282"/>
                      <a:pt x="1043178" y="3395091"/>
                      <a:pt x="1043178" y="3392329"/>
                    </a:cubicBezTo>
                    <a:cubicBezTo>
                      <a:pt x="1043178" y="3391472"/>
                      <a:pt x="1043369" y="3390519"/>
                      <a:pt x="1043654" y="3389662"/>
                    </a:cubicBezTo>
                    <a:lnTo>
                      <a:pt x="1043845" y="3389471"/>
                    </a:lnTo>
                    <a:cubicBezTo>
                      <a:pt x="1043845" y="3389281"/>
                      <a:pt x="1044035" y="3388995"/>
                      <a:pt x="1044321" y="3388804"/>
                    </a:cubicBezTo>
                    <a:lnTo>
                      <a:pt x="1052894" y="3371279"/>
                    </a:lnTo>
                    <a:cubicBezTo>
                      <a:pt x="1056513" y="3364135"/>
                      <a:pt x="1060037" y="3356705"/>
                      <a:pt x="1063847" y="3349276"/>
                    </a:cubicBezTo>
                    <a:cubicBezTo>
                      <a:pt x="1065467" y="3345942"/>
                      <a:pt x="1069467" y="3344609"/>
                      <a:pt x="1072801" y="3346133"/>
                    </a:cubicBezTo>
                    <a:cubicBezTo>
                      <a:pt x="1076135" y="3347942"/>
                      <a:pt x="1077468" y="3351943"/>
                      <a:pt x="1075944" y="3355086"/>
                    </a:cubicBezTo>
                    <a:lnTo>
                      <a:pt x="1068991" y="3368993"/>
                    </a:lnTo>
                    <a:cubicBezTo>
                      <a:pt x="1064705" y="3377756"/>
                      <a:pt x="1060228" y="3386709"/>
                      <a:pt x="1055942" y="3395472"/>
                    </a:cubicBezTo>
                    <a:cubicBezTo>
                      <a:pt x="1055656" y="3395472"/>
                      <a:pt x="1055656" y="3395472"/>
                      <a:pt x="1055656" y="3395662"/>
                    </a:cubicBezTo>
                    <a:cubicBezTo>
                      <a:pt x="1054608" y="3397758"/>
                      <a:pt x="1052417" y="3399092"/>
                      <a:pt x="1049941" y="3399092"/>
                    </a:cubicBezTo>
                    <a:close/>
                    <a:moveTo>
                      <a:pt x="1089660" y="3318701"/>
                    </a:moveTo>
                    <a:cubicBezTo>
                      <a:pt x="1088517" y="3318701"/>
                      <a:pt x="1087660" y="3318510"/>
                      <a:pt x="1086707" y="3318034"/>
                    </a:cubicBezTo>
                    <a:cubicBezTo>
                      <a:pt x="1084231" y="3316891"/>
                      <a:pt x="1082897" y="3314414"/>
                      <a:pt x="1082897" y="3311938"/>
                    </a:cubicBezTo>
                    <a:cubicBezTo>
                      <a:pt x="1082897" y="3310795"/>
                      <a:pt x="1083088" y="3309937"/>
                      <a:pt x="1083564" y="3308985"/>
                    </a:cubicBezTo>
                    <a:cubicBezTo>
                      <a:pt x="1090041" y="3295555"/>
                      <a:pt x="1096804" y="3282029"/>
                      <a:pt x="1103281" y="3268599"/>
                    </a:cubicBezTo>
                    <a:cubicBezTo>
                      <a:pt x="1104900" y="3265265"/>
                      <a:pt x="1108901" y="3263837"/>
                      <a:pt x="1112234" y="3265456"/>
                    </a:cubicBezTo>
                    <a:cubicBezTo>
                      <a:pt x="1113854" y="3266313"/>
                      <a:pt x="1115187" y="3267742"/>
                      <a:pt x="1115568" y="3269456"/>
                    </a:cubicBezTo>
                    <a:cubicBezTo>
                      <a:pt x="1116235" y="3270980"/>
                      <a:pt x="1116044" y="3272790"/>
                      <a:pt x="1115282" y="3274600"/>
                    </a:cubicBezTo>
                    <a:cubicBezTo>
                      <a:pt x="1110329" y="3284506"/>
                      <a:pt x="1105662" y="3294126"/>
                      <a:pt x="1100709" y="3304032"/>
                    </a:cubicBezTo>
                    <a:lnTo>
                      <a:pt x="1095566" y="3314795"/>
                    </a:lnTo>
                    <a:cubicBezTo>
                      <a:pt x="1094613" y="3317177"/>
                      <a:pt x="1092137" y="3318701"/>
                      <a:pt x="1089660" y="3318701"/>
                    </a:cubicBezTo>
                    <a:close/>
                    <a:moveTo>
                      <a:pt x="1128903" y="3237929"/>
                    </a:moveTo>
                    <a:cubicBezTo>
                      <a:pt x="1128046" y="3237929"/>
                      <a:pt x="1126903" y="3237738"/>
                      <a:pt x="1125950" y="3237262"/>
                    </a:cubicBezTo>
                    <a:cubicBezTo>
                      <a:pt x="1123664" y="3236119"/>
                      <a:pt x="1122140" y="3233928"/>
                      <a:pt x="1122140" y="3231166"/>
                    </a:cubicBezTo>
                    <a:cubicBezTo>
                      <a:pt x="1122140" y="3230309"/>
                      <a:pt x="1122331" y="3229356"/>
                      <a:pt x="1122807" y="3228213"/>
                    </a:cubicBezTo>
                    <a:lnTo>
                      <a:pt x="1130903" y="3211830"/>
                    </a:lnTo>
                    <a:cubicBezTo>
                      <a:pt x="1134713" y="3203924"/>
                      <a:pt x="1138523" y="3195923"/>
                      <a:pt x="1142524" y="3187827"/>
                    </a:cubicBezTo>
                    <a:cubicBezTo>
                      <a:pt x="1143857" y="3184684"/>
                      <a:pt x="1148144" y="3183160"/>
                      <a:pt x="1151477" y="3184684"/>
                    </a:cubicBezTo>
                    <a:cubicBezTo>
                      <a:pt x="1154621" y="3186494"/>
                      <a:pt x="1156145" y="3190494"/>
                      <a:pt x="1154621" y="3193923"/>
                    </a:cubicBezTo>
                    <a:cubicBezTo>
                      <a:pt x="1150620" y="3202019"/>
                      <a:pt x="1146524" y="3210306"/>
                      <a:pt x="1142524" y="3218593"/>
                    </a:cubicBezTo>
                    <a:lnTo>
                      <a:pt x="1134904" y="3234309"/>
                    </a:lnTo>
                    <a:lnTo>
                      <a:pt x="1134904" y="3234500"/>
                    </a:lnTo>
                    <a:cubicBezTo>
                      <a:pt x="1133856" y="3236595"/>
                      <a:pt x="1131665" y="3237929"/>
                      <a:pt x="1128903" y="3237929"/>
                    </a:cubicBezTo>
                    <a:close/>
                    <a:moveTo>
                      <a:pt x="1167956" y="3157157"/>
                    </a:moveTo>
                    <a:lnTo>
                      <a:pt x="1167956" y="3157157"/>
                    </a:lnTo>
                    <a:cubicBezTo>
                      <a:pt x="1167098" y="3157157"/>
                      <a:pt x="1165955" y="3156966"/>
                      <a:pt x="1165003" y="3156490"/>
                    </a:cubicBezTo>
                    <a:cubicBezTo>
                      <a:pt x="1162812" y="3155347"/>
                      <a:pt x="1161193" y="3153156"/>
                      <a:pt x="1161193" y="3150394"/>
                    </a:cubicBezTo>
                    <a:cubicBezTo>
                      <a:pt x="1161193" y="3149537"/>
                      <a:pt x="1161479" y="3148394"/>
                      <a:pt x="1161860" y="3147441"/>
                    </a:cubicBezTo>
                    <a:lnTo>
                      <a:pt x="1163479" y="3144488"/>
                    </a:lnTo>
                    <a:cubicBezTo>
                      <a:pt x="1169289" y="3132106"/>
                      <a:pt x="1175385" y="3119533"/>
                      <a:pt x="1181386" y="3106960"/>
                    </a:cubicBezTo>
                    <a:cubicBezTo>
                      <a:pt x="1183005" y="3103626"/>
                      <a:pt x="1187006" y="3102293"/>
                      <a:pt x="1190339" y="3103817"/>
                    </a:cubicBezTo>
                    <a:cubicBezTo>
                      <a:pt x="1193673" y="3105436"/>
                      <a:pt x="1195102" y="3109436"/>
                      <a:pt x="1193483" y="3112770"/>
                    </a:cubicBezTo>
                    <a:cubicBezTo>
                      <a:pt x="1190816" y="3118390"/>
                      <a:pt x="1188053" y="3124010"/>
                      <a:pt x="1185386" y="3129629"/>
                    </a:cubicBezTo>
                    <a:cubicBezTo>
                      <a:pt x="1181576" y="3137440"/>
                      <a:pt x="1177766" y="3145345"/>
                      <a:pt x="1173956" y="3153156"/>
                    </a:cubicBezTo>
                    <a:cubicBezTo>
                      <a:pt x="1172909" y="3155823"/>
                      <a:pt x="1170623" y="3157157"/>
                      <a:pt x="1167956" y="3157157"/>
                    </a:cubicBezTo>
                    <a:close/>
                    <a:moveTo>
                      <a:pt x="1206818" y="3076099"/>
                    </a:moveTo>
                    <a:cubicBezTo>
                      <a:pt x="1205960" y="3076099"/>
                      <a:pt x="1204817" y="3075908"/>
                      <a:pt x="1203865" y="3075432"/>
                    </a:cubicBezTo>
                    <a:cubicBezTo>
                      <a:pt x="1201579" y="3074575"/>
                      <a:pt x="1200055" y="3072098"/>
                      <a:pt x="1200055" y="3069622"/>
                    </a:cubicBezTo>
                    <a:cubicBezTo>
                      <a:pt x="1200055" y="3068479"/>
                      <a:pt x="1200245" y="3067622"/>
                      <a:pt x="1200531" y="3066955"/>
                    </a:cubicBezTo>
                    <a:cubicBezTo>
                      <a:pt x="1200531" y="3066764"/>
                      <a:pt x="1200531" y="3066764"/>
                      <a:pt x="1200817" y="3066764"/>
                    </a:cubicBezTo>
                    <a:cubicBezTo>
                      <a:pt x="1200817" y="3066574"/>
                      <a:pt x="1201007" y="3066288"/>
                      <a:pt x="1201007" y="3066098"/>
                    </a:cubicBezTo>
                    <a:cubicBezTo>
                      <a:pt x="1207008" y="3053525"/>
                      <a:pt x="1213104" y="3040761"/>
                      <a:pt x="1219200" y="3027902"/>
                    </a:cubicBezTo>
                    <a:cubicBezTo>
                      <a:pt x="1219391" y="3027426"/>
                      <a:pt x="1219676" y="3027045"/>
                      <a:pt x="1219676" y="3026569"/>
                    </a:cubicBezTo>
                    <a:lnTo>
                      <a:pt x="1220153" y="3026093"/>
                    </a:lnTo>
                    <a:cubicBezTo>
                      <a:pt x="1221486" y="3022949"/>
                      <a:pt x="1225772" y="3021425"/>
                      <a:pt x="1228916" y="3022759"/>
                    </a:cubicBezTo>
                    <a:cubicBezTo>
                      <a:pt x="1232249" y="3024283"/>
                      <a:pt x="1233869" y="3028379"/>
                      <a:pt x="1232249" y="3031712"/>
                    </a:cubicBezTo>
                    <a:cubicBezTo>
                      <a:pt x="1232059" y="3032189"/>
                      <a:pt x="1232059" y="3032379"/>
                      <a:pt x="1231773" y="3032855"/>
                    </a:cubicBezTo>
                    <a:cubicBezTo>
                      <a:pt x="1231487" y="3033046"/>
                      <a:pt x="1231297" y="3033522"/>
                      <a:pt x="1231297" y="3033712"/>
                    </a:cubicBezTo>
                    <a:cubicBezTo>
                      <a:pt x="1224820" y="3047619"/>
                      <a:pt x="1218248" y="3061145"/>
                      <a:pt x="1212914" y="3072289"/>
                    </a:cubicBezTo>
                    <a:cubicBezTo>
                      <a:pt x="1211771" y="3074765"/>
                      <a:pt x="1209485" y="3076099"/>
                      <a:pt x="1206818" y="3076099"/>
                    </a:cubicBezTo>
                    <a:close/>
                    <a:moveTo>
                      <a:pt x="1243394" y="2993708"/>
                    </a:moveTo>
                    <a:cubicBezTo>
                      <a:pt x="1242727" y="2993708"/>
                      <a:pt x="1241774" y="2993708"/>
                      <a:pt x="1240917" y="2993231"/>
                    </a:cubicBezTo>
                    <a:cubicBezTo>
                      <a:pt x="1238441" y="2992374"/>
                      <a:pt x="1236917" y="2989898"/>
                      <a:pt x="1236631" y="2987135"/>
                    </a:cubicBezTo>
                    <a:cubicBezTo>
                      <a:pt x="1236631" y="2986278"/>
                      <a:pt x="1236821" y="2985326"/>
                      <a:pt x="1237107" y="2984468"/>
                    </a:cubicBezTo>
                    <a:cubicBezTo>
                      <a:pt x="1241774" y="2972753"/>
                      <a:pt x="1247204" y="2959132"/>
                      <a:pt x="1253490" y="2942463"/>
                    </a:cubicBezTo>
                    <a:cubicBezTo>
                      <a:pt x="1254824" y="2939129"/>
                      <a:pt x="1258919" y="2937320"/>
                      <a:pt x="1262253" y="2938462"/>
                    </a:cubicBezTo>
                    <a:cubicBezTo>
                      <a:pt x="1265873" y="2939796"/>
                      <a:pt x="1267397" y="2943797"/>
                      <a:pt x="1266063" y="2947226"/>
                    </a:cubicBezTo>
                    <a:cubicBezTo>
                      <a:pt x="1260920" y="2960942"/>
                      <a:pt x="1255490" y="2974658"/>
                      <a:pt x="1249680" y="2989421"/>
                    </a:cubicBezTo>
                    <a:cubicBezTo>
                      <a:pt x="1248823" y="2992184"/>
                      <a:pt x="1246346" y="2993708"/>
                      <a:pt x="1243394" y="2993708"/>
                    </a:cubicBezTo>
                    <a:close/>
                    <a:moveTo>
                      <a:pt x="1275969" y="2909602"/>
                    </a:moveTo>
                    <a:cubicBezTo>
                      <a:pt x="1275112" y="2909602"/>
                      <a:pt x="1274350" y="2909411"/>
                      <a:pt x="1273493" y="2909126"/>
                    </a:cubicBezTo>
                    <a:cubicBezTo>
                      <a:pt x="1270826" y="2908268"/>
                      <a:pt x="1269206" y="2905506"/>
                      <a:pt x="1269206" y="2902649"/>
                    </a:cubicBezTo>
                    <a:cubicBezTo>
                      <a:pt x="1269206" y="2901982"/>
                      <a:pt x="1269206" y="2901315"/>
                      <a:pt x="1269397" y="2900648"/>
                    </a:cubicBezTo>
                    <a:lnTo>
                      <a:pt x="1269587" y="2900458"/>
                    </a:lnTo>
                    <a:cubicBezTo>
                      <a:pt x="1269587" y="2900267"/>
                      <a:pt x="1269587" y="2899982"/>
                      <a:pt x="1269778" y="2899791"/>
                    </a:cubicBezTo>
                    <a:cubicBezTo>
                      <a:pt x="1273397" y="2890171"/>
                      <a:pt x="1277398" y="2879789"/>
                      <a:pt x="1281494" y="2869025"/>
                    </a:cubicBezTo>
                    <a:lnTo>
                      <a:pt x="1285494" y="2858453"/>
                    </a:lnTo>
                    <a:cubicBezTo>
                      <a:pt x="1286828" y="2854833"/>
                      <a:pt x="1290923" y="2853309"/>
                      <a:pt x="1294257" y="2854452"/>
                    </a:cubicBezTo>
                    <a:cubicBezTo>
                      <a:pt x="1295781" y="2855119"/>
                      <a:pt x="1297210" y="2856262"/>
                      <a:pt x="1297877" y="2858072"/>
                    </a:cubicBezTo>
                    <a:cubicBezTo>
                      <a:pt x="1298734" y="2859691"/>
                      <a:pt x="1298734" y="2861405"/>
                      <a:pt x="1298162" y="2863215"/>
                    </a:cubicBezTo>
                    <a:cubicBezTo>
                      <a:pt x="1292543" y="2878074"/>
                      <a:pt x="1287113" y="2892171"/>
                      <a:pt x="1282256" y="2905220"/>
                    </a:cubicBezTo>
                    <a:cubicBezTo>
                      <a:pt x="1281113" y="2907792"/>
                      <a:pt x="1278636" y="2909602"/>
                      <a:pt x="1275969" y="2909602"/>
                    </a:cubicBezTo>
                    <a:close/>
                    <a:moveTo>
                      <a:pt x="1307783" y="2825401"/>
                    </a:moveTo>
                    <a:cubicBezTo>
                      <a:pt x="1306925" y="2825401"/>
                      <a:pt x="1306163" y="2825210"/>
                      <a:pt x="1305306" y="2824925"/>
                    </a:cubicBezTo>
                    <a:cubicBezTo>
                      <a:pt x="1302830" y="2823782"/>
                      <a:pt x="1301020" y="2821305"/>
                      <a:pt x="1301020" y="2818448"/>
                    </a:cubicBezTo>
                    <a:cubicBezTo>
                      <a:pt x="1301020" y="2817781"/>
                      <a:pt x="1301210" y="2816828"/>
                      <a:pt x="1301496" y="2816162"/>
                    </a:cubicBezTo>
                    <a:cubicBezTo>
                      <a:pt x="1306640" y="2802731"/>
                      <a:pt x="1311783" y="2788539"/>
                      <a:pt x="1317403" y="2773966"/>
                    </a:cubicBezTo>
                    <a:cubicBezTo>
                      <a:pt x="1318546" y="2770823"/>
                      <a:pt x="1322546" y="2768822"/>
                      <a:pt x="1326166" y="2770156"/>
                    </a:cubicBezTo>
                    <a:cubicBezTo>
                      <a:pt x="1329500" y="2771489"/>
                      <a:pt x="1331309" y="2775299"/>
                      <a:pt x="1329976" y="2778919"/>
                    </a:cubicBezTo>
                    <a:cubicBezTo>
                      <a:pt x="1326833" y="2787206"/>
                      <a:pt x="1323689" y="2795492"/>
                      <a:pt x="1320546" y="2803589"/>
                    </a:cubicBezTo>
                    <a:lnTo>
                      <a:pt x="1314069" y="2820638"/>
                    </a:lnTo>
                    <a:lnTo>
                      <a:pt x="1314069" y="2820829"/>
                    </a:lnTo>
                    <a:cubicBezTo>
                      <a:pt x="1313212" y="2823591"/>
                      <a:pt x="1310735" y="2825401"/>
                      <a:pt x="1307783" y="2825401"/>
                    </a:cubicBezTo>
                    <a:close/>
                    <a:moveTo>
                      <a:pt x="1339691" y="2741200"/>
                    </a:moveTo>
                    <a:cubicBezTo>
                      <a:pt x="1339025" y="2741200"/>
                      <a:pt x="1338072" y="2741009"/>
                      <a:pt x="1337501" y="2740724"/>
                    </a:cubicBezTo>
                    <a:cubicBezTo>
                      <a:pt x="1334834" y="2739581"/>
                      <a:pt x="1333024" y="2737104"/>
                      <a:pt x="1333024" y="2734247"/>
                    </a:cubicBezTo>
                    <a:cubicBezTo>
                      <a:pt x="1333024" y="2733580"/>
                      <a:pt x="1333214" y="2732627"/>
                      <a:pt x="1333500" y="2731961"/>
                    </a:cubicBezTo>
                    <a:cubicBezTo>
                      <a:pt x="1337310" y="2722340"/>
                      <a:pt x="1340930" y="2712434"/>
                      <a:pt x="1344740" y="2702528"/>
                    </a:cubicBezTo>
                    <a:lnTo>
                      <a:pt x="1349693" y="2689955"/>
                    </a:lnTo>
                    <a:cubicBezTo>
                      <a:pt x="1351026" y="2686622"/>
                      <a:pt x="1354836" y="2684812"/>
                      <a:pt x="1358456" y="2686145"/>
                    </a:cubicBezTo>
                    <a:cubicBezTo>
                      <a:pt x="1360075" y="2686622"/>
                      <a:pt x="1361408" y="2687955"/>
                      <a:pt x="1362075" y="2689479"/>
                    </a:cubicBezTo>
                    <a:cubicBezTo>
                      <a:pt x="1362742" y="2691098"/>
                      <a:pt x="1362932" y="2693099"/>
                      <a:pt x="1362266" y="2694623"/>
                    </a:cubicBezTo>
                    <a:cubicBezTo>
                      <a:pt x="1356646" y="2709005"/>
                      <a:pt x="1351502" y="2722912"/>
                      <a:pt x="1346359" y="2736342"/>
                    </a:cubicBezTo>
                    <a:cubicBezTo>
                      <a:pt x="1346359" y="2736533"/>
                      <a:pt x="1346359" y="2736533"/>
                      <a:pt x="1346359" y="2736533"/>
                    </a:cubicBezTo>
                    <a:cubicBezTo>
                      <a:pt x="1345025" y="2739390"/>
                      <a:pt x="1342644" y="2741200"/>
                      <a:pt x="1339691" y="2741200"/>
                    </a:cubicBezTo>
                    <a:close/>
                    <a:moveTo>
                      <a:pt x="1371791" y="2657285"/>
                    </a:moveTo>
                    <a:cubicBezTo>
                      <a:pt x="1371124" y="2657285"/>
                      <a:pt x="1370267" y="2657094"/>
                      <a:pt x="1369600" y="2656808"/>
                    </a:cubicBezTo>
                    <a:cubicBezTo>
                      <a:pt x="1367123" y="2655665"/>
                      <a:pt x="1365314" y="2653189"/>
                      <a:pt x="1365314" y="2650522"/>
                    </a:cubicBezTo>
                    <a:cubicBezTo>
                      <a:pt x="1365123" y="2649665"/>
                      <a:pt x="1365314" y="2648712"/>
                      <a:pt x="1365790" y="2648045"/>
                    </a:cubicBezTo>
                    <a:lnTo>
                      <a:pt x="1381982" y="2606040"/>
                    </a:lnTo>
                    <a:cubicBezTo>
                      <a:pt x="1383316" y="2602706"/>
                      <a:pt x="1387126" y="2600897"/>
                      <a:pt x="1390745" y="2602230"/>
                    </a:cubicBezTo>
                    <a:cubicBezTo>
                      <a:pt x="1392269" y="2602897"/>
                      <a:pt x="1393698" y="2604040"/>
                      <a:pt x="1394365" y="2605564"/>
                    </a:cubicBezTo>
                    <a:cubicBezTo>
                      <a:pt x="1395222" y="2607374"/>
                      <a:pt x="1395222" y="2609183"/>
                      <a:pt x="1394651" y="2610898"/>
                    </a:cubicBezTo>
                    <a:cubicBezTo>
                      <a:pt x="1389031" y="2624995"/>
                      <a:pt x="1383602" y="2638997"/>
                      <a:pt x="1378458" y="2652617"/>
                    </a:cubicBezTo>
                    <a:cubicBezTo>
                      <a:pt x="1377125" y="2655475"/>
                      <a:pt x="1374743" y="2657285"/>
                      <a:pt x="1371791" y="2657285"/>
                    </a:cubicBezTo>
                    <a:close/>
                    <a:moveTo>
                      <a:pt x="1404366" y="2573369"/>
                    </a:moveTo>
                    <a:cubicBezTo>
                      <a:pt x="1403699" y="2573369"/>
                      <a:pt x="1402842" y="2573179"/>
                      <a:pt x="1402175" y="2572893"/>
                    </a:cubicBezTo>
                    <a:cubicBezTo>
                      <a:pt x="1399508" y="2571750"/>
                      <a:pt x="1397699" y="2569274"/>
                      <a:pt x="1397889" y="2566416"/>
                    </a:cubicBezTo>
                    <a:cubicBezTo>
                      <a:pt x="1397889" y="2565749"/>
                      <a:pt x="1397889" y="2564797"/>
                      <a:pt x="1398080" y="2564130"/>
                    </a:cubicBezTo>
                    <a:cubicBezTo>
                      <a:pt x="1403699" y="2550414"/>
                      <a:pt x="1409129" y="2536508"/>
                      <a:pt x="1414653" y="2522125"/>
                    </a:cubicBezTo>
                    <a:cubicBezTo>
                      <a:pt x="1415987" y="2518982"/>
                      <a:pt x="1420082" y="2517172"/>
                      <a:pt x="1423416" y="2518505"/>
                    </a:cubicBezTo>
                    <a:cubicBezTo>
                      <a:pt x="1424940" y="2518982"/>
                      <a:pt x="1426369" y="2520315"/>
                      <a:pt x="1427036" y="2521839"/>
                    </a:cubicBezTo>
                    <a:cubicBezTo>
                      <a:pt x="1427702" y="2523649"/>
                      <a:pt x="1427893" y="2525459"/>
                      <a:pt x="1427321" y="2526983"/>
                    </a:cubicBezTo>
                    <a:lnTo>
                      <a:pt x="1422368" y="2539746"/>
                    </a:lnTo>
                    <a:cubicBezTo>
                      <a:pt x="1418558" y="2549366"/>
                      <a:pt x="1414748" y="2559082"/>
                      <a:pt x="1410938" y="2568702"/>
                    </a:cubicBezTo>
                    <a:lnTo>
                      <a:pt x="1410938" y="2568893"/>
                    </a:lnTo>
                    <a:cubicBezTo>
                      <a:pt x="1409700" y="2571750"/>
                      <a:pt x="1407224" y="2573369"/>
                      <a:pt x="1404366" y="2573369"/>
                    </a:cubicBezTo>
                    <a:close/>
                    <a:moveTo>
                      <a:pt x="1437323" y="2489645"/>
                    </a:moveTo>
                    <a:cubicBezTo>
                      <a:pt x="1436465" y="2489645"/>
                      <a:pt x="1435799" y="2489454"/>
                      <a:pt x="1434846" y="2489168"/>
                    </a:cubicBezTo>
                    <a:cubicBezTo>
                      <a:pt x="1432370" y="2488311"/>
                      <a:pt x="1430560" y="2485835"/>
                      <a:pt x="1430560" y="2483072"/>
                    </a:cubicBezTo>
                    <a:cubicBezTo>
                      <a:pt x="1430560" y="2482215"/>
                      <a:pt x="1430846" y="2481262"/>
                      <a:pt x="1431036" y="2480405"/>
                    </a:cubicBezTo>
                    <a:cubicBezTo>
                      <a:pt x="1434370" y="2472119"/>
                      <a:pt x="1437799" y="2463832"/>
                      <a:pt x="1441133" y="2455259"/>
                    </a:cubicBezTo>
                    <a:lnTo>
                      <a:pt x="1447610" y="2438686"/>
                    </a:lnTo>
                    <a:cubicBezTo>
                      <a:pt x="1448943" y="2435352"/>
                      <a:pt x="1452944" y="2433542"/>
                      <a:pt x="1456373" y="2434876"/>
                    </a:cubicBezTo>
                    <a:cubicBezTo>
                      <a:pt x="1458182" y="2435543"/>
                      <a:pt x="1459325" y="2436876"/>
                      <a:pt x="1460183" y="2438495"/>
                    </a:cubicBezTo>
                    <a:cubicBezTo>
                      <a:pt x="1460849" y="2440019"/>
                      <a:pt x="1460849" y="2442115"/>
                      <a:pt x="1460183" y="2443639"/>
                    </a:cubicBezTo>
                    <a:cubicBezTo>
                      <a:pt x="1457516" y="2450592"/>
                      <a:pt x="1454563" y="2457545"/>
                      <a:pt x="1451896" y="2464308"/>
                    </a:cubicBezTo>
                    <a:cubicBezTo>
                      <a:pt x="1449229" y="2471452"/>
                      <a:pt x="1446276" y="2478500"/>
                      <a:pt x="1443609" y="2485358"/>
                    </a:cubicBezTo>
                    <a:cubicBezTo>
                      <a:pt x="1442657" y="2487835"/>
                      <a:pt x="1439990" y="2489645"/>
                      <a:pt x="1437323" y="2489645"/>
                    </a:cubicBezTo>
                    <a:close/>
                    <a:moveTo>
                      <a:pt x="1470565" y="2406110"/>
                    </a:moveTo>
                    <a:cubicBezTo>
                      <a:pt x="1469898" y="2406110"/>
                      <a:pt x="1468946" y="2405920"/>
                      <a:pt x="1468088" y="2405634"/>
                    </a:cubicBezTo>
                    <a:cubicBezTo>
                      <a:pt x="1465612" y="2404491"/>
                      <a:pt x="1464088" y="2402300"/>
                      <a:pt x="1464088" y="2399538"/>
                    </a:cubicBezTo>
                    <a:cubicBezTo>
                      <a:pt x="1463897" y="2398681"/>
                      <a:pt x="1464088" y="2397728"/>
                      <a:pt x="1464564" y="2396871"/>
                    </a:cubicBezTo>
                    <a:cubicBezTo>
                      <a:pt x="1469898" y="2383155"/>
                      <a:pt x="1475518" y="2369249"/>
                      <a:pt x="1481423" y="2355152"/>
                    </a:cubicBezTo>
                    <a:cubicBezTo>
                      <a:pt x="1482757" y="2351818"/>
                      <a:pt x="1486757" y="2350008"/>
                      <a:pt x="1490186" y="2351532"/>
                    </a:cubicBezTo>
                    <a:cubicBezTo>
                      <a:pt x="1493520" y="2352866"/>
                      <a:pt x="1495139" y="2356676"/>
                      <a:pt x="1493806" y="2360295"/>
                    </a:cubicBezTo>
                    <a:cubicBezTo>
                      <a:pt x="1489329" y="2371535"/>
                      <a:pt x="1483043" y="2386775"/>
                      <a:pt x="1476947" y="2401824"/>
                    </a:cubicBezTo>
                    <a:cubicBezTo>
                      <a:pt x="1476947" y="2402015"/>
                      <a:pt x="1476947" y="2402015"/>
                      <a:pt x="1476947" y="2402015"/>
                    </a:cubicBezTo>
                    <a:cubicBezTo>
                      <a:pt x="1475708" y="2404586"/>
                      <a:pt x="1473232" y="2406110"/>
                      <a:pt x="1470565" y="2406110"/>
                    </a:cubicBezTo>
                    <a:close/>
                    <a:moveTo>
                      <a:pt x="1504379" y="2322862"/>
                    </a:moveTo>
                    <a:cubicBezTo>
                      <a:pt x="1503521" y="2322862"/>
                      <a:pt x="1502569" y="2322671"/>
                      <a:pt x="1501712" y="2322386"/>
                    </a:cubicBezTo>
                    <a:cubicBezTo>
                      <a:pt x="1499235" y="2321243"/>
                      <a:pt x="1497711" y="2318766"/>
                      <a:pt x="1497711" y="2316099"/>
                    </a:cubicBezTo>
                    <a:cubicBezTo>
                      <a:pt x="1497711" y="2315242"/>
                      <a:pt x="1497711" y="2314289"/>
                      <a:pt x="1498187" y="2313623"/>
                    </a:cubicBezTo>
                    <a:cubicBezTo>
                      <a:pt x="1503807" y="2299716"/>
                      <a:pt x="1509427" y="2285810"/>
                      <a:pt x="1515237" y="2271903"/>
                    </a:cubicBezTo>
                    <a:cubicBezTo>
                      <a:pt x="1516571" y="2268569"/>
                      <a:pt x="1520666" y="2266950"/>
                      <a:pt x="1524000" y="2268284"/>
                    </a:cubicBezTo>
                    <a:cubicBezTo>
                      <a:pt x="1525619" y="2268950"/>
                      <a:pt x="1526953" y="2270284"/>
                      <a:pt x="1527620" y="2271903"/>
                    </a:cubicBezTo>
                    <a:cubicBezTo>
                      <a:pt x="1528477" y="2273713"/>
                      <a:pt x="1528477" y="2275523"/>
                      <a:pt x="1527810" y="2277047"/>
                    </a:cubicBezTo>
                    <a:cubicBezTo>
                      <a:pt x="1522000" y="2290953"/>
                      <a:pt x="1516380" y="2304860"/>
                      <a:pt x="1510760" y="2318576"/>
                    </a:cubicBezTo>
                    <a:cubicBezTo>
                      <a:pt x="1509617" y="2321243"/>
                      <a:pt x="1507141" y="2322862"/>
                      <a:pt x="1504379" y="2322862"/>
                    </a:cubicBezTo>
                    <a:close/>
                    <a:moveTo>
                      <a:pt x="1538573" y="2239804"/>
                    </a:moveTo>
                    <a:cubicBezTo>
                      <a:pt x="1537716" y="2239804"/>
                      <a:pt x="1536764" y="2239613"/>
                      <a:pt x="1536097" y="2239137"/>
                    </a:cubicBezTo>
                    <a:cubicBezTo>
                      <a:pt x="1533430" y="2238280"/>
                      <a:pt x="1531811" y="2235803"/>
                      <a:pt x="1531811" y="2233041"/>
                    </a:cubicBezTo>
                    <a:cubicBezTo>
                      <a:pt x="1531811" y="2232184"/>
                      <a:pt x="1532001" y="2231231"/>
                      <a:pt x="1532477" y="2230374"/>
                    </a:cubicBezTo>
                    <a:lnTo>
                      <a:pt x="1536287" y="2220944"/>
                    </a:lnTo>
                    <a:cubicBezTo>
                      <a:pt x="1540764" y="2210372"/>
                      <a:pt x="1545050" y="2199608"/>
                      <a:pt x="1549813" y="2188845"/>
                    </a:cubicBezTo>
                    <a:cubicBezTo>
                      <a:pt x="1551146" y="2185511"/>
                      <a:pt x="1555147" y="2183892"/>
                      <a:pt x="1558576" y="2185226"/>
                    </a:cubicBezTo>
                    <a:cubicBezTo>
                      <a:pt x="1560195" y="2185892"/>
                      <a:pt x="1561529" y="2187226"/>
                      <a:pt x="1562195" y="2188845"/>
                    </a:cubicBezTo>
                    <a:cubicBezTo>
                      <a:pt x="1562862" y="2190655"/>
                      <a:pt x="1562862" y="2192465"/>
                      <a:pt x="1562195" y="2193989"/>
                    </a:cubicBezTo>
                    <a:cubicBezTo>
                      <a:pt x="1559528" y="2200466"/>
                      <a:pt x="1556766" y="2207038"/>
                      <a:pt x="1554099" y="2213324"/>
                    </a:cubicBezTo>
                    <a:cubicBezTo>
                      <a:pt x="1550956" y="2220754"/>
                      <a:pt x="1547813" y="2228088"/>
                      <a:pt x="1544860" y="2235518"/>
                    </a:cubicBezTo>
                    <a:cubicBezTo>
                      <a:pt x="1543717" y="2237994"/>
                      <a:pt x="1541240" y="2239804"/>
                      <a:pt x="1538573" y="2239804"/>
                    </a:cubicBezTo>
                    <a:close/>
                    <a:moveTo>
                      <a:pt x="1573340" y="2156746"/>
                    </a:moveTo>
                    <a:cubicBezTo>
                      <a:pt x="1572482" y="2156746"/>
                      <a:pt x="1571530" y="2156746"/>
                      <a:pt x="1570673" y="2156270"/>
                    </a:cubicBezTo>
                    <a:cubicBezTo>
                      <a:pt x="1568196" y="2155127"/>
                      <a:pt x="1566672" y="2152650"/>
                      <a:pt x="1566672" y="2149983"/>
                    </a:cubicBezTo>
                    <a:cubicBezTo>
                      <a:pt x="1566672" y="2149126"/>
                      <a:pt x="1566863" y="2148173"/>
                      <a:pt x="1567148" y="2147507"/>
                    </a:cubicBezTo>
                    <a:lnTo>
                      <a:pt x="1571435" y="2137220"/>
                    </a:lnTo>
                    <a:cubicBezTo>
                      <a:pt x="1575911" y="2126933"/>
                      <a:pt x="1580388" y="2116550"/>
                      <a:pt x="1584674" y="2105978"/>
                    </a:cubicBezTo>
                    <a:cubicBezTo>
                      <a:pt x="1586294" y="2102644"/>
                      <a:pt x="1590294" y="2101025"/>
                      <a:pt x="1593628" y="2102358"/>
                    </a:cubicBezTo>
                    <a:cubicBezTo>
                      <a:pt x="1596962" y="2103882"/>
                      <a:pt x="1598581" y="2107692"/>
                      <a:pt x="1597247" y="2111312"/>
                    </a:cubicBezTo>
                    <a:cubicBezTo>
                      <a:pt x="1591247" y="2125028"/>
                      <a:pt x="1585341" y="2138648"/>
                      <a:pt x="1579721" y="2152364"/>
                    </a:cubicBezTo>
                    <a:cubicBezTo>
                      <a:pt x="1579721" y="2152364"/>
                      <a:pt x="1579721" y="2152364"/>
                      <a:pt x="1579436" y="2152555"/>
                    </a:cubicBezTo>
                    <a:cubicBezTo>
                      <a:pt x="1578483" y="2155222"/>
                      <a:pt x="1576007" y="2156746"/>
                      <a:pt x="1573340" y="2156746"/>
                    </a:cubicBezTo>
                    <a:close/>
                    <a:moveTo>
                      <a:pt x="1608582" y="2074164"/>
                    </a:moveTo>
                    <a:cubicBezTo>
                      <a:pt x="1607439" y="2074164"/>
                      <a:pt x="1606582" y="2073974"/>
                      <a:pt x="1605915" y="2073497"/>
                    </a:cubicBezTo>
                    <a:cubicBezTo>
                      <a:pt x="1603439" y="2072640"/>
                      <a:pt x="1601819" y="2070164"/>
                      <a:pt x="1601819" y="2067401"/>
                    </a:cubicBezTo>
                    <a:cubicBezTo>
                      <a:pt x="1601819" y="2066258"/>
                      <a:pt x="1601819" y="2065401"/>
                      <a:pt x="1602296" y="2064734"/>
                    </a:cubicBezTo>
                    <a:cubicBezTo>
                      <a:pt x="1608106" y="2051018"/>
                      <a:pt x="1614202" y="2037302"/>
                      <a:pt x="1620203" y="2023396"/>
                    </a:cubicBezTo>
                    <a:cubicBezTo>
                      <a:pt x="1621536" y="2020062"/>
                      <a:pt x="1625632" y="2018443"/>
                      <a:pt x="1628966" y="2020062"/>
                    </a:cubicBezTo>
                    <a:cubicBezTo>
                      <a:pt x="1630585" y="2020729"/>
                      <a:pt x="1631918" y="2021872"/>
                      <a:pt x="1632585" y="2023682"/>
                    </a:cubicBezTo>
                    <a:cubicBezTo>
                      <a:pt x="1633252" y="2025206"/>
                      <a:pt x="1633252" y="2027301"/>
                      <a:pt x="1632395" y="2028825"/>
                    </a:cubicBezTo>
                    <a:cubicBezTo>
                      <a:pt x="1626584" y="2042732"/>
                      <a:pt x="1620488" y="2056448"/>
                      <a:pt x="1614678" y="2070164"/>
                    </a:cubicBezTo>
                    <a:cubicBezTo>
                      <a:pt x="1613535" y="2072640"/>
                      <a:pt x="1611059" y="2074164"/>
                      <a:pt x="1608582" y="2074164"/>
                    </a:cubicBezTo>
                    <a:close/>
                    <a:moveTo>
                      <a:pt x="1644301" y="1991582"/>
                    </a:moveTo>
                    <a:cubicBezTo>
                      <a:pt x="1643158" y="1991582"/>
                      <a:pt x="1642301" y="1991582"/>
                      <a:pt x="1641634" y="1991106"/>
                    </a:cubicBezTo>
                    <a:cubicBezTo>
                      <a:pt x="1639157" y="1989963"/>
                      <a:pt x="1637633" y="1987486"/>
                      <a:pt x="1637633" y="1984819"/>
                    </a:cubicBezTo>
                    <a:cubicBezTo>
                      <a:pt x="1637633" y="1983962"/>
                      <a:pt x="1637824" y="1983010"/>
                      <a:pt x="1638110" y="1982152"/>
                    </a:cubicBezTo>
                    <a:cubicBezTo>
                      <a:pt x="1644206" y="1968722"/>
                      <a:pt x="1650206" y="1954816"/>
                      <a:pt x="1656302" y="1941100"/>
                    </a:cubicBezTo>
                    <a:cubicBezTo>
                      <a:pt x="1657636" y="1937766"/>
                      <a:pt x="1661922" y="1936147"/>
                      <a:pt x="1665065" y="1937766"/>
                    </a:cubicBezTo>
                    <a:cubicBezTo>
                      <a:pt x="1668399" y="1939100"/>
                      <a:pt x="1670018" y="1943195"/>
                      <a:pt x="1668685" y="1946529"/>
                    </a:cubicBezTo>
                    <a:cubicBezTo>
                      <a:pt x="1661922" y="1961769"/>
                      <a:pt x="1656112" y="1975009"/>
                      <a:pt x="1650492" y="1987582"/>
                    </a:cubicBezTo>
                    <a:cubicBezTo>
                      <a:pt x="1650492" y="1987772"/>
                      <a:pt x="1650492" y="1987772"/>
                      <a:pt x="1650492" y="1988058"/>
                    </a:cubicBezTo>
                    <a:cubicBezTo>
                      <a:pt x="1649159" y="1990249"/>
                      <a:pt x="1646682" y="1991582"/>
                      <a:pt x="1644301" y="1991582"/>
                    </a:cubicBezTo>
                    <a:close/>
                    <a:moveTo>
                      <a:pt x="1680591" y="1909381"/>
                    </a:moveTo>
                    <a:cubicBezTo>
                      <a:pt x="1679448" y="1909381"/>
                      <a:pt x="1678591" y="1909191"/>
                      <a:pt x="1677638" y="1908905"/>
                    </a:cubicBezTo>
                    <a:cubicBezTo>
                      <a:pt x="1675162" y="1907762"/>
                      <a:pt x="1673543" y="1905286"/>
                      <a:pt x="1673828" y="1902619"/>
                    </a:cubicBezTo>
                    <a:cubicBezTo>
                      <a:pt x="1673828" y="1901762"/>
                      <a:pt x="1674114" y="1900809"/>
                      <a:pt x="1674305" y="1899952"/>
                    </a:cubicBezTo>
                    <a:lnTo>
                      <a:pt x="1675162" y="1898142"/>
                    </a:lnTo>
                    <a:cubicBezTo>
                      <a:pt x="1680972" y="1885093"/>
                      <a:pt x="1686782" y="1872139"/>
                      <a:pt x="1692688" y="1858899"/>
                    </a:cubicBezTo>
                    <a:cubicBezTo>
                      <a:pt x="1694212" y="1855756"/>
                      <a:pt x="1698308" y="1854232"/>
                      <a:pt x="1701641" y="1855565"/>
                    </a:cubicBezTo>
                    <a:cubicBezTo>
                      <a:pt x="1703261" y="1856232"/>
                      <a:pt x="1704594" y="1857566"/>
                      <a:pt x="1704975" y="1859375"/>
                    </a:cubicBezTo>
                    <a:cubicBezTo>
                      <a:pt x="1705642" y="1860899"/>
                      <a:pt x="1705642" y="1862995"/>
                      <a:pt x="1704975" y="1864519"/>
                    </a:cubicBezTo>
                    <a:cubicBezTo>
                      <a:pt x="1698879" y="1878235"/>
                      <a:pt x="1692593" y="1891665"/>
                      <a:pt x="1686592" y="1905191"/>
                    </a:cubicBezTo>
                    <a:cubicBezTo>
                      <a:pt x="1686592" y="1905381"/>
                      <a:pt x="1686592" y="1905381"/>
                      <a:pt x="1686592" y="1905667"/>
                    </a:cubicBezTo>
                    <a:cubicBezTo>
                      <a:pt x="1685544" y="1907858"/>
                      <a:pt x="1683068" y="1909381"/>
                      <a:pt x="1680591" y="1909381"/>
                    </a:cubicBezTo>
                    <a:close/>
                    <a:moveTo>
                      <a:pt x="1717453" y="1827467"/>
                    </a:moveTo>
                    <a:cubicBezTo>
                      <a:pt x="1716596" y="1827467"/>
                      <a:pt x="1715643" y="1827276"/>
                      <a:pt x="1714500" y="1826990"/>
                    </a:cubicBezTo>
                    <a:cubicBezTo>
                      <a:pt x="1712214" y="1825847"/>
                      <a:pt x="1710690" y="1823371"/>
                      <a:pt x="1710690" y="1820894"/>
                    </a:cubicBezTo>
                    <a:cubicBezTo>
                      <a:pt x="1710690" y="1820037"/>
                      <a:pt x="1710881" y="1818894"/>
                      <a:pt x="1711166" y="1817942"/>
                    </a:cubicBezTo>
                    <a:cubicBezTo>
                      <a:pt x="1711166" y="1817942"/>
                      <a:pt x="1711166" y="1817942"/>
                      <a:pt x="1711452" y="1817942"/>
                    </a:cubicBezTo>
                    <a:cubicBezTo>
                      <a:pt x="1711452" y="1817751"/>
                      <a:pt x="1711452" y="1817751"/>
                      <a:pt x="1711452" y="1817465"/>
                    </a:cubicBezTo>
                    <a:cubicBezTo>
                      <a:pt x="1716786" y="1806035"/>
                      <a:pt x="1722025" y="1794605"/>
                      <a:pt x="1727168" y="1783080"/>
                    </a:cubicBezTo>
                    <a:lnTo>
                      <a:pt x="1730121" y="1776984"/>
                    </a:lnTo>
                    <a:cubicBezTo>
                      <a:pt x="1731740" y="1773650"/>
                      <a:pt x="1735741" y="1772031"/>
                      <a:pt x="1739075" y="1773650"/>
                    </a:cubicBezTo>
                    <a:cubicBezTo>
                      <a:pt x="1740694" y="1774317"/>
                      <a:pt x="1741742" y="1775651"/>
                      <a:pt x="1742408" y="1777460"/>
                    </a:cubicBezTo>
                    <a:cubicBezTo>
                      <a:pt x="1743075" y="1778984"/>
                      <a:pt x="1743075" y="1780794"/>
                      <a:pt x="1742123" y="1782604"/>
                    </a:cubicBezTo>
                    <a:lnTo>
                      <a:pt x="1733550" y="1801654"/>
                    </a:lnTo>
                    <a:cubicBezTo>
                      <a:pt x="1730216" y="1808798"/>
                      <a:pt x="1726787" y="1816037"/>
                      <a:pt x="1723454" y="1823466"/>
                    </a:cubicBezTo>
                    <a:cubicBezTo>
                      <a:pt x="1722406" y="1825943"/>
                      <a:pt x="1720120" y="1827467"/>
                      <a:pt x="1717453" y="1827467"/>
                    </a:cubicBezTo>
                    <a:close/>
                    <a:moveTo>
                      <a:pt x="1754886" y="1745837"/>
                    </a:moveTo>
                    <a:cubicBezTo>
                      <a:pt x="1754029" y="1745837"/>
                      <a:pt x="1753076" y="1745837"/>
                      <a:pt x="1752219" y="1745361"/>
                    </a:cubicBezTo>
                    <a:cubicBezTo>
                      <a:pt x="1749743" y="1744218"/>
                      <a:pt x="1748219" y="1742027"/>
                      <a:pt x="1748219" y="1739265"/>
                    </a:cubicBezTo>
                    <a:cubicBezTo>
                      <a:pt x="1748219" y="1738122"/>
                      <a:pt x="1748409" y="1737265"/>
                      <a:pt x="1748885" y="1736312"/>
                    </a:cubicBezTo>
                    <a:cubicBezTo>
                      <a:pt x="1753553" y="1726216"/>
                      <a:pt x="1758315" y="1716119"/>
                      <a:pt x="1762982" y="1706023"/>
                    </a:cubicBezTo>
                    <a:lnTo>
                      <a:pt x="1767650" y="1695450"/>
                    </a:lnTo>
                    <a:cubicBezTo>
                      <a:pt x="1769174" y="1692307"/>
                      <a:pt x="1773460" y="1690688"/>
                      <a:pt x="1776603" y="1692307"/>
                    </a:cubicBezTo>
                    <a:cubicBezTo>
                      <a:pt x="1779937" y="1693831"/>
                      <a:pt x="1781556" y="1697927"/>
                      <a:pt x="1779937" y="1701260"/>
                    </a:cubicBezTo>
                    <a:cubicBezTo>
                      <a:pt x="1773650" y="1714691"/>
                      <a:pt x="1767173" y="1728406"/>
                      <a:pt x="1760887" y="1741932"/>
                    </a:cubicBezTo>
                    <a:cubicBezTo>
                      <a:pt x="1759839" y="1744409"/>
                      <a:pt x="1757648" y="1745837"/>
                      <a:pt x="1754886" y="1745837"/>
                    </a:cubicBezTo>
                    <a:close/>
                    <a:moveTo>
                      <a:pt x="1793081" y="1664589"/>
                    </a:moveTo>
                    <a:cubicBezTo>
                      <a:pt x="1792224" y="1664589"/>
                      <a:pt x="1791081" y="1664399"/>
                      <a:pt x="1790129" y="1663922"/>
                    </a:cubicBezTo>
                    <a:cubicBezTo>
                      <a:pt x="1787843" y="1662779"/>
                      <a:pt x="1786319" y="1660589"/>
                      <a:pt x="1786319" y="1657826"/>
                    </a:cubicBezTo>
                    <a:cubicBezTo>
                      <a:pt x="1786319" y="1656969"/>
                      <a:pt x="1786509" y="1655826"/>
                      <a:pt x="1786985" y="1654874"/>
                    </a:cubicBezTo>
                    <a:cubicBezTo>
                      <a:pt x="1792796" y="1642491"/>
                      <a:pt x="1798701" y="1630394"/>
                      <a:pt x="1804702" y="1618107"/>
                    </a:cubicBezTo>
                    <a:lnTo>
                      <a:pt x="1806321" y="1614488"/>
                    </a:lnTo>
                    <a:cubicBezTo>
                      <a:pt x="1807940" y="1611154"/>
                      <a:pt x="1812131" y="1609535"/>
                      <a:pt x="1815275" y="1611154"/>
                    </a:cubicBezTo>
                    <a:cubicBezTo>
                      <a:pt x="1816799" y="1612011"/>
                      <a:pt x="1818227" y="1613440"/>
                      <a:pt x="1818894" y="1614964"/>
                    </a:cubicBezTo>
                    <a:cubicBezTo>
                      <a:pt x="1819370" y="1616774"/>
                      <a:pt x="1819370" y="1618583"/>
                      <a:pt x="1818704" y="1620107"/>
                    </a:cubicBezTo>
                    <a:cubicBezTo>
                      <a:pt x="1812227" y="1633823"/>
                      <a:pt x="1805654" y="1647254"/>
                      <a:pt x="1799177" y="1660779"/>
                    </a:cubicBezTo>
                    <a:cubicBezTo>
                      <a:pt x="1798034" y="1662970"/>
                      <a:pt x="1795748" y="1664589"/>
                      <a:pt x="1793081" y="1664589"/>
                    </a:cubicBezTo>
                    <a:close/>
                    <a:moveTo>
                      <a:pt x="1831848" y="1583531"/>
                    </a:moveTo>
                    <a:cubicBezTo>
                      <a:pt x="1830991" y="1583531"/>
                      <a:pt x="1829848" y="1583341"/>
                      <a:pt x="1828895" y="1582864"/>
                    </a:cubicBezTo>
                    <a:cubicBezTo>
                      <a:pt x="1826705" y="1581722"/>
                      <a:pt x="1825085" y="1579531"/>
                      <a:pt x="1825085" y="1576768"/>
                    </a:cubicBezTo>
                    <a:cubicBezTo>
                      <a:pt x="1825085" y="1575626"/>
                      <a:pt x="1825276" y="1574768"/>
                      <a:pt x="1825752" y="1573816"/>
                    </a:cubicBezTo>
                    <a:cubicBezTo>
                      <a:pt x="1831562" y="1561910"/>
                      <a:pt x="1838516" y="1547527"/>
                      <a:pt x="1845469" y="1533620"/>
                    </a:cubicBezTo>
                    <a:cubicBezTo>
                      <a:pt x="1847088" y="1530287"/>
                      <a:pt x="1851279" y="1528858"/>
                      <a:pt x="1854422" y="1530477"/>
                    </a:cubicBezTo>
                    <a:cubicBezTo>
                      <a:pt x="1857756" y="1532001"/>
                      <a:pt x="1859090" y="1536097"/>
                      <a:pt x="1857566" y="1539431"/>
                    </a:cubicBezTo>
                    <a:lnTo>
                      <a:pt x="1852422" y="1550003"/>
                    </a:lnTo>
                    <a:cubicBezTo>
                      <a:pt x="1847469" y="1559909"/>
                      <a:pt x="1842802" y="1569720"/>
                      <a:pt x="1837849" y="1579626"/>
                    </a:cubicBezTo>
                    <a:cubicBezTo>
                      <a:pt x="1836801" y="1581912"/>
                      <a:pt x="1834610" y="1583531"/>
                      <a:pt x="1831848" y="1583531"/>
                    </a:cubicBezTo>
                    <a:close/>
                    <a:moveTo>
                      <a:pt x="1871377" y="1503140"/>
                    </a:moveTo>
                    <a:cubicBezTo>
                      <a:pt x="1870234" y="1503140"/>
                      <a:pt x="1869377" y="1502950"/>
                      <a:pt x="1868424" y="1502474"/>
                    </a:cubicBezTo>
                    <a:cubicBezTo>
                      <a:pt x="1865948" y="1501331"/>
                      <a:pt x="1864614" y="1498854"/>
                      <a:pt x="1864614" y="1496187"/>
                    </a:cubicBezTo>
                    <a:cubicBezTo>
                      <a:pt x="1864614" y="1495330"/>
                      <a:pt x="1864900" y="1494187"/>
                      <a:pt x="1865281" y="1493234"/>
                    </a:cubicBezTo>
                    <a:lnTo>
                      <a:pt x="1869091" y="1485805"/>
                    </a:lnTo>
                    <a:cubicBezTo>
                      <a:pt x="1874520" y="1474851"/>
                      <a:pt x="1879854" y="1463993"/>
                      <a:pt x="1885474" y="1453039"/>
                    </a:cubicBezTo>
                    <a:cubicBezTo>
                      <a:pt x="1886998" y="1449896"/>
                      <a:pt x="1891284" y="1448562"/>
                      <a:pt x="1894427" y="1450086"/>
                    </a:cubicBezTo>
                    <a:cubicBezTo>
                      <a:pt x="1897761" y="1451610"/>
                      <a:pt x="1899095" y="1455896"/>
                      <a:pt x="1897380" y="1459039"/>
                    </a:cubicBezTo>
                    <a:cubicBezTo>
                      <a:pt x="1890617" y="1472470"/>
                      <a:pt x="1884140" y="1485995"/>
                      <a:pt x="1877378" y="1499235"/>
                    </a:cubicBezTo>
                    <a:cubicBezTo>
                      <a:pt x="1876330" y="1501616"/>
                      <a:pt x="1874139" y="1503140"/>
                      <a:pt x="1871377" y="1503140"/>
                    </a:cubicBezTo>
                    <a:close/>
                    <a:moveTo>
                      <a:pt x="1911763" y="1422845"/>
                    </a:moveTo>
                    <a:cubicBezTo>
                      <a:pt x="1910620" y="1422845"/>
                      <a:pt x="1909763" y="1422654"/>
                      <a:pt x="1908810" y="1422178"/>
                    </a:cubicBezTo>
                    <a:cubicBezTo>
                      <a:pt x="1906334" y="1421035"/>
                      <a:pt x="1905000" y="1418558"/>
                      <a:pt x="1905000" y="1415891"/>
                    </a:cubicBezTo>
                    <a:cubicBezTo>
                      <a:pt x="1905000" y="1415034"/>
                      <a:pt x="1905191" y="1414081"/>
                      <a:pt x="1905667" y="1413224"/>
                    </a:cubicBezTo>
                    <a:cubicBezTo>
                      <a:pt x="1912430" y="1399985"/>
                      <a:pt x="1919383" y="1386268"/>
                      <a:pt x="1926336" y="1373029"/>
                    </a:cubicBezTo>
                    <a:cubicBezTo>
                      <a:pt x="1927955" y="1369885"/>
                      <a:pt x="1932146" y="1368552"/>
                      <a:pt x="1935290" y="1370076"/>
                    </a:cubicBezTo>
                    <a:cubicBezTo>
                      <a:pt x="1936909" y="1370933"/>
                      <a:pt x="1938242" y="1372362"/>
                      <a:pt x="1938623" y="1373886"/>
                    </a:cubicBezTo>
                    <a:cubicBezTo>
                      <a:pt x="1939290" y="1375696"/>
                      <a:pt x="1939100" y="1377506"/>
                      <a:pt x="1938147" y="1379030"/>
                    </a:cubicBezTo>
                    <a:cubicBezTo>
                      <a:pt x="1931384" y="1392269"/>
                      <a:pt x="1924431" y="1405700"/>
                      <a:pt x="1917764" y="1418939"/>
                    </a:cubicBezTo>
                    <a:lnTo>
                      <a:pt x="1917764" y="1419130"/>
                    </a:lnTo>
                    <a:cubicBezTo>
                      <a:pt x="1916716" y="1421511"/>
                      <a:pt x="1914239" y="1422845"/>
                      <a:pt x="1911763" y="1422845"/>
                    </a:cubicBezTo>
                    <a:close/>
                    <a:moveTo>
                      <a:pt x="1953101" y="1342644"/>
                    </a:moveTo>
                    <a:cubicBezTo>
                      <a:pt x="1951958" y="1342644"/>
                      <a:pt x="1950911" y="1342454"/>
                      <a:pt x="1949958" y="1341977"/>
                    </a:cubicBezTo>
                    <a:cubicBezTo>
                      <a:pt x="1947672" y="1340834"/>
                      <a:pt x="1946339" y="1338643"/>
                      <a:pt x="1946339" y="1336167"/>
                    </a:cubicBezTo>
                    <a:cubicBezTo>
                      <a:pt x="1946339" y="1335024"/>
                      <a:pt x="1946529" y="1333881"/>
                      <a:pt x="1947005" y="1332833"/>
                    </a:cubicBezTo>
                    <a:cubicBezTo>
                      <a:pt x="1951482" y="1324737"/>
                      <a:pt x="1955768" y="1316450"/>
                      <a:pt x="1959959" y="1308164"/>
                    </a:cubicBezTo>
                    <a:lnTo>
                      <a:pt x="1968056" y="1293114"/>
                    </a:lnTo>
                    <a:cubicBezTo>
                      <a:pt x="1969675" y="1289971"/>
                      <a:pt x="1973866" y="1288637"/>
                      <a:pt x="1977009" y="1290447"/>
                    </a:cubicBezTo>
                    <a:cubicBezTo>
                      <a:pt x="1980343" y="1291971"/>
                      <a:pt x="1981486" y="1296067"/>
                      <a:pt x="1979962" y="1299401"/>
                    </a:cubicBezTo>
                    <a:cubicBezTo>
                      <a:pt x="1973199" y="1311974"/>
                      <a:pt x="1966055" y="1325689"/>
                      <a:pt x="1959102" y="1339120"/>
                    </a:cubicBezTo>
                    <a:cubicBezTo>
                      <a:pt x="1958054" y="1341310"/>
                      <a:pt x="1955578" y="1342644"/>
                      <a:pt x="1953101" y="1342644"/>
                    </a:cubicBezTo>
                    <a:close/>
                    <a:moveTo>
                      <a:pt x="1995107" y="1263206"/>
                    </a:moveTo>
                    <a:cubicBezTo>
                      <a:pt x="1993964" y="1263206"/>
                      <a:pt x="1993106" y="1263015"/>
                      <a:pt x="1991963" y="1262539"/>
                    </a:cubicBezTo>
                    <a:cubicBezTo>
                      <a:pt x="1989963" y="1261396"/>
                      <a:pt x="1988630" y="1259205"/>
                      <a:pt x="1988344" y="1256729"/>
                    </a:cubicBezTo>
                    <a:cubicBezTo>
                      <a:pt x="1988344" y="1255585"/>
                      <a:pt x="1988820" y="1254443"/>
                      <a:pt x="1989201" y="1253585"/>
                    </a:cubicBezTo>
                    <a:lnTo>
                      <a:pt x="1989201" y="1253395"/>
                    </a:lnTo>
                    <a:cubicBezTo>
                      <a:pt x="1989201" y="1253395"/>
                      <a:pt x="1989391" y="1253204"/>
                      <a:pt x="1989391" y="1252918"/>
                    </a:cubicBezTo>
                    <a:cubicBezTo>
                      <a:pt x="1995392" y="1241489"/>
                      <a:pt x="2002155" y="1229106"/>
                      <a:pt x="2010442" y="1213866"/>
                    </a:cubicBezTo>
                    <a:cubicBezTo>
                      <a:pt x="2012251" y="1210723"/>
                      <a:pt x="2016538" y="1209389"/>
                      <a:pt x="2019681" y="1211199"/>
                    </a:cubicBezTo>
                    <a:cubicBezTo>
                      <a:pt x="2021300" y="1212056"/>
                      <a:pt x="2022348" y="1213485"/>
                      <a:pt x="2022824" y="1215200"/>
                    </a:cubicBezTo>
                    <a:cubicBezTo>
                      <a:pt x="2023491" y="1217009"/>
                      <a:pt x="2023300" y="1218819"/>
                      <a:pt x="2022348" y="1220343"/>
                    </a:cubicBezTo>
                    <a:cubicBezTo>
                      <a:pt x="2015204" y="1233392"/>
                      <a:pt x="2008251" y="1246632"/>
                      <a:pt x="2001012" y="1259872"/>
                    </a:cubicBezTo>
                    <a:cubicBezTo>
                      <a:pt x="1999774" y="1261872"/>
                      <a:pt x="1997583" y="1263206"/>
                      <a:pt x="1995107" y="1263206"/>
                    </a:cubicBezTo>
                    <a:close/>
                    <a:moveTo>
                      <a:pt x="2038159" y="1184434"/>
                    </a:moveTo>
                    <a:cubicBezTo>
                      <a:pt x="2037016" y="1184434"/>
                      <a:pt x="2035969" y="1184243"/>
                      <a:pt x="2035016" y="1183577"/>
                    </a:cubicBezTo>
                    <a:cubicBezTo>
                      <a:pt x="2032730" y="1182434"/>
                      <a:pt x="2031397" y="1180243"/>
                      <a:pt x="2031397" y="1177766"/>
                    </a:cubicBezTo>
                    <a:cubicBezTo>
                      <a:pt x="2031397" y="1176623"/>
                      <a:pt x="2031587" y="1175480"/>
                      <a:pt x="2032254" y="1174433"/>
                    </a:cubicBezTo>
                    <a:cubicBezTo>
                      <a:pt x="2038731" y="1162526"/>
                      <a:pt x="2045970" y="1149763"/>
                      <a:pt x="2054066" y="1135189"/>
                    </a:cubicBezTo>
                    <a:cubicBezTo>
                      <a:pt x="2055876" y="1132046"/>
                      <a:pt x="2060067" y="1130903"/>
                      <a:pt x="2063306" y="1132713"/>
                    </a:cubicBezTo>
                    <a:cubicBezTo>
                      <a:pt x="2066449" y="1134523"/>
                      <a:pt x="2067782" y="1138523"/>
                      <a:pt x="2065782" y="1141952"/>
                    </a:cubicBezTo>
                    <a:cubicBezTo>
                      <a:pt x="2058638" y="1155002"/>
                      <a:pt x="2051399" y="1167956"/>
                      <a:pt x="2044256" y="1180814"/>
                    </a:cubicBezTo>
                    <a:cubicBezTo>
                      <a:pt x="2044256" y="1181005"/>
                      <a:pt x="2044065" y="1181005"/>
                      <a:pt x="2044065" y="1181005"/>
                    </a:cubicBezTo>
                    <a:cubicBezTo>
                      <a:pt x="2042922" y="1183100"/>
                      <a:pt x="2040636" y="1184434"/>
                      <a:pt x="2038159" y="1184434"/>
                    </a:cubicBezTo>
                    <a:close/>
                    <a:moveTo>
                      <a:pt x="2082165" y="1106138"/>
                    </a:moveTo>
                    <a:cubicBezTo>
                      <a:pt x="2081022" y="1106138"/>
                      <a:pt x="2079974" y="1105948"/>
                      <a:pt x="2078831" y="1105281"/>
                    </a:cubicBezTo>
                    <a:cubicBezTo>
                      <a:pt x="2076641" y="1104138"/>
                      <a:pt x="2075498" y="1101662"/>
                      <a:pt x="2075498" y="1099185"/>
                    </a:cubicBezTo>
                    <a:cubicBezTo>
                      <a:pt x="2075498" y="1098042"/>
                      <a:pt x="2075688" y="1096899"/>
                      <a:pt x="2076355" y="1096042"/>
                    </a:cubicBezTo>
                    <a:cubicBezTo>
                      <a:pt x="2082832" y="1084326"/>
                      <a:pt x="2090928" y="1070705"/>
                      <a:pt x="2098834" y="1056989"/>
                    </a:cubicBezTo>
                    <a:cubicBezTo>
                      <a:pt x="2100644" y="1053846"/>
                      <a:pt x="2104930" y="1052703"/>
                      <a:pt x="2108073" y="1054513"/>
                    </a:cubicBezTo>
                    <a:cubicBezTo>
                      <a:pt x="2109597" y="1055370"/>
                      <a:pt x="2110550" y="1056989"/>
                      <a:pt x="2111216" y="1058799"/>
                    </a:cubicBezTo>
                    <a:cubicBezTo>
                      <a:pt x="2111693" y="1060323"/>
                      <a:pt x="2111407" y="1062418"/>
                      <a:pt x="2110550" y="1063752"/>
                    </a:cubicBezTo>
                    <a:cubicBezTo>
                      <a:pt x="2102739" y="1077182"/>
                      <a:pt x="2094833" y="1090898"/>
                      <a:pt x="2088071" y="1102614"/>
                    </a:cubicBezTo>
                    <a:lnTo>
                      <a:pt x="2088071" y="1102805"/>
                    </a:lnTo>
                    <a:cubicBezTo>
                      <a:pt x="2086832" y="1104805"/>
                      <a:pt x="2084641" y="1106138"/>
                      <a:pt x="2082165" y="1106138"/>
                    </a:cubicBezTo>
                    <a:close/>
                    <a:moveTo>
                      <a:pt x="2127314" y="1028414"/>
                    </a:moveTo>
                    <a:cubicBezTo>
                      <a:pt x="2125980" y="1028414"/>
                      <a:pt x="2124837" y="1027938"/>
                      <a:pt x="2123694" y="1027271"/>
                    </a:cubicBezTo>
                    <a:cubicBezTo>
                      <a:pt x="2121694" y="1026128"/>
                      <a:pt x="2120551" y="1024128"/>
                      <a:pt x="2120551" y="1021651"/>
                    </a:cubicBezTo>
                    <a:cubicBezTo>
                      <a:pt x="2120360" y="1020318"/>
                      <a:pt x="2120741" y="1019175"/>
                      <a:pt x="2121408" y="1018032"/>
                    </a:cubicBezTo>
                    <a:cubicBezTo>
                      <a:pt x="2128361" y="1006126"/>
                      <a:pt x="2136458" y="992696"/>
                      <a:pt x="2144268" y="979456"/>
                    </a:cubicBezTo>
                    <a:cubicBezTo>
                      <a:pt x="2146078" y="976313"/>
                      <a:pt x="2150555" y="975455"/>
                      <a:pt x="2153507" y="977170"/>
                    </a:cubicBezTo>
                    <a:cubicBezTo>
                      <a:pt x="2155127" y="978027"/>
                      <a:pt x="2156174" y="979456"/>
                      <a:pt x="2156651" y="981170"/>
                    </a:cubicBezTo>
                    <a:cubicBezTo>
                      <a:pt x="2157127" y="982980"/>
                      <a:pt x="2156841" y="984790"/>
                      <a:pt x="2155793" y="986314"/>
                    </a:cubicBezTo>
                    <a:cubicBezTo>
                      <a:pt x="2149316" y="997363"/>
                      <a:pt x="2142554" y="1008507"/>
                      <a:pt x="2136077" y="1019747"/>
                    </a:cubicBezTo>
                    <a:lnTo>
                      <a:pt x="2132933" y="1024890"/>
                    </a:lnTo>
                    <a:cubicBezTo>
                      <a:pt x="2131790" y="1027081"/>
                      <a:pt x="2129505" y="1028414"/>
                      <a:pt x="2127314" y="1028414"/>
                    </a:cubicBezTo>
                    <a:close/>
                    <a:moveTo>
                      <a:pt x="2173319" y="951262"/>
                    </a:moveTo>
                    <a:cubicBezTo>
                      <a:pt x="2172176" y="951262"/>
                      <a:pt x="2170843" y="951071"/>
                      <a:pt x="2169986" y="950405"/>
                    </a:cubicBezTo>
                    <a:cubicBezTo>
                      <a:pt x="2167985" y="949071"/>
                      <a:pt x="2166652" y="947071"/>
                      <a:pt x="2166652" y="944594"/>
                    </a:cubicBezTo>
                    <a:cubicBezTo>
                      <a:pt x="2166652" y="943451"/>
                      <a:pt x="2167128" y="942118"/>
                      <a:pt x="2167795" y="941260"/>
                    </a:cubicBezTo>
                    <a:cubicBezTo>
                      <a:pt x="2175701" y="928211"/>
                      <a:pt x="2183511" y="915257"/>
                      <a:pt x="2191417" y="902875"/>
                    </a:cubicBezTo>
                    <a:cubicBezTo>
                      <a:pt x="2193227" y="899731"/>
                      <a:pt x="2197513" y="898874"/>
                      <a:pt x="2200561" y="900589"/>
                    </a:cubicBezTo>
                    <a:cubicBezTo>
                      <a:pt x="2203704" y="902589"/>
                      <a:pt x="2204657" y="906875"/>
                      <a:pt x="2202847" y="910018"/>
                    </a:cubicBezTo>
                    <a:lnTo>
                      <a:pt x="2202371" y="910495"/>
                    </a:lnTo>
                    <a:cubicBezTo>
                      <a:pt x="2194751" y="922877"/>
                      <a:pt x="2186940" y="935641"/>
                      <a:pt x="2179225" y="948214"/>
                    </a:cubicBezTo>
                    <a:cubicBezTo>
                      <a:pt x="2179225" y="948214"/>
                      <a:pt x="2179225" y="948214"/>
                      <a:pt x="2178939" y="948404"/>
                    </a:cubicBezTo>
                    <a:cubicBezTo>
                      <a:pt x="2177796" y="950119"/>
                      <a:pt x="2175510" y="951262"/>
                      <a:pt x="2173319" y="951262"/>
                    </a:cubicBezTo>
                    <a:close/>
                    <a:moveTo>
                      <a:pt x="2220849" y="874967"/>
                    </a:moveTo>
                    <a:cubicBezTo>
                      <a:pt x="2219516" y="874967"/>
                      <a:pt x="2218373" y="874776"/>
                      <a:pt x="2217230" y="874109"/>
                    </a:cubicBezTo>
                    <a:cubicBezTo>
                      <a:pt x="2215230" y="872776"/>
                      <a:pt x="2213896" y="870490"/>
                      <a:pt x="2214086" y="868299"/>
                    </a:cubicBezTo>
                    <a:cubicBezTo>
                      <a:pt x="2214086" y="866966"/>
                      <a:pt x="2214277" y="865822"/>
                      <a:pt x="2214944" y="864680"/>
                    </a:cubicBezTo>
                    <a:cubicBezTo>
                      <a:pt x="2223897" y="850773"/>
                      <a:pt x="2231803" y="838391"/>
                      <a:pt x="2239137" y="826960"/>
                    </a:cubicBezTo>
                    <a:cubicBezTo>
                      <a:pt x="2241138" y="823817"/>
                      <a:pt x="2245424" y="822960"/>
                      <a:pt x="2248567" y="824675"/>
                    </a:cubicBezTo>
                    <a:cubicBezTo>
                      <a:pt x="2251710" y="826675"/>
                      <a:pt x="2252567" y="830961"/>
                      <a:pt x="2250567" y="834104"/>
                    </a:cubicBezTo>
                    <a:cubicBezTo>
                      <a:pt x="2241995" y="847344"/>
                      <a:pt x="2234184" y="859441"/>
                      <a:pt x="2226564" y="871633"/>
                    </a:cubicBezTo>
                    <a:cubicBezTo>
                      <a:pt x="2226564" y="871823"/>
                      <a:pt x="2226278" y="871823"/>
                      <a:pt x="2226278" y="871823"/>
                    </a:cubicBezTo>
                    <a:cubicBezTo>
                      <a:pt x="2225326" y="873824"/>
                      <a:pt x="2223135" y="874967"/>
                      <a:pt x="2220849" y="874967"/>
                    </a:cubicBezTo>
                    <a:close/>
                    <a:moveTo>
                      <a:pt x="3754279" y="855155"/>
                    </a:moveTo>
                    <a:cubicBezTo>
                      <a:pt x="3753612" y="855155"/>
                      <a:pt x="3753136" y="855155"/>
                      <a:pt x="3752469" y="854964"/>
                    </a:cubicBezTo>
                    <a:cubicBezTo>
                      <a:pt x="3748850" y="854107"/>
                      <a:pt x="3746849" y="850201"/>
                      <a:pt x="3747802" y="846677"/>
                    </a:cubicBezTo>
                    <a:cubicBezTo>
                      <a:pt x="3749612" y="840200"/>
                      <a:pt x="3751422" y="833628"/>
                      <a:pt x="3752945" y="827151"/>
                    </a:cubicBezTo>
                    <a:cubicBezTo>
                      <a:pt x="3753803" y="823531"/>
                      <a:pt x="3757613" y="821341"/>
                      <a:pt x="3761042" y="822198"/>
                    </a:cubicBezTo>
                    <a:cubicBezTo>
                      <a:pt x="3764185" y="823055"/>
                      <a:pt x="3766185" y="825532"/>
                      <a:pt x="3766185" y="828675"/>
                    </a:cubicBezTo>
                    <a:cubicBezTo>
                      <a:pt x="3766185" y="829342"/>
                      <a:pt x="3766185" y="830009"/>
                      <a:pt x="3765899" y="830485"/>
                    </a:cubicBezTo>
                    <a:cubicBezTo>
                      <a:pt x="3764090" y="837629"/>
                      <a:pt x="3762375" y="844868"/>
                      <a:pt x="3760756" y="850201"/>
                    </a:cubicBezTo>
                    <a:cubicBezTo>
                      <a:pt x="3759899" y="853154"/>
                      <a:pt x="3757232" y="855155"/>
                      <a:pt x="3754279" y="855155"/>
                    </a:cubicBezTo>
                    <a:close/>
                    <a:moveTo>
                      <a:pt x="2269522" y="799529"/>
                    </a:moveTo>
                    <a:cubicBezTo>
                      <a:pt x="2268188" y="799529"/>
                      <a:pt x="2266855" y="799052"/>
                      <a:pt x="2265712" y="798385"/>
                    </a:cubicBezTo>
                    <a:cubicBezTo>
                      <a:pt x="2263902" y="797243"/>
                      <a:pt x="2262759" y="795052"/>
                      <a:pt x="2262759" y="792766"/>
                    </a:cubicBezTo>
                    <a:cubicBezTo>
                      <a:pt x="2262759" y="791623"/>
                      <a:pt x="2263235" y="790289"/>
                      <a:pt x="2263616" y="789432"/>
                    </a:cubicBezTo>
                    <a:cubicBezTo>
                      <a:pt x="2263807" y="789242"/>
                      <a:pt x="2263807" y="789242"/>
                      <a:pt x="2263807" y="789242"/>
                    </a:cubicBezTo>
                    <a:cubicBezTo>
                      <a:pt x="2264093" y="789051"/>
                      <a:pt x="2264093" y="788765"/>
                      <a:pt x="2264283" y="788575"/>
                    </a:cubicBezTo>
                    <a:cubicBezTo>
                      <a:pt x="2273046" y="775335"/>
                      <a:pt x="2280857" y="763238"/>
                      <a:pt x="2288763" y="751713"/>
                    </a:cubicBezTo>
                    <a:cubicBezTo>
                      <a:pt x="2290763" y="748760"/>
                      <a:pt x="2295239" y="747903"/>
                      <a:pt x="2298192" y="749903"/>
                    </a:cubicBezTo>
                    <a:cubicBezTo>
                      <a:pt x="2301335" y="751904"/>
                      <a:pt x="2302002" y="756190"/>
                      <a:pt x="2300002" y="759143"/>
                    </a:cubicBezTo>
                    <a:cubicBezTo>
                      <a:pt x="2292572" y="770096"/>
                      <a:pt x="2284095" y="783146"/>
                      <a:pt x="2275047" y="796576"/>
                    </a:cubicBezTo>
                    <a:cubicBezTo>
                      <a:pt x="2273808" y="798385"/>
                      <a:pt x="2271808" y="799529"/>
                      <a:pt x="2269522" y="799529"/>
                    </a:cubicBezTo>
                    <a:close/>
                    <a:moveTo>
                      <a:pt x="3769328" y="791623"/>
                    </a:moveTo>
                    <a:cubicBezTo>
                      <a:pt x="3769138" y="791623"/>
                      <a:pt x="3768662" y="791623"/>
                      <a:pt x="3768185" y="791623"/>
                    </a:cubicBezTo>
                    <a:cubicBezTo>
                      <a:pt x="3766376" y="791147"/>
                      <a:pt x="3764852" y="790289"/>
                      <a:pt x="3763709" y="788670"/>
                    </a:cubicBezTo>
                    <a:cubicBezTo>
                      <a:pt x="3762851" y="787146"/>
                      <a:pt x="3762375" y="785336"/>
                      <a:pt x="3762851" y="783717"/>
                    </a:cubicBezTo>
                    <a:cubicBezTo>
                      <a:pt x="3765995" y="768668"/>
                      <a:pt x="3768471" y="753904"/>
                      <a:pt x="3770472" y="739711"/>
                    </a:cubicBezTo>
                    <a:cubicBezTo>
                      <a:pt x="3771138" y="736092"/>
                      <a:pt x="3774281" y="733425"/>
                      <a:pt x="3778091" y="734092"/>
                    </a:cubicBezTo>
                    <a:cubicBezTo>
                      <a:pt x="3781425" y="734568"/>
                      <a:pt x="3783902" y="737426"/>
                      <a:pt x="3783902" y="740569"/>
                    </a:cubicBezTo>
                    <a:cubicBezTo>
                      <a:pt x="3783902" y="741045"/>
                      <a:pt x="3783902" y="741236"/>
                      <a:pt x="3783902" y="741712"/>
                    </a:cubicBezTo>
                    <a:cubicBezTo>
                      <a:pt x="3781616" y="755809"/>
                      <a:pt x="3779234" y="770477"/>
                      <a:pt x="3775996" y="786193"/>
                    </a:cubicBezTo>
                    <a:cubicBezTo>
                      <a:pt x="3775424" y="789432"/>
                      <a:pt x="3772757" y="791623"/>
                      <a:pt x="3769328" y="791623"/>
                    </a:cubicBezTo>
                    <a:close/>
                    <a:moveTo>
                      <a:pt x="2319814" y="725043"/>
                    </a:moveTo>
                    <a:cubicBezTo>
                      <a:pt x="2318480" y="725043"/>
                      <a:pt x="2317147" y="724853"/>
                      <a:pt x="2316004" y="723900"/>
                    </a:cubicBezTo>
                    <a:cubicBezTo>
                      <a:pt x="2314194" y="722567"/>
                      <a:pt x="2313051" y="720566"/>
                      <a:pt x="2313051" y="718280"/>
                    </a:cubicBezTo>
                    <a:cubicBezTo>
                      <a:pt x="2313051" y="716947"/>
                      <a:pt x="2313527" y="715804"/>
                      <a:pt x="2314194" y="714947"/>
                    </a:cubicBezTo>
                    <a:cubicBezTo>
                      <a:pt x="2314194" y="714756"/>
                      <a:pt x="2314194" y="714756"/>
                      <a:pt x="2314194" y="714470"/>
                    </a:cubicBezTo>
                    <a:cubicBezTo>
                      <a:pt x="2314385" y="714470"/>
                      <a:pt x="2314385" y="714280"/>
                      <a:pt x="2314670" y="713994"/>
                    </a:cubicBezTo>
                    <a:cubicBezTo>
                      <a:pt x="2322957" y="701897"/>
                      <a:pt x="2331530" y="689801"/>
                      <a:pt x="2340007" y="677609"/>
                    </a:cubicBezTo>
                    <a:cubicBezTo>
                      <a:pt x="2342007" y="674656"/>
                      <a:pt x="2346484" y="673989"/>
                      <a:pt x="2349437" y="675989"/>
                    </a:cubicBezTo>
                    <a:cubicBezTo>
                      <a:pt x="2352389" y="677990"/>
                      <a:pt x="2353056" y="682276"/>
                      <a:pt x="2351056" y="685419"/>
                    </a:cubicBezTo>
                    <a:cubicBezTo>
                      <a:pt x="2342483" y="697516"/>
                      <a:pt x="2333720" y="709898"/>
                      <a:pt x="2325434" y="721995"/>
                    </a:cubicBezTo>
                    <a:cubicBezTo>
                      <a:pt x="2324100" y="724090"/>
                      <a:pt x="2322100" y="725043"/>
                      <a:pt x="2319814" y="725043"/>
                    </a:cubicBezTo>
                    <a:close/>
                    <a:moveTo>
                      <a:pt x="3782568" y="703040"/>
                    </a:moveTo>
                    <a:cubicBezTo>
                      <a:pt x="3782378" y="703040"/>
                      <a:pt x="3782092" y="703040"/>
                      <a:pt x="3781901" y="703040"/>
                    </a:cubicBezTo>
                    <a:cubicBezTo>
                      <a:pt x="3780092" y="702850"/>
                      <a:pt x="3778568" y="701897"/>
                      <a:pt x="3777425" y="700564"/>
                    </a:cubicBezTo>
                    <a:cubicBezTo>
                      <a:pt x="3776282" y="699230"/>
                      <a:pt x="3775615" y="697421"/>
                      <a:pt x="3775805" y="695611"/>
                    </a:cubicBezTo>
                    <a:cubicBezTo>
                      <a:pt x="3777139" y="680561"/>
                      <a:pt x="3778282" y="665512"/>
                      <a:pt x="3778758" y="651129"/>
                    </a:cubicBezTo>
                    <a:cubicBezTo>
                      <a:pt x="3778758" y="647509"/>
                      <a:pt x="3781901" y="644652"/>
                      <a:pt x="3785521" y="644652"/>
                    </a:cubicBezTo>
                    <a:cubicBezTo>
                      <a:pt x="3789331" y="644843"/>
                      <a:pt x="3792284" y="647795"/>
                      <a:pt x="3792284" y="651415"/>
                    </a:cubicBezTo>
                    <a:lnTo>
                      <a:pt x="3792284" y="651605"/>
                    </a:lnTo>
                    <a:cubicBezTo>
                      <a:pt x="3791617" y="666655"/>
                      <a:pt x="3790664" y="681895"/>
                      <a:pt x="3789331" y="696944"/>
                    </a:cubicBezTo>
                    <a:cubicBezTo>
                      <a:pt x="3788855" y="700278"/>
                      <a:pt x="3786188" y="703040"/>
                      <a:pt x="3782568" y="703040"/>
                    </a:cubicBezTo>
                    <a:close/>
                    <a:moveTo>
                      <a:pt x="2371725" y="651796"/>
                    </a:moveTo>
                    <a:cubicBezTo>
                      <a:pt x="2370392" y="651796"/>
                      <a:pt x="2369058" y="651320"/>
                      <a:pt x="2367915" y="650462"/>
                    </a:cubicBezTo>
                    <a:cubicBezTo>
                      <a:pt x="2366105" y="649129"/>
                      <a:pt x="2364963" y="647128"/>
                      <a:pt x="2364963" y="645128"/>
                    </a:cubicBezTo>
                    <a:cubicBezTo>
                      <a:pt x="2364963" y="643795"/>
                      <a:pt x="2365439" y="642176"/>
                      <a:pt x="2366296" y="641128"/>
                    </a:cubicBezTo>
                    <a:cubicBezTo>
                      <a:pt x="2374106" y="630365"/>
                      <a:pt x="2383346" y="617601"/>
                      <a:pt x="2392775" y="604742"/>
                    </a:cubicBezTo>
                    <a:cubicBezTo>
                      <a:pt x="2395061" y="602075"/>
                      <a:pt x="2399252" y="601409"/>
                      <a:pt x="2402205" y="603409"/>
                    </a:cubicBezTo>
                    <a:cubicBezTo>
                      <a:pt x="2405348" y="605600"/>
                      <a:pt x="2406015" y="609886"/>
                      <a:pt x="2403824" y="612838"/>
                    </a:cubicBezTo>
                    <a:cubicBezTo>
                      <a:pt x="2395252" y="624269"/>
                      <a:pt x="2386489" y="635984"/>
                      <a:pt x="2377059" y="648938"/>
                    </a:cubicBezTo>
                    <a:cubicBezTo>
                      <a:pt x="2375916" y="650748"/>
                      <a:pt x="2373916" y="651796"/>
                      <a:pt x="2371725" y="651796"/>
                    </a:cubicBezTo>
                    <a:close/>
                    <a:moveTo>
                      <a:pt x="3785997" y="613220"/>
                    </a:moveTo>
                    <a:lnTo>
                      <a:pt x="3785807" y="613220"/>
                    </a:lnTo>
                    <a:cubicBezTo>
                      <a:pt x="3782187" y="613220"/>
                      <a:pt x="3779044" y="610267"/>
                      <a:pt x="3779044" y="606743"/>
                    </a:cubicBezTo>
                    <a:cubicBezTo>
                      <a:pt x="3778568" y="591217"/>
                      <a:pt x="3777901" y="576263"/>
                      <a:pt x="3776853" y="562261"/>
                    </a:cubicBezTo>
                    <a:lnTo>
                      <a:pt x="3776853" y="561594"/>
                    </a:lnTo>
                    <a:cubicBezTo>
                      <a:pt x="3776853" y="558260"/>
                      <a:pt x="3779520" y="555307"/>
                      <a:pt x="3782949" y="555117"/>
                    </a:cubicBezTo>
                    <a:cubicBezTo>
                      <a:pt x="3786569" y="554926"/>
                      <a:pt x="3789902" y="557594"/>
                      <a:pt x="3790093" y="561213"/>
                    </a:cubicBezTo>
                    <a:cubicBezTo>
                      <a:pt x="3791426" y="576263"/>
                      <a:pt x="3792093" y="591312"/>
                      <a:pt x="3792569" y="606552"/>
                    </a:cubicBezTo>
                    <a:cubicBezTo>
                      <a:pt x="3792474" y="610076"/>
                      <a:pt x="3789522" y="613220"/>
                      <a:pt x="3785997" y="613220"/>
                    </a:cubicBezTo>
                    <a:lnTo>
                      <a:pt x="3785997" y="613220"/>
                    </a:lnTo>
                    <a:close/>
                    <a:moveTo>
                      <a:pt x="2425351" y="579787"/>
                    </a:moveTo>
                    <a:cubicBezTo>
                      <a:pt x="2423732" y="579787"/>
                      <a:pt x="2422398" y="579120"/>
                      <a:pt x="2421350" y="578263"/>
                    </a:cubicBezTo>
                    <a:cubicBezTo>
                      <a:pt x="2419541" y="576929"/>
                      <a:pt x="2418683" y="575120"/>
                      <a:pt x="2418683" y="572834"/>
                    </a:cubicBezTo>
                    <a:cubicBezTo>
                      <a:pt x="2418683" y="571500"/>
                      <a:pt x="2419160" y="570167"/>
                      <a:pt x="2420017" y="569024"/>
                    </a:cubicBezTo>
                    <a:cubicBezTo>
                      <a:pt x="2420017" y="569024"/>
                      <a:pt x="2420017" y="569024"/>
                      <a:pt x="2420017" y="568833"/>
                    </a:cubicBezTo>
                    <a:cubicBezTo>
                      <a:pt x="2420207" y="568643"/>
                      <a:pt x="2420493" y="568643"/>
                      <a:pt x="2420493" y="568357"/>
                    </a:cubicBezTo>
                    <a:cubicBezTo>
                      <a:pt x="2430780" y="554926"/>
                      <a:pt x="2439543" y="543687"/>
                      <a:pt x="2447639" y="533305"/>
                    </a:cubicBezTo>
                    <a:cubicBezTo>
                      <a:pt x="2449830" y="530352"/>
                      <a:pt x="2454402" y="529971"/>
                      <a:pt x="2457069" y="532162"/>
                    </a:cubicBezTo>
                    <a:cubicBezTo>
                      <a:pt x="2460022" y="534448"/>
                      <a:pt x="2460403" y="538639"/>
                      <a:pt x="2458212" y="541592"/>
                    </a:cubicBezTo>
                    <a:cubicBezTo>
                      <a:pt x="2449640" y="552545"/>
                      <a:pt x="2440686" y="564261"/>
                      <a:pt x="2430875" y="577025"/>
                    </a:cubicBezTo>
                    <a:cubicBezTo>
                      <a:pt x="2429351" y="578644"/>
                      <a:pt x="2427351" y="579787"/>
                      <a:pt x="2425351" y="579787"/>
                    </a:cubicBezTo>
                    <a:close/>
                    <a:moveTo>
                      <a:pt x="3778091" y="523875"/>
                    </a:moveTo>
                    <a:cubicBezTo>
                      <a:pt x="3774758" y="523875"/>
                      <a:pt x="3771995" y="521589"/>
                      <a:pt x="3771614" y="518255"/>
                    </a:cubicBezTo>
                    <a:cubicBezTo>
                      <a:pt x="3769424" y="503873"/>
                      <a:pt x="3766947" y="489775"/>
                      <a:pt x="3763804" y="474440"/>
                    </a:cubicBezTo>
                    <a:cubicBezTo>
                      <a:pt x="3763613" y="473964"/>
                      <a:pt x="3763613" y="473583"/>
                      <a:pt x="3763613" y="473107"/>
                    </a:cubicBezTo>
                    <a:cubicBezTo>
                      <a:pt x="3763613" y="469963"/>
                      <a:pt x="3765804" y="467011"/>
                      <a:pt x="3769043" y="466344"/>
                    </a:cubicBezTo>
                    <a:cubicBezTo>
                      <a:pt x="3772853" y="465677"/>
                      <a:pt x="3776186" y="467868"/>
                      <a:pt x="3776853" y="471488"/>
                    </a:cubicBezTo>
                    <a:cubicBezTo>
                      <a:pt x="3779997" y="486346"/>
                      <a:pt x="3782663" y="501301"/>
                      <a:pt x="3784949" y="516160"/>
                    </a:cubicBezTo>
                    <a:cubicBezTo>
                      <a:pt x="3785426" y="519779"/>
                      <a:pt x="3782949" y="523303"/>
                      <a:pt x="3779330" y="523780"/>
                    </a:cubicBezTo>
                    <a:cubicBezTo>
                      <a:pt x="3778758" y="523875"/>
                      <a:pt x="3778568" y="523875"/>
                      <a:pt x="3778091" y="523875"/>
                    </a:cubicBezTo>
                    <a:close/>
                    <a:moveTo>
                      <a:pt x="2480977" y="509111"/>
                    </a:moveTo>
                    <a:cubicBezTo>
                      <a:pt x="2479453" y="509111"/>
                      <a:pt x="2477834" y="508635"/>
                      <a:pt x="2476691" y="507587"/>
                    </a:cubicBezTo>
                    <a:cubicBezTo>
                      <a:pt x="2475072" y="506444"/>
                      <a:pt x="2474214" y="504444"/>
                      <a:pt x="2474214" y="502444"/>
                    </a:cubicBezTo>
                    <a:cubicBezTo>
                      <a:pt x="2474214" y="501110"/>
                      <a:pt x="2474690" y="499491"/>
                      <a:pt x="2475833" y="498157"/>
                    </a:cubicBezTo>
                    <a:cubicBezTo>
                      <a:pt x="2486787" y="484442"/>
                      <a:pt x="2496026" y="473488"/>
                      <a:pt x="2504313" y="463582"/>
                    </a:cubicBezTo>
                    <a:cubicBezTo>
                      <a:pt x="2506599" y="460629"/>
                      <a:pt x="2511076" y="460438"/>
                      <a:pt x="2513933" y="462725"/>
                    </a:cubicBezTo>
                    <a:cubicBezTo>
                      <a:pt x="2515267" y="463867"/>
                      <a:pt x="2515934" y="465392"/>
                      <a:pt x="2516124" y="467201"/>
                    </a:cubicBezTo>
                    <a:cubicBezTo>
                      <a:pt x="2516315" y="469011"/>
                      <a:pt x="2515648" y="470821"/>
                      <a:pt x="2514505" y="472154"/>
                    </a:cubicBezTo>
                    <a:cubicBezTo>
                      <a:pt x="2505075" y="483394"/>
                      <a:pt x="2495645" y="495014"/>
                      <a:pt x="2486025" y="506730"/>
                    </a:cubicBezTo>
                    <a:cubicBezTo>
                      <a:pt x="2484787" y="508159"/>
                      <a:pt x="2483072" y="509111"/>
                      <a:pt x="2480977" y="509111"/>
                    </a:cubicBezTo>
                    <a:close/>
                    <a:moveTo>
                      <a:pt x="2538698" y="440436"/>
                    </a:moveTo>
                    <a:cubicBezTo>
                      <a:pt x="2537079" y="440436"/>
                      <a:pt x="2535555" y="439769"/>
                      <a:pt x="2534222" y="438912"/>
                    </a:cubicBezTo>
                    <a:cubicBezTo>
                      <a:pt x="2532888" y="437578"/>
                      <a:pt x="2532031" y="435769"/>
                      <a:pt x="2532031" y="433769"/>
                    </a:cubicBezTo>
                    <a:cubicBezTo>
                      <a:pt x="2532031" y="432149"/>
                      <a:pt x="2532698" y="430625"/>
                      <a:pt x="2533841" y="429292"/>
                    </a:cubicBezTo>
                    <a:cubicBezTo>
                      <a:pt x="2544413" y="416909"/>
                      <a:pt x="2554224" y="405955"/>
                      <a:pt x="2563654" y="395669"/>
                    </a:cubicBezTo>
                    <a:cubicBezTo>
                      <a:pt x="2565845" y="393001"/>
                      <a:pt x="2570417" y="392716"/>
                      <a:pt x="2573084" y="395192"/>
                    </a:cubicBezTo>
                    <a:cubicBezTo>
                      <a:pt x="2574417" y="396335"/>
                      <a:pt x="2575274" y="398145"/>
                      <a:pt x="2575274" y="399955"/>
                    </a:cubicBezTo>
                    <a:cubicBezTo>
                      <a:pt x="2575274" y="401765"/>
                      <a:pt x="2574608" y="403288"/>
                      <a:pt x="2573465" y="404622"/>
                    </a:cubicBezTo>
                    <a:cubicBezTo>
                      <a:pt x="2564321" y="414909"/>
                      <a:pt x="2554605" y="425958"/>
                      <a:pt x="2543842" y="438245"/>
                    </a:cubicBezTo>
                    <a:cubicBezTo>
                      <a:pt x="2542508" y="439484"/>
                      <a:pt x="2540699" y="440436"/>
                      <a:pt x="2538698" y="440436"/>
                    </a:cubicBezTo>
                    <a:close/>
                    <a:moveTo>
                      <a:pt x="3759518" y="436150"/>
                    </a:moveTo>
                    <a:cubicBezTo>
                      <a:pt x="3756565" y="436150"/>
                      <a:pt x="3753898" y="434150"/>
                      <a:pt x="3753041" y="431482"/>
                    </a:cubicBezTo>
                    <a:cubicBezTo>
                      <a:pt x="3748945" y="416623"/>
                      <a:pt x="3744468" y="402526"/>
                      <a:pt x="3739801" y="389096"/>
                    </a:cubicBezTo>
                    <a:cubicBezTo>
                      <a:pt x="3739325" y="388430"/>
                      <a:pt x="3739325" y="387572"/>
                      <a:pt x="3739325" y="386810"/>
                    </a:cubicBezTo>
                    <a:cubicBezTo>
                      <a:pt x="3739325" y="383857"/>
                      <a:pt x="3741134" y="381476"/>
                      <a:pt x="3743801" y="380333"/>
                    </a:cubicBezTo>
                    <a:cubicBezTo>
                      <a:pt x="3747135" y="379190"/>
                      <a:pt x="3751231" y="381190"/>
                      <a:pt x="3752374" y="384619"/>
                    </a:cubicBezTo>
                    <a:cubicBezTo>
                      <a:pt x="3757517" y="399193"/>
                      <a:pt x="3761994" y="413766"/>
                      <a:pt x="3766090" y="427673"/>
                    </a:cubicBezTo>
                    <a:cubicBezTo>
                      <a:pt x="3766947" y="431292"/>
                      <a:pt x="3764947" y="435102"/>
                      <a:pt x="3761423" y="435959"/>
                    </a:cubicBezTo>
                    <a:cubicBezTo>
                      <a:pt x="3760851" y="436150"/>
                      <a:pt x="3760184" y="436150"/>
                      <a:pt x="3759518" y="436150"/>
                    </a:cubicBezTo>
                    <a:close/>
                    <a:moveTo>
                      <a:pt x="2599087" y="373761"/>
                    </a:moveTo>
                    <a:lnTo>
                      <a:pt x="2599087" y="373761"/>
                    </a:lnTo>
                    <a:cubicBezTo>
                      <a:pt x="2597277" y="373761"/>
                      <a:pt x="2595467" y="373094"/>
                      <a:pt x="2594420" y="371951"/>
                    </a:cubicBezTo>
                    <a:cubicBezTo>
                      <a:pt x="2593086" y="370618"/>
                      <a:pt x="2592134" y="368808"/>
                      <a:pt x="2592134" y="366808"/>
                    </a:cubicBezTo>
                    <a:cubicBezTo>
                      <a:pt x="2592419" y="365188"/>
                      <a:pt x="2592991" y="363665"/>
                      <a:pt x="2594134" y="362331"/>
                    </a:cubicBezTo>
                    <a:cubicBezTo>
                      <a:pt x="2605564" y="350234"/>
                      <a:pt x="2615660" y="339661"/>
                      <a:pt x="2625376" y="330041"/>
                    </a:cubicBezTo>
                    <a:cubicBezTo>
                      <a:pt x="2627852" y="327374"/>
                      <a:pt x="2632329" y="327374"/>
                      <a:pt x="2634806" y="329851"/>
                    </a:cubicBezTo>
                    <a:cubicBezTo>
                      <a:pt x="2636139" y="331184"/>
                      <a:pt x="2636806" y="332803"/>
                      <a:pt x="2636806" y="334518"/>
                    </a:cubicBezTo>
                    <a:cubicBezTo>
                      <a:pt x="2636806" y="336328"/>
                      <a:pt x="2636139" y="338138"/>
                      <a:pt x="2634806" y="339471"/>
                    </a:cubicBezTo>
                    <a:cubicBezTo>
                      <a:pt x="2625376" y="349091"/>
                      <a:pt x="2615280" y="359664"/>
                      <a:pt x="2603849" y="371570"/>
                    </a:cubicBezTo>
                    <a:cubicBezTo>
                      <a:pt x="2602706" y="372809"/>
                      <a:pt x="2600897" y="373761"/>
                      <a:pt x="2599087" y="373761"/>
                    </a:cubicBezTo>
                    <a:close/>
                    <a:moveTo>
                      <a:pt x="3729895" y="351473"/>
                    </a:moveTo>
                    <a:cubicBezTo>
                      <a:pt x="3726942" y="351473"/>
                      <a:pt x="3724466" y="349948"/>
                      <a:pt x="3723608" y="347472"/>
                    </a:cubicBezTo>
                    <a:cubicBezTo>
                      <a:pt x="3717798" y="333756"/>
                      <a:pt x="3711512" y="320135"/>
                      <a:pt x="3704749" y="307086"/>
                    </a:cubicBezTo>
                    <a:cubicBezTo>
                      <a:pt x="3704749" y="307086"/>
                      <a:pt x="3704749" y="307086"/>
                      <a:pt x="3704749" y="306896"/>
                    </a:cubicBezTo>
                    <a:cubicBezTo>
                      <a:pt x="3704273" y="306038"/>
                      <a:pt x="3704082" y="305276"/>
                      <a:pt x="3704082" y="304228"/>
                    </a:cubicBezTo>
                    <a:cubicBezTo>
                      <a:pt x="3704082" y="301752"/>
                      <a:pt x="3705416" y="299275"/>
                      <a:pt x="3707892" y="298132"/>
                    </a:cubicBezTo>
                    <a:cubicBezTo>
                      <a:pt x="3711035" y="296513"/>
                      <a:pt x="3715036" y="297942"/>
                      <a:pt x="3716846" y="300800"/>
                    </a:cubicBezTo>
                    <a:cubicBezTo>
                      <a:pt x="3716846" y="300990"/>
                      <a:pt x="3716846" y="300990"/>
                      <a:pt x="3716846" y="300990"/>
                    </a:cubicBezTo>
                    <a:cubicBezTo>
                      <a:pt x="3717036" y="301180"/>
                      <a:pt x="3717036" y="301466"/>
                      <a:pt x="3717036" y="301466"/>
                    </a:cubicBezTo>
                    <a:cubicBezTo>
                      <a:pt x="3724180" y="316040"/>
                      <a:pt x="3730276" y="329279"/>
                      <a:pt x="3735896" y="342328"/>
                    </a:cubicBezTo>
                    <a:cubicBezTo>
                      <a:pt x="3737229" y="345662"/>
                      <a:pt x="3735705" y="349472"/>
                      <a:pt x="3732276" y="351092"/>
                    </a:cubicBezTo>
                    <a:cubicBezTo>
                      <a:pt x="3731419" y="351473"/>
                      <a:pt x="3730562" y="351473"/>
                      <a:pt x="3729895" y="351473"/>
                    </a:cubicBezTo>
                    <a:close/>
                    <a:moveTo>
                      <a:pt x="2661952" y="309753"/>
                    </a:moveTo>
                    <a:cubicBezTo>
                      <a:pt x="2660142" y="309753"/>
                      <a:pt x="2658332" y="308896"/>
                      <a:pt x="2656999" y="307753"/>
                    </a:cubicBezTo>
                    <a:cubicBezTo>
                      <a:pt x="2655856" y="306419"/>
                      <a:pt x="2655189" y="304609"/>
                      <a:pt x="2655189" y="302800"/>
                    </a:cubicBezTo>
                    <a:cubicBezTo>
                      <a:pt x="2655189" y="300990"/>
                      <a:pt x="2655856" y="299466"/>
                      <a:pt x="2657189" y="298037"/>
                    </a:cubicBezTo>
                    <a:cubicBezTo>
                      <a:pt x="2669096" y="286607"/>
                      <a:pt x="2679859" y="276511"/>
                      <a:pt x="2689955" y="267081"/>
                    </a:cubicBezTo>
                    <a:cubicBezTo>
                      <a:pt x="2692432" y="264605"/>
                      <a:pt x="2696909" y="264795"/>
                      <a:pt x="2699385" y="267557"/>
                    </a:cubicBezTo>
                    <a:cubicBezTo>
                      <a:pt x="2701862" y="270224"/>
                      <a:pt x="2701576" y="274511"/>
                      <a:pt x="2698909" y="276987"/>
                    </a:cubicBezTo>
                    <a:cubicBezTo>
                      <a:pt x="2687669" y="287274"/>
                      <a:pt x="2676906" y="297656"/>
                      <a:pt x="2666810" y="307467"/>
                    </a:cubicBezTo>
                    <a:cubicBezTo>
                      <a:pt x="2666619" y="307657"/>
                      <a:pt x="2666619" y="307657"/>
                      <a:pt x="2666619" y="307657"/>
                    </a:cubicBezTo>
                    <a:cubicBezTo>
                      <a:pt x="2665286" y="309086"/>
                      <a:pt x="2663762" y="309753"/>
                      <a:pt x="2661952" y="309753"/>
                    </a:cubicBezTo>
                    <a:close/>
                    <a:moveTo>
                      <a:pt x="3689414" y="271367"/>
                    </a:moveTo>
                    <a:cubicBezTo>
                      <a:pt x="3686937" y="271367"/>
                      <a:pt x="3684747" y="270224"/>
                      <a:pt x="3683603" y="268034"/>
                    </a:cubicBezTo>
                    <a:cubicBezTo>
                      <a:pt x="3676174" y="255461"/>
                      <a:pt x="3668363" y="242888"/>
                      <a:pt x="3659791" y="230505"/>
                    </a:cubicBezTo>
                    <a:cubicBezTo>
                      <a:pt x="3659124" y="229362"/>
                      <a:pt x="3658648" y="228028"/>
                      <a:pt x="3658648" y="226695"/>
                    </a:cubicBezTo>
                    <a:cubicBezTo>
                      <a:pt x="3658648" y="224409"/>
                      <a:pt x="3659791" y="222409"/>
                      <a:pt x="3661601" y="221075"/>
                    </a:cubicBezTo>
                    <a:cubicBezTo>
                      <a:pt x="3664744" y="219075"/>
                      <a:pt x="3669030" y="219932"/>
                      <a:pt x="3671030" y="222885"/>
                    </a:cubicBezTo>
                    <a:cubicBezTo>
                      <a:pt x="3679317" y="234982"/>
                      <a:pt x="3687413" y="248031"/>
                      <a:pt x="3695319" y="261271"/>
                    </a:cubicBezTo>
                    <a:cubicBezTo>
                      <a:pt x="3696176" y="262795"/>
                      <a:pt x="3696462" y="264605"/>
                      <a:pt x="3695986" y="266414"/>
                    </a:cubicBezTo>
                    <a:cubicBezTo>
                      <a:pt x="3695510" y="268034"/>
                      <a:pt x="3694367" y="269557"/>
                      <a:pt x="3692843" y="270415"/>
                    </a:cubicBezTo>
                    <a:cubicBezTo>
                      <a:pt x="3691700" y="271177"/>
                      <a:pt x="3690557" y="271367"/>
                      <a:pt x="3689414" y="271367"/>
                    </a:cubicBezTo>
                    <a:close/>
                    <a:moveTo>
                      <a:pt x="2727865" y="248698"/>
                    </a:moveTo>
                    <a:cubicBezTo>
                      <a:pt x="2725865" y="248698"/>
                      <a:pt x="2724055" y="248031"/>
                      <a:pt x="2722722" y="246412"/>
                    </a:cubicBezTo>
                    <a:cubicBezTo>
                      <a:pt x="2721578" y="245078"/>
                      <a:pt x="2721102" y="243459"/>
                      <a:pt x="2721102" y="241935"/>
                    </a:cubicBezTo>
                    <a:cubicBezTo>
                      <a:pt x="2721102" y="239935"/>
                      <a:pt x="2721959" y="238125"/>
                      <a:pt x="2723388" y="236982"/>
                    </a:cubicBezTo>
                    <a:cubicBezTo>
                      <a:pt x="2734151" y="227362"/>
                      <a:pt x="2745867" y="217646"/>
                      <a:pt x="2757678" y="207836"/>
                    </a:cubicBezTo>
                    <a:cubicBezTo>
                      <a:pt x="2760345" y="205359"/>
                      <a:pt x="2764822" y="206026"/>
                      <a:pt x="2767108" y="208693"/>
                    </a:cubicBezTo>
                    <a:cubicBezTo>
                      <a:pt x="2769584" y="211360"/>
                      <a:pt x="2769108" y="215646"/>
                      <a:pt x="2766251" y="218123"/>
                    </a:cubicBezTo>
                    <a:cubicBezTo>
                      <a:pt x="2755297" y="227076"/>
                      <a:pt x="2744248" y="236506"/>
                      <a:pt x="2732342" y="247078"/>
                    </a:cubicBezTo>
                    <a:cubicBezTo>
                      <a:pt x="2731008" y="248221"/>
                      <a:pt x="2729484" y="248698"/>
                      <a:pt x="2727865" y="248698"/>
                    </a:cubicBezTo>
                    <a:close/>
                    <a:moveTo>
                      <a:pt x="3639217" y="197072"/>
                    </a:moveTo>
                    <a:cubicBezTo>
                      <a:pt x="3637217" y="197072"/>
                      <a:pt x="3635216" y="195929"/>
                      <a:pt x="3633788" y="194405"/>
                    </a:cubicBezTo>
                    <a:cubicBezTo>
                      <a:pt x="3624548" y="182499"/>
                      <a:pt x="3615119" y="171069"/>
                      <a:pt x="3605498" y="160306"/>
                    </a:cubicBezTo>
                    <a:cubicBezTo>
                      <a:pt x="3604355" y="158972"/>
                      <a:pt x="3603689" y="157353"/>
                      <a:pt x="3603689" y="155638"/>
                    </a:cubicBezTo>
                    <a:cubicBezTo>
                      <a:pt x="3603689" y="153829"/>
                      <a:pt x="3604546" y="152019"/>
                      <a:pt x="3605880" y="150686"/>
                    </a:cubicBezTo>
                    <a:cubicBezTo>
                      <a:pt x="3608547" y="148495"/>
                      <a:pt x="3613023" y="148685"/>
                      <a:pt x="3615500" y="151352"/>
                    </a:cubicBezTo>
                    <a:cubicBezTo>
                      <a:pt x="3625120" y="162306"/>
                      <a:pt x="3635026" y="174022"/>
                      <a:pt x="3644456" y="186119"/>
                    </a:cubicBezTo>
                    <a:cubicBezTo>
                      <a:pt x="3646647" y="189262"/>
                      <a:pt x="3645980" y="193262"/>
                      <a:pt x="3643122" y="195548"/>
                    </a:cubicBezTo>
                    <a:cubicBezTo>
                      <a:pt x="3642074" y="196405"/>
                      <a:pt x="3640550" y="197072"/>
                      <a:pt x="3639217" y="197072"/>
                    </a:cubicBezTo>
                    <a:close/>
                    <a:moveTo>
                      <a:pt x="2797302" y="191738"/>
                    </a:moveTo>
                    <a:cubicBezTo>
                      <a:pt x="2795016" y="191738"/>
                      <a:pt x="2793206" y="190881"/>
                      <a:pt x="2791873" y="189262"/>
                    </a:cubicBezTo>
                    <a:cubicBezTo>
                      <a:pt x="2791016" y="188119"/>
                      <a:pt x="2790539" y="186595"/>
                      <a:pt x="2790539" y="185261"/>
                    </a:cubicBezTo>
                    <a:cubicBezTo>
                      <a:pt x="2790349" y="183071"/>
                      <a:pt x="2791397" y="181261"/>
                      <a:pt x="2793016" y="179832"/>
                    </a:cubicBezTo>
                    <a:cubicBezTo>
                      <a:pt x="2793016" y="179832"/>
                      <a:pt x="2793206" y="179832"/>
                      <a:pt x="2793206" y="179642"/>
                    </a:cubicBezTo>
                    <a:cubicBezTo>
                      <a:pt x="2806256" y="169736"/>
                      <a:pt x="2817876" y="161068"/>
                      <a:pt x="2829306" y="152971"/>
                    </a:cubicBezTo>
                    <a:cubicBezTo>
                      <a:pt x="2832259" y="150971"/>
                      <a:pt x="2836736" y="151638"/>
                      <a:pt x="2838736" y="154591"/>
                    </a:cubicBezTo>
                    <a:cubicBezTo>
                      <a:pt x="2839593" y="156115"/>
                      <a:pt x="2840069" y="157925"/>
                      <a:pt x="2839879" y="159544"/>
                    </a:cubicBezTo>
                    <a:cubicBezTo>
                      <a:pt x="2839688" y="161353"/>
                      <a:pt x="2838545" y="162877"/>
                      <a:pt x="2837212" y="164021"/>
                    </a:cubicBezTo>
                    <a:cubicBezTo>
                      <a:pt x="2825306" y="172593"/>
                      <a:pt x="2813209" y="181261"/>
                      <a:pt x="2801303" y="190500"/>
                    </a:cubicBezTo>
                    <a:cubicBezTo>
                      <a:pt x="2800160" y="191262"/>
                      <a:pt x="2798636" y="191738"/>
                      <a:pt x="2797302" y="191738"/>
                    </a:cubicBezTo>
                    <a:close/>
                    <a:moveTo>
                      <a:pt x="2870168" y="139827"/>
                    </a:moveTo>
                    <a:cubicBezTo>
                      <a:pt x="2867882" y="139827"/>
                      <a:pt x="2865882" y="138684"/>
                      <a:pt x="2864549" y="136684"/>
                    </a:cubicBezTo>
                    <a:cubicBezTo>
                      <a:pt x="2863882" y="135541"/>
                      <a:pt x="2863406" y="134207"/>
                      <a:pt x="2863406" y="132874"/>
                    </a:cubicBezTo>
                    <a:cubicBezTo>
                      <a:pt x="2863691" y="130588"/>
                      <a:pt x="2864739" y="128588"/>
                      <a:pt x="2866549" y="127444"/>
                    </a:cubicBezTo>
                    <a:cubicBezTo>
                      <a:pt x="2878646" y="119539"/>
                      <a:pt x="2891409" y="111538"/>
                      <a:pt x="2904935" y="103632"/>
                    </a:cubicBezTo>
                    <a:cubicBezTo>
                      <a:pt x="2907888" y="101632"/>
                      <a:pt x="2912364" y="102775"/>
                      <a:pt x="2914174" y="105918"/>
                    </a:cubicBezTo>
                    <a:cubicBezTo>
                      <a:pt x="2915984" y="109061"/>
                      <a:pt x="2914841" y="113347"/>
                      <a:pt x="2911697" y="115157"/>
                    </a:cubicBezTo>
                    <a:cubicBezTo>
                      <a:pt x="2899601" y="122301"/>
                      <a:pt x="2886742" y="130397"/>
                      <a:pt x="2873978" y="138684"/>
                    </a:cubicBezTo>
                    <a:cubicBezTo>
                      <a:pt x="2872931" y="139446"/>
                      <a:pt x="2871597" y="139827"/>
                      <a:pt x="2870168" y="139827"/>
                    </a:cubicBezTo>
                    <a:close/>
                    <a:moveTo>
                      <a:pt x="3579209" y="130207"/>
                    </a:moveTo>
                    <a:cubicBezTo>
                      <a:pt x="3577400" y="130207"/>
                      <a:pt x="3575876" y="129540"/>
                      <a:pt x="3574542" y="128206"/>
                    </a:cubicBezTo>
                    <a:cubicBezTo>
                      <a:pt x="3561302" y="115633"/>
                      <a:pt x="3550253" y="106870"/>
                      <a:pt x="3545586" y="104013"/>
                    </a:cubicBezTo>
                    <a:cubicBezTo>
                      <a:pt x="3543967" y="103156"/>
                      <a:pt x="3542443" y="102013"/>
                      <a:pt x="3540919" y="101060"/>
                    </a:cubicBezTo>
                    <a:cubicBezTo>
                      <a:pt x="3538919" y="99727"/>
                      <a:pt x="3537585" y="97441"/>
                      <a:pt x="3537585" y="95250"/>
                    </a:cubicBezTo>
                    <a:cubicBezTo>
                      <a:pt x="3537585" y="94107"/>
                      <a:pt x="3538061" y="92773"/>
                      <a:pt x="3538728" y="91916"/>
                    </a:cubicBezTo>
                    <a:cubicBezTo>
                      <a:pt x="3540538" y="88773"/>
                      <a:pt x="3544824" y="87630"/>
                      <a:pt x="3547967" y="89630"/>
                    </a:cubicBezTo>
                    <a:cubicBezTo>
                      <a:pt x="3549587" y="90488"/>
                      <a:pt x="3551301" y="91630"/>
                      <a:pt x="3552920" y="92583"/>
                    </a:cubicBezTo>
                    <a:cubicBezTo>
                      <a:pt x="3559874" y="97060"/>
                      <a:pt x="3571589" y="106680"/>
                      <a:pt x="3584163" y="118586"/>
                    </a:cubicBezTo>
                    <a:cubicBezTo>
                      <a:pt x="3585496" y="119920"/>
                      <a:pt x="3586163" y="121539"/>
                      <a:pt x="3586163" y="123253"/>
                    </a:cubicBezTo>
                    <a:cubicBezTo>
                      <a:pt x="3586163" y="125063"/>
                      <a:pt x="3585496" y="126873"/>
                      <a:pt x="3584353" y="127921"/>
                    </a:cubicBezTo>
                    <a:cubicBezTo>
                      <a:pt x="3582829" y="129349"/>
                      <a:pt x="3581019" y="130207"/>
                      <a:pt x="3579209" y="130207"/>
                    </a:cubicBezTo>
                    <a:close/>
                    <a:moveTo>
                      <a:pt x="2947416" y="94297"/>
                    </a:moveTo>
                    <a:cubicBezTo>
                      <a:pt x="2944940" y="94297"/>
                      <a:pt x="2942749" y="92964"/>
                      <a:pt x="2941606" y="90678"/>
                    </a:cubicBezTo>
                    <a:cubicBezTo>
                      <a:pt x="2940939" y="89535"/>
                      <a:pt x="2940749" y="88487"/>
                      <a:pt x="2940749" y="87344"/>
                    </a:cubicBezTo>
                    <a:cubicBezTo>
                      <a:pt x="2940749" y="85058"/>
                      <a:pt x="2942082" y="82867"/>
                      <a:pt x="2944368" y="81534"/>
                    </a:cubicBezTo>
                    <a:cubicBezTo>
                      <a:pt x="2957798" y="74581"/>
                      <a:pt x="2971324" y="67818"/>
                      <a:pt x="2984754" y="61531"/>
                    </a:cubicBezTo>
                    <a:cubicBezTo>
                      <a:pt x="2988088" y="60007"/>
                      <a:pt x="2992184" y="61531"/>
                      <a:pt x="2993708" y="64865"/>
                    </a:cubicBezTo>
                    <a:cubicBezTo>
                      <a:pt x="2995232" y="68199"/>
                      <a:pt x="2993708" y="72295"/>
                      <a:pt x="2990374" y="73819"/>
                    </a:cubicBezTo>
                    <a:cubicBezTo>
                      <a:pt x="2977325" y="79915"/>
                      <a:pt x="2964085" y="86392"/>
                      <a:pt x="2950845" y="93345"/>
                    </a:cubicBezTo>
                    <a:lnTo>
                      <a:pt x="2950655" y="93345"/>
                    </a:lnTo>
                    <a:cubicBezTo>
                      <a:pt x="2949702" y="94107"/>
                      <a:pt x="2948559" y="94297"/>
                      <a:pt x="2947416" y="94297"/>
                    </a:cubicBezTo>
                    <a:close/>
                    <a:moveTo>
                      <a:pt x="3505200" y="79724"/>
                    </a:moveTo>
                    <a:cubicBezTo>
                      <a:pt x="3504343" y="79724"/>
                      <a:pt x="3503200" y="79534"/>
                      <a:pt x="3502057" y="79057"/>
                    </a:cubicBezTo>
                    <a:cubicBezTo>
                      <a:pt x="3488150" y="71628"/>
                      <a:pt x="3475101" y="65341"/>
                      <a:pt x="3462147" y="59722"/>
                    </a:cubicBezTo>
                    <a:cubicBezTo>
                      <a:pt x="3459671" y="58579"/>
                      <a:pt x="3458051" y="56102"/>
                      <a:pt x="3458051" y="53435"/>
                    </a:cubicBezTo>
                    <a:cubicBezTo>
                      <a:pt x="3458242" y="52578"/>
                      <a:pt x="3458242" y="51625"/>
                      <a:pt x="3458718" y="50768"/>
                    </a:cubicBezTo>
                    <a:cubicBezTo>
                      <a:pt x="3460052" y="47625"/>
                      <a:pt x="3464338" y="46101"/>
                      <a:pt x="3467481" y="47434"/>
                    </a:cubicBezTo>
                    <a:cubicBezTo>
                      <a:pt x="3481007" y="53245"/>
                      <a:pt x="3494627" y="60007"/>
                      <a:pt x="3508534" y="67151"/>
                    </a:cubicBezTo>
                    <a:cubicBezTo>
                      <a:pt x="3510153" y="68008"/>
                      <a:pt x="3511201" y="69437"/>
                      <a:pt x="3511677" y="71152"/>
                    </a:cubicBezTo>
                    <a:cubicBezTo>
                      <a:pt x="3512153" y="72676"/>
                      <a:pt x="3512153" y="74486"/>
                      <a:pt x="3511201" y="76105"/>
                    </a:cubicBezTo>
                    <a:cubicBezTo>
                      <a:pt x="3510153" y="78391"/>
                      <a:pt x="3507867" y="79724"/>
                      <a:pt x="3505200" y="79724"/>
                    </a:cubicBezTo>
                    <a:close/>
                    <a:moveTo>
                      <a:pt x="3028664" y="56769"/>
                    </a:moveTo>
                    <a:cubicBezTo>
                      <a:pt x="3025997" y="56769"/>
                      <a:pt x="3023521" y="55150"/>
                      <a:pt x="3022378" y="52483"/>
                    </a:cubicBezTo>
                    <a:cubicBezTo>
                      <a:pt x="3022188" y="51625"/>
                      <a:pt x="3021902" y="50673"/>
                      <a:pt x="3021902" y="49816"/>
                    </a:cubicBezTo>
                    <a:cubicBezTo>
                      <a:pt x="3022092" y="47339"/>
                      <a:pt x="3023711" y="44863"/>
                      <a:pt x="3025902" y="44005"/>
                    </a:cubicBezTo>
                    <a:cubicBezTo>
                      <a:pt x="3026093" y="43815"/>
                      <a:pt x="3026093" y="43815"/>
                      <a:pt x="3026378" y="43815"/>
                    </a:cubicBezTo>
                    <a:cubicBezTo>
                      <a:pt x="3026569" y="43815"/>
                      <a:pt x="3026855" y="43624"/>
                      <a:pt x="3027045" y="43624"/>
                    </a:cubicBezTo>
                    <a:cubicBezTo>
                      <a:pt x="3040952" y="38195"/>
                      <a:pt x="3054858" y="33052"/>
                      <a:pt x="3068765" y="28765"/>
                    </a:cubicBezTo>
                    <a:cubicBezTo>
                      <a:pt x="3072098" y="27622"/>
                      <a:pt x="3076194" y="29623"/>
                      <a:pt x="3077242" y="33052"/>
                    </a:cubicBezTo>
                    <a:cubicBezTo>
                      <a:pt x="3078385" y="36671"/>
                      <a:pt x="3076385" y="40481"/>
                      <a:pt x="3072765" y="41624"/>
                    </a:cubicBezTo>
                    <a:cubicBezTo>
                      <a:pt x="3059049" y="45910"/>
                      <a:pt x="3045143" y="51054"/>
                      <a:pt x="3031046" y="56483"/>
                    </a:cubicBezTo>
                    <a:cubicBezTo>
                      <a:pt x="3030474" y="56578"/>
                      <a:pt x="3029522" y="56769"/>
                      <a:pt x="3028664" y="56769"/>
                    </a:cubicBezTo>
                    <a:close/>
                    <a:moveTo>
                      <a:pt x="3422999" y="43815"/>
                    </a:moveTo>
                    <a:cubicBezTo>
                      <a:pt x="3422333" y="43815"/>
                      <a:pt x="3421666" y="43815"/>
                      <a:pt x="3420713" y="43624"/>
                    </a:cubicBezTo>
                    <a:cubicBezTo>
                      <a:pt x="3406807" y="38671"/>
                      <a:pt x="3392615" y="34195"/>
                      <a:pt x="3378518" y="30575"/>
                    </a:cubicBezTo>
                    <a:cubicBezTo>
                      <a:pt x="3375374" y="29718"/>
                      <a:pt x="3373374" y="26956"/>
                      <a:pt x="3373374" y="24098"/>
                    </a:cubicBezTo>
                    <a:cubicBezTo>
                      <a:pt x="3373374" y="23431"/>
                      <a:pt x="3373565" y="22955"/>
                      <a:pt x="3373565" y="22288"/>
                    </a:cubicBezTo>
                    <a:cubicBezTo>
                      <a:pt x="3374422" y="18955"/>
                      <a:pt x="3378232" y="16669"/>
                      <a:pt x="3381851" y="17621"/>
                    </a:cubicBezTo>
                    <a:cubicBezTo>
                      <a:pt x="3396234" y="21241"/>
                      <a:pt x="3410807" y="25717"/>
                      <a:pt x="3425190" y="30861"/>
                    </a:cubicBezTo>
                    <a:cubicBezTo>
                      <a:pt x="3427000" y="31528"/>
                      <a:pt x="3428333" y="32671"/>
                      <a:pt x="3429000" y="34195"/>
                    </a:cubicBezTo>
                    <a:cubicBezTo>
                      <a:pt x="3429857" y="35814"/>
                      <a:pt x="3429857" y="37528"/>
                      <a:pt x="3429476" y="39338"/>
                    </a:cubicBezTo>
                    <a:cubicBezTo>
                      <a:pt x="3428429" y="42005"/>
                      <a:pt x="3425952" y="43815"/>
                      <a:pt x="3422999" y="43815"/>
                    </a:cubicBezTo>
                    <a:close/>
                    <a:moveTo>
                      <a:pt x="3113913" y="29623"/>
                    </a:moveTo>
                    <a:cubicBezTo>
                      <a:pt x="3110770" y="29623"/>
                      <a:pt x="3108103" y="27622"/>
                      <a:pt x="3107436" y="24479"/>
                    </a:cubicBezTo>
                    <a:cubicBezTo>
                      <a:pt x="3107246" y="24003"/>
                      <a:pt x="3107246" y="23336"/>
                      <a:pt x="3107246" y="22860"/>
                    </a:cubicBezTo>
                    <a:cubicBezTo>
                      <a:pt x="3107246" y="19717"/>
                      <a:pt x="3109246" y="17050"/>
                      <a:pt x="3112389" y="16383"/>
                    </a:cubicBezTo>
                    <a:cubicBezTo>
                      <a:pt x="3126772" y="13049"/>
                      <a:pt x="3141536" y="9906"/>
                      <a:pt x="3156585" y="7429"/>
                    </a:cubicBezTo>
                    <a:cubicBezTo>
                      <a:pt x="3160395" y="6763"/>
                      <a:pt x="3163729" y="9430"/>
                      <a:pt x="3164396" y="13049"/>
                    </a:cubicBezTo>
                    <a:cubicBezTo>
                      <a:pt x="3164872" y="16669"/>
                      <a:pt x="3162395" y="20002"/>
                      <a:pt x="3158776" y="20669"/>
                    </a:cubicBezTo>
                    <a:cubicBezTo>
                      <a:pt x="3144393" y="23146"/>
                      <a:pt x="3129820" y="26098"/>
                      <a:pt x="3115437" y="29623"/>
                    </a:cubicBezTo>
                    <a:cubicBezTo>
                      <a:pt x="3114866" y="29623"/>
                      <a:pt x="3114389" y="29623"/>
                      <a:pt x="3113913" y="29623"/>
                    </a:cubicBezTo>
                    <a:close/>
                    <a:moveTo>
                      <a:pt x="3336417" y="21145"/>
                    </a:moveTo>
                    <a:cubicBezTo>
                      <a:pt x="3335941" y="21145"/>
                      <a:pt x="3335750" y="21145"/>
                      <a:pt x="3335274" y="21145"/>
                    </a:cubicBezTo>
                    <a:cubicBezTo>
                      <a:pt x="3320891" y="18478"/>
                      <a:pt x="3306128" y="16669"/>
                      <a:pt x="3291269" y="15335"/>
                    </a:cubicBezTo>
                    <a:cubicBezTo>
                      <a:pt x="3287935" y="15145"/>
                      <a:pt x="3285173" y="12192"/>
                      <a:pt x="3285173" y="8858"/>
                    </a:cubicBezTo>
                    <a:cubicBezTo>
                      <a:pt x="3285173" y="8668"/>
                      <a:pt x="3285173" y="8382"/>
                      <a:pt x="3285173" y="8191"/>
                    </a:cubicBezTo>
                    <a:cubicBezTo>
                      <a:pt x="3285458" y="4381"/>
                      <a:pt x="3288983" y="1714"/>
                      <a:pt x="3292316" y="1905"/>
                    </a:cubicBezTo>
                    <a:cubicBezTo>
                      <a:pt x="3306890" y="3238"/>
                      <a:pt x="3321939" y="5239"/>
                      <a:pt x="3337465" y="7715"/>
                    </a:cubicBezTo>
                    <a:cubicBezTo>
                      <a:pt x="3341275" y="8572"/>
                      <a:pt x="3343561" y="12001"/>
                      <a:pt x="3343085" y="15526"/>
                    </a:cubicBezTo>
                    <a:cubicBezTo>
                      <a:pt x="3342418" y="18859"/>
                      <a:pt x="3339560" y="21145"/>
                      <a:pt x="3336417" y="21145"/>
                    </a:cubicBezTo>
                    <a:close/>
                    <a:moveTo>
                      <a:pt x="3202210" y="15240"/>
                    </a:moveTo>
                    <a:cubicBezTo>
                      <a:pt x="3198876" y="15240"/>
                      <a:pt x="3195923" y="12573"/>
                      <a:pt x="3195447" y="8953"/>
                    </a:cubicBezTo>
                    <a:lnTo>
                      <a:pt x="3195447" y="8287"/>
                    </a:lnTo>
                    <a:cubicBezTo>
                      <a:pt x="3195733" y="4953"/>
                      <a:pt x="3198114" y="2000"/>
                      <a:pt x="3201734" y="1810"/>
                    </a:cubicBezTo>
                    <a:cubicBezTo>
                      <a:pt x="3216783" y="476"/>
                      <a:pt x="3231833" y="0"/>
                      <a:pt x="3246597" y="0"/>
                    </a:cubicBezTo>
                    <a:lnTo>
                      <a:pt x="3247073" y="0"/>
                    </a:lnTo>
                    <a:cubicBezTo>
                      <a:pt x="3250883" y="0"/>
                      <a:pt x="3253835" y="2953"/>
                      <a:pt x="3253835" y="6763"/>
                    </a:cubicBezTo>
                    <a:cubicBezTo>
                      <a:pt x="3253835" y="10382"/>
                      <a:pt x="3250883" y="13240"/>
                      <a:pt x="3247073" y="13240"/>
                    </a:cubicBezTo>
                    <a:lnTo>
                      <a:pt x="3246597" y="13240"/>
                    </a:lnTo>
                    <a:cubicBezTo>
                      <a:pt x="3232214" y="13240"/>
                      <a:pt x="3217640" y="13906"/>
                      <a:pt x="3202781" y="15240"/>
                    </a:cubicBezTo>
                    <a:cubicBezTo>
                      <a:pt x="3202591" y="15240"/>
                      <a:pt x="3202400" y="15240"/>
                      <a:pt x="3202210" y="15240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e790394-5bf0-4c51-b8d3-46d2f200afeb" id="131" name="任意多边形: 形状 130">
                <a:extLst>
                  <a:ext uri="{FF2B5EF4-FFF2-40B4-BE49-F238E27FC236}">
                    <a16:creationId id="{687FBD2C-DACA-30FC-BA71-626B24DB1774}"/>
                  </a:ext>
                </a:extLst>
              </p:cNvPr>
              <p:cNvSpPr/>
              <p:nvPr/>
            </p:nvSpPr>
            <p:spPr>
              <a:xfrm flipV="false" flipH="false">
                <a:off x="1786766" y="4019446"/>
                <a:ext cx="296778" cy="303215"/>
              </a:xfrm>
              <a:custGeom>
                <a:avLst/>
                <a:gdLst>
                  <a:gd fmla="*/ 213 w 430658" name="connsiteX0"/>
                  <a:gd fmla="*/ 348216 h 439999" name="connsiteY0"/>
                  <a:gd fmla="*/ 101559 w 430658" name="connsiteX1"/>
                  <a:gd fmla="*/ 180385 h 439999" name="connsiteY1"/>
                  <a:gd fmla="*/ 160423 w 430658" name="connsiteX2"/>
                  <a:gd fmla="*/ 13317 h 439999" name="connsiteY2"/>
                  <a:gd fmla="*/ 286820 w 430658" name="connsiteX3"/>
                  <a:gd fmla="*/ 56560 h 439999" name="connsiteY3"/>
                  <a:gd fmla="*/ 377022 w 430658" name="connsiteX4"/>
                  <a:gd fmla="*/ 348216 h 439999" name="connsiteY4"/>
                  <a:gd fmla="*/ 213 w 430658" name="connsiteX5"/>
                  <a:gd fmla="*/ 348216 h 439999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439999" w="430658">
                    <a:moveTo>
                      <a:pt x="213" y="348216"/>
                    </a:moveTo>
                    <a:cubicBezTo>
                      <a:pt x="-5502" y="233916"/>
                      <a:pt x="105845" y="315450"/>
                      <a:pt x="101559" y="180385"/>
                    </a:cubicBezTo>
                    <a:cubicBezTo>
                      <a:pt x="97273" y="45321"/>
                      <a:pt x="122038" y="43130"/>
                      <a:pt x="160423" y="13317"/>
                    </a:cubicBezTo>
                    <a:cubicBezTo>
                      <a:pt x="198809" y="-16497"/>
                      <a:pt x="275676" y="6268"/>
                      <a:pt x="286820" y="56560"/>
                    </a:cubicBezTo>
                    <a:cubicBezTo>
                      <a:pt x="295202" y="94374"/>
                      <a:pt x="534756" y="149143"/>
                      <a:pt x="377022" y="348216"/>
                    </a:cubicBezTo>
                    <a:cubicBezTo>
                      <a:pt x="310633" y="431941"/>
                      <a:pt x="8023" y="504045"/>
                      <a:pt x="213" y="348216"/>
                    </a:cubicBezTo>
                    <a:close/>
                  </a:path>
                </a:pathLst>
              </a:custGeom>
              <a:solidFill>
                <a:srgbClr val="FEE6C8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3be1f55-f729-4ce5-9e92-e1ef4414e342" id="132" name="任意多边形: 形状 131">
                <a:extLst>
                  <a:ext uri="{FF2B5EF4-FFF2-40B4-BE49-F238E27FC236}">
                    <a16:creationId id="{C4396011-6548-81D9-DF0C-F1BBA72CD926}"/>
                  </a:ext>
                </a:extLst>
              </p:cNvPr>
              <p:cNvSpPr/>
              <p:nvPr/>
            </p:nvSpPr>
            <p:spPr>
              <a:xfrm flipV="false" flipH="false">
                <a:off x="1915565" y="4111657"/>
                <a:ext cx="56712" cy="104769"/>
              </a:xfrm>
              <a:custGeom>
                <a:avLst/>
                <a:gdLst>
                  <a:gd fmla="*/ 82296 w 82296" name="connsiteX0"/>
                  <a:gd fmla="*/ 45148 h 152032" name="connsiteY0"/>
                  <a:gd fmla="*/ 80201 w 82296" name="connsiteX1"/>
                  <a:gd fmla="*/ 121158 h 152032" name="connsiteY1"/>
                  <a:gd fmla="*/ 44196 w 82296" name="connsiteX2"/>
                  <a:gd fmla="*/ 152019 h 152032" name="connsiteY2"/>
                  <a:gd fmla="*/ 0 w 82296" name="connsiteX3"/>
                  <a:gd fmla="*/ 121444 h 152032" name="connsiteY3"/>
                  <a:gd fmla="*/ 4953 w 82296" name="connsiteX4"/>
                  <a:gd fmla="*/ 55436 h 152032" name="connsiteY4"/>
                  <a:gd fmla="*/ 7144 w 82296" name="connsiteX5"/>
                  <a:gd fmla="*/ 0 h 152032" name="connsiteY5"/>
                  <a:gd fmla="*/ 82296 w 82296" name="connsiteX6"/>
                  <a:gd fmla="*/ 45148 h 15203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52032" w="82296">
                    <a:moveTo>
                      <a:pt x="82296" y="45148"/>
                    </a:moveTo>
                    <a:lnTo>
                      <a:pt x="80201" y="121158"/>
                    </a:lnTo>
                    <a:cubicBezTo>
                      <a:pt x="80201" y="121158"/>
                      <a:pt x="81534" y="152781"/>
                      <a:pt x="44196" y="152019"/>
                    </a:cubicBezTo>
                    <a:cubicBezTo>
                      <a:pt x="6477" y="151352"/>
                      <a:pt x="0" y="121444"/>
                      <a:pt x="0" y="121444"/>
                    </a:cubicBezTo>
                    <a:cubicBezTo>
                      <a:pt x="0" y="121444"/>
                      <a:pt x="4572" y="87821"/>
                      <a:pt x="4953" y="55436"/>
                    </a:cubicBezTo>
                    <a:cubicBezTo>
                      <a:pt x="5334" y="23050"/>
                      <a:pt x="7144" y="0"/>
                      <a:pt x="7144" y="0"/>
                    </a:cubicBezTo>
                    <a:lnTo>
                      <a:pt x="82296" y="45148"/>
                    </a:lnTo>
                    <a:close/>
                  </a:path>
                </a:pathLst>
              </a:custGeom>
              <a:solidFill>
                <a:srgbClr val="FE987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f0789b2-759c-451b-b290-e2fb3ca68e87" id="133" name="任意多边形: 形状 132">
                <a:extLst>
                  <a:ext uri="{FF2B5EF4-FFF2-40B4-BE49-F238E27FC236}">
                    <a16:creationId id="{ECD39B62-7DDE-2B8F-6529-1D856F9F2C79}"/>
                  </a:ext>
                </a:extLst>
              </p:cNvPr>
              <p:cNvSpPr/>
              <p:nvPr/>
            </p:nvSpPr>
            <p:spPr>
              <a:xfrm flipV="false" flipH="false">
                <a:off x="1895217" y="4056863"/>
                <a:ext cx="102542" cy="100761"/>
              </a:xfrm>
              <a:custGeom>
                <a:avLst/>
                <a:gdLst>
                  <a:gd fmla="*/ 102585 w 148800" name="connsiteX0"/>
                  <a:gd fmla="*/ 3313 h 146215" name="connsiteY0"/>
                  <a:gd fmla="*/ 133732 w 148800" name="connsiteX1"/>
                  <a:gd fmla="*/ 45699 h 146215" name="connsiteY1"/>
                  <a:gd fmla="*/ 124302 w 148800" name="connsiteX2"/>
                  <a:gd fmla="*/ 143997 h 146215" name="connsiteY2"/>
                  <a:gd fmla="*/ 35148 w 148800" name="connsiteX3"/>
                  <a:gd fmla="*/ 106945 h 146215" name="connsiteY3"/>
                  <a:gd fmla="*/ 14860 w 148800" name="connsiteX4"/>
                  <a:gd fmla="*/ 110088 h 146215" name="connsiteY4"/>
                  <a:gd fmla="*/ 1 w 148800" name="connsiteX5"/>
                  <a:gd fmla="*/ 86656 h 146215" name="connsiteY5"/>
                  <a:gd fmla="*/ 17527 w 148800" name="connsiteX6"/>
                  <a:gd fmla="*/ 72845 h 146215" name="connsiteY6"/>
                  <a:gd fmla="*/ 50293 w 148800" name="connsiteX7"/>
                  <a:gd fmla="*/ 61129 h 146215" name="connsiteY7"/>
                  <a:gd fmla="*/ 74486 w 148800" name="connsiteX8"/>
                  <a:gd fmla="*/ 2836 h 146215" name="connsiteY8"/>
                  <a:gd fmla="*/ 102585 w 148800" name="connsiteX9"/>
                  <a:gd fmla="*/ 3313 h 146215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46215" w="148800">
                    <a:moveTo>
                      <a:pt x="102585" y="3313"/>
                    </a:moveTo>
                    <a:cubicBezTo>
                      <a:pt x="115348" y="14076"/>
                      <a:pt x="125826" y="27506"/>
                      <a:pt x="133732" y="45699"/>
                    </a:cubicBezTo>
                    <a:cubicBezTo>
                      <a:pt x="153639" y="91609"/>
                      <a:pt x="156973" y="134376"/>
                      <a:pt x="124302" y="143997"/>
                    </a:cubicBezTo>
                    <a:cubicBezTo>
                      <a:pt x="98775" y="151426"/>
                      <a:pt x="60675" y="140473"/>
                      <a:pt x="35148" y="106945"/>
                    </a:cubicBezTo>
                    <a:cubicBezTo>
                      <a:pt x="34958" y="107040"/>
                      <a:pt x="24956" y="115326"/>
                      <a:pt x="14860" y="110088"/>
                    </a:cubicBezTo>
                    <a:cubicBezTo>
                      <a:pt x="9335" y="107325"/>
                      <a:pt x="-94" y="100658"/>
                      <a:pt x="1" y="86656"/>
                    </a:cubicBezTo>
                    <a:cubicBezTo>
                      <a:pt x="96" y="72655"/>
                      <a:pt x="13145" y="72178"/>
                      <a:pt x="17527" y="72845"/>
                    </a:cubicBezTo>
                    <a:cubicBezTo>
                      <a:pt x="29528" y="74464"/>
                      <a:pt x="40006" y="74559"/>
                      <a:pt x="50293" y="61129"/>
                    </a:cubicBezTo>
                    <a:cubicBezTo>
                      <a:pt x="60580" y="47699"/>
                      <a:pt x="50007" y="11885"/>
                      <a:pt x="74486" y="2836"/>
                    </a:cubicBezTo>
                    <a:cubicBezTo>
                      <a:pt x="88393" y="-2402"/>
                      <a:pt x="99537" y="741"/>
                      <a:pt x="102585" y="3313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e8f60e4-b91f-4282-b8b6-66ad65470c69" id="134" name="任意多边形: 形状 133">
                <a:extLst>
                  <a:ext uri="{FF2B5EF4-FFF2-40B4-BE49-F238E27FC236}">
                    <a16:creationId id="{CAA3836F-B0A6-6A94-23D6-F7F0B6DC3BBF}"/>
                  </a:ext>
                </a:extLst>
              </p:cNvPr>
              <p:cNvSpPr/>
              <p:nvPr/>
            </p:nvSpPr>
            <p:spPr>
              <a:xfrm flipV="false" flipH="false">
                <a:off x="1929850" y="5240447"/>
                <a:ext cx="102071" cy="77151"/>
              </a:xfrm>
              <a:custGeom>
                <a:avLst/>
                <a:gdLst>
                  <a:gd fmla="*/ 19848 w 148116" name="connsiteX0"/>
                  <a:gd fmla="*/ 1061 h 111955" name="connsiteY0"/>
                  <a:gd fmla="*/ 2417 w 148116" name="connsiteX1"/>
                  <a:gd fmla="*/ 25540 h 111955" name="connsiteY1"/>
                  <a:gd fmla="*/ 798 w 148116" name="connsiteX2"/>
                  <a:gd fmla="*/ 75166 h 111955" name="connsiteY2"/>
                  <a:gd fmla="*/ 703 w 148116" name="connsiteX3"/>
                  <a:gd fmla="*/ 96788 h 111955" name="connsiteY3"/>
                  <a:gd fmla="*/ 13657 w 148116" name="connsiteX4"/>
                  <a:gd fmla="*/ 97264 h 111955" name="connsiteY4"/>
                  <a:gd fmla="*/ 17181 w 148116" name="connsiteX5"/>
                  <a:gd fmla="*/ 66784 h 111955" name="connsiteY5"/>
                  <a:gd fmla="*/ 47947 w 148116" name="connsiteX6"/>
                  <a:gd fmla="*/ 97359 h 111955" name="connsiteY6"/>
                  <a:gd fmla="*/ 145102 w 148116" name="connsiteX7"/>
                  <a:gd fmla="*/ 111932 h 111955" name="connsiteY7"/>
                  <a:gd fmla="*/ 146816 w 148116" name="connsiteX8"/>
                  <a:gd fmla="*/ 94978 h 111955" name="connsiteY8"/>
                  <a:gd fmla="*/ 85951 w 148116" name="connsiteX9"/>
                  <a:gd fmla="*/ 57925 h 111955" name="connsiteY9"/>
                  <a:gd fmla="*/ 55948 w 148116" name="connsiteX10"/>
                  <a:gd fmla="*/ 680 h 111955" name="connsiteY10"/>
                  <a:gd fmla="*/ 19848 w 148116" name="connsiteX11"/>
                  <a:gd fmla="*/ 1061 h 111955" name="connsiteY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b="b" l="l" r="r" t="t"/>
                <a:pathLst>
                  <a:path h="111955" w="148116">
                    <a:moveTo>
                      <a:pt x="19848" y="1061"/>
                    </a:moveTo>
                    <a:cubicBezTo>
                      <a:pt x="16038" y="10872"/>
                      <a:pt x="7561" y="16873"/>
                      <a:pt x="2417" y="25540"/>
                    </a:cubicBezTo>
                    <a:cubicBezTo>
                      <a:pt x="-1298" y="31827"/>
                      <a:pt x="226" y="57640"/>
                      <a:pt x="798" y="75166"/>
                    </a:cubicBezTo>
                    <a:cubicBezTo>
                      <a:pt x="1179" y="89453"/>
                      <a:pt x="131" y="96502"/>
                      <a:pt x="703" y="96788"/>
                    </a:cubicBezTo>
                    <a:cubicBezTo>
                      <a:pt x="2893" y="97740"/>
                      <a:pt x="12799" y="97549"/>
                      <a:pt x="13657" y="97264"/>
                    </a:cubicBezTo>
                    <a:cubicBezTo>
                      <a:pt x="13657" y="97264"/>
                      <a:pt x="16228" y="66403"/>
                      <a:pt x="17181" y="66784"/>
                    </a:cubicBezTo>
                    <a:cubicBezTo>
                      <a:pt x="29659" y="72118"/>
                      <a:pt x="45661" y="96121"/>
                      <a:pt x="47947" y="97359"/>
                    </a:cubicBezTo>
                    <a:cubicBezTo>
                      <a:pt x="53757" y="100502"/>
                      <a:pt x="137101" y="110027"/>
                      <a:pt x="145102" y="111932"/>
                    </a:cubicBezTo>
                    <a:cubicBezTo>
                      <a:pt x="147959" y="112599"/>
                      <a:pt x="149293" y="98883"/>
                      <a:pt x="146816" y="94978"/>
                    </a:cubicBezTo>
                    <a:cubicBezTo>
                      <a:pt x="137958" y="80881"/>
                      <a:pt x="100048" y="73356"/>
                      <a:pt x="85951" y="57925"/>
                    </a:cubicBezTo>
                    <a:cubicBezTo>
                      <a:pt x="76141" y="47067"/>
                      <a:pt x="61472" y="26398"/>
                      <a:pt x="55948" y="680"/>
                    </a:cubicBezTo>
                    <a:cubicBezTo>
                      <a:pt x="55852" y="-368"/>
                      <a:pt x="20324" y="-177"/>
                      <a:pt x="19848" y="1061"/>
                    </a:cubicBezTo>
                    <a:close/>
                  </a:path>
                </a:pathLst>
              </a:custGeom>
              <a:solidFill>
                <a:srgbClr val="273977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3b6267f-79b8-4854-9341-55fe486a8a09" id="135" name="任意多边形: 形状 134">
                <a:extLst>
                  <a:ext uri="{FF2B5EF4-FFF2-40B4-BE49-F238E27FC236}">
                    <a16:creationId id="{61C8C56D-82D7-69E7-F8ED-157AFC498E18}"/>
                  </a:ext>
                </a:extLst>
              </p:cNvPr>
              <p:cNvSpPr/>
              <p:nvPr/>
            </p:nvSpPr>
            <p:spPr>
              <a:xfrm flipV="false" flipH="false">
                <a:off x="1899484" y="4554459"/>
                <a:ext cx="147031" cy="728168"/>
              </a:xfrm>
              <a:custGeom>
                <a:avLst/>
                <a:gdLst>
                  <a:gd fmla="*/ 144875 w 213359" name="connsiteX0"/>
                  <a:gd fmla="*/ 5334 h 1056654" name="connsiteY0"/>
                  <a:gd fmla="*/ 200787 w 213359" name="connsiteX1"/>
                  <a:gd fmla="*/ 0 h 1056654" name="connsiteY1"/>
                  <a:gd fmla="*/ 213360 w 213359" name="connsiteX2"/>
                  <a:gd fmla="*/ 155829 h 1056654" name="connsiteY2"/>
                  <a:gd fmla="*/ 98965 w 213359" name="connsiteX3"/>
                  <a:gd fmla="*/ 960120 h 1056654" name="connsiteY3"/>
                  <a:gd fmla="*/ 130207 w 213359" name="connsiteX4"/>
                  <a:gd fmla="*/ 1053656 h 1056654" name="connsiteY4"/>
                  <a:gd fmla="*/ 51530 w 213359" name="connsiteX5"/>
                  <a:gd fmla="*/ 1014031 h 1056654" name="connsiteY5"/>
                  <a:gd fmla="*/ 58007 w 213359" name="connsiteX6"/>
                  <a:gd fmla="*/ 945928 h 1056654" name="connsiteY6"/>
                  <a:gd fmla="*/ 34671 w 213359" name="connsiteX7"/>
                  <a:gd fmla="*/ 698182 h 1056654" name="connsiteY7"/>
                  <a:gd fmla="*/ 50483 w 213359" name="connsiteX8"/>
                  <a:gd fmla="*/ 582263 h 1056654" name="connsiteY8"/>
                  <a:gd fmla="*/ 0 w 213359" name="connsiteX9"/>
                  <a:gd fmla="*/ 251746 h 1056654" name="connsiteY9"/>
                  <a:gd fmla="*/ 144875 w 213359" name="connsiteX10"/>
                  <a:gd fmla="*/ 5334 h 1056654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1056654" w="213359">
                    <a:moveTo>
                      <a:pt x="144875" y="5334"/>
                    </a:moveTo>
                    <a:lnTo>
                      <a:pt x="200787" y="0"/>
                    </a:lnTo>
                    <a:lnTo>
                      <a:pt x="213360" y="155829"/>
                    </a:lnTo>
                    <a:cubicBezTo>
                      <a:pt x="213360" y="155829"/>
                      <a:pt x="99155" y="919734"/>
                      <a:pt x="98965" y="960120"/>
                    </a:cubicBezTo>
                    <a:cubicBezTo>
                      <a:pt x="98774" y="1000601"/>
                      <a:pt x="120491" y="1042988"/>
                      <a:pt x="130207" y="1053656"/>
                    </a:cubicBezTo>
                    <a:cubicBezTo>
                      <a:pt x="144304" y="1069181"/>
                      <a:pt x="46863" y="1019651"/>
                      <a:pt x="51530" y="1014031"/>
                    </a:cubicBezTo>
                    <a:cubicBezTo>
                      <a:pt x="55817" y="1008888"/>
                      <a:pt x="57150" y="972884"/>
                      <a:pt x="58007" y="945928"/>
                    </a:cubicBezTo>
                    <a:cubicBezTo>
                      <a:pt x="58579" y="927354"/>
                      <a:pt x="36576" y="840867"/>
                      <a:pt x="34671" y="698182"/>
                    </a:cubicBezTo>
                    <a:cubicBezTo>
                      <a:pt x="34195" y="663035"/>
                      <a:pt x="56198" y="604171"/>
                      <a:pt x="50483" y="582263"/>
                    </a:cubicBezTo>
                    <a:cubicBezTo>
                      <a:pt x="48958" y="576263"/>
                      <a:pt x="0" y="251746"/>
                      <a:pt x="0" y="251746"/>
                    </a:cubicBezTo>
                    <a:lnTo>
                      <a:pt x="144875" y="5334"/>
                    </a:lnTo>
                    <a:close/>
                  </a:path>
                </a:pathLst>
              </a:custGeom>
              <a:solidFill>
                <a:srgbClr val="FE987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1112f63-6f54-4ed9-8dd9-aa845bf3a85f" id="136" name="任意多边形: 形状 135">
                <a:extLst>
                  <a:ext uri="{FF2B5EF4-FFF2-40B4-BE49-F238E27FC236}">
                    <a16:creationId id="{D926652F-486D-B934-3341-49D07214A588}"/>
                  </a:ext>
                </a:extLst>
              </p:cNvPr>
              <p:cNvSpPr/>
              <p:nvPr/>
            </p:nvSpPr>
            <p:spPr>
              <a:xfrm flipV="false" flipH="false">
                <a:off x="1648936" y="5172695"/>
                <a:ext cx="70649" cy="115245"/>
              </a:xfrm>
              <a:custGeom>
                <a:avLst/>
                <a:gdLst>
                  <a:gd fmla="*/ 90301 w 102520" name="connsiteX0"/>
                  <a:gd fmla="*/ 7270 h 167234" name="connsiteY0"/>
                  <a:gd fmla="*/ 59535 w 102520" name="connsiteX1"/>
                  <a:gd fmla="*/ 31 h 167234" name="connsiteY1"/>
                  <a:gd fmla="*/ 17816 w 102520" name="connsiteX2"/>
                  <a:gd fmla="*/ 26891 h 167234" name="connsiteY2"/>
                  <a:gd fmla="*/ 4 w 102520" name="connsiteX3"/>
                  <a:gd fmla="*/ 39178 h 167234" name="connsiteY3"/>
                  <a:gd fmla="*/ 7053 w 102520" name="connsiteX4"/>
                  <a:gd fmla="*/ 50132 h 167234" name="connsiteY4"/>
                  <a:gd fmla="*/ 34104 w 102520" name="connsiteX5"/>
                  <a:gd fmla="*/ 35750 h 167234" name="connsiteY5"/>
                  <a:gd fmla="*/ 26484 w 102520" name="connsiteX6"/>
                  <a:gd fmla="*/ 78422 h 167234" name="connsiteY6"/>
                  <a:gd fmla="*/ 69822 w 102520" name="connsiteX7"/>
                  <a:gd fmla="*/ 166623 h 167234" name="connsiteY7"/>
                  <a:gd fmla="*/ 84777 w 102520" name="connsiteX8"/>
                  <a:gd fmla="*/ 158432 h 167234" name="connsiteY8"/>
                  <a:gd fmla="*/ 80586 w 102520" name="connsiteX9"/>
                  <a:gd fmla="*/ 87280 h 167234" name="connsiteY9"/>
                  <a:gd fmla="*/ 102493 w 102520" name="connsiteX10"/>
                  <a:gd fmla="*/ 31559 h 167234" name="connsiteY10"/>
                  <a:gd fmla="*/ 90301 w 102520" name="connsiteX11"/>
                  <a:gd fmla="*/ 7270 h 167234" name="connsiteY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b="b" l="l" r="r" t="t"/>
                <a:pathLst>
                  <a:path h="167234" w="102520">
                    <a:moveTo>
                      <a:pt x="90301" y="7270"/>
                    </a:moveTo>
                    <a:cubicBezTo>
                      <a:pt x="80109" y="9746"/>
                      <a:pt x="69537" y="-636"/>
                      <a:pt x="59535" y="31"/>
                    </a:cubicBezTo>
                    <a:cubicBezTo>
                      <a:pt x="52201" y="507"/>
                      <a:pt x="31913" y="16509"/>
                      <a:pt x="17816" y="26891"/>
                    </a:cubicBezTo>
                    <a:cubicBezTo>
                      <a:pt x="6291" y="35369"/>
                      <a:pt x="-186" y="38512"/>
                      <a:pt x="4" y="39178"/>
                    </a:cubicBezTo>
                    <a:cubicBezTo>
                      <a:pt x="480" y="41560"/>
                      <a:pt x="6291" y="49561"/>
                      <a:pt x="7053" y="50132"/>
                    </a:cubicBezTo>
                    <a:cubicBezTo>
                      <a:pt x="7053" y="50132"/>
                      <a:pt x="33913" y="34607"/>
                      <a:pt x="34104" y="35750"/>
                    </a:cubicBezTo>
                    <a:cubicBezTo>
                      <a:pt x="36771" y="49085"/>
                      <a:pt x="26198" y="75850"/>
                      <a:pt x="26484" y="78422"/>
                    </a:cubicBezTo>
                    <a:cubicBezTo>
                      <a:pt x="27246" y="84994"/>
                      <a:pt x="66774" y="158908"/>
                      <a:pt x="69822" y="166623"/>
                    </a:cubicBezTo>
                    <a:cubicBezTo>
                      <a:pt x="70870" y="169290"/>
                      <a:pt x="82967" y="162623"/>
                      <a:pt x="84777" y="158432"/>
                    </a:cubicBezTo>
                    <a:cubicBezTo>
                      <a:pt x="91254" y="143192"/>
                      <a:pt x="75918" y="107663"/>
                      <a:pt x="80586" y="87280"/>
                    </a:cubicBezTo>
                    <a:cubicBezTo>
                      <a:pt x="83919" y="72992"/>
                      <a:pt x="84491" y="50704"/>
                      <a:pt x="102493" y="31559"/>
                    </a:cubicBezTo>
                    <a:cubicBezTo>
                      <a:pt x="103160" y="30797"/>
                      <a:pt x="91539" y="6984"/>
                      <a:pt x="90301" y="7270"/>
                    </a:cubicBezTo>
                    <a:close/>
                  </a:path>
                </a:pathLst>
              </a:custGeom>
              <a:solidFill>
                <a:srgbClr val="273977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9d3c1e3-a24d-4e98-be20-582e87533fbb" id="137" name="任意多边形: 形状 136">
                <a:extLst>
                  <a:ext uri="{FF2B5EF4-FFF2-40B4-BE49-F238E27FC236}">
                    <a16:creationId id="{3C36562B-53A1-EDA2-8AFA-5010944A23C8}"/>
                  </a:ext>
                </a:extLst>
              </p:cNvPr>
              <p:cNvSpPr/>
              <p:nvPr/>
            </p:nvSpPr>
            <p:spPr>
              <a:xfrm flipV="false" flipH="false">
                <a:off x="1694477" y="4612156"/>
                <a:ext cx="330969" cy="622717"/>
              </a:xfrm>
              <a:custGeom>
                <a:avLst/>
                <a:gdLst>
                  <a:gd fmla="*/ 203953 w 480273" name="connsiteX0"/>
                  <a:gd fmla="*/ 0 h 903633" name="connsiteY0"/>
                  <a:gd fmla="*/ 480273 w 480273" name="connsiteX1"/>
                  <a:gd fmla="*/ 24670 h 903633" name="connsiteY1"/>
                  <a:gd fmla="*/ 244339 w 480273" name="connsiteX2"/>
                  <a:gd fmla="*/ 568166 h 903633" name="connsiteY2"/>
                  <a:gd fmla="*/ 58792 w 480273" name="connsiteX3"/>
                  <a:gd fmla="*/ 821531 h 903633" name="connsiteY3"/>
                  <a:gd fmla="*/ 14501 w 480273" name="connsiteX4"/>
                  <a:gd fmla="*/ 901065 h 903633" name="connsiteY4"/>
                  <a:gd fmla="*/ 1928 w 480273" name="connsiteX5"/>
                  <a:gd fmla="*/ 814483 h 903633" name="connsiteY5"/>
                  <a:gd fmla="*/ 23740 w 480273" name="connsiteX6"/>
                  <a:gd fmla="*/ 814483 h 903633" name="connsiteY6"/>
                  <a:gd fmla="*/ 122038 w 480273" name="connsiteX7"/>
                  <a:gd fmla="*/ 564166 h 903633" name="connsiteY7"/>
                  <a:gd fmla="*/ 178426 w 480273" name="connsiteX8"/>
                  <a:gd fmla="*/ 504254 h 903633" name="connsiteY8"/>
                  <a:gd fmla="*/ 203953 w 480273" name="connsiteX9"/>
                  <a:gd fmla="*/ 0 h 903633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903633" w="480273">
                    <a:moveTo>
                      <a:pt x="203953" y="0"/>
                    </a:moveTo>
                    <a:lnTo>
                      <a:pt x="480273" y="24670"/>
                    </a:lnTo>
                    <a:cubicBezTo>
                      <a:pt x="480273" y="24670"/>
                      <a:pt x="270247" y="523304"/>
                      <a:pt x="244339" y="568166"/>
                    </a:cubicBezTo>
                    <a:cubicBezTo>
                      <a:pt x="205763" y="635032"/>
                      <a:pt x="114228" y="744950"/>
                      <a:pt x="58792" y="821531"/>
                    </a:cubicBezTo>
                    <a:cubicBezTo>
                      <a:pt x="44790" y="840867"/>
                      <a:pt x="15072" y="898207"/>
                      <a:pt x="14501" y="901065"/>
                    </a:cubicBezTo>
                    <a:cubicBezTo>
                      <a:pt x="9834" y="921448"/>
                      <a:pt x="-5311" y="813816"/>
                      <a:pt x="1928" y="814483"/>
                    </a:cubicBezTo>
                    <a:cubicBezTo>
                      <a:pt x="8786" y="815149"/>
                      <a:pt x="15930" y="815912"/>
                      <a:pt x="23740" y="814483"/>
                    </a:cubicBezTo>
                    <a:cubicBezTo>
                      <a:pt x="24597" y="813911"/>
                      <a:pt x="76413" y="611600"/>
                      <a:pt x="122038" y="564166"/>
                    </a:cubicBezTo>
                    <a:cubicBezTo>
                      <a:pt x="146613" y="538639"/>
                      <a:pt x="178426" y="504254"/>
                      <a:pt x="178426" y="504254"/>
                    </a:cubicBezTo>
                    <a:lnTo>
                      <a:pt x="203953" y="0"/>
                    </a:ln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6cf2a63-80cd-42e2-ba2f-fbbdc7e84710" id="138" name="任意多边形: 形状 137">
                <a:extLst>
                  <a:ext uri="{FF2B5EF4-FFF2-40B4-BE49-F238E27FC236}">
                    <a16:creationId id="{CF8D18E6-B34A-42AD-CCF5-007980B846E8}"/>
                  </a:ext>
                </a:extLst>
              </p:cNvPr>
              <p:cNvSpPr/>
              <p:nvPr/>
            </p:nvSpPr>
            <p:spPr>
              <a:xfrm flipV="false" flipH="false">
                <a:off x="1819191" y="4146118"/>
                <a:ext cx="382631" cy="668273"/>
              </a:xfrm>
              <a:custGeom>
                <a:avLst/>
                <a:gdLst>
                  <a:gd fmla="*/ 130707 w 555241" name="connsiteX0"/>
                  <a:gd fmla="*/ 61532 h 969740" name="connsiteY0"/>
                  <a:gd fmla="*/ 41743 w 555241" name="connsiteX1"/>
                  <a:gd fmla="*/ 179166 h 969740" name="connsiteY1"/>
                  <a:gd fmla="*/ 102608 w 555241" name="connsiteX2"/>
                  <a:gd fmla="*/ 436150 h 969740" name="connsiteY2"/>
                  <a:gd fmla="*/ 23170 w 555241" name="connsiteX3"/>
                  <a:gd fmla="*/ 624745 h 969740" name="connsiteY3"/>
                  <a:gd fmla="*/ 4691 w 555241" name="connsiteX4"/>
                  <a:gd fmla="*/ 953358 h 969740" name="connsiteY4"/>
                  <a:gd fmla="*/ 305300 w 555241" name="connsiteX5"/>
                  <a:gd fmla="*/ 969741 h 969740" name="connsiteY5"/>
                  <a:gd fmla="*/ 351592 w 555241" name="connsiteX6"/>
                  <a:gd fmla="*/ 645128 h 969740" name="connsiteY6"/>
                  <a:gd fmla="*/ 332542 w 555241" name="connsiteX7"/>
                  <a:gd fmla="*/ 422720 h 969740" name="connsiteY7"/>
                  <a:gd fmla="*/ 345877 w 555241" name="connsiteX8"/>
                  <a:gd fmla="*/ 229648 h 969740" name="connsiteY8"/>
                  <a:gd fmla="*/ 505420 w 555241" name="connsiteX9"/>
                  <a:gd fmla="*/ 152591 h 969740" name="connsiteY9"/>
                  <a:gd fmla="*/ 555236 w 555241" name="connsiteX10"/>
                  <a:gd fmla="*/ 64770 h 969740" name="connsiteY10"/>
                  <a:gd fmla="*/ 534853 w 555241" name="connsiteX11"/>
                  <a:gd fmla="*/ 32100 h 969740" name="connsiteY11"/>
                  <a:gd fmla="*/ 518946 w 555241" name="connsiteX12"/>
                  <a:gd fmla="*/ 0 h 969740" name="connsiteY12"/>
                  <a:gd fmla="*/ 440269 w 555241" name="connsiteX13"/>
                  <a:gd fmla="*/ 72295 h 969740" name="connsiteY13"/>
                  <a:gd fmla="*/ 228052 w 555241" name="connsiteX14"/>
                  <a:gd fmla="*/ 70295 h 969740" name="connsiteY14"/>
                  <a:gd fmla="*/ 222242 w 555241" name="connsiteX15"/>
                  <a:gd fmla="*/ 58008 h 969740" name="connsiteY15"/>
                  <a:gd fmla="*/ 221861 w 555241" name="connsiteX16"/>
                  <a:gd fmla="*/ 38195 h 969740" name="connsiteY16"/>
                  <a:gd fmla="*/ 143280 w 555241" name="connsiteX17"/>
                  <a:gd fmla="*/ 23527 h 969740" name="connsiteY17"/>
                  <a:gd fmla="*/ 138517 w 555241" name="connsiteX18"/>
                  <a:gd fmla="*/ 43149 h 969740" name="connsiteY18"/>
                  <a:gd fmla="*/ 130707 w 555241" name="connsiteX19"/>
                  <a:gd fmla="*/ 61532 h 969740" name="connsiteY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b="b" l="l" r="r" t="t"/>
                <a:pathLst>
                  <a:path h="969740" w="555241">
                    <a:moveTo>
                      <a:pt x="130707" y="61532"/>
                    </a:moveTo>
                    <a:cubicBezTo>
                      <a:pt x="130707" y="61532"/>
                      <a:pt x="60889" y="70295"/>
                      <a:pt x="41743" y="179166"/>
                    </a:cubicBezTo>
                    <a:cubicBezTo>
                      <a:pt x="37838" y="201168"/>
                      <a:pt x="84796" y="373380"/>
                      <a:pt x="102608" y="436150"/>
                    </a:cubicBezTo>
                    <a:cubicBezTo>
                      <a:pt x="111466" y="467297"/>
                      <a:pt x="34314" y="578549"/>
                      <a:pt x="23170" y="624745"/>
                    </a:cubicBezTo>
                    <a:cubicBezTo>
                      <a:pt x="-13978" y="779526"/>
                      <a:pt x="4691" y="936594"/>
                      <a:pt x="4691" y="953358"/>
                    </a:cubicBezTo>
                    <a:cubicBezTo>
                      <a:pt x="4691" y="953453"/>
                      <a:pt x="305300" y="969741"/>
                      <a:pt x="305300" y="969741"/>
                    </a:cubicBezTo>
                    <a:cubicBezTo>
                      <a:pt x="305300" y="969741"/>
                      <a:pt x="367879" y="785051"/>
                      <a:pt x="351592" y="645128"/>
                    </a:cubicBezTo>
                    <a:cubicBezTo>
                      <a:pt x="348639" y="619602"/>
                      <a:pt x="331970" y="492252"/>
                      <a:pt x="332542" y="422720"/>
                    </a:cubicBezTo>
                    <a:cubicBezTo>
                      <a:pt x="333113" y="350997"/>
                      <a:pt x="358450" y="286227"/>
                      <a:pt x="345877" y="229648"/>
                    </a:cubicBezTo>
                    <a:cubicBezTo>
                      <a:pt x="343686" y="219837"/>
                      <a:pt x="494657" y="162306"/>
                      <a:pt x="505420" y="152591"/>
                    </a:cubicBezTo>
                    <a:cubicBezTo>
                      <a:pt x="518374" y="140875"/>
                      <a:pt x="538186" y="101918"/>
                      <a:pt x="555236" y="64770"/>
                    </a:cubicBezTo>
                    <a:cubicBezTo>
                      <a:pt x="555522" y="64294"/>
                      <a:pt x="544759" y="49530"/>
                      <a:pt x="534853" y="32100"/>
                    </a:cubicBezTo>
                    <a:cubicBezTo>
                      <a:pt x="526661" y="17622"/>
                      <a:pt x="519041" y="-95"/>
                      <a:pt x="518946" y="0"/>
                    </a:cubicBezTo>
                    <a:cubicBezTo>
                      <a:pt x="495705" y="25623"/>
                      <a:pt x="460843" y="61056"/>
                      <a:pt x="440269" y="72295"/>
                    </a:cubicBezTo>
                    <a:cubicBezTo>
                      <a:pt x="412837" y="87249"/>
                      <a:pt x="228052" y="70295"/>
                      <a:pt x="228052" y="70295"/>
                    </a:cubicBezTo>
                    <a:cubicBezTo>
                      <a:pt x="228052" y="70295"/>
                      <a:pt x="223766" y="66009"/>
                      <a:pt x="222242" y="58008"/>
                    </a:cubicBezTo>
                    <a:cubicBezTo>
                      <a:pt x="220718" y="50007"/>
                      <a:pt x="221861" y="38195"/>
                      <a:pt x="221861" y="38195"/>
                    </a:cubicBezTo>
                    <a:lnTo>
                      <a:pt x="143280" y="23527"/>
                    </a:lnTo>
                    <a:cubicBezTo>
                      <a:pt x="143280" y="23527"/>
                      <a:pt x="141661" y="33719"/>
                      <a:pt x="138517" y="43149"/>
                    </a:cubicBezTo>
                    <a:cubicBezTo>
                      <a:pt x="135565" y="52674"/>
                      <a:pt x="130707" y="61532"/>
                      <a:pt x="130707" y="61532"/>
                    </a:cubicBezTo>
                    <a:close/>
                  </a:path>
                </a:pathLst>
              </a:custGeom>
              <a:solidFill>
                <a:srgbClr val="292B4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72250e2-404d-4b0c-a6a5-cc4cc820d670" id="139" name="任意多边形: 形状 138">
                <a:extLst>
                  <a:ext uri="{FF2B5EF4-FFF2-40B4-BE49-F238E27FC236}">
                    <a16:creationId id="{B73F3708-850D-56AE-1164-081B0FCD7766}"/>
                  </a:ext>
                </a:extLst>
              </p:cNvPr>
              <p:cNvSpPr/>
              <p:nvPr/>
            </p:nvSpPr>
            <p:spPr>
              <a:xfrm flipV="false" flipH="false">
                <a:off x="1850969" y="3994557"/>
                <a:ext cx="357478" cy="324964"/>
              </a:xfrm>
              <a:custGeom>
                <a:avLst/>
                <a:gdLst>
                  <a:gd fmla="*/ 46397 w 518741" name="connsiteX0"/>
                  <a:gd fmla="*/ 320421 h 471560" name="connsiteY0"/>
                  <a:gd fmla="*/ 205940 w 518741" name="connsiteX1"/>
                  <a:gd fmla="*/ 233743 h 471560" name="connsiteY1"/>
                  <a:gd fmla="*/ 486166 w 518741" name="connsiteX2"/>
                  <a:gd fmla="*/ 0 h 471560" name="connsiteY2"/>
                  <a:gd fmla="*/ 518742 w 518741" name="connsiteX3"/>
                  <a:gd fmla="*/ 34290 h 471560" name="connsiteY3"/>
                  <a:gd fmla="*/ 190986 w 518741" name="connsiteX4"/>
                  <a:gd fmla="*/ 393097 h 471560" name="connsiteY4"/>
                  <a:gd fmla="*/ 4392 w 518741" name="connsiteX5"/>
                  <a:gd fmla="*/ 440055 h 471560" name="connsiteY5"/>
                  <a:gd fmla="*/ 46397 w 518741" name="connsiteX6"/>
                  <a:gd fmla="*/ 320421 h 471560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471560" w="518741">
                    <a:moveTo>
                      <a:pt x="46397" y="320421"/>
                    </a:moveTo>
                    <a:lnTo>
                      <a:pt x="205940" y="233743"/>
                    </a:lnTo>
                    <a:lnTo>
                      <a:pt x="486166" y="0"/>
                    </a:lnTo>
                    <a:lnTo>
                      <a:pt x="518742" y="34290"/>
                    </a:lnTo>
                    <a:cubicBezTo>
                      <a:pt x="518742" y="34290"/>
                      <a:pt x="290618" y="314516"/>
                      <a:pt x="190986" y="393097"/>
                    </a:cubicBezTo>
                    <a:cubicBezTo>
                      <a:pt x="62399" y="494538"/>
                      <a:pt x="25632" y="483013"/>
                      <a:pt x="4392" y="440055"/>
                    </a:cubicBezTo>
                    <a:cubicBezTo>
                      <a:pt x="-16944" y="397288"/>
                      <a:pt x="46397" y="320421"/>
                      <a:pt x="46397" y="320421"/>
                    </a:cubicBezTo>
                    <a:close/>
                  </a:path>
                </a:pathLst>
              </a:custGeom>
              <a:solidFill>
                <a:srgbClr val="292B4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7acb0e6-330c-44a4-9489-ba1e849b4b74" id="140" name="任意多边形: 形状 139">
                <a:extLst>
                  <a:ext uri="{FF2B5EF4-FFF2-40B4-BE49-F238E27FC236}">
                    <a16:creationId id="{1DA728D1-CBFF-0E17-2CCC-0B27A63CFE52}"/>
                  </a:ext>
                </a:extLst>
              </p:cNvPr>
              <p:cNvSpPr/>
              <p:nvPr/>
            </p:nvSpPr>
            <p:spPr>
              <a:xfrm flipV="false" flipH="false">
                <a:off x="2187716" y="3947135"/>
                <a:ext cx="78540" cy="72298"/>
              </a:xfrm>
              <a:custGeom>
                <a:avLst/>
                <a:gdLst>
                  <a:gd fmla="*/ 29131 w 113970" name="connsiteX0"/>
                  <a:gd fmla="*/ 104913 h 104913" name="connsiteY0"/>
                  <a:gd fmla="*/ 110951 w 113970" name="connsiteX1"/>
                  <a:gd fmla="*/ 42429 h 104913" name="connsiteY1"/>
                  <a:gd fmla="*/ 56658 w 113970" name="connsiteX2"/>
                  <a:gd fmla="*/ 6711 h 104913" name="connsiteY2"/>
                  <a:gd fmla="*/ 80 w 113970" name="connsiteX3"/>
                  <a:gd fmla="*/ 75481 h 104913" name="connsiteY3"/>
                  <a:gd fmla="*/ 29131 w 113970" name="connsiteX4"/>
                  <a:gd fmla="*/ 104913 h 104913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4913" w="113970">
                    <a:moveTo>
                      <a:pt x="29131" y="104913"/>
                    </a:moveTo>
                    <a:cubicBezTo>
                      <a:pt x="29131" y="104913"/>
                      <a:pt x="100473" y="76624"/>
                      <a:pt x="110951" y="42429"/>
                    </a:cubicBezTo>
                    <a:cubicBezTo>
                      <a:pt x="121428" y="8235"/>
                      <a:pt x="104950" y="-11006"/>
                      <a:pt x="56658" y="6711"/>
                    </a:cubicBezTo>
                    <a:cubicBezTo>
                      <a:pt x="49324" y="9378"/>
                      <a:pt x="-2301" y="67861"/>
                      <a:pt x="80" y="75481"/>
                    </a:cubicBezTo>
                    <a:cubicBezTo>
                      <a:pt x="4557" y="89007"/>
                      <a:pt x="29131" y="104913"/>
                      <a:pt x="29131" y="104913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71c7a9d-698e-443b-8470-5c9650eb92c9" id="141" name="任意多边形: 形状 140">
                <a:extLst>
                  <a:ext uri="{FF2B5EF4-FFF2-40B4-BE49-F238E27FC236}">
                    <a16:creationId id="{976B5BE8-D012-9AC6-7A56-E76F92268AC4}"/>
                  </a:ext>
                </a:extLst>
              </p:cNvPr>
              <p:cNvSpPr/>
              <p:nvPr/>
            </p:nvSpPr>
            <p:spPr>
              <a:xfrm flipV="false" flipH="false">
                <a:off x="1873013" y="4198752"/>
                <a:ext cx="180510" cy="121244"/>
              </a:xfrm>
              <a:custGeom>
                <a:avLst/>
                <a:gdLst>
                  <a:gd fmla="*/ 12504 w 261940" name="connsiteX0"/>
                  <a:gd fmla="*/ 175939 h 175939" name="connsiteY0"/>
                  <a:gd fmla="*/ 1931 w 261940" name="connsiteX1"/>
                  <a:gd fmla="*/ 175082 h 175939" name="connsiteY1"/>
                  <a:gd fmla="*/ 27 w 261940" name="connsiteX2"/>
                  <a:gd fmla="*/ 172510 h 175939" name="connsiteY2"/>
                  <a:gd fmla="*/ 2598 w 261940" name="connsiteX3"/>
                  <a:gd fmla="*/ 170605 h 175939" name="connsiteY3"/>
                  <a:gd fmla="*/ 258154 w 261940" name="connsiteX4"/>
                  <a:gd fmla="*/ 679 h 175939" name="connsiteY4"/>
                  <a:gd fmla="*/ 261297 w 261940" name="connsiteX5"/>
                  <a:gd fmla="*/ 679 h 175939" name="connsiteY5"/>
                  <a:gd fmla="*/ 261297 w 261940" name="connsiteX6"/>
                  <a:gd fmla="*/ 3822 h 175939" name="connsiteY6"/>
                  <a:gd fmla="*/ 12504 w 261940" name="connsiteX7"/>
                  <a:gd fmla="*/ 175939 h 17593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75939" w="261940">
                    <a:moveTo>
                      <a:pt x="12504" y="175939"/>
                    </a:moveTo>
                    <a:cubicBezTo>
                      <a:pt x="8885" y="175939"/>
                      <a:pt x="5360" y="175653"/>
                      <a:pt x="1931" y="175082"/>
                    </a:cubicBezTo>
                    <a:cubicBezTo>
                      <a:pt x="693" y="174891"/>
                      <a:pt x="-164" y="173748"/>
                      <a:pt x="27" y="172510"/>
                    </a:cubicBezTo>
                    <a:cubicBezTo>
                      <a:pt x="217" y="171272"/>
                      <a:pt x="1360" y="170319"/>
                      <a:pt x="2598" y="170605"/>
                    </a:cubicBezTo>
                    <a:cubicBezTo>
                      <a:pt x="53938" y="178796"/>
                      <a:pt x="139854" y="121646"/>
                      <a:pt x="258154" y="679"/>
                    </a:cubicBezTo>
                    <a:cubicBezTo>
                      <a:pt x="259011" y="-178"/>
                      <a:pt x="260440" y="-273"/>
                      <a:pt x="261297" y="679"/>
                    </a:cubicBezTo>
                    <a:cubicBezTo>
                      <a:pt x="262155" y="1536"/>
                      <a:pt x="262155" y="2965"/>
                      <a:pt x="261297" y="3822"/>
                    </a:cubicBezTo>
                    <a:cubicBezTo>
                      <a:pt x="149664" y="118218"/>
                      <a:pt x="66035" y="175939"/>
                      <a:pt x="12504" y="17593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5f392b2-dc8a-4894-ab92-67c0a5005074" id="118" name="任意多边形: 形状 117">
                <a:extLst>
                  <a:ext uri="{FF2B5EF4-FFF2-40B4-BE49-F238E27FC236}">
                    <a16:creationId id="{3C245739-1C54-8A09-9DC6-88D85B4AAE5F}"/>
                  </a:ext>
                </a:extLst>
              </p:cNvPr>
              <p:cNvSpPr/>
              <p:nvPr/>
            </p:nvSpPr>
            <p:spPr>
              <a:xfrm flipV="false" flipH="false">
                <a:off x="4764837" y="5594383"/>
                <a:ext cx="37742" cy="38267"/>
              </a:xfrm>
              <a:custGeom>
                <a:avLst/>
                <a:gdLst>
                  <a:gd fmla="*/ 0 w 54768" name="connsiteX0"/>
                  <a:gd fmla="*/ 25813 h 55530" name="connsiteY0"/>
                  <a:gd fmla="*/ 8954 w 54768" name="connsiteX1"/>
                  <a:gd fmla="*/ 38195 h 55530" name="connsiteY1"/>
                  <a:gd fmla="*/ 12573 w 54768" name="connsiteX2"/>
                  <a:gd fmla="*/ 55531 h 55530" name="connsiteY2"/>
                  <a:gd fmla="*/ 38195 w 54768" name="connsiteX3"/>
                  <a:gd fmla="*/ 46196 h 55530" name="connsiteY3"/>
                  <a:gd fmla="*/ 54769 w 54768" name="connsiteX4"/>
                  <a:gd fmla="*/ 30290 h 55530" name="connsiteY4"/>
                  <a:gd fmla="*/ 46958 w 54768" name="connsiteX5"/>
                  <a:gd fmla="*/ 20860 h 55530" name="connsiteY5"/>
                  <a:gd fmla="*/ 36195 w 54768" name="connsiteX6"/>
                  <a:gd fmla="*/ 0 h 55530" name="connsiteY6"/>
                  <a:gd fmla="*/ 0 w 54768" name="connsiteX7"/>
                  <a:gd fmla="*/ 25813 h 55530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55530" w="54768">
                    <a:moveTo>
                      <a:pt x="0" y="25813"/>
                    </a:moveTo>
                    <a:cubicBezTo>
                      <a:pt x="0" y="25813"/>
                      <a:pt x="6477" y="32004"/>
                      <a:pt x="8954" y="38195"/>
                    </a:cubicBezTo>
                    <a:cubicBezTo>
                      <a:pt x="11621" y="44387"/>
                      <a:pt x="12573" y="55531"/>
                      <a:pt x="12573" y="55531"/>
                    </a:cubicBezTo>
                    <a:cubicBezTo>
                      <a:pt x="12573" y="55531"/>
                      <a:pt x="29146" y="51911"/>
                      <a:pt x="38195" y="46196"/>
                    </a:cubicBezTo>
                    <a:cubicBezTo>
                      <a:pt x="47149" y="40481"/>
                      <a:pt x="54769" y="30290"/>
                      <a:pt x="54769" y="30290"/>
                    </a:cubicBezTo>
                    <a:cubicBezTo>
                      <a:pt x="54769" y="30290"/>
                      <a:pt x="51626" y="27908"/>
                      <a:pt x="46958" y="20860"/>
                    </a:cubicBezTo>
                    <a:cubicBezTo>
                      <a:pt x="42006" y="13811"/>
                      <a:pt x="36195" y="0"/>
                      <a:pt x="36195" y="0"/>
                    </a:cubicBezTo>
                    <a:lnTo>
                      <a:pt x="0" y="25813"/>
                    </a:ln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66e8ed1-73b4-4d5a-8122-f76ba4c3674f" id="119" name="任意多边形: 形状 118">
                <a:extLst>
                  <a:ext uri="{FF2B5EF4-FFF2-40B4-BE49-F238E27FC236}">
                    <a16:creationId id="{DC815EBD-25B9-2E7E-556A-54F291891054}"/>
                  </a:ext>
                </a:extLst>
              </p:cNvPr>
              <p:cNvSpPr/>
              <p:nvPr/>
            </p:nvSpPr>
            <p:spPr>
              <a:xfrm flipV="false" flipH="false">
                <a:off x="4520200" y="5637377"/>
                <a:ext cx="34460" cy="26587"/>
              </a:xfrm>
              <a:custGeom>
                <a:avLst/>
                <a:gdLst>
                  <a:gd fmla="*/ 10287 w 50006" name="connsiteX0"/>
                  <a:gd fmla="*/ 0 h 38581" name="connsiteY0"/>
                  <a:gd fmla="*/ 8954 w 50006" name="connsiteX1"/>
                  <a:gd fmla="*/ 15335 h 38581" name="connsiteY1"/>
                  <a:gd fmla="*/ 0 w 50006" name="connsiteX2"/>
                  <a:gd fmla="*/ 33338 h 38581" name="connsiteY2"/>
                  <a:gd fmla="*/ 24003 w 50006" name="connsiteX3"/>
                  <a:gd fmla="*/ 38576 h 38581" name="connsiteY3"/>
                  <a:gd fmla="*/ 48196 w 50006" name="connsiteX4"/>
                  <a:gd fmla="*/ 33528 h 38581" name="connsiteY4"/>
                  <a:gd fmla="*/ 46863 w 50006" name="connsiteX5"/>
                  <a:gd fmla="*/ 20860 h 38581" name="connsiteY5"/>
                  <a:gd fmla="*/ 50006 w 50006" name="connsiteX6"/>
                  <a:gd fmla="*/ 286 h 38581" name="connsiteY6"/>
                  <a:gd fmla="*/ 10287 w 50006" name="connsiteX7"/>
                  <a:gd fmla="*/ 0 h 38581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38581" w="50006">
                    <a:moveTo>
                      <a:pt x="10287" y="0"/>
                    </a:moveTo>
                    <a:cubicBezTo>
                      <a:pt x="10287" y="0"/>
                      <a:pt x="9810" y="8668"/>
                      <a:pt x="8954" y="15335"/>
                    </a:cubicBezTo>
                    <a:cubicBezTo>
                      <a:pt x="7810" y="22003"/>
                      <a:pt x="0" y="33338"/>
                      <a:pt x="0" y="33338"/>
                    </a:cubicBezTo>
                    <a:cubicBezTo>
                      <a:pt x="0" y="33338"/>
                      <a:pt x="13239" y="38767"/>
                      <a:pt x="24003" y="38576"/>
                    </a:cubicBezTo>
                    <a:cubicBezTo>
                      <a:pt x="34576" y="38481"/>
                      <a:pt x="48196" y="33528"/>
                      <a:pt x="48196" y="33528"/>
                    </a:cubicBezTo>
                    <a:cubicBezTo>
                      <a:pt x="48196" y="33528"/>
                      <a:pt x="47339" y="29432"/>
                      <a:pt x="46863" y="20860"/>
                    </a:cubicBezTo>
                    <a:cubicBezTo>
                      <a:pt x="46387" y="12287"/>
                      <a:pt x="50006" y="286"/>
                      <a:pt x="50006" y="286"/>
                    </a:cubicBezTo>
                    <a:lnTo>
                      <a:pt x="10287" y="0"/>
                    </a:ln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6c5f2ea-298d-4ba4-aad8-b59741f8cf0f" id="120" name="任意多边形: 形状 119">
                <a:extLst>
                  <a:ext uri="{FF2B5EF4-FFF2-40B4-BE49-F238E27FC236}">
                    <a16:creationId id="{9CCB48CC-1306-4923-B798-314F55727608}"/>
                  </a:ext>
                </a:extLst>
              </p:cNvPr>
              <p:cNvSpPr/>
              <p:nvPr/>
            </p:nvSpPr>
            <p:spPr>
              <a:xfrm flipV="false" flipH="false">
                <a:off x="4428437" y="5657857"/>
                <a:ext cx="126174" cy="49951"/>
              </a:xfrm>
              <a:custGeom>
                <a:avLst/>
                <a:gdLst>
                  <a:gd fmla="*/ 128873 w 183093" name="connsiteX0"/>
                  <a:gd fmla="*/ 0 h 72485" name="connsiteY0"/>
                  <a:gd fmla="*/ 73628 w 183093" name="connsiteX1"/>
                  <a:gd fmla="*/ 30861 h 72485" name="connsiteY1"/>
                  <a:gd fmla="*/ 0 w 183093" name="connsiteX2"/>
                  <a:gd fmla="*/ 61531 h 72485" name="connsiteY2"/>
                  <a:gd fmla="*/ 0 w 183093" name="connsiteX3"/>
                  <a:gd fmla="*/ 72485 h 72485" name="connsiteY3"/>
                  <a:gd fmla="*/ 87534 w 183093" name="connsiteX4"/>
                  <a:gd fmla="*/ 68199 h 72485" name="connsiteY4"/>
                  <a:gd fmla="*/ 129063 w 183093" name="connsiteX5"/>
                  <a:gd fmla="*/ 61817 h 72485" name="connsiteY5"/>
                  <a:gd fmla="*/ 149257 w 183093" name="connsiteX6"/>
                  <a:gd fmla="*/ 51340 h 72485" name="connsiteY6"/>
                  <a:gd fmla="*/ 150781 w 183093" name="connsiteX7"/>
                  <a:gd fmla="*/ 62198 h 72485" name="connsiteY7"/>
                  <a:gd fmla="*/ 178403 w 183093" name="connsiteX8"/>
                  <a:gd fmla="*/ 63055 h 72485" name="connsiteY8"/>
                  <a:gd fmla="*/ 182880 w 183093" name="connsiteX9"/>
                  <a:gd fmla="*/ 39814 h 72485" name="connsiteY9"/>
                  <a:gd fmla="*/ 181737 w 183093" name="connsiteX10"/>
                  <a:gd fmla="*/ 1429 h 72485" name="connsiteY10"/>
                  <a:gd fmla="*/ 152304 w 183093" name="connsiteX11"/>
                  <a:gd fmla="*/ 6477 h 72485" name="connsiteY11"/>
                  <a:gd fmla="*/ 128873 w 183093" name="connsiteX12"/>
                  <a:gd fmla="*/ 0 h 72485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72485" w="183093">
                    <a:moveTo>
                      <a:pt x="128873" y="0"/>
                    </a:moveTo>
                    <a:cubicBezTo>
                      <a:pt x="128873" y="0"/>
                      <a:pt x="106013" y="14954"/>
                      <a:pt x="73628" y="30861"/>
                    </a:cubicBezTo>
                    <a:cubicBezTo>
                      <a:pt x="41529" y="46768"/>
                      <a:pt x="0" y="61531"/>
                      <a:pt x="0" y="61531"/>
                    </a:cubicBezTo>
                    <a:lnTo>
                      <a:pt x="0" y="72485"/>
                    </a:lnTo>
                    <a:cubicBezTo>
                      <a:pt x="0" y="72485"/>
                      <a:pt x="55245" y="70866"/>
                      <a:pt x="87534" y="68199"/>
                    </a:cubicBezTo>
                    <a:cubicBezTo>
                      <a:pt x="119634" y="65532"/>
                      <a:pt x="129063" y="61817"/>
                      <a:pt x="129063" y="61817"/>
                    </a:cubicBezTo>
                    <a:lnTo>
                      <a:pt x="149257" y="51340"/>
                    </a:lnTo>
                    <a:lnTo>
                      <a:pt x="150781" y="62198"/>
                    </a:lnTo>
                    <a:lnTo>
                      <a:pt x="178403" y="63055"/>
                    </a:lnTo>
                    <a:cubicBezTo>
                      <a:pt x="178403" y="63055"/>
                      <a:pt x="182023" y="55245"/>
                      <a:pt x="182880" y="39814"/>
                    </a:cubicBezTo>
                    <a:cubicBezTo>
                      <a:pt x="183737" y="24384"/>
                      <a:pt x="181737" y="1429"/>
                      <a:pt x="181737" y="1429"/>
                    </a:cubicBezTo>
                    <a:cubicBezTo>
                      <a:pt x="181737" y="1429"/>
                      <a:pt x="165830" y="7334"/>
                      <a:pt x="152304" y="6477"/>
                    </a:cubicBezTo>
                    <a:cubicBezTo>
                      <a:pt x="139160" y="5715"/>
                      <a:pt x="128873" y="0"/>
                      <a:pt x="128873" y="0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544e700-afa6-44ea-b41b-09ee2218d19d" id="121" name="任意多边形: 形状 120">
                <a:extLst>
                  <a:ext uri="{FF2B5EF4-FFF2-40B4-BE49-F238E27FC236}">
                    <a16:creationId id="{7FDB0BC8-4521-257C-55D0-AF59DF48ED7D}"/>
                  </a:ext>
                </a:extLst>
              </p:cNvPr>
              <p:cNvSpPr/>
              <p:nvPr/>
            </p:nvSpPr>
            <p:spPr>
              <a:xfrm flipV="false" flipH="false">
                <a:off x="4718365" y="5613944"/>
                <a:ext cx="105285" cy="107451"/>
              </a:xfrm>
              <a:custGeom>
                <a:avLst/>
                <a:gdLst>
                  <a:gd fmla="*/ 77343 w 152780" name="connsiteX0"/>
                  <a:gd fmla="*/ 26575 h 155924" name="connsiteY0"/>
                  <a:gd fmla="*/ 46863 w 152780" name="connsiteX1"/>
                  <a:gd fmla="*/ 81820 h 155924" name="connsiteY1"/>
                  <a:gd fmla="*/ 0 w 152780" name="connsiteX2"/>
                  <a:gd fmla="*/ 146685 h 155924" name="connsiteY2"/>
                  <a:gd fmla="*/ 5810 w 152780" name="connsiteX3"/>
                  <a:gd fmla="*/ 155924 h 155924" name="connsiteY3"/>
                  <a:gd fmla="*/ 78105 w 152780" name="connsiteX4"/>
                  <a:gd fmla="*/ 106394 h 155924" name="connsiteY4"/>
                  <a:gd fmla="*/ 110204 w 152780" name="connsiteX5"/>
                  <a:gd fmla="*/ 79153 h 155924" name="connsiteY5"/>
                  <a:gd fmla="*/ 121825 w 152780" name="connsiteX6"/>
                  <a:gd fmla="*/ 59531 h 155924" name="connsiteY6"/>
                  <a:gd fmla="*/ 128778 w 152780" name="connsiteX7"/>
                  <a:gd fmla="*/ 68008 h 155924" name="connsiteY7"/>
                  <a:gd fmla="*/ 152781 w 152780" name="connsiteX8"/>
                  <a:gd fmla="*/ 54293 h 155924" name="connsiteY8"/>
                  <a:gd fmla="*/ 144494 w 152780" name="connsiteX9"/>
                  <a:gd fmla="*/ 32099 h 155924" name="connsiteY9"/>
                  <a:gd fmla="*/ 123444 w 152780" name="connsiteX10"/>
                  <a:gd fmla="*/ 0 h 155924" name="connsiteY10"/>
                  <a:gd fmla="*/ 100965 w 152780" name="connsiteX11"/>
                  <a:gd fmla="*/ 19621 h 155924" name="connsiteY11"/>
                  <a:gd fmla="*/ 77343 w 152780" name="connsiteX12"/>
                  <a:gd fmla="*/ 26575 h 155924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155924" w="152780">
                    <a:moveTo>
                      <a:pt x="77343" y="26575"/>
                    </a:moveTo>
                    <a:cubicBezTo>
                      <a:pt x="77343" y="26575"/>
                      <a:pt x="65627" y="51435"/>
                      <a:pt x="46863" y="81820"/>
                    </a:cubicBezTo>
                    <a:cubicBezTo>
                      <a:pt x="27813" y="112204"/>
                      <a:pt x="0" y="146685"/>
                      <a:pt x="0" y="146685"/>
                    </a:cubicBezTo>
                    <a:lnTo>
                      <a:pt x="5810" y="155924"/>
                    </a:lnTo>
                    <a:cubicBezTo>
                      <a:pt x="5810" y="155924"/>
                      <a:pt x="52006" y="125635"/>
                      <a:pt x="78105" y="106394"/>
                    </a:cubicBezTo>
                    <a:cubicBezTo>
                      <a:pt x="104108" y="87249"/>
                      <a:pt x="110204" y="79153"/>
                      <a:pt x="110204" y="79153"/>
                    </a:cubicBezTo>
                    <a:lnTo>
                      <a:pt x="121825" y="59531"/>
                    </a:lnTo>
                    <a:lnTo>
                      <a:pt x="128778" y="68008"/>
                    </a:lnTo>
                    <a:lnTo>
                      <a:pt x="152781" y="54293"/>
                    </a:lnTo>
                    <a:cubicBezTo>
                      <a:pt x="152781" y="54293"/>
                      <a:pt x="151923" y="45720"/>
                      <a:pt x="144494" y="32099"/>
                    </a:cubicBezTo>
                    <a:cubicBezTo>
                      <a:pt x="137064" y="18479"/>
                      <a:pt x="123444" y="0"/>
                      <a:pt x="123444" y="0"/>
                    </a:cubicBezTo>
                    <a:cubicBezTo>
                      <a:pt x="123444" y="0"/>
                      <a:pt x="112871" y="13430"/>
                      <a:pt x="100965" y="19621"/>
                    </a:cubicBezTo>
                    <a:cubicBezTo>
                      <a:pt x="89059" y="26003"/>
                      <a:pt x="77343" y="26575"/>
                      <a:pt x="77343" y="26575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871c2d3-9553-4a2a-862f-1b95f76737d7" id="122" name="任意多边形: 形状 121">
                <a:extLst>
                  <a:ext uri="{FF2B5EF4-FFF2-40B4-BE49-F238E27FC236}">
                    <a16:creationId id="{5A4FC2C9-F7EA-DC3E-0E15-A55D1344D233}"/>
                  </a:ext>
                </a:extLst>
              </p:cNvPr>
              <p:cNvSpPr/>
              <p:nvPr/>
            </p:nvSpPr>
            <p:spPr>
              <a:xfrm flipV="false" flipH="false">
                <a:off x="4500246" y="4953284"/>
                <a:ext cx="138630" cy="691245"/>
              </a:xfrm>
              <a:custGeom>
                <a:avLst/>
                <a:gdLst>
                  <a:gd fmla="*/ 77629 w 201167" name="connsiteX0"/>
                  <a:gd fmla="*/ 10001 h 1003074" name="connsiteY0"/>
                  <a:gd fmla="*/ 22193 w 201167" name="connsiteX1"/>
                  <a:gd fmla="*/ 0 h 1003074" name="connsiteY1"/>
                  <a:gd fmla="*/ 0 w 201167" name="connsiteX2"/>
                  <a:gd fmla="*/ 113157 h 1003074" name="connsiteY2"/>
                  <a:gd fmla="*/ 35052 w 201167" name="connsiteX3"/>
                  <a:gd fmla="*/ 1002697 h 1003074" name="connsiteY3"/>
                  <a:gd fmla="*/ 83534 w 201167" name="connsiteX4"/>
                  <a:gd fmla="*/ 1000792 h 1003074" name="connsiteY4"/>
                  <a:gd fmla="*/ 129350 w 201167" name="connsiteX5"/>
                  <a:gd fmla="*/ 709517 h 1003074" name="connsiteY5"/>
                  <a:gd fmla="*/ 201168 w 201167" name="connsiteX6"/>
                  <a:gd fmla="*/ 267557 h 1003074" name="connsiteY6"/>
                  <a:gd fmla="*/ 77629 w 201167" name="connsiteX7"/>
                  <a:gd fmla="*/ 10001 h 100307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003074" w="201167">
                    <a:moveTo>
                      <a:pt x="77629" y="10001"/>
                    </a:moveTo>
                    <a:lnTo>
                      <a:pt x="22193" y="0"/>
                    </a:lnTo>
                    <a:lnTo>
                      <a:pt x="0" y="113157"/>
                    </a:lnTo>
                    <a:cubicBezTo>
                      <a:pt x="0" y="113157"/>
                      <a:pt x="38386" y="962406"/>
                      <a:pt x="35052" y="1002697"/>
                    </a:cubicBezTo>
                    <a:cubicBezTo>
                      <a:pt x="35052" y="1004030"/>
                      <a:pt x="83344" y="1001458"/>
                      <a:pt x="83534" y="1000792"/>
                    </a:cubicBezTo>
                    <a:cubicBezTo>
                      <a:pt x="84391" y="982218"/>
                      <a:pt x="115443" y="851630"/>
                      <a:pt x="129350" y="709517"/>
                    </a:cubicBezTo>
                    <a:cubicBezTo>
                      <a:pt x="132683" y="674465"/>
                      <a:pt x="201168" y="267557"/>
                      <a:pt x="201168" y="267557"/>
                    </a:cubicBezTo>
                    <a:lnTo>
                      <a:pt x="77629" y="10001"/>
                    </a:lnTo>
                    <a:close/>
                  </a:path>
                </a:pathLst>
              </a:custGeom>
              <a:solidFill>
                <a:srgbClr val="728EE1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a97cbda-6585-4221-b7a6-fbe43d1b89bc" id="123" name="任意多边形: 形状 122">
                <a:extLst>
                  <a:ext uri="{FF2B5EF4-FFF2-40B4-BE49-F238E27FC236}">
                    <a16:creationId id="{18B2A85B-8EAC-B710-CC68-B1DB659DD616}"/>
                  </a:ext>
                </a:extLst>
              </p:cNvPr>
              <p:cNvSpPr/>
              <p:nvPr/>
            </p:nvSpPr>
            <p:spPr>
              <a:xfrm flipV="false" flipH="false">
                <a:off x="4521710" y="5027785"/>
                <a:ext cx="272879" cy="589865"/>
              </a:xfrm>
              <a:custGeom>
                <a:avLst/>
                <a:gdLst>
                  <a:gd fmla="*/ 277463 w 395978" name="connsiteX0"/>
                  <a:gd fmla="*/ 0 h 855961" name="connsiteY0"/>
                  <a:gd fmla="*/ 0 w 395978" name="connsiteX1"/>
                  <a:gd fmla="*/ 1429 h 855961" name="connsiteY1"/>
                  <a:gd fmla="*/ 189643 w 395978" name="connsiteX2"/>
                  <a:gd fmla="*/ 562832 h 855961" name="connsiteY2"/>
                  <a:gd fmla="*/ 356901 w 395978" name="connsiteX3"/>
                  <a:gd fmla="*/ 855821 h 855961" name="connsiteY3"/>
                  <a:gd fmla="*/ 395954 w 395978" name="connsiteX4"/>
                  <a:gd fmla="*/ 833438 h 855961" name="connsiteY4"/>
                  <a:gd fmla="*/ 311753 w 395978" name="connsiteX5"/>
                  <a:gd fmla="*/ 569119 h 855961" name="connsiteY5"/>
                  <a:gd fmla="*/ 277463 w 395978" name="connsiteX6"/>
                  <a:gd fmla="*/ 0 h 855961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855961" w="395978">
                    <a:moveTo>
                      <a:pt x="277463" y="0"/>
                    </a:moveTo>
                    <a:lnTo>
                      <a:pt x="0" y="1429"/>
                    </a:lnTo>
                    <a:cubicBezTo>
                      <a:pt x="0" y="1429"/>
                      <a:pt x="167450" y="515874"/>
                      <a:pt x="189643" y="562832"/>
                    </a:cubicBezTo>
                    <a:cubicBezTo>
                      <a:pt x="222409" y="632650"/>
                      <a:pt x="307943" y="774763"/>
                      <a:pt x="356901" y="855821"/>
                    </a:cubicBezTo>
                    <a:cubicBezTo>
                      <a:pt x="358044" y="858012"/>
                      <a:pt x="397097" y="833818"/>
                      <a:pt x="395954" y="833438"/>
                    </a:cubicBezTo>
                    <a:cubicBezTo>
                      <a:pt x="395097" y="832771"/>
                      <a:pt x="353282" y="620173"/>
                      <a:pt x="311753" y="569119"/>
                    </a:cubicBezTo>
                    <a:cubicBezTo>
                      <a:pt x="289560" y="541496"/>
                      <a:pt x="277463" y="0"/>
                      <a:pt x="277463" y="0"/>
                    </a:cubicBezTo>
                    <a:close/>
                  </a:path>
                </a:pathLst>
              </a:custGeom>
              <a:solidFill>
                <a:srgbClr val="ADC2F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f90b714-39fe-4b0b-80eb-6b2d66825078" id="124" name="任意多边形: 形状 123">
                <a:extLst>
                  <a:ext uri="{FF2B5EF4-FFF2-40B4-BE49-F238E27FC236}">
                    <a16:creationId id="{BA66A37E-B468-DD43-534F-F218DA88EDFF}"/>
                  </a:ext>
                </a:extLst>
              </p:cNvPr>
              <p:cNvSpPr/>
              <p:nvPr/>
            </p:nvSpPr>
            <p:spPr>
              <a:xfrm flipV="false" flipH="false">
                <a:off x="4610822" y="4433918"/>
                <a:ext cx="120372" cy="134775"/>
              </a:xfrm>
              <a:custGeom>
                <a:avLst/>
                <a:gdLst>
                  <a:gd fmla="*/ 155297 w 174673" name="connsiteX0"/>
                  <a:gd fmla="*/ 157013 h 195574" name="connsiteY0"/>
                  <a:gd fmla="*/ 163393 w 174673" name="connsiteX1"/>
                  <a:gd fmla="*/ 64049 h 195574" name="connsiteY1"/>
                  <a:gd fmla="*/ 76716 w 174673" name="connsiteX2"/>
                  <a:gd fmla="*/ 6518 h 195574" name="connsiteY2"/>
                  <a:gd fmla="*/ 134 w 174673" name="connsiteX3"/>
                  <a:gd fmla="*/ 89195 h 195574" name="connsiteY3"/>
                  <a:gd fmla="*/ 82050 w 174673" name="connsiteX4"/>
                  <a:gd fmla="*/ 188541 h 195574" name="connsiteY4"/>
                  <a:gd fmla="*/ 155297 w 174673" name="connsiteX5"/>
                  <a:gd fmla="*/ 157013 h 195574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95574" w="174673">
                    <a:moveTo>
                      <a:pt x="155297" y="157013"/>
                    </a:moveTo>
                    <a:cubicBezTo>
                      <a:pt x="165203" y="126438"/>
                      <a:pt x="188539" y="83766"/>
                      <a:pt x="163393" y="64049"/>
                    </a:cubicBezTo>
                    <a:cubicBezTo>
                      <a:pt x="124341" y="33378"/>
                      <a:pt x="144534" y="-18247"/>
                      <a:pt x="76716" y="6518"/>
                    </a:cubicBezTo>
                    <a:cubicBezTo>
                      <a:pt x="9183" y="31283"/>
                      <a:pt x="-1389" y="58429"/>
                      <a:pt x="134" y="89195"/>
                    </a:cubicBezTo>
                    <a:cubicBezTo>
                      <a:pt x="1944" y="121199"/>
                      <a:pt x="69763" y="223021"/>
                      <a:pt x="82050" y="188541"/>
                    </a:cubicBezTo>
                    <a:cubicBezTo>
                      <a:pt x="94432" y="153965"/>
                      <a:pt x="145677" y="187588"/>
                      <a:pt x="155297" y="157013"/>
                    </a:cubicBezTo>
                    <a:close/>
                  </a:path>
                </a:pathLst>
              </a:custGeom>
              <a:solidFill>
                <a:srgbClr val="273977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84d6bc5-dfee-4c8d-8e81-4fe70c1f28cb" id="125" name="任意多边形: 形状 124">
                <a:extLst>
                  <a:ext uri="{FF2B5EF4-FFF2-40B4-BE49-F238E27FC236}">
                    <a16:creationId id="{D3A5016E-3B25-1D00-A675-5427C1DBC64A}"/>
                  </a:ext>
                </a:extLst>
              </p:cNvPr>
              <p:cNvSpPr/>
              <p:nvPr/>
            </p:nvSpPr>
            <p:spPr>
              <a:xfrm flipV="false" flipH="false">
                <a:off x="4612402" y="4516652"/>
                <a:ext cx="61525" cy="107554"/>
              </a:xfrm>
              <a:custGeom>
                <a:avLst/>
                <a:gdLst>
                  <a:gd fmla="*/ 4411 w 89279" name="connsiteX0"/>
                  <a:gd fmla="*/ 46196 h 156073" name="connsiteY0"/>
                  <a:gd fmla="*/ 125 w 89279" name="connsiteX1"/>
                  <a:gd fmla="*/ 122111 h 156073" name="connsiteY1"/>
                  <a:gd fmla="*/ 33367 w 89279" name="connsiteX2"/>
                  <a:gd fmla="*/ 155925 h 156073" name="connsiteY2"/>
                  <a:gd fmla="*/ 80039 w 89279" name="connsiteX3"/>
                  <a:gd fmla="*/ 129159 h 156073" name="connsiteY3"/>
                  <a:gd fmla="*/ 80516 w 89279" name="connsiteX4"/>
                  <a:gd fmla="*/ 62960 h 156073" name="connsiteY4"/>
                  <a:gd fmla="*/ 89279 w 89279" name="connsiteX5"/>
                  <a:gd fmla="*/ 0 h 156073" name="connsiteY5"/>
                  <a:gd fmla="*/ 4411 w 89279" name="connsiteX6"/>
                  <a:gd fmla="*/ 46196 h 156073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56073" w="89279">
                    <a:moveTo>
                      <a:pt x="4411" y="46196"/>
                    </a:moveTo>
                    <a:lnTo>
                      <a:pt x="125" y="122111"/>
                    </a:lnTo>
                    <a:cubicBezTo>
                      <a:pt x="125" y="122111"/>
                      <a:pt x="-3876" y="153448"/>
                      <a:pt x="33367" y="155925"/>
                    </a:cubicBezTo>
                    <a:cubicBezTo>
                      <a:pt x="70800" y="158401"/>
                      <a:pt x="80039" y="129159"/>
                      <a:pt x="80039" y="129159"/>
                    </a:cubicBezTo>
                    <a:cubicBezTo>
                      <a:pt x="80039" y="129159"/>
                      <a:pt x="78230" y="95250"/>
                      <a:pt x="80516" y="62960"/>
                    </a:cubicBezTo>
                    <a:cubicBezTo>
                      <a:pt x="82992" y="30671"/>
                      <a:pt x="89279" y="0"/>
                      <a:pt x="89279" y="0"/>
                    </a:cubicBezTo>
                    <a:lnTo>
                      <a:pt x="4411" y="46196"/>
                    </a:lnTo>
                    <a:close/>
                  </a:path>
                </a:pathLst>
              </a:custGeom>
              <a:solidFill>
                <a:srgbClr val="FE987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9d57479-507c-49ce-b723-778bf13efa32" id="126" name="任意多边形: 形状 125">
                <a:extLst>
                  <a:ext uri="{FF2B5EF4-FFF2-40B4-BE49-F238E27FC236}">
                    <a16:creationId id="{D7D1DF0A-4AAF-5A6D-3FB9-1A426695045B}"/>
                  </a:ext>
                </a:extLst>
              </p:cNvPr>
              <p:cNvSpPr/>
              <p:nvPr/>
            </p:nvSpPr>
            <p:spPr>
              <a:xfrm flipV="false" flipH="false">
                <a:off x="4585799" y="4465510"/>
                <a:ext cx="108574" cy="96500"/>
              </a:xfrm>
              <a:custGeom>
                <a:avLst/>
                <a:gdLst>
                  <a:gd fmla="*/ 62352 w 157553" name="connsiteX0"/>
                  <a:gd fmla="*/ 393 h 140033" name="connsiteY0"/>
                  <a:gd fmla="*/ 27776 w 157553" name="connsiteX1"/>
                  <a:gd fmla="*/ 40017 h 140033" name="connsiteY1"/>
                  <a:gd fmla="*/ 15679 w 157553" name="connsiteX2"/>
                  <a:gd fmla="*/ 132886 h 140033" name="connsiteY2"/>
                  <a:gd fmla="*/ 120931 w 157553" name="connsiteX3"/>
                  <a:gd fmla="*/ 109264 h 140033" name="connsiteY3"/>
                  <a:gd fmla="*/ 140933 w 157553" name="connsiteX4"/>
                  <a:gd fmla="*/ 114122 h 140033" name="connsiteY4"/>
                  <a:gd fmla="*/ 157507 w 157553" name="connsiteX5"/>
                  <a:gd fmla="*/ 92119 h 140033" name="connsiteY5"/>
                  <a:gd fmla="*/ 141314 w 157553" name="connsiteX6"/>
                  <a:gd fmla="*/ 76879 h 140033" name="connsiteY6"/>
                  <a:gd fmla="*/ 141314 w 157553" name="connsiteX7"/>
                  <a:gd fmla="*/ 40874 h 140033" name="connsiteY7"/>
                  <a:gd fmla="*/ 85021 w 157553" name="connsiteX8"/>
                  <a:gd fmla="*/ 13347 h 140033" name="connsiteY8"/>
                  <a:gd fmla="*/ 62352 w 157553" name="connsiteX9"/>
                  <a:gd fmla="*/ 393 h 140033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40033" w="157553">
                    <a:moveTo>
                      <a:pt x="62352" y="393"/>
                    </a:moveTo>
                    <a:cubicBezTo>
                      <a:pt x="48636" y="10109"/>
                      <a:pt x="37206" y="22491"/>
                      <a:pt x="27776" y="40017"/>
                    </a:cubicBezTo>
                    <a:cubicBezTo>
                      <a:pt x="3964" y="84118"/>
                      <a:pt x="-14420" y="116789"/>
                      <a:pt x="15679" y="132886"/>
                    </a:cubicBezTo>
                    <a:cubicBezTo>
                      <a:pt x="41968" y="147078"/>
                      <a:pt x="92641" y="140601"/>
                      <a:pt x="120931" y="109264"/>
                    </a:cubicBezTo>
                    <a:cubicBezTo>
                      <a:pt x="120931" y="109359"/>
                      <a:pt x="130361" y="118408"/>
                      <a:pt x="140933" y="114122"/>
                    </a:cubicBezTo>
                    <a:cubicBezTo>
                      <a:pt x="146553" y="111836"/>
                      <a:pt x="156459" y="106025"/>
                      <a:pt x="157507" y="92119"/>
                    </a:cubicBezTo>
                    <a:cubicBezTo>
                      <a:pt x="158649" y="78212"/>
                      <a:pt x="138647" y="80308"/>
                      <a:pt x="141314" y="76879"/>
                    </a:cubicBezTo>
                    <a:cubicBezTo>
                      <a:pt x="143981" y="73450"/>
                      <a:pt x="150553" y="55162"/>
                      <a:pt x="141314" y="40874"/>
                    </a:cubicBezTo>
                    <a:cubicBezTo>
                      <a:pt x="132075" y="26587"/>
                      <a:pt x="108548" y="24491"/>
                      <a:pt x="85021" y="13347"/>
                    </a:cubicBezTo>
                    <a:cubicBezTo>
                      <a:pt x="71496" y="6965"/>
                      <a:pt x="65495" y="-1988"/>
                      <a:pt x="62352" y="393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04a1df7-891a-4698-ab9e-52799c9f3e15" id="127" name="任意多边形: 形状 126">
                <a:extLst>
                  <a:ext uri="{FF2B5EF4-FFF2-40B4-BE49-F238E27FC236}">
                    <a16:creationId id="{AE30D23D-FBE1-3608-7A5E-418048291952}"/>
                  </a:ext>
                </a:extLst>
              </p:cNvPr>
              <p:cNvSpPr/>
              <p:nvPr/>
            </p:nvSpPr>
            <p:spPr>
              <a:xfrm flipV="false" flipH="false">
                <a:off x="4398701" y="4572576"/>
                <a:ext cx="329988" cy="470633"/>
              </a:xfrm>
              <a:custGeom>
                <a:avLst/>
                <a:gdLst>
                  <a:gd fmla="*/ 400050 w 478849" name="connsiteX0"/>
                  <a:gd fmla="*/ 38862 h 682942" name="connsiteY0"/>
                  <a:gd fmla="*/ 478821 w 478849" name="connsiteX1"/>
                  <a:gd fmla="*/ 163544 h 682942" name="connsiteY1"/>
                  <a:gd fmla="*/ 456819 w 478849" name="connsiteX2"/>
                  <a:gd fmla="*/ 395668 h 682942" name="connsiteY2"/>
                  <a:gd fmla="*/ 457009 w 478849" name="connsiteX3"/>
                  <a:gd fmla="*/ 678371 h 682942" name="connsiteY3"/>
                  <a:gd fmla="*/ 146780 w 478849" name="connsiteX4"/>
                  <a:gd fmla="*/ 682942 h 682942" name="connsiteY4"/>
                  <a:gd fmla="*/ 171259 w 478849" name="connsiteX5"/>
                  <a:gd fmla="*/ 188500 h 682942" name="connsiteY5"/>
                  <a:gd fmla="*/ 190 w 478849" name="connsiteX6"/>
                  <a:gd fmla="*/ 116205 h 682942" name="connsiteY6"/>
                  <a:gd fmla="*/ 0 w 478849" name="connsiteX7"/>
                  <a:gd fmla="*/ 34004 h 682942" name="connsiteY7"/>
                  <a:gd fmla="*/ 301847 w 478849" name="connsiteX8"/>
                  <a:gd fmla="*/ 39433 h 682942" name="connsiteY8"/>
                  <a:gd fmla="*/ 308800 w 478849" name="connsiteX9"/>
                  <a:gd fmla="*/ 27718 h 682942" name="connsiteY9"/>
                  <a:gd fmla="*/ 310801 w 478849" name="connsiteX10"/>
                  <a:gd fmla="*/ 8096 h 682942" name="connsiteY10"/>
                  <a:gd fmla="*/ 390239 w 478849" name="connsiteX11"/>
                  <a:gd fmla="*/ 0 h 682942" name="connsiteY11"/>
                  <a:gd fmla="*/ 393382 w 478849" name="connsiteX12"/>
                  <a:gd fmla="*/ 20003 h 682942" name="connsiteY12"/>
                  <a:gd fmla="*/ 400050 w 478849" name="connsiteX13"/>
                  <a:gd fmla="*/ 38862 h 682942" name="connsiteY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b="b" l="l" r="r" t="t"/>
                <a:pathLst>
                  <a:path h="682942" w="478849">
                    <a:moveTo>
                      <a:pt x="400050" y="38862"/>
                    </a:moveTo>
                    <a:cubicBezTo>
                      <a:pt x="400050" y="38862"/>
                      <a:pt x="468725" y="53435"/>
                      <a:pt x="478821" y="163544"/>
                    </a:cubicBezTo>
                    <a:cubicBezTo>
                      <a:pt x="479679" y="172974"/>
                      <a:pt x="460438" y="301752"/>
                      <a:pt x="456819" y="395668"/>
                    </a:cubicBezTo>
                    <a:cubicBezTo>
                      <a:pt x="452152" y="522541"/>
                      <a:pt x="461772" y="627221"/>
                      <a:pt x="457009" y="678371"/>
                    </a:cubicBezTo>
                    <a:cubicBezTo>
                      <a:pt x="456819" y="679228"/>
                      <a:pt x="146780" y="682942"/>
                      <a:pt x="146780" y="682942"/>
                    </a:cubicBezTo>
                    <a:cubicBezTo>
                      <a:pt x="148304" y="642556"/>
                      <a:pt x="153924" y="243745"/>
                      <a:pt x="171259" y="188500"/>
                    </a:cubicBezTo>
                    <a:cubicBezTo>
                      <a:pt x="172117" y="185547"/>
                      <a:pt x="476" y="116491"/>
                      <a:pt x="190" y="116205"/>
                    </a:cubicBezTo>
                    <a:cubicBezTo>
                      <a:pt x="190" y="116205"/>
                      <a:pt x="190" y="34576"/>
                      <a:pt x="0" y="34004"/>
                    </a:cubicBezTo>
                    <a:cubicBezTo>
                      <a:pt x="-191" y="33718"/>
                      <a:pt x="301847" y="39433"/>
                      <a:pt x="301847" y="39433"/>
                    </a:cubicBezTo>
                    <a:cubicBezTo>
                      <a:pt x="301847" y="39433"/>
                      <a:pt x="306515" y="35528"/>
                      <a:pt x="308800" y="27718"/>
                    </a:cubicBezTo>
                    <a:cubicBezTo>
                      <a:pt x="310801" y="19907"/>
                      <a:pt x="310801" y="8096"/>
                      <a:pt x="310801" y="8096"/>
                    </a:cubicBezTo>
                    <a:lnTo>
                      <a:pt x="390239" y="0"/>
                    </a:lnTo>
                    <a:cubicBezTo>
                      <a:pt x="390239" y="0"/>
                      <a:pt x="390906" y="10287"/>
                      <a:pt x="393382" y="20003"/>
                    </a:cubicBezTo>
                    <a:cubicBezTo>
                      <a:pt x="395954" y="29718"/>
                      <a:pt x="400050" y="38862"/>
                      <a:pt x="400050" y="38862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4a33922-ac78-4c64-8b91-e45c60e5c6e3" id="128" name="任意多边形: 形状 127">
                <a:extLst>
                  <a:ext uri="{FF2B5EF4-FFF2-40B4-BE49-F238E27FC236}">
                    <a16:creationId id="{9ED305E5-863F-395F-0693-E3E7EAC0279E}"/>
                  </a:ext>
                </a:extLst>
              </p:cNvPr>
              <p:cNvSpPr/>
              <p:nvPr/>
            </p:nvSpPr>
            <p:spPr>
              <a:xfrm flipV="false" flipH="false">
                <a:off x="4390431" y="4382944"/>
                <a:ext cx="334195" cy="357426"/>
              </a:xfrm>
              <a:custGeom>
                <a:avLst/>
                <a:gdLst>
                  <a:gd fmla="*/ 446818 w 484954" name="connsiteX0"/>
                  <a:gd fmla="*/ 356140 h 518665" name="connsiteY0"/>
                  <a:gd fmla="*/ 295084 w 484954" name="connsiteX1"/>
                  <a:gd fmla="*/ 256413 h 518665" name="connsiteY1"/>
                  <a:gd fmla="*/ 35433 w 484954" name="connsiteX2"/>
                  <a:gd fmla="*/ 0 h 518665" name="connsiteY2"/>
                  <a:gd fmla="*/ 0 w 484954" name="connsiteX3"/>
                  <a:gd fmla="*/ 31528 h 518665" name="connsiteY3"/>
                  <a:gd fmla="*/ 300514 w 484954" name="connsiteX4"/>
                  <a:gd fmla="*/ 436817 h 518665" name="connsiteY4"/>
                  <a:gd fmla="*/ 415861 w 484954" name="connsiteX5"/>
                  <a:gd fmla="*/ 518255 h 518665" name="connsiteY5"/>
                  <a:gd fmla="*/ 478727 w 484954" name="connsiteX6"/>
                  <a:gd fmla="*/ 479012 h 518665" name="connsiteY6"/>
                  <a:gd fmla="*/ 446818 w 484954" name="connsiteX7"/>
                  <a:gd fmla="*/ 356140 h 518665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518665" w="484954">
                    <a:moveTo>
                      <a:pt x="446818" y="356140"/>
                    </a:moveTo>
                    <a:lnTo>
                      <a:pt x="295084" y="256413"/>
                    </a:lnTo>
                    <a:lnTo>
                      <a:pt x="35433" y="0"/>
                    </a:lnTo>
                    <a:lnTo>
                      <a:pt x="0" y="31528"/>
                    </a:lnTo>
                    <a:cubicBezTo>
                      <a:pt x="0" y="31528"/>
                      <a:pt x="214313" y="342329"/>
                      <a:pt x="300514" y="436817"/>
                    </a:cubicBezTo>
                    <a:cubicBezTo>
                      <a:pt x="351949" y="493205"/>
                      <a:pt x="388906" y="515112"/>
                      <a:pt x="415861" y="518255"/>
                    </a:cubicBezTo>
                    <a:cubicBezTo>
                      <a:pt x="447104" y="521875"/>
                      <a:pt x="465487" y="500920"/>
                      <a:pt x="478727" y="479012"/>
                    </a:cubicBezTo>
                    <a:cubicBezTo>
                      <a:pt x="503396" y="437960"/>
                      <a:pt x="446818" y="356140"/>
                      <a:pt x="446818" y="356140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0765a33-136f-4336-8153-bdf378fd40e3" id="129" name="任意多边形: 形状 128">
                <a:extLst>
                  <a:ext uri="{FF2B5EF4-FFF2-40B4-BE49-F238E27FC236}">
                    <a16:creationId id="{DC4E0405-5EC3-F36F-0695-0D3EAC41C538}"/>
                  </a:ext>
                </a:extLst>
              </p:cNvPr>
              <p:cNvSpPr/>
              <p:nvPr/>
            </p:nvSpPr>
            <p:spPr>
              <a:xfrm flipV="false" flipH="false">
                <a:off x="4337287" y="4330269"/>
                <a:ext cx="75548" cy="75583"/>
              </a:xfrm>
              <a:custGeom>
                <a:avLst/>
                <a:gdLst>
                  <a:gd fmla="*/ 77975 w 109628" name="connsiteX0"/>
                  <a:gd fmla="*/ 109680 h 109680" name="connsiteY0"/>
                  <a:gd fmla="*/ 1679 w 109628" name="connsiteX1"/>
                  <a:gd fmla="*/ 40528 h 109680" name="connsiteY1"/>
                  <a:gd fmla="*/ 58734 w 109628" name="connsiteX2"/>
                  <a:gd fmla="*/ 9477 h 109680" name="connsiteY2"/>
                  <a:gd fmla="*/ 109502 w 109628" name="connsiteX3"/>
                  <a:gd fmla="*/ 82724 h 109680" name="connsiteY3"/>
                  <a:gd fmla="*/ 77975 w 109628" name="connsiteX4"/>
                  <a:gd fmla="*/ 109680 h 109680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9680" w="109628">
                    <a:moveTo>
                      <a:pt x="77975" y="109680"/>
                    </a:moveTo>
                    <a:cubicBezTo>
                      <a:pt x="77975" y="109680"/>
                      <a:pt x="9299" y="75485"/>
                      <a:pt x="1679" y="40528"/>
                    </a:cubicBezTo>
                    <a:cubicBezTo>
                      <a:pt x="-5941" y="5572"/>
                      <a:pt x="12252" y="-12240"/>
                      <a:pt x="58734" y="9477"/>
                    </a:cubicBezTo>
                    <a:cubicBezTo>
                      <a:pt x="65878" y="12811"/>
                      <a:pt x="112360" y="75295"/>
                      <a:pt x="109502" y="82724"/>
                    </a:cubicBezTo>
                    <a:cubicBezTo>
                      <a:pt x="103787" y="95964"/>
                      <a:pt x="77975" y="109680"/>
                      <a:pt x="77975" y="109680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cfbb047-f383-49e5-8298-58db8f3f55d3" id="130" name="任意多边形: 形状 129">
                <a:extLst>
                  <a:ext uri="{FF2B5EF4-FFF2-40B4-BE49-F238E27FC236}">
                    <a16:creationId id="{04678CEA-23E3-352C-8213-D1F4022F7D95}"/>
                  </a:ext>
                </a:extLst>
              </p:cNvPr>
              <p:cNvSpPr/>
              <p:nvPr/>
            </p:nvSpPr>
            <p:spPr>
              <a:xfrm flipV="false" flipH="false">
                <a:off x="4527579" y="4596595"/>
                <a:ext cx="151407" cy="144346"/>
              </a:xfrm>
              <a:custGeom>
                <a:avLst/>
                <a:gdLst>
                  <a:gd fmla="*/ 213320 w 219708" name="connsiteX0"/>
                  <a:gd fmla="*/ 209463 h 209462" name="connsiteY0"/>
                  <a:gd fmla="*/ 436 w 219708" name="connsiteX1"/>
                  <a:gd fmla="*/ 3532 h 209462" name="connsiteY1"/>
                  <a:gd fmla="*/ 912 w 219708" name="connsiteX2"/>
                  <a:gd fmla="*/ 389 h 209462" name="connsiteY2"/>
                  <a:gd fmla="*/ 4056 w 219708" name="connsiteX3"/>
                  <a:gd fmla="*/ 960 h 209462" name="connsiteY3"/>
                  <a:gd fmla="*/ 217321 w 219708" name="connsiteX4"/>
                  <a:gd fmla="*/ 204891 h 209462" name="connsiteY4"/>
                  <a:gd fmla="*/ 217511 w 219708" name="connsiteX5"/>
                  <a:gd fmla="*/ 204891 h 209462" name="connsiteY5"/>
                  <a:gd fmla="*/ 219702 w 219708" name="connsiteX6"/>
                  <a:gd fmla="*/ 206986 h 209462" name="connsiteY6"/>
                  <a:gd fmla="*/ 217606 w 219708" name="connsiteX7"/>
                  <a:gd fmla="*/ 209367 h 209462" name="connsiteY7"/>
                  <a:gd fmla="*/ 213320 w 219708" name="connsiteX8"/>
                  <a:gd fmla="*/ 209463 h 209462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209462" w="219708">
                    <a:moveTo>
                      <a:pt x="213320" y="209463"/>
                    </a:moveTo>
                    <a:cubicBezTo>
                      <a:pt x="152645" y="209463"/>
                      <a:pt x="80922" y="116118"/>
                      <a:pt x="436" y="3532"/>
                    </a:cubicBezTo>
                    <a:cubicBezTo>
                      <a:pt x="-326" y="2484"/>
                      <a:pt x="-40" y="1151"/>
                      <a:pt x="912" y="389"/>
                    </a:cubicBezTo>
                    <a:cubicBezTo>
                      <a:pt x="1960" y="-278"/>
                      <a:pt x="3293" y="-87"/>
                      <a:pt x="4056" y="960"/>
                    </a:cubicBezTo>
                    <a:cubicBezTo>
                      <a:pt x="82637" y="110974"/>
                      <a:pt x="157884" y="209367"/>
                      <a:pt x="217321" y="204891"/>
                    </a:cubicBezTo>
                    <a:cubicBezTo>
                      <a:pt x="217415" y="204891"/>
                      <a:pt x="217415" y="204891"/>
                      <a:pt x="217511" y="204891"/>
                    </a:cubicBezTo>
                    <a:cubicBezTo>
                      <a:pt x="218654" y="204891"/>
                      <a:pt x="219702" y="205748"/>
                      <a:pt x="219702" y="206986"/>
                    </a:cubicBezTo>
                    <a:cubicBezTo>
                      <a:pt x="219797" y="208224"/>
                      <a:pt x="218844" y="209272"/>
                      <a:pt x="217606" y="209367"/>
                    </a:cubicBezTo>
                    <a:cubicBezTo>
                      <a:pt x="216272" y="209463"/>
                      <a:pt x="214749" y="209463"/>
                      <a:pt x="213320" y="209463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95da1c0-fade-4989-b86d-c24f6ca0c59e" id="107" name="任意多边形: 形状 106">
                <a:extLst>
                  <a:ext uri="{FF2B5EF4-FFF2-40B4-BE49-F238E27FC236}">
                    <a16:creationId id="{F4AE95BA-4DCE-B36A-111A-166811D849B0}"/>
                  </a:ext>
                </a:extLst>
              </p:cNvPr>
              <p:cNvSpPr/>
              <p:nvPr/>
            </p:nvSpPr>
            <p:spPr>
              <a:xfrm flipV="false" flipH="false">
                <a:off x="3476244" y="4667934"/>
                <a:ext cx="72325" cy="70410"/>
              </a:xfrm>
              <a:custGeom>
                <a:avLst/>
                <a:gdLst>
                  <a:gd fmla="*/ 899 w 104951" name="connsiteX0"/>
                  <a:gd fmla="*/ 975 h 102173" name="connsiteY0"/>
                  <a:gd fmla="*/ 41285 w 104951" name="connsiteX1"/>
                  <a:gd fmla="*/ 20215 h 102173" name="connsiteY1"/>
                  <a:gd fmla="*/ 82528 w 104951" name="connsiteX2"/>
                  <a:gd fmla="*/ 31931 h 102173" name="connsiteY2"/>
                  <a:gd fmla="*/ 89291 w 104951" name="connsiteX3"/>
                  <a:gd fmla="*/ 58125 h 102173" name="connsiteY3"/>
                  <a:gd fmla="*/ 104912 w 104951" name="connsiteX4"/>
                  <a:gd fmla="*/ 89938 h 102173" name="connsiteY4"/>
                  <a:gd fmla="*/ 79289 w 104951" name="connsiteX5"/>
                  <a:gd fmla="*/ 94605 h 102173" name="connsiteY5"/>
                  <a:gd fmla="*/ 68431 w 104951" name="connsiteX6"/>
                  <a:gd fmla="*/ 73746 h 102173" name="connsiteY6"/>
                  <a:gd fmla="*/ 19091 w 104951" name="connsiteX7"/>
                  <a:gd fmla="*/ 48314 h 102173" name="connsiteY7"/>
                  <a:gd fmla="*/ 899 w 104951" name="connsiteX8"/>
                  <a:gd fmla="*/ 975 h 102173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02173" w="104951">
                    <a:moveTo>
                      <a:pt x="899" y="975"/>
                    </a:moveTo>
                    <a:cubicBezTo>
                      <a:pt x="899" y="975"/>
                      <a:pt x="7280" y="-6550"/>
                      <a:pt x="41285" y="20215"/>
                    </a:cubicBezTo>
                    <a:cubicBezTo>
                      <a:pt x="47190" y="24787"/>
                      <a:pt x="82337" y="31550"/>
                      <a:pt x="82528" y="31931"/>
                    </a:cubicBezTo>
                    <a:cubicBezTo>
                      <a:pt x="87481" y="38027"/>
                      <a:pt x="85385" y="46980"/>
                      <a:pt x="89291" y="58125"/>
                    </a:cubicBezTo>
                    <a:cubicBezTo>
                      <a:pt x="89291" y="58125"/>
                      <a:pt x="105864" y="83937"/>
                      <a:pt x="104912" y="89938"/>
                    </a:cubicBezTo>
                    <a:cubicBezTo>
                      <a:pt x="103673" y="97939"/>
                      <a:pt x="85671" y="110322"/>
                      <a:pt x="79289" y="94605"/>
                    </a:cubicBezTo>
                    <a:cubicBezTo>
                      <a:pt x="77194" y="89367"/>
                      <a:pt x="68717" y="74031"/>
                      <a:pt x="68431" y="73746"/>
                    </a:cubicBezTo>
                    <a:cubicBezTo>
                      <a:pt x="65002" y="70793"/>
                      <a:pt x="22711" y="54505"/>
                      <a:pt x="19091" y="48314"/>
                    </a:cubicBezTo>
                    <a:cubicBezTo>
                      <a:pt x="15567" y="42123"/>
                      <a:pt x="-4435" y="10976"/>
                      <a:pt x="899" y="975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df9ea67-8593-43c4-b675-fded410760d1" id="108" name="任意多边形: 形状 107">
                <a:extLst>
                  <a:ext uri="{FF2B5EF4-FFF2-40B4-BE49-F238E27FC236}">
                    <a16:creationId id="{927C0074-B7FC-5585-8947-EDE51413B309}"/>
                  </a:ext>
                </a:extLst>
              </p:cNvPr>
              <p:cNvSpPr/>
              <p:nvPr/>
            </p:nvSpPr>
            <p:spPr>
              <a:xfrm flipV="false" flipH="false">
                <a:off x="4012293" y="4669493"/>
                <a:ext cx="74892" cy="86179"/>
              </a:xfrm>
              <a:custGeom>
                <a:avLst/>
                <a:gdLst>
                  <a:gd fmla="*/ 107807 w 108676" name="connsiteX0"/>
                  <a:gd fmla="*/ 999 h 125055" name="connsiteY0"/>
                  <a:gd fmla="*/ 67421 w 108676" name="connsiteX1"/>
                  <a:gd fmla="*/ 20239 h 125055" name="connsiteY1"/>
                  <a:gd fmla="*/ 53991 w 108676" name="connsiteX2"/>
                  <a:gd fmla="*/ 28431 h 125055" name="connsiteY2"/>
                  <a:gd fmla="*/ 25892 w 108676" name="connsiteX3"/>
                  <a:gd fmla="*/ 28526 h 125055" name="connsiteY3"/>
                  <a:gd fmla="*/ 19415 w 108676" name="connsiteX4"/>
                  <a:gd fmla="*/ 58244 h 125055" name="connsiteY4"/>
                  <a:gd fmla="*/ 80 w 108676" name="connsiteX5"/>
                  <a:gd fmla="*/ 102249 h 125055" name="connsiteY5"/>
                  <a:gd fmla="*/ 19606 w 108676" name="connsiteX6"/>
                  <a:gd fmla="*/ 122918 h 125055" name="connsiteY6"/>
                  <a:gd fmla="*/ 39989 w 108676" name="connsiteX7"/>
                  <a:gd fmla="*/ 73865 h 125055" name="connsiteY7"/>
                  <a:gd fmla="*/ 89329 w 108676" name="connsiteX8"/>
                  <a:gd fmla="*/ 48433 h 125055" name="connsiteY8"/>
                  <a:gd fmla="*/ 107807 w 108676" name="connsiteX9"/>
                  <a:gd fmla="*/ 999 h 125055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25055" w="108676">
                    <a:moveTo>
                      <a:pt x="107807" y="999"/>
                    </a:moveTo>
                    <a:cubicBezTo>
                      <a:pt x="107807" y="999"/>
                      <a:pt x="101330" y="-6622"/>
                      <a:pt x="67421" y="20239"/>
                    </a:cubicBezTo>
                    <a:cubicBezTo>
                      <a:pt x="62278" y="24240"/>
                      <a:pt x="57801" y="26716"/>
                      <a:pt x="53991" y="28431"/>
                    </a:cubicBezTo>
                    <a:cubicBezTo>
                      <a:pt x="53991" y="28431"/>
                      <a:pt x="25892" y="28431"/>
                      <a:pt x="25892" y="28526"/>
                    </a:cubicBezTo>
                    <a:cubicBezTo>
                      <a:pt x="20939" y="34622"/>
                      <a:pt x="19415" y="42527"/>
                      <a:pt x="19415" y="58244"/>
                    </a:cubicBezTo>
                    <a:cubicBezTo>
                      <a:pt x="19415" y="61577"/>
                      <a:pt x="-1444" y="100154"/>
                      <a:pt x="80" y="102249"/>
                    </a:cubicBezTo>
                    <a:cubicBezTo>
                      <a:pt x="3032" y="106821"/>
                      <a:pt x="10366" y="132539"/>
                      <a:pt x="19606" y="122918"/>
                    </a:cubicBezTo>
                    <a:cubicBezTo>
                      <a:pt x="26369" y="115870"/>
                      <a:pt x="39799" y="74055"/>
                      <a:pt x="39989" y="73865"/>
                    </a:cubicBezTo>
                    <a:cubicBezTo>
                      <a:pt x="43609" y="70912"/>
                      <a:pt x="85805" y="54624"/>
                      <a:pt x="89329" y="48433"/>
                    </a:cubicBezTo>
                    <a:cubicBezTo>
                      <a:pt x="93044" y="42147"/>
                      <a:pt x="113046" y="11000"/>
                      <a:pt x="107807" y="999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4555860-b209-44fc-a0cb-e712a6a504a3" id="109" name="任意多边形: 形状 108">
                <a:extLst>
                  <a:ext uri="{FF2B5EF4-FFF2-40B4-BE49-F238E27FC236}">
                    <a16:creationId id="{52DA569F-1B5A-6B3F-DEFB-CAEA2637B992}"/>
                  </a:ext>
                </a:extLst>
              </p:cNvPr>
              <p:cNvSpPr/>
              <p:nvPr/>
            </p:nvSpPr>
            <p:spPr>
              <a:xfrm flipV="false" flipH="false">
                <a:off x="3523614" y="4715072"/>
                <a:ext cx="517554" cy="1259100"/>
              </a:xfrm>
              <a:custGeom>
                <a:avLst/>
                <a:gdLst>
                  <a:gd fmla="*/ 116564 w 751029" name="connsiteX0"/>
                  <a:gd fmla="*/ 160983 h 1827096" name="connsiteY0"/>
                  <a:gd fmla="*/ 33125 w 751029" name="connsiteX1"/>
                  <a:gd fmla="*/ 3059 h 1827096" name="connsiteY1"/>
                  <a:gd fmla="*/ 168 w 751029" name="connsiteX2"/>
                  <a:gd fmla="*/ 18013 h 1827096" name="connsiteY2"/>
                  <a:gd fmla="*/ 81512 w 751029" name="connsiteX3"/>
                  <a:gd fmla="*/ 254328 h 1827096" name="connsiteY3"/>
                  <a:gd fmla="*/ 217815 w 751029" name="connsiteX4"/>
                  <a:gd fmla="*/ 403204 h 1827096" name="connsiteY4"/>
                  <a:gd fmla="*/ 251914 w 751029" name="connsiteX5"/>
                  <a:gd fmla="*/ 512455 h 1827096" name="connsiteY5"/>
                  <a:gd fmla="*/ 264106 w 751029" name="connsiteX6"/>
                  <a:gd fmla="*/ 665522 h 1827096" name="connsiteY6"/>
                  <a:gd fmla="*/ 207623 w 751029" name="connsiteX7"/>
                  <a:gd fmla="*/ 869357 h 1827096" name="connsiteY7"/>
                  <a:gd fmla="*/ 222387 w 751029" name="connsiteX8"/>
                  <a:gd fmla="*/ 1309984 h 1827096" name="connsiteY8"/>
                  <a:gd fmla="*/ 218100 w 751029" name="connsiteX9"/>
                  <a:gd fmla="*/ 1807855 h 1827096" name="connsiteY9"/>
                  <a:gd fmla="*/ 269535 w 751029" name="connsiteX10"/>
                  <a:gd fmla="*/ 1801474 h 1827096" name="connsiteY10"/>
                  <a:gd fmla="*/ 369738 w 751029" name="connsiteX11"/>
                  <a:gd fmla="*/ 1119674 h 1827096" name="connsiteY11"/>
                  <a:gd fmla="*/ 497088 w 751029" name="connsiteX12"/>
                  <a:gd fmla="*/ 1827096 h 1827096" name="connsiteY12"/>
                  <a:gd fmla="*/ 540426 w 751029" name="connsiteX13"/>
                  <a:gd fmla="*/ 1815381 h 1827096" name="connsiteY13"/>
                  <a:gd fmla="*/ 532140 w 751029" name="connsiteX14"/>
                  <a:gd fmla="*/ 1310079 h 1827096" name="connsiteY14"/>
                  <a:gd fmla="*/ 547665 w 751029" name="connsiteX15"/>
                  <a:gd fmla="*/ 869452 h 1827096" name="connsiteY15"/>
                  <a:gd fmla="*/ 491087 w 751029" name="connsiteX16"/>
                  <a:gd fmla="*/ 665618 h 1827096" name="connsiteY16"/>
                  <a:gd fmla="*/ 502802 w 751029" name="connsiteX17"/>
                  <a:gd fmla="*/ 512551 h 1827096" name="connsiteY17"/>
                  <a:gd fmla="*/ 518709 w 751029" name="connsiteX18"/>
                  <a:gd fmla="*/ 422730 h 1827096" name="connsiteY18"/>
                  <a:gd fmla="*/ 654726 w 751029" name="connsiteX19"/>
                  <a:gd fmla="*/ 269473 h 1827096" name="connsiteY19"/>
                  <a:gd fmla="*/ 751024 w 751029" name="connsiteX20"/>
                  <a:gd fmla="*/ 17918 h 1827096" name="connsiteY20"/>
                  <a:gd fmla="*/ 721401 w 751029" name="connsiteX21"/>
                  <a:gd fmla="*/ 10 h 1827096" name="connsiteY21"/>
                  <a:gd fmla="*/ 641963 w 751029" name="connsiteX22"/>
                  <a:gd fmla="*/ 139457 h 1827096" name="connsiteY22"/>
                  <a:gd fmla="*/ 486610 w 751029" name="connsiteX23"/>
                  <a:gd fmla="*/ 263758 h 1827096" name="connsiteY23"/>
                  <a:gd fmla="*/ 372596 w 751029" name="connsiteX24"/>
                  <a:gd fmla="*/ 280808 h 1827096" name="connsiteY24"/>
                  <a:gd fmla="*/ 267916 w 751029" name="connsiteX25"/>
                  <a:gd fmla="*/ 263758 h 1827096" name="connsiteY25"/>
                  <a:gd fmla="*/ 116564 w 751029" name="connsiteX26"/>
                  <a:gd fmla="*/ 160983 h 1827096" name="connsiteY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b="b" l="l" r="r" t="t"/>
                <a:pathLst>
                  <a:path h="1827096" w="751029">
                    <a:moveTo>
                      <a:pt x="116564" y="160983"/>
                    </a:moveTo>
                    <a:cubicBezTo>
                      <a:pt x="116564" y="160983"/>
                      <a:pt x="43698" y="15155"/>
                      <a:pt x="33125" y="3059"/>
                    </a:cubicBezTo>
                    <a:cubicBezTo>
                      <a:pt x="23219" y="-8372"/>
                      <a:pt x="-2308" y="16203"/>
                      <a:pt x="168" y="18013"/>
                    </a:cubicBezTo>
                    <a:cubicBezTo>
                      <a:pt x="168" y="18013"/>
                      <a:pt x="58938" y="219847"/>
                      <a:pt x="81512" y="254328"/>
                    </a:cubicBezTo>
                    <a:cubicBezTo>
                      <a:pt x="114087" y="304239"/>
                      <a:pt x="181048" y="357293"/>
                      <a:pt x="217815" y="403204"/>
                    </a:cubicBezTo>
                    <a:cubicBezTo>
                      <a:pt x="217624" y="403585"/>
                      <a:pt x="251914" y="512455"/>
                      <a:pt x="251914" y="512455"/>
                    </a:cubicBezTo>
                    <a:lnTo>
                      <a:pt x="264106" y="665522"/>
                    </a:lnTo>
                    <a:cubicBezTo>
                      <a:pt x="264773" y="675238"/>
                      <a:pt x="230007" y="753152"/>
                      <a:pt x="207623" y="869357"/>
                    </a:cubicBezTo>
                    <a:cubicBezTo>
                      <a:pt x="185334" y="985562"/>
                      <a:pt x="222387" y="1309984"/>
                      <a:pt x="222387" y="1309984"/>
                    </a:cubicBezTo>
                    <a:lnTo>
                      <a:pt x="218100" y="1807855"/>
                    </a:lnTo>
                    <a:lnTo>
                      <a:pt x="269535" y="1801474"/>
                    </a:lnTo>
                    <a:lnTo>
                      <a:pt x="369738" y="1119674"/>
                    </a:lnTo>
                    <a:lnTo>
                      <a:pt x="497088" y="1827096"/>
                    </a:lnTo>
                    <a:lnTo>
                      <a:pt x="540426" y="1815381"/>
                    </a:lnTo>
                    <a:lnTo>
                      <a:pt x="532140" y="1310079"/>
                    </a:lnTo>
                    <a:cubicBezTo>
                      <a:pt x="532140" y="1310079"/>
                      <a:pt x="569859" y="985658"/>
                      <a:pt x="547665" y="869452"/>
                    </a:cubicBezTo>
                    <a:cubicBezTo>
                      <a:pt x="525186" y="753247"/>
                      <a:pt x="490420" y="675333"/>
                      <a:pt x="491087" y="665618"/>
                    </a:cubicBezTo>
                    <a:lnTo>
                      <a:pt x="502802" y="512551"/>
                    </a:lnTo>
                    <a:cubicBezTo>
                      <a:pt x="502802" y="512551"/>
                      <a:pt x="518709" y="422730"/>
                      <a:pt x="518709" y="422730"/>
                    </a:cubicBezTo>
                    <a:cubicBezTo>
                      <a:pt x="518709" y="422730"/>
                      <a:pt x="622151" y="319384"/>
                      <a:pt x="654726" y="269473"/>
                    </a:cubicBezTo>
                    <a:cubicBezTo>
                      <a:pt x="677205" y="234992"/>
                      <a:pt x="743118" y="53732"/>
                      <a:pt x="751024" y="17918"/>
                    </a:cubicBezTo>
                    <a:cubicBezTo>
                      <a:pt x="751500" y="15441"/>
                      <a:pt x="721592" y="-466"/>
                      <a:pt x="721401" y="10"/>
                    </a:cubicBezTo>
                    <a:cubicBezTo>
                      <a:pt x="712162" y="23823"/>
                      <a:pt x="641963" y="139457"/>
                      <a:pt x="641963" y="139457"/>
                    </a:cubicBezTo>
                    <a:cubicBezTo>
                      <a:pt x="641963" y="139457"/>
                      <a:pt x="565858" y="212418"/>
                      <a:pt x="486610" y="263758"/>
                    </a:cubicBezTo>
                    <a:cubicBezTo>
                      <a:pt x="468608" y="275474"/>
                      <a:pt x="420030" y="281188"/>
                      <a:pt x="372596" y="280808"/>
                    </a:cubicBezTo>
                    <a:cubicBezTo>
                      <a:pt x="328400" y="280427"/>
                      <a:pt x="284966" y="274807"/>
                      <a:pt x="267916" y="263758"/>
                    </a:cubicBezTo>
                    <a:cubicBezTo>
                      <a:pt x="188763" y="212418"/>
                      <a:pt x="116564" y="160983"/>
                      <a:pt x="116564" y="160983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79b524f-34e4-4511-b494-376f80009017" id="110" name="任意多边形: 形状 109">
                <a:extLst>
                  <a:ext uri="{FF2B5EF4-FFF2-40B4-BE49-F238E27FC236}">
                    <a16:creationId id="{22F95292-6967-588C-B24F-9F5985C27806}"/>
                  </a:ext>
                </a:extLst>
              </p:cNvPr>
              <p:cNvSpPr/>
              <p:nvPr/>
            </p:nvSpPr>
            <p:spPr>
              <a:xfrm flipV="false" flipH="false">
                <a:off x="3868134" y="5968067"/>
                <a:ext cx="43410" cy="92760"/>
              </a:xfrm>
              <a:custGeom>
                <a:avLst/>
                <a:gdLst>
                  <a:gd fmla="*/ 38487 w 62993" name="connsiteX0"/>
                  <a:gd fmla="*/ 0 h 134605" name="connsiteY0"/>
                  <a:gd fmla="*/ 62967 w 62993" name="connsiteX1"/>
                  <a:gd fmla="*/ 83725 h 134605" name="connsiteY1"/>
                  <a:gd fmla="*/ 46774 w 62993" name="connsiteX2"/>
                  <a:gd fmla="*/ 133731 h 134605" name="connsiteY2"/>
                  <a:gd fmla="*/ 2292 w 62993" name="connsiteX3"/>
                  <a:gd fmla="*/ 81820 h 134605" name="connsiteY3"/>
                  <a:gd fmla="*/ 1149 w 62993" name="connsiteX4"/>
                  <a:gd fmla="*/ 9334 h 134605" name="connsiteY4"/>
                  <a:gd fmla="*/ 29629 w 62993" name="connsiteX5"/>
                  <a:gd fmla="*/ 60865 h 134605" name="connsiteY5"/>
                  <a:gd fmla="*/ 38487 w 62993" name="connsiteX6"/>
                  <a:gd fmla="*/ 0 h 134605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34605" w="62993">
                    <a:moveTo>
                      <a:pt x="38487" y="0"/>
                    </a:moveTo>
                    <a:cubicBezTo>
                      <a:pt x="51917" y="28670"/>
                      <a:pt x="63633" y="50387"/>
                      <a:pt x="62967" y="83725"/>
                    </a:cubicBezTo>
                    <a:cubicBezTo>
                      <a:pt x="62776" y="102394"/>
                      <a:pt x="53060" y="130874"/>
                      <a:pt x="46774" y="133731"/>
                    </a:cubicBezTo>
                    <a:cubicBezTo>
                      <a:pt x="32867" y="139827"/>
                      <a:pt x="13151" y="113157"/>
                      <a:pt x="2292" y="81820"/>
                    </a:cubicBezTo>
                    <a:cubicBezTo>
                      <a:pt x="-2661" y="67056"/>
                      <a:pt x="2102" y="16383"/>
                      <a:pt x="1149" y="9334"/>
                    </a:cubicBezTo>
                    <a:cubicBezTo>
                      <a:pt x="1149" y="9334"/>
                      <a:pt x="3150" y="65913"/>
                      <a:pt x="29629" y="60865"/>
                    </a:cubicBezTo>
                    <a:cubicBezTo>
                      <a:pt x="52394" y="56388"/>
                      <a:pt x="38487" y="-95"/>
                      <a:pt x="38487" y="0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d65c68c-a932-451c-a42e-275ca7c05f0f" id="116" name="任意多边形: 形状 115">
                <a:extLst>
                  <a:ext uri="{FF2B5EF4-FFF2-40B4-BE49-F238E27FC236}">
                    <a16:creationId id="{FDD97027-970E-5D1D-DC6C-11598162ADF1}"/>
                  </a:ext>
                </a:extLst>
              </p:cNvPr>
              <p:cNvSpPr/>
              <p:nvPr/>
            </p:nvSpPr>
            <p:spPr>
              <a:xfrm flipV="false" flipH="false">
                <a:off x="3652862" y="5344428"/>
                <a:ext cx="248413" cy="669415"/>
              </a:xfrm>
              <a:custGeom>
                <a:avLst/>
                <a:gdLst>
                  <a:gd fmla="*/ 75503 w 360476" name="connsiteX0"/>
                  <a:gd fmla="*/ 0 h 971396" name="connsiteY0"/>
                  <a:gd fmla="*/ 66645 w 360476" name="connsiteX1"/>
                  <a:gd fmla="*/ 322897 h 971396" name="connsiteY1"/>
                  <a:gd fmla="*/ 31212 w 360476" name="connsiteX2"/>
                  <a:gd fmla="*/ 897350 h 971396" name="connsiteY2"/>
                  <a:gd fmla="*/ 65 w 360476" name="connsiteX3"/>
                  <a:gd fmla="*/ 949547 h 971396" name="connsiteY3"/>
                  <a:gd fmla="*/ 73979 w 360476" name="connsiteX4"/>
                  <a:gd fmla="*/ 929164 h 971396" name="connsiteY4"/>
                  <a:gd fmla="*/ 70360 w 360476" name="connsiteX5"/>
                  <a:gd fmla="*/ 887349 h 971396" name="connsiteY5"/>
                  <a:gd fmla="*/ 192375 w 360476" name="connsiteX6"/>
                  <a:gd fmla="*/ 34671 h 971396" name="connsiteY6"/>
                  <a:gd fmla="*/ 261622 w 360476" name="connsiteX7"/>
                  <a:gd fmla="*/ 518922 h 971396" name="connsiteY7"/>
                  <a:gd fmla="*/ 312390 w 360476" name="connsiteX8"/>
                  <a:gd fmla="*/ 908399 h 971396" name="connsiteY8"/>
                  <a:gd fmla="*/ 316200 w 360476" name="connsiteX9"/>
                  <a:gd fmla="*/ 940403 h 971396" name="connsiteY9"/>
                  <a:gd fmla="*/ 325820 w 360476" name="connsiteX10"/>
                  <a:gd fmla="*/ 968597 h 971396" name="connsiteY10"/>
                  <a:gd fmla="*/ 360396 w 360476" name="connsiteX11"/>
                  <a:gd fmla="*/ 959739 h 971396" name="connsiteY11"/>
                  <a:gd fmla="*/ 349823 w 360476" name="connsiteX12"/>
                  <a:gd fmla="*/ 900589 h 971396" name="connsiteY12"/>
                  <a:gd fmla="*/ 299817 w 360476" name="connsiteX13"/>
                  <a:gd fmla="*/ 4667 h 971396" name="connsiteY13"/>
                  <a:gd fmla="*/ 75503 w 360476" name="connsiteX14"/>
                  <a:gd fmla="*/ 0 h 971396" name="connsiteY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b="b" l="l" r="r" t="t"/>
                <a:pathLst>
                  <a:path h="971396" w="360476">
                    <a:moveTo>
                      <a:pt x="75503" y="0"/>
                    </a:moveTo>
                    <a:lnTo>
                      <a:pt x="66645" y="322897"/>
                    </a:lnTo>
                    <a:cubicBezTo>
                      <a:pt x="66645" y="322897"/>
                      <a:pt x="32260" y="893921"/>
                      <a:pt x="31212" y="897350"/>
                    </a:cubicBezTo>
                    <a:cubicBezTo>
                      <a:pt x="27497" y="909733"/>
                      <a:pt x="-1554" y="952119"/>
                      <a:pt x="65" y="949547"/>
                    </a:cubicBezTo>
                    <a:cubicBezTo>
                      <a:pt x="1303" y="947547"/>
                      <a:pt x="75218" y="936593"/>
                      <a:pt x="73979" y="929164"/>
                    </a:cubicBezTo>
                    <a:cubicBezTo>
                      <a:pt x="73789" y="927925"/>
                      <a:pt x="68836" y="903541"/>
                      <a:pt x="70360" y="887349"/>
                    </a:cubicBezTo>
                    <a:cubicBezTo>
                      <a:pt x="71884" y="871157"/>
                      <a:pt x="192375" y="34671"/>
                      <a:pt x="192375" y="34671"/>
                    </a:cubicBezTo>
                    <a:lnTo>
                      <a:pt x="261622" y="518922"/>
                    </a:lnTo>
                    <a:lnTo>
                      <a:pt x="312390" y="908399"/>
                    </a:lnTo>
                    <a:lnTo>
                      <a:pt x="316200" y="940403"/>
                    </a:lnTo>
                    <a:cubicBezTo>
                      <a:pt x="316200" y="940403"/>
                      <a:pt x="319153" y="961739"/>
                      <a:pt x="325820" y="968597"/>
                    </a:cubicBezTo>
                    <a:cubicBezTo>
                      <a:pt x="330107" y="972884"/>
                      <a:pt x="357062" y="973836"/>
                      <a:pt x="360396" y="959739"/>
                    </a:cubicBezTo>
                    <a:cubicBezTo>
                      <a:pt x="361539" y="954977"/>
                      <a:pt x="350109" y="900969"/>
                      <a:pt x="349823" y="900589"/>
                    </a:cubicBezTo>
                    <a:cubicBezTo>
                      <a:pt x="344203" y="891064"/>
                      <a:pt x="299817" y="4667"/>
                      <a:pt x="299817" y="4667"/>
                    </a:cubicBezTo>
                    <a:lnTo>
                      <a:pt x="75503" y="0"/>
                    </a:ln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1eac2c1-3b9a-45a6-a2e1-4a82bddb3feb" id="117" name="任意多边形: 形状 116">
                <a:extLst>
                  <a:ext uri="{FF2B5EF4-FFF2-40B4-BE49-F238E27FC236}">
                    <a16:creationId id="{DBD4596D-9629-0030-C847-E038AFB3BC84}"/>
                  </a:ext>
                </a:extLst>
              </p:cNvPr>
              <p:cNvSpPr/>
              <p:nvPr/>
            </p:nvSpPr>
            <p:spPr>
              <a:xfrm flipV="false" flipH="false">
                <a:off x="3604767" y="5969643"/>
                <a:ext cx="103980" cy="60128"/>
              </a:xfrm>
              <a:custGeom>
                <a:avLst/>
                <a:gdLst>
                  <a:gd fmla="*/ 141104 w 150887" name="connsiteX0"/>
                  <a:gd fmla="*/ 0 h 87253" name="connsiteY0"/>
                  <a:gd fmla="*/ 150248 w 150887" name="connsiteX1"/>
                  <a:gd fmla="*/ 34861 h 87253" name="connsiteY1"/>
                  <a:gd fmla="*/ 145295 w 150887" name="connsiteX2"/>
                  <a:gd fmla="*/ 84963 h 87253" name="connsiteY2"/>
                  <a:gd fmla="*/ 132532 w 150887" name="connsiteX3"/>
                  <a:gd fmla="*/ 85058 h 87253" name="connsiteY3"/>
                  <a:gd fmla="*/ 132151 w 150887" name="connsiteX4"/>
                  <a:gd fmla="*/ 64675 h 87253" name="connsiteY4"/>
                  <a:gd fmla="*/ 122340 w 150887" name="connsiteX5"/>
                  <a:gd fmla="*/ 85058 h 87253" name="connsiteY5"/>
                  <a:gd fmla="*/ 1849 w 150887" name="connsiteX6"/>
                  <a:gd fmla="*/ 87249 h 87253" name="connsiteY6"/>
                  <a:gd fmla="*/ 2325 w 150887" name="connsiteX7"/>
                  <a:gd fmla="*/ 70580 h 87253" name="connsiteY7"/>
                  <a:gd fmla="*/ 74334 w 150887" name="connsiteX8"/>
                  <a:gd fmla="*/ 36195 h 87253" name="connsiteY8"/>
                  <a:gd fmla="*/ 141104 w 150887" name="connsiteX9"/>
                  <a:gd fmla="*/ 0 h 87253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87253" w="150887">
                    <a:moveTo>
                      <a:pt x="141104" y="0"/>
                    </a:moveTo>
                    <a:cubicBezTo>
                      <a:pt x="143486" y="10001"/>
                      <a:pt x="146438" y="25813"/>
                      <a:pt x="150248" y="34861"/>
                    </a:cubicBezTo>
                    <a:cubicBezTo>
                      <a:pt x="153011" y="41434"/>
                      <a:pt x="145962" y="84867"/>
                      <a:pt x="145295" y="84963"/>
                    </a:cubicBezTo>
                    <a:lnTo>
                      <a:pt x="132532" y="85058"/>
                    </a:lnTo>
                    <a:cubicBezTo>
                      <a:pt x="131675" y="84773"/>
                      <a:pt x="132437" y="65627"/>
                      <a:pt x="132151" y="64675"/>
                    </a:cubicBezTo>
                    <a:cubicBezTo>
                      <a:pt x="131865" y="63818"/>
                      <a:pt x="123293" y="85058"/>
                      <a:pt x="122340" y="85058"/>
                    </a:cubicBezTo>
                    <a:cubicBezTo>
                      <a:pt x="81097" y="85725"/>
                      <a:pt x="7469" y="86677"/>
                      <a:pt x="1849" y="87249"/>
                    </a:cubicBezTo>
                    <a:cubicBezTo>
                      <a:pt x="-913" y="87535"/>
                      <a:pt x="-437" y="74009"/>
                      <a:pt x="2325" y="70580"/>
                    </a:cubicBezTo>
                    <a:cubicBezTo>
                      <a:pt x="12422" y="58102"/>
                      <a:pt x="59094" y="49339"/>
                      <a:pt x="74334" y="36195"/>
                    </a:cubicBezTo>
                    <a:cubicBezTo>
                      <a:pt x="77763" y="33433"/>
                      <a:pt x="141104" y="0"/>
                      <a:pt x="141104" y="0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d4cb285-3c61-4f40-95f3-c57636209590" id="112" name="任意多边形: 形状 111">
                <a:extLst>
                  <a:ext uri="{FF2B5EF4-FFF2-40B4-BE49-F238E27FC236}">
                    <a16:creationId id="{A0A7A781-BA09-6359-8675-6DD75A947441}"/>
                  </a:ext>
                </a:extLst>
              </p:cNvPr>
              <p:cNvSpPr/>
              <p:nvPr/>
            </p:nvSpPr>
            <p:spPr>
              <a:xfrm flipV="false" flipH="false">
                <a:off x="3713734" y="4734293"/>
                <a:ext cx="136678" cy="156533"/>
              </a:xfrm>
              <a:custGeom>
                <a:avLst/>
                <a:gdLst>
                  <a:gd fmla="*/ 107474 w 198335" name="connsiteX0"/>
                  <a:gd fmla="*/ 4408 h 227147" name="connsiteY0"/>
                  <a:gd fmla="*/ 191580 w 198335" name="connsiteX1"/>
                  <a:gd fmla="*/ 49461 h 227147" name="connsiteY1"/>
                  <a:gd fmla="*/ 198057 w 198335" name="connsiteX2"/>
                  <a:gd fmla="*/ 203385 h 227147" name="connsiteY2"/>
                  <a:gd fmla="*/ 5271 w 198335" name="connsiteX3"/>
                  <a:gd fmla="*/ 207386 h 227147" name="connsiteY3"/>
                  <a:gd fmla="*/ 889 w 198335" name="connsiteX4"/>
                  <a:gd fmla="*/ 86799 h 227147" name="connsiteY4"/>
                  <a:gd fmla="*/ 107474 w 198335" name="connsiteX5"/>
                  <a:gd fmla="*/ 4408 h 227147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227147" w="198335">
                    <a:moveTo>
                      <a:pt x="107474" y="4408"/>
                    </a:moveTo>
                    <a:cubicBezTo>
                      <a:pt x="121666" y="9456"/>
                      <a:pt x="178149" y="5170"/>
                      <a:pt x="191580" y="49461"/>
                    </a:cubicBezTo>
                    <a:cubicBezTo>
                      <a:pt x="197676" y="69749"/>
                      <a:pt x="199009" y="195384"/>
                      <a:pt x="198057" y="203385"/>
                    </a:cubicBezTo>
                    <a:cubicBezTo>
                      <a:pt x="193104" y="251772"/>
                      <a:pt x="5652" y="212053"/>
                      <a:pt x="5271" y="207386"/>
                    </a:cubicBezTo>
                    <a:cubicBezTo>
                      <a:pt x="3461" y="181097"/>
                      <a:pt x="-2159" y="106230"/>
                      <a:pt x="889" y="86799"/>
                    </a:cubicBezTo>
                    <a:cubicBezTo>
                      <a:pt x="14129" y="1646"/>
                      <a:pt x="72898" y="-7975"/>
                      <a:pt x="107474" y="4408"/>
                    </a:cubicBezTo>
                    <a:close/>
                  </a:path>
                </a:pathLst>
              </a:custGeom>
              <a:solidFill>
                <a:srgbClr val="FEE6C8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de467c0-dd02-4a2e-aed9-59555ac1d087" id="113" name="任意多边形: 形状 112">
                <a:extLst>
                  <a:ext uri="{FF2B5EF4-FFF2-40B4-BE49-F238E27FC236}">
                    <a16:creationId id="{53B89108-918D-151C-7C35-E16D413660AA}"/>
                  </a:ext>
                </a:extLst>
              </p:cNvPr>
              <p:cNvSpPr/>
              <p:nvPr/>
            </p:nvSpPr>
            <p:spPr>
              <a:xfrm flipV="false" flipH="false">
                <a:off x="3746443" y="4837430"/>
                <a:ext cx="69774" cy="96002"/>
              </a:xfrm>
              <a:custGeom>
                <a:avLst/>
                <a:gdLst>
                  <a:gd fmla="*/ 0 w 101250" name="connsiteX0"/>
                  <a:gd fmla="*/ 103917 h 139309" name="connsiteY0"/>
                  <a:gd fmla="*/ 17050 w 101250" name="connsiteX1"/>
                  <a:gd fmla="*/ 75724 h 139309" name="connsiteY1"/>
                  <a:gd fmla="*/ 5620 w 101250" name="connsiteX2"/>
                  <a:gd fmla="*/ 0 h 139309" name="connsiteY2"/>
                  <a:gd fmla="*/ 83820 w 101250" name="connsiteX3"/>
                  <a:gd fmla="*/ 37909 h 139309" name="connsiteY3"/>
                  <a:gd fmla="*/ 80582 w 101250" name="connsiteX4"/>
                  <a:gd fmla="*/ 77438 h 139309" name="connsiteY4"/>
                  <a:gd fmla="*/ 101251 w 101250" name="connsiteX5"/>
                  <a:gd fmla="*/ 107918 h 139309" name="connsiteY5"/>
                  <a:gd fmla="*/ 50006 w 101250" name="connsiteX6"/>
                  <a:gd fmla="*/ 139160 h 139309" name="connsiteY6"/>
                  <a:gd fmla="*/ 0 w 101250" name="connsiteX7"/>
                  <a:gd fmla="*/ 103917 h 13930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39309" w="101250">
                    <a:moveTo>
                      <a:pt x="0" y="103917"/>
                    </a:moveTo>
                    <a:cubicBezTo>
                      <a:pt x="0" y="103917"/>
                      <a:pt x="17621" y="105156"/>
                      <a:pt x="17050" y="75724"/>
                    </a:cubicBezTo>
                    <a:cubicBezTo>
                      <a:pt x="16478" y="46291"/>
                      <a:pt x="5620" y="0"/>
                      <a:pt x="5620" y="0"/>
                    </a:cubicBezTo>
                    <a:lnTo>
                      <a:pt x="83820" y="37909"/>
                    </a:lnTo>
                    <a:cubicBezTo>
                      <a:pt x="83820" y="37909"/>
                      <a:pt x="80010" y="63436"/>
                      <a:pt x="80582" y="77438"/>
                    </a:cubicBezTo>
                    <a:cubicBezTo>
                      <a:pt x="81725" y="106394"/>
                      <a:pt x="101251" y="107918"/>
                      <a:pt x="101251" y="107918"/>
                    </a:cubicBezTo>
                    <a:cubicBezTo>
                      <a:pt x="101251" y="107918"/>
                      <a:pt x="92583" y="141827"/>
                      <a:pt x="50006" y="139160"/>
                    </a:cubicBezTo>
                    <a:cubicBezTo>
                      <a:pt x="7620" y="136684"/>
                      <a:pt x="0" y="103917"/>
                      <a:pt x="0" y="103917"/>
                    </a:cubicBezTo>
                    <a:close/>
                  </a:path>
                </a:pathLst>
              </a:custGeom>
              <a:solidFill>
                <a:srgbClr val="FE987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1ee42a9-64e9-40ce-84ea-e8fa733036c2" id="114" name="任意多边形: 形状 113">
                <a:extLst>
                  <a:ext uri="{FF2B5EF4-FFF2-40B4-BE49-F238E27FC236}">
                    <a16:creationId id="{6115C638-4E60-0503-2E71-078F0C85A968}"/>
                  </a:ext>
                </a:extLst>
              </p:cNvPr>
              <p:cNvSpPr/>
              <p:nvPr/>
            </p:nvSpPr>
            <p:spPr>
              <a:xfrm flipV="false" flipH="false">
                <a:off x="3725295" y="4776581"/>
                <a:ext cx="115488" cy="105503"/>
              </a:xfrm>
              <a:custGeom>
                <a:avLst/>
                <a:gdLst>
                  <a:gd fmla="*/ 108221 w 167586" name="connsiteX0"/>
                  <a:gd fmla="*/ 2 h 153096" name="connsiteY0"/>
                  <a:gd fmla="*/ 148798 w 167586" name="connsiteX1"/>
                  <a:gd fmla="*/ 56295 h 153096" name="connsiteY1"/>
                  <a:gd fmla="*/ 153465 w 167586" name="connsiteX2"/>
                  <a:gd fmla="*/ 54104 h 153096" name="connsiteY2"/>
                  <a:gd fmla="*/ 167562 w 167586" name="connsiteX3"/>
                  <a:gd fmla="*/ 72773 h 153096" name="connsiteY3"/>
                  <a:gd fmla="*/ 147845 w 167586" name="connsiteX4"/>
                  <a:gd fmla="*/ 87632 h 153096" name="connsiteY4"/>
                  <a:gd fmla="*/ 81075 w 167586" name="connsiteX5"/>
                  <a:gd fmla="*/ 153069 h 153096" name="connsiteY5"/>
                  <a:gd fmla="*/ 18782 w 167586" name="connsiteX6"/>
                  <a:gd fmla="*/ 85251 h 153096" name="connsiteY6"/>
                  <a:gd fmla="*/ 17 w 167586" name="connsiteX7"/>
                  <a:gd fmla="*/ 64105 h 153096" name="connsiteY7"/>
                  <a:gd fmla="*/ 18401 w 167586" name="connsiteX8"/>
                  <a:gd fmla="*/ 46484 h 153096" name="connsiteY8"/>
                  <a:gd fmla="*/ 20687 w 167586" name="connsiteX9"/>
                  <a:gd fmla="*/ 47341 h 153096" name="connsiteY9"/>
                  <a:gd fmla="*/ 108221 w 167586" name="connsiteX10"/>
                  <a:gd fmla="*/ 2 h 153096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153096" w="167586">
                    <a:moveTo>
                      <a:pt x="108221" y="2"/>
                    </a:moveTo>
                    <a:cubicBezTo>
                      <a:pt x="153275" y="954"/>
                      <a:pt x="135272" y="61343"/>
                      <a:pt x="148798" y="56295"/>
                    </a:cubicBezTo>
                    <a:cubicBezTo>
                      <a:pt x="150607" y="55533"/>
                      <a:pt x="151751" y="54009"/>
                      <a:pt x="153465" y="54104"/>
                    </a:cubicBezTo>
                    <a:cubicBezTo>
                      <a:pt x="161561" y="54390"/>
                      <a:pt x="168038" y="62867"/>
                      <a:pt x="167562" y="72773"/>
                    </a:cubicBezTo>
                    <a:cubicBezTo>
                      <a:pt x="167372" y="82679"/>
                      <a:pt x="154513" y="95728"/>
                      <a:pt x="147845" y="87632"/>
                    </a:cubicBezTo>
                    <a:cubicBezTo>
                      <a:pt x="140606" y="125541"/>
                      <a:pt x="113651" y="154116"/>
                      <a:pt x="81075" y="153069"/>
                    </a:cubicBezTo>
                    <a:cubicBezTo>
                      <a:pt x="48976" y="152116"/>
                      <a:pt x="24211" y="122779"/>
                      <a:pt x="18782" y="85251"/>
                    </a:cubicBezTo>
                    <a:cubicBezTo>
                      <a:pt x="18210" y="85251"/>
                      <a:pt x="-649" y="86775"/>
                      <a:pt x="17" y="64105"/>
                    </a:cubicBezTo>
                    <a:cubicBezTo>
                      <a:pt x="398" y="53247"/>
                      <a:pt x="7352" y="46103"/>
                      <a:pt x="18401" y="46484"/>
                    </a:cubicBezTo>
                    <a:cubicBezTo>
                      <a:pt x="19258" y="46484"/>
                      <a:pt x="19925" y="47151"/>
                      <a:pt x="20687" y="47341"/>
                    </a:cubicBezTo>
                    <a:cubicBezTo>
                      <a:pt x="24782" y="31244"/>
                      <a:pt x="97363" y="-284"/>
                      <a:pt x="108221" y="2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9e41dd8-e114-478b-8dfb-cfd0365b2b34" id="115" name="任意多边形: 形状 114">
                <a:extLst>
                  <a:ext uri="{FF2B5EF4-FFF2-40B4-BE49-F238E27FC236}">
                    <a16:creationId id="{2D17C8ED-669F-18DC-2C39-EC32DAFB8386}"/>
                  </a:ext>
                </a:extLst>
              </p:cNvPr>
              <p:cNvSpPr/>
              <p:nvPr/>
            </p:nvSpPr>
            <p:spPr>
              <a:xfrm flipV="false" flipH="false">
                <a:off x="3661774" y="5173634"/>
                <a:ext cx="244069" cy="800471"/>
              </a:xfrm>
              <a:custGeom>
                <a:avLst/>
                <a:gdLst>
                  <a:gd fmla="*/ 63618 w 354171" name="connsiteX0"/>
                  <a:gd fmla="*/ 0 h 1161573" name="connsiteY0"/>
                  <a:gd fmla="*/ 7135 w 354171" name="connsiteX1"/>
                  <a:gd fmla="*/ 203835 h 1161573" name="connsiteY1"/>
                  <a:gd fmla="*/ 21899 w 354171" name="connsiteX2"/>
                  <a:gd fmla="*/ 644462 h 1161573" name="connsiteY2"/>
                  <a:gd fmla="*/ 17612 w 354171" name="connsiteX3"/>
                  <a:gd fmla="*/ 1142333 h 1161573" name="connsiteY3"/>
                  <a:gd fmla="*/ 69047 w 354171" name="connsiteX4"/>
                  <a:gd fmla="*/ 1135952 h 1161573" name="connsiteY4"/>
                  <a:gd fmla="*/ 169250 w 354171" name="connsiteX5"/>
                  <a:gd fmla="*/ 454152 h 1161573" name="connsiteY5"/>
                  <a:gd fmla="*/ 296600 w 354171" name="connsiteX6"/>
                  <a:gd fmla="*/ 1161574 h 1161573" name="connsiteY6"/>
                  <a:gd fmla="*/ 339938 w 354171" name="connsiteX7"/>
                  <a:gd fmla="*/ 1149858 h 1161573" name="connsiteY7"/>
                  <a:gd fmla="*/ 331651 w 354171" name="connsiteX8"/>
                  <a:gd fmla="*/ 644557 h 1161573" name="connsiteY8"/>
                  <a:gd fmla="*/ 347177 w 354171" name="connsiteX9"/>
                  <a:gd fmla="*/ 203930 h 1161573" name="connsiteY9"/>
                  <a:gd fmla="*/ 290599 w 354171" name="connsiteX10"/>
                  <a:gd fmla="*/ 95 h 1161573" name="connsiteY10"/>
                  <a:gd fmla="*/ 63618 w 354171" name="connsiteX11"/>
                  <a:gd fmla="*/ 95 h 1161573" name="connsiteY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b="b" l="l" r="r" t="t"/>
                <a:pathLst>
                  <a:path h="1161573" w="354171">
                    <a:moveTo>
                      <a:pt x="63618" y="0"/>
                    </a:moveTo>
                    <a:cubicBezTo>
                      <a:pt x="64285" y="9716"/>
                      <a:pt x="29518" y="87630"/>
                      <a:pt x="7135" y="203835"/>
                    </a:cubicBezTo>
                    <a:cubicBezTo>
                      <a:pt x="-15154" y="320040"/>
                      <a:pt x="21899" y="644462"/>
                      <a:pt x="21899" y="644462"/>
                    </a:cubicBezTo>
                    <a:lnTo>
                      <a:pt x="17612" y="1142333"/>
                    </a:lnTo>
                    <a:lnTo>
                      <a:pt x="69047" y="1135952"/>
                    </a:lnTo>
                    <a:lnTo>
                      <a:pt x="169250" y="454152"/>
                    </a:lnTo>
                    <a:lnTo>
                      <a:pt x="296600" y="1161574"/>
                    </a:lnTo>
                    <a:lnTo>
                      <a:pt x="339938" y="1149858"/>
                    </a:lnTo>
                    <a:lnTo>
                      <a:pt x="331651" y="644557"/>
                    </a:lnTo>
                    <a:cubicBezTo>
                      <a:pt x="331651" y="644557"/>
                      <a:pt x="369370" y="320135"/>
                      <a:pt x="347177" y="203930"/>
                    </a:cubicBezTo>
                    <a:cubicBezTo>
                      <a:pt x="324698" y="87725"/>
                      <a:pt x="289932" y="9811"/>
                      <a:pt x="290599" y="95"/>
                    </a:cubicBezTo>
                    <a:lnTo>
                      <a:pt x="63618" y="95"/>
                    </a:ln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624805b-5269-4697-bf18-f25a57edf0f2" id="105" name="任意多边形: 形状 104">
                <a:extLst>
                  <a:ext uri="{FF2B5EF4-FFF2-40B4-BE49-F238E27FC236}">
                    <a16:creationId id="{9C2D7E2C-1813-2E2C-17A8-1E70589C909C}"/>
                  </a:ext>
                </a:extLst>
              </p:cNvPr>
              <p:cNvSpPr/>
              <p:nvPr/>
            </p:nvSpPr>
            <p:spPr>
              <a:xfrm flipV="false" flipH="false">
                <a:off x="1438631" y="5638804"/>
                <a:ext cx="111428" cy="111800"/>
              </a:xfrm>
              <a:custGeom>
                <a:avLst/>
                <a:gdLst>
                  <a:gd fmla="*/ 73343 w 161694" name="connsiteX0"/>
                  <a:gd fmla="*/ 162235 h 162234" name="connsiteY0"/>
                  <a:gd fmla="*/ 72676 w 161694" name="connsiteX1"/>
                  <a:gd fmla="*/ 162044 h 162234" name="connsiteY1"/>
                  <a:gd fmla="*/ 72199 w 161694" name="connsiteX2"/>
                  <a:gd fmla="*/ 162044 h 162234" name="connsiteY2"/>
                  <a:gd fmla="*/ 28194 w 161694" name="connsiteX3"/>
                  <a:gd fmla="*/ 143185 h 162234" name="connsiteY3"/>
                  <a:gd fmla="*/ 27527 w 161694" name="connsiteX4"/>
                  <a:gd fmla="*/ 133564 h 162234" name="connsiteY4"/>
                  <a:gd fmla="*/ 36957 w 161694" name="connsiteX5"/>
                  <a:gd fmla="*/ 132898 h 162234" name="connsiteY5"/>
                  <a:gd fmla="*/ 74009 w 161694" name="connsiteX6"/>
                  <a:gd fmla="*/ 148804 h 162234" name="connsiteY6"/>
                  <a:gd fmla="*/ 74009 w 161694" name="connsiteX7"/>
                  <a:gd fmla="*/ 148804 h 162234" name="connsiteY7"/>
                  <a:gd fmla="*/ 80105 w 161694" name="connsiteX8"/>
                  <a:gd fmla="*/ 155567 h 162234" name="connsiteY8"/>
                  <a:gd fmla="*/ 80105 w 161694" name="connsiteX9"/>
                  <a:gd fmla="*/ 156234 h 162234" name="connsiteY9"/>
                  <a:gd fmla="*/ 73343 w 161694" name="connsiteX10"/>
                  <a:gd fmla="*/ 162235 h 162234" name="connsiteY10"/>
                  <a:gd fmla="*/ 116681 w 161694" name="connsiteX11"/>
                  <a:gd fmla="*/ 153472 h 162234" name="connsiteY11"/>
                  <a:gd fmla="*/ 110585 w 161694" name="connsiteX12"/>
                  <a:gd fmla="*/ 149852 h 162234" name="connsiteY12"/>
                  <a:gd fmla="*/ 113538 w 161694" name="connsiteX13"/>
                  <a:gd fmla="*/ 140899 h 162234" name="connsiteY13"/>
                  <a:gd fmla="*/ 141637 w 161694" name="connsiteX14"/>
                  <a:gd fmla="*/ 111943 h 162234" name="connsiteY14"/>
                  <a:gd fmla="*/ 150590 w 161694" name="connsiteX15"/>
                  <a:gd fmla="*/ 108990 h 162234" name="connsiteY15"/>
                  <a:gd fmla="*/ 154210 w 161694" name="connsiteX16"/>
                  <a:gd fmla="*/ 115276 h 162234" name="connsiteY16"/>
                  <a:gd fmla="*/ 153543 w 161694" name="connsiteX17"/>
                  <a:gd fmla="*/ 118229 h 162234" name="connsiteY17"/>
                  <a:gd fmla="*/ 119920 w 161694" name="connsiteX18"/>
                  <a:gd fmla="*/ 152519 h 162234" name="connsiteY18"/>
                  <a:gd fmla="*/ 116681 w 161694" name="connsiteX19"/>
                  <a:gd fmla="*/ 153472 h 162234" name="connsiteY19"/>
                  <a:gd fmla="*/ 9144 w 161694" name="connsiteX20"/>
                  <a:gd fmla="*/ 107275 h 162234" name="connsiteY20"/>
                  <a:gd fmla="*/ 2667 w 161694" name="connsiteX21"/>
                  <a:gd fmla="*/ 102322 h 162234" name="connsiteY21"/>
                  <a:gd fmla="*/ 0 w 161694" name="connsiteX22"/>
                  <a:gd fmla="*/ 81272 h 162234" name="connsiteY22"/>
                  <a:gd fmla="*/ 14097 w 161694" name="connsiteX23"/>
                  <a:gd fmla="*/ 35266 h 162234" name="connsiteY23"/>
                  <a:gd fmla="*/ 23527 w 161694" name="connsiteX24"/>
                  <a:gd fmla="*/ 33742 h 162234" name="connsiteY24"/>
                  <a:gd fmla="*/ 25051 w 161694" name="connsiteX25"/>
                  <a:gd fmla="*/ 42982 h 162234" name="connsiteY25"/>
                  <a:gd fmla="*/ 13145 w 161694" name="connsiteX26"/>
                  <a:gd fmla="*/ 81367 h 162234" name="connsiteY26"/>
                  <a:gd fmla="*/ 15430 w 161694" name="connsiteX27"/>
                  <a:gd fmla="*/ 98893 h 162234" name="connsiteY27"/>
                  <a:gd fmla="*/ 15621 w 161694" name="connsiteX28"/>
                  <a:gd fmla="*/ 99084 h 162234" name="connsiteY28"/>
                  <a:gd fmla="*/ 15811 w 161694" name="connsiteX29"/>
                  <a:gd fmla="*/ 100703 h 162234" name="connsiteY29"/>
                  <a:gd fmla="*/ 10668 w 161694" name="connsiteX30"/>
                  <a:gd fmla="*/ 107180 h 162234" name="connsiteY30"/>
                  <a:gd fmla="*/ 9144 w 161694" name="connsiteX31"/>
                  <a:gd fmla="*/ 107275 h 162234" name="connsiteY31"/>
                  <a:gd fmla="*/ 155067 w 161694" name="connsiteX32"/>
                  <a:gd fmla="*/ 78320 h 162234" name="connsiteY32"/>
                  <a:gd fmla="*/ 148304 w 161694" name="connsiteX33"/>
                  <a:gd fmla="*/ 72509 h 162234" name="connsiteY33"/>
                  <a:gd fmla="*/ 131445 w 161694" name="connsiteX34"/>
                  <a:gd fmla="*/ 35933 h 162234" name="connsiteY34"/>
                  <a:gd fmla="*/ 129635 w 161694" name="connsiteX35"/>
                  <a:gd fmla="*/ 31456 h 162234" name="connsiteY35"/>
                  <a:gd fmla="*/ 131826 w 161694" name="connsiteX36"/>
                  <a:gd fmla="*/ 26503 h 162234" name="connsiteY36"/>
                  <a:gd fmla="*/ 141446 w 161694" name="connsiteX37"/>
                  <a:gd fmla="*/ 26980 h 162234" name="connsiteY37"/>
                  <a:gd fmla="*/ 161639 w 161694" name="connsiteX38"/>
                  <a:gd fmla="*/ 70795 h 162234" name="connsiteY38"/>
                  <a:gd fmla="*/ 155829 w 161694" name="connsiteX39"/>
                  <a:gd fmla="*/ 78415 h 162234" name="connsiteY39"/>
                  <a:gd fmla="*/ 155067 w 161694" name="connsiteX40"/>
                  <a:gd fmla="*/ 78320 h 162234" name="connsiteY40"/>
                  <a:gd fmla="*/ 54293 w 161694" name="connsiteX41"/>
                  <a:gd fmla="*/ 18407 h 162234" name="connsiteY41"/>
                  <a:gd fmla="*/ 48006 w 161694" name="connsiteX42"/>
                  <a:gd fmla="*/ 14121 h 162234" name="connsiteY42"/>
                  <a:gd fmla="*/ 47530 w 161694" name="connsiteX43"/>
                  <a:gd fmla="*/ 11835 h 162234" name="connsiteY43"/>
                  <a:gd fmla="*/ 52006 w 161694" name="connsiteX44"/>
                  <a:gd fmla="*/ 5358 h 162234" name="connsiteY44"/>
                  <a:gd fmla="*/ 100013 w 161694" name="connsiteX45"/>
                  <a:gd fmla="*/ 2215 h 162234" name="connsiteY45"/>
                  <a:gd fmla="*/ 104108 w 161694" name="connsiteX46"/>
                  <a:gd fmla="*/ 5167 h 162234" name="connsiteY46"/>
                  <a:gd fmla="*/ 104966 w 161694" name="connsiteX47"/>
                  <a:gd fmla="*/ 10311 h 162234" name="connsiteY47"/>
                  <a:gd fmla="*/ 96869 w 161694" name="connsiteX48"/>
                  <a:gd fmla="*/ 15454 h 162234" name="connsiteY48"/>
                  <a:gd fmla="*/ 56674 w 161694" name="connsiteX49"/>
                  <a:gd fmla="*/ 17931 h 162234" name="connsiteY49"/>
                  <a:gd fmla="*/ 54293 w 161694" name="connsiteX50"/>
                  <a:gd fmla="*/ 18407 h 162234" name="connsiteY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b="b" l="l" r="r" t="t"/>
                <a:pathLst>
                  <a:path h="162234" w="161694">
                    <a:moveTo>
                      <a:pt x="73343" y="162235"/>
                    </a:moveTo>
                    <a:cubicBezTo>
                      <a:pt x="73152" y="162235"/>
                      <a:pt x="72866" y="162235"/>
                      <a:pt x="72676" y="162044"/>
                    </a:cubicBezTo>
                    <a:cubicBezTo>
                      <a:pt x="72485" y="162044"/>
                      <a:pt x="72199" y="162044"/>
                      <a:pt x="72199" y="162044"/>
                    </a:cubicBezTo>
                    <a:cubicBezTo>
                      <a:pt x="56007" y="160234"/>
                      <a:pt x="40767" y="153757"/>
                      <a:pt x="28194" y="143185"/>
                    </a:cubicBezTo>
                    <a:cubicBezTo>
                      <a:pt x="25527" y="140708"/>
                      <a:pt x="25051" y="136422"/>
                      <a:pt x="27527" y="133564"/>
                    </a:cubicBezTo>
                    <a:cubicBezTo>
                      <a:pt x="29718" y="130897"/>
                      <a:pt x="34290" y="130612"/>
                      <a:pt x="36957" y="132898"/>
                    </a:cubicBezTo>
                    <a:cubicBezTo>
                      <a:pt x="47530" y="141851"/>
                      <a:pt x="60293" y="147280"/>
                      <a:pt x="74009" y="148804"/>
                    </a:cubicBezTo>
                    <a:lnTo>
                      <a:pt x="74009" y="148804"/>
                    </a:lnTo>
                    <a:cubicBezTo>
                      <a:pt x="77343" y="149281"/>
                      <a:pt x="80105" y="151948"/>
                      <a:pt x="80105" y="155567"/>
                    </a:cubicBezTo>
                    <a:cubicBezTo>
                      <a:pt x="80105" y="155567"/>
                      <a:pt x="80105" y="156043"/>
                      <a:pt x="80105" y="156234"/>
                    </a:cubicBezTo>
                    <a:cubicBezTo>
                      <a:pt x="79629" y="159568"/>
                      <a:pt x="76676" y="162235"/>
                      <a:pt x="73343" y="162235"/>
                    </a:cubicBezTo>
                    <a:close/>
                    <a:moveTo>
                      <a:pt x="116681" y="153472"/>
                    </a:moveTo>
                    <a:cubicBezTo>
                      <a:pt x="114205" y="153472"/>
                      <a:pt x="112014" y="152138"/>
                      <a:pt x="110585" y="149852"/>
                    </a:cubicBezTo>
                    <a:cubicBezTo>
                      <a:pt x="108966" y="146709"/>
                      <a:pt x="110109" y="142708"/>
                      <a:pt x="113538" y="140899"/>
                    </a:cubicBezTo>
                    <a:cubicBezTo>
                      <a:pt x="125444" y="134422"/>
                      <a:pt x="135350" y="124039"/>
                      <a:pt x="141637" y="111943"/>
                    </a:cubicBezTo>
                    <a:cubicBezTo>
                      <a:pt x="143161" y="108799"/>
                      <a:pt x="147447" y="107466"/>
                      <a:pt x="150590" y="108990"/>
                    </a:cubicBezTo>
                    <a:cubicBezTo>
                      <a:pt x="152876" y="110323"/>
                      <a:pt x="154400" y="112609"/>
                      <a:pt x="154210" y="115276"/>
                    </a:cubicBezTo>
                    <a:cubicBezTo>
                      <a:pt x="154210" y="116134"/>
                      <a:pt x="154019" y="117277"/>
                      <a:pt x="153543" y="118229"/>
                    </a:cubicBezTo>
                    <a:cubicBezTo>
                      <a:pt x="146114" y="132803"/>
                      <a:pt x="134493" y="144709"/>
                      <a:pt x="119920" y="152519"/>
                    </a:cubicBezTo>
                    <a:cubicBezTo>
                      <a:pt x="118872" y="153281"/>
                      <a:pt x="117729" y="153472"/>
                      <a:pt x="116681" y="153472"/>
                    </a:cubicBezTo>
                    <a:close/>
                    <a:moveTo>
                      <a:pt x="9144" y="107275"/>
                    </a:moveTo>
                    <a:cubicBezTo>
                      <a:pt x="6001" y="107275"/>
                      <a:pt x="3334" y="105275"/>
                      <a:pt x="2667" y="102322"/>
                    </a:cubicBezTo>
                    <a:cubicBezTo>
                      <a:pt x="857" y="95560"/>
                      <a:pt x="0" y="88416"/>
                      <a:pt x="0" y="81272"/>
                    </a:cubicBezTo>
                    <a:cubicBezTo>
                      <a:pt x="0" y="64699"/>
                      <a:pt x="4667" y="48982"/>
                      <a:pt x="14097" y="35266"/>
                    </a:cubicBezTo>
                    <a:cubicBezTo>
                      <a:pt x="16097" y="32314"/>
                      <a:pt x="20574" y="31456"/>
                      <a:pt x="23527" y="33742"/>
                    </a:cubicBezTo>
                    <a:cubicBezTo>
                      <a:pt x="26479" y="35743"/>
                      <a:pt x="27337" y="40029"/>
                      <a:pt x="25051" y="42982"/>
                    </a:cubicBezTo>
                    <a:cubicBezTo>
                      <a:pt x="17431" y="54412"/>
                      <a:pt x="13145" y="67651"/>
                      <a:pt x="13145" y="81367"/>
                    </a:cubicBezTo>
                    <a:cubicBezTo>
                      <a:pt x="13145" y="87178"/>
                      <a:pt x="14002" y="93083"/>
                      <a:pt x="15430" y="98893"/>
                    </a:cubicBezTo>
                    <a:cubicBezTo>
                      <a:pt x="15430" y="98893"/>
                      <a:pt x="15621" y="98893"/>
                      <a:pt x="15621" y="99084"/>
                    </a:cubicBezTo>
                    <a:cubicBezTo>
                      <a:pt x="15621" y="99560"/>
                      <a:pt x="15811" y="100227"/>
                      <a:pt x="15811" y="100703"/>
                    </a:cubicBezTo>
                    <a:cubicBezTo>
                      <a:pt x="15811" y="103846"/>
                      <a:pt x="13811" y="106513"/>
                      <a:pt x="10668" y="107180"/>
                    </a:cubicBezTo>
                    <a:cubicBezTo>
                      <a:pt x="10287" y="107275"/>
                      <a:pt x="9620" y="107275"/>
                      <a:pt x="9144" y="107275"/>
                    </a:cubicBezTo>
                    <a:close/>
                    <a:moveTo>
                      <a:pt x="155067" y="78320"/>
                    </a:moveTo>
                    <a:cubicBezTo>
                      <a:pt x="151448" y="78320"/>
                      <a:pt x="148780" y="75843"/>
                      <a:pt x="148304" y="72509"/>
                    </a:cubicBezTo>
                    <a:cubicBezTo>
                      <a:pt x="146495" y="58793"/>
                      <a:pt x="140684" y="46220"/>
                      <a:pt x="131445" y="35933"/>
                    </a:cubicBezTo>
                    <a:cubicBezTo>
                      <a:pt x="130302" y="34790"/>
                      <a:pt x="129635" y="32980"/>
                      <a:pt x="129635" y="31456"/>
                    </a:cubicBezTo>
                    <a:cubicBezTo>
                      <a:pt x="129635" y="29647"/>
                      <a:pt x="130493" y="27646"/>
                      <a:pt x="131826" y="26503"/>
                    </a:cubicBezTo>
                    <a:cubicBezTo>
                      <a:pt x="134493" y="24027"/>
                      <a:pt x="138970" y="24313"/>
                      <a:pt x="141446" y="26980"/>
                    </a:cubicBezTo>
                    <a:cubicBezTo>
                      <a:pt x="152400" y="39362"/>
                      <a:pt x="159353" y="54412"/>
                      <a:pt x="161639" y="70795"/>
                    </a:cubicBezTo>
                    <a:cubicBezTo>
                      <a:pt x="162116" y="74414"/>
                      <a:pt x="159448" y="77938"/>
                      <a:pt x="155829" y="78415"/>
                    </a:cubicBezTo>
                    <a:cubicBezTo>
                      <a:pt x="155543" y="78320"/>
                      <a:pt x="155258" y="78320"/>
                      <a:pt x="155067" y="78320"/>
                    </a:cubicBezTo>
                    <a:close/>
                    <a:moveTo>
                      <a:pt x="54293" y="18407"/>
                    </a:moveTo>
                    <a:cubicBezTo>
                      <a:pt x="51625" y="18407"/>
                      <a:pt x="49149" y="16883"/>
                      <a:pt x="48006" y="14121"/>
                    </a:cubicBezTo>
                    <a:cubicBezTo>
                      <a:pt x="47720" y="13454"/>
                      <a:pt x="47530" y="12597"/>
                      <a:pt x="47530" y="11835"/>
                    </a:cubicBezTo>
                    <a:cubicBezTo>
                      <a:pt x="47530" y="8882"/>
                      <a:pt x="49340" y="6501"/>
                      <a:pt x="52006" y="5358"/>
                    </a:cubicBezTo>
                    <a:cubicBezTo>
                      <a:pt x="67247" y="-452"/>
                      <a:pt x="84296" y="-1595"/>
                      <a:pt x="100013" y="2215"/>
                    </a:cubicBezTo>
                    <a:cubicBezTo>
                      <a:pt x="101632" y="2691"/>
                      <a:pt x="103156" y="3739"/>
                      <a:pt x="104108" y="5167"/>
                    </a:cubicBezTo>
                    <a:cubicBezTo>
                      <a:pt x="105251" y="6691"/>
                      <a:pt x="105442" y="8501"/>
                      <a:pt x="104966" y="10311"/>
                    </a:cubicBezTo>
                    <a:cubicBezTo>
                      <a:pt x="104108" y="13930"/>
                      <a:pt x="100489" y="16121"/>
                      <a:pt x="96869" y="15454"/>
                    </a:cubicBezTo>
                    <a:cubicBezTo>
                      <a:pt x="83439" y="12121"/>
                      <a:pt x="69532" y="12978"/>
                      <a:pt x="56674" y="17931"/>
                    </a:cubicBezTo>
                    <a:cubicBezTo>
                      <a:pt x="56007" y="18407"/>
                      <a:pt x="55150" y="18407"/>
                      <a:pt x="54293" y="18407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ae91085-476d-4aff-ab9e-6ae49de15656" id="106" name="任意多边形: 形状 105">
                <a:extLst>
                  <a:ext uri="{FF2B5EF4-FFF2-40B4-BE49-F238E27FC236}">
                    <a16:creationId id="{F896A660-9FA3-8CCE-BF4D-BBF93EDC7905}"/>
                  </a:ext>
                </a:extLst>
              </p:cNvPr>
              <p:cNvSpPr/>
              <p:nvPr/>
            </p:nvSpPr>
            <p:spPr>
              <a:xfrm flipV="false" flipH="false">
                <a:off x="1465281" y="5665601"/>
                <a:ext cx="58484" cy="58484"/>
              </a:xfrm>
              <a:custGeom>
                <a:avLst/>
                <a:gdLst>
                  <a:gd fmla="*/ 0 w 84867" name="connsiteX0"/>
                  <a:gd fmla="*/ 42386 h 84867" name="connsiteY0"/>
                  <a:gd fmla="*/ 42386 w 84867" name="connsiteX1"/>
                  <a:gd fmla="*/ 0 h 84867" name="connsiteY1"/>
                  <a:gd fmla="*/ 84868 w 84867" name="connsiteX2"/>
                  <a:gd fmla="*/ 42386 h 84867" name="connsiteY2"/>
                  <a:gd fmla="*/ 42386 w 84867" name="connsiteX3"/>
                  <a:gd fmla="*/ 84868 h 84867" name="connsiteY3"/>
                  <a:gd fmla="*/ 0 w 84867" name="connsiteX4"/>
                  <a:gd fmla="*/ 42386 h 84867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84867" w="84867">
                    <a:moveTo>
                      <a:pt x="0" y="42386"/>
                    </a:moveTo>
                    <a:cubicBezTo>
                      <a:pt x="0" y="18955"/>
                      <a:pt x="18955" y="0"/>
                      <a:pt x="42386" y="0"/>
                    </a:cubicBezTo>
                    <a:cubicBezTo>
                      <a:pt x="65818" y="0"/>
                      <a:pt x="84868" y="18955"/>
                      <a:pt x="84868" y="42386"/>
                    </a:cubicBezTo>
                    <a:cubicBezTo>
                      <a:pt x="84868" y="65818"/>
                      <a:pt x="65818" y="84868"/>
                      <a:pt x="42386" y="84868"/>
                    </a:cubicBezTo>
                    <a:cubicBezTo>
                      <a:pt x="18955" y="84868"/>
                      <a:pt x="0" y="65818"/>
                      <a:pt x="0" y="42386"/>
                    </a:cubicBezTo>
                    <a:close/>
                  </a:path>
                </a:pathLst>
              </a:custGeom>
              <a:solidFill>
                <a:srgbClr val="FF560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9ac5376-7445-44fd-bd99-9029f0f12a84" id="103" name="任意多边形: 形状 102">
                <a:extLst>
                  <a:ext uri="{FF2B5EF4-FFF2-40B4-BE49-F238E27FC236}">
                    <a16:creationId id="{91FD0BBB-163D-9587-6AF4-5E7071D0180F}"/>
                  </a:ext>
                </a:extLst>
              </p:cNvPr>
              <p:cNvSpPr/>
              <p:nvPr/>
            </p:nvSpPr>
            <p:spPr>
              <a:xfrm flipV="false" flipH="false">
                <a:off x="5457465" y="5387423"/>
                <a:ext cx="93601" cy="93601"/>
              </a:xfrm>
              <a:custGeom>
                <a:avLst/>
                <a:gdLst>
                  <a:gd fmla="*/ 67818 w 135826" name="connsiteX0"/>
                  <a:gd fmla="*/ 135827 h 135826" name="connsiteY0"/>
                  <a:gd fmla="*/ 40195 w 135826" name="connsiteX1"/>
                  <a:gd fmla="*/ 129730 h 135826" name="connsiteY1"/>
                  <a:gd fmla="*/ 36576 w 135826" name="connsiteX2"/>
                  <a:gd fmla="*/ 120968 h 135826" name="connsiteY2"/>
                  <a:gd fmla="*/ 45529 w 135826" name="connsiteX3"/>
                  <a:gd fmla="*/ 117634 h 135826" name="connsiteY3"/>
                  <a:gd fmla="*/ 84582 w 135826" name="connsiteX4"/>
                  <a:gd fmla="*/ 119634 h 135826" name="connsiteY4"/>
                  <a:gd fmla="*/ 93154 w 135826" name="connsiteX5"/>
                  <a:gd fmla="*/ 124111 h 135826" name="connsiteY5"/>
                  <a:gd fmla="*/ 93345 w 135826" name="connsiteX6"/>
                  <a:gd fmla="*/ 126111 h 135826" name="connsiteY6"/>
                  <a:gd fmla="*/ 88868 w 135826" name="connsiteX7"/>
                  <a:gd fmla="*/ 132397 h 135826" name="connsiteY7"/>
                  <a:gd fmla="*/ 88678 w 135826" name="connsiteX8"/>
                  <a:gd fmla="*/ 132397 h 135826" name="connsiteY8"/>
                  <a:gd fmla="*/ 88202 w 135826" name="connsiteX9"/>
                  <a:gd fmla="*/ 132588 h 135826" name="connsiteY9"/>
                  <a:gd fmla="*/ 67818 w 135826" name="connsiteX10"/>
                  <a:gd fmla="*/ 135827 h 135826" name="connsiteY10"/>
                  <a:gd fmla="*/ 120777 w 135826" name="connsiteX11"/>
                  <a:gd fmla="*/ 105346 h 135826" name="connsiteY11"/>
                  <a:gd fmla="*/ 117443 w 135826" name="connsiteX12"/>
                  <a:gd fmla="*/ 104489 h 135826" name="connsiteY12"/>
                  <a:gd fmla="*/ 114300 w 135826" name="connsiteX13"/>
                  <a:gd fmla="*/ 100203 h 135826" name="connsiteY13"/>
                  <a:gd fmla="*/ 114967 w 135826" name="connsiteX14"/>
                  <a:gd fmla="*/ 95250 h 135826" name="connsiteY14"/>
                  <a:gd fmla="*/ 122396 w 135826" name="connsiteX15"/>
                  <a:gd fmla="*/ 67913 h 135826" name="connsiteY15"/>
                  <a:gd fmla="*/ 121253 w 135826" name="connsiteX16"/>
                  <a:gd fmla="*/ 56674 h 135826" name="connsiteY16"/>
                  <a:gd fmla="*/ 121063 w 135826" name="connsiteX17"/>
                  <a:gd fmla="*/ 55340 h 135826" name="connsiteY17"/>
                  <a:gd fmla="*/ 126397 w 135826" name="connsiteX18"/>
                  <a:gd fmla="*/ 48863 h 135826" name="connsiteY18"/>
                  <a:gd fmla="*/ 134302 w 135826" name="connsiteX19"/>
                  <a:gd fmla="*/ 53816 h 135826" name="connsiteY19"/>
                  <a:gd fmla="*/ 134493 w 135826" name="connsiteX20"/>
                  <a:gd fmla="*/ 54007 h 135826" name="connsiteY20"/>
                  <a:gd fmla="*/ 134493 w 135826" name="connsiteX21"/>
                  <a:gd fmla="*/ 54007 h 135826" name="connsiteY21"/>
                  <a:gd fmla="*/ 134493 w 135826" name="connsiteX22"/>
                  <a:gd fmla="*/ 54007 h 135826" name="connsiteY22"/>
                  <a:gd fmla="*/ 133635 w 135826" name="connsiteX23"/>
                  <a:gd fmla="*/ 54483 h 135826" name="connsiteY23"/>
                  <a:gd fmla="*/ 134493 w 135826" name="connsiteX24"/>
                  <a:gd fmla="*/ 54293 h 135826" name="connsiteY24"/>
                  <a:gd fmla="*/ 135827 w 135826" name="connsiteX25"/>
                  <a:gd fmla="*/ 68009 h 135826" name="connsiteY25"/>
                  <a:gd fmla="*/ 126682 w 135826" name="connsiteX26"/>
                  <a:gd fmla="*/ 102108 h 135826" name="connsiteY26"/>
                  <a:gd fmla="*/ 120777 w 135826" name="connsiteX27"/>
                  <a:gd fmla="*/ 105346 h 135826" name="connsiteY27"/>
                  <a:gd fmla="*/ 11906 w 135826" name="connsiteX28"/>
                  <a:gd fmla="*/ 99251 h 135826" name="connsiteY28"/>
                  <a:gd fmla="*/ 5810 w 135826" name="connsiteX29"/>
                  <a:gd fmla="*/ 95250 h 135826" name="connsiteY29"/>
                  <a:gd fmla="*/ 0 w 135826" name="connsiteX30"/>
                  <a:gd fmla="*/ 67913 h 135826" name="connsiteY30"/>
                  <a:gd fmla="*/ 17526 w 135826" name="connsiteX31"/>
                  <a:gd fmla="*/ 22574 h 135826" name="connsiteY31"/>
                  <a:gd fmla="*/ 26956 w 135826" name="connsiteX32"/>
                  <a:gd fmla="*/ 21908 h 135826" name="connsiteY32"/>
                  <a:gd fmla="*/ 27432 w 135826" name="connsiteX33"/>
                  <a:gd fmla="*/ 31528 h 135826" name="connsiteY33"/>
                  <a:gd fmla="*/ 13525 w 135826" name="connsiteX34"/>
                  <a:gd fmla="*/ 67913 h 135826" name="connsiteY34"/>
                  <a:gd fmla="*/ 18002 w 135826" name="connsiteX35"/>
                  <a:gd fmla="*/ 89916 h 135826" name="connsiteY35"/>
                  <a:gd fmla="*/ 18669 w 135826" name="connsiteX36"/>
                  <a:gd fmla="*/ 92583 h 135826" name="connsiteY36"/>
                  <a:gd fmla="*/ 14668 w 135826" name="connsiteX37"/>
                  <a:gd fmla="*/ 98870 h 135826" name="connsiteY37"/>
                  <a:gd fmla="*/ 11906 w 135826" name="connsiteX38"/>
                  <a:gd fmla="*/ 99251 h 135826" name="connsiteY38"/>
                  <a:gd fmla="*/ 103917 w 135826" name="connsiteX39"/>
                  <a:gd fmla="*/ 25146 h 135826" name="connsiteY39"/>
                  <a:gd fmla="*/ 99917 w 135826" name="connsiteX40"/>
                  <a:gd fmla="*/ 23813 h 135826" name="connsiteY40"/>
                  <a:gd fmla="*/ 62198 w 135826" name="connsiteX41"/>
                  <a:gd fmla="*/ 13716 h 135826" name="connsiteY41"/>
                  <a:gd fmla="*/ 54769 w 135826" name="connsiteX42"/>
                  <a:gd fmla="*/ 7620 h 135826" name="connsiteY42"/>
                  <a:gd fmla="*/ 54769 w 135826" name="connsiteX43"/>
                  <a:gd fmla="*/ 6953 h 135826" name="connsiteY43"/>
                  <a:gd fmla="*/ 60579 w 135826" name="connsiteX44"/>
                  <a:gd fmla="*/ 191 h 135826" name="connsiteY44"/>
                  <a:gd fmla="*/ 60770 w 135826" name="connsiteX45"/>
                  <a:gd fmla="*/ 191 h 135826" name="connsiteY45"/>
                  <a:gd fmla="*/ 61626 w 135826" name="connsiteX46"/>
                  <a:gd fmla="*/ 191 h 135826" name="connsiteY46"/>
                  <a:gd fmla="*/ 67723 w 135826" name="connsiteX47"/>
                  <a:gd fmla="*/ 0 h 135826" name="connsiteY47"/>
                  <a:gd fmla="*/ 107632 w 135826" name="connsiteX48"/>
                  <a:gd fmla="*/ 13049 h 135826" name="connsiteY48"/>
                  <a:gd fmla="*/ 109251 w 135826" name="connsiteX49"/>
                  <a:gd fmla="*/ 22479 h 135826" name="connsiteY49"/>
                  <a:gd fmla="*/ 103917 w 135826" name="connsiteX50"/>
                  <a:gd fmla="*/ 25146 h 135826" name="connsiteY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b="b" l="l" r="r" t="t"/>
                <a:pathLst>
                  <a:path h="135826" w="135826">
                    <a:moveTo>
                      <a:pt x="67818" y="135827"/>
                    </a:moveTo>
                    <a:cubicBezTo>
                      <a:pt x="58102" y="135827"/>
                      <a:pt x="48768" y="133826"/>
                      <a:pt x="40195" y="129730"/>
                    </a:cubicBezTo>
                    <a:cubicBezTo>
                      <a:pt x="36862" y="128397"/>
                      <a:pt x="35243" y="124396"/>
                      <a:pt x="36576" y="120968"/>
                    </a:cubicBezTo>
                    <a:cubicBezTo>
                      <a:pt x="38195" y="117634"/>
                      <a:pt x="42196" y="116014"/>
                      <a:pt x="45529" y="117634"/>
                    </a:cubicBezTo>
                    <a:cubicBezTo>
                      <a:pt x="57626" y="123063"/>
                      <a:pt x="71818" y="123920"/>
                      <a:pt x="84582" y="119634"/>
                    </a:cubicBezTo>
                    <a:cubicBezTo>
                      <a:pt x="87916" y="118491"/>
                      <a:pt x="91726" y="120491"/>
                      <a:pt x="93154" y="124111"/>
                    </a:cubicBezTo>
                    <a:cubicBezTo>
                      <a:pt x="93345" y="124587"/>
                      <a:pt x="93345" y="125254"/>
                      <a:pt x="93345" y="126111"/>
                    </a:cubicBezTo>
                    <a:cubicBezTo>
                      <a:pt x="93345" y="128778"/>
                      <a:pt x="91535" y="131254"/>
                      <a:pt x="88868" y="132397"/>
                    </a:cubicBezTo>
                    <a:cubicBezTo>
                      <a:pt x="88868" y="132397"/>
                      <a:pt x="88868" y="132397"/>
                      <a:pt x="88678" y="132397"/>
                    </a:cubicBezTo>
                    <a:cubicBezTo>
                      <a:pt x="88487" y="132588"/>
                      <a:pt x="88487" y="132588"/>
                      <a:pt x="88202" y="132588"/>
                    </a:cubicBezTo>
                    <a:cubicBezTo>
                      <a:pt x="81725" y="134684"/>
                      <a:pt x="74771" y="135827"/>
                      <a:pt x="67818" y="135827"/>
                    </a:cubicBezTo>
                    <a:close/>
                    <a:moveTo>
                      <a:pt x="120777" y="105346"/>
                    </a:moveTo>
                    <a:cubicBezTo>
                      <a:pt x="119634" y="105346"/>
                      <a:pt x="118586" y="105156"/>
                      <a:pt x="117443" y="104489"/>
                    </a:cubicBezTo>
                    <a:cubicBezTo>
                      <a:pt x="115824" y="103632"/>
                      <a:pt x="114776" y="102013"/>
                      <a:pt x="114300" y="100203"/>
                    </a:cubicBezTo>
                    <a:cubicBezTo>
                      <a:pt x="113824" y="98679"/>
                      <a:pt x="114109" y="96869"/>
                      <a:pt x="114967" y="95250"/>
                    </a:cubicBezTo>
                    <a:cubicBezTo>
                      <a:pt x="119920" y="86963"/>
                      <a:pt x="122396" y="77534"/>
                      <a:pt x="122396" y="67913"/>
                    </a:cubicBezTo>
                    <a:cubicBezTo>
                      <a:pt x="122396" y="64103"/>
                      <a:pt x="121920" y="60293"/>
                      <a:pt x="121253" y="56674"/>
                    </a:cubicBezTo>
                    <a:cubicBezTo>
                      <a:pt x="121063" y="56197"/>
                      <a:pt x="121063" y="55817"/>
                      <a:pt x="121063" y="55340"/>
                    </a:cubicBezTo>
                    <a:cubicBezTo>
                      <a:pt x="121063" y="52197"/>
                      <a:pt x="123254" y="49244"/>
                      <a:pt x="126397" y="48863"/>
                    </a:cubicBezTo>
                    <a:cubicBezTo>
                      <a:pt x="130016" y="48006"/>
                      <a:pt x="133541" y="50387"/>
                      <a:pt x="134302" y="53816"/>
                    </a:cubicBezTo>
                    <a:cubicBezTo>
                      <a:pt x="134493" y="53816"/>
                      <a:pt x="134493" y="53816"/>
                      <a:pt x="134493" y="54007"/>
                    </a:cubicBezTo>
                    <a:lnTo>
                      <a:pt x="134493" y="54007"/>
                    </a:lnTo>
                    <a:lnTo>
                      <a:pt x="134493" y="54007"/>
                    </a:lnTo>
                    <a:lnTo>
                      <a:pt x="133635" y="54483"/>
                    </a:lnTo>
                    <a:lnTo>
                      <a:pt x="134493" y="54293"/>
                    </a:lnTo>
                    <a:cubicBezTo>
                      <a:pt x="135350" y="58769"/>
                      <a:pt x="135827" y="63532"/>
                      <a:pt x="135827" y="68009"/>
                    </a:cubicBezTo>
                    <a:cubicBezTo>
                      <a:pt x="135827" y="80105"/>
                      <a:pt x="132683" y="91821"/>
                      <a:pt x="126682" y="102108"/>
                    </a:cubicBezTo>
                    <a:cubicBezTo>
                      <a:pt x="125539" y="103918"/>
                      <a:pt x="123254" y="105346"/>
                      <a:pt x="120777" y="105346"/>
                    </a:cubicBezTo>
                    <a:close/>
                    <a:moveTo>
                      <a:pt x="11906" y="99251"/>
                    </a:moveTo>
                    <a:cubicBezTo>
                      <a:pt x="9239" y="99251"/>
                      <a:pt x="6763" y="97727"/>
                      <a:pt x="5810" y="95250"/>
                    </a:cubicBezTo>
                    <a:cubicBezTo>
                      <a:pt x="2000" y="86678"/>
                      <a:pt x="0" y="77534"/>
                      <a:pt x="0" y="67913"/>
                    </a:cubicBezTo>
                    <a:cubicBezTo>
                      <a:pt x="0" y="51054"/>
                      <a:pt x="6286" y="34957"/>
                      <a:pt x="17526" y="22574"/>
                    </a:cubicBezTo>
                    <a:cubicBezTo>
                      <a:pt x="19717" y="19907"/>
                      <a:pt x="24289" y="19621"/>
                      <a:pt x="26956" y="21908"/>
                    </a:cubicBezTo>
                    <a:cubicBezTo>
                      <a:pt x="29623" y="24384"/>
                      <a:pt x="29909" y="28670"/>
                      <a:pt x="27432" y="31528"/>
                    </a:cubicBezTo>
                    <a:cubicBezTo>
                      <a:pt x="18479" y="41434"/>
                      <a:pt x="13525" y="54388"/>
                      <a:pt x="13525" y="67913"/>
                    </a:cubicBezTo>
                    <a:cubicBezTo>
                      <a:pt x="13525" y="75533"/>
                      <a:pt x="15050" y="82963"/>
                      <a:pt x="18002" y="89916"/>
                    </a:cubicBezTo>
                    <a:cubicBezTo>
                      <a:pt x="18479" y="90773"/>
                      <a:pt x="18669" y="91726"/>
                      <a:pt x="18669" y="92583"/>
                    </a:cubicBezTo>
                    <a:cubicBezTo>
                      <a:pt x="18669" y="95250"/>
                      <a:pt x="17050" y="97727"/>
                      <a:pt x="14668" y="98870"/>
                    </a:cubicBezTo>
                    <a:cubicBezTo>
                      <a:pt x="13716" y="99251"/>
                      <a:pt x="12859" y="99251"/>
                      <a:pt x="11906" y="99251"/>
                    </a:cubicBezTo>
                    <a:close/>
                    <a:moveTo>
                      <a:pt x="103917" y="25146"/>
                    </a:moveTo>
                    <a:cubicBezTo>
                      <a:pt x="102584" y="25146"/>
                      <a:pt x="100965" y="24670"/>
                      <a:pt x="99917" y="23813"/>
                    </a:cubicBezTo>
                    <a:cubicBezTo>
                      <a:pt x="88868" y="15907"/>
                      <a:pt x="74962" y="12383"/>
                      <a:pt x="62198" y="13716"/>
                    </a:cubicBezTo>
                    <a:cubicBezTo>
                      <a:pt x="57531" y="13907"/>
                      <a:pt x="55245" y="11239"/>
                      <a:pt x="54769" y="7620"/>
                    </a:cubicBezTo>
                    <a:cubicBezTo>
                      <a:pt x="54769" y="7429"/>
                      <a:pt x="54769" y="7144"/>
                      <a:pt x="54769" y="6953"/>
                    </a:cubicBezTo>
                    <a:cubicBezTo>
                      <a:pt x="54769" y="3620"/>
                      <a:pt x="57245" y="667"/>
                      <a:pt x="60579" y="191"/>
                    </a:cubicBezTo>
                    <a:lnTo>
                      <a:pt x="60770" y="191"/>
                    </a:lnTo>
                    <a:cubicBezTo>
                      <a:pt x="61055" y="191"/>
                      <a:pt x="61246" y="191"/>
                      <a:pt x="61626" y="191"/>
                    </a:cubicBezTo>
                    <a:cubicBezTo>
                      <a:pt x="63436" y="0"/>
                      <a:pt x="65437" y="0"/>
                      <a:pt x="67723" y="0"/>
                    </a:cubicBezTo>
                    <a:cubicBezTo>
                      <a:pt x="82296" y="0"/>
                      <a:pt x="96012" y="4477"/>
                      <a:pt x="107632" y="13049"/>
                    </a:cubicBezTo>
                    <a:cubicBezTo>
                      <a:pt x="110776" y="15050"/>
                      <a:pt x="111443" y="19336"/>
                      <a:pt x="109251" y="22479"/>
                    </a:cubicBezTo>
                    <a:cubicBezTo>
                      <a:pt x="108014" y="24098"/>
                      <a:pt x="106013" y="25146"/>
                      <a:pt x="103917" y="25146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4128dfd-289e-4ed9-89aa-342a0ef73efb" id="104" name="任意多边形: 形状 103">
                <a:extLst>
                  <a:ext uri="{FF2B5EF4-FFF2-40B4-BE49-F238E27FC236}">
                    <a16:creationId id="{A5E25B5D-D47D-B9B7-8576-767303E5AD44}"/>
                  </a:ext>
                </a:extLst>
              </p:cNvPr>
              <p:cNvSpPr/>
              <p:nvPr/>
            </p:nvSpPr>
            <p:spPr>
              <a:xfrm flipV="false" flipH="false">
                <a:off x="5480700" y="5410593"/>
                <a:ext cx="47194" cy="47194"/>
              </a:xfrm>
              <a:custGeom>
                <a:avLst/>
                <a:gdLst>
                  <a:gd fmla="*/ 0 w 68484" name="connsiteX0"/>
                  <a:gd fmla="*/ 34290 h 68484" name="connsiteY0"/>
                  <a:gd fmla="*/ 34100 w 68484" name="connsiteX1"/>
                  <a:gd fmla="*/ 0 h 68484" name="connsiteY1"/>
                  <a:gd fmla="*/ 68485 w 68484" name="connsiteX2"/>
                  <a:gd fmla="*/ 34290 h 68484" name="connsiteY2"/>
                  <a:gd fmla="*/ 34100 w 68484" name="connsiteX3"/>
                  <a:gd fmla="*/ 68485 h 68484" name="connsiteY3"/>
                  <a:gd fmla="*/ 0 w 68484" name="connsiteX4"/>
                  <a:gd fmla="*/ 34290 h 68484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68484" w="68484">
                    <a:moveTo>
                      <a:pt x="0" y="34290"/>
                    </a:moveTo>
                    <a:cubicBezTo>
                      <a:pt x="0" y="15335"/>
                      <a:pt x="15240" y="0"/>
                      <a:pt x="34100" y="0"/>
                    </a:cubicBezTo>
                    <a:cubicBezTo>
                      <a:pt x="53150" y="0"/>
                      <a:pt x="68485" y="15335"/>
                      <a:pt x="68485" y="34290"/>
                    </a:cubicBezTo>
                    <a:cubicBezTo>
                      <a:pt x="68485" y="53150"/>
                      <a:pt x="53245" y="68485"/>
                      <a:pt x="34100" y="68485"/>
                    </a:cubicBezTo>
                    <a:cubicBezTo>
                      <a:pt x="15240" y="68485"/>
                      <a:pt x="0" y="53150"/>
                      <a:pt x="0" y="34290"/>
                    </a:cubicBezTo>
                    <a:close/>
                  </a:path>
                </a:pathLst>
              </a:custGeom>
              <a:solidFill>
                <a:srgbClr val="FBC849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00df269-b024-472c-b846-d3127c78cbe7" id="101" name="任意多边形: 形状 100">
                <a:extLst>
                  <a:ext uri="{FF2B5EF4-FFF2-40B4-BE49-F238E27FC236}">
                    <a16:creationId id="{55F81377-6539-F604-C4B8-C04F9EB1CA28}"/>
                  </a:ext>
                </a:extLst>
              </p:cNvPr>
              <p:cNvSpPr/>
              <p:nvPr/>
            </p:nvSpPr>
            <p:spPr>
              <a:xfrm flipV="false" flipH="false">
                <a:off x="3994560" y="5583881"/>
                <a:ext cx="209127" cy="208929"/>
              </a:xfrm>
              <a:custGeom>
                <a:avLst/>
                <a:gdLst>
                  <a:gd fmla="*/ 162115 w 303466" name="connsiteX0"/>
                  <a:gd fmla="*/ 302990 h 303180" name="connsiteY0"/>
                  <a:gd fmla="*/ 161830 w 303466" name="connsiteX1"/>
                  <a:gd fmla="*/ 302990 h 303180" name="connsiteY1"/>
                  <a:gd fmla="*/ 155067 w 303466" name="connsiteX2"/>
                  <a:gd fmla="*/ 296513 h 303180" name="connsiteY2"/>
                  <a:gd fmla="*/ 156686 w 303466" name="connsiteX3"/>
                  <a:gd fmla="*/ 291846 h 303180" name="connsiteY3"/>
                  <a:gd fmla="*/ 161163 w 303466" name="connsiteX4"/>
                  <a:gd fmla="*/ 289656 h 303180" name="connsiteY4"/>
                  <a:gd fmla="*/ 202882 w 303466" name="connsiteX5"/>
                  <a:gd fmla="*/ 280226 h 303180" name="connsiteY5"/>
                  <a:gd fmla="*/ 211646 w 303466" name="connsiteX6"/>
                  <a:gd fmla="*/ 283845 h 303180" name="connsiteY6"/>
                  <a:gd fmla="*/ 212122 w 303466" name="connsiteX7"/>
                  <a:gd fmla="*/ 286512 h 303180" name="connsiteY7"/>
                  <a:gd fmla="*/ 207836 w 303466" name="connsiteX8"/>
                  <a:gd fmla="*/ 292608 h 303180" name="connsiteY8"/>
                  <a:gd fmla="*/ 162306 w 303466" name="connsiteX9"/>
                  <a:gd fmla="*/ 303181 h 303180" name="connsiteY9"/>
                  <a:gd fmla="*/ 162115 w 303466" name="connsiteX10"/>
                  <a:gd fmla="*/ 303181 h 303180" name="connsiteY10"/>
                  <a:gd fmla="*/ 117253 w 303466" name="connsiteX11"/>
                  <a:gd fmla="*/ 299181 h 303180" name="connsiteY11"/>
                  <a:gd fmla="*/ 115633 w 303466" name="connsiteX12"/>
                  <a:gd fmla="*/ 298990 h 303180" name="connsiteY12"/>
                  <a:gd fmla="*/ 72580 w 303466" name="connsiteX13"/>
                  <a:gd fmla="*/ 280988 h 303180" name="connsiteY13"/>
                  <a:gd fmla="*/ 70295 w 303466" name="connsiteX14"/>
                  <a:gd fmla="*/ 271558 h 303180" name="connsiteY14"/>
                  <a:gd fmla="*/ 79534 w 303466" name="connsiteX15"/>
                  <a:gd fmla="*/ 269272 h 303180" name="connsiteY15"/>
                  <a:gd fmla="*/ 118777 w 303466" name="connsiteX16"/>
                  <a:gd fmla="*/ 285655 h 303180" name="connsiteY16"/>
                  <a:gd fmla="*/ 123920 w 303466" name="connsiteX17"/>
                  <a:gd fmla="*/ 292132 h 303180" name="connsiteY17"/>
                  <a:gd fmla="*/ 123730 w 303466" name="connsiteX18"/>
                  <a:gd fmla="*/ 293941 h 303180" name="connsiteY18"/>
                  <a:gd fmla="*/ 117253 w 303466" name="connsiteX19"/>
                  <a:gd fmla="*/ 299181 h 303180" name="connsiteY19"/>
                  <a:gd fmla="*/ 243745 w 303466" name="connsiteX20"/>
                  <a:gd fmla="*/ 270224 h 303180" name="connsiteY20"/>
                  <a:gd fmla="*/ 238601 w 303466" name="connsiteX21"/>
                  <a:gd fmla="*/ 267748 h 303180" name="connsiteY21"/>
                  <a:gd fmla="*/ 239458 w 303466" name="connsiteX22"/>
                  <a:gd fmla="*/ 258318 h 303180" name="connsiteY22"/>
                  <a:gd fmla="*/ 267938 w 303466" name="connsiteX23"/>
                  <a:gd fmla="*/ 226409 h 303180" name="connsiteY23"/>
                  <a:gd fmla="*/ 277178 w 303466" name="connsiteX24"/>
                  <a:gd fmla="*/ 224409 h 303180" name="connsiteY24"/>
                  <a:gd fmla="*/ 280321 w 303466" name="connsiteX25"/>
                  <a:gd fmla="*/ 230029 h 303180" name="connsiteY25"/>
                  <a:gd fmla="*/ 279178 w 303466" name="connsiteX26"/>
                  <a:gd fmla="*/ 233839 h 303180" name="connsiteY26"/>
                  <a:gd fmla="*/ 248031 w 303466" name="connsiteX27"/>
                  <a:gd fmla="*/ 268605 h 303180" name="connsiteY27"/>
                  <a:gd fmla="*/ 243745 w 303466" name="connsiteX28"/>
                  <a:gd fmla="*/ 270224 h 303180" name="connsiteY28"/>
                  <a:gd fmla="*/ 42005 w 303466" name="connsiteX29"/>
                  <a:gd fmla="*/ 252984 h 303180" name="connsiteY29"/>
                  <a:gd fmla="*/ 36862 w 303466" name="connsiteX30"/>
                  <a:gd fmla="*/ 250793 h 303180" name="connsiteY30"/>
                  <a:gd fmla="*/ 12192 w 303466" name="connsiteX31"/>
                  <a:gd fmla="*/ 211074 h 303180" name="connsiteY31"/>
                  <a:gd fmla="*/ 12001 w 303466" name="connsiteX32"/>
                  <a:gd fmla="*/ 205931 h 303180" name="connsiteY32"/>
                  <a:gd fmla="*/ 15621 w 303466" name="connsiteX33"/>
                  <a:gd fmla="*/ 202121 h 303180" name="connsiteY33"/>
                  <a:gd fmla="*/ 24574 w 303466" name="connsiteX34"/>
                  <a:gd fmla="*/ 205740 h 303180" name="connsiteY34"/>
                  <a:gd fmla="*/ 47054 w 303466" name="connsiteX35"/>
                  <a:gd fmla="*/ 241840 h 303180" name="connsiteY35"/>
                  <a:gd fmla="*/ 48863 w 303466" name="connsiteX36"/>
                  <a:gd fmla="*/ 246507 h 303180" name="connsiteY36"/>
                  <a:gd fmla="*/ 46387 w 303466" name="connsiteX37"/>
                  <a:gd fmla="*/ 251460 h 303180" name="connsiteY37"/>
                  <a:gd fmla="*/ 42005 w 303466" name="connsiteX38"/>
                  <a:gd fmla="*/ 252984 h 303180" name="connsiteY38"/>
                  <a:gd fmla="*/ 291846 w 303466" name="connsiteX39"/>
                  <a:gd fmla="*/ 195929 h 303180" name="connsiteY39"/>
                  <a:gd fmla="*/ 290036 w 303466" name="connsiteX40"/>
                  <a:gd fmla="*/ 195739 h 303180" name="connsiteY40"/>
                  <a:gd fmla="*/ 286036 w 303466" name="connsiteX41"/>
                  <a:gd fmla="*/ 192596 h 303180" name="connsiteY41"/>
                  <a:gd fmla="*/ 285369 w 303466" name="connsiteX42"/>
                  <a:gd fmla="*/ 187643 h 303180" name="connsiteY42"/>
                  <a:gd fmla="*/ 290036 w 303466" name="connsiteX43"/>
                  <a:gd fmla="*/ 151543 h 303180" name="connsiteY43"/>
                  <a:gd fmla="*/ 290036 w 303466" name="connsiteX44"/>
                  <a:gd fmla="*/ 147542 h 303180" name="connsiteY44"/>
                  <a:gd fmla="*/ 289846 w 303466" name="connsiteX45"/>
                  <a:gd fmla="*/ 145256 h 303180" name="connsiteY45"/>
                  <a:gd fmla="*/ 289846 w 303466" name="connsiteX46"/>
                  <a:gd fmla="*/ 145256 h 303180" name="connsiteY46"/>
                  <a:gd fmla="*/ 289846 w 303466" name="connsiteX47"/>
                  <a:gd fmla="*/ 145256 h 303180" name="connsiteY47"/>
                  <a:gd fmla="*/ 289846 w 303466" name="connsiteX48"/>
                  <a:gd fmla="*/ 145066 h 303180" name="connsiteY48"/>
                  <a:gd fmla="*/ 289846 w 303466" name="connsiteX49"/>
                  <a:gd fmla="*/ 144875 h 303180" name="connsiteY49"/>
                  <a:gd fmla="*/ 296323 w 303466" name="connsiteX50"/>
                  <a:gd fmla="*/ 138113 h 303180" name="connsiteY50"/>
                  <a:gd fmla="*/ 296513 w 303466" name="connsiteX51"/>
                  <a:gd fmla="*/ 138113 h 303180" name="connsiteY51"/>
                  <a:gd fmla="*/ 303276 w 303466" name="connsiteX52"/>
                  <a:gd fmla="*/ 144399 h 303180" name="connsiteY52"/>
                  <a:gd fmla="*/ 303276 w 303466" name="connsiteX53"/>
                  <a:gd fmla="*/ 144590 h 303180" name="connsiteY53"/>
                  <a:gd fmla="*/ 303276 w 303466" name="connsiteX54"/>
                  <a:gd fmla="*/ 145447 h 303180" name="connsiteY54"/>
                  <a:gd fmla="*/ 303466 w 303466" name="connsiteX55"/>
                  <a:gd fmla="*/ 151543 h 303180" name="connsiteY55"/>
                  <a:gd fmla="*/ 298323 w 303466" name="connsiteX56"/>
                  <a:gd fmla="*/ 191072 h 303180" name="connsiteY56"/>
                  <a:gd fmla="*/ 291846 w 303466" name="connsiteX57"/>
                  <a:gd fmla="*/ 195929 h 303180" name="connsiteY57"/>
                  <a:gd fmla="*/ 7429 w 303466" name="connsiteX58"/>
                  <a:gd fmla="*/ 171736 h 303180" name="connsiteY58"/>
                  <a:gd fmla="*/ 667 w 303466" name="connsiteX59"/>
                  <a:gd fmla="*/ 165640 h 303180" name="connsiteY59"/>
                  <a:gd fmla="*/ 0 w 303466" name="connsiteX60"/>
                  <a:gd fmla="*/ 151448 h 303180" name="connsiteY60"/>
                  <a:gd fmla="*/ 7239 w 303466" name="connsiteX61"/>
                  <a:gd fmla="*/ 105251 h 303180" name="connsiteY61"/>
                  <a:gd fmla="*/ 15812 w 303466" name="connsiteX62"/>
                  <a:gd fmla="*/ 100965 h 303180" name="connsiteY62"/>
                  <a:gd fmla="*/ 20098 w 303466" name="connsiteX63"/>
                  <a:gd fmla="*/ 109538 h 303180" name="connsiteY63"/>
                  <a:gd fmla="*/ 13621 w 303466" name="connsiteX64"/>
                  <a:gd fmla="*/ 151257 h 303180" name="connsiteY64"/>
                  <a:gd fmla="*/ 13621 w 303466" name="connsiteX65"/>
                  <a:gd fmla="*/ 151448 h 303180" name="connsiteY65"/>
                  <a:gd fmla="*/ 13621 w 303466" name="connsiteX66"/>
                  <a:gd fmla="*/ 152305 h 303180" name="connsiteY66"/>
                  <a:gd fmla="*/ 14097 w 303466" name="connsiteX67"/>
                  <a:gd fmla="*/ 164211 h 303180" name="connsiteY67"/>
                  <a:gd fmla="*/ 14288 w 303466" name="connsiteX68"/>
                  <a:gd fmla="*/ 164878 h 303180" name="connsiteY68"/>
                  <a:gd fmla="*/ 8001 w 303466" name="connsiteX69"/>
                  <a:gd fmla="*/ 171641 h 303180" name="connsiteY69"/>
                  <a:gd fmla="*/ 7429 w 303466" name="connsiteX70"/>
                  <a:gd fmla="*/ 171736 h 303180" name="connsiteY70"/>
                  <a:gd fmla="*/ 287750 w 303466" name="connsiteX71"/>
                  <a:gd fmla="*/ 107728 h 303180" name="connsiteY71"/>
                  <a:gd fmla="*/ 281273 w 303466" name="connsiteX72"/>
                  <a:gd fmla="*/ 103442 h 303180" name="connsiteY72"/>
                  <a:gd fmla="*/ 260604 w 303466" name="connsiteX73"/>
                  <a:gd fmla="*/ 66389 h 303180" name="connsiteY73"/>
                  <a:gd fmla="*/ 260413 w 303466" name="connsiteX74"/>
                  <a:gd fmla="*/ 66199 h 303180" name="connsiteY74"/>
                  <a:gd fmla="*/ 259080 w 303466" name="connsiteX75"/>
                  <a:gd fmla="*/ 61913 h 303180" name="connsiteY75"/>
                  <a:gd fmla="*/ 261556 w 303466" name="connsiteX76"/>
                  <a:gd fmla="*/ 56769 h 303180" name="connsiteY76"/>
                  <a:gd fmla="*/ 271177 w 303466" name="connsiteX77"/>
                  <a:gd fmla="*/ 57912 h 303180" name="connsiteY77"/>
                  <a:gd fmla="*/ 294037 w 303466" name="connsiteX78"/>
                  <a:gd fmla="*/ 98774 h 303180" name="connsiteY78"/>
                  <a:gd fmla="*/ 289941 w 303466" name="connsiteX79"/>
                  <a:gd fmla="*/ 107537 h 303180" name="connsiteY79"/>
                  <a:gd fmla="*/ 287750 w 303466" name="connsiteX80"/>
                  <a:gd fmla="*/ 107728 h 303180" name="connsiteY80"/>
                  <a:gd fmla="*/ 33718 w 303466" name="connsiteX81"/>
                  <a:gd fmla="*/ 74105 h 303180" name="connsiteY81"/>
                  <a:gd fmla="*/ 29908 w 303466" name="connsiteX82"/>
                  <a:gd fmla="*/ 72962 h 303180" name="connsiteY82"/>
                  <a:gd fmla="*/ 26956 w 303466" name="connsiteX83"/>
                  <a:gd fmla="*/ 67342 h 303180" name="connsiteY83"/>
                  <a:gd fmla="*/ 28099 w 303466" name="connsiteX84"/>
                  <a:gd fmla="*/ 63532 h 303180" name="connsiteY84"/>
                  <a:gd fmla="*/ 60865 w 303466" name="connsiteX85"/>
                  <a:gd fmla="*/ 30099 h 303180" name="connsiteY85"/>
                  <a:gd fmla="*/ 70295 w 303466" name="connsiteX86"/>
                  <a:gd fmla="*/ 31433 h 303180" name="connsiteY86"/>
                  <a:gd fmla="*/ 71628 w 303466" name="connsiteX87"/>
                  <a:gd fmla="*/ 36386 h 303180" name="connsiteY87"/>
                  <a:gd fmla="*/ 68961 w 303466" name="connsiteX88"/>
                  <a:gd fmla="*/ 40862 h 303180" name="connsiteY88"/>
                  <a:gd fmla="*/ 39338 w 303466" name="connsiteX89"/>
                  <a:gd fmla="*/ 71152 h 303180" name="connsiteY89"/>
                  <a:gd fmla="*/ 39148 w 303466" name="connsiteX90"/>
                  <a:gd fmla="*/ 71342 h 303180" name="connsiteY90"/>
                  <a:gd fmla="*/ 33718 w 303466" name="connsiteX91"/>
                  <a:gd fmla="*/ 74105 h 303180" name="connsiteY91"/>
                  <a:gd fmla="*/ 232981 w 303466" name="connsiteX92"/>
                  <a:gd fmla="*/ 38386 h 303180" name="connsiteY92"/>
                  <a:gd fmla="*/ 229171 w 303466" name="connsiteX93"/>
                  <a:gd fmla="*/ 37243 h 303180" name="connsiteY93"/>
                  <a:gd fmla="*/ 190786 w 303466" name="connsiteX94"/>
                  <a:gd fmla="*/ 18860 h 303180" name="connsiteY94"/>
                  <a:gd fmla="*/ 185833 w 303466" name="connsiteX95"/>
                  <a:gd fmla="*/ 12573 h 303180" name="connsiteY95"/>
                  <a:gd fmla="*/ 186309 w 303466" name="connsiteX96"/>
                  <a:gd fmla="*/ 10573 h 303180" name="connsiteY96"/>
                  <a:gd fmla="*/ 194596 w 303466" name="connsiteX97"/>
                  <a:gd fmla="*/ 6096 h 303180" name="connsiteY97"/>
                  <a:gd fmla="*/ 236791 w 303466" name="connsiteX98"/>
                  <a:gd fmla="*/ 26099 h 303180" name="connsiteY98"/>
                  <a:gd fmla="*/ 239744 w 303466" name="connsiteX99"/>
                  <a:gd fmla="*/ 30385 h 303180" name="connsiteY99"/>
                  <a:gd fmla="*/ 238601 w 303466" name="connsiteX100"/>
                  <a:gd fmla="*/ 35528 h 303180" name="connsiteY100"/>
                  <a:gd fmla="*/ 232981 w 303466" name="connsiteX101"/>
                  <a:gd fmla="*/ 38386 h 303180" name="connsiteY101"/>
                  <a:gd fmla="*/ 104394 w 303466" name="connsiteX102"/>
                  <a:gd fmla="*/ 21336 h 303180" name="connsiteY102"/>
                  <a:gd fmla="*/ 98107 w 303466" name="connsiteX103"/>
                  <a:gd fmla="*/ 16669 h 303180" name="connsiteY103"/>
                  <a:gd fmla="*/ 97631 w 303466" name="connsiteX104"/>
                  <a:gd fmla="*/ 14383 h 303180" name="connsiteY104"/>
                  <a:gd fmla="*/ 102108 w 303466" name="connsiteX105"/>
                  <a:gd fmla="*/ 8096 h 303180" name="connsiteY105"/>
                  <a:gd fmla="*/ 148114 w 303466" name="connsiteX106"/>
                  <a:gd fmla="*/ 0 h 303180" name="connsiteY106"/>
                  <a:gd fmla="*/ 155067 w 303466" name="connsiteX107"/>
                  <a:gd fmla="*/ 6477 h 303180" name="connsiteY107"/>
                  <a:gd fmla="*/ 148590 w 303466" name="connsiteX108"/>
                  <a:gd fmla="*/ 13430 h 303180" name="connsiteY108"/>
                  <a:gd fmla="*/ 106585 w 303466" name="connsiteX109"/>
                  <a:gd fmla="*/ 20860 h 303180" name="connsiteY109"/>
                  <a:gd fmla="*/ 106585 w 303466" name="connsiteX110"/>
                  <a:gd fmla="*/ 20860 h 303180" name="connsiteY110"/>
                  <a:gd fmla="*/ 104394 w 303466" name="connsiteX111"/>
                  <a:gd fmla="*/ 21336 h 303180" name="connsiteY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b="b" l="l" r="r" t="t"/>
                <a:pathLst>
                  <a:path h="303180" w="303466">
                    <a:moveTo>
                      <a:pt x="162115" y="302990"/>
                    </a:moveTo>
                    <a:lnTo>
                      <a:pt x="161830" y="302990"/>
                    </a:lnTo>
                    <a:cubicBezTo>
                      <a:pt x="158210" y="302990"/>
                      <a:pt x="155353" y="300038"/>
                      <a:pt x="155067" y="296513"/>
                    </a:cubicBezTo>
                    <a:cubicBezTo>
                      <a:pt x="154876" y="294704"/>
                      <a:pt x="155543" y="293180"/>
                      <a:pt x="156686" y="291846"/>
                    </a:cubicBezTo>
                    <a:cubicBezTo>
                      <a:pt x="157829" y="290513"/>
                      <a:pt x="159639" y="289656"/>
                      <a:pt x="161163" y="289656"/>
                    </a:cubicBezTo>
                    <a:cubicBezTo>
                      <a:pt x="175546" y="288513"/>
                      <a:pt x="189643" y="285369"/>
                      <a:pt x="202882" y="280226"/>
                    </a:cubicBezTo>
                    <a:cubicBezTo>
                      <a:pt x="206216" y="278702"/>
                      <a:pt x="210312" y="280416"/>
                      <a:pt x="211646" y="283845"/>
                    </a:cubicBezTo>
                    <a:cubicBezTo>
                      <a:pt x="211836" y="284702"/>
                      <a:pt x="212122" y="285655"/>
                      <a:pt x="212122" y="286512"/>
                    </a:cubicBezTo>
                    <a:cubicBezTo>
                      <a:pt x="211931" y="289179"/>
                      <a:pt x="210312" y="291655"/>
                      <a:pt x="207836" y="292608"/>
                    </a:cubicBezTo>
                    <a:cubicBezTo>
                      <a:pt x="193262" y="298418"/>
                      <a:pt x="178022" y="302038"/>
                      <a:pt x="162306" y="303181"/>
                    </a:cubicBezTo>
                    <a:lnTo>
                      <a:pt x="162115" y="303181"/>
                    </a:lnTo>
                    <a:close/>
                    <a:moveTo>
                      <a:pt x="117253" y="299181"/>
                    </a:moveTo>
                    <a:cubicBezTo>
                      <a:pt x="116776" y="299181"/>
                      <a:pt x="116110" y="298990"/>
                      <a:pt x="115633" y="298990"/>
                    </a:cubicBezTo>
                    <a:cubicBezTo>
                      <a:pt x="100393" y="295180"/>
                      <a:pt x="85820" y="289084"/>
                      <a:pt x="72580" y="280988"/>
                    </a:cubicBezTo>
                    <a:cubicBezTo>
                      <a:pt x="69437" y="278988"/>
                      <a:pt x="68294" y="274701"/>
                      <a:pt x="70295" y="271558"/>
                    </a:cubicBezTo>
                    <a:cubicBezTo>
                      <a:pt x="72104" y="268414"/>
                      <a:pt x="76390" y="267558"/>
                      <a:pt x="79534" y="269272"/>
                    </a:cubicBezTo>
                    <a:cubicBezTo>
                      <a:pt x="91916" y="276892"/>
                      <a:pt x="105156" y="282512"/>
                      <a:pt x="118777" y="285655"/>
                    </a:cubicBezTo>
                    <a:cubicBezTo>
                      <a:pt x="121920" y="286512"/>
                      <a:pt x="123920" y="289274"/>
                      <a:pt x="123920" y="292132"/>
                    </a:cubicBezTo>
                    <a:cubicBezTo>
                      <a:pt x="123920" y="292798"/>
                      <a:pt x="123920" y="293465"/>
                      <a:pt x="123730" y="293941"/>
                    </a:cubicBezTo>
                    <a:cubicBezTo>
                      <a:pt x="123063" y="296989"/>
                      <a:pt x="120301" y="299181"/>
                      <a:pt x="117253" y="299181"/>
                    </a:cubicBezTo>
                    <a:close/>
                    <a:moveTo>
                      <a:pt x="243745" y="270224"/>
                    </a:moveTo>
                    <a:cubicBezTo>
                      <a:pt x="241745" y="270224"/>
                      <a:pt x="239935" y="269367"/>
                      <a:pt x="238601" y="267748"/>
                    </a:cubicBezTo>
                    <a:cubicBezTo>
                      <a:pt x="236125" y="264795"/>
                      <a:pt x="236601" y="260604"/>
                      <a:pt x="239458" y="258318"/>
                    </a:cubicBezTo>
                    <a:cubicBezTo>
                      <a:pt x="250507" y="249364"/>
                      <a:pt x="259842" y="238601"/>
                      <a:pt x="267938" y="226409"/>
                    </a:cubicBezTo>
                    <a:cubicBezTo>
                      <a:pt x="269748" y="223457"/>
                      <a:pt x="274034" y="222409"/>
                      <a:pt x="277178" y="224409"/>
                    </a:cubicBezTo>
                    <a:cubicBezTo>
                      <a:pt x="278987" y="225743"/>
                      <a:pt x="280130" y="227743"/>
                      <a:pt x="280321" y="230029"/>
                    </a:cubicBezTo>
                    <a:cubicBezTo>
                      <a:pt x="280321" y="231362"/>
                      <a:pt x="279845" y="232505"/>
                      <a:pt x="279178" y="233839"/>
                    </a:cubicBezTo>
                    <a:cubicBezTo>
                      <a:pt x="270605" y="246888"/>
                      <a:pt x="260128" y="258795"/>
                      <a:pt x="248031" y="268605"/>
                    </a:cubicBezTo>
                    <a:cubicBezTo>
                      <a:pt x="246888" y="269557"/>
                      <a:pt x="245364" y="270224"/>
                      <a:pt x="243745" y="270224"/>
                    </a:cubicBezTo>
                    <a:close/>
                    <a:moveTo>
                      <a:pt x="42005" y="252984"/>
                    </a:moveTo>
                    <a:cubicBezTo>
                      <a:pt x="40005" y="252984"/>
                      <a:pt x="38195" y="252127"/>
                      <a:pt x="36862" y="250793"/>
                    </a:cubicBezTo>
                    <a:cubicBezTo>
                      <a:pt x="26575" y="238887"/>
                      <a:pt x="18193" y="225457"/>
                      <a:pt x="12192" y="211074"/>
                    </a:cubicBezTo>
                    <a:cubicBezTo>
                      <a:pt x="11525" y="209264"/>
                      <a:pt x="11335" y="207455"/>
                      <a:pt x="12001" y="205931"/>
                    </a:cubicBezTo>
                    <a:cubicBezTo>
                      <a:pt x="12668" y="204121"/>
                      <a:pt x="14002" y="202787"/>
                      <a:pt x="15621" y="202121"/>
                    </a:cubicBezTo>
                    <a:cubicBezTo>
                      <a:pt x="18955" y="200787"/>
                      <a:pt x="23241" y="202311"/>
                      <a:pt x="24574" y="205740"/>
                    </a:cubicBezTo>
                    <a:cubicBezTo>
                      <a:pt x="30194" y="218980"/>
                      <a:pt x="37814" y="231077"/>
                      <a:pt x="47054" y="241840"/>
                    </a:cubicBezTo>
                    <a:cubicBezTo>
                      <a:pt x="48196" y="243174"/>
                      <a:pt x="48863" y="244793"/>
                      <a:pt x="48863" y="246507"/>
                    </a:cubicBezTo>
                    <a:cubicBezTo>
                      <a:pt x="48673" y="248317"/>
                      <a:pt x="48006" y="250127"/>
                      <a:pt x="46387" y="251460"/>
                    </a:cubicBezTo>
                    <a:cubicBezTo>
                      <a:pt x="45148" y="252317"/>
                      <a:pt x="43624" y="252984"/>
                      <a:pt x="42005" y="252984"/>
                    </a:cubicBezTo>
                    <a:close/>
                    <a:moveTo>
                      <a:pt x="291846" y="195929"/>
                    </a:moveTo>
                    <a:cubicBezTo>
                      <a:pt x="291179" y="195929"/>
                      <a:pt x="290513" y="195929"/>
                      <a:pt x="290036" y="195739"/>
                    </a:cubicBezTo>
                    <a:cubicBezTo>
                      <a:pt x="288226" y="195263"/>
                      <a:pt x="286893" y="194215"/>
                      <a:pt x="286036" y="192596"/>
                    </a:cubicBezTo>
                    <a:cubicBezTo>
                      <a:pt x="285179" y="191072"/>
                      <a:pt x="284893" y="189262"/>
                      <a:pt x="285369" y="187643"/>
                    </a:cubicBezTo>
                    <a:cubicBezTo>
                      <a:pt x="288512" y="175927"/>
                      <a:pt x="290036" y="163830"/>
                      <a:pt x="290036" y="151543"/>
                    </a:cubicBezTo>
                    <a:cubicBezTo>
                      <a:pt x="290036" y="150209"/>
                      <a:pt x="290036" y="148876"/>
                      <a:pt x="290036" y="147542"/>
                    </a:cubicBezTo>
                    <a:cubicBezTo>
                      <a:pt x="290036" y="146876"/>
                      <a:pt x="289846" y="145923"/>
                      <a:pt x="289846" y="145256"/>
                    </a:cubicBezTo>
                    <a:lnTo>
                      <a:pt x="289846" y="145256"/>
                    </a:lnTo>
                    <a:lnTo>
                      <a:pt x="289846" y="145256"/>
                    </a:lnTo>
                    <a:cubicBezTo>
                      <a:pt x="289846" y="145066"/>
                      <a:pt x="289846" y="145066"/>
                      <a:pt x="289846" y="145066"/>
                    </a:cubicBezTo>
                    <a:lnTo>
                      <a:pt x="289846" y="144875"/>
                    </a:lnTo>
                    <a:cubicBezTo>
                      <a:pt x="290036" y="141256"/>
                      <a:pt x="292798" y="138399"/>
                      <a:pt x="296323" y="138113"/>
                    </a:cubicBezTo>
                    <a:lnTo>
                      <a:pt x="296513" y="138113"/>
                    </a:lnTo>
                    <a:cubicBezTo>
                      <a:pt x="300133" y="138113"/>
                      <a:pt x="302990" y="140780"/>
                      <a:pt x="303276" y="144399"/>
                    </a:cubicBezTo>
                    <a:lnTo>
                      <a:pt x="303276" y="144590"/>
                    </a:lnTo>
                    <a:cubicBezTo>
                      <a:pt x="303276" y="145066"/>
                      <a:pt x="303276" y="145256"/>
                      <a:pt x="303276" y="145447"/>
                    </a:cubicBezTo>
                    <a:cubicBezTo>
                      <a:pt x="303466" y="147257"/>
                      <a:pt x="303466" y="149257"/>
                      <a:pt x="303466" y="151543"/>
                    </a:cubicBezTo>
                    <a:cubicBezTo>
                      <a:pt x="303466" y="164973"/>
                      <a:pt x="301657" y="178308"/>
                      <a:pt x="298323" y="191072"/>
                    </a:cubicBezTo>
                    <a:cubicBezTo>
                      <a:pt x="297466" y="193929"/>
                      <a:pt x="294704" y="195929"/>
                      <a:pt x="291846" y="195929"/>
                    </a:cubicBezTo>
                    <a:close/>
                    <a:moveTo>
                      <a:pt x="7429" y="171736"/>
                    </a:moveTo>
                    <a:cubicBezTo>
                      <a:pt x="3810" y="171736"/>
                      <a:pt x="953" y="169069"/>
                      <a:pt x="667" y="165640"/>
                    </a:cubicBezTo>
                    <a:cubicBezTo>
                      <a:pt x="190" y="161163"/>
                      <a:pt x="0" y="156686"/>
                      <a:pt x="0" y="151448"/>
                    </a:cubicBezTo>
                    <a:cubicBezTo>
                      <a:pt x="0" y="135731"/>
                      <a:pt x="2476" y="120301"/>
                      <a:pt x="7239" y="105251"/>
                    </a:cubicBezTo>
                    <a:cubicBezTo>
                      <a:pt x="8382" y="101918"/>
                      <a:pt x="12192" y="99822"/>
                      <a:pt x="15812" y="100965"/>
                    </a:cubicBezTo>
                    <a:cubicBezTo>
                      <a:pt x="19145" y="102108"/>
                      <a:pt x="21241" y="105918"/>
                      <a:pt x="20098" y="109538"/>
                    </a:cubicBezTo>
                    <a:cubicBezTo>
                      <a:pt x="15812" y="122968"/>
                      <a:pt x="13621" y="137160"/>
                      <a:pt x="13621" y="151257"/>
                    </a:cubicBezTo>
                    <a:lnTo>
                      <a:pt x="13621" y="151448"/>
                    </a:lnTo>
                    <a:cubicBezTo>
                      <a:pt x="13621" y="151638"/>
                      <a:pt x="13621" y="152114"/>
                      <a:pt x="13621" y="152305"/>
                    </a:cubicBezTo>
                    <a:cubicBezTo>
                      <a:pt x="13621" y="156115"/>
                      <a:pt x="13811" y="160211"/>
                      <a:pt x="14097" y="164211"/>
                    </a:cubicBezTo>
                    <a:lnTo>
                      <a:pt x="14288" y="164878"/>
                    </a:lnTo>
                    <a:cubicBezTo>
                      <a:pt x="14097" y="168497"/>
                      <a:pt x="11621" y="171164"/>
                      <a:pt x="8001" y="171641"/>
                    </a:cubicBezTo>
                    <a:cubicBezTo>
                      <a:pt x="7620" y="171736"/>
                      <a:pt x="7429" y="171736"/>
                      <a:pt x="7429" y="171736"/>
                    </a:cubicBezTo>
                    <a:close/>
                    <a:moveTo>
                      <a:pt x="287750" y="107728"/>
                    </a:moveTo>
                    <a:cubicBezTo>
                      <a:pt x="284797" y="107728"/>
                      <a:pt x="282321" y="105918"/>
                      <a:pt x="281273" y="103442"/>
                    </a:cubicBezTo>
                    <a:cubicBezTo>
                      <a:pt x="276320" y="90202"/>
                      <a:pt x="269367" y="77629"/>
                      <a:pt x="260604" y="66389"/>
                    </a:cubicBezTo>
                    <a:cubicBezTo>
                      <a:pt x="260604" y="66389"/>
                      <a:pt x="260604" y="66389"/>
                      <a:pt x="260413" y="66199"/>
                    </a:cubicBezTo>
                    <a:cubicBezTo>
                      <a:pt x="259556" y="65056"/>
                      <a:pt x="259080" y="63532"/>
                      <a:pt x="259080" y="61913"/>
                    </a:cubicBezTo>
                    <a:cubicBezTo>
                      <a:pt x="259080" y="59912"/>
                      <a:pt x="259937" y="57912"/>
                      <a:pt x="261556" y="56769"/>
                    </a:cubicBezTo>
                    <a:cubicBezTo>
                      <a:pt x="264509" y="54483"/>
                      <a:pt x="268986" y="55150"/>
                      <a:pt x="271177" y="57912"/>
                    </a:cubicBezTo>
                    <a:cubicBezTo>
                      <a:pt x="280892" y="70295"/>
                      <a:pt x="288512" y="84201"/>
                      <a:pt x="294037" y="98774"/>
                    </a:cubicBezTo>
                    <a:cubicBezTo>
                      <a:pt x="295180" y="102108"/>
                      <a:pt x="293561" y="105918"/>
                      <a:pt x="289941" y="107537"/>
                    </a:cubicBezTo>
                    <a:cubicBezTo>
                      <a:pt x="289084" y="107728"/>
                      <a:pt x="288417" y="107728"/>
                      <a:pt x="287750" y="107728"/>
                    </a:cubicBezTo>
                    <a:close/>
                    <a:moveTo>
                      <a:pt x="33718" y="74105"/>
                    </a:moveTo>
                    <a:cubicBezTo>
                      <a:pt x="32385" y="74105"/>
                      <a:pt x="31051" y="73628"/>
                      <a:pt x="29908" y="72962"/>
                    </a:cubicBezTo>
                    <a:cubicBezTo>
                      <a:pt x="27908" y="71628"/>
                      <a:pt x="26956" y="69342"/>
                      <a:pt x="26956" y="67342"/>
                    </a:cubicBezTo>
                    <a:cubicBezTo>
                      <a:pt x="26956" y="66008"/>
                      <a:pt x="27432" y="64675"/>
                      <a:pt x="28099" y="63532"/>
                    </a:cubicBezTo>
                    <a:cubicBezTo>
                      <a:pt x="37338" y="50768"/>
                      <a:pt x="48292" y="39529"/>
                      <a:pt x="60865" y="30099"/>
                    </a:cubicBezTo>
                    <a:cubicBezTo>
                      <a:pt x="63817" y="27813"/>
                      <a:pt x="68008" y="28480"/>
                      <a:pt x="70295" y="31433"/>
                    </a:cubicBezTo>
                    <a:cubicBezTo>
                      <a:pt x="71438" y="32766"/>
                      <a:pt x="71914" y="34576"/>
                      <a:pt x="71628" y="36386"/>
                    </a:cubicBezTo>
                    <a:cubicBezTo>
                      <a:pt x="71438" y="38195"/>
                      <a:pt x="70295" y="39719"/>
                      <a:pt x="68961" y="40862"/>
                    </a:cubicBezTo>
                    <a:cubicBezTo>
                      <a:pt x="57531" y="49435"/>
                      <a:pt x="47625" y="59531"/>
                      <a:pt x="39338" y="71152"/>
                    </a:cubicBezTo>
                    <a:cubicBezTo>
                      <a:pt x="39338" y="71152"/>
                      <a:pt x="39338" y="71152"/>
                      <a:pt x="39148" y="71342"/>
                    </a:cubicBezTo>
                    <a:cubicBezTo>
                      <a:pt x="38005" y="73152"/>
                      <a:pt x="35719" y="74105"/>
                      <a:pt x="33718" y="74105"/>
                    </a:cubicBezTo>
                    <a:close/>
                    <a:moveTo>
                      <a:pt x="232981" y="38386"/>
                    </a:moveTo>
                    <a:cubicBezTo>
                      <a:pt x="231648" y="38386"/>
                      <a:pt x="230314" y="37910"/>
                      <a:pt x="229171" y="37243"/>
                    </a:cubicBezTo>
                    <a:cubicBezTo>
                      <a:pt x="217551" y="29147"/>
                      <a:pt x="204502" y="23146"/>
                      <a:pt x="190786" y="18860"/>
                    </a:cubicBezTo>
                    <a:cubicBezTo>
                      <a:pt x="187833" y="18193"/>
                      <a:pt x="186118" y="15526"/>
                      <a:pt x="185833" y="12573"/>
                    </a:cubicBezTo>
                    <a:cubicBezTo>
                      <a:pt x="185833" y="11906"/>
                      <a:pt x="186023" y="11240"/>
                      <a:pt x="186309" y="10573"/>
                    </a:cubicBezTo>
                    <a:cubicBezTo>
                      <a:pt x="187166" y="7239"/>
                      <a:pt x="190976" y="4953"/>
                      <a:pt x="194596" y="6096"/>
                    </a:cubicBezTo>
                    <a:cubicBezTo>
                      <a:pt x="209645" y="10573"/>
                      <a:pt x="223838" y="17336"/>
                      <a:pt x="236791" y="26099"/>
                    </a:cubicBezTo>
                    <a:cubicBezTo>
                      <a:pt x="238315" y="26956"/>
                      <a:pt x="239268" y="28575"/>
                      <a:pt x="239744" y="30385"/>
                    </a:cubicBezTo>
                    <a:cubicBezTo>
                      <a:pt x="239935" y="32195"/>
                      <a:pt x="239744" y="34004"/>
                      <a:pt x="238601" y="35528"/>
                    </a:cubicBezTo>
                    <a:cubicBezTo>
                      <a:pt x="237458" y="37243"/>
                      <a:pt x="235267" y="38386"/>
                      <a:pt x="232981" y="38386"/>
                    </a:cubicBezTo>
                    <a:close/>
                    <a:moveTo>
                      <a:pt x="104394" y="21336"/>
                    </a:moveTo>
                    <a:cubicBezTo>
                      <a:pt x="101441" y="21336"/>
                      <a:pt x="98965" y="19336"/>
                      <a:pt x="98107" y="16669"/>
                    </a:cubicBezTo>
                    <a:cubicBezTo>
                      <a:pt x="97631" y="16002"/>
                      <a:pt x="97631" y="15145"/>
                      <a:pt x="97631" y="14383"/>
                    </a:cubicBezTo>
                    <a:cubicBezTo>
                      <a:pt x="97631" y="11430"/>
                      <a:pt x="99441" y="9049"/>
                      <a:pt x="102108" y="8096"/>
                    </a:cubicBezTo>
                    <a:cubicBezTo>
                      <a:pt x="116872" y="3143"/>
                      <a:pt x="132397" y="286"/>
                      <a:pt x="148114" y="0"/>
                    </a:cubicBezTo>
                    <a:cubicBezTo>
                      <a:pt x="151924" y="0"/>
                      <a:pt x="155067" y="2667"/>
                      <a:pt x="155067" y="6477"/>
                    </a:cubicBezTo>
                    <a:cubicBezTo>
                      <a:pt x="155067" y="10097"/>
                      <a:pt x="152114" y="13240"/>
                      <a:pt x="148590" y="13430"/>
                    </a:cubicBezTo>
                    <a:cubicBezTo>
                      <a:pt x="134207" y="13621"/>
                      <a:pt x="120110" y="16097"/>
                      <a:pt x="106585" y="20860"/>
                    </a:cubicBezTo>
                    <a:lnTo>
                      <a:pt x="106585" y="20860"/>
                    </a:lnTo>
                    <a:cubicBezTo>
                      <a:pt x="105728" y="21146"/>
                      <a:pt x="105061" y="21336"/>
                      <a:pt x="104394" y="21336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76b0c05-c4a7-470a-9799-bfcf0c7d2dbf" id="102" name="任意多边形: 形状 101">
                <a:extLst>
                  <a:ext uri="{FF2B5EF4-FFF2-40B4-BE49-F238E27FC236}">
                    <a16:creationId id="{3392661B-410E-0EF9-59B3-8F8352F89946}"/>
                  </a:ext>
                </a:extLst>
              </p:cNvPr>
              <p:cNvSpPr/>
              <p:nvPr/>
            </p:nvSpPr>
            <p:spPr>
              <a:xfrm flipV="false" flipH="false">
                <a:off x="4042215" y="5631469"/>
                <a:ext cx="113688" cy="113687"/>
              </a:xfrm>
              <a:custGeom>
                <a:avLst/>
                <a:gdLst>
                  <a:gd fmla="*/ 0 w 164973" name="connsiteX0"/>
                  <a:gd fmla="*/ 82487 h 164973" name="connsiteY0"/>
                  <a:gd fmla="*/ 82582 w 164973" name="connsiteX1"/>
                  <a:gd fmla="*/ 0 h 164973" name="connsiteY1"/>
                  <a:gd fmla="*/ 164973 w 164973" name="connsiteX2"/>
                  <a:gd fmla="*/ 82487 h 164973" name="connsiteY2"/>
                  <a:gd fmla="*/ 82582 w 164973" name="connsiteX3"/>
                  <a:gd fmla="*/ 164973 h 164973" name="connsiteY3"/>
                  <a:gd fmla="*/ 0 w 164973" name="connsiteX4"/>
                  <a:gd fmla="*/ 82487 h 164973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64973" w="164973">
                    <a:moveTo>
                      <a:pt x="0" y="82487"/>
                    </a:moveTo>
                    <a:cubicBezTo>
                      <a:pt x="0" y="36957"/>
                      <a:pt x="37052" y="0"/>
                      <a:pt x="82582" y="0"/>
                    </a:cubicBezTo>
                    <a:cubicBezTo>
                      <a:pt x="128111" y="0"/>
                      <a:pt x="164973" y="36957"/>
                      <a:pt x="164973" y="82487"/>
                    </a:cubicBezTo>
                    <a:cubicBezTo>
                      <a:pt x="164973" y="128111"/>
                      <a:pt x="128207" y="164973"/>
                      <a:pt x="82582" y="164973"/>
                    </a:cubicBezTo>
                    <a:cubicBezTo>
                      <a:pt x="37052" y="165068"/>
                      <a:pt x="0" y="128111"/>
                      <a:pt x="0" y="82487"/>
                    </a:cubicBezTo>
                    <a:close/>
                  </a:path>
                </a:pathLst>
              </a:custGeom>
              <a:solidFill>
                <a:srgbClr val="FF560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3989172-5778-482f-a2ca-beec5a6b7dac" id="99" name="任意多边形: 形状 98">
                <a:extLst>
                  <a:ext uri="{FF2B5EF4-FFF2-40B4-BE49-F238E27FC236}">
                    <a16:creationId id="{582ACE8A-FB96-EBE5-6916-50E2B4D43135}"/>
                  </a:ext>
                </a:extLst>
              </p:cNvPr>
              <p:cNvSpPr/>
              <p:nvPr/>
            </p:nvSpPr>
            <p:spPr>
              <a:xfrm flipV="false" flipH="false">
                <a:off x="3729116" y="2621078"/>
                <a:ext cx="259143" cy="259120"/>
              </a:xfrm>
              <a:custGeom>
                <a:avLst/>
                <a:gdLst>
                  <a:gd fmla="*/ 189929 w 376046" name="connsiteX0"/>
                  <a:gd fmla="*/ 376013 h 376012" name="connsiteY0"/>
                  <a:gd fmla="*/ 189929 w 376046" name="connsiteX1"/>
                  <a:gd fmla="*/ 376013 h 376012" name="connsiteY1"/>
                  <a:gd fmla="*/ 189643 w 376046" name="connsiteX2"/>
                  <a:gd fmla="*/ 376013 h 376012" name="connsiteY2"/>
                  <a:gd fmla="*/ 182880 w 376046" name="connsiteX3"/>
                  <a:gd fmla="*/ 369250 h 376012" name="connsiteY3"/>
                  <a:gd fmla="*/ 184880 w 376046" name="connsiteX4"/>
                  <a:gd fmla="*/ 364583 h 376012" name="connsiteY4"/>
                  <a:gd fmla="*/ 189547 w 376046" name="connsiteX5"/>
                  <a:gd fmla="*/ 362582 h 376012" name="connsiteY5"/>
                  <a:gd fmla="*/ 232410 w 376046" name="connsiteX6"/>
                  <a:gd fmla="*/ 356963 h 376012" name="connsiteY6"/>
                  <a:gd fmla="*/ 240506 w 376046" name="connsiteX7"/>
                  <a:gd fmla="*/ 361630 h 376012" name="connsiteY7"/>
                  <a:gd fmla="*/ 240697 w 376046" name="connsiteX8"/>
                  <a:gd fmla="*/ 363440 h 376012" name="connsiteY8"/>
                  <a:gd fmla="*/ 235744 w 376046" name="connsiteX9"/>
                  <a:gd fmla="*/ 369917 h 376012" name="connsiteY9"/>
                  <a:gd fmla="*/ 189929 w 376046" name="connsiteX10"/>
                  <a:gd fmla="*/ 376013 h 376012" name="connsiteY10"/>
                  <a:gd fmla="*/ 145256 w 376046" name="connsiteX11"/>
                  <a:gd fmla="*/ 371060 h 376012" name="connsiteY11"/>
                  <a:gd fmla="*/ 143637 w 376046" name="connsiteX12"/>
                  <a:gd fmla="*/ 370869 h 376012" name="connsiteY12"/>
                  <a:gd fmla="*/ 143446 w 376046" name="connsiteX13"/>
                  <a:gd fmla="*/ 370869 h 376012" name="connsiteY13"/>
                  <a:gd fmla="*/ 100394 w 376046" name="connsiteX14"/>
                  <a:gd fmla="*/ 354486 h 376012" name="connsiteY14"/>
                  <a:gd fmla="*/ 97060 w 376046" name="connsiteX15"/>
                  <a:gd fmla="*/ 350486 h 376012" name="connsiteY15"/>
                  <a:gd fmla="*/ 97536 w 376046" name="connsiteX16"/>
                  <a:gd fmla="*/ 345342 h 376012" name="connsiteY16"/>
                  <a:gd fmla="*/ 106680 w 376046" name="connsiteX17"/>
                  <a:gd fmla="*/ 342675 h 376012" name="connsiteY17"/>
                  <a:gd fmla="*/ 146875 w 376046" name="connsiteX18"/>
                  <a:gd fmla="*/ 357725 h 376012" name="connsiteY18"/>
                  <a:gd fmla="*/ 152019 w 376046" name="connsiteX19"/>
                  <a:gd fmla="*/ 364202 h 376012" name="connsiteY19"/>
                  <a:gd fmla="*/ 151829 w 376046" name="connsiteX20"/>
                  <a:gd fmla="*/ 366011 h 376012" name="connsiteY20"/>
                  <a:gd fmla="*/ 145256 w 376046" name="connsiteX21"/>
                  <a:gd fmla="*/ 371060 h 376012" name="connsiteY21"/>
                  <a:gd fmla="*/ 275654 w 376046" name="connsiteX22"/>
                  <a:gd fmla="*/ 353534 h 376012" name="connsiteY22"/>
                  <a:gd fmla="*/ 269843 w 376046" name="connsiteX23"/>
                  <a:gd fmla="*/ 349914 h 376012" name="connsiteY23"/>
                  <a:gd fmla="*/ 269177 w 376046" name="connsiteX24"/>
                  <a:gd fmla="*/ 344771 h 376012" name="connsiteY24"/>
                  <a:gd fmla="*/ 272510 w 376046" name="connsiteX25"/>
                  <a:gd fmla="*/ 340770 h 376012" name="connsiteY25"/>
                  <a:gd fmla="*/ 307277 w 376046" name="connsiteX26"/>
                  <a:gd fmla="*/ 315434 h 376012" name="connsiteY26"/>
                  <a:gd fmla="*/ 316706 w 376046" name="connsiteX27"/>
                  <a:gd fmla="*/ 315910 h 376012" name="connsiteY27"/>
                  <a:gd fmla="*/ 318516 w 376046" name="connsiteX28"/>
                  <a:gd fmla="*/ 320387 h 376012" name="connsiteY28"/>
                  <a:gd fmla="*/ 316516 w 376046" name="connsiteX29"/>
                  <a:gd fmla="*/ 325340 h 376012" name="connsiteY29"/>
                  <a:gd fmla="*/ 278987 w 376046" name="connsiteX30"/>
                  <a:gd fmla="*/ 352676 h 376012" name="connsiteY30"/>
                  <a:gd fmla="*/ 275654 w 376046" name="connsiteX31"/>
                  <a:gd fmla="*/ 353534 h 376012" name="connsiteY31"/>
                  <a:gd fmla="*/ 66770 w 376046" name="connsiteX32"/>
                  <a:gd fmla="*/ 329531 h 376012" name="connsiteY32"/>
                  <a:gd fmla="*/ 62294 w 376046" name="connsiteX33"/>
                  <a:gd fmla="*/ 327721 h 376012" name="connsiteY33"/>
                  <a:gd fmla="*/ 32004 w 376046" name="connsiteX34"/>
                  <a:gd fmla="*/ 292669 h 376012" name="connsiteY34"/>
                  <a:gd fmla="*/ 30861 w 376046" name="connsiteX35"/>
                  <a:gd fmla="*/ 287716 h 376012" name="connsiteY35"/>
                  <a:gd fmla="*/ 33814 w 376046" name="connsiteX36"/>
                  <a:gd fmla="*/ 283430 h 376012" name="connsiteY36"/>
                  <a:gd fmla="*/ 43053 w 376046" name="connsiteX37"/>
                  <a:gd fmla="*/ 285049 h 376012" name="connsiteY37"/>
                  <a:gd fmla="*/ 71152 w 376046" name="connsiteX38"/>
                  <a:gd fmla="*/ 317624 h 376012" name="connsiteY38"/>
                  <a:gd fmla="*/ 71438 w 376046" name="connsiteX39"/>
                  <a:gd fmla="*/ 317815 h 376012" name="connsiteY39"/>
                  <a:gd fmla="*/ 73628 w 376046" name="connsiteX40"/>
                  <a:gd fmla="*/ 322768 h 376012" name="connsiteY40"/>
                  <a:gd fmla="*/ 71819 w 376046" name="connsiteX41"/>
                  <a:gd fmla="*/ 327245 h 376012" name="connsiteY41"/>
                  <a:gd fmla="*/ 66770 w 376046" name="connsiteX42"/>
                  <a:gd fmla="*/ 329531 h 376012" name="connsiteY42"/>
                  <a:gd fmla="*/ 340614 w 376046" name="connsiteX43"/>
                  <a:gd fmla="*/ 292764 h 376012" name="connsiteY43"/>
                  <a:gd fmla="*/ 336995 w 376046" name="connsiteX44"/>
                  <a:gd fmla="*/ 291621 h 376012" name="connsiteY44"/>
                  <a:gd fmla="*/ 334042 w 376046" name="connsiteX45"/>
                  <a:gd fmla="*/ 287335 h 376012" name="connsiteY45"/>
                  <a:gd fmla="*/ 334899 w 376046" name="connsiteX46"/>
                  <a:gd fmla="*/ 282382 h 376012" name="connsiteY46"/>
                  <a:gd fmla="*/ 353473 w 376046" name="connsiteX47"/>
                  <a:gd fmla="*/ 243520 h 376012" name="connsiteY47"/>
                  <a:gd fmla="*/ 353473 w 376046" name="connsiteX48"/>
                  <a:gd fmla="*/ 243329 h 376012" name="connsiteY48"/>
                  <a:gd fmla="*/ 362045 w 376046" name="connsiteX49"/>
                  <a:gd fmla="*/ 239329 h 376012" name="connsiteY49"/>
                  <a:gd fmla="*/ 366522 w 376046" name="connsiteX50"/>
                  <a:gd fmla="*/ 245806 h 376012" name="connsiteY50"/>
                  <a:gd fmla="*/ 366331 w 376046" name="connsiteX51"/>
                  <a:gd fmla="*/ 247616 h 376012" name="connsiteY51"/>
                  <a:gd fmla="*/ 366331 w 376046" name="connsiteX52"/>
                  <a:gd fmla="*/ 247806 h 376012" name="connsiteY52"/>
                  <a:gd fmla="*/ 366141 w 376046" name="connsiteX53"/>
                  <a:gd fmla="*/ 247997 h 376012" name="connsiteY53"/>
                  <a:gd fmla="*/ 346138 w 376046" name="connsiteX54"/>
                  <a:gd fmla="*/ 289526 h 376012" name="connsiteY54"/>
                  <a:gd fmla="*/ 340614 w 376046" name="connsiteX55"/>
                  <a:gd fmla="*/ 292764 h 376012" name="connsiteY55"/>
                  <a:gd fmla="*/ 17145 w 376046" name="connsiteX56"/>
                  <a:gd fmla="*/ 255712 h 376012" name="connsiteY56"/>
                  <a:gd fmla="*/ 10858 w 376046" name="connsiteX57"/>
                  <a:gd fmla="*/ 251235 h 376012" name="connsiteY57"/>
                  <a:gd fmla="*/ 762 w 376046" name="connsiteX58"/>
                  <a:gd fmla="*/ 206087 h 376012" name="connsiteY58"/>
                  <a:gd fmla="*/ 2381 w 376046" name="connsiteX59"/>
                  <a:gd fmla="*/ 201134 h 376012" name="connsiteY59"/>
                  <a:gd fmla="*/ 6858 w 376046" name="connsiteX60"/>
                  <a:gd fmla="*/ 198657 h 376012" name="connsiteY60"/>
                  <a:gd fmla="*/ 14288 w 376046" name="connsiteX61"/>
                  <a:gd fmla="*/ 204753 h 376012" name="connsiteY61"/>
                  <a:gd fmla="*/ 23717 w 376046" name="connsiteX62"/>
                  <a:gd fmla="*/ 246758 h 376012" name="connsiteY62"/>
                  <a:gd fmla="*/ 24194 w 376046" name="connsiteX63"/>
                  <a:gd fmla="*/ 249235 h 376012" name="connsiteY63"/>
                  <a:gd fmla="*/ 19717 w 376046" name="connsiteX64"/>
                  <a:gd fmla="*/ 255521 h 376012" name="connsiteY64"/>
                  <a:gd fmla="*/ 17145 w 376046" name="connsiteX65"/>
                  <a:gd fmla="*/ 255712 h 376012" name="connsiteY65"/>
                  <a:gd fmla="*/ 368808 w 376046" name="connsiteX66"/>
                  <a:gd fmla="*/ 208563 h 376012" name="connsiteY66"/>
                  <a:gd fmla="*/ 368141 w 376046" name="connsiteX67"/>
                  <a:gd fmla="*/ 208563 h 376012" name="connsiteY67"/>
                  <a:gd fmla="*/ 362045 w 376046" name="connsiteX68"/>
                  <a:gd fmla="*/ 201134 h 376012" name="connsiteY68"/>
                  <a:gd fmla="*/ 362521 w 376046" name="connsiteX69"/>
                  <a:gd fmla="*/ 187894 h 376012" name="connsiteY69"/>
                  <a:gd fmla="*/ 360045 w 376046" name="connsiteX70"/>
                  <a:gd fmla="*/ 158081 h 376012" name="connsiteY70"/>
                  <a:gd fmla="*/ 359855 w 376046" name="connsiteX71"/>
                  <a:gd fmla="*/ 157223 h 376012" name="connsiteY71"/>
                  <a:gd fmla="*/ 365474 w 376046" name="connsiteX72"/>
                  <a:gd fmla="*/ 150461 h 376012" name="connsiteY72"/>
                  <a:gd fmla="*/ 373380 w 376046" name="connsiteX73"/>
                  <a:gd fmla="*/ 155795 h 376012" name="connsiteY73"/>
                  <a:gd fmla="*/ 376047 w 376046" name="connsiteX74"/>
                  <a:gd fmla="*/ 187894 h 376012" name="connsiteY74"/>
                  <a:gd fmla="*/ 375571 w 376046" name="connsiteX75"/>
                  <a:gd fmla="*/ 202277 h 376012" name="connsiteY75"/>
                  <a:gd fmla="*/ 368808 w 376046" name="connsiteX76"/>
                  <a:gd fmla="*/ 208563 h 376012" name="connsiteY76"/>
                  <a:gd fmla="*/ 6763 w 376046" name="connsiteX77"/>
                  <a:gd fmla="*/ 194847 h 376012" name="connsiteY77"/>
                  <a:gd fmla="*/ 0 w 376046" name="connsiteX78"/>
                  <a:gd fmla="*/ 187894 h 376012" name="connsiteY78"/>
                  <a:gd fmla="*/ 5620 w 376046" name="connsiteX79"/>
                  <a:gd fmla="*/ 141888 h 376012" name="connsiteY79"/>
                  <a:gd fmla="*/ 13716 w 376046" name="connsiteX80"/>
                  <a:gd fmla="*/ 137221 h 376012" name="connsiteY80"/>
                  <a:gd fmla="*/ 18002 w 376046" name="connsiteX81"/>
                  <a:gd fmla="*/ 140174 h 376012" name="connsiteY81"/>
                  <a:gd fmla="*/ 18669 w 376046" name="connsiteX82"/>
                  <a:gd fmla="*/ 145317 h 376012" name="connsiteY82"/>
                  <a:gd fmla="*/ 13525 w 376046" name="connsiteX83"/>
                  <a:gd fmla="*/ 187989 h 376012" name="connsiteY83"/>
                  <a:gd fmla="*/ 6763 w 376046" name="connsiteX84"/>
                  <a:gd fmla="*/ 194847 h 376012" name="connsiteY84"/>
                  <a:gd fmla="*/ 353568 w 376046" name="connsiteX85"/>
                  <a:gd fmla="*/ 121028 h 376012" name="connsiteY85"/>
                  <a:gd fmla="*/ 347472 w 376046" name="connsiteX86"/>
                  <a:gd fmla="*/ 117028 h 376012" name="connsiteY86"/>
                  <a:gd fmla="*/ 325279 w 376046" name="connsiteX87"/>
                  <a:gd fmla="*/ 79976 h 376012" name="connsiteY87"/>
                  <a:gd fmla="*/ 323755 w 376046" name="connsiteX88"/>
                  <a:gd fmla="*/ 76166 h 376012" name="connsiteY88"/>
                  <a:gd fmla="*/ 326422 w 376046" name="connsiteX89"/>
                  <a:gd fmla="*/ 70546 h 376012" name="connsiteY89"/>
                  <a:gd fmla="*/ 335852 w 376046" name="connsiteX90"/>
                  <a:gd fmla="*/ 71689 h 376012" name="connsiteY90"/>
                  <a:gd fmla="*/ 359855 w 376046" name="connsiteX91"/>
                  <a:gd fmla="*/ 111694 h 376012" name="connsiteY91"/>
                  <a:gd fmla="*/ 356235 w 376046" name="connsiteX92"/>
                  <a:gd fmla="*/ 120457 h 376012" name="connsiteY92"/>
                  <a:gd fmla="*/ 353568 w 376046" name="connsiteX93"/>
                  <a:gd fmla="*/ 121028 h 376012" name="connsiteY93"/>
                  <a:gd fmla="*/ 28384 w 376046" name="connsiteX94"/>
                  <a:gd fmla="*/ 108646 h 376012" name="connsiteY94"/>
                  <a:gd fmla="*/ 25241 w 376046" name="connsiteX95"/>
                  <a:gd fmla="*/ 107789 h 376012" name="connsiteY95"/>
                  <a:gd fmla="*/ 21622 w 376046" name="connsiteX96"/>
                  <a:gd fmla="*/ 101978 h 376012" name="connsiteY96"/>
                  <a:gd fmla="*/ 22479 w 376046" name="connsiteX97"/>
                  <a:gd fmla="*/ 98645 h 376012" name="connsiteY97"/>
                  <a:gd fmla="*/ 49435 w 376046" name="connsiteX98"/>
                  <a:gd fmla="*/ 60926 h 376012" name="connsiteY98"/>
                  <a:gd fmla="*/ 58864 w 376046" name="connsiteX99"/>
                  <a:gd fmla="*/ 60449 h 376012" name="connsiteY99"/>
                  <a:gd fmla="*/ 61150 w 376046" name="connsiteX100"/>
                  <a:gd fmla="*/ 65212 h 376012" name="connsiteY100"/>
                  <a:gd fmla="*/ 59341 w 376046" name="connsiteX101"/>
                  <a:gd fmla="*/ 70165 h 376012" name="connsiteY101"/>
                  <a:gd fmla="*/ 34385 w 376046" name="connsiteX102"/>
                  <a:gd fmla="*/ 105217 h 376012" name="connsiteY102"/>
                  <a:gd fmla="*/ 28384 w 376046" name="connsiteX103"/>
                  <a:gd fmla="*/ 108646 h 376012" name="connsiteY103"/>
                  <a:gd fmla="*/ 298609 w 376046" name="connsiteX104"/>
                  <a:gd fmla="*/ 51020 h 376012" name="connsiteY104"/>
                  <a:gd fmla="*/ 294513 w 376046" name="connsiteX105"/>
                  <a:gd fmla="*/ 49686 h 376012" name="connsiteY105"/>
                  <a:gd fmla="*/ 257461 w 376046" name="connsiteX106"/>
                  <a:gd fmla="*/ 27683 h 376012" name="connsiteY106"/>
                  <a:gd fmla="*/ 253365 w 376046" name="connsiteX107"/>
                  <a:gd fmla="*/ 21587 h 376012" name="connsiteY107"/>
                  <a:gd fmla="*/ 253841 w 376046" name="connsiteX108"/>
                  <a:gd fmla="*/ 18920 h 376012" name="connsiteY108"/>
                  <a:gd fmla="*/ 262795 w 376046" name="connsiteX109"/>
                  <a:gd fmla="*/ 15301 h 376012" name="connsiteY109"/>
                  <a:gd fmla="*/ 302705 w 376046" name="connsiteX110"/>
                  <a:gd fmla="*/ 39113 h 376012" name="connsiteY110"/>
                  <a:gd fmla="*/ 304038 w 376046" name="connsiteX111"/>
                  <a:gd fmla="*/ 48543 h 376012" name="connsiteY111"/>
                  <a:gd fmla="*/ 298609 w 376046" name="connsiteX112"/>
                  <a:gd fmla="*/ 51020 h 376012" name="connsiteY112"/>
                  <a:gd fmla="*/ 88487 w 376046" name="connsiteX113"/>
                  <a:gd fmla="*/ 43114 h 376012" name="connsiteY113"/>
                  <a:gd fmla="*/ 82867 w 376046" name="connsiteX114"/>
                  <a:gd fmla="*/ 40161 h 376012" name="connsiteY114"/>
                  <a:gd fmla="*/ 81724 w 376046" name="connsiteX115"/>
                  <a:gd fmla="*/ 36351 h 376012" name="connsiteY115"/>
                  <a:gd fmla="*/ 84868 w 376046" name="connsiteX116"/>
                  <a:gd fmla="*/ 30731 h 376012" name="connsiteY116"/>
                  <a:gd fmla="*/ 126397 w 376046" name="connsiteX117"/>
                  <a:gd fmla="*/ 10062 h 376012" name="connsiteY117"/>
                  <a:gd fmla="*/ 134969 w 376046" name="connsiteX118"/>
                  <a:gd fmla="*/ 14348 h 376012" name="connsiteY118"/>
                  <a:gd fmla="*/ 130873 w 376046" name="connsiteX119"/>
                  <a:gd fmla="*/ 22921 h 376012" name="connsiteY119"/>
                  <a:gd fmla="*/ 92297 w 376046" name="connsiteX120"/>
                  <a:gd fmla="*/ 41971 h 376012" name="connsiteY120"/>
                  <a:gd fmla="*/ 88487 w 376046" name="connsiteX121"/>
                  <a:gd fmla="*/ 43114 h 376012" name="connsiteY121"/>
                  <a:gd fmla="*/ 217170 w 376046" name="connsiteX122"/>
                  <a:gd fmla="*/ 15777 h 376012" name="connsiteY122"/>
                  <a:gd fmla="*/ 216313 w 376046" name="connsiteX123"/>
                  <a:gd fmla="*/ 15777 h 376012" name="connsiteY123"/>
                  <a:gd fmla="*/ 173260 w 376046" name="connsiteX124"/>
                  <a:gd fmla="*/ 13967 h 376012" name="connsiteY124"/>
                  <a:gd fmla="*/ 172974 w 376046" name="connsiteX125"/>
                  <a:gd fmla="*/ 13967 h 376012" name="connsiteY125"/>
                  <a:gd fmla="*/ 165830 w 376046" name="connsiteX126"/>
                  <a:gd fmla="*/ 7871 h 376012" name="connsiteY126"/>
                  <a:gd fmla="*/ 165830 w 376046" name="connsiteX127"/>
                  <a:gd fmla="*/ 7205 h 376012" name="connsiteY127"/>
                  <a:gd fmla="*/ 171926 w 376046" name="connsiteX128"/>
                  <a:gd fmla="*/ 728 h 376012" name="connsiteY128"/>
                  <a:gd fmla="*/ 172117 w 376046" name="connsiteX129"/>
                  <a:gd fmla="*/ 728 h 376012" name="connsiteY129"/>
                  <a:gd fmla="*/ 172117 w 376046" name="connsiteX130"/>
                  <a:gd fmla="*/ 728 h 376012" name="connsiteY130"/>
                  <a:gd fmla="*/ 218408 w 376046" name="connsiteX131"/>
                  <a:gd fmla="*/ 2347 h 376012" name="connsiteY131"/>
                  <a:gd fmla="*/ 224028 w 376046" name="connsiteX132"/>
                  <a:gd fmla="*/ 10253 h 376012" name="connsiteY132"/>
                  <a:gd fmla="*/ 217170 w 376046" name="connsiteX133"/>
                  <a:gd fmla="*/ 15777 h 376012" name="connsiteY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b="b" l="l" r="r" t="t"/>
                <a:pathLst>
                  <a:path h="376012" w="376046">
                    <a:moveTo>
                      <a:pt x="189929" y="376013"/>
                    </a:moveTo>
                    <a:lnTo>
                      <a:pt x="189929" y="376013"/>
                    </a:lnTo>
                    <a:lnTo>
                      <a:pt x="189643" y="376013"/>
                    </a:lnTo>
                    <a:cubicBezTo>
                      <a:pt x="186023" y="376013"/>
                      <a:pt x="182880" y="373060"/>
                      <a:pt x="182880" y="369250"/>
                    </a:cubicBezTo>
                    <a:cubicBezTo>
                      <a:pt x="182880" y="367440"/>
                      <a:pt x="183547" y="365916"/>
                      <a:pt x="184880" y="364583"/>
                    </a:cubicBezTo>
                    <a:cubicBezTo>
                      <a:pt x="186214" y="363249"/>
                      <a:pt x="187833" y="362582"/>
                      <a:pt x="189547" y="362582"/>
                    </a:cubicBezTo>
                    <a:cubicBezTo>
                      <a:pt x="204121" y="362582"/>
                      <a:pt x="218504" y="360582"/>
                      <a:pt x="232410" y="356963"/>
                    </a:cubicBezTo>
                    <a:cubicBezTo>
                      <a:pt x="235744" y="356105"/>
                      <a:pt x="239554" y="358296"/>
                      <a:pt x="240506" y="361630"/>
                    </a:cubicBezTo>
                    <a:cubicBezTo>
                      <a:pt x="240697" y="362297"/>
                      <a:pt x="240697" y="362963"/>
                      <a:pt x="240697" y="363440"/>
                    </a:cubicBezTo>
                    <a:cubicBezTo>
                      <a:pt x="240697" y="366583"/>
                      <a:pt x="238696" y="369250"/>
                      <a:pt x="235744" y="369917"/>
                    </a:cubicBezTo>
                    <a:cubicBezTo>
                      <a:pt x="221171" y="373727"/>
                      <a:pt x="205645" y="375727"/>
                      <a:pt x="189929" y="376013"/>
                    </a:cubicBezTo>
                    <a:close/>
                    <a:moveTo>
                      <a:pt x="145256" y="371060"/>
                    </a:moveTo>
                    <a:cubicBezTo>
                      <a:pt x="144780" y="371060"/>
                      <a:pt x="144113" y="370869"/>
                      <a:pt x="143637" y="370869"/>
                    </a:cubicBezTo>
                    <a:lnTo>
                      <a:pt x="143446" y="370869"/>
                    </a:lnTo>
                    <a:cubicBezTo>
                      <a:pt x="128397" y="367059"/>
                      <a:pt x="113824" y="361630"/>
                      <a:pt x="100394" y="354486"/>
                    </a:cubicBezTo>
                    <a:cubicBezTo>
                      <a:pt x="98774" y="353629"/>
                      <a:pt x="97441" y="352200"/>
                      <a:pt x="97060" y="350486"/>
                    </a:cubicBezTo>
                    <a:cubicBezTo>
                      <a:pt x="96583" y="348676"/>
                      <a:pt x="96583" y="346866"/>
                      <a:pt x="97536" y="345342"/>
                    </a:cubicBezTo>
                    <a:cubicBezTo>
                      <a:pt x="99346" y="342199"/>
                      <a:pt x="103346" y="340865"/>
                      <a:pt x="106680" y="342675"/>
                    </a:cubicBezTo>
                    <a:cubicBezTo>
                      <a:pt x="119444" y="349438"/>
                      <a:pt x="133159" y="354581"/>
                      <a:pt x="146875" y="357725"/>
                    </a:cubicBezTo>
                    <a:cubicBezTo>
                      <a:pt x="150019" y="358582"/>
                      <a:pt x="152019" y="361344"/>
                      <a:pt x="152019" y="364202"/>
                    </a:cubicBezTo>
                    <a:cubicBezTo>
                      <a:pt x="152019" y="364678"/>
                      <a:pt x="152019" y="365345"/>
                      <a:pt x="151829" y="366011"/>
                    </a:cubicBezTo>
                    <a:cubicBezTo>
                      <a:pt x="151162" y="368774"/>
                      <a:pt x="148399" y="371060"/>
                      <a:pt x="145256" y="371060"/>
                    </a:cubicBezTo>
                    <a:close/>
                    <a:moveTo>
                      <a:pt x="275654" y="353534"/>
                    </a:moveTo>
                    <a:cubicBezTo>
                      <a:pt x="273177" y="353534"/>
                      <a:pt x="270986" y="352200"/>
                      <a:pt x="269843" y="349914"/>
                    </a:cubicBezTo>
                    <a:cubicBezTo>
                      <a:pt x="268986" y="348390"/>
                      <a:pt x="268700" y="346580"/>
                      <a:pt x="269177" y="344771"/>
                    </a:cubicBezTo>
                    <a:cubicBezTo>
                      <a:pt x="269843" y="343247"/>
                      <a:pt x="270986" y="341627"/>
                      <a:pt x="272510" y="340770"/>
                    </a:cubicBezTo>
                    <a:cubicBezTo>
                      <a:pt x="285083" y="333817"/>
                      <a:pt x="296799" y="325244"/>
                      <a:pt x="307277" y="315434"/>
                    </a:cubicBezTo>
                    <a:cubicBezTo>
                      <a:pt x="309753" y="313243"/>
                      <a:pt x="314230" y="313243"/>
                      <a:pt x="316706" y="315910"/>
                    </a:cubicBezTo>
                    <a:cubicBezTo>
                      <a:pt x="317849" y="317053"/>
                      <a:pt x="318516" y="318577"/>
                      <a:pt x="318516" y="320387"/>
                    </a:cubicBezTo>
                    <a:cubicBezTo>
                      <a:pt x="318706" y="322196"/>
                      <a:pt x="317849" y="324006"/>
                      <a:pt x="316516" y="325340"/>
                    </a:cubicBezTo>
                    <a:cubicBezTo>
                      <a:pt x="305276" y="335912"/>
                      <a:pt x="292703" y="345056"/>
                      <a:pt x="278987" y="352676"/>
                    </a:cubicBezTo>
                    <a:cubicBezTo>
                      <a:pt x="277939" y="353057"/>
                      <a:pt x="276796" y="353534"/>
                      <a:pt x="275654" y="353534"/>
                    </a:cubicBezTo>
                    <a:close/>
                    <a:moveTo>
                      <a:pt x="66770" y="329531"/>
                    </a:moveTo>
                    <a:cubicBezTo>
                      <a:pt x="65151" y="329531"/>
                      <a:pt x="63627" y="328864"/>
                      <a:pt x="62294" y="327721"/>
                    </a:cubicBezTo>
                    <a:cubicBezTo>
                      <a:pt x="50863" y="317434"/>
                      <a:pt x="40481" y="305718"/>
                      <a:pt x="32004" y="292669"/>
                    </a:cubicBezTo>
                    <a:cubicBezTo>
                      <a:pt x="30861" y="291145"/>
                      <a:pt x="30385" y="289335"/>
                      <a:pt x="30861" y="287716"/>
                    </a:cubicBezTo>
                    <a:cubicBezTo>
                      <a:pt x="31337" y="285906"/>
                      <a:pt x="32195" y="284382"/>
                      <a:pt x="33814" y="283430"/>
                    </a:cubicBezTo>
                    <a:cubicBezTo>
                      <a:pt x="36766" y="281429"/>
                      <a:pt x="41243" y="282096"/>
                      <a:pt x="43053" y="285049"/>
                    </a:cubicBezTo>
                    <a:cubicBezTo>
                      <a:pt x="51149" y="296955"/>
                      <a:pt x="60579" y="307909"/>
                      <a:pt x="71152" y="317624"/>
                    </a:cubicBezTo>
                    <a:cubicBezTo>
                      <a:pt x="71438" y="317624"/>
                      <a:pt x="71438" y="317624"/>
                      <a:pt x="71438" y="317815"/>
                    </a:cubicBezTo>
                    <a:cubicBezTo>
                      <a:pt x="72771" y="318958"/>
                      <a:pt x="73628" y="320768"/>
                      <a:pt x="73628" y="322768"/>
                    </a:cubicBezTo>
                    <a:cubicBezTo>
                      <a:pt x="73628" y="324387"/>
                      <a:pt x="72962" y="325911"/>
                      <a:pt x="71819" y="327245"/>
                    </a:cubicBezTo>
                    <a:cubicBezTo>
                      <a:pt x="70580" y="328673"/>
                      <a:pt x="68771" y="329531"/>
                      <a:pt x="66770" y="329531"/>
                    </a:cubicBezTo>
                    <a:close/>
                    <a:moveTo>
                      <a:pt x="340614" y="292764"/>
                    </a:moveTo>
                    <a:cubicBezTo>
                      <a:pt x="339280" y="292764"/>
                      <a:pt x="338138" y="292288"/>
                      <a:pt x="336995" y="291621"/>
                    </a:cubicBezTo>
                    <a:cubicBezTo>
                      <a:pt x="335375" y="290764"/>
                      <a:pt x="334328" y="289145"/>
                      <a:pt x="334042" y="287335"/>
                    </a:cubicBezTo>
                    <a:cubicBezTo>
                      <a:pt x="333565" y="285525"/>
                      <a:pt x="334042" y="283715"/>
                      <a:pt x="334899" y="282382"/>
                    </a:cubicBezTo>
                    <a:cubicBezTo>
                      <a:pt x="342709" y="269999"/>
                      <a:pt x="348996" y="257045"/>
                      <a:pt x="353473" y="243520"/>
                    </a:cubicBezTo>
                    <a:cubicBezTo>
                      <a:pt x="353473" y="243329"/>
                      <a:pt x="353473" y="243329"/>
                      <a:pt x="353473" y="243329"/>
                    </a:cubicBezTo>
                    <a:cubicBezTo>
                      <a:pt x="354806" y="239996"/>
                      <a:pt x="358616" y="238186"/>
                      <a:pt x="362045" y="239329"/>
                    </a:cubicBezTo>
                    <a:cubicBezTo>
                      <a:pt x="364712" y="240186"/>
                      <a:pt x="366522" y="242663"/>
                      <a:pt x="366522" y="245806"/>
                    </a:cubicBezTo>
                    <a:cubicBezTo>
                      <a:pt x="366522" y="246282"/>
                      <a:pt x="366522" y="246949"/>
                      <a:pt x="366331" y="247616"/>
                    </a:cubicBezTo>
                    <a:lnTo>
                      <a:pt x="366331" y="247806"/>
                    </a:lnTo>
                    <a:lnTo>
                      <a:pt x="366141" y="247997"/>
                    </a:lnTo>
                    <a:cubicBezTo>
                      <a:pt x="361188" y="262570"/>
                      <a:pt x="354425" y="276762"/>
                      <a:pt x="346138" y="289526"/>
                    </a:cubicBezTo>
                    <a:cubicBezTo>
                      <a:pt x="344996" y="291621"/>
                      <a:pt x="342805" y="292764"/>
                      <a:pt x="340614" y="292764"/>
                    </a:cubicBezTo>
                    <a:close/>
                    <a:moveTo>
                      <a:pt x="17145" y="255712"/>
                    </a:moveTo>
                    <a:cubicBezTo>
                      <a:pt x="14478" y="255712"/>
                      <a:pt x="11716" y="253902"/>
                      <a:pt x="10858" y="251235"/>
                    </a:cubicBezTo>
                    <a:cubicBezTo>
                      <a:pt x="5715" y="236662"/>
                      <a:pt x="2286" y="221422"/>
                      <a:pt x="762" y="206087"/>
                    </a:cubicBezTo>
                    <a:cubicBezTo>
                      <a:pt x="762" y="204277"/>
                      <a:pt x="1238" y="202467"/>
                      <a:pt x="2381" y="201134"/>
                    </a:cubicBezTo>
                    <a:cubicBezTo>
                      <a:pt x="3524" y="199610"/>
                      <a:pt x="5334" y="198848"/>
                      <a:pt x="6858" y="198657"/>
                    </a:cubicBezTo>
                    <a:cubicBezTo>
                      <a:pt x="10668" y="198181"/>
                      <a:pt x="13811" y="200943"/>
                      <a:pt x="14288" y="204753"/>
                    </a:cubicBezTo>
                    <a:cubicBezTo>
                      <a:pt x="15621" y="219136"/>
                      <a:pt x="18764" y="233233"/>
                      <a:pt x="23717" y="246758"/>
                    </a:cubicBezTo>
                    <a:cubicBezTo>
                      <a:pt x="23908" y="247616"/>
                      <a:pt x="24194" y="248282"/>
                      <a:pt x="24194" y="249235"/>
                    </a:cubicBezTo>
                    <a:cubicBezTo>
                      <a:pt x="24003" y="251902"/>
                      <a:pt x="22193" y="254378"/>
                      <a:pt x="19717" y="255521"/>
                    </a:cubicBezTo>
                    <a:cubicBezTo>
                      <a:pt x="18669" y="255712"/>
                      <a:pt x="18002" y="255712"/>
                      <a:pt x="17145" y="255712"/>
                    </a:cubicBezTo>
                    <a:close/>
                    <a:moveTo>
                      <a:pt x="368808" y="208563"/>
                    </a:moveTo>
                    <a:cubicBezTo>
                      <a:pt x="368617" y="208563"/>
                      <a:pt x="368332" y="208563"/>
                      <a:pt x="368141" y="208563"/>
                    </a:cubicBezTo>
                    <a:cubicBezTo>
                      <a:pt x="364522" y="208087"/>
                      <a:pt x="361664" y="204944"/>
                      <a:pt x="362045" y="201134"/>
                    </a:cubicBezTo>
                    <a:cubicBezTo>
                      <a:pt x="362236" y="196657"/>
                      <a:pt x="362521" y="192180"/>
                      <a:pt x="362521" y="187894"/>
                    </a:cubicBezTo>
                    <a:cubicBezTo>
                      <a:pt x="362521" y="178274"/>
                      <a:pt x="361664" y="168368"/>
                      <a:pt x="360045" y="158081"/>
                    </a:cubicBezTo>
                    <a:cubicBezTo>
                      <a:pt x="359855" y="157890"/>
                      <a:pt x="359855" y="157414"/>
                      <a:pt x="359855" y="157223"/>
                    </a:cubicBezTo>
                    <a:cubicBezTo>
                      <a:pt x="359855" y="153890"/>
                      <a:pt x="362140" y="150937"/>
                      <a:pt x="365474" y="150461"/>
                    </a:cubicBezTo>
                    <a:cubicBezTo>
                      <a:pt x="369284" y="149794"/>
                      <a:pt x="372618" y="152270"/>
                      <a:pt x="373380" y="155795"/>
                    </a:cubicBezTo>
                    <a:cubicBezTo>
                      <a:pt x="375190" y="166367"/>
                      <a:pt x="376047" y="177131"/>
                      <a:pt x="376047" y="187894"/>
                    </a:cubicBezTo>
                    <a:cubicBezTo>
                      <a:pt x="376047" y="192371"/>
                      <a:pt x="375856" y="197324"/>
                      <a:pt x="375571" y="202277"/>
                    </a:cubicBezTo>
                    <a:cubicBezTo>
                      <a:pt x="375095" y="205896"/>
                      <a:pt x="372237" y="208563"/>
                      <a:pt x="368808" y="208563"/>
                    </a:cubicBezTo>
                    <a:close/>
                    <a:moveTo>
                      <a:pt x="6763" y="194847"/>
                    </a:moveTo>
                    <a:cubicBezTo>
                      <a:pt x="2953" y="194847"/>
                      <a:pt x="0" y="191704"/>
                      <a:pt x="0" y="187894"/>
                    </a:cubicBezTo>
                    <a:cubicBezTo>
                      <a:pt x="0" y="172368"/>
                      <a:pt x="1810" y="156938"/>
                      <a:pt x="5620" y="141888"/>
                    </a:cubicBezTo>
                    <a:cubicBezTo>
                      <a:pt x="6477" y="138269"/>
                      <a:pt x="10096" y="136078"/>
                      <a:pt x="13716" y="137221"/>
                    </a:cubicBezTo>
                    <a:cubicBezTo>
                      <a:pt x="15526" y="137411"/>
                      <a:pt x="17050" y="138554"/>
                      <a:pt x="18002" y="140174"/>
                    </a:cubicBezTo>
                    <a:cubicBezTo>
                      <a:pt x="18859" y="141698"/>
                      <a:pt x="19145" y="143507"/>
                      <a:pt x="18669" y="145317"/>
                    </a:cubicBezTo>
                    <a:cubicBezTo>
                      <a:pt x="15335" y="159224"/>
                      <a:pt x="13525" y="173606"/>
                      <a:pt x="13525" y="187989"/>
                    </a:cubicBezTo>
                    <a:cubicBezTo>
                      <a:pt x="13525" y="191704"/>
                      <a:pt x="10382" y="194847"/>
                      <a:pt x="6763" y="194847"/>
                    </a:cubicBezTo>
                    <a:close/>
                    <a:moveTo>
                      <a:pt x="353568" y="121028"/>
                    </a:moveTo>
                    <a:cubicBezTo>
                      <a:pt x="350901" y="121028"/>
                      <a:pt x="348615" y="119409"/>
                      <a:pt x="347472" y="117028"/>
                    </a:cubicBezTo>
                    <a:cubicBezTo>
                      <a:pt x="341662" y="103979"/>
                      <a:pt x="334232" y="91691"/>
                      <a:pt x="325279" y="79976"/>
                    </a:cubicBezTo>
                    <a:cubicBezTo>
                      <a:pt x="324421" y="78833"/>
                      <a:pt x="323755" y="77499"/>
                      <a:pt x="323755" y="76166"/>
                    </a:cubicBezTo>
                    <a:cubicBezTo>
                      <a:pt x="323755" y="73880"/>
                      <a:pt x="324612" y="71879"/>
                      <a:pt x="326422" y="70546"/>
                    </a:cubicBezTo>
                    <a:cubicBezTo>
                      <a:pt x="329089" y="68260"/>
                      <a:pt x="333565" y="68927"/>
                      <a:pt x="335852" y="71689"/>
                    </a:cubicBezTo>
                    <a:cubicBezTo>
                      <a:pt x="345472" y="84071"/>
                      <a:pt x="353568" y="97502"/>
                      <a:pt x="359855" y="111694"/>
                    </a:cubicBezTo>
                    <a:cubicBezTo>
                      <a:pt x="361188" y="114837"/>
                      <a:pt x="359855" y="118838"/>
                      <a:pt x="356235" y="120457"/>
                    </a:cubicBezTo>
                    <a:cubicBezTo>
                      <a:pt x="355568" y="120743"/>
                      <a:pt x="354425" y="121028"/>
                      <a:pt x="353568" y="121028"/>
                    </a:cubicBezTo>
                    <a:close/>
                    <a:moveTo>
                      <a:pt x="28384" y="108646"/>
                    </a:moveTo>
                    <a:cubicBezTo>
                      <a:pt x="27527" y="108646"/>
                      <a:pt x="26384" y="108170"/>
                      <a:pt x="25241" y="107789"/>
                    </a:cubicBezTo>
                    <a:cubicBezTo>
                      <a:pt x="23050" y="106646"/>
                      <a:pt x="21622" y="104455"/>
                      <a:pt x="21622" y="101978"/>
                    </a:cubicBezTo>
                    <a:cubicBezTo>
                      <a:pt x="21622" y="100645"/>
                      <a:pt x="22098" y="99692"/>
                      <a:pt x="22479" y="98645"/>
                    </a:cubicBezTo>
                    <a:cubicBezTo>
                      <a:pt x="29908" y="84929"/>
                      <a:pt x="38862" y="72356"/>
                      <a:pt x="49435" y="60926"/>
                    </a:cubicBezTo>
                    <a:cubicBezTo>
                      <a:pt x="51911" y="58259"/>
                      <a:pt x="56388" y="57973"/>
                      <a:pt x="58864" y="60449"/>
                    </a:cubicBezTo>
                    <a:cubicBezTo>
                      <a:pt x="60198" y="61592"/>
                      <a:pt x="61150" y="63402"/>
                      <a:pt x="61150" y="65212"/>
                    </a:cubicBezTo>
                    <a:cubicBezTo>
                      <a:pt x="61341" y="67022"/>
                      <a:pt x="60674" y="68831"/>
                      <a:pt x="59341" y="70165"/>
                    </a:cubicBezTo>
                    <a:cubicBezTo>
                      <a:pt x="49721" y="80452"/>
                      <a:pt x="41434" y="92358"/>
                      <a:pt x="34385" y="105217"/>
                    </a:cubicBezTo>
                    <a:cubicBezTo>
                      <a:pt x="33242" y="107312"/>
                      <a:pt x="30766" y="108646"/>
                      <a:pt x="28384" y="108646"/>
                    </a:cubicBezTo>
                    <a:close/>
                    <a:moveTo>
                      <a:pt x="298609" y="51020"/>
                    </a:moveTo>
                    <a:cubicBezTo>
                      <a:pt x="297275" y="51020"/>
                      <a:pt x="295942" y="50543"/>
                      <a:pt x="294513" y="49686"/>
                    </a:cubicBezTo>
                    <a:cubicBezTo>
                      <a:pt x="283273" y="40923"/>
                      <a:pt x="270700" y="33494"/>
                      <a:pt x="257461" y="27683"/>
                    </a:cubicBezTo>
                    <a:cubicBezTo>
                      <a:pt x="254984" y="26826"/>
                      <a:pt x="253365" y="24350"/>
                      <a:pt x="253365" y="21587"/>
                    </a:cubicBezTo>
                    <a:cubicBezTo>
                      <a:pt x="253365" y="20730"/>
                      <a:pt x="253651" y="19778"/>
                      <a:pt x="253841" y="18920"/>
                    </a:cubicBezTo>
                    <a:cubicBezTo>
                      <a:pt x="255461" y="15587"/>
                      <a:pt x="259461" y="13967"/>
                      <a:pt x="262795" y="15301"/>
                    </a:cubicBezTo>
                    <a:cubicBezTo>
                      <a:pt x="276892" y="21587"/>
                      <a:pt x="290417" y="29398"/>
                      <a:pt x="302705" y="39113"/>
                    </a:cubicBezTo>
                    <a:cubicBezTo>
                      <a:pt x="305657" y="41304"/>
                      <a:pt x="306038" y="45400"/>
                      <a:pt x="304038" y="48543"/>
                    </a:cubicBezTo>
                    <a:cubicBezTo>
                      <a:pt x="302800" y="50067"/>
                      <a:pt x="300799" y="51020"/>
                      <a:pt x="298609" y="51020"/>
                    </a:cubicBezTo>
                    <a:close/>
                    <a:moveTo>
                      <a:pt x="88487" y="43114"/>
                    </a:moveTo>
                    <a:cubicBezTo>
                      <a:pt x="86296" y="43114"/>
                      <a:pt x="84201" y="41971"/>
                      <a:pt x="82867" y="40161"/>
                    </a:cubicBezTo>
                    <a:cubicBezTo>
                      <a:pt x="82201" y="39018"/>
                      <a:pt x="81724" y="37685"/>
                      <a:pt x="81724" y="36351"/>
                    </a:cubicBezTo>
                    <a:cubicBezTo>
                      <a:pt x="81724" y="34065"/>
                      <a:pt x="82867" y="31874"/>
                      <a:pt x="84868" y="30731"/>
                    </a:cubicBezTo>
                    <a:cubicBezTo>
                      <a:pt x="97631" y="22159"/>
                      <a:pt x="111823" y="15206"/>
                      <a:pt x="126397" y="10062"/>
                    </a:cubicBezTo>
                    <a:cubicBezTo>
                      <a:pt x="129921" y="8919"/>
                      <a:pt x="133826" y="10919"/>
                      <a:pt x="134969" y="14348"/>
                    </a:cubicBezTo>
                    <a:cubicBezTo>
                      <a:pt x="136303" y="17968"/>
                      <a:pt x="134493" y="21778"/>
                      <a:pt x="130873" y="22921"/>
                    </a:cubicBezTo>
                    <a:cubicBezTo>
                      <a:pt x="117157" y="27588"/>
                      <a:pt x="104204" y="34160"/>
                      <a:pt x="92297" y="41971"/>
                    </a:cubicBezTo>
                    <a:cubicBezTo>
                      <a:pt x="91154" y="42638"/>
                      <a:pt x="89821" y="43114"/>
                      <a:pt x="88487" y="43114"/>
                    </a:cubicBezTo>
                    <a:close/>
                    <a:moveTo>
                      <a:pt x="217170" y="15777"/>
                    </a:moveTo>
                    <a:cubicBezTo>
                      <a:pt x="216884" y="15777"/>
                      <a:pt x="216503" y="15777"/>
                      <a:pt x="216313" y="15777"/>
                    </a:cubicBezTo>
                    <a:cubicBezTo>
                      <a:pt x="202406" y="13301"/>
                      <a:pt x="188214" y="12824"/>
                      <a:pt x="173260" y="13967"/>
                    </a:cubicBezTo>
                    <a:cubicBezTo>
                      <a:pt x="172974" y="14158"/>
                      <a:pt x="172974" y="13967"/>
                      <a:pt x="172974" y="13967"/>
                    </a:cubicBezTo>
                    <a:cubicBezTo>
                      <a:pt x="169354" y="14444"/>
                      <a:pt x="166211" y="11491"/>
                      <a:pt x="165830" y="7871"/>
                    </a:cubicBezTo>
                    <a:cubicBezTo>
                      <a:pt x="165830" y="7681"/>
                      <a:pt x="165830" y="7395"/>
                      <a:pt x="165830" y="7205"/>
                    </a:cubicBezTo>
                    <a:cubicBezTo>
                      <a:pt x="165830" y="3871"/>
                      <a:pt x="168497" y="918"/>
                      <a:pt x="171926" y="728"/>
                    </a:cubicBezTo>
                    <a:lnTo>
                      <a:pt x="172117" y="728"/>
                    </a:lnTo>
                    <a:lnTo>
                      <a:pt x="172117" y="728"/>
                    </a:lnTo>
                    <a:cubicBezTo>
                      <a:pt x="188023" y="-606"/>
                      <a:pt x="203073" y="-130"/>
                      <a:pt x="218408" y="2347"/>
                    </a:cubicBezTo>
                    <a:cubicBezTo>
                      <a:pt x="222028" y="3014"/>
                      <a:pt x="224695" y="6347"/>
                      <a:pt x="224028" y="10253"/>
                    </a:cubicBezTo>
                    <a:cubicBezTo>
                      <a:pt x="223361" y="13301"/>
                      <a:pt x="220504" y="15777"/>
                      <a:pt x="217170" y="15777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88dc717-246a-42d7-8c08-cd1171d154c2" id="100" name="任意多边形: 形状 99">
                <a:extLst>
                  <a:ext uri="{FF2B5EF4-FFF2-40B4-BE49-F238E27FC236}">
                    <a16:creationId id="{921A0B34-054B-E167-9C93-091109B68650}"/>
                  </a:ext>
                </a:extLst>
              </p:cNvPr>
              <p:cNvSpPr/>
              <p:nvPr/>
            </p:nvSpPr>
            <p:spPr>
              <a:xfrm flipV="false" flipH="false">
                <a:off x="3798430" y="2690370"/>
                <a:ext cx="120513" cy="120514"/>
              </a:xfrm>
              <a:custGeom>
                <a:avLst/>
                <a:gdLst>
                  <a:gd fmla="*/ 0 w 174878" name="connsiteX0"/>
                  <a:gd fmla="*/ 87440 h 174879" name="connsiteY0"/>
                  <a:gd fmla="*/ 87535 w 174878" name="connsiteX1"/>
                  <a:gd fmla="*/ 0 h 174879" name="connsiteY1"/>
                  <a:gd fmla="*/ 174879 w 174878" name="connsiteX2"/>
                  <a:gd fmla="*/ 87440 h 174879" name="connsiteY2"/>
                  <a:gd fmla="*/ 87535 w 174878" name="connsiteX3"/>
                  <a:gd fmla="*/ 174879 h 174879" name="connsiteY3"/>
                  <a:gd fmla="*/ 0 w 174878" name="connsiteX4"/>
                  <a:gd fmla="*/ 87440 h 174879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74879" w="174878">
                    <a:moveTo>
                      <a:pt x="0" y="87440"/>
                    </a:moveTo>
                    <a:cubicBezTo>
                      <a:pt x="0" y="39148"/>
                      <a:pt x="39053" y="0"/>
                      <a:pt x="87535" y="0"/>
                    </a:cubicBezTo>
                    <a:cubicBezTo>
                      <a:pt x="135827" y="0"/>
                      <a:pt x="174879" y="39148"/>
                      <a:pt x="174879" y="87440"/>
                    </a:cubicBezTo>
                    <a:cubicBezTo>
                      <a:pt x="174879" y="135731"/>
                      <a:pt x="135827" y="174879"/>
                      <a:pt x="87535" y="174879"/>
                    </a:cubicBezTo>
                    <a:cubicBezTo>
                      <a:pt x="39053" y="174879"/>
                      <a:pt x="0" y="135731"/>
                      <a:pt x="0" y="87440"/>
                    </a:cubicBezTo>
                    <a:close/>
                  </a:path>
                </a:pathLst>
              </a:custGeom>
              <a:solidFill>
                <a:srgbClr val="C49313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66e1e2b-5bdf-49e5-885f-06568ae24f3f" id="92" name="任意多边形: 形状 91">
                <a:extLst>
                  <a:ext uri="{FF2B5EF4-FFF2-40B4-BE49-F238E27FC236}">
                    <a16:creationId id="{4502549E-B14B-6D36-D6EE-FE013A36FF97}"/>
                  </a:ext>
                </a:extLst>
              </p:cNvPr>
              <p:cNvSpPr/>
              <p:nvPr/>
            </p:nvSpPr>
            <p:spPr>
              <a:xfrm flipV="false" flipH="false">
                <a:off x="4028956" y="4266894"/>
                <a:ext cx="64983" cy="64983"/>
              </a:xfrm>
              <a:custGeom>
                <a:avLst/>
                <a:gdLst>
                  <a:gd fmla="*/ 0 w 94297" name="connsiteX0"/>
                  <a:gd fmla="*/ 47149 h 94297" name="connsiteY0"/>
                  <a:gd fmla="*/ 47149 w 94297" name="connsiteX1"/>
                  <a:gd fmla="*/ 0 h 94297" name="connsiteY1"/>
                  <a:gd fmla="*/ 94297 w 94297" name="connsiteX2"/>
                  <a:gd fmla="*/ 47149 h 94297" name="connsiteY2"/>
                  <a:gd fmla="*/ 47149 w 94297" name="connsiteX3"/>
                  <a:gd fmla="*/ 94297 h 94297" name="connsiteY3"/>
                  <a:gd fmla="*/ 0 w 94297" name="connsiteX4"/>
                  <a:gd fmla="*/ 47149 h 94297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94297" w="94297">
                    <a:moveTo>
                      <a:pt x="0" y="47149"/>
                    </a:moveTo>
                    <a:cubicBezTo>
                      <a:pt x="0" y="21146"/>
                      <a:pt x="21050" y="0"/>
                      <a:pt x="47149" y="0"/>
                    </a:cubicBezTo>
                    <a:cubicBezTo>
                      <a:pt x="73247" y="0"/>
                      <a:pt x="94297" y="21146"/>
                      <a:pt x="94297" y="47149"/>
                    </a:cubicBezTo>
                    <a:cubicBezTo>
                      <a:pt x="94297" y="73152"/>
                      <a:pt x="73152" y="94297"/>
                      <a:pt x="47149" y="94297"/>
                    </a:cubicBezTo>
                    <a:cubicBezTo>
                      <a:pt x="21146" y="94297"/>
                      <a:pt x="0" y="73247"/>
                      <a:pt x="0" y="47149"/>
                    </a:cubicBezTo>
                    <a:close/>
                  </a:path>
                </a:pathLst>
              </a:custGeom>
              <a:solidFill>
                <a:srgbClr val="728EE1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71fb598-568f-4a1a-b703-97a1878673f0" id="97" name="任意多边形: 形状 96">
                <a:extLst>
                  <a:ext uri="{FF2B5EF4-FFF2-40B4-BE49-F238E27FC236}">
                    <a16:creationId id="{53AF99E9-7FE8-506D-7FB8-28B63AB7456E}"/>
                  </a:ext>
                </a:extLst>
              </p:cNvPr>
              <p:cNvSpPr/>
              <p:nvPr/>
            </p:nvSpPr>
            <p:spPr>
              <a:xfrm flipV="false" flipH="false">
                <a:off x="2483543" y="5870986"/>
                <a:ext cx="121892" cy="122482"/>
              </a:xfrm>
              <a:custGeom>
                <a:avLst/>
                <a:gdLst>
                  <a:gd fmla="*/ 88964 w 176879" name="connsiteX0"/>
                  <a:gd fmla="*/ 177737 h 177736" name="connsiteY0"/>
                  <a:gd fmla="*/ 70771 w 176879" name="connsiteX1"/>
                  <a:gd fmla="*/ 175927 h 177736" name="connsiteY1"/>
                  <a:gd fmla="*/ 66485 w 176879" name="connsiteX2"/>
                  <a:gd fmla="*/ 172974 h 177736" name="connsiteY2"/>
                  <a:gd fmla="*/ 65342 w 176879" name="connsiteX3"/>
                  <a:gd fmla="*/ 167830 h 177736" name="connsiteY3"/>
                  <a:gd fmla="*/ 73438 w 176879" name="connsiteX4"/>
                  <a:gd fmla="*/ 162687 h 177736" name="connsiteY4"/>
                  <a:gd fmla="*/ 114110 w 176879" name="connsiteX5"/>
                  <a:gd fmla="*/ 160020 h 177736" name="connsiteY5"/>
                  <a:gd fmla="*/ 122682 w 176879" name="connsiteX6"/>
                  <a:gd fmla="*/ 164021 h 177736" name="connsiteY6"/>
                  <a:gd fmla="*/ 123158 w 176879" name="connsiteX7"/>
                  <a:gd fmla="*/ 166307 h 177736" name="connsiteY7"/>
                  <a:gd fmla="*/ 118682 w 176879" name="connsiteX8"/>
                  <a:gd fmla="*/ 172593 h 177736" name="connsiteY8"/>
                  <a:gd fmla="*/ 88964 w 176879" name="connsiteX9"/>
                  <a:gd fmla="*/ 177737 h 177736" name="connsiteY9"/>
                  <a:gd fmla="*/ 32861 w 176879" name="connsiteX10"/>
                  <a:gd fmla="*/ 155543 h 177736" name="connsiteY10"/>
                  <a:gd fmla="*/ 28194 w 176879" name="connsiteX11"/>
                  <a:gd fmla="*/ 153734 h 177736" name="connsiteY11"/>
                  <a:gd fmla="*/ 3239 w 176879" name="connsiteX12"/>
                  <a:gd fmla="*/ 112681 h 177736" name="connsiteY12"/>
                  <a:gd fmla="*/ 3905 w 176879" name="connsiteX13"/>
                  <a:gd fmla="*/ 107728 h 177736" name="connsiteY13"/>
                  <a:gd fmla="*/ 7906 w 176879" name="connsiteX14"/>
                  <a:gd fmla="*/ 104585 h 177736" name="connsiteY14"/>
                  <a:gd fmla="*/ 16193 w 176879" name="connsiteX15"/>
                  <a:gd fmla="*/ 109061 h 177736" name="connsiteY15"/>
                  <a:gd fmla="*/ 37338 w 176879" name="connsiteX16"/>
                  <a:gd fmla="*/ 143828 h 177736" name="connsiteY16"/>
                  <a:gd fmla="*/ 39529 w 176879" name="connsiteX17"/>
                  <a:gd fmla="*/ 148971 h 177736" name="connsiteY17"/>
                  <a:gd fmla="*/ 37719 w 176879" name="connsiteX18"/>
                  <a:gd fmla="*/ 153448 h 177736" name="connsiteY18"/>
                  <a:gd fmla="*/ 32861 w 176879" name="connsiteX19"/>
                  <a:gd fmla="*/ 155543 h 177736" name="connsiteY19"/>
                  <a:gd fmla="*/ 152495 w 176879" name="connsiteX20"/>
                  <a:gd fmla="*/ 147447 h 177736" name="connsiteY20"/>
                  <a:gd fmla="*/ 148400 w 176879" name="connsiteX21"/>
                  <a:gd fmla="*/ 146114 h 177736" name="connsiteY21"/>
                  <a:gd fmla="*/ 147257 w 176879" name="connsiteX22"/>
                  <a:gd fmla="*/ 136493 h 177736" name="connsiteY22"/>
                  <a:gd fmla="*/ 163640 w 176879" name="connsiteX23"/>
                  <a:gd fmla="*/ 99251 h 177736" name="connsiteY23"/>
                  <a:gd fmla="*/ 171069 w 176879" name="connsiteX24"/>
                  <a:gd fmla="*/ 93440 h 177736" name="connsiteY24"/>
                  <a:gd fmla="*/ 176879 w 176879" name="connsiteX25"/>
                  <a:gd fmla="*/ 100203 h 177736" name="connsiteY25"/>
                  <a:gd fmla="*/ 176879 w 176879" name="connsiteX26"/>
                  <a:gd fmla="*/ 101061 h 177736" name="connsiteY26"/>
                  <a:gd fmla="*/ 157829 w 176879" name="connsiteX27"/>
                  <a:gd fmla="*/ 145066 h 177736" name="connsiteY27"/>
                  <a:gd fmla="*/ 152495 w 176879" name="connsiteX28"/>
                  <a:gd fmla="*/ 147447 h 177736" name="connsiteY28"/>
                  <a:gd fmla="*/ 6763 w 176879" name="connsiteX29"/>
                  <a:gd fmla="*/ 95536 h 177736" name="connsiteY29"/>
                  <a:gd fmla="*/ 0 w 176879" name="connsiteX30"/>
                  <a:gd fmla="*/ 88773 h 177736" name="connsiteY30"/>
                  <a:gd fmla="*/ 12764 w 176879" name="connsiteX31"/>
                  <a:gd fmla="*/ 42577 h 177736" name="connsiteY31"/>
                  <a:gd fmla="*/ 22193 w 176879" name="connsiteX32"/>
                  <a:gd fmla="*/ 40386 h 177736" name="connsiteY32"/>
                  <a:gd fmla="*/ 25146 w 176879" name="connsiteX33"/>
                  <a:gd fmla="*/ 44672 h 177736" name="connsiteY33"/>
                  <a:gd fmla="*/ 24479 w 176879" name="connsiteX34"/>
                  <a:gd fmla="*/ 49816 h 177736" name="connsiteY34"/>
                  <a:gd fmla="*/ 13525 w 176879" name="connsiteX35"/>
                  <a:gd fmla="*/ 88868 h 177736" name="connsiteY35"/>
                  <a:gd fmla="*/ 6763 w 176879" name="connsiteX36"/>
                  <a:gd fmla="*/ 95536 h 177736" name="connsiteY36"/>
                  <a:gd fmla="*/ 164306 w 176879" name="connsiteX37"/>
                  <a:gd fmla="*/ 63055 h 177736" name="connsiteY37"/>
                  <a:gd fmla="*/ 158020 w 176879" name="connsiteX38"/>
                  <a:gd fmla="*/ 59055 h 177736" name="connsiteY38"/>
                  <a:gd fmla="*/ 132398 w 176879" name="connsiteX39"/>
                  <a:gd fmla="*/ 27432 h 177736" name="connsiteY39"/>
                  <a:gd fmla="*/ 129445 w 176879" name="connsiteX40"/>
                  <a:gd fmla="*/ 21813 h 177736" name="connsiteY40"/>
                  <a:gd fmla="*/ 130588 w 176879" name="connsiteX41"/>
                  <a:gd fmla="*/ 18002 h 177736" name="connsiteY41"/>
                  <a:gd fmla="*/ 140018 w 176879" name="connsiteX42"/>
                  <a:gd fmla="*/ 16383 h 177736" name="connsiteY42"/>
                  <a:gd fmla="*/ 170307 w 176879" name="connsiteX43"/>
                  <a:gd fmla="*/ 53626 h 177736" name="connsiteY43"/>
                  <a:gd fmla="*/ 170498 w 176879" name="connsiteX44"/>
                  <a:gd fmla="*/ 58579 h 177736" name="connsiteY44"/>
                  <a:gd fmla="*/ 166688 w 176879" name="connsiteX45"/>
                  <a:gd fmla="*/ 62389 h 177736" name="connsiteY45"/>
                  <a:gd fmla="*/ 164306 w 176879" name="connsiteX46"/>
                  <a:gd fmla="*/ 63055 h 177736" name="connsiteY46"/>
                  <a:gd fmla="*/ 51245 w 176879" name="connsiteX47"/>
                  <a:gd fmla="*/ 22670 h 177736" name="connsiteY47"/>
                  <a:gd fmla="*/ 45149 w 176879" name="connsiteX48"/>
                  <a:gd fmla="*/ 19050 h 177736" name="connsiteY48"/>
                  <a:gd fmla="*/ 44482 w 176879" name="connsiteX49"/>
                  <a:gd fmla="*/ 15907 h 177736" name="connsiteY49"/>
                  <a:gd fmla="*/ 48101 w 176879" name="connsiteX50"/>
                  <a:gd fmla="*/ 10096 h 177736" name="connsiteY50"/>
                  <a:gd fmla="*/ 88964 w 176879" name="connsiteX51"/>
                  <a:gd fmla="*/ 0 h 177736" name="connsiteY51"/>
                  <a:gd fmla="*/ 94964 w 176879" name="connsiteX52"/>
                  <a:gd fmla="*/ 191 h 177736" name="connsiteY52"/>
                  <a:gd fmla="*/ 101251 w 176879" name="connsiteX53"/>
                  <a:gd fmla="*/ 7334 h 177736" name="connsiteY53"/>
                  <a:gd fmla="*/ 94012 w 176879" name="connsiteX54"/>
                  <a:gd fmla="*/ 13621 h 177736" name="connsiteY54"/>
                  <a:gd fmla="*/ 54102 w 176879" name="connsiteX55"/>
                  <a:gd fmla="*/ 21908 h 177736" name="connsiteY55"/>
                  <a:gd fmla="*/ 53816 w 176879" name="connsiteX56"/>
                  <a:gd fmla="*/ 21908 h 177736" name="connsiteY56"/>
                  <a:gd fmla="*/ 51245 w 176879" name="connsiteX57"/>
                  <a:gd fmla="*/ 22670 h 177736" name="connsiteY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b="b" l="l" r="r" t="t"/>
                <a:pathLst>
                  <a:path h="177736" w="176879">
                    <a:moveTo>
                      <a:pt x="88964" y="177737"/>
                    </a:moveTo>
                    <a:cubicBezTo>
                      <a:pt x="82868" y="177737"/>
                      <a:pt x="76581" y="177070"/>
                      <a:pt x="70771" y="175927"/>
                    </a:cubicBezTo>
                    <a:cubicBezTo>
                      <a:pt x="68961" y="175451"/>
                      <a:pt x="67628" y="174593"/>
                      <a:pt x="66485" y="172974"/>
                    </a:cubicBezTo>
                    <a:cubicBezTo>
                      <a:pt x="65627" y="171450"/>
                      <a:pt x="65151" y="169640"/>
                      <a:pt x="65342" y="167830"/>
                    </a:cubicBezTo>
                    <a:cubicBezTo>
                      <a:pt x="66199" y="164211"/>
                      <a:pt x="69818" y="161735"/>
                      <a:pt x="73438" y="162687"/>
                    </a:cubicBezTo>
                    <a:cubicBezTo>
                      <a:pt x="87154" y="165640"/>
                      <a:pt x="101251" y="164497"/>
                      <a:pt x="114110" y="160020"/>
                    </a:cubicBezTo>
                    <a:cubicBezTo>
                      <a:pt x="117443" y="158687"/>
                      <a:pt x="121539" y="160687"/>
                      <a:pt x="122682" y="164021"/>
                    </a:cubicBezTo>
                    <a:cubicBezTo>
                      <a:pt x="123158" y="164688"/>
                      <a:pt x="123158" y="165640"/>
                      <a:pt x="123158" y="166307"/>
                    </a:cubicBezTo>
                    <a:cubicBezTo>
                      <a:pt x="123158" y="169259"/>
                      <a:pt x="121349" y="171641"/>
                      <a:pt x="118682" y="172593"/>
                    </a:cubicBezTo>
                    <a:cubicBezTo>
                      <a:pt x="109157" y="175927"/>
                      <a:pt x="99250" y="177737"/>
                      <a:pt x="88964" y="177737"/>
                    </a:cubicBezTo>
                    <a:close/>
                    <a:moveTo>
                      <a:pt x="32861" y="155543"/>
                    </a:moveTo>
                    <a:cubicBezTo>
                      <a:pt x="31052" y="155543"/>
                      <a:pt x="29528" y="154877"/>
                      <a:pt x="28194" y="153734"/>
                    </a:cubicBezTo>
                    <a:cubicBezTo>
                      <a:pt x="16288" y="142494"/>
                      <a:pt x="7811" y="128397"/>
                      <a:pt x="3239" y="112681"/>
                    </a:cubicBezTo>
                    <a:cubicBezTo>
                      <a:pt x="2762" y="111157"/>
                      <a:pt x="3048" y="109347"/>
                      <a:pt x="3905" y="107728"/>
                    </a:cubicBezTo>
                    <a:cubicBezTo>
                      <a:pt x="4763" y="106109"/>
                      <a:pt x="6096" y="105061"/>
                      <a:pt x="7906" y="104585"/>
                    </a:cubicBezTo>
                    <a:cubicBezTo>
                      <a:pt x="11525" y="103442"/>
                      <a:pt x="15335" y="105728"/>
                      <a:pt x="16193" y="109061"/>
                    </a:cubicBezTo>
                    <a:cubicBezTo>
                      <a:pt x="20003" y="122301"/>
                      <a:pt x="27242" y="134398"/>
                      <a:pt x="37338" y="143828"/>
                    </a:cubicBezTo>
                    <a:cubicBezTo>
                      <a:pt x="38862" y="145161"/>
                      <a:pt x="39529" y="146971"/>
                      <a:pt x="39529" y="148971"/>
                    </a:cubicBezTo>
                    <a:cubicBezTo>
                      <a:pt x="39529" y="150495"/>
                      <a:pt x="38862" y="152115"/>
                      <a:pt x="37719" y="153448"/>
                    </a:cubicBezTo>
                    <a:cubicBezTo>
                      <a:pt x="36386" y="154781"/>
                      <a:pt x="34576" y="155543"/>
                      <a:pt x="32861" y="155543"/>
                    </a:cubicBezTo>
                    <a:close/>
                    <a:moveTo>
                      <a:pt x="152495" y="147447"/>
                    </a:moveTo>
                    <a:cubicBezTo>
                      <a:pt x="150876" y="147447"/>
                      <a:pt x="149543" y="146971"/>
                      <a:pt x="148400" y="146114"/>
                    </a:cubicBezTo>
                    <a:cubicBezTo>
                      <a:pt x="145447" y="143637"/>
                      <a:pt x="145066" y="139351"/>
                      <a:pt x="147257" y="136493"/>
                    </a:cubicBezTo>
                    <a:cubicBezTo>
                      <a:pt x="156020" y="125921"/>
                      <a:pt x="161639" y="112967"/>
                      <a:pt x="163640" y="99251"/>
                    </a:cubicBezTo>
                    <a:cubicBezTo>
                      <a:pt x="164116" y="95631"/>
                      <a:pt x="167450" y="92964"/>
                      <a:pt x="171069" y="93440"/>
                    </a:cubicBezTo>
                    <a:cubicBezTo>
                      <a:pt x="174403" y="93917"/>
                      <a:pt x="176879" y="96774"/>
                      <a:pt x="176879" y="100203"/>
                    </a:cubicBezTo>
                    <a:cubicBezTo>
                      <a:pt x="176879" y="100394"/>
                      <a:pt x="176879" y="100870"/>
                      <a:pt x="176879" y="101061"/>
                    </a:cubicBezTo>
                    <a:cubicBezTo>
                      <a:pt x="174593" y="117253"/>
                      <a:pt x="168116" y="132493"/>
                      <a:pt x="157829" y="145066"/>
                    </a:cubicBezTo>
                    <a:cubicBezTo>
                      <a:pt x="156496" y="146495"/>
                      <a:pt x="154496" y="147447"/>
                      <a:pt x="152495" y="147447"/>
                    </a:cubicBezTo>
                    <a:close/>
                    <a:moveTo>
                      <a:pt x="6763" y="95536"/>
                    </a:moveTo>
                    <a:cubicBezTo>
                      <a:pt x="2953" y="95536"/>
                      <a:pt x="0" y="92583"/>
                      <a:pt x="0" y="88773"/>
                    </a:cubicBezTo>
                    <a:cubicBezTo>
                      <a:pt x="0" y="72390"/>
                      <a:pt x="4477" y="56484"/>
                      <a:pt x="12764" y="42577"/>
                    </a:cubicBezTo>
                    <a:cubicBezTo>
                      <a:pt x="14764" y="39624"/>
                      <a:pt x="19050" y="38577"/>
                      <a:pt x="22193" y="40386"/>
                    </a:cubicBezTo>
                    <a:cubicBezTo>
                      <a:pt x="23717" y="41529"/>
                      <a:pt x="24670" y="42863"/>
                      <a:pt x="25146" y="44672"/>
                    </a:cubicBezTo>
                    <a:cubicBezTo>
                      <a:pt x="25622" y="46482"/>
                      <a:pt x="25337" y="48292"/>
                      <a:pt x="24479" y="49816"/>
                    </a:cubicBezTo>
                    <a:cubicBezTo>
                      <a:pt x="17336" y="61532"/>
                      <a:pt x="13525" y="75152"/>
                      <a:pt x="13525" y="88868"/>
                    </a:cubicBezTo>
                    <a:cubicBezTo>
                      <a:pt x="13525" y="92679"/>
                      <a:pt x="10382" y="95536"/>
                      <a:pt x="6763" y="95536"/>
                    </a:cubicBezTo>
                    <a:close/>
                    <a:moveTo>
                      <a:pt x="164306" y="63055"/>
                    </a:moveTo>
                    <a:cubicBezTo>
                      <a:pt x="161639" y="63055"/>
                      <a:pt x="159163" y="61532"/>
                      <a:pt x="158020" y="59055"/>
                    </a:cubicBezTo>
                    <a:cubicBezTo>
                      <a:pt x="152400" y="46292"/>
                      <a:pt x="143637" y="35243"/>
                      <a:pt x="132398" y="27432"/>
                    </a:cubicBezTo>
                    <a:cubicBezTo>
                      <a:pt x="130397" y="26099"/>
                      <a:pt x="129445" y="24099"/>
                      <a:pt x="129445" y="21813"/>
                    </a:cubicBezTo>
                    <a:cubicBezTo>
                      <a:pt x="129445" y="20479"/>
                      <a:pt x="129921" y="19145"/>
                      <a:pt x="130588" y="18002"/>
                    </a:cubicBezTo>
                    <a:cubicBezTo>
                      <a:pt x="132874" y="15050"/>
                      <a:pt x="137065" y="14383"/>
                      <a:pt x="140018" y="16383"/>
                    </a:cubicBezTo>
                    <a:cubicBezTo>
                      <a:pt x="153448" y="25813"/>
                      <a:pt x="163830" y="38577"/>
                      <a:pt x="170307" y="53626"/>
                    </a:cubicBezTo>
                    <a:cubicBezTo>
                      <a:pt x="170974" y="55150"/>
                      <a:pt x="170974" y="56960"/>
                      <a:pt x="170498" y="58579"/>
                    </a:cubicBezTo>
                    <a:cubicBezTo>
                      <a:pt x="169831" y="60389"/>
                      <a:pt x="168497" y="61722"/>
                      <a:pt x="166688" y="62389"/>
                    </a:cubicBezTo>
                    <a:cubicBezTo>
                      <a:pt x="166116" y="62770"/>
                      <a:pt x="165259" y="63055"/>
                      <a:pt x="164306" y="63055"/>
                    </a:cubicBezTo>
                    <a:close/>
                    <a:moveTo>
                      <a:pt x="51245" y="22670"/>
                    </a:moveTo>
                    <a:cubicBezTo>
                      <a:pt x="48578" y="22670"/>
                      <a:pt x="46292" y="21336"/>
                      <a:pt x="45149" y="19050"/>
                    </a:cubicBezTo>
                    <a:cubicBezTo>
                      <a:pt x="44672" y="18193"/>
                      <a:pt x="44482" y="17050"/>
                      <a:pt x="44482" y="15907"/>
                    </a:cubicBezTo>
                    <a:cubicBezTo>
                      <a:pt x="44482" y="13431"/>
                      <a:pt x="45815" y="11240"/>
                      <a:pt x="48101" y="10096"/>
                    </a:cubicBezTo>
                    <a:cubicBezTo>
                      <a:pt x="60674" y="3620"/>
                      <a:pt x="74867" y="0"/>
                      <a:pt x="88964" y="0"/>
                    </a:cubicBezTo>
                    <a:cubicBezTo>
                      <a:pt x="90773" y="0"/>
                      <a:pt x="92774" y="191"/>
                      <a:pt x="94964" y="191"/>
                    </a:cubicBezTo>
                    <a:cubicBezTo>
                      <a:pt x="98584" y="381"/>
                      <a:pt x="101441" y="3810"/>
                      <a:pt x="101251" y="7334"/>
                    </a:cubicBezTo>
                    <a:cubicBezTo>
                      <a:pt x="101060" y="11145"/>
                      <a:pt x="97631" y="13431"/>
                      <a:pt x="94012" y="13621"/>
                    </a:cubicBezTo>
                    <a:cubicBezTo>
                      <a:pt x="80582" y="12954"/>
                      <a:pt x="66199" y="15621"/>
                      <a:pt x="54102" y="21908"/>
                    </a:cubicBezTo>
                    <a:cubicBezTo>
                      <a:pt x="54102" y="21908"/>
                      <a:pt x="54102" y="21908"/>
                      <a:pt x="53816" y="21908"/>
                    </a:cubicBezTo>
                    <a:cubicBezTo>
                      <a:pt x="52959" y="22384"/>
                      <a:pt x="52102" y="22670"/>
                      <a:pt x="51245" y="22670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c3d5dc1-6514-4771-9004-e06590948701" id="98" name="任意多边形: 形状 97">
                <a:extLst>
                  <a:ext uri="{FF2B5EF4-FFF2-40B4-BE49-F238E27FC236}">
                    <a16:creationId id="{BA08B022-F8B5-3DD8-1317-76D1DAEE0D94}"/>
                  </a:ext>
                </a:extLst>
              </p:cNvPr>
              <p:cNvSpPr/>
              <p:nvPr/>
            </p:nvSpPr>
            <p:spPr>
              <a:xfrm flipV="false" flipH="false">
                <a:off x="2516691" y="5904134"/>
                <a:ext cx="56187" cy="56187"/>
              </a:xfrm>
              <a:custGeom>
                <a:avLst/>
                <a:gdLst>
                  <a:gd fmla="*/ 0 w 81533" name="connsiteX0"/>
                  <a:gd fmla="*/ 40767 h 81534" name="connsiteY0"/>
                  <a:gd fmla="*/ 40767 w 81533" name="connsiteX1"/>
                  <a:gd fmla="*/ 0 h 81534" name="connsiteY1"/>
                  <a:gd fmla="*/ 81534 w 81533" name="connsiteX2"/>
                  <a:gd fmla="*/ 40767 h 81534" name="connsiteY2"/>
                  <a:gd fmla="*/ 40767 w 81533" name="connsiteX3"/>
                  <a:gd fmla="*/ 81534 h 81534" name="connsiteY3"/>
                  <a:gd fmla="*/ 0 w 81533" name="connsiteX4"/>
                  <a:gd fmla="*/ 40767 h 81534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81534" w="81533">
                    <a:moveTo>
                      <a:pt x="0" y="40767"/>
                    </a:moveTo>
                    <a:cubicBezTo>
                      <a:pt x="0" y="18192"/>
                      <a:pt x="18288" y="0"/>
                      <a:pt x="40767" y="0"/>
                    </a:cubicBezTo>
                    <a:cubicBezTo>
                      <a:pt x="63341" y="0"/>
                      <a:pt x="81534" y="18288"/>
                      <a:pt x="81534" y="40767"/>
                    </a:cubicBezTo>
                    <a:cubicBezTo>
                      <a:pt x="81534" y="63341"/>
                      <a:pt x="63246" y="81534"/>
                      <a:pt x="40767" y="81534"/>
                    </a:cubicBezTo>
                    <a:cubicBezTo>
                      <a:pt x="18288" y="81629"/>
                      <a:pt x="0" y="63341"/>
                      <a:pt x="0" y="40767"/>
                    </a:cubicBezTo>
                    <a:close/>
                  </a:path>
                </a:pathLst>
              </a:custGeom>
              <a:solidFill>
                <a:srgbClr val="FBC849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f202da2-9f9b-4507-bd3f-9d8f93b3f5b5" id="96" name="任意多边形: 形状 95">
                <a:extLst>
                  <a:ext uri="{FF2B5EF4-FFF2-40B4-BE49-F238E27FC236}">
                    <a16:creationId id="{80CF6228-73DF-AE89-AE0A-5600813337E4}"/>
                  </a:ext>
                </a:extLst>
              </p:cNvPr>
              <p:cNvSpPr/>
              <p:nvPr/>
            </p:nvSpPr>
            <p:spPr>
              <a:xfrm flipV="false" flipH="false">
                <a:off x="2417707" y="5803053"/>
                <a:ext cx="256059" cy="255858"/>
              </a:xfrm>
              <a:custGeom>
                <a:avLst/>
                <a:gdLst>
                  <a:gd fmla="*/ 185833 w 371570" name="connsiteX0"/>
                  <a:gd fmla="*/ 371280 h 371279" name="connsiteY0"/>
                  <a:gd fmla="*/ 175927 w 371570" name="connsiteX1"/>
                  <a:gd fmla="*/ 371090 h 371279" name="connsiteY1"/>
                  <a:gd fmla="*/ 169450 w 371570" name="connsiteX2"/>
                  <a:gd fmla="*/ 363946 h 371279" name="connsiteY2"/>
                  <a:gd fmla="*/ 176403 w 371570" name="connsiteX3"/>
                  <a:gd fmla="*/ 357659 h 371279" name="connsiteY3"/>
                  <a:gd fmla="*/ 176594 w 371570" name="connsiteX4"/>
                  <a:gd fmla="*/ 357659 h 371279" name="connsiteY4"/>
                  <a:gd fmla="*/ 185833 w 371570" name="connsiteX5"/>
                  <a:gd fmla="*/ 357850 h 371279" name="connsiteY5"/>
                  <a:gd fmla="*/ 219742 w 371570" name="connsiteX6"/>
                  <a:gd fmla="*/ 354516 h 371279" name="connsiteY6"/>
                  <a:gd fmla="*/ 227648 w 371570" name="connsiteX7"/>
                  <a:gd fmla="*/ 359945 h 371279" name="connsiteY7"/>
                  <a:gd fmla="*/ 227648 w 371570" name="connsiteX8"/>
                  <a:gd fmla="*/ 361278 h 371279" name="connsiteY8"/>
                  <a:gd fmla="*/ 222218 w 371570" name="connsiteX9"/>
                  <a:gd fmla="*/ 367755 h 371279" name="connsiteY9"/>
                  <a:gd fmla="*/ 185833 w 371570" name="connsiteX10"/>
                  <a:gd fmla="*/ 371280 h 371279" name="connsiteY10"/>
                  <a:gd fmla="*/ 132207 w 371570" name="connsiteX11"/>
                  <a:gd fmla="*/ 363184 h 371279" name="connsiteY11"/>
                  <a:gd fmla="*/ 130397 w 371570" name="connsiteX12"/>
                  <a:gd fmla="*/ 362993 h 371279" name="connsiteY12"/>
                  <a:gd fmla="*/ 130207 w 371570" name="connsiteX13"/>
                  <a:gd fmla="*/ 362993 h 371279" name="connsiteY13"/>
                  <a:gd fmla="*/ 129731 w 371570" name="connsiteX14"/>
                  <a:gd fmla="*/ 362803 h 371279" name="connsiteY14"/>
                  <a:gd fmla="*/ 88011 w 371570" name="connsiteX15"/>
                  <a:gd fmla="*/ 343467 h 371279" name="connsiteY15"/>
                  <a:gd fmla="*/ 85058 w 371570" name="connsiteX16"/>
                  <a:gd fmla="*/ 339466 h 371279" name="connsiteY16"/>
                  <a:gd fmla="*/ 85725 w 371570" name="connsiteX17"/>
                  <a:gd fmla="*/ 334323 h 371279" name="connsiteY17"/>
                  <a:gd fmla="*/ 95155 w 371570" name="connsiteX18"/>
                  <a:gd fmla="*/ 332037 h 371279" name="connsiteY18"/>
                  <a:gd fmla="*/ 134207 w 371570" name="connsiteX19"/>
                  <a:gd fmla="*/ 350039 h 371279" name="connsiteY19"/>
                  <a:gd fmla="*/ 138875 w 371570" name="connsiteX20"/>
                  <a:gd fmla="*/ 356516 h 371279" name="connsiteY20"/>
                  <a:gd fmla="*/ 138684 w 371570" name="connsiteX21"/>
                  <a:gd fmla="*/ 358516 h 371279" name="connsiteY21"/>
                  <a:gd fmla="*/ 132207 w 371570" name="connsiteX22"/>
                  <a:gd fmla="*/ 363184 h 371279" name="connsiteY22"/>
                  <a:gd fmla="*/ 263462 w 371570" name="connsiteX23"/>
                  <a:gd fmla="*/ 353563 h 371279" name="connsiteY23"/>
                  <a:gd fmla="*/ 257175 w 371570" name="connsiteX24"/>
                  <a:gd fmla="*/ 349753 h 371279" name="connsiteY24"/>
                  <a:gd fmla="*/ 256889 w 371570" name="connsiteX25"/>
                  <a:gd fmla="*/ 344610 h 371279" name="connsiteY25"/>
                  <a:gd fmla="*/ 260223 w 371570" name="connsiteX26"/>
                  <a:gd fmla="*/ 340800 h 371279" name="connsiteY26"/>
                  <a:gd fmla="*/ 296323 w 371570" name="connsiteX27"/>
                  <a:gd fmla="*/ 317464 h 371279" name="connsiteY27"/>
                  <a:gd fmla="*/ 296513 w 371570" name="connsiteX28"/>
                  <a:gd fmla="*/ 317273 h 371279" name="connsiteY28"/>
                  <a:gd fmla="*/ 305943 w 371570" name="connsiteX29"/>
                  <a:gd fmla="*/ 318416 h 371279" name="connsiteY29"/>
                  <a:gd fmla="*/ 307562 w 371570" name="connsiteX30"/>
                  <a:gd fmla="*/ 322702 h 371279" name="connsiteY30"/>
                  <a:gd fmla="*/ 305276 w 371570" name="connsiteX31"/>
                  <a:gd fmla="*/ 327656 h 371279" name="connsiteY31"/>
                  <a:gd fmla="*/ 305086 w 371570" name="connsiteX32"/>
                  <a:gd fmla="*/ 327846 h 371279" name="connsiteY32"/>
                  <a:gd fmla="*/ 304610 w 371570" name="connsiteX33"/>
                  <a:gd fmla="*/ 328322 h 371279" name="connsiteY33"/>
                  <a:gd fmla="*/ 266224 w 371570" name="connsiteX34"/>
                  <a:gd fmla="*/ 352992 h 371279" name="connsiteY34"/>
                  <a:gd fmla="*/ 263462 w 371570" name="connsiteX35"/>
                  <a:gd fmla="*/ 353563 h 371279" name="connsiteY35"/>
                  <a:gd fmla="*/ 56769 w 371570" name="connsiteX36"/>
                  <a:gd fmla="*/ 316225 h 371279" name="connsiteY36"/>
                  <a:gd fmla="*/ 51816 w 371570" name="connsiteX37"/>
                  <a:gd fmla="*/ 314225 h 371279" name="connsiteY37"/>
                  <a:gd fmla="*/ 24194 w 371570" name="connsiteX38"/>
                  <a:gd fmla="*/ 276982 h 371279" name="connsiteY38"/>
                  <a:gd fmla="*/ 23527 w 371570" name="connsiteX39"/>
                  <a:gd fmla="*/ 271839 h 371279" name="connsiteY39"/>
                  <a:gd fmla="*/ 26670 w 371570" name="connsiteX40"/>
                  <a:gd fmla="*/ 268029 h 371279" name="connsiteY40"/>
                  <a:gd fmla="*/ 35909 w 371570" name="connsiteX41"/>
                  <a:gd fmla="*/ 270506 h 371279" name="connsiteY41"/>
                  <a:gd fmla="*/ 61722 w 371570" name="connsiteX42"/>
                  <a:gd fmla="*/ 305081 h 371279" name="connsiteY42"/>
                  <a:gd fmla="*/ 63532 w 371570" name="connsiteX43"/>
                  <a:gd fmla="*/ 309749 h 371279" name="connsiteY43"/>
                  <a:gd fmla="*/ 61532 w 371570" name="connsiteX44"/>
                  <a:gd fmla="*/ 314416 h 371279" name="connsiteY44"/>
                  <a:gd fmla="*/ 56769 w 371570" name="connsiteX45"/>
                  <a:gd fmla="*/ 316225 h 371279" name="connsiteY45"/>
                  <a:gd fmla="*/ 331280 w 371570" name="connsiteX46"/>
                  <a:gd fmla="*/ 296318 h 371279" name="connsiteY46"/>
                  <a:gd fmla="*/ 327470 w 371570" name="connsiteX47"/>
                  <a:gd fmla="*/ 295175 h 371279" name="connsiteY47"/>
                  <a:gd fmla="*/ 324517 w 371570" name="connsiteX48"/>
                  <a:gd fmla="*/ 290699 h 371279" name="connsiteY48"/>
                  <a:gd fmla="*/ 325850 w 371570" name="connsiteX49"/>
                  <a:gd fmla="*/ 285745 h 371279" name="connsiteY49"/>
                  <a:gd fmla="*/ 346234 w 371570" name="connsiteX50"/>
                  <a:gd fmla="*/ 247836 h 371279" name="connsiteY50"/>
                  <a:gd fmla="*/ 354997 w 371570" name="connsiteX51"/>
                  <a:gd fmla="*/ 244026 h 371279" name="connsiteY51"/>
                  <a:gd fmla="*/ 359283 w 371570" name="connsiteX52"/>
                  <a:gd fmla="*/ 250313 h 371279" name="connsiteY52"/>
                  <a:gd fmla="*/ 358807 w 371570" name="connsiteX53"/>
                  <a:gd fmla="*/ 252789 h 371279" name="connsiteY53"/>
                  <a:gd fmla="*/ 336804 w 371570" name="connsiteX54"/>
                  <a:gd fmla="*/ 293651 h 371279" name="connsiteY54"/>
                  <a:gd fmla="*/ 331280 w 371570" name="connsiteX55"/>
                  <a:gd fmla="*/ 296318 h 371279" name="connsiteY55"/>
                  <a:gd fmla="*/ 12954 w 371570" name="connsiteX56"/>
                  <a:gd fmla="*/ 239073 h 371279" name="connsiteY56"/>
                  <a:gd fmla="*/ 6477 w 371570" name="connsiteX57"/>
                  <a:gd fmla="*/ 234120 h 371279" name="connsiteY57"/>
                  <a:gd fmla="*/ 0 w 371570" name="connsiteX58"/>
                  <a:gd fmla="*/ 188114 h 371279" name="connsiteY58"/>
                  <a:gd fmla="*/ 191 w 371570" name="connsiteX59"/>
                  <a:gd fmla="*/ 186780 h 371279" name="connsiteY59"/>
                  <a:gd fmla="*/ 0 w 371570" name="connsiteX60"/>
                  <a:gd fmla="*/ 185637 h 371279" name="connsiteY60"/>
                  <a:gd fmla="*/ 5810 w 371570" name="connsiteX61"/>
                  <a:gd fmla="*/ 139632 h 371279" name="connsiteY61"/>
                  <a:gd fmla="*/ 13907 w 371570" name="connsiteX62"/>
                  <a:gd fmla="*/ 134679 h 371279" name="connsiteY62"/>
                  <a:gd fmla="*/ 18860 w 371570" name="connsiteX63"/>
                  <a:gd fmla="*/ 142775 h 371279" name="connsiteY63"/>
                  <a:gd fmla="*/ 13430 w 371570" name="connsiteX64"/>
                  <a:gd fmla="*/ 185447 h 371279" name="connsiteY64"/>
                  <a:gd fmla="*/ 13621 w 371570" name="connsiteX65"/>
                  <a:gd fmla="*/ 185637 h 371279" name="connsiteY65"/>
                  <a:gd fmla="*/ 13430 w 371570" name="connsiteX66"/>
                  <a:gd fmla="*/ 186780 h 371279" name="connsiteY66"/>
                  <a:gd fmla="*/ 13621 w 371570" name="connsiteX67"/>
                  <a:gd fmla="*/ 187923 h 371279" name="connsiteY67"/>
                  <a:gd fmla="*/ 19431 w 371570" name="connsiteX68"/>
                  <a:gd fmla="*/ 230596 h 371279" name="connsiteY68"/>
                  <a:gd fmla="*/ 19717 w 371570" name="connsiteX69"/>
                  <a:gd fmla="*/ 232406 h 371279" name="connsiteY69"/>
                  <a:gd fmla="*/ 14764 w 371570" name="connsiteX70"/>
                  <a:gd fmla="*/ 238882 h 371279" name="connsiteY70"/>
                  <a:gd fmla="*/ 12954 w 371570" name="connsiteX71"/>
                  <a:gd fmla="*/ 239073 h 371279" name="connsiteY71"/>
                  <a:gd fmla="*/ 363379 w 371570" name="connsiteX72"/>
                  <a:gd fmla="*/ 213450 h 371279" name="connsiteY72"/>
                  <a:gd fmla="*/ 362712 w 371570" name="connsiteX73"/>
                  <a:gd fmla="*/ 213450 h 371279" name="connsiteY73"/>
                  <a:gd fmla="*/ 356711 w 371570" name="connsiteX74"/>
                  <a:gd fmla="*/ 206021 h 371279" name="connsiteY74"/>
                  <a:gd fmla="*/ 358045 w 371570" name="connsiteX75"/>
                  <a:gd fmla="*/ 185637 h 371279" name="connsiteY75"/>
                  <a:gd fmla="*/ 356521 w 371570" name="connsiteX76"/>
                  <a:gd fmla="*/ 162968 h 371279" name="connsiteY76"/>
                  <a:gd fmla="*/ 356521 w 371570" name="connsiteX77"/>
                  <a:gd fmla="*/ 161825 h 371279" name="connsiteY77"/>
                  <a:gd fmla="*/ 362331 w 371570" name="connsiteX78"/>
                  <a:gd fmla="*/ 155348 h 371279" name="connsiteY78"/>
                  <a:gd fmla="*/ 369951 w 371570" name="connsiteX79"/>
                  <a:gd fmla="*/ 161158 h 371279" name="connsiteY79"/>
                  <a:gd fmla="*/ 371570 w 371570" name="connsiteX80"/>
                  <a:gd fmla="*/ 185637 h 371279" name="connsiteY80"/>
                  <a:gd fmla="*/ 370237 w 371570" name="connsiteX81"/>
                  <a:gd fmla="*/ 207640 h 371279" name="connsiteY81"/>
                  <a:gd fmla="*/ 363379 w 371570" name="connsiteX82"/>
                  <a:gd fmla="*/ 213450 h 371279" name="connsiteY82"/>
                  <a:gd fmla="*/ 351663 w 371570" name="connsiteX83"/>
                  <a:gd fmla="*/ 125439 h 371279" name="connsiteY83"/>
                  <a:gd fmla="*/ 345377 w 371570" name="connsiteX84"/>
                  <a:gd fmla="*/ 121153 h 371279" name="connsiteY84"/>
                  <a:gd fmla="*/ 324517 w 371570" name="connsiteX85"/>
                  <a:gd fmla="*/ 83720 h 371279" name="connsiteY85"/>
                  <a:gd fmla="*/ 323183 w 371570" name="connsiteX86"/>
                  <a:gd fmla="*/ 79720 h 371279" name="connsiteY86"/>
                  <a:gd fmla="*/ 325850 w 371570" name="connsiteX87"/>
                  <a:gd fmla="*/ 74290 h 371279" name="connsiteY87"/>
                  <a:gd fmla="*/ 335280 w 371570" name="connsiteX88"/>
                  <a:gd fmla="*/ 75624 h 371279" name="connsiteY88"/>
                  <a:gd fmla="*/ 357950 w 371570" name="connsiteX89"/>
                  <a:gd fmla="*/ 116296 h 371279" name="connsiteY89"/>
                  <a:gd fmla="*/ 354140 w 371570" name="connsiteX90"/>
                  <a:gd fmla="*/ 125059 h 371279" name="connsiteY90"/>
                  <a:gd fmla="*/ 351663 w 371570" name="connsiteX91"/>
                  <a:gd fmla="*/ 125439 h 371279" name="connsiteY91"/>
                  <a:gd fmla="*/ 28670 w 371570" name="connsiteX92"/>
                  <a:gd fmla="*/ 106389 h 371279" name="connsiteY92"/>
                  <a:gd fmla="*/ 25527 w 371570" name="connsiteX93"/>
                  <a:gd fmla="*/ 105532 h 371279" name="connsiteY93"/>
                  <a:gd fmla="*/ 21908 w 371570" name="connsiteX94"/>
                  <a:gd fmla="*/ 99722 h 371279" name="connsiteY94"/>
                  <a:gd fmla="*/ 22765 w 371570" name="connsiteX95"/>
                  <a:gd fmla="*/ 96388 h 371279" name="connsiteY95"/>
                  <a:gd fmla="*/ 50102 w 371570" name="connsiteX96"/>
                  <a:gd fmla="*/ 58860 h 371279" name="connsiteY96"/>
                  <a:gd fmla="*/ 59531 w 371570" name="connsiteX97"/>
                  <a:gd fmla="*/ 58384 h 371279" name="connsiteY97"/>
                  <a:gd fmla="*/ 59817 w 371570" name="connsiteX98"/>
                  <a:gd fmla="*/ 68004 h 371279" name="connsiteY98"/>
                  <a:gd fmla="*/ 34671 w 371570" name="connsiteX99"/>
                  <a:gd fmla="*/ 102580 h 371279" name="connsiteY99"/>
                  <a:gd fmla="*/ 34671 w 371570" name="connsiteX100"/>
                  <a:gd fmla="*/ 102770 h 371279" name="connsiteY100"/>
                  <a:gd fmla="*/ 28670 w 371570" name="connsiteX101"/>
                  <a:gd fmla="*/ 106389 h 371279" name="connsiteY101"/>
                  <a:gd fmla="*/ 299180 w 371570" name="connsiteX102"/>
                  <a:gd fmla="*/ 53907 h 371279" name="connsiteY102"/>
                  <a:gd fmla="*/ 294894 w 371570" name="connsiteX103"/>
                  <a:gd fmla="*/ 52573 h 371279" name="connsiteY103"/>
                  <a:gd fmla="*/ 258509 w 371570" name="connsiteX104"/>
                  <a:gd fmla="*/ 29713 h 371279" name="connsiteY104"/>
                  <a:gd fmla="*/ 258318 w 371570" name="connsiteX105"/>
                  <a:gd fmla="*/ 29523 h 371279" name="connsiteY105"/>
                  <a:gd fmla="*/ 254508 w 371570" name="connsiteX106"/>
                  <a:gd fmla="*/ 23427 h 371279" name="connsiteY106"/>
                  <a:gd fmla="*/ 255175 w 371570" name="connsiteX107"/>
                  <a:gd fmla="*/ 20474 h 371279" name="connsiteY107"/>
                  <a:gd fmla="*/ 264128 w 371570" name="connsiteX108"/>
                  <a:gd fmla="*/ 17331 h 371279" name="connsiteY108"/>
                  <a:gd fmla="*/ 303371 w 371570" name="connsiteX109"/>
                  <a:gd fmla="*/ 42000 h 371279" name="connsiteY109"/>
                  <a:gd fmla="*/ 304229 w 371570" name="connsiteX110"/>
                  <a:gd fmla="*/ 51431 h 371279" name="connsiteY110"/>
                  <a:gd fmla="*/ 299180 w 371570" name="connsiteX111"/>
                  <a:gd fmla="*/ 53907 h 371279" name="connsiteY111"/>
                  <a:gd fmla="*/ 89535 w 371570" name="connsiteX112"/>
                  <a:gd fmla="*/ 41524 h 371279" name="connsiteY112"/>
                  <a:gd fmla="*/ 83915 w 371570" name="connsiteX113"/>
                  <a:gd fmla="*/ 38381 h 371279" name="connsiteY113"/>
                  <a:gd fmla="*/ 82772 w 371570" name="connsiteX114"/>
                  <a:gd fmla="*/ 34762 h 371279" name="connsiteY114"/>
                  <a:gd fmla="*/ 85916 w 371570" name="connsiteX115"/>
                  <a:gd fmla="*/ 28951 h 371279" name="connsiteY115"/>
                  <a:gd fmla="*/ 127921 w 371570" name="connsiteX116"/>
                  <a:gd fmla="*/ 9234 h 371279" name="connsiteY116"/>
                  <a:gd fmla="*/ 136208 w 371570" name="connsiteX117"/>
                  <a:gd fmla="*/ 13521 h 371279" name="connsiteY117"/>
                  <a:gd fmla="*/ 136017 w 371570" name="connsiteX118"/>
                  <a:gd fmla="*/ 18665 h 371279" name="connsiteY118"/>
                  <a:gd fmla="*/ 132017 w 371570" name="connsiteX119"/>
                  <a:gd fmla="*/ 21998 h 371279" name="connsiteY119"/>
                  <a:gd fmla="*/ 93154 w 371570" name="connsiteX120"/>
                  <a:gd fmla="*/ 40381 h 371279" name="connsiteY120"/>
                  <a:gd fmla="*/ 92964 w 371570" name="connsiteX121"/>
                  <a:gd fmla="*/ 40381 h 371279" name="connsiteY121"/>
                  <a:gd fmla="*/ 89535 w 371570" name="connsiteX122"/>
                  <a:gd fmla="*/ 41524 h 371279" name="connsiteY122"/>
                  <a:gd fmla="*/ 218599 w 371570" name="connsiteX123"/>
                  <a:gd fmla="*/ 16378 h 371279" name="connsiteY123"/>
                  <a:gd fmla="*/ 217265 w 371570" name="connsiteX124"/>
                  <a:gd fmla="*/ 16378 h 371279" name="connsiteY124"/>
                  <a:gd fmla="*/ 174403 w 371570" name="connsiteX125"/>
                  <a:gd fmla="*/ 13711 h 371279" name="connsiteY125"/>
                  <a:gd fmla="*/ 173927 w 371570" name="connsiteX126"/>
                  <a:gd fmla="*/ 13711 h 371279" name="connsiteY126"/>
                  <a:gd fmla="*/ 167164 w 371570" name="connsiteX127"/>
                  <a:gd fmla="*/ 7425 h 371279" name="connsiteY127"/>
                  <a:gd fmla="*/ 167164 w 371570" name="connsiteX128"/>
                  <a:gd fmla="*/ 7234 h 371279" name="connsiteY128"/>
                  <a:gd fmla="*/ 173260 w 371570" name="connsiteX129"/>
                  <a:gd fmla="*/ 471 h 371279" name="connsiteY129"/>
                  <a:gd fmla="*/ 173450 w 371570" name="connsiteX130"/>
                  <a:gd fmla="*/ 471 h 371279" name="connsiteY130"/>
                  <a:gd fmla="*/ 173450 w 371570" name="connsiteX131"/>
                  <a:gd fmla="*/ 471 h 371279" name="connsiteY131"/>
                  <a:gd fmla="*/ 219646 w 371570" name="connsiteX132"/>
                  <a:gd fmla="*/ 3139 h 371279" name="connsiteY132"/>
                  <a:gd fmla="*/ 224123 w 371570" name="connsiteX133"/>
                  <a:gd fmla="*/ 5805 h 371279" name="connsiteY133"/>
                  <a:gd fmla="*/ 224981 w 371570" name="connsiteX134"/>
                  <a:gd fmla="*/ 10949 h 371279" name="connsiteY134"/>
                  <a:gd fmla="*/ 218599 w 371570" name="connsiteX135"/>
                  <a:gd fmla="*/ 16378 h 371279" name="connsiteY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</a:cxnLst>
                <a:rect b="b" l="l" r="r" t="t"/>
                <a:pathLst>
                  <a:path h="371279" w="371570">
                    <a:moveTo>
                      <a:pt x="185833" y="371280"/>
                    </a:moveTo>
                    <a:cubicBezTo>
                      <a:pt x="182880" y="371280"/>
                      <a:pt x="179737" y="371280"/>
                      <a:pt x="175927" y="371090"/>
                    </a:cubicBezTo>
                    <a:cubicBezTo>
                      <a:pt x="172117" y="370899"/>
                      <a:pt x="169450" y="367755"/>
                      <a:pt x="169450" y="363946"/>
                    </a:cubicBezTo>
                    <a:cubicBezTo>
                      <a:pt x="169640" y="360326"/>
                      <a:pt x="172784" y="357659"/>
                      <a:pt x="176403" y="357659"/>
                    </a:cubicBezTo>
                    <a:lnTo>
                      <a:pt x="176594" y="357659"/>
                    </a:lnTo>
                    <a:cubicBezTo>
                      <a:pt x="179737" y="357850"/>
                      <a:pt x="183071" y="357850"/>
                      <a:pt x="185833" y="357850"/>
                    </a:cubicBezTo>
                    <a:cubicBezTo>
                      <a:pt x="197072" y="357850"/>
                      <a:pt x="208502" y="356707"/>
                      <a:pt x="219742" y="354516"/>
                    </a:cubicBezTo>
                    <a:cubicBezTo>
                      <a:pt x="223075" y="353849"/>
                      <a:pt x="226886" y="356325"/>
                      <a:pt x="227648" y="359945"/>
                    </a:cubicBezTo>
                    <a:cubicBezTo>
                      <a:pt x="227648" y="360422"/>
                      <a:pt x="227648" y="360802"/>
                      <a:pt x="227648" y="361278"/>
                    </a:cubicBezTo>
                    <a:cubicBezTo>
                      <a:pt x="227648" y="364422"/>
                      <a:pt x="225362" y="367089"/>
                      <a:pt x="222218" y="367755"/>
                    </a:cubicBezTo>
                    <a:cubicBezTo>
                      <a:pt x="210217" y="370137"/>
                      <a:pt x="198120" y="371280"/>
                      <a:pt x="185833" y="371280"/>
                    </a:cubicBezTo>
                    <a:close/>
                    <a:moveTo>
                      <a:pt x="132207" y="363184"/>
                    </a:moveTo>
                    <a:cubicBezTo>
                      <a:pt x="131540" y="363184"/>
                      <a:pt x="130874" y="362993"/>
                      <a:pt x="130397" y="362993"/>
                    </a:cubicBezTo>
                    <a:cubicBezTo>
                      <a:pt x="130207" y="362993"/>
                      <a:pt x="130207" y="362993"/>
                      <a:pt x="130207" y="362993"/>
                    </a:cubicBezTo>
                    <a:cubicBezTo>
                      <a:pt x="129921" y="362803"/>
                      <a:pt x="129921" y="362803"/>
                      <a:pt x="129731" y="362803"/>
                    </a:cubicBezTo>
                    <a:cubicBezTo>
                      <a:pt x="115157" y="358135"/>
                      <a:pt x="101251" y="351849"/>
                      <a:pt x="88011" y="343467"/>
                    </a:cubicBezTo>
                    <a:cubicBezTo>
                      <a:pt x="86392" y="342609"/>
                      <a:pt x="85535" y="341181"/>
                      <a:pt x="85058" y="339466"/>
                    </a:cubicBezTo>
                    <a:cubicBezTo>
                      <a:pt x="84582" y="337657"/>
                      <a:pt x="84868" y="335847"/>
                      <a:pt x="85725" y="334323"/>
                    </a:cubicBezTo>
                    <a:cubicBezTo>
                      <a:pt x="87725" y="331180"/>
                      <a:pt x="92012" y="330322"/>
                      <a:pt x="95155" y="332037"/>
                    </a:cubicBezTo>
                    <a:cubicBezTo>
                      <a:pt x="107252" y="339657"/>
                      <a:pt x="120301" y="345753"/>
                      <a:pt x="134207" y="350039"/>
                    </a:cubicBezTo>
                    <a:cubicBezTo>
                      <a:pt x="137160" y="350897"/>
                      <a:pt x="138875" y="353659"/>
                      <a:pt x="138875" y="356516"/>
                    </a:cubicBezTo>
                    <a:cubicBezTo>
                      <a:pt x="138875" y="357183"/>
                      <a:pt x="138875" y="357850"/>
                      <a:pt x="138684" y="358516"/>
                    </a:cubicBezTo>
                    <a:cubicBezTo>
                      <a:pt x="137732" y="361183"/>
                      <a:pt x="135065" y="363184"/>
                      <a:pt x="132207" y="363184"/>
                    </a:cubicBezTo>
                    <a:close/>
                    <a:moveTo>
                      <a:pt x="263462" y="353563"/>
                    </a:moveTo>
                    <a:cubicBezTo>
                      <a:pt x="260795" y="353563"/>
                      <a:pt x="258318" y="352230"/>
                      <a:pt x="257175" y="349753"/>
                    </a:cubicBezTo>
                    <a:cubicBezTo>
                      <a:pt x="256508" y="348229"/>
                      <a:pt x="256318" y="346420"/>
                      <a:pt x="256889" y="344610"/>
                    </a:cubicBezTo>
                    <a:cubicBezTo>
                      <a:pt x="257556" y="343086"/>
                      <a:pt x="258699" y="341657"/>
                      <a:pt x="260223" y="340800"/>
                    </a:cubicBezTo>
                    <a:cubicBezTo>
                      <a:pt x="273463" y="334513"/>
                      <a:pt x="285560" y="326703"/>
                      <a:pt x="296323" y="317464"/>
                    </a:cubicBezTo>
                    <a:cubicBezTo>
                      <a:pt x="296513" y="317464"/>
                      <a:pt x="296513" y="317464"/>
                      <a:pt x="296513" y="317273"/>
                    </a:cubicBezTo>
                    <a:cubicBezTo>
                      <a:pt x="299180" y="315273"/>
                      <a:pt x="303657" y="315654"/>
                      <a:pt x="305943" y="318416"/>
                    </a:cubicBezTo>
                    <a:cubicBezTo>
                      <a:pt x="306800" y="319559"/>
                      <a:pt x="307562" y="321083"/>
                      <a:pt x="307562" y="322702"/>
                    </a:cubicBezTo>
                    <a:cubicBezTo>
                      <a:pt x="307562" y="324512"/>
                      <a:pt x="306705" y="326322"/>
                      <a:pt x="305276" y="327656"/>
                    </a:cubicBezTo>
                    <a:cubicBezTo>
                      <a:pt x="305276" y="327656"/>
                      <a:pt x="305276" y="327846"/>
                      <a:pt x="305086" y="327846"/>
                    </a:cubicBezTo>
                    <a:cubicBezTo>
                      <a:pt x="305086" y="327846"/>
                      <a:pt x="304895" y="328036"/>
                      <a:pt x="304610" y="328322"/>
                    </a:cubicBezTo>
                    <a:cubicBezTo>
                      <a:pt x="292989" y="337942"/>
                      <a:pt x="279940" y="346324"/>
                      <a:pt x="266224" y="352992"/>
                    </a:cubicBezTo>
                    <a:cubicBezTo>
                      <a:pt x="265271" y="353278"/>
                      <a:pt x="264319" y="353563"/>
                      <a:pt x="263462" y="353563"/>
                    </a:cubicBezTo>
                    <a:close/>
                    <a:moveTo>
                      <a:pt x="56769" y="316225"/>
                    </a:moveTo>
                    <a:cubicBezTo>
                      <a:pt x="54959" y="316225"/>
                      <a:pt x="53150" y="315559"/>
                      <a:pt x="51816" y="314225"/>
                    </a:cubicBezTo>
                    <a:cubicBezTo>
                      <a:pt x="41053" y="302986"/>
                      <a:pt x="31623" y="290412"/>
                      <a:pt x="24194" y="276982"/>
                    </a:cubicBezTo>
                    <a:cubicBezTo>
                      <a:pt x="23336" y="275458"/>
                      <a:pt x="23050" y="273648"/>
                      <a:pt x="23527" y="271839"/>
                    </a:cubicBezTo>
                    <a:cubicBezTo>
                      <a:pt x="24003" y="270220"/>
                      <a:pt x="25051" y="268696"/>
                      <a:pt x="26670" y="268029"/>
                    </a:cubicBezTo>
                    <a:cubicBezTo>
                      <a:pt x="29623" y="266219"/>
                      <a:pt x="34100" y="267362"/>
                      <a:pt x="35909" y="270506"/>
                    </a:cubicBezTo>
                    <a:cubicBezTo>
                      <a:pt x="42863" y="283078"/>
                      <a:pt x="51625" y="294508"/>
                      <a:pt x="61722" y="305081"/>
                    </a:cubicBezTo>
                    <a:cubicBezTo>
                      <a:pt x="62865" y="306224"/>
                      <a:pt x="63532" y="308034"/>
                      <a:pt x="63532" y="309749"/>
                    </a:cubicBezTo>
                    <a:cubicBezTo>
                      <a:pt x="63532" y="311558"/>
                      <a:pt x="62675" y="313368"/>
                      <a:pt x="61532" y="314416"/>
                    </a:cubicBezTo>
                    <a:cubicBezTo>
                      <a:pt x="60103" y="315559"/>
                      <a:pt x="58579" y="316225"/>
                      <a:pt x="56769" y="316225"/>
                    </a:cubicBezTo>
                    <a:close/>
                    <a:moveTo>
                      <a:pt x="331280" y="296318"/>
                    </a:moveTo>
                    <a:cubicBezTo>
                      <a:pt x="329946" y="296318"/>
                      <a:pt x="328613" y="295842"/>
                      <a:pt x="327470" y="295175"/>
                    </a:cubicBezTo>
                    <a:cubicBezTo>
                      <a:pt x="325850" y="294032"/>
                      <a:pt x="324993" y="292508"/>
                      <a:pt x="324517" y="290699"/>
                    </a:cubicBezTo>
                    <a:cubicBezTo>
                      <a:pt x="324231" y="288889"/>
                      <a:pt x="324707" y="287079"/>
                      <a:pt x="325850" y="285745"/>
                    </a:cubicBezTo>
                    <a:cubicBezTo>
                      <a:pt x="334137" y="274030"/>
                      <a:pt x="341090" y="261266"/>
                      <a:pt x="346234" y="247836"/>
                    </a:cubicBezTo>
                    <a:cubicBezTo>
                      <a:pt x="347567" y="244502"/>
                      <a:pt x="351663" y="242692"/>
                      <a:pt x="354997" y="244026"/>
                    </a:cubicBezTo>
                    <a:cubicBezTo>
                      <a:pt x="357664" y="244883"/>
                      <a:pt x="359283" y="247645"/>
                      <a:pt x="359283" y="250313"/>
                    </a:cubicBezTo>
                    <a:cubicBezTo>
                      <a:pt x="359283" y="251170"/>
                      <a:pt x="359092" y="251836"/>
                      <a:pt x="358807" y="252789"/>
                    </a:cubicBezTo>
                    <a:cubicBezTo>
                      <a:pt x="353187" y="267171"/>
                      <a:pt x="345758" y="280887"/>
                      <a:pt x="336804" y="293651"/>
                    </a:cubicBezTo>
                    <a:cubicBezTo>
                      <a:pt x="335471" y="295366"/>
                      <a:pt x="333470" y="296318"/>
                      <a:pt x="331280" y="296318"/>
                    </a:cubicBezTo>
                    <a:close/>
                    <a:moveTo>
                      <a:pt x="12954" y="239073"/>
                    </a:moveTo>
                    <a:cubicBezTo>
                      <a:pt x="9811" y="239073"/>
                      <a:pt x="7144" y="237073"/>
                      <a:pt x="6477" y="234120"/>
                    </a:cubicBezTo>
                    <a:cubicBezTo>
                      <a:pt x="2477" y="219070"/>
                      <a:pt x="191" y="203640"/>
                      <a:pt x="0" y="188114"/>
                    </a:cubicBezTo>
                    <a:cubicBezTo>
                      <a:pt x="0" y="187638"/>
                      <a:pt x="0" y="187257"/>
                      <a:pt x="191" y="186780"/>
                    </a:cubicBezTo>
                    <a:cubicBezTo>
                      <a:pt x="0" y="186590"/>
                      <a:pt x="0" y="186114"/>
                      <a:pt x="0" y="185637"/>
                    </a:cubicBezTo>
                    <a:cubicBezTo>
                      <a:pt x="0" y="170112"/>
                      <a:pt x="2000" y="154681"/>
                      <a:pt x="5810" y="139632"/>
                    </a:cubicBezTo>
                    <a:cubicBezTo>
                      <a:pt x="6667" y="136013"/>
                      <a:pt x="10287" y="133821"/>
                      <a:pt x="13907" y="134679"/>
                    </a:cubicBezTo>
                    <a:cubicBezTo>
                      <a:pt x="17526" y="135536"/>
                      <a:pt x="19717" y="139155"/>
                      <a:pt x="18860" y="142775"/>
                    </a:cubicBezTo>
                    <a:cubicBezTo>
                      <a:pt x="15240" y="156682"/>
                      <a:pt x="13430" y="171065"/>
                      <a:pt x="13430" y="185447"/>
                    </a:cubicBezTo>
                    <a:lnTo>
                      <a:pt x="13621" y="185637"/>
                    </a:lnTo>
                    <a:cubicBezTo>
                      <a:pt x="13621" y="186114"/>
                      <a:pt x="13430" y="186495"/>
                      <a:pt x="13430" y="186780"/>
                    </a:cubicBezTo>
                    <a:cubicBezTo>
                      <a:pt x="13430" y="187257"/>
                      <a:pt x="13430" y="187638"/>
                      <a:pt x="13621" y="187923"/>
                    </a:cubicBezTo>
                    <a:cubicBezTo>
                      <a:pt x="13621" y="202497"/>
                      <a:pt x="15621" y="216880"/>
                      <a:pt x="19431" y="230596"/>
                    </a:cubicBezTo>
                    <a:cubicBezTo>
                      <a:pt x="19431" y="231263"/>
                      <a:pt x="19717" y="231739"/>
                      <a:pt x="19717" y="232406"/>
                    </a:cubicBezTo>
                    <a:cubicBezTo>
                      <a:pt x="19717" y="235358"/>
                      <a:pt x="17717" y="238216"/>
                      <a:pt x="14764" y="238882"/>
                    </a:cubicBezTo>
                    <a:cubicBezTo>
                      <a:pt x="14097" y="239073"/>
                      <a:pt x="13430" y="239073"/>
                      <a:pt x="12954" y="239073"/>
                    </a:cubicBezTo>
                    <a:close/>
                    <a:moveTo>
                      <a:pt x="363379" y="213450"/>
                    </a:moveTo>
                    <a:cubicBezTo>
                      <a:pt x="363188" y="213450"/>
                      <a:pt x="362903" y="213450"/>
                      <a:pt x="362712" y="213450"/>
                    </a:cubicBezTo>
                    <a:cubicBezTo>
                      <a:pt x="358902" y="212974"/>
                      <a:pt x="356235" y="209641"/>
                      <a:pt x="356711" y="206021"/>
                    </a:cubicBezTo>
                    <a:cubicBezTo>
                      <a:pt x="357569" y="199258"/>
                      <a:pt x="358045" y="192305"/>
                      <a:pt x="358045" y="185637"/>
                    </a:cubicBezTo>
                    <a:cubicBezTo>
                      <a:pt x="358045" y="177732"/>
                      <a:pt x="357378" y="170112"/>
                      <a:pt x="356521" y="162968"/>
                    </a:cubicBezTo>
                    <a:cubicBezTo>
                      <a:pt x="356521" y="162492"/>
                      <a:pt x="356521" y="162301"/>
                      <a:pt x="356521" y="161825"/>
                    </a:cubicBezTo>
                    <a:cubicBezTo>
                      <a:pt x="356521" y="158491"/>
                      <a:pt x="358997" y="155729"/>
                      <a:pt x="362331" y="155348"/>
                    </a:cubicBezTo>
                    <a:cubicBezTo>
                      <a:pt x="366332" y="154872"/>
                      <a:pt x="369475" y="157634"/>
                      <a:pt x="369951" y="161158"/>
                    </a:cubicBezTo>
                    <a:cubicBezTo>
                      <a:pt x="370808" y="169064"/>
                      <a:pt x="371570" y="177351"/>
                      <a:pt x="371570" y="185637"/>
                    </a:cubicBezTo>
                    <a:cubicBezTo>
                      <a:pt x="371570" y="193067"/>
                      <a:pt x="371094" y="200401"/>
                      <a:pt x="370237" y="207640"/>
                    </a:cubicBezTo>
                    <a:cubicBezTo>
                      <a:pt x="369665" y="210974"/>
                      <a:pt x="366713" y="213450"/>
                      <a:pt x="363379" y="213450"/>
                    </a:cubicBezTo>
                    <a:close/>
                    <a:moveTo>
                      <a:pt x="351663" y="125439"/>
                    </a:moveTo>
                    <a:cubicBezTo>
                      <a:pt x="348996" y="125439"/>
                      <a:pt x="346520" y="123916"/>
                      <a:pt x="345377" y="121153"/>
                    </a:cubicBezTo>
                    <a:cubicBezTo>
                      <a:pt x="339947" y="107914"/>
                      <a:pt x="332994" y="95150"/>
                      <a:pt x="324517" y="83720"/>
                    </a:cubicBezTo>
                    <a:cubicBezTo>
                      <a:pt x="323660" y="82577"/>
                      <a:pt x="323183" y="81053"/>
                      <a:pt x="323183" y="79720"/>
                    </a:cubicBezTo>
                    <a:cubicBezTo>
                      <a:pt x="323183" y="77434"/>
                      <a:pt x="324326" y="75433"/>
                      <a:pt x="325850" y="74290"/>
                    </a:cubicBezTo>
                    <a:cubicBezTo>
                      <a:pt x="328803" y="72100"/>
                      <a:pt x="333280" y="72766"/>
                      <a:pt x="335280" y="75624"/>
                    </a:cubicBezTo>
                    <a:cubicBezTo>
                      <a:pt x="344519" y="88006"/>
                      <a:pt x="352139" y="101627"/>
                      <a:pt x="357950" y="116296"/>
                    </a:cubicBezTo>
                    <a:cubicBezTo>
                      <a:pt x="359283" y="119629"/>
                      <a:pt x="357759" y="123725"/>
                      <a:pt x="354140" y="125059"/>
                    </a:cubicBezTo>
                    <a:cubicBezTo>
                      <a:pt x="353473" y="125249"/>
                      <a:pt x="352616" y="125439"/>
                      <a:pt x="351663" y="125439"/>
                    </a:cubicBezTo>
                    <a:close/>
                    <a:moveTo>
                      <a:pt x="28670" y="106389"/>
                    </a:moveTo>
                    <a:cubicBezTo>
                      <a:pt x="27527" y="106389"/>
                      <a:pt x="26479" y="105913"/>
                      <a:pt x="25527" y="105532"/>
                    </a:cubicBezTo>
                    <a:cubicBezTo>
                      <a:pt x="23241" y="104390"/>
                      <a:pt x="21908" y="101913"/>
                      <a:pt x="21908" y="99722"/>
                    </a:cubicBezTo>
                    <a:cubicBezTo>
                      <a:pt x="21908" y="98579"/>
                      <a:pt x="22384" y="97436"/>
                      <a:pt x="22765" y="96388"/>
                    </a:cubicBezTo>
                    <a:cubicBezTo>
                      <a:pt x="30194" y="82958"/>
                      <a:pt x="39338" y="70099"/>
                      <a:pt x="50102" y="58860"/>
                    </a:cubicBezTo>
                    <a:cubicBezTo>
                      <a:pt x="52388" y="56193"/>
                      <a:pt x="57055" y="55907"/>
                      <a:pt x="59531" y="58384"/>
                    </a:cubicBezTo>
                    <a:cubicBezTo>
                      <a:pt x="62198" y="61050"/>
                      <a:pt x="62484" y="65337"/>
                      <a:pt x="59817" y="68004"/>
                    </a:cubicBezTo>
                    <a:cubicBezTo>
                      <a:pt x="50197" y="78291"/>
                      <a:pt x="41624" y="90007"/>
                      <a:pt x="34671" y="102580"/>
                    </a:cubicBezTo>
                    <a:cubicBezTo>
                      <a:pt x="34671" y="102770"/>
                      <a:pt x="34671" y="102770"/>
                      <a:pt x="34671" y="102770"/>
                    </a:cubicBezTo>
                    <a:cubicBezTo>
                      <a:pt x="33433" y="105056"/>
                      <a:pt x="31147" y="106389"/>
                      <a:pt x="28670" y="106389"/>
                    </a:cubicBezTo>
                    <a:close/>
                    <a:moveTo>
                      <a:pt x="299180" y="53907"/>
                    </a:moveTo>
                    <a:cubicBezTo>
                      <a:pt x="297656" y="53907"/>
                      <a:pt x="296037" y="53430"/>
                      <a:pt x="294894" y="52573"/>
                    </a:cubicBezTo>
                    <a:cubicBezTo>
                      <a:pt x="283464" y="43144"/>
                      <a:pt x="271367" y="35523"/>
                      <a:pt x="258509" y="29713"/>
                    </a:cubicBezTo>
                    <a:cubicBezTo>
                      <a:pt x="258509" y="29523"/>
                      <a:pt x="258318" y="29523"/>
                      <a:pt x="258318" y="29523"/>
                    </a:cubicBezTo>
                    <a:cubicBezTo>
                      <a:pt x="256032" y="28380"/>
                      <a:pt x="254508" y="26189"/>
                      <a:pt x="254508" y="23427"/>
                    </a:cubicBezTo>
                    <a:cubicBezTo>
                      <a:pt x="254508" y="22570"/>
                      <a:pt x="254699" y="21427"/>
                      <a:pt x="255175" y="20474"/>
                    </a:cubicBezTo>
                    <a:cubicBezTo>
                      <a:pt x="256508" y="17331"/>
                      <a:pt x="260795" y="15807"/>
                      <a:pt x="264128" y="17331"/>
                    </a:cubicBezTo>
                    <a:cubicBezTo>
                      <a:pt x="278035" y="23808"/>
                      <a:pt x="291275" y="32095"/>
                      <a:pt x="303371" y="42000"/>
                    </a:cubicBezTo>
                    <a:cubicBezTo>
                      <a:pt x="306324" y="44477"/>
                      <a:pt x="306515" y="48763"/>
                      <a:pt x="304229" y="51431"/>
                    </a:cubicBezTo>
                    <a:cubicBezTo>
                      <a:pt x="302990" y="52954"/>
                      <a:pt x="301181" y="53907"/>
                      <a:pt x="299180" y="53907"/>
                    </a:cubicBezTo>
                    <a:close/>
                    <a:moveTo>
                      <a:pt x="89535" y="41524"/>
                    </a:moveTo>
                    <a:cubicBezTo>
                      <a:pt x="87058" y="41524"/>
                      <a:pt x="85058" y="40191"/>
                      <a:pt x="83915" y="38381"/>
                    </a:cubicBezTo>
                    <a:cubicBezTo>
                      <a:pt x="83058" y="37238"/>
                      <a:pt x="82772" y="36095"/>
                      <a:pt x="82772" y="34762"/>
                    </a:cubicBezTo>
                    <a:cubicBezTo>
                      <a:pt x="82772" y="32475"/>
                      <a:pt x="83915" y="30285"/>
                      <a:pt x="85916" y="28951"/>
                    </a:cubicBezTo>
                    <a:cubicBezTo>
                      <a:pt x="98965" y="20664"/>
                      <a:pt x="113062" y="13902"/>
                      <a:pt x="127921" y="9234"/>
                    </a:cubicBezTo>
                    <a:cubicBezTo>
                      <a:pt x="131254" y="8091"/>
                      <a:pt x="135065" y="10092"/>
                      <a:pt x="136208" y="13521"/>
                    </a:cubicBezTo>
                    <a:cubicBezTo>
                      <a:pt x="136874" y="15330"/>
                      <a:pt x="136684" y="17140"/>
                      <a:pt x="136017" y="18665"/>
                    </a:cubicBezTo>
                    <a:cubicBezTo>
                      <a:pt x="135160" y="20284"/>
                      <a:pt x="133826" y="21331"/>
                      <a:pt x="132017" y="21998"/>
                    </a:cubicBezTo>
                    <a:cubicBezTo>
                      <a:pt x="118491" y="26284"/>
                      <a:pt x="105537" y="32571"/>
                      <a:pt x="93154" y="40381"/>
                    </a:cubicBezTo>
                    <a:cubicBezTo>
                      <a:pt x="93154" y="40381"/>
                      <a:pt x="93154" y="40381"/>
                      <a:pt x="92964" y="40381"/>
                    </a:cubicBezTo>
                    <a:cubicBezTo>
                      <a:pt x="92012" y="41048"/>
                      <a:pt x="90583" y="41524"/>
                      <a:pt x="89535" y="41524"/>
                    </a:cubicBezTo>
                    <a:close/>
                    <a:moveTo>
                      <a:pt x="218599" y="16378"/>
                    </a:moveTo>
                    <a:cubicBezTo>
                      <a:pt x="218123" y="16378"/>
                      <a:pt x="217742" y="16378"/>
                      <a:pt x="217265" y="16378"/>
                    </a:cubicBezTo>
                    <a:cubicBezTo>
                      <a:pt x="203359" y="13711"/>
                      <a:pt x="187452" y="13045"/>
                      <a:pt x="174403" y="13711"/>
                    </a:cubicBezTo>
                    <a:cubicBezTo>
                      <a:pt x="174212" y="13711"/>
                      <a:pt x="173927" y="13711"/>
                      <a:pt x="173927" y="13711"/>
                    </a:cubicBezTo>
                    <a:cubicBezTo>
                      <a:pt x="170307" y="13711"/>
                      <a:pt x="167450" y="11044"/>
                      <a:pt x="167164" y="7425"/>
                    </a:cubicBezTo>
                    <a:lnTo>
                      <a:pt x="167164" y="7234"/>
                    </a:lnTo>
                    <a:cubicBezTo>
                      <a:pt x="167164" y="3615"/>
                      <a:pt x="169831" y="757"/>
                      <a:pt x="173260" y="471"/>
                    </a:cubicBezTo>
                    <a:cubicBezTo>
                      <a:pt x="173450" y="471"/>
                      <a:pt x="173450" y="471"/>
                      <a:pt x="173450" y="471"/>
                    </a:cubicBezTo>
                    <a:lnTo>
                      <a:pt x="173450" y="471"/>
                    </a:lnTo>
                    <a:cubicBezTo>
                      <a:pt x="190500" y="-672"/>
                      <a:pt x="205073" y="281"/>
                      <a:pt x="219646" y="3139"/>
                    </a:cubicBezTo>
                    <a:cubicBezTo>
                      <a:pt x="221456" y="3329"/>
                      <a:pt x="222980" y="4472"/>
                      <a:pt x="224123" y="5805"/>
                    </a:cubicBezTo>
                    <a:cubicBezTo>
                      <a:pt x="224981" y="7330"/>
                      <a:pt x="225457" y="9140"/>
                      <a:pt x="224981" y="10949"/>
                    </a:cubicBezTo>
                    <a:cubicBezTo>
                      <a:pt x="224600" y="14187"/>
                      <a:pt x="221933" y="16378"/>
                      <a:pt x="218599" y="16378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0e70106-eef4-4cd9-8bad-f731eda75c90" id="94" name="任意多边形: 形状 93">
                <a:extLst>
                  <a:ext uri="{FF2B5EF4-FFF2-40B4-BE49-F238E27FC236}">
                    <a16:creationId id="{96D40F2E-3F8E-6F54-A4E6-8691B9389EB5}"/>
                  </a:ext>
                </a:extLst>
              </p:cNvPr>
              <p:cNvSpPr/>
              <p:nvPr/>
            </p:nvSpPr>
            <p:spPr>
              <a:xfrm flipV="false" flipH="false">
                <a:off x="2232735" y="4895784"/>
                <a:ext cx="64983" cy="64983"/>
              </a:xfrm>
              <a:custGeom>
                <a:avLst/>
                <a:gdLst>
                  <a:gd fmla="*/ 0 w 94297" name="connsiteX0"/>
                  <a:gd fmla="*/ 47149 h 94297" name="connsiteY0"/>
                  <a:gd fmla="*/ 47149 w 94297" name="connsiteX1"/>
                  <a:gd fmla="*/ 0 h 94297" name="connsiteY1"/>
                  <a:gd fmla="*/ 94297 w 94297" name="connsiteX2"/>
                  <a:gd fmla="*/ 47149 h 94297" name="connsiteY2"/>
                  <a:gd fmla="*/ 47149 w 94297" name="connsiteX3"/>
                  <a:gd fmla="*/ 94297 h 94297" name="connsiteY3"/>
                  <a:gd fmla="*/ 0 w 94297" name="connsiteX4"/>
                  <a:gd fmla="*/ 47149 h 94297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94297" w="94297">
                    <a:moveTo>
                      <a:pt x="0" y="47149"/>
                    </a:moveTo>
                    <a:cubicBezTo>
                      <a:pt x="0" y="21146"/>
                      <a:pt x="21146" y="0"/>
                      <a:pt x="47149" y="0"/>
                    </a:cubicBezTo>
                    <a:cubicBezTo>
                      <a:pt x="73152" y="0"/>
                      <a:pt x="94297" y="21146"/>
                      <a:pt x="94297" y="47149"/>
                    </a:cubicBezTo>
                    <a:cubicBezTo>
                      <a:pt x="94297" y="73152"/>
                      <a:pt x="73152" y="94297"/>
                      <a:pt x="47149" y="94297"/>
                    </a:cubicBezTo>
                    <a:cubicBezTo>
                      <a:pt x="21146" y="94297"/>
                      <a:pt x="0" y="73152"/>
                      <a:pt x="0" y="47149"/>
                    </a:cubicBezTo>
                    <a:close/>
                  </a:path>
                </a:pathLst>
              </a:custGeom>
              <a:solidFill>
                <a:srgbClr val="728EE1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</p:grpSp>
        <p:grpSp>
          <p:nvGrpSpPr>
            <p:cNvPr descr="23c17061-92b4-4a24-aff5-05ab43642234" id="217" name="组合 216">
              <a:extLst>
                <a:ext uri="{FF2B5EF4-FFF2-40B4-BE49-F238E27FC236}">
                  <a16:creationId id="{7A4C1CAA-B5A2-FEB5-59D9-888E4EF514B1}"/>
                </a:ext>
              </a:extLst>
            </p:cNvPr>
            <p:cNvGrpSpPr/>
            <p:nvPr/>
          </p:nvGrpSpPr>
          <p:grpSpPr>
            <a:xfrm>
              <a:off x="6153148" y="1498847"/>
              <a:ext cx="5248278" cy="1347552"/>
              <a:chOff x="6273798" y="1498847"/>
              <a:chExt cx="5248278" cy="1347552"/>
            </a:xfrm>
          </p:grpSpPr>
          <p:sp>
            <p:nvSpPr>
              <p:cNvPr descr="7cf654d5-d556-410d-abca-40de80009381" id="75" name="ComponentBackground1">
                <a:extLst>
                  <a:ext uri="{FF2B5EF4-FFF2-40B4-BE49-F238E27FC236}">
                    <a16:creationId id="{4AFC2ACC-CEA9-D429-1827-09F5B929CD40}"/>
                  </a:ext>
                </a:extLst>
              </p:cNvPr>
              <p:cNvSpPr/>
              <p:nvPr/>
            </p:nvSpPr>
            <p:spPr>
              <a:xfrm flipV="false" flipH="false">
                <a:off x="6273798" y="1498847"/>
                <a:ext cx="5248278" cy="1347550"/>
              </a:xfrm>
              <a:prstGeom prst="rect">
                <a:avLst/>
              </a:prstGeom>
              <a:solidFill>
                <a:schemeClr val="accent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/>
              </a:p>
            </p:txBody>
          </p:sp>
          <p:sp>
            <p:nvSpPr>
              <p:cNvPr descr="39d562de-7af0-4bf7-9f79-95e2c8fb6b9e" id="66" name="Bullet1">
                <a:extLst>
                  <a:ext uri="{FF2B5EF4-FFF2-40B4-BE49-F238E27FC236}">
                    <a16:creationId id="{BBD07E5D-F96A-2E56-1642-1DB4352E360A}"/>
                  </a:ext>
                </a:extLst>
              </p:cNvPr>
              <p:cNvSpPr/>
              <p:nvPr/>
            </p:nvSpPr>
            <p:spPr>
              <a:xfrm flipV="false" flipH="false">
                <a:off x="6273798" y="1498847"/>
                <a:ext cx="5235575" cy="473315"/>
              </a:xfrm>
              <a:prstGeom prst="rect">
                <a:avLst/>
              </a:prstGeom>
            </p:spPr>
            <p:txBody>
              <a:bodyPr anchor="b" anchorCtr="0" bIns="45720" lIns="91440" rIns="91440" tIns="45720" wrap="square">
                <a:normAutofit/>
              </a:bodyPr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l">
                  <a:spcBef>
                    <a:spcPct val="0"/>
                  </a:spcBef>
                </a:pPr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含漱液漱口</a:t>
                </a:r>
              </a:p>
            </p:txBody>
          </p:sp>
          <p:sp>
            <p:nvSpPr>
              <p:cNvPr descr="dd35d676-cbaf-4aa3-85f4-4852bff3d523" id="67" name="Text1">
                <a:extLst>
                  <a:ext uri="{FF2B5EF4-FFF2-40B4-BE49-F238E27FC236}">
                    <a16:creationId id="{156DBBE2-556A-3F68-6720-84733EFF6F62}"/>
                  </a:ext>
                </a:extLst>
              </p:cNvPr>
              <p:cNvSpPr/>
              <p:nvPr/>
            </p:nvSpPr>
            <p:spPr>
              <a:xfrm flipV="false" flipH="false">
                <a:off x="6273800" y="1972165"/>
                <a:ext cx="5235575" cy="874234"/>
              </a:xfrm>
              <a:prstGeom prst="rect">
                <a:avLst/>
              </a:prstGeom>
            </p:spPr>
            <p:txBody>
              <a:bodyPr anchor="t" anchorCtr="0" bIns="45720" lIns="91440" rIns="91440" tIns="45720" wrap="square">
                <a:normAutofit/>
              </a:bodyPr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使用氯己定或碘伏含漱液漱口，减少口腔病菌残留。</a:t>
                </a:r>
              </a:p>
            </p:txBody>
          </p:sp>
        </p:grpSp>
        <p:grpSp>
          <p:nvGrpSpPr>
            <p:cNvPr descr="3ce795be-e70e-4086-85e5-c3850e818bab" id="216" name="组合 215">
              <a:extLst>
                <a:ext uri="{FF2B5EF4-FFF2-40B4-BE49-F238E27FC236}">
                  <a16:creationId id="{C620B023-18B4-CF2D-D341-55F3BAF32D40}"/>
                </a:ext>
              </a:extLst>
            </p:cNvPr>
            <p:cNvGrpSpPr/>
            <p:nvPr/>
          </p:nvGrpSpPr>
          <p:grpSpPr>
            <a:xfrm>
              <a:off x="6153148" y="3110823"/>
              <a:ext cx="5248278" cy="1347552"/>
              <a:chOff x="6273798" y="3110823"/>
              <a:chExt cx="5248278" cy="1347552"/>
            </a:xfrm>
          </p:grpSpPr>
          <p:sp>
            <p:nvSpPr>
              <p:cNvPr descr="49b6ec74-9b29-4fe8-8197-e44568f067c3" id="76" name="ComponentBackground2">
                <a:extLst>
                  <a:ext uri="{FF2B5EF4-FFF2-40B4-BE49-F238E27FC236}">
                    <a16:creationId id="{D41881CF-40AF-40B3-7FF0-2688A8EED0D2}"/>
                  </a:ext>
                </a:extLst>
              </p:cNvPr>
              <p:cNvSpPr/>
              <p:nvPr/>
            </p:nvSpPr>
            <p:spPr>
              <a:xfrm flipV="false" flipH="false">
                <a:off x="6273798" y="3110823"/>
                <a:ext cx="5248278" cy="1347550"/>
              </a:xfrm>
              <a:prstGeom prst="rect">
                <a:avLst/>
              </a:prstGeom>
              <a:solidFill>
                <a:schemeClr val="tx2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/>
              </a:p>
            </p:txBody>
          </p:sp>
          <p:sp>
            <p:nvSpPr>
              <p:cNvPr descr="ead54fce-5dc6-4dd3-a3bf-0c6cf50a08f3" id="68" name="Bullet2">
                <a:extLst>
                  <a:ext uri="{FF2B5EF4-FFF2-40B4-BE49-F238E27FC236}">
                    <a16:creationId id="{FAFC3615-04EC-7AEE-3C8C-91547B23C927}"/>
                  </a:ext>
                </a:extLst>
              </p:cNvPr>
              <p:cNvSpPr/>
              <p:nvPr/>
            </p:nvSpPr>
            <p:spPr>
              <a:xfrm flipV="false" flipH="false">
                <a:off x="6273798" y="3110823"/>
                <a:ext cx="5235575" cy="473315"/>
              </a:xfrm>
              <a:prstGeom prst="rect">
                <a:avLst/>
              </a:prstGeom>
            </p:spPr>
            <p:txBody>
              <a:bodyPr anchor="b" anchorCtr="0" bIns="45720" lIns="91440" rIns="91440" tIns="45720" wrap="square">
                <a:normAutofit/>
              </a:bodyPr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l">
                  <a:spcBef>
                    <a:spcPct val="0"/>
                  </a:spcBef>
                </a:pPr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清水清洁</a:t>
                </a:r>
              </a:p>
            </p:txBody>
          </p:sp>
          <p:sp>
            <p:nvSpPr>
              <p:cNvPr descr="d4cb572c-091c-4415-bfb3-4e4d9901f2ee" id="69" name="Text2">
                <a:extLst>
                  <a:ext uri="{FF2B5EF4-FFF2-40B4-BE49-F238E27FC236}">
                    <a16:creationId id="{EE06C060-5747-A889-6645-87DEECCDED96}"/>
                  </a:ext>
                </a:extLst>
              </p:cNvPr>
              <p:cNvSpPr/>
              <p:nvPr/>
            </p:nvSpPr>
            <p:spPr>
              <a:xfrm flipV="false" flipH="false">
                <a:off x="6273800" y="3584141"/>
                <a:ext cx="5235575" cy="874234"/>
              </a:xfrm>
              <a:prstGeom prst="rect">
                <a:avLst/>
              </a:prstGeom>
            </p:spPr>
            <p:txBody>
              <a:bodyPr anchor="t" anchorCtr="0" bIns="45720" lIns="91440" rIns="91440" tIns="45720" wrap="square">
                <a:normAutofit/>
              </a:bodyPr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用清水和牙刷彻底清洁牙齿、舌苔，保持口腔卫生。</a:t>
                </a:r>
              </a:p>
            </p:txBody>
          </p:sp>
        </p:grpSp>
        <p:grpSp>
          <p:nvGrpSpPr>
            <p:cNvPr descr="00105ccc-2dc9-4753-982a-4a24b4e62c34" id="215" name="组合 214">
              <a:extLst>
                <a:ext uri="{FF2B5EF4-FFF2-40B4-BE49-F238E27FC236}">
                  <a16:creationId id="{6F774E97-FDA1-BAD3-3FE9-19567DAB4295}"/>
                </a:ext>
              </a:extLst>
            </p:cNvPr>
            <p:cNvGrpSpPr/>
            <p:nvPr/>
          </p:nvGrpSpPr>
          <p:grpSpPr>
            <a:xfrm>
              <a:off x="6153148" y="4722801"/>
              <a:ext cx="5248278" cy="1347552"/>
              <a:chOff x="6273798" y="4722801"/>
              <a:chExt cx="5248278" cy="1347552"/>
            </a:xfrm>
          </p:grpSpPr>
          <p:sp>
            <p:nvSpPr>
              <p:cNvPr descr="31ca91b7-35eb-408b-b3fd-372e4be2ad40" id="77" name="ComponentBackground3">
                <a:extLst>
                  <a:ext uri="{FF2B5EF4-FFF2-40B4-BE49-F238E27FC236}">
                    <a16:creationId id="{3C916AD6-E8A7-B9BA-A98D-B0508EFE2239}"/>
                  </a:ext>
                </a:extLst>
              </p:cNvPr>
              <p:cNvSpPr/>
              <p:nvPr/>
            </p:nvSpPr>
            <p:spPr>
              <a:xfrm flipV="false" flipH="false">
                <a:off x="6273798" y="4722803"/>
                <a:ext cx="5248278" cy="1347550"/>
              </a:xfrm>
              <a:prstGeom prst="rect">
                <a:avLst/>
              </a:prstGeom>
              <a:solidFill>
                <a:schemeClr val="accent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/>
              </a:p>
            </p:txBody>
          </p:sp>
          <p:sp>
            <p:nvSpPr>
              <p:cNvPr descr="7eabbde2-8c2a-4326-9464-0ab30dfb9e3f" id="71" name="Bullet3">
                <a:extLst>
                  <a:ext uri="{FF2B5EF4-FFF2-40B4-BE49-F238E27FC236}">
                    <a16:creationId id="{F17D2030-2AF1-9F80-FE4D-07843CE88879}"/>
                  </a:ext>
                </a:extLst>
              </p:cNvPr>
              <p:cNvSpPr/>
              <p:nvPr/>
            </p:nvSpPr>
            <p:spPr>
              <a:xfrm flipV="false" flipH="false">
                <a:off x="6273798" y="4722801"/>
                <a:ext cx="5235575" cy="473315"/>
              </a:xfrm>
              <a:prstGeom prst="rect">
                <a:avLst/>
              </a:prstGeom>
            </p:spPr>
            <p:txBody>
              <a:bodyPr anchor="b" anchorCtr="0" bIns="45720" lIns="91440" rIns="91440" tIns="45720" wrap="square">
                <a:normAutofit/>
              </a:bodyPr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l">
                  <a:spcBef>
                    <a:spcPct val="0"/>
                  </a:spcBef>
                </a:pPr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就医症状</a:t>
                </a:r>
              </a:p>
            </p:txBody>
          </p:sp>
          <p:sp>
            <p:nvSpPr>
              <p:cNvPr descr="4cdeadbb-ce97-4fd2-a614-2840ff11f632" id="72" name="Text3">
                <a:extLst>
                  <a:ext uri="{FF2B5EF4-FFF2-40B4-BE49-F238E27FC236}">
                    <a16:creationId id="{4397A7E7-A250-DEEE-ABB7-1EFC7E91E87C}"/>
                  </a:ext>
                </a:extLst>
              </p:cNvPr>
              <p:cNvSpPr/>
              <p:nvPr/>
            </p:nvSpPr>
            <p:spPr>
              <a:xfrm flipV="false" flipH="false">
                <a:off x="6273800" y="5196119"/>
                <a:ext cx="5235575" cy="874234"/>
              </a:xfrm>
              <a:prstGeom prst="rect">
                <a:avLst/>
              </a:prstGeom>
            </p:spPr>
            <p:txBody>
              <a:bodyPr anchor="t" anchorCtr="0" bIns="45720" lIns="91440" rIns="91440" tIns="45720" wrap="square">
                <a:normAutofit/>
              </a:bodyPr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若出现口腔溃疡、喉咙不适、腹泻等症状，应及时就医。</a:t>
                </a:r>
              </a:p>
            </p:txBody>
          </p:sp>
        </p:grpSp>
        <p:sp>
          <p:nvSpPr>
            <p:cNvPr descr="0bf93ba8-5cfc-4de9-be10-560b54755d05" id="74" name="Title">
              <a:extLst>
                <a:ext uri="{FF2B5EF4-FFF2-40B4-BE49-F238E27FC236}">
                  <a16:creationId id="{89B0109D-91D9-1E9E-B5D0-BA27A42746CA}"/>
                </a:ext>
              </a:extLst>
            </p:cNvPr>
            <p:cNvSpPr txBox="1"/>
            <p:nvPr/>
          </p:nvSpPr>
          <p:spPr>
            <a:xfrm flipV="false" flipH="false">
              <a:off x="777874" y="1204642"/>
              <a:ext cx="5130800" cy="1004604"/>
            </a:xfrm>
            <a:prstGeom prst="rect">
              <a:avLst/>
            </a:prstGeom>
            <a:noFill/>
          </p:spPr>
          <p:txBody>
            <a:bodyPr anchor="t" anchorCtr="0" rtlCol="0" vert="horz" wrap="square">
              <a:normAutofit/>
            </a:bodyPr>
            <a:lstStyle/>
            <a:p>
              <a:pPr algn="l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关注舔舐者的口腔健康</a:t>
              </a: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对被舔者的建议</a:t>
            </a:r>
          </a:p>
        </p:txBody>
      </p:sp>
      <p:grpSp>
        <p:nvGrpSpPr>
          <p:cNvPr descr="1ba1ee76-eec4-4794-8fc3-19da24754f3b" id="31" name="fbd86e12-630e-4843-9c6f-e69277eb375c.source.3.zh-Hans.pptx">
            <a:extLst>
              <a:ext uri="{FF2B5EF4-FFF2-40B4-BE49-F238E27FC236}">
                <a16:creationId id="{23499171-8C70-797F-EA4F-98907DA9E7ED}"/>
              </a:ext>
            </a:extLst>
          </p:cNvPr>
          <p:cNvGrpSpPr/>
          <p:nvPr/>
        </p:nvGrpSpPr>
        <p:grpSpPr>
          <a:xfrm>
            <a:off x="1195956" y="1130300"/>
            <a:ext cx="9787388" cy="5003800"/>
            <a:chOff x="1722234" y="1130300"/>
            <a:chExt cx="8624444" cy="4409245"/>
          </a:xfrm>
        </p:grpSpPr>
        <p:sp>
          <p:nvSpPr>
            <p:cNvPr descr="4f4ae731-b23e-470a-839c-ba41fce892a9" id="4" name="Title">
              <a:extLst>
                <a:ext uri="{FF2B5EF4-FFF2-40B4-BE49-F238E27FC236}">
                  <a16:creationId id="{0CBE10EC-7C3F-6464-5F64-2F0F510F2B6F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1722234" y="1130300"/>
              <a:ext cx="8624444" cy="62171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检查被舔者足部状况</a:t>
              </a:r>
            </a:p>
          </p:txBody>
        </p:sp>
        <p:grpSp>
          <p:nvGrpSpPr>
            <p:cNvPr descr="e4d2c863-d5e2-472a-b2f0-f22ad8834b9f" id="23" name="组合 22">
              <a:extLst>
                <a:ext uri="{FF2B5EF4-FFF2-40B4-BE49-F238E27FC236}">
                  <a16:creationId id="{73B6E5DF-9530-A7BE-EB3D-D8876EC27654}"/>
                </a:ext>
              </a:extLst>
            </p:cNvPr>
            <p:cNvGrpSpPr/>
            <p:nvPr/>
          </p:nvGrpSpPr>
          <p:grpSpPr>
            <a:xfrm>
              <a:off x="2961198" y="3231628"/>
              <a:ext cx="3449228" cy="2284118"/>
              <a:chOff x="2961198" y="3231628"/>
              <a:chExt cx="3449228" cy="2284118"/>
            </a:xfrm>
          </p:grpSpPr>
          <p:sp>
            <p:nvSpPr>
              <p:cNvPr descr="ed7eb91c-5033-484c-9235-c5bbff21f804" id="30" name="ComponentBackground1">
                <a:extLst>
                  <a:ext uri="{FF2B5EF4-FFF2-40B4-BE49-F238E27FC236}">
                    <a16:creationId id="{67F27076-2009-70D5-4AD6-3D36C7368356}"/>
                  </a:ext>
                </a:extLst>
              </p:cNvPr>
              <p:cNvSpPr/>
              <p:nvPr/>
            </p:nvSpPr>
            <p:spPr>
              <a:xfrm flipV="false" flipH="false">
                <a:off x="2961198" y="3231628"/>
                <a:ext cx="2845086" cy="2245332"/>
              </a:xfrm>
              <a:custGeom>
                <a:avLst/>
                <a:gdLst>
                  <a:gd fmla="*/ 804692 w 1648981" name="connsiteX0"/>
                  <a:gd fmla="*/ 1646820 h 1647090" name="connsiteY0"/>
                  <a:gd fmla="*/ 478080 w 1648981" name="connsiteX1"/>
                  <a:gd fmla="*/ 1524329 h 1647090" name="connsiteY1"/>
                  <a:gd fmla="*/ 111368 w 1648981" name="connsiteX2"/>
                  <a:gd fmla="*/ 1139614 h 1647090" name="connsiteY2"/>
                  <a:gd fmla="*/ 94889 w 1648981" name="connsiteX3"/>
                  <a:gd fmla="*/ 577163 h 1647090" name="connsiteY3"/>
                  <a:gd fmla="*/ 533135 w 1648981" name="connsiteX4"/>
                  <a:gd fmla="*/ 114153 h 1647090" name="connsiteY4"/>
                  <a:gd fmla="*/ 1152641 w 1648981" name="connsiteX5"/>
                  <a:gd fmla="*/ 84244 h 1647090" name="connsiteY5"/>
                  <a:gd fmla="*/ 1536022 w 1648981" name="connsiteX6"/>
                  <a:gd fmla="*/ 420858 h 1647090" name="connsiteY6"/>
                  <a:gd fmla="*/ 1614698 w 1648981" name="connsiteX7"/>
                  <a:gd fmla="*/ 919777 h 1647090" name="connsiteY7"/>
                  <a:gd fmla="*/ 1077107 w 1648981" name="connsiteX8"/>
                  <a:gd fmla="*/ 1575097 h 1647090" name="connsiteY8"/>
                  <a:gd fmla="*/ 804692 w 1648981" name="connsiteX9"/>
                  <a:gd fmla="*/ 1646916 h 1647090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647090" w="1648981">
                    <a:moveTo>
                      <a:pt x="804692" y="1646820"/>
                    </a:moveTo>
                    <a:cubicBezTo>
                      <a:pt x="679343" y="1649869"/>
                      <a:pt x="571520" y="1602625"/>
                      <a:pt x="478080" y="1524329"/>
                    </a:cubicBezTo>
                    <a:cubicBezTo>
                      <a:pt x="341777" y="1409934"/>
                      <a:pt x="216619" y="1283632"/>
                      <a:pt x="111368" y="1139614"/>
                    </a:cubicBezTo>
                    <a:cubicBezTo>
                      <a:pt x="-31888" y="943685"/>
                      <a:pt x="-36460" y="781189"/>
                      <a:pt x="94889" y="577163"/>
                    </a:cubicBezTo>
                    <a:cubicBezTo>
                      <a:pt x="211761" y="395617"/>
                      <a:pt x="353588" y="238454"/>
                      <a:pt x="533135" y="114153"/>
                    </a:cubicBezTo>
                    <a:cubicBezTo>
                      <a:pt x="736208" y="-26436"/>
                      <a:pt x="940614" y="-38057"/>
                      <a:pt x="1152641" y="84244"/>
                    </a:cubicBezTo>
                    <a:cubicBezTo>
                      <a:pt x="1302469" y="170731"/>
                      <a:pt x="1432104" y="281793"/>
                      <a:pt x="1536022" y="420858"/>
                    </a:cubicBezTo>
                    <a:cubicBezTo>
                      <a:pt x="1649750" y="572972"/>
                      <a:pt x="1680707" y="742612"/>
                      <a:pt x="1614698" y="919777"/>
                    </a:cubicBezTo>
                    <a:cubicBezTo>
                      <a:pt x="1511162" y="1198193"/>
                      <a:pt x="1336759" y="1423459"/>
                      <a:pt x="1077107" y="1575097"/>
                    </a:cubicBezTo>
                    <a:cubicBezTo>
                      <a:pt x="994049" y="1623580"/>
                      <a:pt x="902514" y="1649487"/>
                      <a:pt x="804692" y="164691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1750">
                <a:noFill/>
                <a:round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t" anchorCtr="0" bIns="45720" compatLnSpc="1" forceAA="0" fromWordArt="0" lIns="91440" numCol="1" rIns="91440" rot="0" rtlCol="0" spcCol="0" spcFirstLastPara="0" tIns="45720" vert="horz" wrap="square">
                <a:noAutofit/>
              </a:bodyPr>
              <a:lstStyle/>
              <a:p>
                <a:pPr algn="ctr"/>
              </a:p>
            </p:txBody>
          </p:sp>
          <p:sp>
            <p:nvSpPr>
              <p:cNvPr descr="97dc11b1-6488-4795-957b-c5148c246207" id="15" name="IconBackground1">
                <a:extLst>
                  <a:ext uri="{FF2B5EF4-FFF2-40B4-BE49-F238E27FC236}">
                    <a16:creationId id="{D1E19551-DD90-4ADC-EED1-16B09230A65B}"/>
                  </a:ext>
                </a:extLst>
              </p:cNvPr>
              <p:cNvSpPr/>
              <p:nvPr/>
            </p:nvSpPr>
            <p:spPr>
              <a:xfrm rot="19657156" flipV="false" flipH="false">
                <a:off x="5758118" y="4838810"/>
                <a:ext cx="652308" cy="676936"/>
              </a:xfrm>
              <a:custGeom>
                <a:avLst/>
                <a:gdLst>
                  <a:gd fmla="*/ 8846 w 160511" name="connsiteX0"/>
                  <a:gd fmla="*/ 9103 h 166571" name="connsiteY0"/>
                  <a:gd fmla="*/ 30563 w 160511" name="connsiteX1"/>
                  <a:gd fmla="*/ 150740 h 166571" name="connsiteY1"/>
                  <a:gd fmla="*/ 160389 w 160511" name="connsiteX2"/>
                  <a:gd fmla="*/ 109782 h 166571" name="connsiteY2"/>
                  <a:gd fmla="*/ 110097 w 160511" name="connsiteX3"/>
                  <a:gd fmla="*/ 41488 h 166571" name="connsiteY3"/>
                  <a:gd fmla="*/ 17514 w 160511" name="connsiteX4"/>
                  <a:gd fmla="*/ 5388 h 166571" name="connsiteY4"/>
                  <a:gd fmla="*/ 8846 w 160511" name="connsiteX5"/>
                  <a:gd fmla="*/ 9103 h 166571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66571" w="160511">
                    <a:moveTo>
                      <a:pt x="8846" y="9103"/>
                    </a:moveTo>
                    <a:cubicBezTo>
                      <a:pt x="8846" y="9103"/>
                      <a:pt x="-21634" y="111592"/>
                      <a:pt x="30563" y="150740"/>
                    </a:cubicBezTo>
                    <a:cubicBezTo>
                      <a:pt x="82760" y="189888"/>
                      <a:pt x="164103" y="148835"/>
                      <a:pt x="160389" y="109782"/>
                    </a:cubicBezTo>
                    <a:cubicBezTo>
                      <a:pt x="156674" y="70730"/>
                      <a:pt x="145149" y="52632"/>
                      <a:pt x="110097" y="41488"/>
                    </a:cubicBezTo>
                    <a:cubicBezTo>
                      <a:pt x="75045" y="30344"/>
                      <a:pt x="22181" y="19009"/>
                      <a:pt x="17514" y="5388"/>
                    </a:cubicBezTo>
                    <a:cubicBezTo>
                      <a:pt x="12846" y="-8232"/>
                      <a:pt x="9132" y="8151"/>
                      <a:pt x="8846" y="9103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1270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832db1f-a3da-4977-8bb2-0e5a7d9b9183" id="50" name="Icon1">
                <a:extLst>
                  <a:ext uri="{FF2B5EF4-FFF2-40B4-BE49-F238E27FC236}">
                    <a16:creationId id="{D8906250-D393-4602-52F5-E0C86F743607}"/>
                  </a:ext>
                </a:extLst>
              </p:cNvPr>
              <p:cNvSpPr/>
              <p:nvPr/>
            </p:nvSpPr>
            <p:spPr>
              <a:xfrm rot="19657156" flipV="false" flipH="false">
                <a:off x="5949357" y="5097449"/>
                <a:ext cx="288225" cy="263926"/>
              </a:xfrm>
              <a:custGeom>
                <a:avLst/>
                <a:gdLst>
                  <a:gd fmla="*/ 268748 w 606376" name="connsiteX0"/>
                  <a:gd fmla="*/ 374905 h 555256" name="connsiteY0"/>
                  <a:gd fmla="*/ 267105 w 606376" name="connsiteX1"/>
                  <a:gd fmla="*/ 383577 h 555256" name="connsiteY1"/>
                  <a:gd fmla="*/ 266167 w 606376" name="connsiteX2"/>
                  <a:gd fmla="*/ 395764 h 555256" name="connsiteY2"/>
                  <a:gd fmla="*/ 289168 w 606376" name="connsiteX3"/>
                  <a:gd fmla="*/ 380061 h 555256" name="connsiteY3"/>
                  <a:gd fmla="*/ 268748 w 606376" name="connsiteX4"/>
                  <a:gd fmla="*/ 374905 h 555256" name="connsiteY4"/>
                  <a:gd fmla="*/ 249737 w 606376" name="connsiteX5"/>
                  <a:gd fmla="*/ 371624 h 555256" name="connsiteY5"/>
                  <a:gd fmla="*/ 240348 w 606376" name="connsiteX6"/>
                  <a:gd fmla="*/ 406545 h 555256" name="connsiteY6"/>
                  <a:gd fmla="*/ 239879 w 606376" name="connsiteX7"/>
                  <a:gd fmla="*/ 410295 h 555256" name="connsiteY7"/>
                  <a:gd fmla="*/ 242930 w 606376" name="connsiteX8"/>
                  <a:gd fmla="*/ 407482 h 555256" name="connsiteY8"/>
                  <a:gd fmla="*/ 255135 w 606376" name="connsiteX9"/>
                  <a:gd fmla="*/ 401623 h 555256" name="connsiteY9"/>
                  <a:gd fmla="*/ 255135 w 606376" name="connsiteX10"/>
                  <a:gd fmla="*/ 380999 h 555256" name="connsiteY10"/>
                  <a:gd fmla="*/ 255839 w 606376" name="connsiteX11"/>
                  <a:gd fmla="*/ 372562 h 555256" name="connsiteY11"/>
                  <a:gd fmla="*/ 249737 w 606376" name="connsiteX12"/>
                  <a:gd fmla="*/ 371624 h 555256" name="connsiteY12"/>
                  <a:gd fmla="*/ 140595 w 606376" name="connsiteX13"/>
                  <a:gd fmla="*/ 364124 h 555256" name="connsiteY13"/>
                  <a:gd fmla="*/ 137309 w 606376" name="connsiteX14"/>
                  <a:gd fmla="*/ 364828 h 555256" name="connsiteY14"/>
                  <a:gd fmla="*/ 118532 w 606376" name="connsiteX15"/>
                  <a:gd fmla="*/ 366234 h 555256" name="connsiteY15"/>
                  <a:gd fmla="*/ 117593 w 606376" name="connsiteX16"/>
                  <a:gd fmla="*/ 385921 h 555256" name="connsiteY16"/>
                  <a:gd fmla="*/ 137074 w 606376" name="connsiteX17"/>
                  <a:gd fmla="*/ 396233 h 555256" name="connsiteY17"/>
                  <a:gd fmla="*/ 137544 w 606376" name="connsiteX18"/>
                  <a:gd fmla="*/ 396936 h 555256" name="connsiteY18"/>
                  <a:gd fmla="*/ 140595 w 606376" name="connsiteX19"/>
                  <a:gd fmla="*/ 364124 h 555256" name="connsiteY19"/>
                  <a:gd fmla="*/ 215234 w 606376" name="connsiteX20"/>
                  <a:gd fmla="*/ 361078 h 555256" name="connsiteY20"/>
                  <a:gd fmla="*/ 206080 w 606376" name="connsiteX21"/>
                  <a:gd fmla="*/ 440997 h 555256" name="connsiteY21"/>
                  <a:gd fmla="*/ 230021 w 606376" name="connsiteX22"/>
                  <a:gd fmla="*/ 467715 h 555256" name="connsiteY22"/>
                  <a:gd fmla="*/ 226265 w 606376" name="connsiteX23"/>
                  <a:gd fmla="*/ 412170 h 555256" name="connsiteY23"/>
                  <a:gd fmla="*/ 233072 w 606376" name="connsiteX24"/>
                  <a:gd fmla="*/ 371624 h 555256" name="connsiteY24"/>
                  <a:gd fmla="*/ 225796 w 606376" name="connsiteX25"/>
                  <a:gd fmla="*/ 365296 h 555256" name="connsiteY25"/>
                  <a:gd fmla="*/ 215234 w 606376" name="connsiteX26"/>
                  <a:gd fmla="*/ 361078 h 555256" name="connsiteY26"/>
                  <a:gd fmla="*/ 174863 w 606376" name="connsiteX27"/>
                  <a:gd fmla="*/ 333188 h 555256" name="connsiteY27"/>
                  <a:gd fmla="*/ 158903 w 606376" name="connsiteX28"/>
                  <a:gd fmla="*/ 361546 h 555256" name="connsiteY28"/>
                  <a:gd fmla="*/ 156321 w 606376" name="connsiteX29"/>
                  <a:gd fmla="*/ 364124 h 555256" name="connsiteY29"/>
                  <a:gd fmla="*/ 155851 w 606376" name="connsiteX30"/>
                  <a:gd fmla="*/ 371624 h 555256" name="connsiteY30"/>
                  <a:gd fmla="*/ 151392 w 606376" name="connsiteX31"/>
                  <a:gd fmla="*/ 406311 h 555256" name="connsiteY31"/>
                  <a:gd fmla="*/ 145993 w 606376" name="connsiteX32"/>
                  <a:gd fmla="*/ 443809 h 555256" name="connsiteY32"/>
                  <a:gd fmla="*/ 142707 w 606376" name="connsiteX33"/>
                  <a:gd fmla="*/ 459746 h 555256" name="connsiteY33"/>
                  <a:gd fmla="*/ 172047 w 606376" name="connsiteX34"/>
                  <a:gd fmla="*/ 435372 h 555256" name="connsiteY34"/>
                  <a:gd fmla="*/ 169465 w 606376" name="connsiteX35"/>
                  <a:gd fmla="*/ 378187 h 555256" name="connsiteY35"/>
                  <a:gd fmla="*/ 174863 w 606376" name="connsiteX36"/>
                  <a:gd fmla="*/ 333188 h 555256" name="connsiteY36"/>
                  <a:gd fmla="*/ 479943 w 606376" name="connsiteX37"/>
                  <a:gd fmla="*/ 324081 h 555256" name="connsiteY37"/>
                  <a:gd fmla="*/ 481585 w 606376" name="connsiteX38"/>
                  <a:gd fmla="*/ 381243 h 555256" name="connsiteY38"/>
                  <a:gd fmla="*/ 476893 w 606376" name="connsiteX39"/>
                  <a:gd fmla="*/ 440046 h 555256" name="connsiteY39"/>
                  <a:gd fmla="*/ 488155 w 606376" name="connsiteX40"/>
                  <a:gd fmla="*/ 438406 h 555256" name="connsiteY40"/>
                  <a:gd fmla="*/ 481585 w 606376" name="connsiteX41"/>
                  <a:gd fmla="*/ 324081 h 555256" name="connsiteY41"/>
                  <a:gd fmla="*/ 479943 w 606376" name="connsiteX42"/>
                  <a:gd fmla="*/ 324081 h 555256" name="connsiteY42"/>
                  <a:gd fmla="*/ 462345 w 606376" name="connsiteX43"/>
                  <a:gd fmla="*/ 323612 h 555256" name="connsiteY43"/>
                  <a:gd fmla="*/ 457887 w 606376" name="connsiteX44"/>
                  <a:gd fmla="*/ 376089 h 555256" name="connsiteY44"/>
                  <a:gd fmla="*/ 455775 w 606376" name="connsiteX45"/>
                  <a:gd fmla="*/ 441920 h 555256" name="connsiteY45"/>
                  <a:gd fmla="*/ 464457 w 606376" name="connsiteX46"/>
                  <a:gd fmla="*/ 441451 h 555256" name="connsiteY46"/>
                  <a:gd fmla="*/ 465630 w 606376" name="connsiteX47"/>
                  <a:gd fmla="*/ 373746 h 555256" name="connsiteY47"/>
                  <a:gd fmla="*/ 465630 w 606376" name="connsiteX48"/>
                  <a:gd fmla="*/ 323846 h 555256" name="connsiteY48"/>
                  <a:gd fmla="*/ 462345 w 606376" name="connsiteX49"/>
                  <a:gd fmla="*/ 323612 h 555256" name="connsiteY49"/>
                  <a:gd fmla="*/ 436066 w 606376" name="connsiteX50"/>
                  <a:gd fmla="*/ 323143 h 555256" name="connsiteY50"/>
                  <a:gd fmla="*/ 429261 w 606376" name="connsiteX51"/>
                  <a:gd fmla="*/ 441217 h 555256" name="connsiteY51"/>
                  <a:gd fmla="*/ 429027 w 606376" name="connsiteX52"/>
                  <a:gd fmla="*/ 441686 h 555256" name="connsiteY52"/>
                  <a:gd fmla="*/ 447328 w 606376" name="connsiteX53"/>
                  <a:gd fmla="*/ 442154 h 555256" name="connsiteY53"/>
                  <a:gd fmla="*/ 442870 w 606376" name="connsiteX54"/>
                  <a:gd fmla="*/ 367187 h 555256" name="connsiteY54"/>
                  <a:gd fmla="*/ 444982 w 606376" name="connsiteX55"/>
                  <a:gd fmla="*/ 323378 h 555256" name="connsiteY55"/>
                  <a:gd fmla="*/ 436066 w 606376" name="connsiteX56"/>
                  <a:gd fmla="*/ 323143 h 555256" name="connsiteY56"/>
                  <a:gd fmla="*/ 412602 w 606376" name="connsiteX57"/>
                  <a:gd fmla="*/ 321972 h 555256" name="connsiteY57"/>
                  <a:gd fmla="*/ 410490 w 606376" name="connsiteX58"/>
                  <a:gd fmla="*/ 365781 h 555256" name="connsiteY58"/>
                  <a:gd fmla="*/ 404624 w 606376" name="connsiteX59"/>
                  <a:gd fmla="*/ 439109 h 555256" name="connsiteY59"/>
                  <a:gd fmla="*/ 422926 w 606376" name="connsiteX60"/>
                  <a:gd fmla="*/ 441451 h 555256" name="connsiteY60"/>
                  <a:gd fmla="*/ 422926 w 606376" name="connsiteX61"/>
                  <a:gd fmla="*/ 441217 h 555256" name="connsiteY61"/>
                  <a:gd fmla="*/ 420580 w 606376" name="connsiteX62"/>
                  <a:gd fmla="*/ 376089 h 555256" name="connsiteY62"/>
                  <a:gd fmla="*/ 422691 w 606376" name="connsiteX63"/>
                  <a:gd fmla="*/ 322441 h 555256" name="connsiteY63"/>
                  <a:gd fmla="*/ 412602 w 606376" name="connsiteX64"/>
                  <a:gd fmla="*/ 321972 h 555256" name="connsiteY64"/>
                  <a:gd fmla="*/ 391250 w 606376" name="connsiteX65"/>
                  <a:gd fmla="*/ 320801 h 555256" name="connsiteY65"/>
                  <a:gd fmla="*/ 381630 w 606376" name="connsiteX66"/>
                  <a:gd fmla="*/ 437235 h 555256" name="connsiteY66"/>
                  <a:gd fmla="*/ 396881 w 606376" name="connsiteX67"/>
                  <a:gd fmla="*/ 438172 h 555256" name="connsiteY67"/>
                  <a:gd fmla="*/ 398055 w 606376" name="connsiteX68"/>
                  <a:gd fmla="*/ 360159 h 555256" name="connsiteY68"/>
                  <a:gd fmla="*/ 396881 w 606376" name="connsiteX69"/>
                  <a:gd fmla="*/ 321035 h 555256" name="connsiteY69"/>
                  <a:gd fmla="*/ 391250 w 606376" name="connsiteX70"/>
                  <a:gd fmla="*/ 320801 h 555256" name="connsiteY70"/>
                  <a:gd fmla="*/ 184486 w 606376" name="connsiteX71"/>
                  <a:gd fmla="*/ 315845 h 555256" name="connsiteY71"/>
                  <a:gd fmla="*/ 178619 w 606376" name="connsiteX72"/>
                  <a:gd fmla="*/ 326391 h 555256" name="connsiteY72"/>
                  <a:gd fmla="*/ 180731 w 606376" name="connsiteX73"/>
                  <a:gd fmla="*/ 323579 h 555256" name="connsiteY73"/>
                  <a:gd fmla="*/ 188711 w 606376" name="connsiteX74"/>
                  <a:gd fmla="*/ 325688 h 555256" name="connsiteY74"/>
                  <a:gd fmla="*/ 181905 w 606376" name="connsiteX75"/>
                  <a:gd fmla="*/ 385218 h 555256" name="connsiteY75"/>
                  <a:gd fmla="*/ 182139 w 606376" name="connsiteX76"/>
                  <a:gd fmla="*/ 426701 h 555256" name="connsiteY76"/>
                  <a:gd fmla="*/ 195518 w 606376" name="connsiteX77"/>
                  <a:gd fmla="*/ 427169 h 555256" name="connsiteY77"/>
                  <a:gd fmla="*/ 203263 w 606376" name="connsiteX78"/>
                  <a:gd fmla="*/ 346313 h 555256" name="connsiteY78"/>
                  <a:gd fmla="*/ 203733 w 606376" name="connsiteX79"/>
                  <a:gd fmla="*/ 345141 h 555256" name="connsiteY79"/>
                  <a:gd fmla="*/ 202559 w 606376" name="connsiteX80"/>
                  <a:gd fmla="*/ 343500 h 555256" name="connsiteY80"/>
                  <a:gd fmla="*/ 184486 w 606376" name="connsiteX81"/>
                  <a:gd fmla="*/ 315845 h 555256" name="connsiteY81"/>
                  <a:gd fmla="*/ 379284 w 606376" name="connsiteX82"/>
                  <a:gd fmla="*/ 291517 h 555256" name="connsiteY82"/>
                  <a:gd fmla="*/ 494021 w 606376" name="connsiteX83"/>
                  <a:gd fmla="*/ 295733 h 555256" name="connsiteY83"/>
                  <a:gd fmla="*/ 507630 w 606376" name="connsiteX84"/>
                  <a:gd fmla="*/ 306276 h 555256" name="connsiteY84"/>
                  <a:gd fmla="*/ 516781 w 606376" name="connsiteX85"/>
                  <a:gd fmla="*/ 449885 h 555256" name="connsiteY85"/>
                  <a:gd fmla="*/ 506222 w 606376" name="connsiteX86"/>
                  <a:gd fmla="*/ 463473 h 555256" name="connsiteY86"/>
                  <a:gd fmla="*/ 423395 w 606376" name="connsiteX87"/>
                  <a:gd fmla="*/ 470033 h 555256" name="connsiteY87"/>
                  <a:gd fmla="*/ 368021 w 606376" name="connsiteX88"/>
                  <a:gd fmla="*/ 458553 h 555256" name="connsiteY88"/>
                  <a:gd fmla="*/ 361920 w 606376" name="connsiteX89"/>
                  <a:gd fmla="*/ 452228 h 555256" name="connsiteY89"/>
                  <a:gd fmla="*/ 365675 w 606376" name="connsiteX90"/>
                  <a:gd fmla="*/ 302059 h 555256" name="connsiteY90"/>
                  <a:gd fmla="*/ 379284 w 606376" name="connsiteX91"/>
                  <a:gd fmla="*/ 291517 h 555256" name="connsiteY91"/>
                  <a:gd fmla="*/ 184017 w 606376" name="connsiteX92"/>
                  <a:gd fmla="*/ 280397 h 555256" name="connsiteY92"/>
                  <a:gd fmla="*/ 195049 w 606376" name="connsiteX93"/>
                  <a:gd fmla="*/ 286549 h 555256" name="connsiteY93"/>
                  <a:gd fmla="*/ 224153 w 606376" name="connsiteX94"/>
                  <a:gd fmla="*/ 330844 h 555256" name="connsiteY94"/>
                  <a:gd fmla="*/ 233776 w 606376" name="connsiteX95"/>
                  <a:gd fmla="*/ 346781 h 555256" name="connsiteY95"/>
                  <a:gd fmla="*/ 254900 w 606376" name="connsiteX96"/>
                  <a:gd fmla="*/ 345844 h 555256" name="connsiteY96"/>
                  <a:gd fmla="*/ 320385 w 606376" name="connsiteX97"/>
                  <a:gd fmla="*/ 368812 h 555256" name="connsiteY97"/>
                  <a:gd fmla="*/ 320385 w 606376" name="connsiteX98"/>
                  <a:gd fmla="*/ 386858 h 555256" name="connsiteY98"/>
                  <a:gd fmla="*/ 255839 w 606376" name="connsiteX99"/>
                  <a:gd fmla="*/ 422951 h 555256" name="connsiteY99"/>
                  <a:gd fmla="*/ 260299 w 606376" name="connsiteX100"/>
                  <a:gd fmla="*/ 496542 h 555256" name="connsiteY100"/>
                  <a:gd fmla="*/ 241522 w 606376" name="connsiteX101"/>
                  <a:gd fmla="*/ 507089 h 555256" name="connsiteY101"/>
                  <a:gd fmla="*/ 186364 w 606376" name="connsiteX102"/>
                  <a:gd fmla="*/ 455762 h 555256" name="connsiteY102"/>
                  <a:gd fmla="*/ 119471 w 606376" name="connsiteX103"/>
                  <a:gd fmla="*/ 499823 h 555256" name="connsiteY103"/>
                  <a:gd fmla="*/ 103745 w 606376" name="connsiteX104"/>
                  <a:gd fmla="*/ 487871 h 555256" name="connsiteY104"/>
                  <a:gd fmla="*/ 118297 w 606376" name="connsiteX105"/>
                  <a:gd fmla="*/ 415685 h 555256" name="connsiteY105"/>
                  <a:gd fmla="*/ 66660 w 606376" name="connsiteX106"/>
                  <a:gd fmla="*/ 367406 h 555256" name="connsiteY106"/>
                  <a:gd fmla="*/ 74406 w 606376" name="connsiteX107"/>
                  <a:gd fmla="*/ 348188 h 555256" name="connsiteY107"/>
                  <a:gd fmla="*/ 141534 w 606376" name="connsiteX108"/>
                  <a:gd fmla="*/ 349359 h 555256" name="connsiteY108"/>
                  <a:gd fmla="*/ 151861 w 606376" name="connsiteX109"/>
                  <a:gd fmla="*/ 322407 h 555256" name="connsiteY109"/>
                  <a:gd fmla="*/ 172985 w 606376" name="connsiteX110"/>
                  <a:gd fmla="*/ 286549 h 555256" name="connsiteY110"/>
                  <a:gd fmla="*/ 184017 w 606376" name="connsiteX111"/>
                  <a:gd fmla="*/ 280397 h 555256" name="connsiteY111"/>
                  <a:gd fmla="*/ 486028 w 606376" name="connsiteX112"/>
                  <a:gd fmla="*/ 191450 h 555256" name="connsiteY112"/>
                  <a:gd fmla="*/ 482978 w 606376" name="connsiteX113"/>
                  <a:gd fmla="*/ 216522 h 555256" name="connsiteY113"/>
                  <a:gd fmla="*/ 495884 w 606376" name="connsiteX114"/>
                  <a:gd fmla="*/ 215819 h 555256" name="connsiteY114"/>
                  <a:gd fmla="*/ 486028 w 606376" name="connsiteX115"/>
                  <a:gd fmla="*/ 191450 h 555256" name="connsiteY115"/>
                  <a:gd fmla="*/ 425016 w 606376" name="connsiteX116"/>
                  <a:gd fmla="*/ 176687 h 555256" name="connsiteY116"/>
                  <a:gd fmla="*/ 409998 w 606376" name="connsiteX117"/>
                  <a:gd fmla="*/ 214647 h 555256" name="connsiteY117"/>
                  <a:gd fmla="*/ 423843 w 606376" name="connsiteX118"/>
                  <a:gd fmla="*/ 216522 h 555256" name="connsiteY118"/>
                  <a:gd fmla="*/ 425016 w 606376" name="connsiteX119"/>
                  <a:gd fmla="*/ 176687 h 555256" name="connsiteY119"/>
                  <a:gd fmla="*/ 465144 w 606376" name="connsiteX120"/>
                  <a:gd fmla="*/ 152318 h 555256" name="connsiteY120"/>
                  <a:gd fmla="*/ 465378 w 606376" name="connsiteX121"/>
                  <a:gd fmla="*/ 170361 h 555256" name="connsiteY121"/>
                  <a:gd fmla="*/ 465613 w 606376" name="connsiteX122"/>
                  <a:gd fmla="*/ 217225 h 555256" name="connsiteY122"/>
                  <a:gd fmla="*/ 472183 w 606376" name="connsiteX123"/>
                  <a:gd fmla="*/ 216991 h 555256" name="connsiteY123"/>
                  <a:gd fmla="*/ 473357 w 606376" name="connsiteX124"/>
                  <a:gd fmla="*/ 179968 h 555256" name="connsiteY124"/>
                  <a:gd fmla="*/ 471245 w 606376" name="connsiteX125"/>
                  <a:gd fmla="*/ 162628 h 555256" name="connsiteY125"/>
                  <a:gd fmla="*/ 465144 w 606376" name="connsiteX126"/>
                  <a:gd fmla="*/ 152318 h 555256" name="connsiteY126"/>
                  <a:gd fmla="*/ 248791 w 606376" name="connsiteX127"/>
                  <a:gd fmla="*/ 137790 h 555256" name="connsiteY127"/>
                  <a:gd fmla="*/ 243862 w 606376" name="connsiteX128"/>
                  <a:gd fmla="*/ 164267 h 555256" name="connsiteY128"/>
                  <a:gd fmla="*/ 241984 w 606376" name="connsiteX129"/>
                  <a:gd fmla="*/ 198945 h 555256" name="connsiteY129"/>
                  <a:gd fmla="*/ 254659 w 606376" name="connsiteX130"/>
                  <a:gd fmla="*/ 158175 h 555256" name="connsiteY130"/>
                  <a:gd fmla="*/ 248791 w 606376" name="connsiteX131"/>
                  <a:gd fmla="*/ 137790 h 555256" name="connsiteY131"/>
                  <a:gd fmla="*/ 157718 w 606376" name="connsiteX132"/>
                  <a:gd fmla="*/ 134978 h 555256" name="connsiteY132"/>
                  <a:gd fmla="*/ 152789 w 606376" name="connsiteX133"/>
                  <a:gd fmla="*/ 161455 h 555256" name="connsiteY133"/>
                  <a:gd fmla="*/ 163821 w 606376" name="connsiteX134"/>
                  <a:gd fmla="*/ 198242 h 555256" name="connsiteY134"/>
                  <a:gd fmla="*/ 159596 w 606376" name="connsiteX135"/>
                  <a:gd fmla="*/ 158175 h 555256" name="connsiteY135"/>
                  <a:gd fmla="*/ 157718 w 606376" name="connsiteX136"/>
                  <a:gd fmla="*/ 134978 h 555256" name="connsiteY136"/>
                  <a:gd fmla="*/ 447075 w 606376" name="connsiteX137"/>
                  <a:gd fmla="*/ 125605 h 555256" name="connsiteY137"/>
                  <a:gd fmla="*/ 443789 w 606376" name="connsiteX138"/>
                  <a:gd fmla="*/ 133104 h 555256" name="connsiteY138"/>
                  <a:gd fmla="*/ 444728 w 606376" name="connsiteX139"/>
                  <a:gd fmla="*/ 134510 h 555256" name="connsiteY139"/>
                  <a:gd fmla="*/ 441208 w 606376" name="connsiteX140"/>
                  <a:gd fmla="*/ 172001 h 555256" name="connsiteY140"/>
                  <a:gd fmla="*/ 436984 w 606376" name="connsiteX141"/>
                  <a:gd fmla="*/ 217459 h 555256" name="connsiteY141"/>
                  <a:gd fmla="*/ 454114 w 606376" name="connsiteX142"/>
                  <a:gd fmla="*/ 217225 h 555256" name="connsiteY142"/>
                  <a:gd fmla="*/ 449891 w 606376" name="connsiteX143"/>
                  <a:gd fmla="*/ 170361 h 555256" name="connsiteY143"/>
                  <a:gd fmla="*/ 449891 w 606376" name="connsiteX144"/>
                  <a:gd fmla="*/ 137087 h 555256" name="connsiteY144"/>
                  <a:gd fmla="*/ 453176 w 606376" name="connsiteX145"/>
                  <a:gd fmla="*/ 134510 h 555256" name="connsiteY145"/>
                  <a:gd fmla="*/ 447075 w 606376" name="connsiteX146"/>
                  <a:gd fmla="*/ 125605 h 555256" name="connsiteY146"/>
                  <a:gd fmla="*/ 211939 w 606376" name="connsiteX147"/>
                  <a:gd fmla="*/ 111312 h 555256" name="connsiteY147"/>
                  <a:gd fmla="*/ 202081 w 606376" name="connsiteX148"/>
                  <a:gd fmla="*/ 112952 h 555256" name="connsiteY148"/>
                  <a:gd fmla="*/ 202785 w 606376" name="connsiteX149"/>
                  <a:gd fmla="*/ 115061 h 555256" name="connsiteY149"/>
                  <a:gd fmla="*/ 197856 w 606376" name="connsiteX150"/>
                  <a:gd fmla="*/ 164735 h 555256" name="connsiteY150"/>
                  <a:gd fmla="*/ 197387 w 606376" name="connsiteX151"/>
                  <a:gd fmla="*/ 208317 h 555256" name="connsiteY151"/>
                  <a:gd fmla="*/ 187763 w 606376" name="connsiteX152"/>
                  <a:gd fmla="*/ 208317 h 555256" name="connsiteY152"/>
                  <a:gd fmla="*/ 188467 w 606376" name="connsiteX153"/>
                  <a:gd fmla="*/ 119279 h 555256" name="connsiteY153"/>
                  <a:gd fmla="*/ 178139 w 606376" name="connsiteX154"/>
                  <a:gd fmla="*/ 126543 h 555256" name="connsiteY154"/>
                  <a:gd fmla="*/ 176027 w 606376" name="connsiteX155"/>
                  <a:gd fmla="*/ 127714 h 555256" name="connsiteY155"/>
                  <a:gd fmla="*/ 175323 w 606376" name="connsiteX156"/>
                  <a:gd fmla="*/ 158175 h 555256" name="connsiteY156"/>
                  <a:gd fmla="*/ 175557 w 606376" name="connsiteX157"/>
                  <a:gd fmla="*/ 212301 h 555256" name="connsiteY157"/>
                  <a:gd fmla="*/ 189406 w 606376" name="connsiteX158"/>
                  <a:gd fmla="*/ 219799 h 555256" name="connsiteY158"/>
                  <a:gd fmla="*/ 229309 w 606376" name="connsiteX159"/>
                  <a:gd fmla="*/ 211129 h 555256" name="connsiteY159"/>
                  <a:gd fmla="*/ 228605 w 606376" name="connsiteX160"/>
                  <a:gd fmla="*/ 208317 h 555256" name="connsiteY160"/>
                  <a:gd fmla="*/ 228605 w 606376" name="connsiteX161"/>
                  <a:gd fmla="*/ 158175 h 555256" name="connsiteY161"/>
                  <a:gd fmla="*/ 237055 w 606376" name="connsiteX162"/>
                  <a:gd fmla="*/ 121622 h 555256" name="connsiteY162"/>
                  <a:gd fmla="*/ 226727 w 606376" name="connsiteX163"/>
                  <a:gd fmla="*/ 114593 h 555256" name="connsiteY163"/>
                  <a:gd fmla="*/ 225319 w 606376" name="connsiteX164"/>
                  <a:gd fmla="*/ 113890 h 555256" name="connsiteY164"/>
                  <a:gd fmla="*/ 222737 w 606376" name="connsiteX165"/>
                  <a:gd fmla="*/ 162627 h 555256" name="connsiteY165"/>
                  <a:gd fmla="*/ 211235 w 606376" name="connsiteX166"/>
                  <a:gd fmla="*/ 217221 h 555256" name="connsiteY166"/>
                  <a:gd fmla="*/ 207714 w 606376" name="connsiteX167"/>
                  <a:gd fmla="*/ 216753 h 555256" name="connsiteY167"/>
                  <a:gd fmla="*/ 208184 w 606376" name="connsiteX168"/>
                  <a:gd fmla="*/ 160752 h 555256" name="connsiteY168"/>
                  <a:gd fmla="*/ 210766 w 606376" name="connsiteX169"/>
                  <a:gd fmla="*/ 112952 h 555256" name="connsiteY169"/>
                  <a:gd fmla="*/ 211939 w 606376" name="connsiteX170"/>
                  <a:gd fmla="*/ 111312 h 555256" name="connsiteY170"/>
                  <a:gd fmla="*/ 439595 w 606376" name="connsiteX171"/>
                  <a:gd fmla="*/ 84365 h 555256" name="connsiteY171"/>
                  <a:gd fmla="*/ 452941 w 606376" name="connsiteX172"/>
                  <a:gd fmla="*/ 87880 h 555256" name="connsiteY172"/>
                  <a:gd fmla="*/ 528737 w 606376" name="connsiteX173"/>
                  <a:gd fmla="*/ 225660 h 555256" name="connsiteY173"/>
                  <a:gd fmla="*/ 515126 w 606376" name="connsiteX174"/>
                  <a:gd fmla="*/ 243469 h 555256" name="connsiteY174"/>
                  <a:gd fmla="*/ 430883 w 606376" name="connsiteX175"/>
                  <a:gd fmla="*/ 243703 h 555256" name="connsiteY175"/>
                  <a:gd fmla="*/ 377615 w 606376" name="connsiteX176"/>
                  <a:gd fmla="*/ 226832 h 555256" name="connsiteY176"/>
                  <a:gd fmla="*/ 386063 w 606376" name="connsiteX177"/>
                  <a:gd fmla="*/ 209258 h 555256" name="connsiteY177"/>
                  <a:gd fmla="*/ 429240 w 606376" name="connsiteX178"/>
                  <a:gd fmla="*/ 94207 h 555256" name="connsiteY178"/>
                  <a:gd fmla="*/ 439595 w 606376" name="connsiteX179"/>
                  <a:gd fmla="*/ 84365 h 555256" name="connsiteY179"/>
                  <a:gd fmla="*/ 206589 w 606376" name="connsiteX180"/>
                  <a:gd fmla="*/ 84268 h 555256" name="connsiteY180"/>
                  <a:gd fmla="*/ 281418 w 606376" name="connsiteX181"/>
                  <a:gd fmla="*/ 145522 h 555256" name="connsiteY181"/>
                  <a:gd fmla="*/ 195039 w 606376" name="connsiteX182"/>
                  <a:gd fmla="*/ 249322 h 555256" name="connsiteY182"/>
                  <a:gd fmla="*/ 173445 w 606376" name="connsiteX183"/>
                  <a:gd fmla="*/ 95848 h 555256" name="connsiteY183"/>
                  <a:gd fmla="*/ 206589 w 606376" name="connsiteX184"/>
                  <a:gd fmla="*/ 84268 h 555256" name="connsiteY184"/>
                  <a:gd fmla="*/ 309643 w 606376" name="connsiteX185"/>
                  <a:gd fmla="*/ 33473 h 555256" name="connsiteY185"/>
                  <a:gd fmla="*/ 163110 w 606376" name="connsiteX186"/>
                  <a:gd fmla="*/ 40561 h 555256" name="connsiteY186"/>
                  <a:gd fmla="*/ 52573 w 606376" name="connsiteX187"/>
                  <a:gd fmla="*/ 45481 h 555256" name="connsiteY187"/>
                  <a:gd fmla="*/ 42482 w 606376" name="connsiteX188"/>
                  <a:gd fmla="*/ 442188 h 555256" name="connsiteY188"/>
                  <a:gd fmla="*/ 127673 w 606376" name="connsiteX189"/>
                  <a:gd fmla="*/ 526310 h 555256" name="connsiteY189"/>
                  <a:gd fmla="*/ 250179 w 606376" name="connsiteX190"/>
                  <a:gd fmla="*/ 519749 h 555256" name="connsiteY190"/>
                  <a:gd fmla="*/ 531098 w 606376" name="connsiteX191"/>
                  <a:gd fmla="*/ 516468 h 555256" name="connsiteY191"/>
                  <a:gd fmla="*/ 533445 w 606376" name="connsiteX192"/>
                  <a:gd fmla="*/ 513891 h 555256" name="connsiteY192"/>
                  <a:gd fmla="*/ 570291 w 606376" name="connsiteX193"/>
                  <a:gd fmla="*/ 240203 h 555256" name="connsiteY193"/>
                  <a:gd fmla="*/ 574515 w 606376" name="connsiteX194"/>
                  <a:gd fmla="*/ 107811 h 555256" name="connsiteY194"/>
                  <a:gd fmla="*/ 456703 w 606376" name="connsiteX195"/>
                  <a:gd fmla="*/ 35171 h 555256" name="connsiteY195"/>
                  <a:gd fmla="*/ 309643 w 606376" name="connsiteX196"/>
                  <a:gd fmla="*/ 33473 h 555256" name="connsiteY196"/>
                  <a:gd fmla="*/ 486537 w 606376" name="connsiteX197"/>
                  <a:gd fmla="*/ 52 h 555256" name="connsiteY197"/>
                  <a:gd fmla="*/ 587423 w 606376" name="connsiteX198"/>
                  <a:gd fmla="*/ 40561 h 555256" name="connsiteY198"/>
                  <a:gd fmla="*/ 598218 w 606376" name="connsiteX199"/>
                  <a:gd fmla="*/ 179045 h 555256" name="connsiteY199"/>
                  <a:gd fmla="*/ 605259 w 606376" name="connsiteX200"/>
                  <a:gd fmla="*/ 332994 h 555256" name="connsiteY200"/>
                  <a:gd fmla="*/ 547761 w 606376" name="connsiteX201"/>
                  <a:gd fmla="*/ 538260 h 555256" name="connsiteY201"/>
                  <a:gd fmla="*/ 540720 w 606376" name="connsiteX202"/>
                  <a:gd fmla="*/ 540838 h 555256" name="connsiteY202"/>
                  <a:gd fmla="*/ 532037 w 606376" name="connsiteX203"/>
                  <a:gd fmla="*/ 544118 h 555256" name="connsiteY203"/>
                  <a:gd fmla="*/ 168273 w 606376" name="connsiteX204"/>
                  <a:gd fmla="*/ 555131 h 555256" name="connsiteY204"/>
                  <a:gd fmla="*/ 25819 w 606376" name="connsiteX205"/>
                  <a:gd fmla="*/ 486944 h 555256" name="connsiteY205"/>
                  <a:gd fmla="*/ 1177 w 606376" name="connsiteX206"/>
                  <a:gd fmla="*/ 243249 h 555256" name="connsiteY206"/>
                  <a:gd fmla="*/ 31921 w 606376" name="connsiteX207"/>
                  <a:gd fmla="*/ 26970 h 555256" name="connsiteY207"/>
                  <a:gd fmla="*/ 39900 w 606376" name="connsiteX208"/>
                  <a:gd fmla="*/ 19472 h 555256" name="connsiteY208"/>
                  <a:gd fmla="*/ 56563 w 606376" name="connsiteX209"/>
                  <a:gd fmla="*/ 17128 h 555256" name="connsiteY209"/>
                  <a:gd fmla="*/ 171324 w 606376" name="connsiteX210"/>
                  <a:gd fmla="*/ 11739 h 555256" name="connsiteY210"/>
                  <a:gd fmla="*/ 371042 w 606376" name="connsiteX211"/>
                  <a:gd fmla="*/ 6818 h 555256" name="connsiteY211"/>
                  <a:gd fmla="*/ 486537 w 606376" name="connsiteX212"/>
                  <a:gd fmla="*/ 52 h 555256" name="connsiteY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</a:cxnLst>
                <a:rect b="b" l="l" r="r" t="t"/>
                <a:pathLst>
                  <a:path h="555256" w="606376">
                    <a:moveTo>
                      <a:pt x="268748" y="374905"/>
                    </a:moveTo>
                    <a:cubicBezTo>
                      <a:pt x="268044" y="377718"/>
                      <a:pt x="267340" y="380765"/>
                      <a:pt x="267105" y="383577"/>
                    </a:cubicBezTo>
                    <a:cubicBezTo>
                      <a:pt x="266636" y="387561"/>
                      <a:pt x="266401" y="391545"/>
                      <a:pt x="266167" y="395764"/>
                    </a:cubicBezTo>
                    <a:cubicBezTo>
                      <a:pt x="274382" y="391077"/>
                      <a:pt x="281892" y="385921"/>
                      <a:pt x="289168" y="380061"/>
                    </a:cubicBezTo>
                    <a:cubicBezTo>
                      <a:pt x="282362" y="377718"/>
                      <a:pt x="274851" y="376077"/>
                      <a:pt x="268748" y="374905"/>
                    </a:cubicBezTo>
                    <a:close/>
                    <a:moveTo>
                      <a:pt x="249737" y="371624"/>
                    </a:moveTo>
                    <a:cubicBezTo>
                      <a:pt x="246451" y="383108"/>
                      <a:pt x="242226" y="394827"/>
                      <a:pt x="240348" y="406545"/>
                    </a:cubicBezTo>
                    <a:cubicBezTo>
                      <a:pt x="240113" y="407951"/>
                      <a:pt x="239879" y="409123"/>
                      <a:pt x="239879" y="410295"/>
                    </a:cubicBezTo>
                    <a:cubicBezTo>
                      <a:pt x="240583" y="409123"/>
                      <a:pt x="241522" y="408186"/>
                      <a:pt x="242930" y="407482"/>
                    </a:cubicBezTo>
                    <a:cubicBezTo>
                      <a:pt x="247155" y="405608"/>
                      <a:pt x="251145" y="403733"/>
                      <a:pt x="255135" y="401623"/>
                    </a:cubicBezTo>
                    <a:cubicBezTo>
                      <a:pt x="254431" y="394827"/>
                      <a:pt x="254666" y="387796"/>
                      <a:pt x="255135" y="380999"/>
                    </a:cubicBezTo>
                    <a:cubicBezTo>
                      <a:pt x="255370" y="378187"/>
                      <a:pt x="255370" y="375374"/>
                      <a:pt x="255839" y="372562"/>
                    </a:cubicBezTo>
                    <a:cubicBezTo>
                      <a:pt x="253727" y="372327"/>
                      <a:pt x="251614" y="371859"/>
                      <a:pt x="249737" y="371624"/>
                    </a:cubicBezTo>
                    <a:close/>
                    <a:moveTo>
                      <a:pt x="140595" y="364124"/>
                    </a:moveTo>
                    <a:cubicBezTo>
                      <a:pt x="139656" y="364593"/>
                      <a:pt x="138483" y="365062"/>
                      <a:pt x="137309" y="364828"/>
                    </a:cubicBezTo>
                    <a:cubicBezTo>
                      <a:pt x="130737" y="364828"/>
                      <a:pt x="124635" y="365296"/>
                      <a:pt x="118532" y="366234"/>
                    </a:cubicBezTo>
                    <a:cubicBezTo>
                      <a:pt x="119001" y="372562"/>
                      <a:pt x="118532" y="379358"/>
                      <a:pt x="117593" y="385921"/>
                    </a:cubicBezTo>
                    <a:cubicBezTo>
                      <a:pt x="123930" y="389905"/>
                      <a:pt x="130502" y="392483"/>
                      <a:pt x="137074" y="396233"/>
                    </a:cubicBezTo>
                    <a:cubicBezTo>
                      <a:pt x="137309" y="396467"/>
                      <a:pt x="137309" y="396702"/>
                      <a:pt x="137544" y="396936"/>
                    </a:cubicBezTo>
                    <a:cubicBezTo>
                      <a:pt x="138013" y="387327"/>
                      <a:pt x="137544" y="373968"/>
                      <a:pt x="140595" y="364124"/>
                    </a:cubicBezTo>
                    <a:close/>
                    <a:moveTo>
                      <a:pt x="215234" y="361078"/>
                    </a:moveTo>
                    <a:cubicBezTo>
                      <a:pt x="213356" y="387561"/>
                      <a:pt x="208427" y="414513"/>
                      <a:pt x="206080" y="440997"/>
                    </a:cubicBezTo>
                    <a:cubicBezTo>
                      <a:pt x="213356" y="450840"/>
                      <a:pt x="221336" y="459746"/>
                      <a:pt x="230021" y="467715"/>
                    </a:cubicBezTo>
                    <a:cubicBezTo>
                      <a:pt x="224388" y="449903"/>
                      <a:pt x="223918" y="430919"/>
                      <a:pt x="226265" y="412170"/>
                    </a:cubicBezTo>
                    <a:cubicBezTo>
                      <a:pt x="227908" y="399514"/>
                      <a:pt x="229317" y="384983"/>
                      <a:pt x="233072" y="371624"/>
                    </a:cubicBezTo>
                    <a:cubicBezTo>
                      <a:pt x="230021" y="369984"/>
                      <a:pt x="227439" y="368109"/>
                      <a:pt x="225796" y="365296"/>
                    </a:cubicBezTo>
                    <a:cubicBezTo>
                      <a:pt x="222041" y="365765"/>
                      <a:pt x="218285" y="363890"/>
                      <a:pt x="215234" y="361078"/>
                    </a:cubicBezTo>
                    <a:close/>
                    <a:moveTo>
                      <a:pt x="174863" y="333188"/>
                    </a:moveTo>
                    <a:cubicBezTo>
                      <a:pt x="169699" y="342797"/>
                      <a:pt x="164536" y="352172"/>
                      <a:pt x="158903" y="361546"/>
                    </a:cubicBezTo>
                    <a:cubicBezTo>
                      <a:pt x="158199" y="362718"/>
                      <a:pt x="157260" y="363421"/>
                      <a:pt x="156321" y="364124"/>
                    </a:cubicBezTo>
                    <a:cubicBezTo>
                      <a:pt x="156321" y="366468"/>
                      <a:pt x="156086" y="369046"/>
                      <a:pt x="155851" y="371624"/>
                    </a:cubicBezTo>
                    <a:cubicBezTo>
                      <a:pt x="154208" y="383108"/>
                      <a:pt x="152800" y="394592"/>
                      <a:pt x="151392" y="406311"/>
                    </a:cubicBezTo>
                    <a:cubicBezTo>
                      <a:pt x="149749" y="418732"/>
                      <a:pt x="148106" y="431388"/>
                      <a:pt x="145993" y="443809"/>
                    </a:cubicBezTo>
                    <a:cubicBezTo>
                      <a:pt x="145289" y="448497"/>
                      <a:pt x="144585" y="454825"/>
                      <a:pt x="142707" y="459746"/>
                    </a:cubicBezTo>
                    <a:cubicBezTo>
                      <a:pt x="153035" y="452481"/>
                      <a:pt x="162658" y="444044"/>
                      <a:pt x="172047" y="435372"/>
                    </a:cubicBezTo>
                    <a:cubicBezTo>
                      <a:pt x="168526" y="416623"/>
                      <a:pt x="168291" y="396936"/>
                      <a:pt x="169465" y="378187"/>
                    </a:cubicBezTo>
                    <a:cubicBezTo>
                      <a:pt x="170169" y="365999"/>
                      <a:pt x="169465" y="346781"/>
                      <a:pt x="174863" y="333188"/>
                    </a:cubicBezTo>
                    <a:close/>
                    <a:moveTo>
                      <a:pt x="479943" y="324081"/>
                    </a:moveTo>
                    <a:cubicBezTo>
                      <a:pt x="485340" y="341182"/>
                      <a:pt x="481820" y="364141"/>
                      <a:pt x="481585" y="381243"/>
                    </a:cubicBezTo>
                    <a:cubicBezTo>
                      <a:pt x="481351" y="401156"/>
                      <a:pt x="480412" y="420835"/>
                      <a:pt x="476893" y="440046"/>
                    </a:cubicBezTo>
                    <a:cubicBezTo>
                      <a:pt x="480647" y="439577"/>
                      <a:pt x="484401" y="439109"/>
                      <a:pt x="488155" y="438406"/>
                    </a:cubicBezTo>
                    <a:cubicBezTo>
                      <a:pt x="487921" y="400219"/>
                      <a:pt x="486982" y="362033"/>
                      <a:pt x="481585" y="324081"/>
                    </a:cubicBezTo>
                    <a:cubicBezTo>
                      <a:pt x="480882" y="324081"/>
                      <a:pt x="480412" y="324081"/>
                      <a:pt x="479943" y="324081"/>
                    </a:cubicBezTo>
                    <a:close/>
                    <a:moveTo>
                      <a:pt x="462345" y="323612"/>
                    </a:moveTo>
                    <a:cubicBezTo>
                      <a:pt x="461172" y="341182"/>
                      <a:pt x="458356" y="358753"/>
                      <a:pt x="457887" y="376089"/>
                    </a:cubicBezTo>
                    <a:cubicBezTo>
                      <a:pt x="457418" y="398111"/>
                      <a:pt x="457887" y="420133"/>
                      <a:pt x="455775" y="441920"/>
                    </a:cubicBezTo>
                    <a:cubicBezTo>
                      <a:pt x="458591" y="441920"/>
                      <a:pt x="461407" y="441451"/>
                      <a:pt x="464457" y="441451"/>
                    </a:cubicBezTo>
                    <a:cubicBezTo>
                      <a:pt x="466334" y="418961"/>
                      <a:pt x="466334" y="396237"/>
                      <a:pt x="465630" y="373746"/>
                    </a:cubicBezTo>
                    <a:cubicBezTo>
                      <a:pt x="465161" y="358284"/>
                      <a:pt x="461172" y="339074"/>
                      <a:pt x="465630" y="323846"/>
                    </a:cubicBezTo>
                    <a:cubicBezTo>
                      <a:pt x="464457" y="323846"/>
                      <a:pt x="463284" y="323612"/>
                      <a:pt x="462345" y="323612"/>
                    </a:cubicBezTo>
                    <a:close/>
                    <a:moveTo>
                      <a:pt x="436066" y="323143"/>
                    </a:moveTo>
                    <a:cubicBezTo>
                      <a:pt x="436300" y="358284"/>
                      <a:pt x="433485" y="406779"/>
                      <a:pt x="429261" y="441217"/>
                    </a:cubicBezTo>
                    <a:cubicBezTo>
                      <a:pt x="429261" y="441451"/>
                      <a:pt x="429027" y="441451"/>
                      <a:pt x="429027" y="441686"/>
                    </a:cubicBezTo>
                    <a:cubicBezTo>
                      <a:pt x="435127" y="441920"/>
                      <a:pt x="441228" y="442154"/>
                      <a:pt x="447328" y="442154"/>
                    </a:cubicBezTo>
                    <a:cubicBezTo>
                      <a:pt x="444278" y="417321"/>
                      <a:pt x="442636" y="392254"/>
                      <a:pt x="442870" y="367187"/>
                    </a:cubicBezTo>
                    <a:cubicBezTo>
                      <a:pt x="442870" y="352896"/>
                      <a:pt x="442401" y="337668"/>
                      <a:pt x="444982" y="323378"/>
                    </a:cubicBezTo>
                    <a:cubicBezTo>
                      <a:pt x="442166" y="323143"/>
                      <a:pt x="439116" y="323143"/>
                      <a:pt x="436066" y="323143"/>
                    </a:cubicBezTo>
                    <a:close/>
                    <a:moveTo>
                      <a:pt x="412602" y="321972"/>
                    </a:moveTo>
                    <a:cubicBezTo>
                      <a:pt x="413541" y="336497"/>
                      <a:pt x="410960" y="352428"/>
                      <a:pt x="410490" y="365781"/>
                    </a:cubicBezTo>
                    <a:cubicBezTo>
                      <a:pt x="409317" y="390146"/>
                      <a:pt x="408613" y="414979"/>
                      <a:pt x="404624" y="439109"/>
                    </a:cubicBezTo>
                    <a:cubicBezTo>
                      <a:pt x="410960" y="440046"/>
                      <a:pt x="417060" y="441217"/>
                      <a:pt x="422926" y="441451"/>
                    </a:cubicBezTo>
                    <a:cubicBezTo>
                      <a:pt x="422926" y="441451"/>
                      <a:pt x="422926" y="441451"/>
                      <a:pt x="422926" y="441217"/>
                    </a:cubicBezTo>
                    <a:cubicBezTo>
                      <a:pt x="421518" y="420601"/>
                      <a:pt x="420110" y="398111"/>
                      <a:pt x="420580" y="376089"/>
                    </a:cubicBezTo>
                    <a:cubicBezTo>
                      <a:pt x="421049" y="362267"/>
                      <a:pt x="417060" y="337434"/>
                      <a:pt x="422691" y="322441"/>
                    </a:cubicBezTo>
                    <a:cubicBezTo>
                      <a:pt x="419407" y="322206"/>
                      <a:pt x="415887" y="322206"/>
                      <a:pt x="412602" y="321972"/>
                    </a:cubicBezTo>
                    <a:close/>
                    <a:moveTo>
                      <a:pt x="391250" y="320801"/>
                    </a:moveTo>
                    <a:cubicBezTo>
                      <a:pt x="385853" y="359456"/>
                      <a:pt x="385619" y="398579"/>
                      <a:pt x="381630" y="437235"/>
                    </a:cubicBezTo>
                    <a:cubicBezTo>
                      <a:pt x="386557" y="437000"/>
                      <a:pt x="391719" y="437469"/>
                      <a:pt x="396881" y="438172"/>
                    </a:cubicBezTo>
                    <a:cubicBezTo>
                      <a:pt x="398759" y="412167"/>
                      <a:pt x="398289" y="385929"/>
                      <a:pt x="398055" y="360159"/>
                    </a:cubicBezTo>
                    <a:cubicBezTo>
                      <a:pt x="397820" y="347976"/>
                      <a:pt x="395943" y="333920"/>
                      <a:pt x="396881" y="321035"/>
                    </a:cubicBezTo>
                    <a:cubicBezTo>
                      <a:pt x="395004" y="321035"/>
                      <a:pt x="393127" y="321035"/>
                      <a:pt x="391250" y="320801"/>
                    </a:cubicBezTo>
                    <a:close/>
                    <a:moveTo>
                      <a:pt x="184486" y="315845"/>
                    </a:moveTo>
                    <a:cubicBezTo>
                      <a:pt x="182374" y="319126"/>
                      <a:pt x="180496" y="322876"/>
                      <a:pt x="178619" y="326391"/>
                    </a:cubicBezTo>
                    <a:cubicBezTo>
                      <a:pt x="179323" y="325454"/>
                      <a:pt x="179792" y="324282"/>
                      <a:pt x="180731" y="323579"/>
                    </a:cubicBezTo>
                    <a:cubicBezTo>
                      <a:pt x="183078" y="321235"/>
                      <a:pt x="187772" y="321938"/>
                      <a:pt x="188711" y="325688"/>
                    </a:cubicBezTo>
                    <a:cubicBezTo>
                      <a:pt x="192467" y="343735"/>
                      <a:pt x="182843" y="366703"/>
                      <a:pt x="181905" y="385218"/>
                    </a:cubicBezTo>
                    <a:cubicBezTo>
                      <a:pt x="181200" y="399045"/>
                      <a:pt x="181435" y="412873"/>
                      <a:pt x="182139" y="426701"/>
                    </a:cubicBezTo>
                    <a:cubicBezTo>
                      <a:pt x="186599" y="424123"/>
                      <a:pt x="191528" y="424591"/>
                      <a:pt x="195518" y="427169"/>
                    </a:cubicBezTo>
                    <a:cubicBezTo>
                      <a:pt x="194814" y="400451"/>
                      <a:pt x="196691" y="371390"/>
                      <a:pt x="203263" y="346313"/>
                    </a:cubicBezTo>
                    <a:cubicBezTo>
                      <a:pt x="203263" y="345844"/>
                      <a:pt x="203498" y="345609"/>
                      <a:pt x="203733" y="345141"/>
                    </a:cubicBezTo>
                    <a:cubicBezTo>
                      <a:pt x="203263" y="344672"/>
                      <a:pt x="203029" y="343969"/>
                      <a:pt x="202559" y="343500"/>
                    </a:cubicBezTo>
                    <a:cubicBezTo>
                      <a:pt x="196691" y="334125"/>
                      <a:pt x="190589" y="324985"/>
                      <a:pt x="184486" y="315845"/>
                    </a:cubicBezTo>
                    <a:close/>
                    <a:moveTo>
                      <a:pt x="379284" y="291517"/>
                    </a:moveTo>
                    <a:cubicBezTo>
                      <a:pt x="417529" y="295265"/>
                      <a:pt x="455541" y="295733"/>
                      <a:pt x="494021" y="295733"/>
                    </a:cubicBezTo>
                    <a:cubicBezTo>
                      <a:pt x="499887" y="295733"/>
                      <a:pt x="506692" y="299950"/>
                      <a:pt x="507630" y="306276"/>
                    </a:cubicBezTo>
                    <a:cubicBezTo>
                      <a:pt x="515608" y="353833"/>
                      <a:pt x="516781" y="401625"/>
                      <a:pt x="516781" y="449885"/>
                    </a:cubicBezTo>
                    <a:cubicBezTo>
                      <a:pt x="516781" y="456211"/>
                      <a:pt x="512323" y="461833"/>
                      <a:pt x="506222" y="463473"/>
                    </a:cubicBezTo>
                    <a:cubicBezTo>
                      <a:pt x="479708" y="471438"/>
                      <a:pt x="450848" y="471907"/>
                      <a:pt x="423395" y="470033"/>
                    </a:cubicBezTo>
                    <a:cubicBezTo>
                      <a:pt x="406502" y="468861"/>
                      <a:pt x="381865" y="470267"/>
                      <a:pt x="368021" y="458553"/>
                    </a:cubicBezTo>
                    <a:cubicBezTo>
                      <a:pt x="364971" y="457616"/>
                      <a:pt x="362390" y="455742"/>
                      <a:pt x="361920" y="452228"/>
                    </a:cubicBezTo>
                    <a:cubicBezTo>
                      <a:pt x="355116" y="402562"/>
                      <a:pt x="357697" y="351256"/>
                      <a:pt x="365675" y="302059"/>
                    </a:cubicBezTo>
                    <a:cubicBezTo>
                      <a:pt x="366613" y="296202"/>
                      <a:pt x="373652" y="291048"/>
                      <a:pt x="379284" y="291517"/>
                    </a:cubicBezTo>
                    <a:close/>
                    <a:moveTo>
                      <a:pt x="184017" y="280397"/>
                    </a:moveTo>
                    <a:cubicBezTo>
                      <a:pt x="188066" y="280397"/>
                      <a:pt x="192115" y="282448"/>
                      <a:pt x="195049" y="286549"/>
                    </a:cubicBezTo>
                    <a:cubicBezTo>
                      <a:pt x="205611" y="300845"/>
                      <a:pt x="214764" y="316079"/>
                      <a:pt x="224153" y="330844"/>
                    </a:cubicBezTo>
                    <a:cubicBezTo>
                      <a:pt x="226500" y="334594"/>
                      <a:pt x="231194" y="340688"/>
                      <a:pt x="233776" y="346781"/>
                    </a:cubicBezTo>
                    <a:cubicBezTo>
                      <a:pt x="240113" y="343969"/>
                      <a:pt x="247859" y="344906"/>
                      <a:pt x="254900" y="345844"/>
                    </a:cubicBezTo>
                    <a:cubicBezTo>
                      <a:pt x="276025" y="348656"/>
                      <a:pt x="304190" y="353812"/>
                      <a:pt x="320385" y="368812"/>
                    </a:cubicBezTo>
                    <a:cubicBezTo>
                      <a:pt x="325549" y="373265"/>
                      <a:pt x="325314" y="382171"/>
                      <a:pt x="320385" y="386858"/>
                    </a:cubicBezTo>
                    <a:cubicBezTo>
                      <a:pt x="302547" y="403733"/>
                      <a:pt x="278841" y="414279"/>
                      <a:pt x="255839" y="422951"/>
                    </a:cubicBezTo>
                    <a:cubicBezTo>
                      <a:pt x="263819" y="444981"/>
                      <a:pt x="260299" y="474277"/>
                      <a:pt x="260299" y="496542"/>
                    </a:cubicBezTo>
                    <a:cubicBezTo>
                      <a:pt x="260299" y="506151"/>
                      <a:pt x="249737" y="511776"/>
                      <a:pt x="241522" y="507089"/>
                    </a:cubicBezTo>
                    <a:cubicBezTo>
                      <a:pt x="218285" y="494667"/>
                      <a:pt x="201620" y="476387"/>
                      <a:pt x="186364" y="455762"/>
                    </a:cubicBezTo>
                    <a:cubicBezTo>
                      <a:pt x="166413" y="474043"/>
                      <a:pt x="145289" y="490214"/>
                      <a:pt x="119471" y="499823"/>
                    </a:cubicBezTo>
                    <a:cubicBezTo>
                      <a:pt x="111960" y="502636"/>
                      <a:pt x="103510" y="495370"/>
                      <a:pt x="103745" y="487871"/>
                    </a:cubicBezTo>
                    <a:cubicBezTo>
                      <a:pt x="104919" y="463496"/>
                      <a:pt x="110786" y="439122"/>
                      <a:pt x="118297" y="415685"/>
                    </a:cubicBezTo>
                    <a:cubicBezTo>
                      <a:pt x="96234" y="407482"/>
                      <a:pt x="76988" y="386858"/>
                      <a:pt x="66660" y="367406"/>
                    </a:cubicBezTo>
                    <a:cubicBezTo>
                      <a:pt x="62905" y="360375"/>
                      <a:pt x="65722" y="349828"/>
                      <a:pt x="74406" y="348188"/>
                    </a:cubicBezTo>
                    <a:cubicBezTo>
                      <a:pt x="95295" y="343969"/>
                      <a:pt x="121349" y="340688"/>
                      <a:pt x="141534" y="349359"/>
                    </a:cubicBezTo>
                    <a:cubicBezTo>
                      <a:pt x="142942" y="339750"/>
                      <a:pt x="147636" y="330610"/>
                      <a:pt x="151861" y="322407"/>
                    </a:cubicBezTo>
                    <a:cubicBezTo>
                      <a:pt x="157964" y="309751"/>
                      <a:pt x="164771" y="297799"/>
                      <a:pt x="172985" y="286549"/>
                    </a:cubicBezTo>
                    <a:cubicBezTo>
                      <a:pt x="175919" y="282448"/>
                      <a:pt x="179968" y="280397"/>
                      <a:pt x="184017" y="280397"/>
                    </a:cubicBezTo>
                    <a:close/>
                    <a:moveTo>
                      <a:pt x="486028" y="191450"/>
                    </a:moveTo>
                    <a:cubicBezTo>
                      <a:pt x="485559" y="199885"/>
                      <a:pt x="484620" y="208321"/>
                      <a:pt x="482978" y="216522"/>
                    </a:cubicBezTo>
                    <a:cubicBezTo>
                      <a:pt x="487202" y="216288"/>
                      <a:pt x="491660" y="216053"/>
                      <a:pt x="495884" y="215819"/>
                    </a:cubicBezTo>
                    <a:cubicBezTo>
                      <a:pt x="493068" y="207618"/>
                      <a:pt x="489548" y="199416"/>
                      <a:pt x="486028" y="191450"/>
                    </a:cubicBezTo>
                    <a:close/>
                    <a:moveTo>
                      <a:pt x="425016" y="176687"/>
                    </a:moveTo>
                    <a:cubicBezTo>
                      <a:pt x="419619" y="189341"/>
                      <a:pt x="414457" y="201994"/>
                      <a:pt x="409998" y="214647"/>
                    </a:cubicBezTo>
                    <a:cubicBezTo>
                      <a:pt x="414457" y="215585"/>
                      <a:pt x="419150" y="216053"/>
                      <a:pt x="423843" y="216522"/>
                    </a:cubicBezTo>
                    <a:cubicBezTo>
                      <a:pt x="423374" y="203166"/>
                      <a:pt x="423843" y="190044"/>
                      <a:pt x="425016" y="176687"/>
                    </a:cubicBezTo>
                    <a:close/>
                    <a:moveTo>
                      <a:pt x="465144" y="152318"/>
                    </a:moveTo>
                    <a:cubicBezTo>
                      <a:pt x="465613" y="158410"/>
                      <a:pt x="465144" y="164737"/>
                      <a:pt x="465378" y="170361"/>
                    </a:cubicBezTo>
                    <a:cubicBezTo>
                      <a:pt x="465848" y="186060"/>
                      <a:pt x="466317" y="201760"/>
                      <a:pt x="465613" y="217225"/>
                    </a:cubicBezTo>
                    <a:cubicBezTo>
                      <a:pt x="467725" y="217225"/>
                      <a:pt x="469837" y="216991"/>
                      <a:pt x="472183" y="216991"/>
                    </a:cubicBezTo>
                    <a:cubicBezTo>
                      <a:pt x="473826" y="204806"/>
                      <a:pt x="474295" y="192387"/>
                      <a:pt x="473357" y="179968"/>
                    </a:cubicBezTo>
                    <a:cubicBezTo>
                      <a:pt x="472887" y="174110"/>
                      <a:pt x="471714" y="168486"/>
                      <a:pt x="471245" y="162628"/>
                    </a:cubicBezTo>
                    <a:cubicBezTo>
                      <a:pt x="469367" y="159113"/>
                      <a:pt x="467255" y="155599"/>
                      <a:pt x="465144" y="152318"/>
                    </a:cubicBezTo>
                    <a:close/>
                    <a:moveTo>
                      <a:pt x="248791" y="137790"/>
                    </a:moveTo>
                    <a:cubicBezTo>
                      <a:pt x="247148" y="146693"/>
                      <a:pt x="244801" y="155363"/>
                      <a:pt x="243862" y="164267"/>
                    </a:cubicBezTo>
                    <a:cubicBezTo>
                      <a:pt x="243158" y="175748"/>
                      <a:pt x="242688" y="187464"/>
                      <a:pt x="241984" y="198945"/>
                    </a:cubicBezTo>
                    <a:cubicBezTo>
                      <a:pt x="251138" y="187229"/>
                      <a:pt x="256537" y="172468"/>
                      <a:pt x="254659" y="158175"/>
                    </a:cubicBezTo>
                    <a:cubicBezTo>
                      <a:pt x="253955" y="151380"/>
                      <a:pt x="251842" y="144350"/>
                      <a:pt x="248791" y="137790"/>
                    </a:cubicBezTo>
                    <a:close/>
                    <a:moveTo>
                      <a:pt x="157718" y="134978"/>
                    </a:moveTo>
                    <a:cubicBezTo>
                      <a:pt x="153728" y="142241"/>
                      <a:pt x="151850" y="151145"/>
                      <a:pt x="152789" y="161455"/>
                    </a:cubicBezTo>
                    <a:cubicBezTo>
                      <a:pt x="153493" y="172936"/>
                      <a:pt x="157249" y="186761"/>
                      <a:pt x="163821" y="198242"/>
                    </a:cubicBezTo>
                    <a:cubicBezTo>
                      <a:pt x="161474" y="185121"/>
                      <a:pt x="160300" y="171530"/>
                      <a:pt x="159596" y="158175"/>
                    </a:cubicBezTo>
                    <a:cubicBezTo>
                      <a:pt x="159127" y="151145"/>
                      <a:pt x="157718" y="142944"/>
                      <a:pt x="157718" y="134978"/>
                    </a:cubicBezTo>
                    <a:close/>
                    <a:moveTo>
                      <a:pt x="447075" y="125605"/>
                    </a:moveTo>
                    <a:cubicBezTo>
                      <a:pt x="445901" y="127949"/>
                      <a:pt x="444728" y="130526"/>
                      <a:pt x="443789" y="133104"/>
                    </a:cubicBezTo>
                    <a:cubicBezTo>
                      <a:pt x="444024" y="133572"/>
                      <a:pt x="444493" y="134041"/>
                      <a:pt x="444728" y="134510"/>
                    </a:cubicBezTo>
                    <a:cubicBezTo>
                      <a:pt x="448717" y="145523"/>
                      <a:pt x="442851" y="160519"/>
                      <a:pt x="441208" y="172001"/>
                    </a:cubicBezTo>
                    <a:cubicBezTo>
                      <a:pt x="439331" y="186997"/>
                      <a:pt x="438157" y="202228"/>
                      <a:pt x="436984" y="217459"/>
                    </a:cubicBezTo>
                    <a:cubicBezTo>
                      <a:pt x="442616" y="217693"/>
                      <a:pt x="448248" y="217459"/>
                      <a:pt x="454114" y="217225"/>
                    </a:cubicBezTo>
                    <a:cubicBezTo>
                      <a:pt x="452706" y="201760"/>
                      <a:pt x="451299" y="186060"/>
                      <a:pt x="449891" y="170361"/>
                    </a:cubicBezTo>
                    <a:cubicBezTo>
                      <a:pt x="448717" y="159816"/>
                      <a:pt x="444963" y="146929"/>
                      <a:pt x="449891" y="137087"/>
                    </a:cubicBezTo>
                    <a:cubicBezTo>
                      <a:pt x="450595" y="135681"/>
                      <a:pt x="452003" y="134978"/>
                      <a:pt x="453176" y="134510"/>
                    </a:cubicBezTo>
                    <a:cubicBezTo>
                      <a:pt x="451064" y="131463"/>
                      <a:pt x="449187" y="128417"/>
                      <a:pt x="447075" y="125605"/>
                    </a:cubicBezTo>
                    <a:close/>
                    <a:moveTo>
                      <a:pt x="211939" y="111312"/>
                    </a:moveTo>
                    <a:cubicBezTo>
                      <a:pt x="208653" y="111312"/>
                      <a:pt x="205367" y="111781"/>
                      <a:pt x="202081" y="112952"/>
                    </a:cubicBezTo>
                    <a:cubicBezTo>
                      <a:pt x="202316" y="113421"/>
                      <a:pt x="202785" y="114124"/>
                      <a:pt x="202785" y="115061"/>
                    </a:cubicBezTo>
                    <a:cubicBezTo>
                      <a:pt x="202551" y="131697"/>
                      <a:pt x="198091" y="147865"/>
                      <a:pt x="197856" y="164735"/>
                    </a:cubicBezTo>
                    <a:cubicBezTo>
                      <a:pt x="197856" y="179263"/>
                      <a:pt x="198326" y="193790"/>
                      <a:pt x="197387" y="208317"/>
                    </a:cubicBezTo>
                    <a:cubicBezTo>
                      <a:pt x="196917" y="214409"/>
                      <a:pt x="188232" y="214409"/>
                      <a:pt x="187763" y="208317"/>
                    </a:cubicBezTo>
                    <a:cubicBezTo>
                      <a:pt x="185416" y="181840"/>
                      <a:pt x="178844" y="145756"/>
                      <a:pt x="188467" y="119279"/>
                    </a:cubicBezTo>
                    <a:cubicBezTo>
                      <a:pt x="184946" y="121622"/>
                      <a:pt x="181425" y="123965"/>
                      <a:pt x="178139" y="126543"/>
                    </a:cubicBezTo>
                    <a:cubicBezTo>
                      <a:pt x="177435" y="127011"/>
                      <a:pt x="176731" y="127246"/>
                      <a:pt x="176027" y="127714"/>
                    </a:cubicBezTo>
                    <a:cubicBezTo>
                      <a:pt x="177435" y="137555"/>
                      <a:pt x="175323" y="149037"/>
                      <a:pt x="175323" y="158175"/>
                    </a:cubicBezTo>
                    <a:cubicBezTo>
                      <a:pt x="175323" y="176217"/>
                      <a:pt x="175323" y="194259"/>
                      <a:pt x="175557" y="212301"/>
                    </a:cubicBezTo>
                    <a:cubicBezTo>
                      <a:pt x="179548" y="215581"/>
                      <a:pt x="184242" y="218393"/>
                      <a:pt x="189406" y="219799"/>
                    </a:cubicBezTo>
                    <a:cubicBezTo>
                      <a:pt x="203724" y="223313"/>
                      <a:pt x="217808" y="219330"/>
                      <a:pt x="229309" y="211129"/>
                    </a:cubicBezTo>
                    <a:cubicBezTo>
                      <a:pt x="228840" y="210192"/>
                      <a:pt x="228605" y="209255"/>
                      <a:pt x="228605" y="208317"/>
                    </a:cubicBezTo>
                    <a:cubicBezTo>
                      <a:pt x="227431" y="191681"/>
                      <a:pt x="226962" y="174811"/>
                      <a:pt x="228605" y="158175"/>
                    </a:cubicBezTo>
                    <a:cubicBezTo>
                      <a:pt x="229778" y="145990"/>
                      <a:pt x="230248" y="132166"/>
                      <a:pt x="237055" y="121622"/>
                    </a:cubicBezTo>
                    <a:cubicBezTo>
                      <a:pt x="234003" y="118810"/>
                      <a:pt x="230717" y="116233"/>
                      <a:pt x="226727" y="114593"/>
                    </a:cubicBezTo>
                    <a:cubicBezTo>
                      <a:pt x="226258" y="114124"/>
                      <a:pt x="225788" y="114124"/>
                      <a:pt x="225319" y="113890"/>
                    </a:cubicBezTo>
                    <a:cubicBezTo>
                      <a:pt x="228840" y="129354"/>
                      <a:pt x="224849" y="147162"/>
                      <a:pt x="222737" y="162627"/>
                    </a:cubicBezTo>
                    <a:cubicBezTo>
                      <a:pt x="220155" y="181372"/>
                      <a:pt x="216869" y="199179"/>
                      <a:pt x="211235" y="217221"/>
                    </a:cubicBezTo>
                    <a:cubicBezTo>
                      <a:pt x="210766" y="219330"/>
                      <a:pt x="207714" y="218861"/>
                      <a:pt x="207714" y="216753"/>
                    </a:cubicBezTo>
                    <a:cubicBezTo>
                      <a:pt x="206776" y="197773"/>
                      <a:pt x="207480" y="179497"/>
                      <a:pt x="208184" y="160752"/>
                    </a:cubicBezTo>
                    <a:cubicBezTo>
                      <a:pt x="208888" y="145288"/>
                      <a:pt x="206776" y="127948"/>
                      <a:pt x="210766" y="112952"/>
                    </a:cubicBezTo>
                    <a:cubicBezTo>
                      <a:pt x="211001" y="112250"/>
                      <a:pt x="211705" y="111781"/>
                      <a:pt x="211939" y="111312"/>
                    </a:cubicBezTo>
                    <a:close/>
                    <a:moveTo>
                      <a:pt x="439595" y="84365"/>
                    </a:moveTo>
                    <a:cubicBezTo>
                      <a:pt x="444141" y="82842"/>
                      <a:pt x="449187" y="83545"/>
                      <a:pt x="452941" y="87880"/>
                    </a:cubicBezTo>
                    <a:cubicBezTo>
                      <a:pt x="487906" y="128417"/>
                      <a:pt x="513953" y="174344"/>
                      <a:pt x="528737" y="225660"/>
                    </a:cubicBezTo>
                    <a:cubicBezTo>
                      <a:pt x="531318" y="234565"/>
                      <a:pt x="524278" y="243469"/>
                      <a:pt x="515126" y="243469"/>
                    </a:cubicBezTo>
                    <a:cubicBezTo>
                      <a:pt x="486967" y="243703"/>
                      <a:pt x="458808" y="245109"/>
                      <a:pt x="430883" y="243703"/>
                    </a:cubicBezTo>
                    <a:cubicBezTo>
                      <a:pt x="412110" y="242766"/>
                      <a:pt x="389583" y="243469"/>
                      <a:pt x="377615" y="226832"/>
                    </a:cubicBezTo>
                    <a:cubicBezTo>
                      <a:pt x="372687" y="220271"/>
                      <a:pt x="378554" y="210430"/>
                      <a:pt x="386063" y="209258"/>
                    </a:cubicBezTo>
                    <a:cubicBezTo>
                      <a:pt x="392399" y="169658"/>
                      <a:pt x="414926" y="131229"/>
                      <a:pt x="429240" y="94207"/>
                    </a:cubicBezTo>
                    <a:cubicBezTo>
                      <a:pt x="431000" y="89638"/>
                      <a:pt x="435048" y="85888"/>
                      <a:pt x="439595" y="84365"/>
                    </a:cubicBezTo>
                    <a:close/>
                    <a:moveTo>
                      <a:pt x="206589" y="84268"/>
                    </a:moveTo>
                    <a:cubicBezTo>
                      <a:pt x="240576" y="81950"/>
                      <a:pt x="274200" y="106158"/>
                      <a:pt x="281418" y="145522"/>
                    </a:cubicBezTo>
                    <a:cubicBezTo>
                      <a:pt x="290337" y="194962"/>
                      <a:pt x="251138" y="256117"/>
                      <a:pt x="195039" y="249322"/>
                    </a:cubicBezTo>
                    <a:cubicBezTo>
                      <a:pt x="115938" y="239715"/>
                      <a:pt x="100446" y="101003"/>
                      <a:pt x="173445" y="95848"/>
                    </a:cubicBezTo>
                    <a:cubicBezTo>
                      <a:pt x="183890" y="88760"/>
                      <a:pt x="195260" y="85040"/>
                      <a:pt x="206589" y="84268"/>
                    </a:cubicBezTo>
                    <a:close/>
                    <a:moveTo>
                      <a:pt x="309643" y="33473"/>
                    </a:moveTo>
                    <a:cubicBezTo>
                      <a:pt x="260153" y="33648"/>
                      <a:pt x="210752" y="35289"/>
                      <a:pt x="163110" y="40561"/>
                    </a:cubicBezTo>
                    <a:cubicBezTo>
                      <a:pt x="130020" y="44310"/>
                      <a:pt x="85664" y="57432"/>
                      <a:pt x="52573" y="45481"/>
                    </a:cubicBezTo>
                    <a:cubicBezTo>
                      <a:pt x="17605" y="164283"/>
                      <a:pt x="14085" y="324324"/>
                      <a:pt x="42482" y="442188"/>
                    </a:cubicBezTo>
                    <a:cubicBezTo>
                      <a:pt x="53981" y="490224"/>
                      <a:pt x="70644" y="524435"/>
                      <a:pt x="127673" y="526310"/>
                    </a:cubicBezTo>
                    <a:cubicBezTo>
                      <a:pt x="168977" y="527716"/>
                      <a:pt x="209343" y="523732"/>
                      <a:pt x="250179" y="519749"/>
                    </a:cubicBezTo>
                    <a:cubicBezTo>
                      <a:pt x="342645" y="510610"/>
                      <a:pt x="438162" y="514828"/>
                      <a:pt x="531098" y="516468"/>
                    </a:cubicBezTo>
                    <a:cubicBezTo>
                      <a:pt x="531802" y="515531"/>
                      <a:pt x="532506" y="514594"/>
                      <a:pt x="533445" y="513891"/>
                    </a:cubicBezTo>
                    <a:cubicBezTo>
                      <a:pt x="607371" y="457653"/>
                      <a:pt x="574515" y="318935"/>
                      <a:pt x="570291" y="240203"/>
                    </a:cubicBezTo>
                    <a:cubicBezTo>
                      <a:pt x="567944" y="195682"/>
                      <a:pt x="576862" y="151629"/>
                      <a:pt x="574515" y="107811"/>
                    </a:cubicBezTo>
                    <a:cubicBezTo>
                      <a:pt x="570291" y="27673"/>
                      <a:pt x="516313" y="35874"/>
                      <a:pt x="456703" y="35171"/>
                    </a:cubicBezTo>
                    <a:cubicBezTo>
                      <a:pt x="408710" y="34586"/>
                      <a:pt x="359132" y="33297"/>
                      <a:pt x="309643" y="33473"/>
                    </a:cubicBezTo>
                    <a:close/>
                    <a:moveTo>
                      <a:pt x="486537" y="52"/>
                    </a:moveTo>
                    <a:cubicBezTo>
                      <a:pt x="530570" y="785"/>
                      <a:pt x="572168" y="9396"/>
                      <a:pt x="587423" y="40561"/>
                    </a:cubicBezTo>
                    <a:cubicBezTo>
                      <a:pt x="609483" y="85785"/>
                      <a:pt x="600331" y="130072"/>
                      <a:pt x="598218" y="179045"/>
                    </a:cubicBezTo>
                    <a:cubicBezTo>
                      <a:pt x="595871" y="230596"/>
                      <a:pt x="603147" y="281443"/>
                      <a:pt x="605259" y="332994"/>
                    </a:cubicBezTo>
                    <a:cubicBezTo>
                      <a:pt x="608075" y="404462"/>
                      <a:pt x="610422" y="490693"/>
                      <a:pt x="547761" y="538260"/>
                    </a:cubicBezTo>
                    <a:cubicBezTo>
                      <a:pt x="545414" y="540135"/>
                      <a:pt x="543067" y="540838"/>
                      <a:pt x="540720" y="540838"/>
                    </a:cubicBezTo>
                    <a:cubicBezTo>
                      <a:pt x="538608" y="542712"/>
                      <a:pt x="535792" y="544118"/>
                      <a:pt x="532037" y="544118"/>
                    </a:cubicBezTo>
                    <a:cubicBezTo>
                      <a:pt x="410704" y="546461"/>
                      <a:pt x="289371" y="552788"/>
                      <a:pt x="168273" y="555131"/>
                    </a:cubicBezTo>
                    <a:cubicBezTo>
                      <a:pt x="108194" y="556303"/>
                      <a:pt x="47645" y="550445"/>
                      <a:pt x="25819" y="486944"/>
                    </a:cubicBezTo>
                    <a:cubicBezTo>
                      <a:pt x="-701" y="410321"/>
                      <a:pt x="-1874" y="323387"/>
                      <a:pt x="1177" y="243249"/>
                    </a:cubicBezTo>
                    <a:cubicBezTo>
                      <a:pt x="3758" y="172718"/>
                      <a:pt x="4932" y="93517"/>
                      <a:pt x="31921" y="26970"/>
                    </a:cubicBezTo>
                    <a:cubicBezTo>
                      <a:pt x="33564" y="22986"/>
                      <a:pt x="36615" y="20643"/>
                      <a:pt x="39900" y="19472"/>
                    </a:cubicBezTo>
                    <a:cubicBezTo>
                      <a:pt x="43420" y="13379"/>
                      <a:pt x="51400" y="12676"/>
                      <a:pt x="56563" y="17128"/>
                    </a:cubicBezTo>
                    <a:cubicBezTo>
                      <a:pt x="79562" y="35874"/>
                      <a:pt x="143866" y="11973"/>
                      <a:pt x="171324" y="11739"/>
                    </a:cubicBezTo>
                    <a:cubicBezTo>
                      <a:pt x="237975" y="11270"/>
                      <a:pt x="304391" y="7990"/>
                      <a:pt x="371042" y="6818"/>
                    </a:cubicBezTo>
                    <a:cubicBezTo>
                      <a:pt x="396036" y="6467"/>
                      <a:pt x="442504" y="-680"/>
                      <a:pt x="486537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/>
              </a:p>
            </p:txBody>
          </p:sp>
          <p:sp>
            <p:nvSpPr>
              <p:cNvPr descr="10c0f3ac-eee3-420c-a4d2-91a45b153fe6" id="28" name="Bullet1">
                <a:extLst>
                  <a:ext uri="{FF2B5EF4-FFF2-40B4-BE49-F238E27FC236}">
                    <a16:creationId id="{AFD837E8-4D39-D83B-276A-BF6D5897FE66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3187434" y="3587159"/>
                <a:ext cx="2440133" cy="599567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皮肤刺激反应</a:t>
                </a:r>
              </a:p>
            </p:txBody>
          </p:sp>
          <p:sp>
            <p:nvSpPr>
              <p:cNvPr descr="82565856-f336-46c4-93d1-64e5932e6f67" id="29" name="Text1">
                <a:extLst>
                  <a:ext uri="{FF2B5EF4-FFF2-40B4-BE49-F238E27FC236}">
                    <a16:creationId id="{A27B50AB-3D0B-CF0B-A4AB-14A849F5B823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3187435" y="4186726"/>
                <a:ext cx="2393029" cy="854065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检查脚部皮肤是否有刺激或损伤反应，及时处理。</a:t>
                </a:r>
              </a:p>
            </p:txBody>
          </p:sp>
        </p:grpSp>
        <p:grpSp>
          <p:nvGrpSpPr>
            <p:cNvPr descr="1db5a865-f7ab-4f66-b5a6-4aef0efcc6b5" id="22" name="组合 21">
              <a:extLst>
                <a:ext uri="{FF2B5EF4-FFF2-40B4-BE49-F238E27FC236}">
                  <a16:creationId id="{74F7F6AD-772A-0FFF-0ABB-C5412D35BA8D}"/>
                </a:ext>
              </a:extLst>
            </p:cNvPr>
            <p:cNvGrpSpPr/>
            <p:nvPr/>
          </p:nvGrpSpPr>
          <p:grpSpPr>
            <a:xfrm>
              <a:off x="3769392" y="1770701"/>
              <a:ext cx="3724499" cy="1752895"/>
              <a:chOff x="3769392" y="1770701"/>
              <a:chExt cx="3724499" cy="1752895"/>
            </a:xfrm>
          </p:grpSpPr>
          <p:sp>
            <p:nvSpPr>
              <p:cNvPr descr="e09d5890-3a2d-47f2-a150-e2aa18db096a" id="46" name="ComponentBackground2">
                <a:extLst>
                  <a:ext uri="{FF2B5EF4-FFF2-40B4-BE49-F238E27FC236}">
                    <a16:creationId id="{F469DC39-3FE8-A674-B800-8C47986A4F8E}"/>
                  </a:ext>
                </a:extLst>
              </p:cNvPr>
              <p:cNvSpPr/>
              <p:nvPr/>
            </p:nvSpPr>
            <p:spPr>
              <a:xfrm flipV="false" flipH="false">
                <a:off x="4793255" y="1770701"/>
                <a:ext cx="2700636" cy="1752895"/>
              </a:xfrm>
              <a:custGeom>
                <a:avLst/>
                <a:gdLst>
                  <a:gd fmla="*/ 1135970 w 1893022" name="connsiteX0"/>
                  <a:gd fmla="*/ 1283595 h 1285857" name="connsiteY0"/>
                  <a:gd fmla="*/ 479602 w 1893022" name="connsiteX1"/>
                  <a:gd fmla="*/ 1208157 h 1285857" name="connsiteY1"/>
                  <a:gd fmla="*/ 126796 w 1893022" name="connsiteX2"/>
                  <a:gd fmla="*/ 1021658 h 1285857" name="connsiteY2"/>
                  <a:gd fmla="*/ 17545 w 1893022" name="connsiteX3"/>
                  <a:gd fmla="*/ 800201 h 1285857" name="connsiteY3"/>
                  <a:gd fmla="*/ 10496 w 1893022" name="connsiteX4"/>
                  <a:gd fmla="*/ 521976 h 1285857" name="connsiteY4"/>
                  <a:gd fmla="*/ 158229 w 1893022" name="connsiteX5"/>
                  <a:gd fmla="*/ 267182 h 1285857" name="connsiteY5"/>
                  <a:gd fmla="*/ 746588 w 1893022" name="connsiteX6"/>
                  <a:gd fmla="*/ 12389 h 1285857" name="connsiteY6"/>
                  <a:gd fmla="*/ 1437437 w 1893022" name="connsiteX7"/>
                  <a:gd fmla="*/ 114497 h 1285857" name="connsiteY7"/>
                  <a:gd fmla="*/ 1861013 w 1893022" name="connsiteX8"/>
                  <a:gd fmla="*/ 559600 h 1285857" name="connsiteY8"/>
                  <a:gd fmla="*/ 1442866 w 1893022" name="connsiteX9"/>
                  <a:gd fmla="*/ 1266355 h 1285857" name="connsiteY9"/>
                  <a:gd fmla="*/ 1135970 w 1893022" name="connsiteX10"/>
                  <a:gd fmla="*/ 1283595 h 1285857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1285857" w="1893022">
                    <a:moveTo>
                      <a:pt x="1135970" y="1283595"/>
                    </a:moveTo>
                    <a:cubicBezTo>
                      <a:pt x="901941" y="1273499"/>
                      <a:pt x="688295" y="1259687"/>
                      <a:pt x="479602" y="1208157"/>
                    </a:cubicBezTo>
                    <a:cubicBezTo>
                      <a:pt x="347205" y="1175486"/>
                      <a:pt x="225094" y="1120337"/>
                      <a:pt x="126796" y="1021658"/>
                    </a:cubicBezTo>
                    <a:cubicBezTo>
                      <a:pt x="65455" y="960031"/>
                      <a:pt x="28879" y="887165"/>
                      <a:pt x="17545" y="800201"/>
                    </a:cubicBezTo>
                    <a:cubicBezTo>
                      <a:pt x="5448" y="707523"/>
                      <a:pt x="-11126" y="615607"/>
                      <a:pt x="10496" y="521976"/>
                    </a:cubicBezTo>
                    <a:cubicBezTo>
                      <a:pt x="33737" y="421583"/>
                      <a:pt x="81934" y="336429"/>
                      <a:pt x="158229" y="267182"/>
                    </a:cubicBezTo>
                    <a:cubicBezTo>
                      <a:pt x="325488" y="115544"/>
                      <a:pt x="527704" y="42583"/>
                      <a:pt x="746588" y="12389"/>
                    </a:cubicBezTo>
                    <a:cubicBezTo>
                      <a:pt x="985951" y="-20663"/>
                      <a:pt x="1217885" y="12103"/>
                      <a:pt x="1437437" y="114497"/>
                    </a:cubicBezTo>
                    <a:cubicBezTo>
                      <a:pt x="1636033" y="207080"/>
                      <a:pt x="1788433" y="346145"/>
                      <a:pt x="1861013" y="559600"/>
                    </a:cubicBezTo>
                    <a:cubicBezTo>
                      <a:pt x="1972456" y="887355"/>
                      <a:pt x="1783289" y="1207109"/>
                      <a:pt x="1442866" y="1266355"/>
                    </a:cubicBezTo>
                    <a:cubicBezTo>
                      <a:pt x="1334662" y="1285214"/>
                      <a:pt x="1225410" y="1289024"/>
                      <a:pt x="1135970" y="1283595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1750">
                <a:noFill/>
                <a:round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t" anchorCtr="0" bIns="45720" compatLnSpc="1" forceAA="0" fromWordArt="0" lIns="91440" numCol="1" rIns="91440" rot="0" rtlCol="0" spcCol="0" spcFirstLastPara="0" tIns="45720" vert="horz" wrap="square">
                <a:noAutofit/>
              </a:bodyPr>
              <a:lstStyle/>
              <a:p>
                <a:pPr algn="ctr"/>
              </a:p>
            </p:txBody>
          </p:sp>
          <p:sp>
            <p:nvSpPr>
              <p:cNvPr descr="a3ca0187-0eb1-4574-b6d4-b82221391972" id="24" name="IconBackground2">
                <a:extLst>
                  <a:ext uri="{FF2B5EF4-FFF2-40B4-BE49-F238E27FC236}">
                    <a16:creationId id="{4C908CCC-A455-792D-4D26-B2A115625123}"/>
                  </a:ext>
                </a:extLst>
              </p:cNvPr>
              <p:cNvSpPr/>
              <p:nvPr/>
            </p:nvSpPr>
            <p:spPr>
              <a:xfrm rot="6427988" flipV="false" flipH="false">
                <a:off x="3816299" y="2645835"/>
                <a:ext cx="594633" cy="688448"/>
              </a:xfrm>
              <a:custGeom>
                <a:avLst/>
                <a:gdLst>
                  <a:gd fmla="*/ 8846 w 160511" name="connsiteX0"/>
                  <a:gd fmla="*/ 9103 h 166571" name="connsiteY0"/>
                  <a:gd fmla="*/ 30563 w 160511" name="connsiteX1"/>
                  <a:gd fmla="*/ 150740 h 166571" name="connsiteY1"/>
                  <a:gd fmla="*/ 160389 w 160511" name="connsiteX2"/>
                  <a:gd fmla="*/ 109782 h 166571" name="connsiteY2"/>
                  <a:gd fmla="*/ 110097 w 160511" name="connsiteX3"/>
                  <a:gd fmla="*/ 41488 h 166571" name="connsiteY3"/>
                  <a:gd fmla="*/ 17514 w 160511" name="connsiteX4"/>
                  <a:gd fmla="*/ 5388 h 166571" name="connsiteY4"/>
                  <a:gd fmla="*/ 8846 w 160511" name="connsiteX5"/>
                  <a:gd fmla="*/ 9103 h 166571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66571" w="160511">
                    <a:moveTo>
                      <a:pt x="8846" y="9103"/>
                    </a:moveTo>
                    <a:cubicBezTo>
                      <a:pt x="8846" y="9103"/>
                      <a:pt x="-21634" y="111592"/>
                      <a:pt x="30563" y="150740"/>
                    </a:cubicBezTo>
                    <a:cubicBezTo>
                      <a:pt x="82760" y="189888"/>
                      <a:pt x="164103" y="148835"/>
                      <a:pt x="160389" y="109782"/>
                    </a:cubicBezTo>
                    <a:cubicBezTo>
                      <a:pt x="156674" y="70730"/>
                      <a:pt x="145149" y="52632"/>
                      <a:pt x="110097" y="41488"/>
                    </a:cubicBezTo>
                    <a:cubicBezTo>
                      <a:pt x="75045" y="30344"/>
                      <a:pt x="22181" y="19009"/>
                      <a:pt x="17514" y="5388"/>
                    </a:cubicBezTo>
                    <a:cubicBezTo>
                      <a:pt x="12846" y="-8232"/>
                      <a:pt x="9132" y="8151"/>
                      <a:pt x="8846" y="9103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1270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4a6f05a-9d78-41ce-bd6d-dddbf7764a4a" id="44" name="Bullet2">
                <a:extLst>
                  <a:ext uri="{FF2B5EF4-FFF2-40B4-BE49-F238E27FC236}">
                    <a16:creationId id="{66878FCC-C71E-85BD-3778-99234EE8585B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4949458" y="1971406"/>
                <a:ext cx="2316004" cy="521955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红霉素软膏</a:t>
                </a:r>
              </a:p>
            </p:txBody>
          </p:sp>
          <p:sp>
            <p:nvSpPr>
              <p:cNvPr descr="bd93f027-0a08-40f6-b36f-b7601763a2ef" id="45" name="Text2">
                <a:extLst>
                  <a:ext uri="{FF2B5EF4-FFF2-40B4-BE49-F238E27FC236}">
                    <a16:creationId id="{B12E5B76-2D21-F2DC-58FD-3E1CDE10216B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4949458" y="2493361"/>
                <a:ext cx="2316004" cy="811813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若有红肿破损，可使用红霉素软膏或抗生素类药物处理。</a:t>
                </a:r>
              </a:p>
            </p:txBody>
          </p:sp>
          <p:sp>
            <p:nvSpPr>
              <p:cNvPr descr="06acb581-3300-4b45-b2ed-8e4ccf73eb66" id="48" name="Icon2">
                <a:extLst>
                  <a:ext uri="{FF2B5EF4-FFF2-40B4-BE49-F238E27FC236}">
                    <a16:creationId id="{7B2D23D7-97CF-5973-FB0E-2D446E321A90}"/>
                  </a:ext>
                </a:extLst>
              </p:cNvPr>
              <p:cNvSpPr/>
              <p:nvPr/>
            </p:nvSpPr>
            <p:spPr>
              <a:xfrm rot="20725764" flipV="false" flipH="false">
                <a:off x="3928228" y="2793670"/>
                <a:ext cx="310969" cy="310518"/>
              </a:xfrm>
              <a:custGeom>
                <a:avLst/>
                <a:gdLst>
                  <a:gd fmla="*/ 233078 w 607461" name="connsiteX0"/>
                  <a:gd fmla="*/ 470666 h 606580" name="connsiteY0"/>
                  <a:gd fmla="*/ 217710 w 607461" name="connsiteX1"/>
                  <a:gd fmla="*/ 476943 h 606580" name="connsiteY1"/>
                  <a:gd fmla="*/ 211428 w 607461" name="connsiteX2"/>
                  <a:gd fmla="*/ 492299 h 606580" name="connsiteY2"/>
                  <a:gd fmla="*/ 217710 w 607461" name="connsiteX3"/>
                  <a:gd fmla="*/ 507656 h 606580" name="connsiteY3"/>
                  <a:gd fmla="*/ 233078 w 607461" name="connsiteX4"/>
                  <a:gd fmla="*/ 513933 h 606580" name="connsiteY4"/>
                  <a:gd fmla="*/ 248446 w 607461" name="connsiteX5"/>
                  <a:gd fmla="*/ 507656 h 606580" name="connsiteY5"/>
                  <a:gd fmla="*/ 254728 w 607461" name="connsiteX6"/>
                  <a:gd fmla="*/ 492299 h 606580" name="connsiteY6"/>
                  <a:gd fmla="*/ 248446 w 607461" name="connsiteX7"/>
                  <a:gd fmla="*/ 476943 h 606580" name="connsiteY7"/>
                  <a:gd fmla="*/ 233078 w 607461" name="connsiteX8"/>
                  <a:gd fmla="*/ 470666 h 606580" name="connsiteY8"/>
                  <a:gd fmla="*/ 233078 w 607461" name="connsiteX9"/>
                  <a:gd fmla="*/ 446679 h 606580" name="connsiteY9"/>
                  <a:gd fmla="*/ 265273 w 607461" name="connsiteX10"/>
                  <a:gd fmla="*/ 460130 h 606580" name="connsiteY10"/>
                  <a:gd fmla="*/ 278734 w 607461" name="connsiteX11"/>
                  <a:gd fmla="*/ 492299 h 606580" name="connsiteY11"/>
                  <a:gd fmla="*/ 265273 w 607461" name="connsiteX12"/>
                  <a:gd fmla="*/ 524581 h 606580" name="connsiteY12"/>
                  <a:gd fmla="*/ 233078 w 607461" name="connsiteX13"/>
                  <a:gd fmla="*/ 537920 h 606580" name="connsiteY13"/>
                  <a:gd fmla="*/ 200771 w 607461" name="connsiteX14"/>
                  <a:gd fmla="*/ 524581 h 606580" name="connsiteY14"/>
                  <a:gd fmla="*/ 187422 w 607461" name="connsiteX15"/>
                  <a:gd fmla="*/ 492299 h 606580" name="connsiteY15"/>
                  <a:gd fmla="*/ 200771 w 607461" name="connsiteX16"/>
                  <a:gd fmla="*/ 460018 h 606580" name="connsiteY16"/>
                  <a:gd fmla="*/ 233078 w 607461" name="connsiteX17"/>
                  <a:gd fmla="*/ 446679 h 606580" name="connsiteY17"/>
                  <a:gd fmla="*/ 116164 w 607461" name="connsiteX18"/>
                  <a:gd fmla="*/ 356584 h 606580" name="connsiteY18"/>
                  <a:gd fmla="*/ 108083 w 607461" name="connsiteX19"/>
                  <a:gd fmla="*/ 358152 h 606580" name="connsiteY19"/>
                  <a:gd fmla="*/ 96075 w 607461" name="connsiteX20"/>
                  <a:gd fmla="*/ 386278 h 606580" name="connsiteY20"/>
                  <a:gd fmla="*/ 116276 w 607461" name="connsiteX21"/>
                  <a:gd fmla="*/ 399948 h 606580" name="connsiteY21"/>
                  <a:gd fmla="*/ 124245 w 607461" name="connsiteX22"/>
                  <a:gd fmla="*/ 398380 h 606580" name="connsiteY22"/>
                  <a:gd fmla="*/ 136141 w 607461" name="connsiteX23"/>
                  <a:gd fmla="*/ 386726 h 606580" name="connsiteY23"/>
                  <a:gd fmla="*/ 136365 w 607461" name="connsiteX24"/>
                  <a:gd fmla="*/ 370142 h 606580" name="connsiteY24"/>
                  <a:gd fmla="*/ 116164 w 607461" name="connsiteX25"/>
                  <a:gd fmla="*/ 356584 h 606580" name="connsiteY25"/>
                  <a:gd fmla="*/ 369995 w 607461" name="connsiteX26"/>
                  <a:gd fmla="*/ 336516 h 606580" name="connsiteY26"/>
                  <a:gd fmla="*/ 355294 w 607461" name="connsiteX27"/>
                  <a:gd fmla="*/ 357695 h 606580" name="connsiteY27"/>
                  <a:gd fmla="*/ 333972 w 607461" name="connsiteX28"/>
                  <a:gd fmla="*/ 372375 h 606580" name="connsiteY28"/>
                  <a:gd fmla="*/ 502192 w 607461" name="connsiteX29"/>
                  <a:gd fmla="*/ 540241 h 606580" name="connsiteY29"/>
                  <a:gd fmla="*/ 537542 w 607461" name="connsiteX30"/>
                  <a:gd fmla="*/ 540241 h 606580" name="connsiteY30"/>
                  <a:gd fmla="*/ 538103 w 607461" name="connsiteX31"/>
                  <a:gd fmla="*/ 539792 h 606580" name="connsiteY31"/>
                  <a:gd fmla="*/ 545509 w 607461" name="connsiteX32"/>
                  <a:gd fmla="*/ 522087 h 606580" name="connsiteY32"/>
                  <a:gd fmla="*/ 538103 w 607461" name="connsiteX33"/>
                  <a:gd fmla="*/ 504381 h 606580" name="connsiteY33"/>
                  <a:gd fmla="*/ 116164 w 607461" name="connsiteX34"/>
                  <a:gd fmla="*/ 332716 h 606580" name="connsiteY34"/>
                  <a:gd fmla="*/ 158587 w 607461" name="connsiteX35"/>
                  <a:gd fmla="*/ 361290 h 606580" name="connsiteY35"/>
                  <a:gd fmla="*/ 158138 w 607461" name="connsiteX36"/>
                  <a:gd fmla="*/ 396139 h 606580" name="connsiteY36"/>
                  <a:gd fmla="*/ 133223 w 607461" name="connsiteX37"/>
                  <a:gd fmla="*/ 420566 h 606580" name="connsiteY37"/>
                  <a:gd fmla="*/ 116276 w 607461" name="connsiteX38"/>
                  <a:gd fmla="*/ 423816 h 606580" name="connsiteY38"/>
                  <a:gd fmla="*/ 73853 w 607461" name="connsiteX39"/>
                  <a:gd fmla="*/ 395242 h 606580" name="connsiteY39"/>
                  <a:gd fmla="*/ 99217 w 607461" name="connsiteX40"/>
                  <a:gd fmla="*/ 335966 h 606580" name="connsiteY40"/>
                  <a:gd fmla="*/ 116164 w 607461" name="connsiteX41"/>
                  <a:gd fmla="*/ 332716 h 606580" name="connsiteY41"/>
                  <a:gd fmla="*/ 247561 w 607461" name="connsiteX42"/>
                  <a:gd fmla="*/ 250118 h 606580" name="connsiteY42"/>
                  <a:gd fmla="*/ 270679 w 607461" name="connsiteX43"/>
                  <a:gd fmla="*/ 340886 h 606580" name="connsiteY43"/>
                  <a:gd fmla="*/ 304457 w 607461" name="connsiteX44"/>
                  <a:gd fmla="*/ 354781 h 606580" name="connsiteY44"/>
                  <a:gd fmla="*/ 309844 w 607461" name="connsiteX45"/>
                  <a:gd fmla="*/ 354557 h 606580" name="connsiteY45"/>
                  <a:gd fmla="*/ 338348 w 607461" name="connsiteX46"/>
                  <a:gd fmla="*/ 340886 h 606580" name="connsiteY46"/>
                  <a:gd fmla="*/ 352152 w 607461" name="connsiteX47"/>
                  <a:gd fmla="*/ 312311 h 606580" name="connsiteY47"/>
                  <a:gd fmla="*/ 338348 w 607461" name="connsiteX48"/>
                  <a:gd fmla="*/ 273202 h 606580" name="connsiteY48"/>
                  <a:gd fmla="*/ 247561 w 607461" name="connsiteX49"/>
                  <a:gd fmla="*/ 250118 h 606580" name="connsiteY49"/>
                  <a:gd fmla="*/ 502108 w 607461" name="connsiteX50"/>
                  <a:gd fmla="*/ 243256 h 606580" name="connsiteY50"/>
                  <a:gd fmla="*/ 486728 w 607461" name="connsiteX51"/>
                  <a:gd fmla="*/ 249643 h 606580" name="connsiteY51"/>
                  <a:gd fmla="*/ 480441 w 607461" name="connsiteX52"/>
                  <a:gd fmla="*/ 264882 h 606580" name="connsiteY52"/>
                  <a:gd fmla="*/ 486728 w 607461" name="connsiteX53"/>
                  <a:gd fmla="*/ 280233 h 606580" name="connsiteY53"/>
                  <a:gd fmla="*/ 502108 w 607461" name="connsiteX54"/>
                  <a:gd fmla="*/ 286620 h 606580" name="connsiteY54"/>
                  <a:gd fmla="*/ 517488 w 607461" name="connsiteX55"/>
                  <a:gd fmla="*/ 280233 h 606580" name="connsiteY55"/>
                  <a:gd fmla="*/ 523775 w 607461" name="connsiteX56"/>
                  <a:gd fmla="*/ 264882 h 606580" name="connsiteY56"/>
                  <a:gd fmla="*/ 517488 w 607461" name="connsiteX57"/>
                  <a:gd fmla="*/ 249643 h 606580" name="connsiteY57"/>
                  <a:gd fmla="*/ 502108 w 607461" name="connsiteX58"/>
                  <a:gd fmla="*/ 243256 h 606580" name="connsiteY58"/>
                  <a:gd fmla="*/ 502108 w 607461" name="connsiteX59"/>
                  <a:gd fmla="*/ 219388 h 606580" name="connsiteY59"/>
                  <a:gd fmla="*/ 534327 w 607461" name="connsiteX60"/>
                  <a:gd fmla="*/ 232722 h 606580" name="connsiteY60"/>
                  <a:gd fmla="*/ 547799 w 607461" name="connsiteX61"/>
                  <a:gd fmla="*/ 264882 h 606580" name="connsiteY61"/>
                  <a:gd fmla="*/ 534327 w 607461" name="connsiteX62"/>
                  <a:gd fmla="*/ 297154 h 606580" name="connsiteY62"/>
                  <a:gd fmla="*/ 502108 w 607461" name="connsiteX63"/>
                  <a:gd fmla="*/ 310488 h 606580" name="connsiteY63"/>
                  <a:gd fmla="*/ 469776 w 607461" name="connsiteX64"/>
                  <a:gd fmla="*/ 297154 h 606580" name="connsiteY64"/>
                  <a:gd fmla="*/ 456417 w 607461" name="connsiteX65"/>
                  <a:gd fmla="*/ 264882 h 606580" name="connsiteY65"/>
                  <a:gd fmla="*/ 469776 w 607461" name="connsiteX66"/>
                  <a:gd fmla="*/ 232722 h 606580" name="connsiteY66"/>
                  <a:gd fmla="*/ 502108 w 607461" name="connsiteX67"/>
                  <a:gd fmla="*/ 219388 h 606580" name="connsiteY67"/>
                  <a:gd fmla="*/ 122098 w 607461" name="connsiteX68"/>
                  <a:gd fmla="*/ 193626 h 606580" name="connsiteY68"/>
                  <a:gd fmla="*/ 102673 w 607461" name="connsiteX69"/>
                  <a:gd fmla="*/ 205396 h 606580" name="connsiteY69"/>
                  <a:gd fmla="*/ 102561 w 607461" name="connsiteX70"/>
                  <a:gd fmla="*/ 205844 h 606580" name="connsiteY70"/>
                  <a:gd fmla="*/ 101551 w 607461" name="connsiteX71"/>
                  <a:gd fmla="*/ 222321 h 606580" name="connsiteY71"/>
                  <a:gd fmla="*/ 112554 w 607461" name="connsiteX72"/>
                  <a:gd fmla="*/ 234763 h 606580" name="connsiteY72"/>
                  <a:gd fmla="*/ 121986 w 607461" name="connsiteX73"/>
                  <a:gd fmla="*/ 237005 h 606580" name="connsiteY73"/>
                  <a:gd fmla="*/ 141523 w 607461" name="connsiteX74"/>
                  <a:gd fmla="*/ 224787 h 606580" name="connsiteY74"/>
                  <a:gd fmla="*/ 131530 w 607461" name="connsiteX75"/>
                  <a:gd fmla="*/ 195756 h 606580" name="connsiteY75"/>
                  <a:gd fmla="*/ 122098 w 607461" name="connsiteX76"/>
                  <a:gd fmla="*/ 193626 h 606580" name="connsiteY76"/>
                  <a:gd fmla="*/ 122098 w 607461" name="connsiteX77"/>
                  <a:gd fmla="*/ 169639 h 606580" name="connsiteY77"/>
                  <a:gd fmla="*/ 141972 w 607461" name="connsiteX78"/>
                  <a:gd fmla="*/ 174347 h 606580" name="connsiteY78"/>
                  <a:gd fmla="*/ 163081 w 607461" name="connsiteX79"/>
                  <a:gd fmla="*/ 235211 h 606580" name="connsiteY79"/>
                  <a:gd fmla="*/ 121986 w 607461" name="connsiteX80"/>
                  <a:gd fmla="*/ 260880 h 606580" name="connsiteY80"/>
                  <a:gd fmla="*/ 102000 w 607461" name="connsiteX81"/>
                  <a:gd fmla="*/ 256284 h 606580" name="connsiteY81"/>
                  <a:gd fmla="*/ 78870 w 607461" name="connsiteX82"/>
                  <a:gd fmla="*/ 230167 h 606580" name="connsiteY82"/>
                  <a:gd fmla="*/ 80666 w 607461" name="connsiteX83"/>
                  <a:gd fmla="*/ 195868 h 606580" name="connsiteY83"/>
                  <a:gd fmla="*/ 81003 w 607461" name="connsiteX84"/>
                  <a:gd fmla="*/ 195308 h 606580" name="connsiteY84"/>
                  <a:gd fmla="*/ 122098 w 607461" name="connsiteX85"/>
                  <a:gd fmla="*/ 169639 h 606580" name="connsiteY85"/>
                  <a:gd fmla="*/ 408481 w 607461" name="connsiteX86"/>
                  <a:gd fmla="*/ 109393 h 606580" name="connsiteY86"/>
                  <a:gd fmla="*/ 389970 w 607461" name="connsiteX87"/>
                  <a:gd fmla="*/ 119702 h 606580" name="connsiteY87"/>
                  <a:gd fmla="*/ 397150 w 607461" name="connsiteX88"/>
                  <a:gd fmla="*/ 149508 h 606580" name="connsiteY88"/>
                  <a:gd fmla="*/ 408481 w 607461" name="connsiteX89"/>
                  <a:gd fmla="*/ 152757 h 606580" name="connsiteY89"/>
                  <a:gd fmla="*/ 426992 w 607461" name="connsiteX90"/>
                  <a:gd fmla="*/ 142336 h 606580" name="connsiteY90"/>
                  <a:gd fmla="*/ 429572 w 607461" name="connsiteX91"/>
                  <a:gd fmla="*/ 125977 h 606580" name="connsiteY91"/>
                  <a:gd fmla="*/ 419812 w 607461" name="connsiteX92"/>
                  <a:gd fmla="*/ 112530 h 606580" name="connsiteY92"/>
                  <a:gd fmla="*/ 408481 w 607461" name="connsiteX93"/>
                  <a:gd fmla="*/ 109393 h 606580" name="connsiteY93"/>
                  <a:gd fmla="*/ 246682 w 607461" name="connsiteX94"/>
                  <a:gd fmla="*/ 88201 h 606580" name="connsiteY94"/>
                  <a:gd fmla="*/ 240508 w 607461" name="connsiteX95"/>
                  <a:gd fmla="*/ 89098 h 606580" name="connsiteY95"/>
                  <a:gd fmla="*/ 227597 w 607461" name="connsiteX96"/>
                  <a:gd fmla="*/ 99522 h 606580" name="connsiteY96"/>
                  <a:gd fmla="*/ 225801 w 607461" name="connsiteX97"/>
                  <a:gd fmla="*/ 115999 h 606580" name="connsiteY97"/>
                  <a:gd fmla="*/ 246570 w 607461" name="connsiteX98"/>
                  <a:gd fmla="*/ 131468 h 606580" name="connsiteY98"/>
                  <a:gd fmla="*/ 252745 w 607461" name="connsiteX99"/>
                  <a:gd fmla="*/ 130571 h 606580" name="connsiteY99"/>
                  <a:gd fmla="*/ 265655 w 607461" name="connsiteX100"/>
                  <a:gd fmla="*/ 120147 h 606580" name="connsiteY100"/>
                  <a:gd fmla="*/ 267451 w 607461" name="connsiteX101"/>
                  <a:gd fmla="*/ 103670 h 606580" name="connsiteY101"/>
                  <a:gd fmla="*/ 246682 w 607461" name="connsiteX102"/>
                  <a:gd fmla="*/ 88201 h 606580" name="connsiteY102"/>
                  <a:gd fmla="*/ 408481 w 607461" name="connsiteX103"/>
                  <a:gd fmla="*/ 85525 h 606580" name="connsiteY103"/>
                  <a:gd fmla="*/ 432265 w 607461" name="connsiteX104"/>
                  <a:gd fmla="*/ 92248 h 606580" name="connsiteY104"/>
                  <a:gd fmla="*/ 452795 w 607461" name="connsiteX105"/>
                  <a:gd fmla="*/ 120374 h 606580" name="connsiteY105"/>
                  <a:gd fmla="*/ 447410 w 607461" name="connsiteX106"/>
                  <a:gd fmla="*/ 154887 h 606580" name="connsiteY106"/>
                  <a:gd fmla="*/ 408481 w 607461" name="connsiteX107"/>
                  <a:gd fmla="*/ 176625 h 606580" name="connsiteY107"/>
                  <a:gd fmla="*/ 384697 w 607461" name="connsiteX108"/>
                  <a:gd fmla="*/ 169902 h 606580" name="connsiteY108"/>
                  <a:gd fmla="*/ 369552 w 607461" name="connsiteX109"/>
                  <a:gd fmla="*/ 107263 h 606580" name="connsiteY109"/>
                  <a:gd fmla="*/ 408481 w 607461" name="connsiteX110"/>
                  <a:gd fmla="*/ 85525 h 606580" name="connsiteY110"/>
                  <a:gd fmla="*/ 246682 w 607461" name="connsiteX111"/>
                  <a:gd fmla="*/ 64214 h 606580" name="connsiteY111"/>
                  <a:gd fmla="*/ 290466 w 607461" name="connsiteX112"/>
                  <a:gd fmla="*/ 96944 h 606580" name="connsiteY112"/>
                  <a:gd fmla="*/ 286761 w 607461" name="connsiteX113"/>
                  <a:gd fmla="*/ 131580 h 606580" name="connsiteY113"/>
                  <a:gd fmla="*/ 259593 w 607461" name="connsiteX114"/>
                  <a:gd fmla="*/ 153549 h 606580" name="connsiteY114"/>
                  <a:gd fmla="*/ 246570 w 607461" name="connsiteX115"/>
                  <a:gd fmla="*/ 155455 h 606580" name="connsiteY115"/>
                  <a:gd fmla="*/ 202898 w 607461" name="connsiteX116"/>
                  <a:gd fmla="*/ 122725 h 606580" name="connsiteY116"/>
                  <a:gd fmla="*/ 206491 w 607461" name="connsiteX117"/>
                  <a:gd fmla="*/ 88089 h 606580" name="connsiteY117"/>
                  <a:gd fmla="*/ 233659 w 607461" name="connsiteX118"/>
                  <a:gd fmla="*/ 66120 h 606580" name="connsiteY118"/>
                  <a:gd fmla="*/ 246682 w 607461" name="connsiteX119"/>
                  <a:gd fmla="*/ 64214 h 606580" name="connsiteY119"/>
                  <a:gd fmla="*/ 303784 w 607461" name="connsiteX120"/>
                  <a:gd fmla="*/ 23869 h 606580" name="connsiteY120"/>
                  <a:gd fmla="*/ 23903 w 607461" name="connsiteX121"/>
                  <a:gd fmla="*/ 303346 h 606580" name="connsiteY121"/>
                  <a:gd fmla="*/ 303784 w 607461" name="connsiteX122"/>
                  <a:gd fmla="*/ 582711 h 606580" name="connsiteY122"/>
                  <a:gd fmla="*/ 304008 w 607461" name="connsiteX123"/>
                  <a:gd fmla="*/ 582711 h 606580" name="connsiteY123"/>
                  <a:gd fmla="*/ 312201 w 607461" name="connsiteX124"/>
                  <a:gd fmla="*/ 578677 h 606580" name="connsiteY124"/>
                  <a:gd fmla="*/ 314108 w 607461" name="connsiteX125"/>
                  <a:gd fmla="*/ 569824 h 606580" name="connsiteY125"/>
                  <a:gd fmla="*/ 308722 w 607461" name="connsiteX126"/>
                  <a:gd fmla="*/ 525337 h 606580" name="connsiteY126"/>
                  <a:gd fmla="*/ 344745 w 607461" name="connsiteX127"/>
                  <a:gd fmla="*/ 416975 h 606580" name="connsiteY127"/>
                  <a:gd fmla="*/ 306477 w 607461" name="connsiteX128"/>
                  <a:gd fmla="*/ 378650 h 606580" name="connsiteY128"/>
                  <a:gd fmla="*/ 304457 w 607461" name="connsiteX129"/>
                  <a:gd fmla="*/ 378762 h 606580" name="connsiteY129"/>
                  <a:gd fmla="*/ 253733 w 607461" name="connsiteX130"/>
                  <a:gd fmla="*/ 357695 h 606580" name="connsiteY130"/>
                  <a:gd fmla="*/ 222760 w 607461" name="connsiteX131"/>
                  <a:gd fmla="*/ 237903 h 606580" name="connsiteY131"/>
                  <a:gd fmla="*/ 226239 w 607461" name="connsiteX132"/>
                  <a:gd fmla="*/ 228826 h 606580" name="connsiteY132"/>
                  <a:gd fmla="*/ 235217 w 607461" name="connsiteX133"/>
                  <a:gd fmla="*/ 225352 h 606580" name="connsiteY133"/>
                  <a:gd fmla="*/ 355294 w 607461" name="connsiteX134"/>
                  <a:gd fmla="*/ 256281 h 606580" name="connsiteY134"/>
                  <a:gd fmla="*/ 376279 w 607461" name="connsiteX135"/>
                  <a:gd fmla="*/ 308949 h 606580" name="connsiteY135"/>
                  <a:gd fmla="*/ 423300 w 607461" name="connsiteX136"/>
                  <a:gd fmla="*/ 355902 h 606580" name="connsiteY136"/>
                  <a:gd fmla="*/ 491194 w 607461" name="connsiteX137"/>
                  <a:gd fmla="*/ 342455 h 606580" name="connsiteY137"/>
                  <a:gd fmla="*/ 492204 w 607461" name="connsiteX138"/>
                  <a:gd fmla="*/ 342455 h 606580" name="connsiteY138"/>
                  <a:gd fmla="*/ 565148 w 607461" name="connsiteX139"/>
                  <a:gd fmla="*/ 357471 h 606580" name="connsiteY139"/>
                  <a:gd fmla="*/ 569300 w 607461" name="connsiteX140"/>
                  <a:gd fmla="*/ 358367 h 606580" name="connsiteY140"/>
                  <a:gd fmla="*/ 579737 w 607461" name="connsiteX141"/>
                  <a:gd fmla="*/ 349515 h 606580" name="connsiteY141"/>
                  <a:gd fmla="*/ 583553 w 607461" name="connsiteX142"/>
                  <a:gd fmla="*/ 302786 h 606580" name="connsiteY142"/>
                  <a:gd fmla="*/ 303784 w 607461" name="connsiteX143"/>
                  <a:gd fmla="*/ 23869 h 606580" name="connsiteY143"/>
                  <a:gd fmla="*/ 303672 w 607461" name="connsiteX144"/>
                  <a:gd fmla="*/ 0 h 606580" name="connsiteY144"/>
                  <a:gd fmla="*/ 607456 w 607461" name="connsiteX145"/>
                  <a:gd fmla="*/ 302674 h 606580" name="connsiteY145"/>
                  <a:gd fmla="*/ 603304 w 607461" name="connsiteX146"/>
                  <a:gd fmla="*/ 353437 h 606580" name="connsiteY146"/>
                  <a:gd fmla="*/ 569300 w 607461" name="connsiteX147"/>
                  <a:gd fmla="*/ 382348 h 606580" name="connsiteY147"/>
                  <a:gd fmla="*/ 555609 w 607461" name="connsiteX148"/>
                  <a:gd fmla="*/ 379435 h 606580" name="connsiteY148"/>
                  <a:gd fmla="*/ 492204 w 607461" name="connsiteX149"/>
                  <a:gd fmla="*/ 366324 h 606580" name="connsiteY149"/>
                  <a:gd fmla="*/ 491306 w 607461" name="connsiteX150"/>
                  <a:gd fmla="*/ 366324 h 606580" name="connsiteY150"/>
                  <a:gd fmla="*/ 441929 w 607461" name="connsiteX151"/>
                  <a:gd fmla="*/ 374504 h 606580" name="connsiteY151"/>
                  <a:gd fmla="*/ 555048 w 607461" name="connsiteX152"/>
                  <a:gd fmla="*/ 487460 h 606580" name="connsiteY152"/>
                  <a:gd fmla="*/ 569413 w 607461" name="connsiteX153"/>
                  <a:gd fmla="*/ 522087 h 606580" name="connsiteY153"/>
                  <a:gd fmla="*/ 555048 w 607461" name="connsiteX154"/>
                  <a:gd fmla="*/ 556601 h 606580" name="connsiteY154"/>
                  <a:gd fmla="*/ 554487 w 607461" name="connsiteX155"/>
                  <a:gd fmla="*/ 557162 h 606580" name="connsiteY155"/>
                  <a:gd fmla="*/ 519923 w 607461" name="connsiteX156"/>
                  <a:gd fmla="*/ 571505 h 606580" name="connsiteY156"/>
                  <a:gd fmla="*/ 485246 w 607461" name="connsiteX157"/>
                  <a:gd fmla="*/ 557162 h 606580" name="connsiteY157"/>
                  <a:gd fmla="*/ 361915 w 607461" name="connsiteX158"/>
                  <a:gd fmla="*/ 434008 h 606580" name="connsiteY158"/>
                  <a:gd fmla="*/ 332625 w 607461" name="connsiteX159"/>
                  <a:gd fmla="*/ 525449 h 606580" name="connsiteY159"/>
                  <a:gd fmla="*/ 337338 w 607461" name="connsiteX160"/>
                  <a:gd fmla="*/ 564109 h 606580" name="connsiteY160"/>
                  <a:gd fmla="*/ 331054 w 607461" name="connsiteX161"/>
                  <a:gd fmla="*/ 593469 h 606580" name="connsiteY161"/>
                  <a:gd fmla="*/ 304121 w 607461" name="connsiteX162"/>
                  <a:gd fmla="*/ 606580 h 606580" name="connsiteY162"/>
                  <a:gd fmla="*/ 304008 w 607461" name="connsiteX163"/>
                  <a:gd fmla="*/ 606580 h 606580" name="connsiteY163"/>
                  <a:gd fmla="*/ 303784 w 607461" name="connsiteX164"/>
                  <a:gd fmla="*/ 606580 h 606580" name="connsiteY164"/>
                  <a:gd fmla="*/ 0 w 607461" name="connsiteX165"/>
                  <a:gd fmla="*/ 303346 h 606580" name="connsiteY165"/>
                  <a:gd fmla="*/ 88880 w 607461" name="connsiteX166"/>
                  <a:gd fmla="*/ 88863 h 606580" name="connsiteY166"/>
                  <a:gd fmla="*/ 303672 w 607461" name="connsiteX167"/>
                  <a:gd fmla="*/ 0 h 606580" name="connsiteY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b="b" l="l" r="r" t="t"/>
                <a:pathLst>
                  <a:path h="606580" w="607461">
                    <a:moveTo>
                      <a:pt x="233078" y="470666"/>
                    </a:moveTo>
                    <a:cubicBezTo>
                      <a:pt x="227357" y="470666"/>
                      <a:pt x="221748" y="472908"/>
                      <a:pt x="217710" y="476943"/>
                    </a:cubicBezTo>
                    <a:cubicBezTo>
                      <a:pt x="213671" y="480978"/>
                      <a:pt x="211428" y="486583"/>
                      <a:pt x="211428" y="492299"/>
                    </a:cubicBezTo>
                    <a:cubicBezTo>
                      <a:pt x="211428" y="498016"/>
                      <a:pt x="213671" y="503621"/>
                      <a:pt x="217710" y="507656"/>
                    </a:cubicBezTo>
                    <a:cubicBezTo>
                      <a:pt x="221748" y="511691"/>
                      <a:pt x="227357" y="513933"/>
                      <a:pt x="233078" y="513933"/>
                    </a:cubicBezTo>
                    <a:cubicBezTo>
                      <a:pt x="238799" y="513933"/>
                      <a:pt x="244408" y="511691"/>
                      <a:pt x="248446" y="507656"/>
                    </a:cubicBezTo>
                    <a:cubicBezTo>
                      <a:pt x="252485" y="503621"/>
                      <a:pt x="254728" y="498016"/>
                      <a:pt x="254728" y="492299"/>
                    </a:cubicBezTo>
                    <a:cubicBezTo>
                      <a:pt x="254728" y="486583"/>
                      <a:pt x="252485" y="480978"/>
                      <a:pt x="248446" y="476943"/>
                    </a:cubicBezTo>
                    <a:cubicBezTo>
                      <a:pt x="244408" y="472908"/>
                      <a:pt x="238799" y="470666"/>
                      <a:pt x="233078" y="470666"/>
                    </a:cubicBezTo>
                    <a:close/>
                    <a:moveTo>
                      <a:pt x="233078" y="446679"/>
                    </a:moveTo>
                    <a:cubicBezTo>
                      <a:pt x="245081" y="446679"/>
                      <a:pt x="256860" y="451611"/>
                      <a:pt x="265273" y="460130"/>
                    </a:cubicBezTo>
                    <a:cubicBezTo>
                      <a:pt x="273798" y="468536"/>
                      <a:pt x="278734" y="480306"/>
                      <a:pt x="278734" y="492299"/>
                    </a:cubicBezTo>
                    <a:cubicBezTo>
                      <a:pt x="278734" y="504293"/>
                      <a:pt x="273798" y="516063"/>
                      <a:pt x="265273" y="524581"/>
                    </a:cubicBezTo>
                    <a:cubicBezTo>
                      <a:pt x="256860" y="532988"/>
                      <a:pt x="245081" y="537920"/>
                      <a:pt x="233078" y="537920"/>
                    </a:cubicBezTo>
                    <a:cubicBezTo>
                      <a:pt x="221075" y="537920"/>
                      <a:pt x="209297" y="532988"/>
                      <a:pt x="200771" y="524581"/>
                    </a:cubicBezTo>
                    <a:cubicBezTo>
                      <a:pt x="192358" y="516063"/>
                      <a:pt x="187422" y="504293"/>
                      <a:pt x="187422" y="492299"/>
                    </a:cubicBezTo>
                    <a:cubicBezTo>
                      <a:pt x="187422" y="480306"/>
                      <a:pt x="192358" y="468536"/>
                      <a:pt x="200771" y="460018"/>
                    </a:cubicBezTo>
                    <a:cubicBezTo>
                      <a:pt x="209297" y="451611"/>
                      <a:pt x="221075" y="446679"/>
                      <a:pt x="233078" y="446679"/>
                    </a:cubicBezTo>
                    <a:close/>
                    <a:moveTo>
                      <a:pt x="116164" y="356584"/>
                    </a:moveTo>
                    <a:cubicBezTo>
                      <a:pt x="113470" y="356584"/>
                      <a:pt x="110777" y="357144"/>
                      <a:pt x="108083" y="358152"/>
                    </a:cubicBezTo>
                    <a:cubicBezTo>
                      <a:pt x="96973" y="362634"/>
                      <a:pt x="91586" y="375297"/>
                      <a:pt x="96075" y="386278"/>
                    </a:cubicBezTo>
                    <a:cubicBezTo>
                      <a:pt x="99442" y="394570"/>
                      <a:pt x="107298" y="399948"/>
                      <a:pt x="116276" y="399948"/>
                    </a:cubicBezTo>
                    <a:cubicBezTo>
                      <a:pt x="118970" y="399948"/>
                      <a:pt x="121663" y="399388"/>
                      <a:pt x="124245" y="398380"/>
                    </a:cubicBezTo>
                    <a:cubicBezTo>
                      <a:pt x="129632" y="396251"/>
                      <a:pt x="133896" y="392105"/>
                      <a:pt x="136141" y="386726"/>
                    </a:cubicBezTo>
                    <a:cubicBezTo>
                      <a:pt x="138498" y="381460"/>
                      <a:pt x="138498" y="375521"/>
                      <a:pt x="136365" y="370142"/>
                    </a:cubicBezTo>
                    <a:cubicBezTo>
                      <a:pt x="132998" y="361962"/>
                      <a:pt x="125142" y="356584"/>
                      <a:pt x="116164" y="356584"/>
                    </a:cubicBezTo>
                    <a:close/>
                    <a:moveTo>
                      <a:pt x="369995" y="336516"/>
                    </a:moveTo>
                    <a:cubicBezTo>
                      <a:pt x="366404" y="344360"/>
                      <a:pt x="361466" y="351532"/>
                      <a:pt x="355294" y="357695"/>
                    </a:cubicBezTo>
                    <a:cubicBezTo>
                      <a:pt x="349122" y="363858"/>
                      <a:pt x="341939" y="368789"/>
                      <a:pt x="333972" y="372375"/>
                    </a:cubicBezTo>
                    <a:lnTo>
                      <a:pt x="502192" y="540241"/>
                    </a:lnTo>
                    <a:cubicBezTo>
                      <a:pt x="511955" y="549990"/>
                      <a:pt x="527778" y="549990"/>
                      <a:pt x="537542" y="540241"/>
                    </a:cubicBezTo>
                    <a:lnTo>
                      <a:pt x="538103" y="539792"/>
                    </a:lnTo>
                    <a:cubicBezTo>
                      <a:pt x="542816" y="534974"/>
                      <a:pt x="545509" y="528698"/>
                      <a:pt x="545509" y="522087"/>
                    </a:cubicBezTo>
                    <a:cubicBezTo>
                      <a:pt x="545509" y="515363"/>
                      <a:pt x="542816" y="509088"/>
                      <a:pt x="538103" y="504381"/>
                    </a:cubicBezTo>
                    <a:close/>
                    <a:moveTo>
                      <a:pt x="116164" y="332716"/>
                    </a:moveTo>
                    <a:cubicBezTo>
                      <a:pt x="134906" y="332716"/>
                      <a:pt x="151629" y="343921"/>
                      <a:pt x="158587" y="361290"/>
                    </a:cubicBezTo>
                    <a:cubicBezTo>
                      <a:pt x="163076" y="372607"/>
                      <a:pt x="162964" y="384933"/>
                      <a:pt x="158138" y="396139"/>
                    </a:cubicBezTo>
                    <a:cubicBezTo>
                      <a:pt x="153424" y="407344"/>
                      <a:pt x="144558" y="415972"/>
                      <a:pt x="133223" y="420566"/>
                    </a:cubicBezTo>
                    <a:cubicBezTo>
                      <a:pt x="127836" y="422695"/>
                      <a:pt x="122112" y="423816"/>
                      <a:pt x="116276" y="423816"/>
                    </a:cubicBezTo>
                    <a:cubicBezTo>
                      <a:pt x="97534" y="423816"/>
                      <a:pt x="80812" y="412611"/>
                      <a:pt x="73853" y="395242"/>
                    </a:cubicBezTo>
                    <a:cubicBezTo>
                      <a:pt x="64426" y="371935"/>
                      <a:pt x="75873" y="345378"/>
                      <a:pt x="99217" y="335966"/>
                    </a:cubicBezTo>
                    <a:cubicBezTo>
                      <a:pt x="104604" y="333724"/>
                      <a:pt x="110328" y="332716"/>
                      <a:pt x="116164" y="332716"/>
                    </a:cubicBezTo>
                    <a:close/>
                    <a:moveTo>
                      <a:pt x="247561" y="250118"/>
                    </a:moveTo>
                    <a:cubicBezTo>
                      <a:pt x="250254" y="282951"/>
                      <a:pt x="257885" y="328111"/>
                      <a:pt x="270679" y="340886"/>
                    </a:cubicBezTo>
                    <a:cubicBezTo>
                      <a:pt x="279769" y="349851"/>
                      <a:pt x="291776" y="354781"/>
                      <a:pt x="304457" y="354781"/>
                    </a:cubicBezTo>
                    <a:cubicBezTo>
                      <a:pt x="306253" y="354781"/>
                      <a:pt x="308048" y="354781"/>
                      <a:pt x="309844" y="354557"/>
                    </a:cubicBezTo>
                    <a:cubicBezTo>
                      <a:pt x="320729" y="353325"/>
                      <a:pt x="330605" y="348618"/>
                      <a:pt x="338348" y="340886"/>
                    </a:cubicBezTo>
                    <a:cubicBezTo>
                      <a:pt x="346204" y="333042"/>
                      <a:pt x="350917" y="323181"/>
                      <a:pt x="352152" y="312311"/>
                    </a:cubicBezTo>
                    <a:cubicBezTo>
                      <a:pt x="353723" y="297743"/>
                      <a:pt x="348673" y="283511"/>
                      <a:pt x="338348" y="273202"/>
                    </a:cubicBezTo>
                    <a:cubicBezTo>
                      <a:pt x="325555" y="260427"/>
                      <a:pt x="280442" y="252807"/>
                      <a:pt x="247561" y="250118"/>
                    </a:cubicBezTo>
                    <a:close/>
                    <a:moveTo>
                      <a:pt x="502108" y="243256"/>
                    </a:moveTo>
                    <a:cubicBezTo>
                      <a:pt x="496383" y="243256"/>
                      <a:pt x="490769" y="245609"/>
                      <a:pt x="486728" y="249643"/>
                    </a:cubicBezTo>
                    <a:cubicBezTo>
                      <a:pt x="482687" y="253677"/>
                      <a:pt x="480441" y="259167"/>
                      <a:pt x="480441" y="264882"/>
                    </a:cubicBezTo>
                    <a:cubicBezTo>
                      <a:pt x="480441" y="270597"/>
                      <a:pt x="482687" y="276199"/>
                      <a:pt x="486728" y="280233"/>
                    </a:cubicBezTo>
                    <a:cubicBezTo>
                      <a:pt x="490769" y="284267"/>
                      <a:pt x="496383" y="286620"/>
                      <a:pt x="502108" y="286620"/>
                    </a:cubicBezTo>
                    <a:cubicBezTo>
                      <a:pt x="507833" y="286620"/>
                      <a:pt x="513447" y="284267"/>
                      <a:pt x="517488" y="280233"/>
                    </a:cubicBezTo>
                    <a:cubicBezTo>
                      <a:pt x="521529" y="276199"/>
                      <a:pt x="523775" y="270597"/>
                      <a:pt x="523775" y="264882"/>
                    </a:cubicBezTo>
                    <a:cubicBezTo>
                      <a:pt x="523775" y="259167"/>
                      <a:pt x="521529" y="253677"/>
                      <a:pt x="517488" y="249643"/>
                    </a:cubicBezTo>
                    <a:cubicBezTo>
                      <a:pt x="513447" y="245609"/>
                      <a:pt x="507833" y="243256"/>
                      <a:pt x="502108" y="243256"/>
                    </a:cubicBezTo>
                    <a:close/>
                    <a:moveTo>
                      <a:pt x="502108" y="219388"/>
                    </a:moveTo>
                    <a:cubicBezTo>
                      <a:pt x="514120" y="219388"/>
                      <a:pt x="525908" y="224206"/>
                      <a:pt x="534327" y="232722"/>
                    </a:cubicBezTo>
                    <a:cubicBezTo>
                      <a:pt x="542859" y="241127"/>
                      <a:pt x="547799" y="252892"/>
                      <a:pt x="547799" y="264882"/>
                    </a:cubicBezTo>
                    <a:cubicBezTo>
                      <a:pt x="547799" y="276872"/>
                      <a:pt x="542859" y="288637"/>
                      <a:pt x="534327" y="297154"/>
                    </a:cubicBezTo>
                    <a:cubicBezTo>
                      <a:pt x="525908" y="305670"/>
                      <a:pt x="514120" y="310488"/>
                      <a:pt x="502108" y="310488"/>
                    </a:cubicBezTo>
                    <a:cubicBezTo>
                      <a:pt x="490096" y="310488"/>
                      <a:pt x="478308" y="305670"/>
                      <a:pt x="469776" y="297154"/>
                    </a:cubicBezTo>
                    <a:cubicBezTo>
                      <a:pt x="461357" y="288637"/>
                      <a:pt x="456417" y="276984"/>
                      <a:pt x="456417" y="264882"/>
                    </a:cubicBezTo>
                    <a:cubicBezTo>
                      <a:pt x="456417" y="252892"/>
                      <a:pt x="461357" y="241127"/>
                      <a:pt x="469776" y="232722"/>
                    </a:cubicBezTo>
                    <a:cubicBezTo>
                      <a:pt x="478308" y="224206"/>
                      <a:pt x="490096" y="219388"/>
                      <a:pt x="502108" y="219388"/>
                    </a:cubicBezTo>
                    <a:close/>
                    <a:moveTo>
                      <a:pt x="122098" y="193626"/>
                    </a:moveTo>
                    <a:cubicBezTo>
                      <a:pt x="113789" y="193626"/>
                      <a:pt x="106491" y="198110"/>
                      <a:pt x="102673" y="205396"/>
                    </a:cubicBezTo>
                    <a:cubicBezTo>
                      <a:pt x="102673" y="205508"/>
                      <a:pt x="102561" y="205620"/>
                      <a:pt x="102561" y="205844"/>
                    </a:cubicBezTo>
                    <a:cubicBezTo>
                      <a:pt x="99979" y="211000"/>
                      <a:pt x="99642" y="216829"/>
                      <a:pt x="101551" y="222321"/>
                    </a:cubicBezTo>
                    <a:cubicBezTo>
                      <a:pt x="103347" y="227814"/>
                      <a:pt x="107277" y="232185"/>
                      <a:pt x="112554" y="234763"/>
                    </a:cubicBezTo>
                    <a:cubicBezTo>
                      <a:pt x="115473" y="236220"/>
                      <a:pt x="118730" y="237005"/>
                      <a:pt x="121986" y="237005"/>
                    </a:cubicBezTo>
                    <a:cubicBezTo>
                      <a:pt x="130407" y="237005"/>
                      <a:pt x="137817" y="232297"/>
                      <a:pt x="141523" y="224787"/>
                    </a:cubicBezTo>
                    <a:cubicBezTo>
                      <a:pt x="146800" y="214027"/>
                      <a:pt x="142309" y="201024"/>
                      <a:pt x="131530" y="195756"/>
                    </a:cubicBezTo>
                    <a:cubicBezTo>
                      <a:pt x="128498" y="194299"/>
                      <a:pt x="125354" y="193626"/>
                      <a:pt x="122098" y="193626"/>
                    </a:cubicBezTo>
                    <a:close/>
                    <a:moveTo>
                      <a:pt x="122098" y="169639"/>
                    </a:moveTo>
                    <a:cubicBezTo>
                      <a:pt x="128947" y="169639"/>
                      <a:pt x="135684" y="171208"/>
                      <a:pt x="141972" y="174347"/>
                    </a:cubicBezTo>
                    <a:cubicBezTo>
                      <a:pt x="164652" y="185332"/>
                      <a:pt x="174084" y="212681"/>
                      <a:pt x="163081" y="235211"/>
                    </a:cubicBezTo>
                    <a:cubicBezTo>
                      <a:pt x="155333" y="251016"/>
                      <a:pt x="139614" y="260880"/>
                      <a:pt x="121986" y="260880"/>
                    </a:cubicBezTo>
                    <a:cubicBezTo>
                      <a:pt x="115024" y="260880"/>
                      <a:pt x="108287" y="259311"/>
                      <a:pt x="102000" y="256284"/>
                    </a:cubicBezTo>
                    <a:cubicBezTo>
                      <a:pt x="91108" y="250904"/>
                      <a:pt x="82800" y="241601"/>
                      <a:pt x="78870" y="230167"/>
                    </a:cubicBezTo>
                    <a:cubicBezTo>
                      <a:pt x="74940" y="218846"/>
                      <a:pt x="75614" y="206741"/>
                      <a:pt x="80666" y="195868"/>
                    </a:cubicBezTo>
                    <a:cubicBezTo>
                      <a:pt x="80779" y="195644"/>
                      <a:pt x="80891" y="195532"/>
                      <a:pt x="81003" y="195308"/>
                    </a:cubicBezTo>
                    <a:cubicBezTo>
                      <a:pt x="88638" y="179503"/>
                      <a:pt x="104470" y="169639"/>
                      <a:pt x="122098" y="169639"/>
                    </a:cubicBezTo>
                    <a:close/>
                    <a:moveTo>
                      <a:pt x="408481" y="109393"/>
                    </a:moveTo>
                    <a:cubicBezTo>
                      <a:pt x="400852" y="109393"/>
                      <a:pt x="394009" y="113202"/>
                      <a:pt x="389970" y="119702"/>
                    </a:cubicBezTo>
                    <a:cubicBezTo>
                      <a:pt x="383688" y="129898"/>
                      <a:pt x="386941" y="143233"/>
                      <a:pt x="397150" y="149508"/>
                    </a:cubicBezTo>
                    <a:cubicBezTo>
                      <a:pt x="400516" y="151637"/>
                      <a:pt x="404442" y="152757"/>
                      <a:pt x="408481" y="152757"/>
                    </a:cubicBezTo>
                    <a:cubicBezTo>
                      <a:pt x="416110" y="152757"/>
                      <a:pt x="422953" y="148836"/>
                      <a:pt x="426992" y="142336"/>
                    </a:cubicBezTo>
                    <a:cubicBezTo>
                      <a:pt x="430021" y="137406"/>
                      <a:pt x="430919" y="131579"/>
                      <a:pt x="429572" y="125977"/>
                    </a:cubicBezTo>
                    <a:cubicBezTo>
                      <a:pt x="428226" y="120374"/>
                      <a:pt x="424748" y="115556"/>
                      <a:pt x="419812" y="112530"/>
                    </a:cubicBezTo>
                    <a:cubicBezTo>
                      <a:pt x="416446" y="110513"/>
                      <a:pt x="412520" y="109393"/>
                      <a:pt x="408481" y="109393"/>
                    </a:cubicBezTo>
                    <a:close/>
                    <a:moveTo>
                      <a:pt x="246682" y="88201"/>
                    </a:moveTo>
                    <a:cubicBezTo>
                      <a:pt x="244549" y="88201"/>
                      <a:pt x="242528" y="88425"/>
                      <a:pt x="240508" y="89098"/>
                    </a:cubicBezTo>
                    <a:cubicBezTo>
                      <a:pt x="234894" y="90667"/>
                      <a:pt x="230291" y="94366"/>
                      <a:pt x="227597" y="99522"/>
                    </a:cubicBezTo>
                    <a:cubicBezTo>
                      <a:pt x="224790" y="104566"/>
                      <a:pt x="224229" y="110395"/>
                      <a:pt x="225801" y="115999"/>
                    </a:cubicBezTo>
                    <a:cubicBezTo>
                      <a:pt x="228495" y="125079"/>
                      <a:pt x="237027" y="131468"/>
                      <a:pt x="246570" y="131468"/>
                    </a:cubicBezTo>
                    <a:cubicBezTo>
                      <a:pt x="248703" y="131468"/>
                      <a:pt x="250724" y="131244"/>
                      <a:pt x="252745" y="130571"/>
                    </a:cubicBezTo>
                    <a:cubicBezTo>
                      <a:pt x="258358" y="129002"/>
                      <a:pt x="262961" y="125303"/>
                      <a:pt x="265655" y="120147"/>
                    </a:cubicBezTo>
                    <a:cubicBezTo>
                      <a:pt x="268462" y="115103"/>
                      <a:pt x="269135" y="109274"/>
                      <a:pt x="267451" y="103670"/>
                    </a:cubicBezTo>
                    <a:cubicBezTo>
                      <a:pt x="264757" y="94590"/>
                      <a:pt x="256225" y="88201"/>
                      <a:pt x="246682" y="88201"/>
                    </a:cubicBezTo>
                    <a:close/>
                    <a:moveTo>
                      <a:pt x="408481" y="85525"/>
                    </a:moveTo>
                    <a:cubicBezTo>
                      <a:pt x="416895" y="85525"/>
                      <a:pt x="425085" y="87766"/>
                      <a:pt x="432265" y="92248"/>
                    </a:cubicBezTo>
                    <a:cubicBezTo>
                      <a:pt x="442698" y="98523"/>
                      <a:pt x="449990" y="108608"/>
                      <a:pt x="452795" y="120374"/>
                    </a:cubicBezTo>
                    <a:cubicBezTo>
                      <a:pt x="455712" y="132252"/>
                      <a:pt x="453693" y="144465"/>
                      <a:pt x="447410" y="154887"/>
                    </a:cubicBezTo>
                    <a:cubicBezTo>
                      <a:pt x="438996" y="168445"/>
                      <a:pt x="424412" y="176625"/>
                      <a:pt x="408481" y="176625"/>
                    </a:cubicBezTo>
                    <a:cubicBezTo>
                      <a:pt x="400067" y="176625"/>
                      <a:pt x="391877" y="174272"/>
                      <a:pt x="384697" y="169902"/>
                    </a:cubicBezTo>
                    <a:cubicBezTo>
                      <a:pt x="363157" y="156791"/>
                      <a:pt x="356426" y="128666"/>
                      <a:pt x="369552" y="107263"/>
                    </a:cubicBezTo>
                    <a:cubicBezTo>
                      <a:pt x="377966" y="93593"/>
                      <a:pt x="392438" y="85525"/>
                      <a:pt x="408481" y="85525"/>
                    </a:cubicBezTo>
                    <a:close/>
                    <a:moveTo>
                      <a:pt x="246682" y="64214"/>
                    </a:moveTo>
                    <a:cubicBezTo>
                      <a:pt x="266778" y="64214"/>
                      <a:pt x="284740" y="77665"/>
                      <a:pt x="290466" y="96944"/>
                    </a:cubicBezTo>
                    <a:cubicBezTo>
                      <a:pt x="293834" y="108602"/>
                      <a:pt x="292599" y="120931"/>
                      <a:pt x="286761" y="131580"/>
                    </a:cubicBezTo>
                    <a:cubicBezTo>
                      <a:pt x="280923" y="142341"/>
                      <a:pt x="271268" y="150075"/>
                      <a:pt x="259593" y="153549"/>
                    </a:cubicBezTo>
                    <a:cubicBezTo>
                      <a:pt x="255327" y="154782"/>
                      <a:pt x="250948" y="155455"/>
                      <a:pt x="246570" y="155455"/>
                    </a:cubicBezTo>
                    <a:cubicBezTo>
                      <a:pt x="226587" y="155455"/>
                      <a:pt x="208512" y="142004"/>
                      <a:pt x="202898" y="122725"/>
                    </a:cubicBezTo>
                    <a:cubicBezTo>
                      <a:pt x="199418" y="111067"/>
                      <a:pt x="200653" y="98738"/>
                      <a:pt x="206491" y="88089"/>
                    </a:cubicBezTo>
                    <a:cubicBezTo>
                      <a:pt x="212329" y="77328"/>
                      <a:pt x="221984" y="69594"/>
                      <a:pt x="233659" y="66120"/>
                    </a:cubicBezTo>
                    <a:cubicBezTo>
                      <a:pt x="237925" y="64887"/>
                      <a:pt x="242304" y="64214"/>
                      <a:pt x="246682" y="64214"/>
                    </a:cubicBezTo>
                    <a:close/>
                    <a:moveTo>
                      <a:pt x="303784" y="23869"/>
                    </a:moveTo>
                    <a:cubicBezTo>
                      <a:pt x="149367" y="23981"/>
                      <a:pt x="23903" y="149264"/>
                      <a:pt x="23903" y="303346"/>
                    </a:cubicBezTo>
                    <a:cubicBezTo>
                      <a:pt x="23903" y="457428"/>
                      <a:pt x="149479" y="582711"/>
                      <a:pt x="303784" y="582711"/>
                    </a:cubicBezTo>
                    <a:lnTo>
                      <a:pt x="304008" y="582711"/>
                    </a:lnTo>
                    <a:cubicBezTo>
                      <a:pt x="307263" y="582711"/>
                      <a:pt x="310181" y="581255"/>
                      <a:pt x="312201" y="578677"/>
                    </a:cubicBezTo>
                    <a:cubicBezTo>
                      <a:pt x="314108" y="576212"/>
                      <a:pt x="314894" y="572962"/>
                      <a:pt x="314108" y="569824"/>
                    </a:cubicBezTo>
                    <a:cubicBezTo>
                      <a:pt x="310517" y="555369"/>
                      <a:pt x="308722" y="540353"/>
                      <a:pt x="308722" y="525337"/>
                    </a:cubicBezTo>
                    <a:cubicBezTo>
                      <a:pt x="308834" y="484883"/>
                      <a:pt x="322188" y="447343"/>
                      <a:pt x="344745" y="416975"/>
                    </a:cubicBezTo>
                    <a:lnTo>
                      <a:pt x="306477" y="378650"/>
                    </a:lnTo>
                    <a:cubicBezTo>
                      <a:pt x="305804" y="378650"/>
                      <a:pt x="305131" y="378762"/>
                      <a:pt x="304457" y="378762"/>
                    </a:cubicBezTo>
                    <a:cubicBezTo>
                      <a:pt x="285380" y="378762"/>
                      <a:pt x="267312" y="371254"/>
                      <a:pt x="253733" y="357695"/>
                    </a:cubicBezTo>
                    <a:cubicBezTo>
                      <a:pt x="227810" y="331809"/>
                      <a:pt x="223209" y="247428"/>
                      <a:pt x="222760" y="237903"/>
                    </a:cubicBezTo>
                    <a:cubicBezTo>
                      <a:pt x="222648" y="234541"/>
                      <a:pt x="223882" y="231179"/>
                      <a:pt x="226239" y="228826"/>
                    </a:cubicBezTo>
                    <a:cubicBezTo>
                      <a:pt x="228596" y="226473"/>
                      <a:pt x="231850" y="225240"/>
                      <a:pt x="235217" y="225352"/>
                    </a:cubicBezTo>
                    <a:cubicBezTo>
                      <a:pt x="244868" y="225801"/>
                      <a:pt x="329371" y="230395"/>
                      <a:pt x="355294" y="256281"/>
                    </a:cubicBezTo>
                    <a:cubicBezTo>
                      <a:pt x="369434" y="270400"/>
                      <a:pt x="376840" y="289339"/>
                      <a:pt x="376279" y="308949"/>
                    </a:cubicBezTo>
                    <a:lnTo>
                      <a:pt x="423300" y="355902"/>
                    </a:lnTo>
                    <a:cubicBezTo>
                      <a:pt x="444286" y="347386"/>
                      <a:pt x="467179" y="342567"/>
                      <a:pt x="491194" y="342455"/>
                    </a:cubicBezTo>
                    <a:lnTo>
                      <a:pt x="492204" y="342455"/>
                    </a:lnTo>
                    <a:cubicBezTo>
                      <a:pt x="517566" y="342455"/>
                      <a:pt x="542143" y="347498"/>
                      <a:pt x="565148" y="357471"/>
                    </a:cubicBezTo>
                    <a:cubicBezTo>
                      <a:pt x="566495" y="358143"/>
                      <a:pt x="567954" y="358367"/>
                      <a:pt x="569300" y="358367"/>
                    </a:cubicBezTo>
                    <a:cubicBezTo>
                      <a:pt x="573789" y="358367"/>
                      <a:pt x="578727" y="355342"/>
                      <a:pt x="579737" y="349515"/>
                    </a:cubicBezTo>
                    <a:cubicBezTo>
                      <a:pt x="582318" y="334163"/>
                      <a:pt x="583553" y="318474"/>
                      <a:pt x="583553" y="302786"/>
                    </a:cubicBezTo>
                    <a:cubicBezTo>
                      <a:pt x="583216" y="149040"/>
                      <a:pt x="457752" y="23869"/>
                      <a:pt x="303784" y="23869"/>
                    </a:cubicBezTo>
                    <a:close/>
                    <a:moveTo>
                      <a:pt x="303672" y="0"/>
                    </a:moveTo>
                    <a:cubicBezTo>
                      <a:pt x="470882" y="0"/>
                      <a:pt x="607119" y="135817"/>
                      <a:pt x="607456" y="302674"/>
                    </a:cubicBezTo>
                    <a:cubicBezTo>
                      <a:pt x="607568" y="319707"/>
                      <a:pt x="606109" y="336852"/>
                      <a:pt x="603304" y="353437"/>
                    </a:cubicBezTo>
                    <a:cubicBezTo>
                      <a:pt x="600610" y="370134"/>
                      <a:pt x="586246" y="382348"/>
                      <a:pt x="569300" y="382348"/>
                    </a:cubicBezTo>
                    <a:cubicBezTo>
                      <a:pt x="564587" y="382348"/>
                      <a:pt x="559986" y="381340"/>
                      <a:pt x="555609" y="379435"/>
                    </a:cubicBezTo>
                    <a:cubicBezTo>
                      <a:pt x="535634" y="370806"/>
                      <a:pt x="514312" y="366324"/>
                      <a:pt x="492204" y="366324"/>
                    </a:cubicBezTo>
                    <a:lnTo>
                      <a:pt x="491306" y="366324"/>
                    </a:lnTo>
                    <a:cubicBezTo>
                      <a:pt x="474024" y="366436"/>
                      <a:pt x="457528" y="369349"/>
                      <a:pt x="441929" y="374504"/>
                    </a:cubicBezTo>
                    <a:lnTo>
                      <a:pt x="555048" y="487460"/>
                    </a:lnTo>
                    <a:cubicBezTo>
                      <a:pt x="564363" y="496649"/>
                      <a:pt x="569413" y="508976"/>
                      <a:pt x="569413" y="522087"/>
                    </a:cubicBezTo>
                    <a:cubicBezTo>
                      <a:pt x="569413" y="535086"/>
                      <a:pt x="564363" y="547412"/>
                      <a:pt x="555048" y="556601"/>
                    </a:cubicBezTo>
                    <a:lnTo>
                      <a:pt x="554487" y="557162"/>
                    </a:lnTo>
                    <a:cubicBezTo>
                      <a:pt x="544948" y="566687"/>
                      <a:pt x="532380" y="571505"/>
                      <a:pt x="519923" y="571505"/>
                    </a:cubicBezTo>
                    <a:cubicBezTo>
                      <a:pt x="507354" y="571505"/>
                      <a:pt x="494785" y="566687"/>
                      <a:pt x="485246" y="557162"/>
                    </a:cubicBezTo>
                    <a:lnTo>
                      <a:pt x="361915" y="434008"/>
                    </a:lnTo>
                    <a:cubicBezTo>
                      <a:pt x="343623" y="459894"/>
                      <a:pt x="332737" y="491495"/>
                      <a:pt x="332625" y="525449"/>
                    </a:cubicBezTo>
                    <a:cubicBezTo>
                      <a:pt x="332625" y="538448"/>
                      <a:pt x="334196" y="551447"/>
                      <a:pt x="337338" y="564109"/>
                    </a:cubicBezTo>
                    <a:cubicBezTo>
                      <a:pt x="339919" y="574307"/>
                      <a:pt x="337563" y="585065"/>
                      <a:pt x="331054" y="593469"/>
                    </a:cubicBezTo>
                    <a:cubicBezTo>
                      <a:pt x="324433" y="601761"/>
                      <a:pt x="314670" y="606580"/>
                      <a:pt x="304121" y="606580"/>
                    </a:cubicBezTo>
                    <a:lnTo>
                      <a:pt x="304008" y="606580"/>
                    </a:lnTo>
                    <a:lnTo>
                      <a:pt x="303784" y="606580"/>
                    </a:lnTo>
                    <a:cubicBezTo>
                      <a:pt x="136237" y="606580"/>
                      <a:pt x="0" y="470539"/>
                      <a:pt x="0" y="303346"/>
                    </a:cubicBezTo>
                    <a:cubicBezTo>
                      <a:pt x="0" y="222327"/>
                      <a:pt x="31534" y="146126"/>
                      <a:pt x="88880" y="88863"/>
                    </a:cubicBezTo>
                    <a:cubicBezTo>
                      <a:pt x="146225" y="31601"/>
                      <a:pt x="222536" y="0"/>
                      <a:pt x="3036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/>
              </a:p>
            </p:txBody>
          </p:sp>
        </p:grpSp>
        <p:grpSp>
          <p:nvGrpSpPr>
            <p:cNvPr descr="f010a241-cf93-455b-9a29-34d828c6ecaf" id="25" name="组合 24">
              <a:extLst>
                <a:ext uri="{FF2B5EF4-FFF2-40B4-BE49-F238E27FC236}">
                  <a16:creationId id="{EF874112-4E07-67D4-D8D7-C311A6D1A27B}"/>
                </a:ext>
              </a:extLst>
            </p:cNvPr>
            <p:cNvGrpSpPr/>
            <p:nvPr/>
          </p:nvGrpSpPr>
          <p:grpSpPr>
            <a:xfrm>
              <a:off x="6373016" y="2634051"/>
              <a:ext cx="2845086" cy="2905494"/>
              <a:chOff x="6373016" y="2634051"/>
              <a:chExt cx="2845086" cy="2905494"/>
            </a:xfrm>
          </p:grpSpPr>
          <p:sp>
            <p:nvSpPr>
              <p:cNvPr descr="ccb97390-aa49-43dc-a930-da0ea385b7d1" id="40" name="ComponentBackground3">
                <a:extLst>
                  <a:ext uri="{FF2B5EF4-FFF2-40B4-BE49-F238E27FC236}">
                    <a16:creationId id="{6786A209-394A-18DE-7E22-014CC9C3A2C4}"/>
                  </a:ext>
                </a:extLst>
              </p:cNvPr>
              <p:cNvSpPr/>
              <p:nvPr/>
            </p:nvSpPr>
            <p:spPr>
              <a:xfrm flipV="false" flipH="false">
                <a:off x="6373016" y="3561876"/>
                <a:ext cx="2845086" cy="1977669"/>
              </a:xfrm>
              <a:custGeom>
                <a:avLst/>
                <a:gdLst>
                  <a:gd fmla="*/ 877727 w 1994275" name="connsiteX0"/>
                  <a:gd fmla="*/ 1450401 h 1450743" name="connsiteY0"/>
                  <a:gd fmla="*/ 393857 w 1994275" name="connsiteX1"/>
                  <a:gd fmla="*/ 1422683 h 1450743" name="connsiteY1"/>
                  <a:gd fmla="*/ 89724 w 1994275" name="connsiteX2"/>
                  <a:gd fmla="*/ 1164651 h 1450743" name="connsiteY2"/>
                  <a:gd fmla="*/ 1903 w 1994275" name="connsiteX3"/>
                  <a:gd fmla="*/ 494472 h 1450743" name="connsiteY3"/>
                  <a:gd fmla="*/ 70674 w 1994275" name="connsiteX4"/>
                  <a:gd fmla="*/ 325689 h 1450743" name="connsiteY4"/>
                  <a:gd fmla="*/ 575404 w 1994275" name="connsiteX5"/>
                  <a:gd fmla="*/ 41749 h 1450743" name="connsiteY5"/>
                  <a:gd fmla="*/ 1224628 w 1994275" name="connsiteX6"/>
                  <a:gd fmla="*/ 3268 h 1450743" name="connsiteY6"/>
                  <a:gd fmla="*/ 1710308 w 1994275" name="connsiteX7"/>
                  <a:gd fmla="*/ 85754 h 1450743" name="connsiteY7"/>
                  <a:gd fmla="*/ 1987199 w 1994275" name="connsiteX8"/>
                  <a:gd fmla="*/ 415986 h 1450743" name="connsiteY8"/>
                  <a:gd fmla="*/ 1934050 w 1994275" name="connsiteX9"/>
                  <a:gd fmla="*/ 1032634 h 1450743" name="connsiteY9"/>
                  <a:gd fmla="*/ 1479707 w 1994275" name="connsiteX10"/>
                  <a:gd fmla="*/ 1421921 h 1450743" name="connsiteY10"/>
                  <a:gd fmla="*/ 877632 w 1994275" name="connsiteX11"/>
                  <a:gd fmla="*/ 1450401 h 1450743" name="connsiteY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b="b" l="l" r="r" t="t"/>
                <a:pathLst>
                  <a:path h="1450743" w="1994275">
                    <a:moveTo>
                      <a:pt x="877727" y="1450401"/>
                    </a:moveTo>
                    <a:cubicBezTo>
                      <a:pt x="732661" y="1436494"/>
                      <a:pt x="562354" y="1448496"/>
                      <a:pt x="393857" y="1422683"/>
                    </a:cubicBezTo>
                    <a:cubicBezTo>
                      <a:pt x="239076" y="1399061"/>
                      <a:pt x="136301" y="1312955"/>
                      <a:pt x="89724" y="1164651"/>
                    </a:cubicBezTo>
                    <a:cubicBezTo>
                      <a:pt x="21334" y="946719"/>
                      <a:pt x="-8098" y="722881"/>
                      <a:pt x="1903" y="494472"/>
                    </a:cubicBezTo>
                    <a:cubicBezTo>
                      <a:pt x="4666" y="430654"/>
                      <a:pt x="31431" y="375409"/>
                      <a:pt x="70674" y="325689"/>
                    </a:cubicBezTo>
                    <a:cubicBezTo>
                      <a:pt x="200024" y="161764"/>
                      <a:pt x="370616" y="71371"/>
                      <a:pt x="575404" y="41749"/>
                    </a:cubicBezTo>
                    <a:cubicBezTo>
                      <a:pt x="790764" y="10602"/>
                      <a:pt x="1006982" y="-7877"/>
                      <a:pt x="1224628" y="3268"/>
                    </a:cubicBezTo>
                    <a:cubicBezTo>
                      <a:pt x="1389601" y="11745"/>
                      <a:pt x="1552478" y="34605"/>
                      <a:pt x="1710308" y="85754"/>
                    </a:cubicBezTo>
                    <a:cubicBezTo>
                      <a:pt x="1871185" y="137856"/>
                      <a:pt x="1974340" y="240726"/>
                      <a:pt x="1987199" y="415986"/>
                    </a:cubicBezTo>
                    <a:cubicBezTo>
                      <a:pt x="2002439" y="624107"/>
                      <a:pt x="1996629" y="831085"/>
                      <a:pt x="1934050" y="1032634"/>
                    </a:cubicBezTo>
                    <a:cubicBezTo>
                      <a:pt x="1864327" y="1257138"/>
                      <a:pt x="1704783" y="1377058"/>
                      <a:pt x="1479707" y="1421921"/>
                    </a:cubicBezTo>
                    <a:cubicBezTo>
                      <a:pt x="1288159" y="1460116"/>
                      <a:pt x="1094611" y="1448686"/>
                      <a:pt x="877632" y="145040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50">
                <a:noFill/>
                <a:round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t" anchorCtr="0" bIns="45720" compatLnSpc="1" forceAA="0" fromWordArt="0" lIns="91440" numCol="1" rIns="91440" rot="0" rtlCol="0" spcCol="0" spcFirstLastPara="0" tIns="45720" vert="horz" wrap="square">
                <a:noAutofit/>
              </a:bodyPr>
              <a:lstStyle/>
              <a:p>
                <a:pPr algn="ctr"/>
              </a:p>
            </p:txBody>
          </p:sp>
          <p:sp>
            <p:nvSpPr>
              <p:cNvPr descr="8d321e7d-764e-4327-97e9-4cf507994110" id="21" name="IconBackground3">
                <a:extLst>
                  <a:ext uri="{FF2B5EF4-FFF2-40B4-BE49-F238E27FC236}">
                    <a16:creationId id="{93375F12-CFA1-BE71-5BC9-767CD1E9CE2A}"/>
                  </a:ext>
                </a:extLst>
              </p:cNvPr>
              <p:cNvSpPr/>
              <p:nvPr/>
            </p:nvSpPr>
            <p:spPr>
              <a:xfrm rot="9953463" flipV="false" flipH="false">
                <a:off x="7310790" y="2634051"/>
                <a:ext cx="594633" cy="688448"/>
              </a:xfrm>
              <a:custGeom>
                <a:avLst/>
                <a:gdLst>
                  <a:gd fmla="*/ 8846 w 160511" name="connsiteX0"/>
                  <a:gd fmla="*/ 9103 h 166571" name="connsiteY0"/>
                  <a:gd fmla="*/ 30563 w 160511" name="connsiteX1"/>
                  <a:gd fmla="*/ 150740 h 166571" name="connsiteY1"/>
                  <a:gd fmla="*/ 160389 w 160511" name="connsiteX2"/>
                  <a:gd fmla="*/ 109782 h 166571" name="connsiteY2"/>
                  <a:gd fmla="*/ 110097 w 160511" name="connsiteX3"/>
                  <a:gd fmla="*/ 41488 h 166571" name="connsiteY3"/>
                  <a:gd fmla="*/ 17514 w 160511" name="connsiteX4"/>
                  <a:gd fmla="*/ 5388 h 166571" name="connsiteY4"/>
                  <a:gd fmla="*/ 8846 w 160511" name="connsiteX5"/>
                  <a:gd fmla="*/ 9103 h 166571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66571" w="160511">
                    <a:moveTo>
                      <a:pt x="8846" y="9103"/>
                    </a:moveTo>
                    <a:cubicBezTo>
                      <a:pt x="8846" y="9103"/>
                      <a:pt x="-21634" y="111592"/>
                      <a:pt x="30563" y="150740"/>
                    </a:cubicBezTo>
                    <a:cubicBezTo>
                      <a:pt x="82760" y="189888"/>
                      <a:pt x="164103" y="148835"/>
                      <a:pt x="160389" y="109782"/>
                    </a:cubicBezTo>
                    <a:cubicBezTo>
                      <a:pt x="156674" y="70730"/>
                      <a:pt x="145149" y="52632"/>
                      <a:pt x="110097" y="41488"/>
                    </a:cubicBezTo>
                    <a:cubicBezTo>
                      <a:pt x="75045" y="30344"/>
                      <a:pt x="22181" y="19009"/>
                      <a:pt x="17514" y="5388"/>
                    </a:cubicBezTo>
                    <a:cubicBezTo>
                      <a:pt x="12846" y="-8232"/>
                      <a:pt x="9132" y="8151"/>
                      <a:pt x="8846" y="9103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1270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5e270da-dfe1-49af-a058-888b91bb93a9" id="38" name="Bullet3">
                <a:extLst>
                  <a:ext uri="{FF2B5EF4-FFF2-40B4-BE49-F238E27FC236}">
                    <a16:creationId id="{3A9FB14D-156D-4C19-E73B-222193506DDE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6515954" y="3832339"/>
                <a:ext cx="2494529" cy="521955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抗生素类药物</a:t>
                </a:r>
              </a:p>
            </p:txBody>
          </p:sp>
          <p:sp>
            <p:nvSpPr>
              <p:cNvPr descr="785700fe-5797-451d-82dd-bf816b7f4581" id="39" name="Text3">
                <a:extLst>
                  <a:ext uri="{FF2B5EF4-FFF2-40B4-BE49-F238E27FC236}">
                    <a16:creationId id="{F6DD4FBC-4B64-3318-1221-38AEB5C5A0EB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6515954" y="4354294"/>
                <a:ext cx="2494529" cy="854065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根据情况，必要时使用抗生素类药物预防感染。</a:t>
                </a:r>
              </a:p>
            </p:txBody>
          </p:sp>
          <p:sp>
            <p:nvSpPr>
              <p:cNvPr descr="a5bdc462-774b-4559-93fc-d82396112742" id="49" name="Icon3">
                <a:extLst>
                  <a:ext uri="{FF2B5EF4-FFF2-40B4-BE49-F238E27FC236}">
                    <a16:creationId id="{8FEC73E7-9EFC-7EE7-1E3C-C5D219619C79}"/>
                  </a:ext>
                </a:extLst>
              </p:cNvPr>
              <p:cNvSpPr/>
              <p:nvPr/>
            </p:nvSpPr>
            <p:spPr>
              <a:xfrm rot="652241" flipV="false" flipH="false">
                <a:off x="7444075" y="2750243"/>
                <a:ext cx="315227" cy="285350"/>
              </a:xfrm>
              <a:custGeom>
                <a:avLst/>
                <a:gdLst>
                  <a:gd fmla="*/ 5830 w 5971" name="T0"/>
                  <a:gd fmla="*/ 5553 h 6414" name="T1"/>
                  <a:gd fmla="*/ 5567 w 5971" name="T2"/>
                  <a:gd fmla="*/ 4104 h 6414" name="T3"/>
                  <a:gd fmla="*/ 5434 w 5971" name="T4"/>
                  <a:gd fmla="*/ 1983 h 6414" name="T5"/>
                  <a:gd fmla="*/ 1334 w 5971" name="T6"/>
                  <a:gd fmla="*/ 2116 h 6414" name="T7"/>
                  <a:gd fmla="*/ 863 w 5971" name="T8"/>
                  <a:gd fmla="*/ 2611 h 6414" name="T9"/>
                  <a:gd fmla="*/ 926 w 5971" name="T10"/>
                  <a:gd fmla="*/ 4398 h 6414" name="T11"/>
                  <a:gd fmla="*/ 926 w 5971" name="T12"/>
                  <a:gd fmla="*/ 4132 h 6414" name="T13"/>
                  <a:gd fmla="*/ 863 w 5971" name="T14"/>
                  <a:gd fmla="*/ 2877 h 6414" name="T15"/>
                  <a:gd fmla="*/ 1334 w 5971" name="T16"/>
                  <a:gd fmla="*/ 4104 h 6414" name="T17"/>
                  <a:gd fmla="*/ 1071 w 5971" name="T18"/>
                  <a:gd fmla="*/ 5553 h 6414" name="T19"/>
                  <a:gd fmla="*/ 960 w 5971" name="T20"/>
                  <a:gd fmla="*/ 5760 h 6414" name="T21"/>
                  <a:gd fmla="*/ 4719 w 5971" name="T22"/>
                  <a:gd fmla="*/ 6414 h 6414" name="T23"/>
                  <a:gd fmla="*/ 5948 w 5971" name="T24"/>
                  <a:gd fmla="*/ 5623 h 6414" name="T25"/>
                  <a:gd fmla="*/ 1601 w 5971" name="T26"/>
                  <a:gd fmla="*/ 2250 h 6414" name="T27"/>
                  <a:gd fmla="*/ 5301 w 5971" name="T28"/>
                  <a:gd fmla="*/ 4104 h 6414" name="T29"/>
                  <a:gd fmla="*/ 3017 w 5971" name="T30"/>
                  <a:gd fmla="*/ 5520 h 6414" name="T31"/>
                  <a:gd fmla="*/ 4719 w 5971" name="T32"/>
                  <a:gd fmla="*/ 6148 h 6414" name="T33"/>
                  <a:gd fmla="*/ 1357 w 5971" name="T34"/>
                  <a:gd fmla="*/ 5819 h 6414" name="T35"/>
                  <a:gd fmla="*/ 4719 w 5971" name="T36"/>
                  <a:gd fmla="*/ 6148 h 6414" name="T37"/>
                  <a:gd fmla="*/ 2183 w 5971" name="T38"/>
                  <a:gd fmla="*/ 927 h 6414" name="T39"/>
                  <a:gd fmla="*/ 2555 w 5971" name="T40"/>
                  <a:gd fmla="*/ 133 h 6414" name="T41"/>
                  <a:gd fmla="*/ 2822 w 5971" name="T42"/>
                  <a:gd fmla="*/ 133 h 6414" name="T43"/>
                  <a:gd fmla="*/ 2450 w 5971" name="T44"/>
                  <a:gd fmla="*/ 927 h 6414" name="T45"/>
                  <a:gd fmla="*/ 2822 w 5971" name="T46"/>
                  <a:gd fmla="*/ 1720 h 6414" name="T47"/>
                  <a:gd fmla="*/ 2555 w 5971" name="T48"/>
                  <a:gd fmla="*/ 1720 h 6414" name="T49"/>
                  <a:gd fmla="*/ 3198 w 5971" name="T50"/>
                  <a:gd fmla="*/ 1414 h 6414" name="T51"/>
                  <a:gd fmla="*/ 3198 w 5971" name="T52"/>
                  <a:gd fmla="*/ 439 h 6414" name="T53"/>
                  <a:gd fmla="*/ 3482 w 5971" name="T54"/>
                  <a:gd fmla="*/ 0 h 6414" name="T55"/>
                  <a:gd fmla="*/ 3393 w 5971" name="T56"/>
                  <a:gd fmla="*/ 621 h 6414" name="T57"/>
                  <a:gd fmla="*/ 3393 w 5971" name="T58"/>
                  <a:gd fmla="*/ 1232 h 6414" name="T59"/>
                  <a:gd fmla="*/ 3482 w 5971" name="T60"/>
                  <a:gd fmla="*/ 1853 h 6414" name="T61"/>
                  <a:gd fmla="*/ 3198 w 5971" name="T62"/>
                  <a:gd fmla="*/ 1414 h 6414" name="T63"/>
                  <a:gd fmla="*/ 3770 w 5971" name="T64"/>
                  <a:gd fmla="*/ 927 h 6414" name="T65"/>
                  <a:gd fmla="*/ 4142 w 5971" name="T66"/>
                  <a:gd fmla="*/ 133 h 6414" name="T67"/>
                  <a:gd fmla="*/ 4408 w 5971" name="T68"/>
                  <a:gd fmla="*/ 133 h 6414" name="T69"/>
                  <a:gd fmla="*/ 4036 w 5971" name="T70"/>
                  <a:gd fmla="*/ 927 h 6414" name="T71"/>
                  <a:gd fmla="*/ 4408 w 5971" name="T72"/>
                  <a:gd fmla="*/ 1720 h 6414" name="T73"/>
                  <a:gd fmla="*/ 4142 w 5971" name="T74"/>
                  <a:gd fmla="*/ 1720 h 6414" name="T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b="b" l="0" r="r" t="0"/>
                <a:pathLst>
                  <a:path h="6414" w="5971">
                    <a:moveTo>
                      <a:pt x="5948" y="5623"/>
                    </a:moveTo>
                    <a:cubicBezTo>
                      <a:pt x="5925" y="5580"/>
                      <a:pt x="5880" y="5553"/>
                      <a:pt x="5830" y="5553"/>
                    </a:cubicBezTo>
                    <a:lnTo>
                      <a:pt x="4739" y="5553"/>
                    </a:lnTo>
                    <a:cubicBezTo>
                      <a:pt x="5234" y="5259"/>
                      <a:pt x="5567" y="4720"/>
                      <a:pt x="5567" y="4104"/>
                    </a:cubicBezTo>
                    <a:lnTo>
                      <a:pt x="5567" y="2116"/>
                    </a:lnTo>
                    <a:cubicBezTo>
                      <a:pt x="5567" y="2043"/>
                      <a:pt x="5507" y="1983"/>
                      <a:pt x="5434" y="1983"/>
                    </a:cubicBezTo>
                    <a:lnTo>
                      <a:pt x="1468" y="1983"/>
                    </a:lnTo>
                    <a:cubicBezTo>
                      <a:pt x="1394" y="1983"/>
                      <a:pt x="1334" y="2043"/>
                      <a:pt x="1334" y="2116"/>
                    </a:cubicBezTo>
                    <a:lnTo>
                      <a:pt x="1334" y="2611"/>
                    </a:lnTo>
                    <a:lnTo>
                      <a:pt x="863" y="2611"/>
                    </a:lnTo>
                    <a:cubicBezTo>
                      <a:pt x="387" y="2611"/>
                      <a:pt x="0" y="2997"/>
                      <a:pt x="0" y="3473"/>
                    </a:cubicBezTo>
                    <a:cubicBezTo>
                      <a:pt x="0" y="3983"/>
                      <a:pt x="416" y="4398"/>
                      <a:pt x="926" y="4398"/>
                    </a:cubicBezTo>
                    <a:cubicBezTo>
                      <a:pt x="1000" y="4398"/>
                      <a:pt x="1059" y="4339"/>
                      <a:pt x="1059" y="4265"/>
                    </a:cubicBezTo>
                    <a:cubicBezTo>
                      <a:pt x="1059" y="4192"/>
                      <a:pt x="1000" y="4132"/>
                      <a:pt x="926" y="4132"/>
                    </a:cubicBezTo>
                    <a:cubicBezTo>
                      <a:pt x="563" y="4132"/>
                      <a:pt x="267" y="3836"/>
                      <a:pt x="267" y="3473"/>
                    </a:cubicBezTo>
                    <a:cubicBezTo>
                      <a:pt x="267" y="3144"/>
                      <a:pt x="534" y="2877"/>
                      <a:pt x="863" y="2877"/>
                    </a:cubicBezTo>
                    <a:lnTo>
                      <a:pt x="1334" y="2877"/>
                    </a:lnTo>
                    <a:lnTo>
                      <a:pt x="1334" y="4104"/>
                    </a:lnTo>
                    <a:cubicBezTo>
                      <a:pt x="1334" y="4720"/>
                      <a:pt x="1667" y="5259"/>
                      <a:pt x="2163" y="5553"/>
                    </a:cubicBezTo>
                    <a:lnTo>
                      <a:pt x="1071" y="5553"/>
                    </a:lnTo>
                    <a:cubicBezTo>
                      <a:pt x="1022" y="5553"/>
                      <a:pt x="977" y="5580"/>
                      <a:pt x="954" y="5623"/>
                    </a:cubicBezTo>
                    <a:cubicBezTo>
                      <a:pt x="930" y="5666"/>
                      <a:pt x="933" y="5719"/>
                      <a:pt x="960" y="5760"/>
                    </a:cubicBezTo>
                    <a:cubicBezTo>
                      <a:pt x="1233" y="6170"/>
                      <a:pt x="1690" y="6414"/>
                      <a:pt x="2183" y="6414"/>
                    </a:cubicBezTo>
                    <a:lnTo>
                      <a:pt x="4719" y="6414"/>
                    </a:lnTo>
                    <a:cubicBezTo>
                      <a:pt x="5211" y="6414"/>
                      <a:pt x="5668" y="6170"/>
                      <a:pt x="5941" y="5760"/>
                    </a:cubicBezTo>
                    <a:cubicBezTo>
                      <a:pt x="5969" y="5719"/>
                      <a:pt x="5971" y="5666"/>
                      <a:pt x="5948" y="5623"/>
                    </a:cubicBezTo>
                    <a:close/>
                    <a:moveTo>
                      <a:pt x="1601" y="4104"/>
                    </a:moveTo>
                    <a:lnTo>
                      <a:pt x="1601" y="2250"/>
                    </a:lnTo>
                    <a:lnTo>
                      <a:pt x="5301" y="2250"/>
                    </a:lnTo>
                    <a:lnTo>
                      <a:pt x="5301" y="4104"/>
                    </a:lnTo>
                    <a:cubicBezTo>
                      <a:pt x="5301" y="4884"/>
                      <a:pt x="4665" y="5520"/>
                      <a:pt x="3885" y="5520"/>
                    </a:cubicBezTo>
                    <a:lnTo>
                      <a:pt x="3017" y="5520"/>
                    </a:lnTo>
                    <a:cubicBezTo>
                      <a:pt x="2236" y="5520"/>
                      <a:pt x="1601" y="4884"/>
                      <a:pt x="1601" y="4104"/>
                    </a:cubicBezTo>
                    <a:close/>
                    <a:moveTo>
                      <a:pt x="4719" y="6148"/>
                    </a:moveTo>
                    <a:lnTo>
                      <a:pt x="2183" y="6148"/>
                    </a:lnTo>
                    <a:cubicBezTo>
                      <a:pt x="1871" y="6148"/>
                      <a:pt x="1577" y="6028"/>
                      <a:pt x="1357" y="5819"/>
                    </a:cubicBezTo>
                    <a:lnTo>
                      <a:pt x="5545" y="5819"/>
                    </a:lnTo>
                    <a:cubicBezTo>
                      <a:pt x="5324" y="6028"/>
                      <a:pt x="5030" y="6148"/>
                      <a:pt x="4719" y="6148"/>
                    </a:cubicBezTo>
                    <a:close/>
                    <a:moveTo>
                      <a:pt x="2405" y="1414"/>
                    </a:moveTo>
                    <a:cubicBezTo>
                      <a:pt x="2306" y="1309"/>
                      <a:pt x="2183" y="1178"/>
                      <a:pt x="2183" y="927"/>
                    </a:cubicBezTo>
                    <a:cubicBezTo>
                      <a:pt x="2183" y="676"/>
                      <a:pt x="2306" y="544"/>
                      <a:pt x="2405" y="439"/>
                    </a:cubicBezTo>
                    <a:cubicBezTo>
                      <a:pt x="2492" y="346"/>
                      <a:pt x="2555" y="279"/>
                      <a:pt x="2555" y="133"/>
                    </a:cubicBezTo>
                    <a:cubicBezTo>
                      <a:pt x="2555" y="60"/>
                      <a:pt x="2615" y="0"/>
                      <a:pt x="2688" y="0"/>
                    </a:cubicBezTo>
                    <a:cubicBezTo>
                      <a:pt x="2762" y="0"/>
                      <a:pt x="2822" y="60"/>
                      <a:pt x="2822" y="133"/>
                    </a:cubicBezTo>
                    <a:cubicBezTo>
                      <a:pt x="2822" y="384"/>
                      <a:pt x="2699" y="516"/>
                      <a:pt x="2600" y="621"/>
                    </a:cubicBezTo>
                    <a:cubicBezTo>
                      <a:pt x="2513" y="714"/>
                      <a:pt x="2450" y="781"/>
                      <a:pt x="2450" y="927"/>
                    </a:cubicBezTo>
                    <a:cubicBezTo>
                      <a:pt x="2450" y="1072"/>
                      <a:pt x="2513" y="1139"/>
                      <a:pt x="2600" y="1232"/>
                    </a:cubicBezTo>
                    <a:cubicBezTo>
                      <a:pt x="2699" y="1337"/>
                      <a:pt x="2822" y="1469"/>
                      <a:pt x="2822" y="1720"/>
                    </a:cubicBezTo>
                    <a:cubicBezTo>
                      <a:pt x="2822" y="1793"/>
                      <a:pt x="2762" y="1853"/>
                      <a:pt x="2688" y="1853"/>
                    </a:cubicBezTo>
                    <a:cubicBezTo>
                      <a:pt x="2615" y="1853"/>
                      <a:pt x="2555" y="1793"/>
                      <a:pt x="2555" y="1720"/>
                    </a:cubicBezTo>
                    <a:cubicBezTo>
                      <a:pt x="2555" y="1574"/>
                      <a:pt x="2492" y="1507"/>
                      <a:pt x="2405" y="1414"/>
                    </a:cubicBezTo>
                    <a:close/>
                    <a:moveTo>
                      <a:pt x="3198" y="1414"/>
                    </a:moveTo>
                    <a:cubicBezTo>
                      <a:pt x="3100" y="1309"/>
                      <a:pt x="2977" y="1178"/>
                      <a:pt x="2977" y="927"/>
                    </a:cubicBezTo>
                    <a:cubicBezTo>
                      <a:pt x="2977" y="676"/>
                      <a:pt x="3100" y="544"/>
                      <a:pt x="3198" y="439"/>
                    </a:cubicBezTo>
                    <a:cubicBezTo>
                      <a:pt x="3285" y="346"/>
                      <a:pt x="3348" y="279"/>
                      <a:pt x="3348" y="133"/>
                    </a:cubicBezTo>
                    <a:cubicBezTo>
                      <a:pt x="3348" y="60"/>
                      <a:pt x="3408" y="0"/>
                      <a:pt x="3482" y="0"/>
                    </a:cubicBezTo>
                    <a:cubicBezTo>
                      <a:pt x="3555" y="0"/>
                      <a:pt x="3615" y="60"/>
                      <a:pt x="3615" y="133"/>
                    </a:cubicBezTo>
                    <a:cubicBezTo>
                      <a:pt x="3615" y="384"/>
                      <a:pt x="3492" y="516"/>
                      <a:pt x="3393" y="621"/>
                    </a:cubicBezTo>
                    <a:cubicBezTo>
                      <a:pt x="3306" y="714"/>
                      <a:pt x="3243" y="781"/>
                      <a:pt x="3243" y="927"/>
                    </a:cubicBezTo>
                    <a:cubicBezTo>
                      <a:pt x="3243" y="1072"/>
                      <a:pt x="3306" y="1139"/>
                      <a:pt x="3393" y="1232"/>
                    </a:cubicBezTo>
                    <a:cubicBezTo>
                      <a:pt x="3492" y="1337"/>
                      <a:pt x="3615" y="1469"/>
                      <a:pt x="3615" y="1720"/>
                    </a:cubicBezTo>
                    <a:cubicBezTo>
                      <a:pt x="3615" y="1793"/>
                      <a:pt x="3555" y="1853"/>
                      <a:pt x="3482" y="1853"/>
                    </a:cubicBezTo>
                    <a:cubicBezTo>
                      <a:pt x="3408" y="1853"/>
                      <a:pt x="3348" y="1793"/>
                      <a:pt x="3348" y="1720"/>
                    </a:cubicBezTo>
                    <a:cubicBezTo>
                      <a:pt x="3348" y="1574"/>
                      <a:pt x="3285" y="1507"/>
                      <a:pt x="3198" y="1414"/>
                    </a:cubicBezTo>
                    <a:close/>
                    <a:moveTo>
                      <a:pt x="3992" y="1414"/>
                    </a:moveTo>
                    <a:cubicBezTo>
                      <a:pt x="3893" y="1309"/>
                      <a:pt x="3770" y="1178"/>
                      <a:pt x="3770" y="927"/>
                    </a:cubicBezTo>
                    <a:cubicBezTo>
                      <a:pt x="3770" y="676"/>
                      <a:pt x="3893" y="544"/>
                      <a:pt x="3992" y="439"/>
                    </a:cubicBezTo>
                    <a:cubicBezTo>
                      <a:pt x="4079" y="346"/>
                      <a:pt x="4142" y="279"/>
                      <a:pt x="4142" y="133"/>
                    </a:cubicBezTo>
                    <a:cubicBezTo>
                      <a:pt x="4142" y="60"/>
                      <a:pt x="4201" y="0"/>
                      <a:pt x="4275" y="0"/>
                    </a:cubicBezTo>
                    <a:cubicBezTo>
                      <a:pt x="4349" y="0"/>
                      <a:pt x="4408" y="60"/>
                      <a:pt x="4408" y="133"/>
                    </a:cubicBezTo>
                    <a:cubicBezTo>
                      <a:pt x="4408" y="384"/>
                      <a:pt x="4285" y="516"/>
                      <a:pt x="4186" y="621"/>
                    </a:cubicBezTo>
                    <a:cubicBezTo>
                      <a:pt x="4099" y="714"/>
                      <a:pt x="4036" y="781"/>
                      <a:pt x="4036" y="927"/>
                    </a:cubicBezTo>
                    <a:cubicBezTo>
                      <a:pt x="4036" y="1072"/>
                      <a:pt x="4099" y="1139"/>
                      <a:pt x="4186" y="1232"/>
                    </a:cubicBezTo>
                    <a:cubicBezTo>
                      <a:pt x="4285" y="1337"/>
                      <a:pt x="4408" y="1469"/>
                      <a:pt x="4408" y="1720"/>
                    </a:cubicBezTo>
                    <a:cubicBezTo>
                      <a:pt x="4408" y="1793"/>
                      <a:pt x="4349" y="1853"/>
                      <a:pt x="4275" y="1853"/>
                    </a:cubicBezTo>
                    <a:cubicBezTo>
                      <a:pt x="4201" y="1853"/>
                      <a:pt x="4142" y="1793"/>
                      <a:pt x="4142" y="1720"/>
                    </a:cubicBezTo>
                    <a:cubicBezTo>
                      <a:pt x="4142" y="1574"/>
                      <a:pt x="4079" y="1507"/>
                      <a:pt x="3992" y="14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</a:p>
            </p:txBody>
          </p:sp>
        </p:grpSp>
      </p:grp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结构性足部异常处理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针对足部结构异常的处理方法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异常类型与影响</a:t>
            </a:r>
          </a:p>
        </p:txBody>
      </p:sp>
      <p:grpSp>
        <p:nvGrpSpPr>
          <p:cNvPr descr="e2819bc5-0803-4463-9640-b817396fe680" id="40" name="e1a3b043-61cf-4427-9134-98f1aafedc9b.source.4.zh-Hans.pptx">
            <a:extLst>
              <a:ext uri="{FF2B5EF4-FFF2-40B4-BE49-F238E27FC236}">
                <a16:creationId id="{DF49A2C7-9ED0-6517-CEAE-E1F0B8A13540}"/>
              </a:ext>
            </a:extLst>
          </p:cNvPr>
          <p:cNvGrpSpPr/>
          <p:nvPr/>
        </p:nvGrpSpPr>
        <p:grpSpPr>
          <a:xfrm>
            <a:off x="1355323" y="1163540"/>
            <a:ext cx="9684553" cy="4530917"/>
            <a:chOff x="1355323" y="1163540"/>
            <a:chExt cx="9684553" cy="4530917"/>
          </a:xfrm>
        </p:grpSpPr>
        <p:sp>
          <p:nvSpPr>
            <p:cNvPr descr="cc47301e-b7db-4a9e-a443-ade61c86adef" id="32" name="Title">
              <a:extLst>
                <a:ext uri="{FF2B5EF4-FFF2-40B4-BE49-F238E27FC236}">
                  <a16:creationId id="{D6C10587-F830-ED74-3242-FC009AA367CD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1722234" y="1163540"/>
              <a:ext cx="8624444" cy="75062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了解不同足部异常及其影响</a:t>
              </a:r>
            </a:p>
          </p:txBody>
        </p:sp>
        <p:sp>
          <p:nvSpPr>
            <p:cNvPr descr="f4ae100e-9c34-4c78-93ab-1fcb7285d59a" id="2" name="图形 70">
              <a:extLst>
                <a:ext uri="{FF2B5EF4-FFF2-40B4-BE49-F238E27FC236}">
                  <a16:creationId id="{36869A85-2BCE-B75B-9355-224429985134}"/>
                </a:ext>
              </a:extLst>
            </p:cNvPr>
            <p:cNvSpPr/>
            <p:nvPr/>
          </p:nvSpPr>
          <p:spPr>
            <a:xfrm flipV="true" flipH="false">
              <a:off x="1524148" y="3593293"/>
              <a:ext cx="9143700" cy="487892"/>
            </a:xfrm>
            <a:custGeom>
              <a:avLst/>
              <a:gdLst>
                <a:gd fmla="*/ 15596 w 12191333" name="connsiteX0"/>
                <a:gd fmla="*/ 639057 h 664913" name="connsiteY0"/>
                <a:gd fmla="*/ 1022266 w 12191333" name="connsiteX1"/>
                <a:gd fmla="*/ 337904 h 664913" name="connsiteY1"/>
                <a:gd fmla="*/ 2236699 w 12191333" name="connsiteX2"/>
                <a:gd fmla="*/ 493590 h 664913" name="connsiteY2"/>
                <a:gd fmla="*/ 3562435 w 12191333" name="connsiteX3"/>
                <a:gd fmla="*/ 629739 h 664913" name="connsiteY3"/>
                <a:gd fmla="*/ 4848193 w 12191333" name="connsiteX4"/>
                <a:gd fmla="*/ 463291 h 664913" name="connsiteY4"/>
                <a:gd fmla="*/ 6112752 w 12191333" name="connsiteX5"/>
                <a:gd fmla="*/ 117249 h 664913" name="connsiteY5"/>
                <a:gd fmla="*/ 7448960 w 12191333" name="connsiteX6"/>
                <a:gd fmla="*/ 36535 h 664913" name="connsiteY6"/>
                <a:gd fmla="*/ 8115151 w 12191333" name="connsiteX7"/>
                <a:gd fmla="*/ 140542 h 664913" name="connsiteY7"/>
                <a:gd fmla="*/ 8727964 w 12191333" name="connsiteX8"/>
                <a:gd fmla="*/ 353505 h 664913" name="connsiteY8"/>
                <a:gd fmla="*/ 9847165 w 12191333" name="connsiteX9"/>
                <a:gd fmla="*/ 650035 h 664913" name="connsiteY9"/>
                <a:gd fmla="*/ 11959711 w 12191333" name="connsiteX10"/>
                <a:gd fmla="*/ 168928 h 664913" name="connsiteY10"/>
                <a:gd fmla="*/ 12187408 w 12191333" name="connsiteX11"/>
                <a:gd fmla="*/ 17286 h 664913" name="connsiteY11"/>
                <a:gd fmla="*/ 12178307 w 12191333" name="connsiteX12"/>
                <a:gd fmla="*/ 1685 h 664913" name="connsiteY12"/>
                <a:gd fmla="*/ 10042107 w 12191333" name="connsiteX13"/>
                <a:gd fmla="*/ 644582 h 664913" name="connsiteY13"/>
                <a:gd fmla="*/ 8891921 w 12191333" name="connsiteX14"/>
                <a:gd fmla="*/ 398033 h 664913" name="connsiteY14"/>
                <a:gd fmla="*/ 8284705 w 12191333" name="connsiteX15"/>
                <a:gd fmla="*/ 170770 h 664913" name="connsiteY15"/>
                <a:gd fmla="*/ 7666509 w 12191333" name="connsiteX16"/>
                <a:gd fmla="*/ 38738 h 664913" name="connsiteY16"/>
                <a:gd fmla="*/ 6360564 w 12191333" name="connsiteX17"/>
                <a:gd fmla="*/ 59792 h 664913" name="connsiteY17"/>
                <a:gd fmla="*/ 5084485 w 12191333" name="connsiteX18"/>
                <a:gd fmla="*/ 373440 h 664913" name="connsiteY18"/>
                <a:gd fmla="*/ 4442816 w 12191333" name="connsiteX19"/>
                <a:gd fmla="*/ 543175 h 664913" name="connsiteY19"/>
                <a:gd fmla="*/ 3760844 w 12191333" name="connsiteX20"/>
                <a:gd fmla="*/ 611466 h 664913" name="connsiteY20"/>
                <a:gd fmla="*/ 2405495 w 12191333" name="connsiteX21"/>
                <a:gd fmla="*/ 500994 h 664913" name="connsiteY21"/>
                <a:gd fmla="*/ 1182106 w 12191333" name="connsiteX22"/>
                <a:gd fmla="*/ 327431 h 664913" name="connsiteY22"/>
                <a:gd fmla="*/ 193023 w 12191333" name="connsiteX23"/>
                <a:gd fmla="*/ 488715 h 664913" name="connsiteY23"/>
                <a:gd fmla="*/ 2884 w 12191333" name="connsiteX24"/>
                <a:gd fmla="*/ 626272 h 664913" name="connsiteY24"/>
                <a:gd fmla="*/ 15668 w 12191333" name="connsiteX25"/>
                <a:gd fmla="*/ 639057 h 664913" name="connsiteY25"/>
                <a:gd fmla="*/ 15668 w 12191333" name="connsiteX26"/>
                <a:gd fmla="*/ 639057 h 664913" name="connsiteY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b="b" l="l" r="r" t="t"/>
              <a:pathLst>
                <a:path h="664913" w="12191333">
                  <a:moveTo>
                    <a:pt x="15596" y="639057"/>
                  </a:moveTo>
                  <a:cubicBezTo>
                    <a:pt x="290530" y="391858"/>
                    <a:pt x="663982" y="330031"/>
                    <a:pt x="1022266" y="337904"/>
                  </a:cubicBezTo>
                  <a:cubicBezTo>
                    <a:pt x="1429991" y="346860"/>
                    <a:pt x="1834826" y="431583"/>
                    <a:pt x="2236699" y="493590"/>
                  </a:cubicBezTo>
                  <a:cubicBezTo>
                    <a:pt x="2675734" y="561340"/>
                    <a:pt x="3117586" y="621903"/>
                    <a:pt x="3562435" y="629739"/>
                  </a:cubicBezTo>
                  <a:cubicBezTo>
                    <a:pt x="3999845" y="637432"/>
                    <a:pt x="4427504" y="583441"/>
                    <a:pt x="4848193" y="463291"/>
                  </a:cubicBezTo>
                  <a:cubicBezTo>
                    <a:pt x="5269532" y="342960"/>
                    <a:pt x="5680326" y="195796"/>
                    <a:pt x="6112752" y="117249"/>
                  </a:cubicBezTo>
                  <a:cubicBezTo>
                    <a:pt x="6551895" y="37474"/>
                    <a:pt x="7003317" y="6596"/>
                    <a:pt x="7448960" y="36535"/>
                  </a:cubicBezTo>
                  <a:cubicBezTo>
                    <a:pt x="7673516" y="51630"/>
                    <a:pt x="7897132" y="84133"/>
                    <a:pt x="8115151" y="140542"/>
                  </a:cubicBezTo>
                  <a:cubicBezTo>
                    <a:pt x="8324935" y="194857"/>
                    <a:pt x="8526667" y="274308"/>
                    <a:pt x="8727964" y="353505"/>
                  </a:cubicBezTo>
                  <a:cubicBezTo>
                    <a:pt x="9091919" y="496696"/>
                    <a:pt x="9455873" y="613416"/>
                    <a:pt x="9847165" y="650035"/>
                  </a:cubicBezTo>
                  <a:cubicBezTo>
                    <a:pt x="10578036" y="718399"/>
                    <a:pt x="11331585" y="550000"/>
                    <a:pt x="11959711" y="168928"/>
                  </a:cubicBezTo>
                  <a:cubicBezTo>
                    <a:pt x="12037717" y="121583"/>
                    <a:pt x="12113520" y="70807"/>
                    <a:pt x="12187408" y="17286"/>
                  </a:cubicBezTo>
                  <a:cubicBezTo>
                    <a:pt x="12196726" y="10533"/>
                    <a:pt x="12187733" y="-5140"/>
                    <a:pt x="12178307" y="1685"/>
                  </a:cubicBezTo>
                  <a:cubicBezTo>
                    <a:pt x="11563290" y="447437"/>
                    <a:pt x="10800279" y="671920"/>
                    <a:pt x="10042107" y="644582"/>
                  </a:cubicBezTo>
                  <a:cubicBezTo>
                    <a:pt x="9644134" y="630245"/>
                    <a:pt x="9262953" y="539635"/>
                    <a:pt x="8891921" y="398033"/>
                  </a:cubicBezTo>
                  <a:cubicBezTo>
                    <a:pt x="8690009" y="321003"/>
                    <a:pt x="8490769" y="236424"/>
                    <a:pt x="8284705" y="170770"/>
                  </a:cubicBezTo>
                  <a:cubicBezTo>
                    <a:pt x="8083443" y="106668"/>
                    <a:pt x="7876113" y="64017"/>
                    <a:pt x="7666509" y="38738"/>
                  </a:cubicBezTo>
                  <a:cubicBezTo>
                    <a:pt x="7233939" y="-13447"/>
                    <a:pt x="6791726" y="1360"/>
                    <a:pt x="6360564" y="59792"/>
                  </a:cubicBezTo>
                  <a:cubicBezTo>
                    <a:pt x="5922721" y="119127"/>
                    <a:pt x="5505138" y="242564"/>
                    <a:pt x="5084485" y="373440"/>
                  </a:cubicBezTo>
                  <a:cubicBezTo>
                    <a:pt x="4873184" y="439203"/>
                    <a:pt x="4660437" y="501788"/>
                    <a:pt x="4442816" y="543175"/>
                  </a:cubicBezTo>
                  <a:cubicBezTo>
                    <a:pt x="4218044" y="585933"/>
                    <a:pt x="3989480" y="606807"/>
                    <a:pt x="3760844" y="611466"/>
                  </a:cubicBezTo>
                  <a:cubicBezTo>
                    <a:pt x="3306678" y="620711"/>
                    <a:pt x="2853992" y="567443"/>
                    <a:pt x="2405495" y="500994"/>
                  </a:cubicBezTo>
                  <a:cubicBezTo>
                    <a:pt x="1998963" y="440756"/>
                    <a:pt x="1592539" y="356683"/>
                    <a:pt x="1182106" y="327431"/>
                  </a:cubicBezTo>
                  <a:cubicBezTo>
                    <a:pt x="848776" y="303704"/>
                    <a:pt x="490817" y="321147"/>
                    <a:pt x="193023" y="488715"/>
                  </a:cubicBezTo>
                  <a:cubicBezTo>
                    <a:pt x="124479" y="527285"/>
                    <a:pt x="61316" y="573727"/>
                    <a:pt x="2884" y="626272"/>
                  </a:cubicBezTo>
                  <a:cubicBezTo>
                    <a:pt x="-5784" y="634073"/>
                    <a:pt x="7037" y="646785"/>
                    <a:pt x="15668" y="639057"/>
                  </a:cubicBezTo>
                  <a:lnTo>
                    <a:pt x="15668" y="639057"/>
                  </a:lnTo>
                  <a:close/>
                </a:path>
              </a:pathLst>
            </a:custGeom>
            <a:solidFill>
              <a:schemeClr val="tx1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grpSp>
          <p:nvGrpSpPr>
            <p:cNvPr descr="4764831f-8656-46bb-84be-f1e39985e32f" id="35" name="组合 34">
              <a:extLst>
                <a:ext uri="{FF2B5EF4-FFF2-40B4-BE49-F238E27FC236}">
                  <a16:creationId id="{7461B2D9-0A67-FB16-3F2B-7902273A0AC3}"/>
                </a:ext>
              </a:extLst>
            </p:cNvPr>
            <p:cNvGrpSpPr/>
            <p:nvPr/>
          </p:nvGrpSpPr>
          <p:grpSpPr>
            <a:xfrm>
              <a:off x="1355323" y="3264707"/>
              <a:ext cx="2918968" cy="2429750"/>
              <a:chOff x="1355323" y="3264707"/>
              <a:chExt cx="2918968" cy="2429750"/>
            </a:xfrm>
          </p:grpSpPr>
          <p:sp>
            <p:nvSpPr>
              <p:cNvPr descr="879f44e2-1776-462f-bbed-29cbe8a74406" id="8" name="Text1">
                <a:extLst>
                  <a:ext uri="{FF2B5EF4-FFF2-40B4-BE49-F238E27FC236}">
                    <a16:creationId id="{84F2F2A2-AE75-D306-E14E-91729868CA9C}"/>
                  </a:ext>
                </a:extLst>
              </p:cNvPr>
              <p:cNvSpPr txBox="1"/>
              <p:nvPr/>
            </p:nvSpPr>
            <p:spPr>
              <a:xfrm flipV="false" flipH="false">
                <a:off x="1524149" y="4773209"/>
                <a:ext cx="2750142" cy="921248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趾过长会增加清洁难度，导致污垢和细菌滋生。</a:t>
                </a:r>
              </a:p>
            </p:txBody>
          </p:sp>
          <p:sp>
            <p:nvSpPr>
              <p:cNvPr descr="99a2dc7f-c70f-441f-8695-94fc237e5ef6" id="9" name="Bullet1">
                <a:extLst>
                  <a:ext uri="{FF2B5EF4-FFF2-40B4-BE49-F238E27FC236}">
                    <a16:creationId id="{C3FD02A5-A5A3-C18D-1F31-AEA969C1A772}"/>
                  </a:ext>
                </a:extLst>
              </p:cNvPr>
              <p:cNvSpPr txBox="1"/>
              <p:nvPr/>
            </p:nvSpPr>
            <p:spPr>
              <a:xfrm flipV="false" flipH="false">
                <a:off x="1524149" y="4195044"/>
                <a:ext cx="2750139" cy="578163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趾过长</a:t>
                </a:r>
              </a:p>
            </p:txBody>
          </p:sp>
          <p:sp>
            <p:nvSpPr>
              <p:cNvPr descr="0d35fb35-e4ad-4bbf-b996-479ad1228ded" id="26" name="任意多边形: 形状 25">
                <a:extLst>
                  <a:ext uri="{FF2B5EF4-FFF2-40B4-BE49-F238E27FC236}">
                    <a16:creationId id="{E4C9B78E-58D9-2CC3-1A0A-143F1724C8DF}"/>
                  </a:ext>
                </a:extLst>
              </p:cNvPr>
              <p:cNvSpPr/>
              <p:nvPr/>
            </p:nvSpPr>
            <p:spPr>
              <a:xfrm flipV="false" flipH="false">
                <a:off x="1355323" y="3264707"/>
                <a:ext cx="733822" cy="772295"/>
              </a:xfrm>
              <a:custGeom>
                <a:avLst/>
                <a:gdLst>
                  <a:gd fmla="*/ 379401 w 656865" name="connsiteX0"/>
                  <a:gd fmla="*/ 940 h 691303" name="connsiteY0"/>
                  <a:gd fmla="*/ 442321 w 656865" name="connsiteX1"/>
                  <a:gd fmla="*/ 54535 h 691303" name="connsiteY1"/>
                  <a:gd fmla="*/ 466586 w 656865" name="connsiteX2"/>
                  <a:gd fmla="*/ 171477 h 691303" name="connsiteY2"/>
                  <a:gd fmla="*/ 603760 w 656865" name="connsiteX3"/>
                  <a:gd fmla="*/ 194652 h 691303" name="connsiteY3"/>
                  <a:gd fmla="*/ 620643 w 656865" name="connsiteX4"/>
                  <a:gd fmla="*/ 329503 h 691303" name="connsiteY4"/>
                  <a:gd fmla="*/ 512057 w 656865" name="connsiteX5"/>
                  <a:gd fmla="*/ 390298 h 691303" name="connsiteY5"/>
                  <a:gd fmla="*/ 517238 w 656865" name="connsiteX6"/>
                  <a:gd fmla="*/ 401720 h 691303" name="connsiteY6"/>
                  <a:gd fmla="*/ 540111 w 656865" name="connsiteX7"/>
                  <a:gd fmla="*/ 467696 h 691303" name="connsiteY7"/>
                  <a:gd fmla="*/ 557685 w 656865" name="connsiteX8"/>
                  <a:gd fmla="*/ 535277 h 691303" name="connsiteY8"/>
                  <a:gd fmla="*/ 565156 w 656865" name="connsiteX9"/>
                  <a:gd fmla="*/ 580899 h 691303" name="connsiteY9"/>
                  <a:gd fmla="*/ 565845 w 656865" name="connsiteX10"/>
                  <a:gd fmla="*/ 582074 h 691303" name="connsiteY10"/>
                  <a:gd fmla="*/ 569105 w 656865" name="connsiteX11"/>
                  <a:gd fmla="*/ 609739 h 691303" name="connsiteY11"/>
                  <a:gd fmla="*/ 567228 w 656865" name="connsiteX12"/>
                  <a:gd fmla="*/ 616510 h 691303" name="connsiteY12"/>
                  <a:gd fmla="*/ 567390 w 656865" name="connsiteX13"/>
                  <a:gd fmla="*/ 632010 h 691303" name="connsiteY13"/>
                  <a:gd fmla="*/ 558347 w 656865" name="connsiteX14"/>
                  <a:gd fmla="*/ 649468 h 691303" name="connsiteY14"/>
                  <a:gd fmla="*/ 553883 w 656865" name="connsiteX15"/>
                  <a:gd fmla="*/ 647001 h 691303" name="connsiteY15"/>
                  <a:gd fmla="*/ 546518 w 656865" name="connsiteX16"/>
                  <a:gd fmla="*/ 657412 h 691303" name="connsiteY16"/>
                  <a:gd fmla="*/ 446538 w 656865" name="connsiteX17"/>
                  <a:gd fmla="*/ 657151 h 691303" name="connsiteY17"/>
                  <a:gd fmla="*/ 312529 w 656865" name="connsiteX18"/>
                  <a:gd fmla="*/ 523352 h 691303" name="connsiteY18"/>
                  <a:gd fmla="*/ 301609 w 656865" name="connsiteX19"/>
                  <a:gd fmla="*/ 531885 h 691303" name="connsiteY19"/>
                  <a:gd fmla="*/ 296418 w 656865" name="connsiteX20"/>
                  <a:gd fmla="*/ 538465 h 691303" name="connsiteY20"/>
                  <a:gd fmla="*/ 248313 w 656865" name="connsiteX21"/>
                  <a:gd fmla="*/ 589081 h 691303" name="connsiteY21"/>
                  <a:gd fmla="*/ 95213 w 656865" name="connsiteX22"/>
                  <a:gd fmla="*/ 688749 h 691303" name="connsiteY22"/>
                  <a:gd fmla="*/ 95376 w 656865" name="connsiteX23"/>
                  <a:gd fmla="*/ 682830 h 691303" name="connsiteY23"/>
                  <a:gd fmla="*/ 73795 w 656865" name="connsiteX24"/>
                  <a:gd fmla="*/ 680721 h 691303" name="connsiteY24"/>
                  <a:gd fmla="*/ 37129 w 656865" name="connsiteX25"/>
                  <a:gd fmla="*/ 611846 h 691303" name="connsiteY25"/>
                  <a:gd fmla="*/ 56120 w 656865" name="connsiteX26"/>
                  <a:gd fmla="*/ 553901 h 691303" name="connsiteY26"/>
                  <a:gd fmla="*/ 65616 w 656865" name="connsiteX27"/>
                  <a:gd fmla="*/ 527565 h 691303" name="connsiteY27"/>
                  <a:gd fmla="*/ 131038 w 656865" name="connsiteX28"/>
                  <a:gd fmla="*/ 377966 h 691303" name="connsiteY28"/>
                  <a:gd fmla="*/ 35020 w 656865" name="connsiteX29"/>
                  <a:gd fmla="*/ 308433 h 691303" name="connsiteY29"/>
                  <a:gd fmla="*/ 71946 w 656865" name="connsiteX30"/>
                  <a:gd fmla="*/ 170421 h 691303" name="connsiteY30"/>
                  <a:gd fmla="*/ 241833 w 656865" name="connsiteX31"/>
                  <a:gd fmla="*/ 166208 h 691303" name="connsiteY31"/>
                  <a:gd fmla="*/ 306199 w 656865" name="connsiteX32"/>
                  <a:gd fmla="*/ 36626 h 691303" name="connsiteY32"/>
                  <a:gd fmla="*/ 379401 w 656865" name="connsiteX33"/>
                  <a:gd fmla="*/ 940 h 691303" name="connsiteY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b="b" l="l" r="r" t="t"/>
                <a:pathLst>
                  <a:path h="691303" w="656865">
                    <a:moveTo>
                      <a:pt x="379401" y="940"/>
                    </a:moveTo>
                    <a:cubicBezTo>
                      <a:pt x="408290" y="5286"/>
                      <a:pt x="435460" y="24508"/>
                      <a:pt x="442321" y="54535"/>
                    </a:cubicBezTo>
                    <a:cubicBezTo>
                      <a:pt x="450760" y="93514"/>
                      <a:pt x="459199" y="132498"/>
                      <a:pt x="466586" y="171477"/>
                    </a:cubicBezTo>
                    <a:cubicBezTo>
                      <a:pt x="511960" y="175690"/>
                      <a:pt x="558386" y="183065"/>
                      <a:pt x="603760" y="194652"/>
                    </a:cubicBezTo>
                    <a:cubicBezTo>
                      <a:pt x="663904" y="209400"/>
                      <a:pt x="677621" y="300007"/>
                      <a:pt x="620643" y="329503"/>
                    </a:cubicBezTo>
                    <a:lnTo>
                      <a:pt x="512057" y="390298"/>
                    </a:lnTo>
                    <a:lnTo>
                      <a:pt x="517238" y="401720"/>
                    </a:lnTo>
                    <a:cubicBezTo>
                      <a:pt x="525160" y="421729"/>
                      <a:pt x="532938" y="444009"/>
                      <a:pt x="540111" y="467696"/>
                    </a:cubicBezTo>
                    <a:cubicBezTo>
                      <a:pt x="547285" y="491384"/>
                      <a:pt x="553175" y="514235"/>
                      <a:pt x="557685" y="535277"/>
                    </a:cubicBezTo>
                    <a:lnTo>
                      <a:pt x="565156" y="580899"/>
                    </a:lnTo>
                    <a:lnTo>
                      <a:pt x="565845" y="582074"/>
                    </a:lnTo>
                    <a:cubicBezTo>
                      <a:pt x="568916" y="591334"/>
                      <a:pt x="569880" y="600685"/>
                      <a:pt x="569105" y="609739"/>
                    </a:cubicBezTo>
                    <a:lnTo>
                      <a:pt x="567228" y="616510"/>
                    </a:lnTo>
                    <a:lnTo>
                      <a:pt x="567390" y="632010"/>
                    </a:lnTo>
                    <a:cubicBezTo>
                      <a:pt x="565984" y="641914"/>
                      <a:pt x="563003" y="648057"/>
                      <a:pt x="558347" y="649468"/>
                    </a:cubicBezTo>
                    <a:lnTo>
                      <a:pt x="553883" y="647001"/>
                    </a:lnTo>
                    <a:lnTo>
                      <a:pt x="546518" y="657412"/>
                    </a:lnTo>
                    <a:cubicBezTo>
                      <a:pt x="521458" y="682698"/>
                      <a:pt x="480306" y="690863"/>
                      <a:pt x="446538" y="657151"/>
                    </a:cubicBezTo>
                    <a:cubicBezTo>
                      <a:pt x="404334" y="609741"/>
                      <a:pt x="358960" y="565492"/>
                      <a:pt x="312529" y="523352"/>
                    </a:cubicBezTo>
                    <a:lnTo>
                      <a:pt x="301609" y="531885"/>
                    </a:lnTo>
                    <a:lnTo>
                      <a:pt x="296418" y="538465"/>
                    </a:lnTo>
                    <a:cubicBezTo>
                      <a:pt x="282282" y="554691"/>
                      <a:pt x="266061" y="571831"/>
                      <a:pt x="248313" y="589081"/>
                    </a:cubicBezTo>
                    <a:cubicBezTo>
                      <a:pt x="177320" y="658080"/>
                      <a:pt x="108775" y="702703"/>
                      <a:pt x="95213" y="688749"/>
                    </a:cubicBezTo>
                    <a:lnTo>
                      <a:pt x="95376" y="682830"/>
                    </a:lnTo>
                    <a:lnTo>
                      <a:pt x="73795" y="680721"/>
                    </a:lnTo>
                    <a:cubicBezTo>
                      <a:pt x="48207" y="669527"/>
                      <a:pt x="28159" y="642925"/>
                      <a:pt x="37129" y="611846"/>
                    </a:cubicBezTo>
                    <a:cubicBezTo>
                      <a:pt x="42407" y="591832"/>
                      <a:pt x="49790" y="572866"/>
                      <a:pt x="56120" y="553901"/>
                    </a:cubicBezTo>
                    <a:cubicBezTo>
                      <a:pt x="57177" y="545474"/>
                      <a:pt x="60342" y="535996"/>
                      <a:pt x="65616" y="527565"/>
                    </a:cubicBezTo>
                    <a:cubicBezTo>
                      <a:pt x="84611" y="476999"/>
                      <a:pt x="106768" y="427484"/>
                      <a:pt x="131038" y="377966"/>
                    </a:cubicBezTo>
                    <a:cubicBezTo>
                      <a:pt x="99381" y="354791"/>
                      <a:pt x="66672" y="331608"/>
                      <a:pt x="35020" y="308433"/>
                    </a:cubicBezTo>
                    <a:cubicBezTo>
                      <a:pt x="-24076" y="267345"/>
                      <a:pt x="-6137" y="170421"/>
                      <a:pt x="71946" y="170421"/>
                    </a:cubicBezTo>
                    <a:cubicBezTo>
                      <a:pt x="128929" y="169369"/>
                      <a:pt x="184851" y="167260"/>
                      <a:pt x="241833" y="166208"/>
                    </a:cubicBezTo>
                    <a:cubicBezTo>
                      <a:pt x="263990" y="123011"/>
                      <a:pt x="286151" y="80871"/>
                      <a:pt x="306199" y="36626"/>
                    </a:cubicBezTo>
                    <a:cubicBezTo>
                      <a:pt x="319916" y="7125"/>
                      <a:pt x="350521" y="-3406"/>
                      <a:pt x="379401" y="940"/>
                    </a:cubicBez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square">
                <a:noAutofit/>
              </a:bodyPr>
              <a:lstStyle/>
              <a:p>
                <a:pPr algn="ctr"/>
              </a:p>
            </p:txBody>
          </p:sp>
          <p:sp>
            <p:nvSpPr>
              <p:cNvPr descr="4c00d986-b5ba-4e18-af1d-6a83c491f3a5" id="30" name="Number1">
                <a:extLst>
                  <a:ext uri="{FF2B5EF4-FFF2-40B4-BE49-F238E27FC236}">
                    <a16:creationId id="{A5D16133-ED74-74FA-89B1-56E06724761A}"/>
                  </a:ext>
                </a:extLst>
              </p:cNvPr>
              <p:cNvSpPr/>
              <p:nvPr/>
            </p:nvSpPr>
            <p:spPr>
              <a:xfrm flipV="false" flipH="false">
                <a:off x="1472189" y="3401371"/>
                <a:ext cx="523765" cy="4849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01</a:t>
                </a:r>
              </a:p>
            </p:txBody>
          </p:sp>
        </p:grpSp>
        <p:grpSp>
          <p:nvGrpSpPr>
            <p:cNvPr descr="c4e43fe3-4db8-43df-832b-89c9a1f4a1eb" id="36" name="组合 35">
              <a:extLst>
                <a:ext uri="{FF2B5EF4-FFF2-40B4-BE49-F238E27FC236}">
                  <a16:creationId id="{ED024A86-8507-4DD2-A958-57C15B114C24}"/>
                </a:ext>
              </a:extLst>
            </p:cNvPr>
            <p:cNvGrpSpPr/>
            <p:nvPr/>
          </p:nvGrpSpPr>
          <p:grpSpPr>
            <a:xfrm>
              <a:off x="3540466" y="1835402"/>
              <a:ext cx="3117053" cy="2144038"/>
              <a:chOff x="3540466" y="1835402"/>
              <a:chExt cx="3117053" cy="2144038"/>
            </a:xfrm>
          </p:grpSpPr>
          <p:sp>
            <p:nvSpPr>
              <p:cNvPr descr="bf8c0212-5a03-4a24-91b6-99a4aecd04dc" id="12" name="Text2">
                <a:extLst>
                  <a:ext uri="{FF2B5EF4-FFF2-40B4-BE49-F238E27FC236}">
                    <a16:creationId id="{5F677DA8-0FA2-9BAD-F2E6-554608712EBF}"/>
                  </a:ext>
                </a:extLst>
              </p:cNvPr>
              <p:cNvSpPr txBox="1"/>
              <p:nvPr/>
            </p:nvSpPr>
            <p:spPr>
              <a:xfrm flipV="false" flipH="false">
                <a:off x="3907377" y="2413567"/>
                <a:ext cx="2750142" cy="921248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趾缝狭窄易积垢，难以彻底清洁，引发细菌滋生。</a:t>
                </a:r>
              </a:p>
            </p:txBody>
          </p:sp>
          <p:sp>
            <p:nvSpPr>
              <p:cNvPr descr="1f5bd537-2950-445f-b9c9-862414318991" id="13" name="Bullet2">
                <a:extLst>
                  <a:ext uri="{FF2B5EF4-FFF2-40B4-BE49-F238E27FC236}">
                    <a16:creationId id="{B6F4865A-0B57-B22F-F74B-40585FBD8307}"/>
                  </a:ext>
                </a:extLst>
              </p:cNvPr>
              <p:cNvSpPr txBox="1"/>
              <p:nvPr/>
            </p:nvSpPr>
            <p:spPr>
              <a:xfrm flipV="false" flipH="false">
                <a:off x="3907377" y="1835402"/>
                <a:ext cx="2750139" cy="578163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趾缝狭窄</a:t>
                </a:r>
              </a:p>
            </p:txBody>
          </p:sp>
          <p:sp>
            <p:nvSpPr>
              <p:cNvPr descr="ebd812b5-a373-450b-b642-074614f8e70a" id="27" name="任意多边形: 形状 26">
                <a:extLst>
                  <a:ext uri="{FF2B5EF4-FFF2-40B4-BE49-F238E27FC236}">
                    <a16:creationId id="{5B67F570-C7EA-2CBF-C939-03C4CDF43776}"/>
                  </a:ext>
                </a:extLst>
              </p:cNvPr>
              <p:cNvSpPr/>
              <p:nvPr/>
            </p:nvSpPr>
            <p:spPr>
              <a:xfrm flipV="false" flipH="false">
                <a:off x="3540466" y="3207145"/>
                <a:ext cx="733822" cy="772295"/>
              </a:xfrm>
              <a:custGeom>
                <a:avLst/>
                <a:gdLst>
                  <a:gd fmla="*/ 379401 w 656865" name="connsiteX0"/>
                  <a:gd fmla="*/ 940 h 691303" name="connsiteY0"/>
                  <a:gd fmla="*/ 442321 w 656865" name="connsiteX1"/>
                  <a:gd fmla="*/ 54535 h 691303" name="connsiteY1"/>
                  <a:gd fmla="*/ 466586 w 656865" name="connsiteX2"/>
                  <a:gd fmla="*/ 171477 h 691303" name="connsiteY2"/>
                  <a:gd fmla="*/ 603760 w 656865" name="connsiteX3"/>
                  <a:gd fmla="*/ 194652 h 691303" name="connsiteY3"/>
                  <a:gd fmla="*/ 620643 w 656865" name="connsiteX4"/>
                  <a:gd fmla="*/ 329503 h 691303" name="connsiteY4"/>
                  <a:gd fmla="*/ 512057 w 656865" name="connsiteX5"/>
                  <a:gd fmla="*/ 390298 h 691303" name="connsiteY5"/>
                  <a:gd fmla="*/ 517238 w 656865" name="connsiteX6"/>
                  <a:gd fmla="*/ 401720 h 691303" name="connsiteY6"/>
                  <a:gd fmla="*/ 540111 w 656865" name="connsiteX7"/>
                  <a:gd fmla="*/ 467696 h 691303" name="connsiteY7"/>
                  <a:gd fmla="*/ 557685 w 656865" name="connsiteX8"/>
                  <a:gd fmla="*/ 535277 h 691303" name="connsiteY8"/>
                  <a:gd fmla="*/ 565156 w 656865" name="connsiteX9"/>
                  <a:gd fmla="*/ 580899 h 691303" name="connsiteY9"/>
                  <a:gd fmla="*/ 565845 w 656865" name="connsiteX10"/>
                  <a:gd fmla="*/ 582074 h 691303" name="connsiteY10"/>
                  <a:gd fmla="*/ 569105 w 656865" name="connsiteX11"/>
                  <a:gd fmla="*/ 609739 h 691303" name="connsiteY11"/>
                  <a:gd fmla="*/ 567228 w 656865" name="connsiteX12"/>
                  <a:gd fmla="*/ 616510 h 691303" name="connsiteY12"/>
                  <a:gd fmla="*/ 567390 w 656865" name="connsiteX13"/>
                  <a:gd fmla="*/ 632010 h 691303" name="connsiteY13"/>
                  <a:gd fmla="*/ 558347 w 656865" name="connsiteX14"/>
                  <a:gd fmla="*/ 649468 h 691303" name="connsiteY14"/>
                  <a:gd fmla="*/ 553883 w 656865" name="connsiteX15"/>
                  <a:gd fmla="*/ 647001 h 691303" name="connsiteY15"/>
                  <a:gd fmla="*/ 546518 w 656865" name="connsiteX16"/>
                  <a:gd fmla="*/ 657412 h 691303" name="connsiteY16"/>
                  <a:gd fmla="*/ 446538 w 656865" name="connsiteX17"/>
                  <a:gd fmla="*/ 657151 h 691303" name="connsiteY17"/>
                  <a:gd fmla="*/ 312529 w 656865" name="connsiteX18"/>
                  <a:gd fmla="*/ 523352 h 691303" name="connsiteY18"/>
                  <a:gd fmla="*/ 301609 w 656865" name="connsiteX19"/>
                  <a:gd fmla="*/ 531885 h 691303" name="connsiteY19"/>
                  <a:gd fmla="*/ 296418 w 656865" name="connsiteX20"/>
                  <a:gd fmla="*/ 538465 h 691303" name="connsiteY20"/>
                  <a:gd fmla="*/ 248313 w 656865" name="connsiteX21"/>
                  <a:gd fmla="*/ 589081 h 691303" name="connsiteY21"/>
                  <a:gd fmla="*/ 95213 w 656865" name="connsiteX22"/>
                  <a:gd fmla="*/ 688749 h 691303" name="connsiteY22"/>
                  <a:gd fmla="*/ 95376 w 656865" name="connsiteX23"/>
                  <a:gd fmla="*/ 682830 h 691303" name="connsiteY23"/>
                  <a:gd fmla="*/ 73795 w 656865" name="connsiteX24"/>
                  <a:gd fmla="*/ 680721 h 691303" name="connsiteY24"/>
                  <a:gd fmla="*/ 37129 w 656865" name="connsiteX25"/>
                  <a:gd fmla="*/ 611846 h 691303" name="connsiteY25"/>
                  <a:gd fmla="*/ 56120 w 656865" name="connsiteX26"/>
                  <a:gd fmla="*/ 553901 h 691303" name="connsiteY26"/>
                  <a:gd fmla="*/ 65616 w 656865" name="connsiteX27"/>
                  <a:gd fmla="*/ 527565 h 691303" name="connsiteY27"/>
                  <a:gd fmla="*/ 131038 w 656865" name="connsiteX28"/>
                  <a:gd fmla="*/ 377966 h 691303" name="connsiteY28"/>
                  <a:gd fmla="*/ 35020 w 656865" name="connsiteX29"/>
                  <a:gd fmla="*/ 308433 h 691303" name="connsiteY29"/>
                  <a:gd fmla="*/ 71946 w 656865" name="connsiteX30"/>
                  <a:gd fmla="*/ 170421 h 691303" name="connsiteY30"/>
                  <a:gd fmla="*/ 241833 w 656865" name="connsiteX31"/>
                  <a:gd fmla="*/ 166208 h 691303" name="connsiteY31"/>
                  <a:gd fmla="*/ 306199 w 656865" name="connsiteX32"/>
                  <a:gd fmla="*/ 36626 h 691303" name="connsiteY32"/>
                  <a:gd fmla="*/ 379401 w 656865" name="connsiteX33"/>
                  <a:gd fmla="*/ 940 h 691303" name="connsiteY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b="b" l="l" r="r" t="t"/>
                <a:pathLst>
                  <a:path h="691303" w="656865">
                    <a:moveTo>
                      <a:pt x="379401" y="940"/>
                    </a:moveTo>
                    <a:cubicBezTo>
                      <a:pt x="408290" y="5286"/>
                      <a:pt x="435460" y="24508"/>
                      <a:pt x="442321" y="54535"/>
                    </a:cubicBezTo>
                    <a:cubicBezTo>
                      <a:pt x="450760" y="93514"/>
                      <a:pt x="459199" y="132498"/>
                      <a:pt x="466586" y="171477"/>
                    </a:cubicBezTo>
                    <a:cubicBezTo>
                      <a:pt x="511960" y="175690"/>
                      <a:pt x="558386" y="183065"/>
                      <a:pt x="603760" y="194652"/>
                    </a:cubicBezTo>
                    <a:cubicBezTo>
                      <a:pt x="663904" y="209400"/>
                      <a:pt x="677621" y="300007"/>
                      <a:pt x="620643" y="329503"/>
                    </a:cubicBezTo>
                    <a:lnTo>
                      <a:pt x="512057" y="390298"/>
                    </a:lnTo>
                    <a:lnTo>
                      <a:pt x="517238" y="401720"/>
                    </a:lnTo>
                    <a:cubicBezTo>
                      <a:pt x="525160" y="421729"/>
                      <a:pt x="532938" y="444009"/>
                      <a:pt x="540111" y="467696"/>
                    </a:cubicBezTo>
                    <a:cubicBezTo>
                      <a:pt x="547285" y="491384"/>
                      <a:pt x="553175" y="514235"/>
                      <a:pt x="557685" y="535277"/>
                    </a:cubicBezTo>
                    <a:lnTo>
                      <a:pt x="565156" y="580899"/>
                    </a:lnTo>
                    <a:lnTo>
                      <a:pt x="565845" y="582074"/>
                    </a:lnTo>
                    <a:cubicBezTo>
                      <a:pt x="568916" y="591334"/>
                      <a:pt x="569880" y="600685"/>
                      <a:pt x="569105" y="609739"/>
                    </a:cubicBezTo>
                    <a:lnTo>
                      <a:pt x="567228" y="616510"/>
                    </a:lnTo>
                    <a:lnTo>
                      <a:pt x="567390" y="632010"/>
                    </a:lnTo>
                    <a:cubicBezTo>
                      <a:pt x="565984" y="641914"/>
                      <a:pt x="563003" y="648057"/>
                      <a:pt x="558347" y="649468"/>
                    </a:cubicBezTo>
                    <a:lnTo>
                      <a:pt x="553883" y="647001"/>
                    </a:lnTo>
                    <a:lnTo>
                      <a:pt x="546518" y="657412"/>
                    </a:lnTo>
                    <a:cubicBezTo>
                      <a:pt x="521458" y="682698"/>
                      <a:pt x="480306" y="690863"/>
                      <a:pt x="446538" y="657151"/>
                    </a:cubicBezTo>
                    <a:cubicBezTo>
                      <a:pt x="404334" y="609741"/>
                      <a:pt x="358960" y="565492"/>
                      <a:pt x="312529" y="523352"/>
                    </a:cubicBezTo>
                    <a:lnTo>
                      <a:pt x="301609" y="531885"/>
                    </a:lnTo>
                    <a:lnTo>
                      <a:pt x="296418" y="538465"/>
                    </a:lnTo>
                    <a:cubicBezTo>
                      <a:pt x="282282" y="554691"/>
                      <a:pt x="266061" y="571831"/>
                      <a:pt x="248313" y="589081"/>
                    </a:cubicBezTo>
                    <a:cubicBezTo>
                      <a:pt x="177320" y="658080"/>
                      <a:pt x="108775" y="702703"/>
                      <a:pt x="95213" y="688749"/>
                    </a:cubicBezTo>
                    <a:lnTo>
                      <a:pt x="95376" y="682830"/>
                    </a:lnTo>
                    <a:lnTo>
                      <a:pt x="73795" y="680721"/>
                    </a:lnTo>
                    <a:cubicBezTo>
                      <a:pt x="48207" y="669527"/>
                      <a:pt x="28159" y="642925"/>
                      <a:pt x="37129" y="611846"/>
                    </a:cubicBezTo>
                    <a:cubicBezTo>
                      <a:pt x="42407" y="591832"/>
                      <a:pt x="49790" y="572866"/>
                      <a:pt x="56120" y="553901"/>
                    </a:cubicBezTo>
                    <a:cubicBezTo>
                      <a:pt x="57177" y="545474"/>
                      <a:pt x="60342" y="535996"/>
                      <a:pt x="65616" y="527565"/>
                    </a:cubicBezTo>
                    <a:cubicBezTo>
                      <a:pt x="84611" y="476999"/>
                      <a:pt x="106768" y="427484"/>
                      <a:pt x="131038" y="377966"/>
                    </a:cubicBezTo>
                    <a:cubicBezTo>
                      <a:pt x="99381" y="354791"/>
                      <a:pt x="66672" y="331608"/>
                      <a:pt x="35020" y="308433"/>
                    </a:cubicBezTo>
                    <a:cubicBezTo>
                      <a:pt x="-24076" y="267345"/>
                      <a:pt x="-6137" y="170421"/>
                      <a:pt x="71946" y="170421"/>
                    </a:cubicBezTo>
                    <a:cubicBezTo>
                      <a:pt x="128929" y="169369"/>
                      <a:pt x="184851" y="167260"/>
                      <a:pt x="241833" y="166208"/>
                    </a:cubicBezTo>
                    <a:cubicBezTo>
                      <a:pt x="263990" y="123011"/>
                      <a:pt x="286151" y="80871"/>
                      <a:pt x="306199" y="36626"/>
                    </a:cubicBezTo>
                    <a:cubicBezTo>
                      <a:pt x="319916" y="7125"/>
                      <a:pt x="350521" y="-3406"/>
                      <a:pt x="379401" y="9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square">
                <a:noAutofit/>
              </a:bodyPr>
              <a:lstStyle/>
              <a:p>
                <a:pPr algn="ctr"/>
              </a:p>
            </p:txBody>
          </p:sp>
          <p:sp>
            <p:nvSpPr>
              <p:cNvPr descr="33f183f9-704f-4a83-9954-5f10f15a5694" id="31" name="Number2">
                <a:extLst>
                  <a:ext uri="{FF2B5EF4-FFF2-40B4-BE49-F238E27FC236}">
                    <a16:creationId id="{690D72E8-A1C8-176B-A178-B4BCBF83AFAC}"/>
                  </a:ext>
                </a:extLst>
              </p:cNvPr>
              <p:cNvSpPr/>
              <p:nvPr/>
            </p:nvSpPr>
            <p:spPr>
              <a:xfrm flipV="false" flipH="false">
                <a:off x="3631551" y="3326236"/>
                <a:ext cx="523765" cy="4849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02</a:t>
                </a:r>
              </a:p>
            </p:txBody>
          </p:sp>
        </p:grpSp>
        <p:grpSp>
          <p:nvGrpSpPr>
            <p:cNvPr descr="d270dcfc-728f-4899-bc43-4a2c048afdce" id="37" name="组合 36">
              <a:extLst>
                <a:ext uri="{FF2B5EF4-FFF2-40B4-BE49-F238E27FC236}">
                  <a16:creationId id="{0BB0B915-BC73-3639-5D15-734A5956DF51}"/>
                </a:ext>
              </a:extLst>
            </p:cNvPr>
            <p:cNvGrpSpPr/>
            <p:nvPr/>
          </p:nvGrpSpPr>
          <p:grpSpPr>
            <a:xfrm>
              <a:off x="5399499" y="3496054"/>
              <a:ext cx="3195496" cy="2198403"/>
              <a:chOff x="5399499" y="3496054"/>
              <a:chExt cx="3195496" cy="2198403"/>
            </a:xfrm>
          </p:grpSpPr>
          <p:sp>
            <p:nvSpPr>
              <p:cNvPr descr="bb6e5ed9-80ae-4e38-bb4a-96089510934c" id="10" name="Text3">
                <a:extLst>
                  <a:ext uri="{FF2B5EF4-FFF2-40B4-BE49-F238E27FC236}">
                    <a16:creationId id="{87C672D9-F56D-5B0C-92D4-8BDC9DDFA5C2}"/>
                  </a:ext>
                </a:extLst>
              </p:cNvPr>
              <p:cNvSpPr txBox="1"/>
              <p:nvPr/>
            </p:nvSpPr>
            <p:spPr>
              <a:xfrm flipV="false" flipH="false">
                <a:off x="5844853" y="4773209"/>
                <a:ext cx="2750142" cy="921248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扁平足使足底汗液积聚，增加细菌和真菌生长环境。</a:t>
                </a:r>
              </a:p>
            </p:txBody>
          </p:sp>
          <p:sp>
            <p:nvSpPr>
              <p:cNvPr descr="64411983-be69-4aae-88b1-eb4bc8160a2f" id="11" name="Bullet3">
                <a:extLst>
                  <a:ext uri="{FF2B5EF4-FFF2-40B4-BE49-F238E27FC236}">
                    <a16:creationId id="{6499D299-7586-9308-4F7D-360BA1EA1B34}"/>
                  </a:ext>
                </a:extLst>
              </p:cNvPr>
              <p:cNvSpPr txBox="1"/>
              <p:nvPr/>
            </p:nvSpPr>
            <p:spPr>
              <a:xfrm flipV="false" flipH="false">
                <a:off x="5844853" y="4195044"/>
                <a:ext cx="2750139" cy="578163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扁平足</a:t>
                </a:r>
              </a:p>
            </p:txBody>
          </p:sp>
          <p:sp>
            <p:nvSpPr>
              <p:cNvPr descr="c9da09c0-05a4-40ca-8a1d-ddf6074ce9be" id="28" name="任意多边形: 形状 27">
                <a:extLst>
                  <a:ext uri="{FF2B5EF4-FFF2-40B4-BE49-F238E27FC236}">
                    <a16:creationId id="{B6DFB4E3-1C7E-7620-CC15-BC25FFDF15FD}"/>
                  </a:ext>
                </a:extLst>
              </p:cNvPr>
              <p:cNvSpPr/>
              <p:nvPr/>
            </p:nvSpPr>
            <p:spPr>
              <a:xfrm flipV="false" flipH="false">
                <a:off x="5399499" y="3496054"/>
                <a:ext cx="733822" cy="772295"/>
              </a:xfrm>
              <a:custGeom>
                <a:avLst/>
                <a:gdLst>
                  <a:gd fmla="*/ 379401 w 656865" name="connsiteX0"/>
                  <a:gd fmla="*/ 940 h 691303" name="connsiteY0"/>
                  <a:gd fmla="*/ 442321 w 656865" name="connsiteX1"/>
                  <a:gd fmla="*/ 54535 h 691303" name="connsiteY1"/>
                  <a:gd fmla="*/ 466586 w 656865" name="connsiteX2"/>
                  <a:gd fmla="*/ 171477 h 691303" name="connsiteY2"/>
                  <a:gd fmla="*/ 603760 w 656865" name="connsiteX3"/>
                  <a:gd fmla="*/ 194652 h 691303" name="connsiteY3"/>
                  <a:gd fmla="*/ 620643 w 656865" name="connsiteX4"/>
                  <a:gd fmla="*/ 329503 h 691303" name="connsiteY4"/>
                  <a:gd fmla="*/ 512057 w 656865" name="connsiteX5"/>
                  <a:gd fmla="*/ 390298 h 691303" name="connsiteY5"/>
                  <a:gd fmla="*/ 517238 w 656865" name="connsiteX6"/>
                  <a:gd fmla="*/ 401720 h 691303" name="connsiteY6"/>
                  <a:gd fmla="*/ 540111 w 656865" name="connsiteX7"/>
                  <a:gd fmla="*/ 467696 h 691303" name="connsiteY7"/>
                  <a:gd fmla="*/ 557685 w 656865" name="connsiteX8"/>
                  <a:gd fmla="*/ 535277 h 691303" name="connsiteY8"/>
                  <a:gd fmla="*/ 565156 w 656865" name="connsiteX9"/>
                  <a:gd fmla="*/ 580899 h 691303" name="connsiteY9"/>
                  <a:gd fmla="*/ 565845 w 656865" name="connsiteX10"/>
                  <a:gd fmla="*/ 582074 h 691303" name="connsiteY10"/>
                  <a:gd fmla="*/ 569105 w 656865" name="connsiteX11"/>
                  <a:gd fmla="*/ 609739 h 691303" name="connsiteY11"/>
                  <a:gd fmla="*/ 567228 w 656865" name="connsiteX12"/>
                  <a:gd fmla="*/ 616510 h 691303" name="connsiteY12"/>
                  <a:gd fmla="*/ 567390 w 656865" name="connsiteX13"/>
                  <a:gd fmla="*/ 632010 h 691303" name="connsiteY13"/>
                  <a:gd fmla="*/ 558347 w 656865" name="connsiteX14"/>
                  <a:gd fmla="*/ 649468 h 691303" name="connsiteY14"/>
                  <a:gd fmla="*/ 553883 w 656865" name="connsiteX15"/>
                  <a:gd fmla="*/ 647001 h 691303" name="connsiteY15"/>
                  <a:gd fmla="*/ 546518 w 656865" name="connsiteX16"/>
                  <a:gd fmla="*/ 657412 h 691303" name="connsiteY16"/>
                  <a:gd fmla="*/ 446538 w 656865" name="connsiteX17"/>
                  <a:gd fmla="*/ 657151 h 691303" name="connsiteY17"/>
                  <a:gd fmla="*/ 312529 w 656865" name="connsiteX18"/>
                  <a:gd fmla="*/ 523352 h 691303" name="connsiteY18"/>
                  <a:gd fmla="*/ 301609 w 656865" name="connsiteX19"/>
                  <a:gd fmla="*/ 531885 h 691303" name="connsiteY19"/>
                  <a:gd fmla="*/ 296418 w 656865" name="connsiteX20"/>
                  <a:gd fmla="*/ 538465 h 691303" name="connsiteY20"/>
                  <a:gd fmla="*/ 248313 w 656865" name="connsiteX21"/>
                  <a:gd fmla="*/ 589081 h 691303" name="connsiteY21"/>
                  <a:gd fmla="*/ 95213 w 656865" name="connsiteX22"/>
                  <a:gd fmla="*/ 688749 h 691303" name="connsiteY22"/>
                  <a:gd fmla="*/ 95376 w 656865" name="connsiteX23"/>
                  <a:gd fmla="*/ 682830 h 691303" name="connsiteY23"/>
                  <a:gd fmla="*/ 73795 w 656865" name="connsiteX24"/>
                  <a:gd fmla="*/ 680721 h 691303" name="connsiteY24"/>
                  <a:gd fmla="*/ 37129 w 656865" name="connsiteX25"/>
                  <a:gd fmla="*/ 611846 h 691303" name="connsiteY25"/>
                  <a:gd fmla="*/ 56120 w 656865" name="connsiteX26"/>
                  <a:gd fmla="*/ 553901 h 691303" name="connsiteY26"/>
                  <a:gd fmla="*/ 65616 w 656865" name="connsiteX27"/>
                  <a:gd fmla="*/ 527565 h 691303" name="connsiteY27"/>
                  <a:gd fmla="*/ 131038 w 656865" name="connsiteX28"/>
                  <a:gd fmla="*/ 377966 h 691303" name="connsiteY28"/>
                  <a:gd fmla="*/ 35020 w 656865" name="connsiteX29"/>
                  <a:gd fmla="*/ 308433 h 691303" name="connsiteY29"/>
                  <a:gd fmla="*/ 71946 w 656865" name="connsiteX30"/>
                  <a:gd fmla="*/ 170421 h 691303" name="connsiteY30"/>
                  <a:gd fmla="*/ 241833 w 656865" name="connsiteX31"/>
                  <a:gd fmla="*/ 166208 h 691303" name="connsiteY31"/>
                  <a:gd fmla="*/ 306199 w 656865" name="connsiteX32"/>
                  <a:gd fmla="*/ 36626 h 691303" name="connsiteY32"/>
                  <a:gd fmla="*/ 379401 w 656865" name="connsiteX33"/>
                  <a:gd fmla="*/ 940 h 691303" name="connsiteY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b="b" l="l" r="r" t="t"/>
                <a:pathLst>
                  <a:path h="691303" w="656865">
                    <a:moveTo>
                      <a:pt x="379401" y="940"/>
                    </a:moveTo>
                    <a:cubicBezTo>
                      <a:pt x="408290" y="5286"/>
                      <a:pt x="435460" y="24508"/>
                      <a:pt x="442321" y="54535"/>
                    </a:cubicBezTo>
                    <a:cubicBezTo>
                      <a:pt x="450760" y="93514"/>
                      <a:pt x="459199" y="132498"/>
                      <a:pt x="466586" y="171477"/>
                    </a:cubicBezTo>
                    <a:cubicBezTo>
                      <a:pt x="511960" y="175690"/>
                      <a:pt x="558386" y="183065"/>
                      <a:pt x="603760" y="194652"/>
                    </a:cubicBezTo>
                    <a:cubicBezTo>
                      <a:pt x="663904" y="209400"/>
                      <a:pt x="677621" y="300007"/>
                      <a:pt x="620643" y="329503"/>
                    </a:cubicBezTo>
                    <a:lnTo>
                      <a:pt x="512057" y="390298"/>
                    </a:lnTo>
                    <a:lnTo>
                      <a:pt x="517238" y="401720"/>
                    </a:lnTo>
                    <a:cubicBezTo>
                      <a:pt x="525160" y="421729"/>
                      <a:pt x="532938" y="444009"/>
                      <a:pt x="540111" y="467696"/>
                    </a:cubicBezTo>
                    <a:cubicBezTo>
                      <a:pt x="547285" y="491384"/>
                      <a:pt x="553175" y="514235"/>
                      <a:pt x="557685" y="535277"/>
                    </a:cubicBezTo>
                    <a:lnTo>
                      <a:pt x="565156" y="580899"/>
                    </a:lnTo>
                    <a:lnTo>
                      <a:pt x="565845" y="582074"/>
                    </a:lnTo>
                    <a:cubicBezTo>
                      <a:pt x="568916" y="591334"/>
                      <a:pt x="569880" y="600685"/>
                      <a:pt x="569105" y="609739"/>
                    </a:cubicBezTo>
                    <a:lnTo>
                      <a:pt x="567228" y="616510"/>
                    </a:lnTo>
                    <a:lnTo>
                      <a:pt x="567390" y="632010"/>
                    </a:lnTo>
                    <a:cubicBezTo>
                      <a:pt x="565984" y="641914"/>
                      <a:pt x="563003" y="648057"/>
                      <a:pt x="558347" y="649468"/>
                    </a:cubicBezTo>
                    <a:lnTo>
                      <a:pt x="553883" y="647001"/>
                    </a:lnTo>
                    <a:lnTo>
                      <a:pt x="546518" y="657412"/>
                    </a:lnTo>
                    <a:cubicBezTo>
                      <a:pt x="521458" y="682698"/>
                      <a:pt x="480306" y="690863"/>
                      <a:pt x="446538" y="657151"/>
                    </a:cubicBezTo>
                    <a:cubicBezTo>
                      <a:pt x="404334" y="609741"/>
                      <a:pt x="358960" y="565492"/>
                      <a:pt x="312529" y="523352"/>
                    </a:cubicBezTo>
                    <a:lnTo>
                      <a:pt x="301609" y="531885"/>
                    </a:lnTo>
                    <a:lnTo>
                      <a:pt x="296418" y="538465"/>
                    </a:lnTo>
                    <a:cubicBezTo>
                      <a:pt x="282282" y="554691"/>
                      <a:pt x="266061" y="571831"/>
                      <a:pt x="248313" y="589081"/>
                    </a:cubicBezTo>
                    <a:cubicBezTo>
                      <a:pt x="177320" y="658080"/>
                      <a:pt x="108775" y="702703"/>
                      <a:pt x="95213" y="688749"/>
                    </a:cubicBezTo>
                    <a:lnTo>
                      <a:pt x="95376" y="682830"/>
                    </a:lnTo>
                    <a:lnTo>
                      <a:pt x="73795" y="680721"/>
                    </a:lnTo>
                    <a:cubicBezTo>
                      <a:pt x="48207" y="669527"/>
                      <a:pt x="28159" y="642925"/>
                      <a:pt x="37129" y="611846"/>
                    </a:cubicBezTo>
                    <a:cubicBezTo>
                      <a:pt x="42407" y="591832"/>
                      <a:pt x="49790" y="572866"/>
                      <a:pt x="56120" y="553901"/>
                    </a:cubicBezTo>
                    <a:cubicBezTo>
                      <a:pt x="57177" y="545474"/>
                      <a:pt x="60342" y="535996"/>
                      <a:pt x="65616" y="527565"/>
                    </a:cubicBezTo>
                    <a:cubicBezTo>
                      <a:pt x="84611" y="476999"/>
                      <a:pt x="106768" y="427484"/>
                      <a:pt x="131038" y="377966"/>
                    </a:cubicBezTo>
                    <a:cubicBezTo>
                      <a:pt x="99381" y="354791"/>
                      <a:pt x="66672" y="331608"/>
                      <a:pt x="35020" y="308433"/>
                    </a:cubicBezTo>
                    <a:cubicBezTo>
                      <a:pt x="-24076" y="267345"/>
                      <a:pt x="-6137" y="170421"/>
                      <a:pt x="71946" y="170421"/>
                    </a:cubicBezTo>
                    <a:cubicBezTo>
                      <a:pt x="128929" y="169369"/>
                      <a:pt x="184851" y="167260"/>
                      <a:pt x="241833" y="166208"/>
                    </a:cubicBezTo>
                    <a:cubicBezTo>
                      <a:pt x="263990" y="123011"/>
                      <a:pt x="286151" y="80871"/>
                      <a:pt x="306199" y="36626"/>
                    </a:cubicBezTo>
                    <a:cubicBezTo>
                      <a:pt x="319916" y="7125"/>
                      <a:pt x="350521" y="-3406"/>
                      <a:pt x="379401" y="94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square">
                <a:noAutofit/>
              </a:bodyPr>
              <a:lstStyle/>
              <a:p>
                <a:pPr algn="ctr"/>
              </a:p>
            </p:txBody>
          </p:sp>
          <p:sp>
            <p:nvSpPr>
              <p:cNvPr descr="bdf671a7-32a9-4bca-8683-c0c83dee4746" id="33" name="Number3">
                <a:extLst>
                  <a:ext uri="{FF2B5EF4-FFF2-40B4-BE49-F238E27FC236}">
                    <a16:creationId id="{8EADA117-E377-A825-C2AE-7013EF33DAF8}"/>
                  </a:ext>
                </a:extLst>
              </p:cNvPr>
              <p:cNvSpPr/>
              <p:nvPr/>
            </p:nvSpPr>
            <p:spPr>
              <a:xfrm flipV="false" flipH="false">
                <a:off x="5504527" y="3619909"/>
                <a:ext cx="523765" cy="4849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03</a:t>
                </a:r>
              </a:p>
            </p:txBody>
          </p:sp>
        </p:grpSp>
        <p:grpSp>
          <p:nvGrpSpPr>
            <p:cNvPr descr="7dcce653-b688-452b-9e33-78f2186c8cb8" id="38" name="组合 37">
              <a:extLst>
                <a:ext uri="{FF2B5EF4-FFF2-40B4-BE49-F238E27FC236}">
                  <a16:creationId id="{CB28B87A-83ED-630A-2B94-32CBD4B91329}"/>
                </a:ext>
              </a:extLst>
            </p:cNvPr>
            <p:cNvGrpSpPr/>
            <p:nvPr/>
          </p:nvGrpSpPr>
          <p:grpSpPr>
            <a:xfrm>
              <a:off x="7876913" y="1835402"/>
              <a:ext cx="2813242" cy="2293086"/>
              <a:chOff x="7876913" y="1835402"/>
              <a:chExt cx="2813242" cy="2293086"/>
            </a:xfrm>
          </p:grpSpPr>
          <p:sp>
            <p:nvSpPr>
              <p:cNvPr descr="63d9f74d-e321-4db2-b148-6fb546680ba5" id="14" name="Text4">
                <a:extLst>
                  <a:ext uri="{FF2B5EF4-FFF2-40B4-BE49-F238E27FC236}">
                    <a16:creationId id="{FDBE6159-F5C3-ABE6-7944-E9197C911249}"/>
                  </a:ext>
                </a:extLst>
              </p:cNvPr>
              <p:cNvSpPr txBox="1"/>
              <p:nvPr/>
            </p:nvSpPr>
            <p:spPr>
              <a:xfrm flipV="false" flipH="false">
                <a:off x="8176437" y="2413567"/>
                <a:ext cx="2513718" cy="921248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锤状趾存在清洁死角，易压伤，增加感染风险。</a:t>
                </a:r>
              </a:p>
            </p:txBody>
          </p:sp>
          <p:sp>
            <p:nvSpPr>
              <p:cNvPr descr="49ea94a5-b970-43ce-a30b-c230e9c0e96c" id="15" name="Bullet4">
                <a:extLst>
                  <a:ext uri="{FF2B5EF4-FFF2-40B4-BE49-F238E27FC236}">
                    <a16:creationId id="{541BBD9A-D684-9694-5F1A-30382291F8CD}"/>
                  </a:ext>
                </a:extLst>
              </p:cNvPr>
              <p:cNvSpPr txBox="1"/>
              <p:nvPr/>
            </p:nvSpPr>
            <p:spPr>
              <a:xfrm flipV="false" flipH="false">
                <a:off x="8176437" y="1835402"/>
                <a:ext cx="2513715" cy="578163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锤状趾</a:t>
                </a:r>
              </a:p>
            </p:txBody>
          </p:sp>
          <p:sp>
            <p:nvSpPr>
              <p:cNvPr descr="98ee81f8-0e97-436b-9c00-cfa5f561c191" id="29" name="任意多边形: 形状 28">
                <a:extLst>
                  <a:ext uri="{FF2B5EF4-FFF2-40B4-BE49-F238E27FC236}">
                    <a16:creationId id="{558C7BA3-509D-FD4A-B29C-AE16BB93358D}"/>
                  </a:ext>
                </a:extLst>
              </p:cNvPr>
              <p:cNvSpPr/>
              <p:nvPr/>
            </p:nvSpPr>
            <p:spPr>
              <a:xfrm flipV="false" flipH="false">
                <a:off x="7876913" y="3356193"/>
                <a:ext cx="733822" cy="772295"/>
              </a:xfrm>
              <a:custGeom>
                <a:avLst/>
                <a:gdLst>
                  <a:gd fmla="*/ 379401 w 656865" name="connsiteX0"/>
                  <a:gd fmla="*/ 940 h 691303" name="connsiteY0"/>
                  <a:gd fmla="*/ 442321 w 656865" name="connsiteX1"/>
                  <a:gd fmla="*/ 54535 h 691303" name="connsiteY1"/>
                  <a:gd fmla="*/ 466586 w 656865" name="connsiteX2"/>
                  <a:gd fmla="*/ 171477 h 691303" name="connsiteY2"/>
                  <a:gd fmla="*/ 603760 w 656865" name="connsiteX3"/>
                  <a:gd fmla="*/ 194652 h 691303" name="connsiteY3"/>
                  <a:gd fmla="*/ 620643 w 656865" name="connsiteX4"/>
                  <a:gd fmla="*/ 329503 h 691303" name="connsiteY4"/>
                  <a:gd fmla="*/ 512057 w 656865" name="connsiteX5"/>
                  <a:gd fmla="*/ 390298 h 691303" name="connsiteY5"/>
                  <a:gd fmla="*/ 517238 w 656865" name="connsiteX6"/>
                  <a:gd fmla="*/ 401720 h 691303" name="connsiteY6"/>
                  <a:gd fmla="*/ 540111 w 656865" name="connsiteX7"/>
                  <a:gd fmla="*/ 467696 h 691303" name="connsiteY7"/>
                  <a:gd fmla="*/ 557685 w 656865" name="connsiteX8"/>
                  <a:gd fmla="*/ 535277 h 691303" name="connsiteY8"/>
                  <a:gd fmla="*/ 565156 w 656865" name="connsiteX9"/>
                  <a:gd fmla="*/ 580899 h 691303" name="connsiteY9"/>
                  <a:gd fmla="*/ 565845 w 656865" name="connsiteX10"/>
                  <a:gd fmla="*/ 582074 h 691303" name="connsiteY10"/>
                  <a:gd fmla="*/ 569105 w 656865" name="connsiteX11"/>
                  <a:gd fmla="*/ 609739 h 691303" name="connsiteY11"/>
                  <a:gd fmla="*/ 567228 w 656865" name="connsiteX12"/>
                  <a:gd fmla="*/ 616510 h 691303" name="connsiteY12"/>
                  <a:gd fmla="*/ 567390 w 656865" name="connsiteX13"/>
                  <a:gd fmla="*/ 632010 h 691303" name="connsiteY13"/>
                  <a:gd fmla="*/ 558347 w 656865" name="connsiteX14"/>
                  <a:gd fmla="*/ 649468 h 691303" name="connsiteY14"/>
                  <a:gd fmla="*/ 553883 w 656865" name="connsiteX15"/>
                  <a:gd fmla="*/ 647001 h 691303" name="connsiteY15"/>
                  <a:gd fmla="*/ 546518 w 656865" name="connsiteX16"/>
                  <a:gd fmla="*/ 657412 h 691303" name="connsiteY16"/>
                  <a:gd fmla="*/ 446538 w 656865" name="connsiteX17"/>
                  <a:gd fmla="*/ 657151 h 691303" name="connsiteY17"/>
                  <a:gd fmla="*/ 312529 w 656865" name="connsiteX18"/>
                  <a:gd fmla="*/ 523352 h 691303" name="connsiteY18"/>
                  <a:gd fmla="*/ 301609 w 656865" name="connsiteX19"/>
                  <a:gd fmla="*/ 531885 h 691303" name="connsiteY19"/>
                  <a:gd fmla="*/ 296418 w 656865" name="connsiteX20"/>
                  <a:gd fmla="*/ 538465 h 691303" name="connsiteY20"/>
                  <a:gd fmla="*/ 248313 w 656865" name="connsiteX21"/>
                  <a:gd fmla="*/ 589081 h 691303" name="connsiteY21"/>
                  <a:gd fmla="*/ 95213 w 656865" name="connsiteX22"/>
                  <a:gd fmla="*/ 688749 h 691303" name="connsiteY22"/>
                  <a:gd fmla="*/ 95376 w 656865" name="connsiteX23"/>
                  <a:gd fmla="*/ 682830 h 691303" name="connsiteY23"/>
                  <a:gd fmla="*/ 73795 w 656865" name="connsiteX24"/>
                  <a:gd fmla="*/ 680721 h 691303" name="connsiteY24"/>
                  <a:gd fmla="*/ 37129 w 656865" name="connsiteX25"/>
                  <a:gd fmla="*/ 611846 h 691303" name="connsiteY25"/>
                  <a:gd fmla="*/ 56120 w 656865" name="connsiteX26"/>
                  <a:gd fmla="*/ 553901 h 691303" name="connsiteY26"/>
                  <a:gd fmla="*/ 65616 w 656865" name="connsiteX27"/>
                  <a:gd fmla="*/ 527565 h 691303" name="connsiteY27"/>
                  <a:gd fmla="*/ 131038 w 656865" name="connsiteX28"/>
                  <a:gd fmla="*/ 377966 h 691303" name="connsiteY28"/>
                  <a:gd fmla="*/ 35020 w 656865" name="connsiteX29"/>
                  <a:gd fmla="*/ 308433 h 691303" name="connsiteY29"/>
                  <a:gd fmla="*/ 71946 w 656865" name="connsiteX30"/>
                  <a:gd fmla="*/ 170421 h 691303" name="connsiteY30"/>
                  <a:gd fmla="*/ 241833 w 656865" name="connsiteX31"/>
                  <a:gd fmla="*/ 166208 h 691303" name="connsiteY31"/>
                  <a:gd fmla="*/ 306199 w 656865" name="connsiteX32"/>
                  <a:gd fmla="*/ 36626 h 691303" name="connsiteY32"/>
                  <a:gd fmla="*/ 379401 w 656865" name="connsiteX33"/>
                  <a:gd fmla="*/ 940 h 691303" name="connsiteY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b="b" l="l" r="r" t="t"/>
                <a:pathLst>
                  <a:path h="691303" w="656865">
                    <a:moveTo>
                      <a:pt x="379401" y="940"/>
                    </a:moveTo>
                    <a:cubicBezTo>
                      <a:pt x="408290" y="5286"/>
                      <a:pt x="435460" y="24508"/>
                      <a:pt x="442321" y="54535"/>
                    </a:cubicBezTo>
                    <a:cubicBezTo>
                      <a:pt x="450760" y="93514"/>
                      <a:pt x="459199" y="132498"/>
                      <a:pt x="466586" y="171477"/>
                    </a:cubicBezTo>
                    <a:cubicBezTo>
                      <a:pt x="511960" y="175690"/>
                      <a:pt x="558386" y="183065"/>
                      <a:pt x="603760" y="194652"/>
                    </a:cubicBezTo>
                    <a:cubicBezTo>
                      <a:pt x="663904" y="209400"/>
                      <a:pt x="677621" y="300007"/>
                      <a:pt x="620643" y="329503"/>
                    </a:cubicBezTo>
                    <a:lnTo>
                      <a:pt x="512057" y="390298"/>
                    </a:lnTo>
                    <a:lnTo>
                      <a:pt x="517238" y="401720"/>
                    </a:lnTo>
                    <a:cubicBezTo>
                      <a:pt x="525160" y="421729"/>
                      <a:pt x="532938" y="444009"/>
                      <a:pt x="540111" y="467696"/>
                    </a:cubicBezTo>
                    <a:cubicBezTo>
                      <a:pt x="547285" y="491384"/>
                      <a:pt x="553175" y="514235"/>
                      <a:pt x="557685" y="535277"/>
                    </a:cubicBezTo>
                    <a:lnTo>
                      <a:pt x="565156" y="580899"/>
                    </a:lnTo>
                    <a:lnTo>
                      <a:pt x="565845" y="582074"/>
                    </a:lnTo>
                    <a:cubicBezTo>
                      <a:pt x="568916" y="591334"/>
                      <a:pt x="569880" y="600685"/>
                      <a:pt x="569105" y="609739"/>
                    </a:cubicBezTo>
                    <a:lnTo>
                      <a:pt x="567228" y="616510"/>
                    </a:lnTo>
                    <a:lnTo>
                      <a:pt x="567390" y="632010"/>
                    </a:lnTo>
                    <a:cubicBezTo>
                      <a:pt x="565984" y="641914"/>
                      <a:pt x="563003" y="648057"/>
                      <a:pt x="558347" y="649468"/>
                    </a:cubicBezTo>
                    <a:lnTo>
                      <a:pt x="553883" y="647001"/>
                    </a:lnTo>
                    <a:lnTo>
                      <a:pt x="546518" y="657412"/>
                    </a:lnTo>
                    <a:cubicBezTo>
                      <a:pt x="521458" y="682698"/>
                      <a:pt x="480306" y="690863"/>
                      <a:pt x="446538" y="657151"/>
                    </a:cubicBezTo>
                    <a:cubicBezTo>
                      <a:pt x="404334" y="609741"/>
                      <a:pt x="358960" y="565492"/>
                      <a:pt x="312529" y="523352"/>
                    </a:cubicBezTo>
                    <a:lnTo>
                      <a:pt x="301609" y="531885"/>
                    </a:lnTo>
                    <a:lnTo>
                      <a:pt x="296418" y="538465"/>
                    </a:lnTo>
                    <a:cubicBezTo>
                      <a:pt x="282282" y="554691"/>
                      <a:pt x="266061" y="571831"/>
                      <a:pt x="248313" y="589081"/>
                    </a:cubicBezTo>
                    <a:cubicBezTo>
                      <a:pt x="177320" y="658080"/>
                      <a:pt x="108775" y="702703"/>
                      <a:pt x="95213" y="688749"/>
                    </a:cubicBezTo>
                    <a:lnTo>
                      <a:pt x="95376" y="682830"/>
                    </a:lnTo>
                    <a:lnTo>
                      <a:pt x="73795" y="680721"/>
                    </a:lnTo>
                    <a:cubicBezTo>
                      <a:pt x="48207" y="669527"/>
                      <a:pt x="28159" y="642925"/>
                      <a:pt x="37129" y="611846"/>
                    </a:cubicBezTo>
                    <a:cubicBezTo>
                      <a:pt x="42407" y="591832"/>
                      <a:pt x="49790" y="572866"/>
                      <a:pt x="56120" y="553901"/>
                    </a:cubicBezTo>
                    <a:cubicBezTo>
                      <a:pt x="57177" y="545474"/>
                      <a:pt x="60342" y="535996"/>
                      <a:pt x="65616" y="527565"/>
                    </a:cubicBezTo>
                    <a:cubicBezTo>
                      <a:pt x="84611" y="476999"/>
                      <a:pt x="106768" y="427484"/>
                      <a:pt x="131038" y="377966"/>
                    </a:cubicBezTo>
                    <a:cubicBezTo>
                      <a:pt x="99381" y="354791"/>
                      <a:pt x="66672" y="331608"/>
                      <a:pt x="35020" y="308433"/>
                    </a:cubicBezTo>
                    <a:cubicBezTo>
                      <a:pt x="-24076" y="267345"/>
                      <a:pt x="-6137" y="170421"/>
                      <a:pt x="71946" y="170421"/>
                    </a:cubicBezTo>
                    <a:cubicBezTo>
                      <a:pt x="128929" y="169369"/>
                      <a:pt x="184851" y="167260"/>
                      <a:pt x="241833" y="166208"/>
                    </a:cubicBezTo>
                    <a:cubicBezTo>
                      <a:pt x="263990" y="123011"/>
                      <a:pt x="286151" y="80871"/>
                      <a:pt x="306199" y="36626"/>
                    </a:cubicBezTo>
                    <a:cubicBezTo>
                      <a:pt x="319916" y="7125"/>
                      <a:pt x="350521" y="-3406"/>
                      <a:pt x="379401" y="94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square">
                <a:noAutofit/>
              </a:bodyPr>
              <a:lstStyle/>
              <a:p>
                <a:pPr algn="ctr"/>
              </a:p>
            </p:txBody>
          </p:sp>
          <p:sp>
            <p:nvSpPr>
              <p:cNvPr descr="957e8f5b-a149-43eb-8af7-109591ce534e" id="34" name="Number4">
                <a:extLst>
                  <a:ext uri="{FF2B5EF4-FFF2-40B4-BE49-F238E27FC236}">
                    <a16:creationId id="{21C0E71E-C5B4-EB71-5026-42D1F401E908}"/>
                  </a:ext>
                </a:extLst>
              </p:cNvPr>
              <p:cNvSpPr/>
              <p:nvPr/>
            </p:nvSpPr>
            <p:spPr>
              <a:xfrm flipV="false" flipH="false">
                <a:off x="7981941" y="3468498"/>
                <a:ext cx="523765" cy="4849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04</a:t>
                </a:r>
              </a:p>
            </p:txBody>
          </p:sp>
        </p:grpSp>
        <p:sp>
          <p:nvSpPr>
            <p:cNvPr descr="e9acfd24-3085-4fd9-95d3-c1dbfb12590a" id="39" name="paint-splash_65654">
              <a:extLst>
                <a:ext uri="{FF2B5EF4-FFF2-40B4-BE49-F238E27FC236}">
                  <a16:creationId id="{C5AC2AFB-FCE0-B0EB-8886-48D0D22D8BA6}"/>
                </a:ext>
              </a:extLst>
            </p:cNvPr>
            <p:cNvSpPr/>
            <p:nvPr/>
          </p:nvSpPr>
          <p:spPr>
            <a:xfrm flipV="false" flipH="false">
              <a:off x="10124468" y="3529097"/>
              <a:ext cx="915408" cy="924241"/>
            </a:xfrm>
            <a:custGeom>
              <a:avLst/>
              <a:gdLst>
                <a:gd fmla="*/ 5545 w 5635" name="T0"/>
                <a:gd fmla="*/ 1959 h 5698" name="T1"/>
                <a:gd fmla="*/ 4627 w 5635" name="T2"/>
                <a:gd fmla="*/ 1769 h 5698" name="T3"/>
                <a:gd fmla="*/ 3854 w 5635" name="T4"/>
                <a:gd fmla="*/ 2463 h 5698" name="T5"/>
                <a:gd fmla="*/ 4288 w 5635" name="T6"/>
                <a:gd fmla="*/ 1701 h 5698" name="T7"/>
                <a:gd fmla="*/ 3618 w 5635" name="T8"/>
                <a:gd fmla="*/ 1862 h 5698" name="T9"/>
                <a:gd fmla="*/ 2953 w 5635" name="T10"/>
                <a:gd fmla="*/ 1830 h 5698" name="T11"/>
                <a:gd fmla="*/ 3448 w 5635" name="T12"/>
                <a:gd fmla="*/ 811 h 5698" name="T13"/>
                <a:gd fmla="*/ 2390 w 5635" name="T14"/>
                <a:gd fmla="*/ 677 h 5698" name="T15"/>
                <a:gd fmla="*/ 2517 w 5635" name="T16"/>
                <a:gd fmla="*/ 1792 h 5698" name="T17"/>
                <a:gd fmla="*/ 1936 w 5635" name="T18"/>
                <a:gd fmla="*/ 1910 h 5698" name="T19"/>
                <a:gd fmla="*/ 1200 w 5635" name="T20"/>
                <a:gd fmla="*/ 1849 h 5698" name="T21"/>
                <a:gd fmla="*/ 1541 w 5635" name="T22"/>
                <a:gd fmla="*/ 2618 h 5698" name="T23"/>
                <a:gd fmla="*/ 621 w 5635" name="T24"/>
                <a:gd fmla="*/ 2355 h 5698" name="T25"/>
                <a:gd fmla="*/ 590 w 5635" name="T26"/>
                <a:gd fmla="*/ 3544 h 5698" name="T27"/>
                <a:gd fmla="*/ 1918 w 5635" name="T28"/>
                <a:gd fmla="*/ 3583 h 5698" name="T29"/>
                <a:gd fmla="*/ 1152 w 5635" name="T30"/>
                <a:gd fmla="*/ 4183 h 5698" name="T31"/>
                <a:gd fmla="*/ 2120 w 5635" name="T32"/>
                <a:gd fmla="*/ 4713 h 5698" name="T33"/>
                <a:gd fmla="*/ 2427 w 5635" name="T34"/>
                <a:gd fmla="*/ 4154 h 5698" name="T35"/>
                <a:gd fmla="*/ 2757 w 5635" name="T36"/>
                <a:gd fmla="*/ 4971 h 5698" name="T37"/>
                <a:gd fmla="*/ 3128 w 5635" name="T38"/>
                <a:gd fmla="*/ 4219 h 5698" name="T39"/>
                <a:gd fmla="*/ 3308 w 5635" name="T40"/>
                <a:gd fmla="*/ 5112 h 5698" name="T41"/>
                <a:gd fmla="*/ 4091 w 5635" name="T42"/>
                <a:gd fmla="*/ 4498 h 5698" name="T43"/>
                <a:gd fmla="*/ 4775 w 5635" name="T44"/>
                <a:gd fmla="*/ 3746 h 5698" name="T45"/>
                <a:gd fmla="*/ 4308 w 5635" name="T46"/>
                <a:gd fmla="*/ 3356 h 5698" name="T47"/>
                <a:gd fmla="*/ 4777 w 5635" name="T48"/>
                <a:gd fmla="*/ 2720 h 5698" name="T49"/>
                <a:gd fmla="*/ 5546 w 5635" name="T50"/>
                <a:gd fmla="*/ 1959 h 5698" name="T51"/>
                <a:gd fmla="*/ 398 w 5635" name="T52"/>
                <a:gd fmla="*/ 2689 h 5698" name="T53"/>
                <a:gd fmla="*/ 832 w 5635" name="T54"/>
                <a:gd fmla="*/ 2662 h 5698" name="T55"/>
                <a:gd fmla="*/ 1625 w 5635" name="T56"/>
                <a:gd fmla="*/ 1745 h 5698" name="T57"/>
                <a:gd fmla="*/ 1617 w 5635" name="T58"/>
                <a:gd fmla="*/ 1613 h 5698" name="T59"/>
                <a:gd fmla="*/ 1625 w 5635" name="T60"/>
                <a:gd fmla="*/ 1745 h 5698" name="T61"/>
                <a:gd fmla="*/ 1351 w 5635" name="T62"/>
                <a:gd fmla="*/ 4458 h 5698" name="T63"/>
                <a:gd fmla="*/ 1587 w 5635" name="T64"/>
                <a:gd fmla="*/ 4384 h 5698" name="T65"/>
                <a:gd fmla="*/ 2885 w 5635" name="T66"/>
                <a:gd fmla="*/ 440 h 5698" name="T67"/>
                <a:gd fmla="*/ 2885 w 5635" name="T68"/>
                <a:gd fmla="*/ 192 h 5698" name="T69"/>
                <a:gd fmla="*/ 2885 w 5635" name="T70"/>
                <a:gd fmla="*/ 440 h 5698" name="T71"/>
                <a:gd fmla="*/ 3756 w 5635" name="T72"/>
                <a:gd fmla="*/ 5234 h 5698" name="T73"/>
                <a:gd fmla="*/ 3609 w 5635" name="T74"/>
                <a:gd fmla="*/ 4765 h 5698" name="T75"/>
                <a:gd fmla="*/ 5009 w 5635" name="T76"/>
                <a:gd fmla="*/ 1971 h 5698" name="T77"/>
                <a:gd fmla="*/ 4993 w 5635" name="T78"/>
                <a:gd fmla="*/ 1724 h 5698" name="T79"/>
                <a:gd fmla="*/ 5009 w 5635" name="T80"/>
                <a:gd fmla="*/ 1971 h 5698" name="T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b="b" l="0" r="r" t="0"/>
              <a:pathLst>
                <a:path h="5698" w="5635">
                  <a:moveTo>
                    <a:pt x="5546" y="1959"/>
                  </a:moveTo>
                  <a:cubicBezTo>
                    <a:pt x="5559" y="1992"/>
                    <a:pt x="5568" y="2013"/>
                    <a:pt x="5545" y="1959"/>
                  </a:cubicBezTo>
                  <a:cubicBezTo>
                    <a:pt x="5493" y="1833"/>
                    <a:pt x="5524" y="1908"/>
                    <a:pt x="5545" y="1958"/>
                  </a:cubicBezTo>
                  <a:cubicBezTo>
                    <a:pt x="5398" y="1607"/>
                    <a:pt x="4897" y="1462"/>
                    <a:pt x="4627" y="1769"/>
                  </a:cubicBezTo>
                  <a:cubicBezTo>
                    <a:pt x="4514" y="1897"/>
                    <a:pt x="4475" y="2064"/>
                    <a:pt x="4403" y="2214"/>
                  </a:cubicBezTo>
                  <a:cubicBezTo>
                    <a:pt x="4319" y="2391"/>
                    <a:pt x="4051" y="2563"/>
                    <a:pt x="3854" y="2463"/>
                  </a:cubicBezTo>
                  <a:cubicBezTo>
                    <a:pt x="3983" y="2371"/>
                    <a:pt x="4109" y="2309"/>
                    <a:pt x="4208" y="2177"/>
                  </a:cubicBezTo>
                  <a:cubicBezTo>
                    <a:pt x="4304" y="2048"/>
                    <a:pt x="4381" y="1852"/>
                    <a:pt x="4288" y="1701"/>
                  </a:cubicBezTo>
                  <a:cubicBezTo>
                    <a:pt x="4210" y="1573"/>
                    <a:pt x="4032" y="1508"/>
                    <a:pt x="3888" y="1540"/>
                  </a:cubicBezTo>
                  <a:cubicBezTo>
                    <a:pt x="3722" y="1577"/>
                    <a:pt x="3663" y="1715"/>
                    <a:pt x="3618" y="1862"/>
                  </a:cubicBezTo>
                  <a:cubicBezTo>
                    <a:pt x="3564" y="2038"/>
                    <a:pt x="3505" y="2126"/>
                    <a:pt x="3308" y="2097"/>
                  </a:cubicBezTo>
                  <a:cubicBezTo>
                    <a:pt x="3176" y="2077"/>
                    <a:pt x="2942" y="1997"/>
                    <a:pt x="2953" y="1830"/>
                  </a:cubicBezTo>
                  <a:cubicBezTo>
                    <a:pt x="2964" y="1656"/>
                    <a:pt x="3088" y="1488"/>
                    <a:pt x="3178" y="1345"/>
                  </a:cubicBezTo>
                  <a:cubicBezTo>
                    <a:pt x="3285" y="1174"/>
                    <a:pt x="3408" y="1014"/>
                    <a:pt x="3448" y="811"/>
                  </a:cubicBezTo>
                  <a:cubicBezTo>
                    <a:pt x="3520" y="446"/>
                    <a:pt x="3341" y="101"/>
                    <a:pt x="2951" y="50"/>
                  </a:cubicBezTo>
                  <a:cubicBezTo>
                    <a:pt x="2568" y="0"/>
                    <a:pt x="2348" y="321"/>
                    <a:pt x="2390" y="677"/>
                  </a:cubicBezTo>
                  <a:cubicBezTo>
                    <a:pt x="2410" y="852"/>
                    <a:pt x="2504" y="995"/>
                    <a:pt x="2545" y="1162"/>
                  </a:cubicBezTo>
                  <a:cubicBezTo>
                    <a:pt x="2597" y="1370"/>
                    <a:pt x="2564" y="1587"/>
                    <a:pt x="2517" y="1792"/>
                  </a:cubicBezTo>
                  <a:cubicBezTo>
                    <a:pt x="2482" y="1944"/>
                    <a:pt x="2379" y="2108"/>
                    <a:pt x="2219" y="2156"/>
                  </a:cubicBezTo>
                  <a:cubicBezTo>
                    <a:pt x="2044" y="2208"/>
                    <a:pt x="1957" y="2054"/>
                    <a:pt x="1936" y="1910"/>
                  </a:cubicBezTo>
                  <a:cubicBezTo>
                    <a:pt x="1901" y="1681"/>
                    <a:pt x="1795" y="1462"/>
                    <a:pt x="1527" y="1526"/>
                  </a:cubicBezTo>
                  <a:cubicBezTo>
                    <a:pt x="1364" y="1564"/>
                    <a:pt x="1243" y="1688"/>
                    <a:pt x="1200" y="1849"/>
                  </a:cubicBezTo>
                  <a:cubicBezTo>
                    <a:pt x="1152" y="2029"/>
                    <a:pt x="1239" y="2175"/>
                    <a:pt x="1350" y="2310"/>
                  </a:cubicBezTo>
                  <a:cubicBezTo>
                    <a:pt x="1406" y="2379"/>
                    <a:pt x="1556" y="2516"/>
                    <a:pt x="1541" y="2618"/>
                  </a:cubicBezTo>
                  <a:cubicBezTo>
                    <a:pt x="1514" y="2789"/>
                    <a:pt x="1175" y="2587"/>
                    <a:pt x="1120" y="2545"/>
                  </a:cubicBezTo>
                  <a:cubicBezTo>
                    <a:pt x="970" y="2432"/>
                    <a:pt x="819" y="2331"/>
                    <a:pt x="621" y="2355"/>
                  </a:cubicBezTo>
                  <a:cubicBezTo>
                    <a:pt x="437" y="2377"/>
                    <a:pt x="263" y="2511"/>
                    <a:pt x="180" y="2674"/>
                  </a:cubicBezTo>
                  <a:cubicBezTo>
                    <a:pt x="0" y="3026"/>
                    <a:pt x="262" y="3407"/>
                    <a:pt x="590" y="3544"/>
                  </a:cubicBezTo>
                  <a:cubicBezTo>
                    <a:pt x="957" y="3698"/>
                    <a:pt x="1283" y="3449"/>
                    <a:pt x="1655" y="3449"/>
                  </a:cubicBezTo>
                  <a:cubicBezTo>
                    <a:pt x="1728" y="3449"/>
                    <a:pt x="1956" y="3455"/>
                    <a:pt x="1918" y="3583"/>
                  </a:cubicBezTo>
                  <a:cubicBezTo>
                    <a:pt x="1867" y="3752"/>
                    <a:pt x="1678" y="3836"/>
                    <a:pt x="1528" y="3892"/>
                  </a:cubicBezTo>
                  <a:cubicBezTo>
                    <a:pt x="1372" y="3951"/>
                    <a:pt x="1224" y="4022"/>
                    <a:pt x="1152" y="4183"/>
                  </a:cubicBezTo>
                  <a:cubicBezTo>
                    <a:pt x="1080" y="4345"/>
                    <a:pt x="1132" y="4530"/>
                    <a:pt x="1249" y="4656"/>
                  </a:cubicBezTo>
                  <a:cubicBezTo>
                    <a:pt x="1476" y="4898"/>
                    <a:pt x="1878" y="4978"/>
                    <a:pt x="2120" y="4713"/>
                  </a:cubicBezTo>
                  <a:cubicBezTo>
                    <a:pt x="2229" y="4595"/>
                    <a:pt x="2273" y="4444"/>
                    <a:pt x="2321" y="4295"/>
                  </a:cubicBezTo>
                  <a:cubicBezTo>
                    <a:pt x="2334" y="4256"/>
                    <a:pt x="2362" y="4127"/>
                    <a:pt x="2427" y="4154"/>
                  </a:cubicBezTo>
                  <a:cubicBezTo>
                    <a:pt x="2526" y="4196"/>
                    <a:pt x="2444" y="4320"/>
                    <a:pt x="2408" y="4374"/>
                  </a:cubicBezTo>
                  <a:cubicBezTo>
                    <a:pt x="2215" y="4660"/>
                    <a:pt x="2372" y="5062"/>
                    <a:pt x="2757" y="4971"/>
                  </a:cubicBezTo>
                  <a:cubicBezTo>
                    <a:pt x="2891" y="4939"/>
                    <a:pt x="2989" y="4839"/>
                    <a:pt x="3008" y="4701"/>
                  </a:cubicBezTo>
                  <a:cubicBezTo>
                    <a:pt x="3031" y="4535"/>
                    <a:pt x="2935" y="4317"/>
                    <a:pt x="3128" y="4219"/>
                  </a:cubicBezTo>
                  <a:cubicBezTo>
                    <a:pt x="3284" y="4140"/>
                    <a:pt x="3261" y="4464"/>
                    <a:pt x="3255" y="4539"/>
                  </a:cubicBezTo>
                  <a:cubicBezTo>
                    <a:pt x="3240" y="4732"/>
                    <a:pt x="3248" y="4927"/>
                    <a:pt x="3308" y="5112"/>
                  </a:cubicBezTo>
                  <a:cubicBezTo>
                    <a:pt x="3422" y="5462"/>
                    <a:pt x="3818" y="5698"/>
                    <a:pt x="4130" y="5409"/>
                  </a:cubicBezTo>
                  <a:cubicBezTo>
                    <a:pt x="4404" y="5154"/>
                    <a:pt x="4381" y="4726"/>
                    <a:pt x="4091" y="4498"/>
                  </a:cubicBezTo>
                  <a:cubicBezTo>
                    <a:pt x="3964" y="4399"/>
                    <a:pt x="3408" y="4168"/>
                    <a:pt x="3710" y="3966"/>
                  </a:cubicBezTo>
                  <a:cubicBezTo>
                    <a:pt x="4017" y="3759"/>
                    <a:pt x="4634" y="4247"/>
                    <a:pt x="4775" y="3746"/>
                  </a:cubicBezTo>
                  <a:cubicBezTo>
                    <a:pt x="4816" y="3602"/>
                    <a:pt x="4745" y="3448"/>
                    <a:pt x="4611" y="3385"/>
                  </a:cubicBezTo>
                  <a:cubicBezTo>
                    <a:pt x="4517" y="3340"/>
                    <a:pt x="4409" y="3342"/>
                    <a:pt x="4308" y="3356"/>
                  </a:cubicBezTo>
                  <a:cubicBezTo>
                    <a:pt x="4252" y="3365"/>
                    <a:pt x="4114" y="3420"/>
                    <a:pt x="4086" y="3346"/>
                  </a:cubicBezTo>
                  <a:cubicBezTo>
                    <a:pt x="3967" y="3027"/>
                    <a:pt x="4537" y="2738"/>
                    <a:pt x="4777" y="2720"/>
                  </a:cubicBezTo>
                  <a:cubicBezTo>
                    <a:pt x="4999" y="2704"/>
                    <a:pt x="5218" y="2742"/>
                    <a:pt x="5402" y="2583"/>
                  </a:cubicBezTo>
                  <a:cubicBezTo>
                    <a:pt x="5581" y="2428"/>
                    <a:pt x="5635" y="2176"/>
                    <a:pt x="5546" y="1959"/>
                  </a:cubicBezTo>
                  <a:close/>
                  <a:moveTo>
                    <a:pt x="619" y="2733"/>
                  </a:moveTo>
                  <a:cubicBezTo>
                    <a:pt x="499" y="2740"/>
                    <a:pt x="404" y="2779"/>
                    <a:pt x="398" y="2689"/>
                  </a:cubicBezTo>
                  <a:cubicBezTo>
                    <a:pt x="392" y="2599"/>
                    <a:pt x="485" y="2521"/>
                    <a:pt x="605" y="2513"/>
                  </a:cubicBezTo>
                  <a:cubicBezTo>
                    <a:pt x="725" y="2506"/>
                    <a:pt x="827" y="2572"/>
                    <a:pt x="832" y="2662"/>
                  </a:cubicBezTo>
                  <a:cubicBezTo>
                    <a:pt x="838" y="2752"/>
                    <a:pt x="739" y="2725"/>
                    <a:pt x="619" y="2733"/>
                  </a:cubicBezTo>
                  <a:close/>
                  <a:moveTo>
                    <a:pt x="1625" y="1745"/>
                  </a:moveTo>
                  <a:cubicBezTo>
                    <a:pt x="1553" y="1749"/>
                    <a:pt x="1496" y="1772"/>
                    <a:pt x="1492" y="1718"/>
                  </a:cubicBezTo>
                  <a:cubicBezTo>
                    <a:pt x="1489" y="1665"/>
                    <a:pt x="1545" y="1617"/>
                    <a:pt x="1617" y="1613"/>
                  </a:cubicBezTo>
                  <a:cubicBezTo>
                    <a:pt x="1689" y="1608"/>
                    <a:pt x="1750" y="1648"/>
                    <a:pt x="1753" y="1702"/>
                  </a:cubicBezTo>
                  <a:cubicBezTo>
                    <a:pt x="1756" y="1756"/>
                    <a:pt x="1697" y="1740"/>
                    <a:pt x="1625" y="1745"/>
                  </a:cubicBezTo>
                  <a:close/>
                  <a:moveTo>
                    <a:pt x="1599" y="4638"/>
                  </a:moveTo>
                  <a:cubicBezTo>
                    <a:pt x="1502" y="4668"/>
                    <a:pt x="1391" y="4588"/>
                    <a:pt x="1351" y="4458"/>
                  </a:cubicBezTo>
                  <a:cubicBezTo>
                    <a:pt x="1310" y="4329"/>
                    <a:pt x="1356" y="4199"/>
                    <a:pt x="1453" y="4169"/>
                  </a:cubicBezTo>
                  <a:cubicBezTo>
                    <a:pt x="1549" y="4139"/>
                    <a:pt x="1547" y="4255"/>
                    <a:pt x="1587" y="4384"/>
                  </a:cubicBezTo>
                  <a:cubicBezTo>
                    <a:pt x="1628" y="4514"/>
                    <a:pt x="1696" y="4608"/>
                    <a:pt x="1599" y="4638"/>
                  </a:cubicBezTo>
                  <a:close/>
                  <a:moveTo>
                    <a:pt x="2885" y="440"/>
                  </a:moveTo>
                  <a:cubicBezTo>
                    <a:pt x="2749" y="440"/>
                    <a:pt x="2640" y="477"/>
                    <a:pt x="2640" y="376"/>
                  </a:cubicBezTo>
                  <a:cubicBezTo>
                    <a:pt x="2640" y="274"/>
                    <a:pt x="2749" y="192"/>
                    <a:pt x="2885" y="192"/>
                  </a:cubicBezTo>
                  <a:cubicBezTo>
                    <a:pt x="3020" y="192"/>
                    <a:pt x="3130" y="274"/>
                    <a:pt x="3130" y="376"/>
                  </a:cubicBezTo>
                  <a:cubicBezTo>
                    <a:pt x="3130" y="477"/>
                    <a:pt x="3020" y="440"/>
                    <a:pt x="2885" y="440"/>
                  </a:cubicBezTo>
                  <a:close/>
                  <a:moveTo>
                    <a:pt x="3744" y="4980"/>
                  </a:moveTo>
                  <a:cubicBezTo>
                    <a:pt x="3784" y="5110"/>
                    <a:pt x="3852" y="5204"/>
                    <a:pt x="3756" y="5234"/>
                  </a:cubicBezTo>
                  <a:cubicBezTo>
                    <a:pt x="3659" y="5264"/>
                    <a:pt x="3548" y="5184"/>
                    <a:pt x="3507" y="5054"/>
                  </a:cubicBezTo>
                  <a:cubicBezTo>
                    <a:pt x="3467" y="4925"/>
                    <a:pt x="3512" y="4796"/>
                    <a:pt x="3609" y="4765"/>
                  </a:cubicBezTo>
                  <a:cubicBezTo>
                    <a:pt x="3706" y="4735"/>
                    <a:pt x="3704" y="4851"/>
                    <a:pt x="3744" y="4980"/>
                  </a:cubicBezTo>
                  <a:close/>
                  <a:moveTo>
                    <a:pt x="5009" y="1971"/>
                  </a:moveTo>
                  <a:cubicBezTo>
                    <a:pt x="4873" y="1980"/>
                    <a:pt x="4766" y="2023"/>
                    <a:pt x="4760" y="1922"/>
                  </a:cubicBezTo>
                  <a:cubicBezTo>
                    <a:pt x="4754" y="1821"/>
                    <a:pt x="4858" y="1732"/>
                    <a:pt x="4993" y="1724"/>
                  </a:cubicBezTo>
                  <a:cubicBezTo>
                    <a:pt x="5129" y="1715"/>
                    <a:pt x="5243" y="1791"/>
                    <a:pt x="5250" y="1892"/>
                  </a:cubicBezTo>
                  <a:cubicBezTo>
                    <a:pt x="5256" y="1993"/>
                    <a:pt x="5144" y="1963"/>
                    <a:pt x="5009" y="19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/>
            <a:p>
              <a:pPr algn="ctr"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处理建议</a:t>
            </a:r>
          </a:p>
        </p:txBody>
      </p:sp>
      <p:grpSp>
        <p:nvGrpSpPr>
          <p:cNvPr descr="998cf7d8-0414-4325-bbb0-b0e608d02477" id="53" name="a5d28f81-a8f6-42df-9321-b5315e5c5537.source.7.zh-Hans.pptx">
            <a:extLst>
              <a:ext uri="{FF2B5EF4-FFF2-40B4-BE49-F238E27FC236}">
                <a16:creationId id="{2C831780-4EC0-05D2-FED6-20C0B403C742}"/>
              </a:ext>
            </a:extLst>
          </p:cNvPr>
          <p:cNvGrpSpPr/>
          <p:nvPr/>
        </p:nvGrpSpPr>
        <p:grpSpPr>
          <a:xfrm>
            <a:off x="660400" y="1130301"/>
            <a:ext cx="10858500" cy="5003800"/>
            <a:chOff x="660400" y="1130301"/>
            <a:chExt cx="10858500" cy="5003800"/>
          </a:xfrm>
        </p:grpSpPr>
        <p:grpSp>
          <p:nvGrpSpPr>
            <p:cNvPr descr="0b539c98-1be5-44af-b4a1-d278f256a26d" id="3" name="组合 2">
              <a:extLst>
                <a:ext uri="{FF2B5EF4-FFF2-40B4-BE49-F238E27FC236}">
                  <a16:creationId id="{482390BE-89B0-92B5-813B-212C680EBB8B}"/>
                </a:ext>
              </a:extLst>
            </p:cNvPr>
            <p:cNvGrpSpPr/>
            <p:nvPr/>
          </p:nvGrpSpPr>
          <p:grpSpPr>
            <a:xfrm>
              <a:off x="660400" y="1823911"/>
              <a:ext cx="2583587" cy="2048237"/>
              <a:chOff x="660400" y="1629191"/>
              <a:chExt cx="2829203" cy="2242958"/>
            </a:xfrm>
          </p:grpSpPr>
          <p:sp>
            <p:nvSpPr>
              <p:cNvPr descr="25ede7a2-bdda-45b6-bc68-9bc7c5127e7c" id="47" name="ComponentBackground1">
                <a:extLst>
                  <a:ext uri="{FF2B5EF4-FFF2-40B4-BE49-F238E27FC236}">
                    <a16:creationId id="{130E3D5B-2F3D-C6F2-EF0B-38CAABB3DCC5}"/>
                  </a:ext>
                </a:extLst>
              </p:cNvPr>
              <p:cNvSpPr/>
              <p:nvPr/>
            </p:nvSpPr>
            <p:spPr>
              <a:xfrm flipV="false" flipH="false">
                <a:off x="660400" y="1629191"/>
                <a:ext cx="2829203" cy="2242958"/>
              </a:xfrm>
              <a:custGeom>
                <a:avLst/>
                <a:gdLst>
                  <a:gd fmla="*/ 2444309 w 2451491" name="connsiteX0"/>
                  <a:gd fmla="*/ 1284385 h 2399945" name="connsiteY0"/>
                  <a:gd fmla="*/ 2339843 w 2451491" name="connsiteX1"/>
                  <a:gd fmla="*/ 850149 h 2399945" name="connsiteY1"/>
                  <a:gd fmla="*/ 2210653 w 2451491" name="connsiteX2"/>
                  <a:gd fmla="*/ 750759 h 2399945" name="connsiteY2"/>
                  <a:gd fmla="*/ 2295306 w 2451491" name="connsiteX3"/>
                  <a:gd fmla="*/ 572283 h 2399945" name="connsiteY3"/>
                  <a:gd fmla="*/ 2099965 w 2451491" name="connsiteX4"/>
                  <a:gd fmla="*/ 153766 h 2399945" name="connsiteY4"/>
                  <a:gd fmla="*/ 1944085 w 2451491" name="connsiteX5"/>
                  <a:gd fmla="*/ 128877 h 2399945" name="connsiteY5"/>
                  <a:gd fmla="*/ 1613168 w 2451491" name="connsiteX6"/>
                  <a:gd fmla="*/ 222863 h 2399945" name="connsiteY6"/>
                  <a:gd fmla="*/ 1319584 w 2451491" name="connsiteX7"/>
                  <a:gd fmla="*/ 58306 h 2399945" name="connsiteY7"/>
                  <a:gd fmla="*/ 1049086 w 2451491" name="connsiteX8"/>
                  <a:gd fmla="*/ 182911 h 2399945" name="connsiteY8"/>
                  <a:gd fmla="*/ 895335 w 2451491" name="connsiteX9"/>
                  <a:gd fmla="*/ 41604 h 2399945" name="connsiteY9"/>
                  <a:gd fmla="*/ 513495 w 2451491" name="connsiteX10"/>
                  <a:gd fmla="*/ 40622 h 2399945" name="connsiteY10"/>
                  <a:gd fmla="*/ 317336 w 2451491" name="connsiteX11"/>
                  <a:gd fmla="*/ 197484 h 2399945" name="connsiteY11"/>
                  <a:gd fmla="*/ 274927 w 2451491" name="connsiteX12"/>
                  <a:gd fmla="*/ 327329 h 2399945" name="connsiteY12"/>
                  <a:gd fmla="*/ 232191 w 2451491" name="connsiteX13"/>
                  <a:gd fmla="*/ 336662 h 2399945" name="connsiteY13"/>
                  <a:gd fmla="*/ 25061 w 2451491" name="connsiteX14"/>
                  <a:gd fmla="*/ 564587 h 2399945" name="connsiteY14"/>
                  <a:gd fmla="*/ 8360 w 2451491" name="connsiteX15"/>
                  <a:gd fmla="*/ 757472 h 2399945" name="connsiteY15"/>
                  <a:gd fmla="*/ 82042 w 2451491" name="connsiteX16"/>
                  <a:gd fmla="*/ 889610 h 2399945" name="connsiteY16"/>
                  <a:gd fmla="*/ 23751 w 2451491" name="connsiteX17"/>
                  <a:gd fmla="*/ 1346606 h 2399945" name="connsiteY17"/>
                  <a:gd fmla="*/ 154415 w 2451491" name="connsiteX18"/>
                  <a:gd fmla="*/ 1550461 h 2399945" name="connsiteY18"/>
                  <a:gd fmla="*/ 77621 w 2451491" name="connsiteX19"/>
                  <a:gd fmla="*/ 1711745 h 2399945" name="connsiteY19"/>
                  <a:gd fmla="*/ 123305 w 2451491" name="connsiteX20"/>
                  <a:gd fmla="*/ 2000581 h 2399945" name="connsiteY20"/>
                  <a:gd fmla="*/ 307675 w 2451491" name="connsiteX21"/>
                  <a:gd fmla="*/ 2118800 h 2399945" name="connsiteY21"/>
                  <a:gd fmla="*/ 328306 w 2451491" name="connsiteX22"/>
                  <a:gd fmla="*/ 2120765 h 2399945" name="connsiteY22"/>
                  <a:gd fmla="*/ 473379 w 2451491" name="connsiteX23"/>
                  <a:gd fmla="*/ 2339193 h 2399945" name="connsiteY23"/>
                  <a:gd fmla="*/ 902867 w 2451491" name="connsiteX24"/>
                  <a:gd fmla="*/ 2317744 h 2399945" name="connsiteY24"/>
                  <a:gd fmla="*/ 992433 w 2451491" name="connsiteX25"/>
                  <a:gd fmla="*/ 2215734 h 2399945" name="connsiteY25"/>
                  <a:gd fmla="*/ 1042864 w 2451491" name="connsiteX26"/>
                  <a:gd fmla="*/ 2257160 h 2399945" name="connsiteY26"/>
                  <a:gd fmla="*/ 1383770 w 2451491" name="connsiteX27"/>
                  <a:gd fmla="*/ 2317744 h 2399945" name="connsiteY27"/>
                  <a:gd fmla="*/ 1561427 w 2451491" name="connsiteX28"/>
                  <a:gd fmla="*/ 2246517 h 2399945" name="connsiteY28"/>
                  <a:gd fmla="*/ 1585496 w 2451491" name="connsiteX29"/>
                  <a:gd fmla="*/ 2225886 h 2399945" name="connsiteY29"/>
                  <a:gd fmla="*/ 1615788 w 2451491" name="connsiteX30"/>
                  <a:gd fmla="*/ 2264856 h 2399945" name="connsiteY30"/>
                  <a:gd fmla="*/ 1787059 w 2451491" name="connsiteX31"/>
                  <a:gd fmla="*/ 2366865 h 2399945" name="connsiteY31"/>
                  <a:gd fmla="*/ 2048223 w 2451491" name="connsiteX32"/>
                  <a:gd fmla="*/ 2375543 h 2399945" name="connsiteY32"/>
                  <a:gd fmla="*/ 2303984 w 2451491" name="connsiteX33"/>
                  <a:gd fmla="*/ 2030872 h 2399945" name="connsiteY33"/>
                  <a:gd fmla="*/ 2195589 w 2451491" name="connsiteX34"/>
                  <a:gd fmla="*/ 1722879 h 2399945" name="connsiteY34"/>
                  <a:gd fmla="*/ 2239471 w 2451491" name="connsiteX35"/>
                  <a:gd fmla="*/ 1681617 h 2399945" name="connsiteY35"/>
                  <a:gd fmla="*/ 2444309 w 2451491" name="connsiteX36"/>
                  <a:gd fmla="*/ 1284221 h 2399945" name="connsiteY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b="b" l="l" r="r" t="t"/>
                <a:pathLst>
                  <a:path h="2399945" w="2451491">
                    <a:moveTo>
                      <a:pt x="2444309" y="1284385"/>
                    </a:moveTo>
                    <a:cubicBezTo>
                      <a:pt x="2467887" y="1131780"/>
                      <a:pt x="2433502" y="966240"/>
                      <a:pt x="2339843" y="850149"/>
                    </a:cubicBezTo>
                    <a:cubicBezTo>
                      <a:pt x="2305130" y="807085"/>
                      <a:pt x="2259775" y="771390"/>
                      <a:pt x="2210653" y="750759"/>
                    </a:cubicBezTo>
                    <a:cubicBezTo>
                      <a:pt x="2251424" y="699508"/>
                      <a:pt x="2281716" y="638925"/>
                      <a:pt x="2295306" y="572283"/>
                    </a:cubicBezTo>
                    <a:cubicBezTo>
                      <a:pt x="2329364" y="405597"/>
                      <a:pt x="2246348" y="213694"/>
                      <a:pt x="2099965" y="153766"/>
                    </a:cubicBezTo>
                    <a:cubicBezTo>
                      <a:pt x="2050516" y="133462"/>
                      <a:pt x="1996973" y="128058"/>
                      <a:pt x="1944085" y="128877"/>
                    </a:cubicBezTo>
                    <a:cubicBezTo>
                      <a:pt x="1828977" y="131006"/>
                      <a:pt x="1714850" y="163917"/>
                      <a:pt x="1613168" y="222863"/>
                    </a:cubicBezTo>
                    <a:cubicBezTo>
                      <a:pt x="1548655" y="121018"/>
                      <a:pt x="1434201" y="56832"/>
                      <a:pt x="1319584" y="58306"/>
                    </a:cubicBezTo>
                    <a:cubicBezTo>
                      <a:pt x="1219212" y="59615"/>
                      <a:pt x="1122605" y="107591"/>
                      <a:pt x="1049086" y="182911"/>
                    </a:cubicBezTo>
                    <a:cubicBezTo>
                      <a:pt x="1010935" y="122164"/>
                      <a:pt x="956901" y="72223"/>
                      <a:pt x="895335" y="41604"/>
                    </a:cubicBezTo>
                    <a:cubicBezTo>
                      <a:pt x="776297" y="-17342"/>
                      <a:pt x="635645" y="-9974"/>
                      <a:pt x="513495" y="40622"/>
                    </a:cubicBezTo>
                    <a:cubicBezTo>
                      <a:pt x="436538" y="72551"/>
                      <a:pt x="363183" y="122819"/>
                      <a:pt x="317336" y="197484"/>
                    </a:cubicBezTo>
                    <a:cubicBezTo>
                      <a:pt x="293757" y="235799"/>
                      <a:pt x="278693" y="281318"/>
                      <a:pt x="274927" y="327329"/>
                    </a:cubicBezTo>
                    <a:cubicBezTo>
                      <a:pt x="260354" y="329130"/>
                      <a:pt x="246109" y="332078"/>
                      <a:pt x="232191" y="336662"/>
                    </a:cubicBezTo>
                    <a:cubicBezTo>
                      <a:pt x="135094" y="368919"/>
                      <a:pt x="60592" y="460613"/>
                      <a:pt x="25061" y="564587"/>
                    </a:cubicBezTo>
                    <a:cubicBezTo>
                      <a:pt x="4102" y="625990"/>
                      <a:pt x="-4576" y="693450"/>
                      <a:pt x="8360" y="757472"/>
                    </a:cubicBezTo>
                    <a:cubicBezTo>
                      <a:pt x="18839" y="808886"/>
                      <a:pt x="44710" y="857026"/>
                      <a:pt x="82042" y="889610"/>
                    </a:cubicBezTo>
                    <a:cubicBezTo>
                      <a:pt x="2793" y="1023712"/>
                      <a:pt x="-24061" y="1195802"/>
                      <a:pt x="23751" y="1346606"/>
                    </a:cubicBezTo>
                    <a:cubicBezTo>
                      <a:pt x="48967" y="1426020"/>
                      <a:pt x="95469" y="1496591"/>
                      <a:pt x="154415" y="1550461"/>
                    </a:cubicBezTo>
                    <a:cubicBezTo>
                      <a:pt x="118884" y="1597946"/>
                      <a:pt x="91867" y="1652635"/>
                      <a:pt x="77621" y="1711745"/>
                    </a:cubicBezTo>
                    <a:cubicBezTo>
                      <a:pt x="54207" y="1809497"/>
                      <a:pt x="68288" y="1919366"/>
                      <a:pt x="123305" y="2000581"/>
                    </a:cubicBezTo>
                    <a:cubicBezTo>
                      <a:pt x="167023" y="2064766"/>
                      <a:pt x="234975" y="2108485"/>
                      <a:pt x="307675" y="2118800"/>
                    </a:cubicBezTo>
                    <a:cubicBezTo>
                      <a:pt x="314552" y="2119783"/>
                      <a:pt x="321429" y="2120438"/>
                      <a:pt x="328306" y="2120765"/>
                    </a:cubicBezTo>
                    <a:cubicBezTo>
                      <a:pt x="351230" y="2209184"/>
                      <a:pt x="402480" y="2289417"/>
                      <a:pt x="473379" y="2339193"/>
                    </a:cubicBezTo>
                    <a:cubicBezTo>
                      <a:pt x="601587" y="2429086"/>
                      <a:pt x="780390" y="2416970"/>
                      <a:pt x="902867" y="2317744"/>
                    </a:cubicBezTo>
                    <a:cubicBezTo>
                      <a:pt x="937907" y="2289417"/>
                      <a:pt x="967708" y="2254704"/>
                      <a:pt x="992433" y="2215734"/>
                    </a:cubicBezTo>
                    <a:cubicBezTo>
                      <a:pt x="1008152" y="2231289"/>
                      <a:pt x="1025017" y="2245207"/>
                      <a:pt x="1042864" y="2257160"/>
                    </a:cubicBezTo>
                    <a:cubicBezTo>
                      <a:pt x="1143073" y="2324293"/>
                      <a:pt x="1267678" y="2337720"/>
                      <a:pt x="1383770" y="2317744"/>
                    </a:cubicBezTo>
                    <a:cubicBezTo>
                      <a:pt x="1446645" y="2306937"/>
                      <a:pt x="1509194" y="2286142"/>
                      <a:pt x="1561427" y="2246517"/>
                    </a:cubicBezTo>
                    <a:cubicBezTo>
                      <a:pt x="1569777" y="2240131"/>
                      <a:pt x="1577801" y="2233254"/>
                      <a:pt x="1585496" y="2225886"/>
                    </a:cubicBezTo>
                    <a:cubicBezTo>
                      <a:pt x="1594502" y="2239804"/>
                      <a:pt x="1604654" y="2253067"/>
                      <a:pt x="1615788" y="2264856"/>
                    </a:cubicBezTo>
                    <a:cubicBezTo>
                      <a:pt x="1662618" y="2315124"/>
                      <a:pt x="1724020" y="2346562"/>
                      <a:pt x="1787059" y="2366865"/>
                    </a:cubicBezTo>
                    <a:cubicBezTo>
                      <a:pt x="1871713" y="2394046"/>
                      <a:pt x="1963407" y="2402561"/>
                      <a:pt x="2048223" y="2375543"/>
                    </a:cubicBezTo>
                    <a:cubicBezTo>
                      <a:pt x="2186419" y="2331498"/>
                      <a:pt x="2293014" y="2187735"/>
                      <a:pt x="2303984" y="2030872"/>
                    </a:cubicBezTo>
                    <a:cubicBezTo>
                      <a:pt x="2311844" y="1917401"/>
                      <a:pt x="2269108" y="1802784"/>
                      <a:pt x="2195589" y="1722879"/>
                    </a:cubicBezTo>
                    <a:cubicBezTo>
                      <a:pt x="2210817" y="1709780"/>
                      <a:pt x="2225390" y="1696026"/>
                      <a:pt x="2239471" y="1681617"/>
                    </a:cubicBezTo>
                    <a:cubicBezTo>
                      <a:pt x="2342791" y="1575841"/>
                      <a:pt x="2420567" y="1436826"/>
                      <a:pt x="2444309" y="1284221"/>
                    </a:cubicBezTo>
                    <a:close/>
                  </a:path>
                </a:pathLst>
              </a:custGeom>
              <a:solidFill>
                <a:schemeClr val="accent1">
                  <a:alpha val="15000"/>
                </a:schemeClr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7990c99e-2e78-40c7-b055-b5d074d00fa2" id="48" name="shaape1">
                <a:extLst>
                  <a:ext uri="{FF2B5EF4-FFF2-40B4-BE49-F238E27FC236}">
                    <a16:creationId id="{3CC7A9EC-53BB-FF8C-3138-8F016B22D607}"/>
                  </a:ext>
                </a:extLst>
              </p:cNvPr>
              <p:cNvSpPr/>
              <p:nvPr/>
            </p:nvSpPr>
            <p:spPr>
              <a:xfrm flipV="false" flipH="false">
                <a:off x="3057275" y="3570922"/>
                <a:ext cx="138940" cy="149067"/>
              </a:xfrm>
              <a:custGeom>
                <a:avLst/>
                <a:gdLst>
                  <a:gd fmla="*/ 90904 w 172580" name="connsiteX0"/>
                  <a:gd fmla="*/ 137722 h 185159" name="connsiteY0"/>
                  <a:gd fmla="*/ 91887 w 172580" name="connsiteX1"/>
                  <a:gd fmla="*/ 129044 h 185159" name="connsiteY1"/>
                  <a:gd fmla="*/ 96144 w 172580" name="connsiteX2"/>
                  <a:gd fmla="*/ 118401 h 185159" name="connsiteY2"/>
                  <a:gd fmla="*/ 101056 w 172580" name="connsiteX3"/>
                  <a:gd fmla="*/ 107758 h 185159" name="connsiteY3"/>
                  <a:gd fmla="*/ 104658 w 172580" name="connsiteX4"/>
                  <a:gd fmla="*/ 98916 h 185159" name="connsiteY4"/>
                  <a:gd fmla="*/ 110225 w 172580" name="connsiteX5"/>
                  <a:gd fmla="*/ 77466 h 185159" name="connsiteY5"/>
                  <a:gd fmla="*/ 111372 w 172580" name="connsiteX6"/>
                  <a:gd fmla="*/ 58472 h 185159" name="connsiteY6"/>
                  <a:gd fmla="*/ 109734 w 172580" name="connsiteX7"/>
                  <a:gd fmla="*/ 39315 h 185159" name="connsiteY7"/>
                  <a:gd fmla="*/ 107933 w 172580" name="connsiteX8"/>
                  <a:gd fmla="*/ 17701 h 185159" name="connsiteY8"/>
                  <a:gd fmla="*/ 111044 w 172580" name="connsiteX9"/>
                  <a:gd fmla="*/ 6403 h 185159" name="connsiteY9"/>
                  <a:gd fmla="*/ 121687 w 172580" name="connsiteX10"/>
                  <a:gd fmla="*/ 1655 h 185159" name="connsiteY10"/>
                  <a:gd fmla="*/ 152798 w 172580" name="connsiteX11"/>
                  <a:gd fmla="*/ 3128 h 185159" name="connsiteY11"/>
                  <a:gd fmla="*/ 169008 w 172580" name="connsiteX12"/>
                  <a:gd fmla="*/ 28835 h 185159" name="connsiteY12"/>
                  <a:gd fmla="*/ 171136 w 172580" name="connsiteX13"/>
                  <a:gd fmla="*/ 85489 h 185159" name="connsiteY13"/>
                  <a:gd fmla="*/ 155745 w 172580" name="connsiteX14"/>
                  <a:gd fmla="*/ 139523 h 185159" name="connsiteY14"/>
                  <a:gd fmla="*/ 152634 w 172580" name="connsiteX15"/>
                  <a:gd fmla="*/ 147219 h 185159" name="connsiteY15"/>
                  <a:gd fmla="*/ 148213 w 172580" name="connsiteX16"/>
                  <a:gd fmla="*/ 155406 h 185159" name="connsiteY16"/>
                  <a:gd fmla="*/ 142646 w 172580" name="connsiteX17"/>
                  <a:gd fmla="*/ 162446 h 185159" name="connsiteY17"/>
                  <a:gd fmla="*/ 135769 w 172580" name="connsiteX18"/>
                  <a:gd fmla="*/ 166213 h 185159" name="connsiteY18"/>
                  <a:gd fmla="*/ 123325 w 172580" name="connsiteX19"/>
                  <a:gd fmla="*/ 164739 h 185159" name="connsiteY19"/>
                  <a:gd fmla="*/ 109079 w 172580" name="connsiteX20"/>
                  <a:gd fmla="*/ 158026 h 185159" name="connsiteY20"/>
                  <a:gd fmla="*/ 97126 w 172580" name="connsiteX21"/>
                  <a:gd fmla="*/ 148201 h 185159" name="connsiteY21"/>
                  <a:gd fmla="*/ 90904 w 172580" name="connsiteX22"/>
                  <a:gd fmla="*/ 137722 h 185159" name="connsiteY22"/>
                  <a:gd fmla="*/ 193 w 172580" name="connsiteX23"/>
                  <a:gd fmla="*/ 156388 h 185159" name="connsiteY23"/>
                  <a:gd fmla="*/ 1175 w 172580" name="connsiteX24"/>
                  <a:gd fmla="*/ 147710 h 185159" name="connsiteY24"/>
                  <a:gd fmla="*/ 5432 w 172580" name="connsiteX25"/>
                  <a:gd fmla="*/ 137067 h 185159" name="connsiteY25"/>
                  <a:gd fmla="*/ 10345 w 172580" name="connsiteX26"/>
                  <a:gd fmla="*/ 126424 h 185159" name="connsiteY26"/>
                  <a:gd fmla="*/ 13947 w 172580" name="connsiteX27"/>
                  <a:gd fmla="*/ 117582 h 185159" name="connsiteY27"/>
                  <a:gd fmla="*/ 19514 w 172580" name="connsiteX28"/>
                  <a:gd fmla="*/ 96132 h 185159" name="connsiteY28"/>
                  <a:gd fmla="*/ 20660 w 172580" name="connsiteX29"/>
                  <a:gd fmla="*/ 77138 h 185159" name="connsiteY29"/>
                  <a:gd fmla="*/ 19023 w 172580" name="connsiteX30"/>
                  <a:gd fmla="*/ 57981 h 185159" name="connsiteY30"/>
                  <a:gd fmla="*/ 17222 w 172580" name="connsiteX31"/>
                  <a:gd fmla="*/ 36367 h 185159" name="connsiteY31"/>
                  <a:gd fmla="*/ 20333 w 172580" name="connsiteX32"/>
                  <a:gd fmla="*/ 25069 h 185159" name="connsiteY32"/>
                  <a:gd fmla="*/ 30976 w 172580" name="connsiteX33"/>
                  <a:gd fmla="*/ 20321 h 185159" name="connsiteY33"/>
                  <a:gd fmla="*/ 62086 w 172580" name="connsiteX34"/>
                  <a:gd fmla="*/ 21795 h 185159" name="connsiteY34"/>
                  <a:gd fmla="*/ 78296 w 172580" name="connsiteX35"/>
                  <a:gd fmla="*/ 47502 h 185159" name="connsiteY35"/>
                  <a:gd fmla="*/ 80425 w 172580" name="connsiteX36"/>
                  <a:gd fmla="*/ 104155 h 185159" name="connsiteY36"/>
                  <a:gd fmla="*/ 65033 w 172580" name="connsiteX37"/>
                  <a:gd fmla="*/ 158189 h 185159" name="connsiteY37"/>
                  <a:gd fmla="*/ 61922 w 172580" name="connsiteX38"/>
                  <a:gd fmla="*/ 165885 h 185159" name="connsiteY38"/>
                  <a:gd fmla="*/ 57501 w 172580" name="connsiteX39"/>
                  <a:gd fmla="*/ 174072 h 185159" name="connsiteY39"/>
                  <a:gd fmla="*/ 51934 w 172580" name="connsiteX40"/>
                  <a:gd fmla="*/ 181113 h 185159" name="connsiteY40"/>
                  <a:gd fmla="*/ 45057 w 172580" name="connsiteX41"/>
                  <a:gd fmla="*/ 184879 h 185159" name="connsiteY41"/>
                  <a:gd fmla="*/ 32613 w 172580" name="connsiteX42"/>
                  <a:gd fmla="*/ 183405 h 185159" name="connsiteY42"/>
                  <a:gd fmla="*/ 18368 w 172580" name="connsiteX43"/>
                  <a:gd fmla="*/ 176692 h 185159" name="connsiteY43"/>
                  <a:gd fmla="*/ 6415 w 172580" name="connsiteX44"/>
                  <a:gd fmla="*/ 166867 h 185159" name="connsiteY44"/>
                  <a:gd fmla="*/ 193 w 172580" name="connsiteX45"/>
                  <a:gd fmla="*/ 156388 h 185159" name="connsiteY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b="b" l="l" r="r" t="t"/>
                <a:pathLst>
                  <a:path h="185159" w="172580">
                    <a:moveTo>
                      <a:pt x="90904" y="137722"/>
                    </a:moveTo>
                    <a:cubicBezTo>
                      <a:pt x="90413" y="135266"/>
                      <a:pt x="90904" y="132319"/>
                      <a:pt x="91887" y="129044"/>
                    </a:cubicBezTo>
                    <a:cubicBezTo>
                      <a:pt x="93033" y="125605"/>
                      <a:pt x="94506" y="122167"/>
                      <a:pt x="96144" y="118401"/>
                    </a:cubicBezTo>
                    <a:cubicBezTo>
                      <a:pt x="97781" y="114799"/>
                      <a:pt x="99419" y="111196"/>
                      <a:pt x="101056" y="107758"/>
                    </a:cubicBezTo>
                    <a:cubicBezTo>
                      <a:pt x="102693" y="104319"/>
                      <a:pt x="103840" y="101372"/>
                      <a:pt x="104658" y="98916"/>
                    </a:cubicBezTo>
                    <a:cubicBezTo>
                      <a:pt x="107442" y="91056"/>
                      <a:pt x="109243" y="83852"/>
                      <a:pt x="110225" y="77466"/>
                    </a:cubicBezTo>
                    <a:cubicBezTo>
                      <a:pt x="111044" y="70916"/>
                      <a:pt x="111535" y="64694"/>
                      <a:pt x="111372" y="58472"/>
                    </a:cubicBezTo>
                    <a:cubicBezTo>
                      <a:pt x="111372" y="52414"/>
                      <a:pt x="110717" y="46028"/>
                      <a:pt x="109734" y="39315"/>
                    </a:cubicBezTo>
                    <a:cubicBezTo>
                      <a:pt x="108916" y="32765"/>
                      <a:pt x="108261" y="25561"/>
                      <a:pt x="107933" y="17701"/>
                    </a:cubicBezTo>
                    <a:cubicBezTo>
                      <a:pt x="107442" y="12461"/>
                      <a:pt x="108588" y="8695"/>
                      <a:pt x="111044" y="6403"/>
                    </a:cubicBezTo>
                    <a:cubicBezTo>
                      <a:pt x="113500" y="4111"/>
                      <a:pt x="117103" y="2473"/>
                      <a:pt x="121687" y="1655"/>
                    </a:cubicBezTo>
                    <a:cubicBezTo>
                      <a:pt x="134459" y="-965"/>
                      <a:pt x="144774" y="-474"/>
                      <a:pt x="152798" y="3128"/>
                    </a:cubicBezTo>
                    <a:cubicBezTo>
                      <a:pt x="160821" y="6731"/>
                      <a:pt x="166224" y="15245"/>
                      <a:pt x="169008" y="28835"/>
                    </a:cubicBezTo>
                    <a:cubicBezTo>
                      <a:pt x="172938" y="47829"/>
                      <a:pt x="173593" y="66823"/>
                      <a:pt x="171136" y="85489"/>
                    </a:cubicBezTo>
                    <a:cubicBezTo>
                      <a:pt x="168680" y="104155"/>
                      <a:pt x="163605" y="122167"/>
                      <a:pt x="155745" y="139523"/>
                    </a:cubicBezTo>
                    <a:cubicBezTo>
                      <a:pt x="154926" y="141815"/>
                      <a:pt x="153944" y="144435"/>
                      <a:pt x="152634" y="147219"/>
                    </a:cubicBezTo>
                    <a:cubicBezTo>
                      <a:pt x="151324" y="150002"/>
                      <a:pt x="149850" y="152786"/>
                      <a:pt x="148213" y="155406"/>
                    </a:cubicBezTo>
                    <a:cubicBezTo>
                      <a:pt x="146576" y="158189"/>
                      <a:pt x="144611" y="160482"/>
                      <a:pt x="142646" y="162446"/>
                    </a:cubicBezTo>
                    <a:cubicBezTo>
                      <a:pt x="140517" y="164412"/>
                      <a:pt x="138225" y="165721"/>
                      <a:pt x="135769" y="166213"/>
                    </a:cubicBezTo>
                    <a:cubicBezTo>
                      <a:pt x="132494" y="166867"/>
                      <a:pt x="128401" y="166376"/>
                      <a:pt x="123325" y="164739"/>
                    </a:cubicBezTo>
                    <a:cubicBezTo>
                      <a:pt x="118412" y="163102"/>
                      <a:pt x="113664" y="160809"/>
                      <a:pt x="109079" y="158026"/>
                    </a:cubicBezTo>
                    <a:cubicBezTo>
                      <a:pt x="104495" y="155242"/>
                      <a:pt x="100565" y="151967"/>
                      <a:pt x="97126" y="148201"/>
                    </a:cubicBezTo>
                    <a:cubicBezTo>
                      <a:pt x="93688" y="144435"/>
                      <a:pt x="91559" y="140997"/>
                      <a:pt x="90904" y="137722"/>
                    </a:cubicBezTo>
                    <a:close/>
                    <a:moveTo>
                      <a:pt x="193" y="156388"/>
                    </a:moveTo>
                    <a:cubicBezTo>
                      <a:pt x="-299" y="153932"/>
                      <a:pt x="193" y="150985"/>
                      <a:pt x="1175" y="147710"/>
                    </a:cubicBezTo>
                    <a:cubicBezTo>
                      <a:pt x="2321" y="144272"/>
                      <a:pt x="3795" y="140833"/>
                      <a:pt x="5432" y="137067"/>
                    </a:cubicBezTo>
                    <a:cubicBezTo>
                      <a:pt x="7070" y="133465"/>
                      <a:pt x="8707" y="129863"/>
                      <a:pt x="10345" y="126424"/>
                    </a:cubicBezTo>
                    <a:cubicBezTo>
                      <a:pt x="11982" y="122985"/>
                      <a:pt x="13128" y="120038"/>
                      <a:pt x="13947" y="117582"/>
                    </a:cubicBezTo>
                    <a:cubicBezTo>
                      <a:pt x="16730" y="109723"/>
                      <a:pt x="18531" y="102518"/>
                      <a:pt x="19514" y="96132"/>
                    </a:cubicBezTo>
                    <a:cubicBezTo>
                      <a:pt x="20333" y="89583"/>
                      <a:pt x="20824" y="83360"/>
                      <a:pt x="20660" y="77138"/>
                    </a:cubicBezTo>
                    <a:cubicBezTo>
                      <a:pt x="20660" y="71080"/>
                      <a:pt x="20005" y="64694"/>
                      <a:pt x="19023" y="57981"/>
                    </a:cubicBezTo>
                    <a:cubicBezTo>
                      <a:pt x="18204" y="51431"/>
                      <a:pt x="17549" y="44227"/>
                      <a:pt x="17222" y="36367"/>
                    </a:cubicBezTo>
                    <a:cubicBezTo>
                      <a:pt x="16730" y="31128"/>
                      <a:pt x="17876" y="27362"/>
                      <a:pt x="20333" y="25069"/>
                    </a:cubicBezTo>
                    <a:cubicBezTo>
                      <a:pt x="22789" y="22777"/>
                      <a:pt x="26391" y="21140"/>
                      <a:pt x="30976" y="20321"/>
                    </a:cubicBezTo>
                    <a:cubicBezTo>
                      <a:pt x="43747" y="17701"/>
                      <a:pt x="54063" y="18192"/>
                      <a:pt x="62086" y="21795"/>
                    </a:cubicBezTo>
                    <a:cubicBezTo>
                      <a:pt x="70109" y="25397"/>
                      <a:pt x="75513" y="33911"/>
                      <a:pt x="78296" y="47502"/>
                    </a:cubicBezTo>
                    <a:cubicBezTo>
                      <a:pt x="82226" y="66495"/>
                      <a:pt x="82881" y="85489"/>
                      <a:pt x="80425" y="104155"/>
                    </a:cubicBezTo>
                    <a:cubicBezTo>
                      <a:pt x="77969" y="122822"/>
                      <a:pt x="72893" y="140833"/>
                      <a:pt x="65033" y="158189"/>
                    </a:cubicBezTo>
                    <a:cubicBezTo>
                      <a:pt x="64215" y="160482"/>
                      <a:pt x="63232" y="163102"/>
                      <a:pt x="61922" y="165885"/>
                    </a:cubicBezTo>
                    <a:cubicBezTo>
                      <a:pt x="60612" y="168669"/>
                      <a:pt x="59139" y="171452"/>
                      <a:pt x="57501" y="174072"/>
                    </a:cubicBezTo>
                    <a:cubicBezTo>
                      <a:pt x="55864" y="176856"/>
                      <a:pt x="53899" y="179148"/>
                      <a:pt x="51934" y="181113"/>
                    </a:cubicBezTo>
                    <a:cubicBezTo>
                      <a:pt x="49806" y="183078"/>
                      <a:pt x="47513" y="184388"/>
                      <a:pt x="45057" y="184879"/>
                    </a:cubicBezTo>
                    <a:cubicBezTo>
                      <a:pt x="41782" y="185534"/>
                      <a:pt x="37689" y="185043"/>
                      <a:pt x="32613" y="183405"/>
                    </a:cubicBezTo>
                    <a:cubicBezTo>
                      <a:pt x="27701" y="181768"/>
                      <a:pt x="22953" y="179475"/>
                      <a:pt x="18368" y="176692"/>
                    </a:cubicBezTo>
                    <a:cubicBezTo>
                      <a:pt x="13783" y="173908"/>
                      <a:pt x="9853" y="170633"/>
                      <a:pt x="6415" y="166867"/>
                    </a:cubicBezTo>
                    <a:cubicBezTo>
                      <a:pt x="2976" y="163102"/>
                      <a:pt x="848" y="159663"/>
                      <a:pt x="193" y="156388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075c1b00-f455-4745-9268-bed88597823f" id="49" name="Shape1">
                <a:extLst>
                  <a:ext uri="{FF2B5EF4-FFF2-40B4-BE49-F238E27FC236}">
                    <a16:creationId id="{CD2A17BA-6B46-428E-5A84-E858EDEED0D3}"/>
                  </a:ext>
                </a:extLst>
              </p:cNvPr>
              <p:cNvSpPr/>
              <p:nvPr/>
            </p:nvSpPr>
            <p:spPr>
              <a:xfrm flipV="false" flipH="false">
                <a:off x="793422" y="1713117"/>
                <a:ext cx="138940" cy="149067"/>
              </a:xfrm>
              <a:custGeom>
                <a:avLst/>
                <a:gdLst>
                  <a:gd fmla="*/ 81677 w 172580" name="connsiteX0"/>
                  <a:gd fmla="*/ 47438 h 185159" name="connsiteY0"/>
                  <a:gd fmla="*/ 80694 w 172580" name="connsiteX1"/>
                  <a:gd fmla="*/ 56116 h 185159" name="connsiteY1"/>
                  <a:gd fmla="*/ 76437 w 172580" name="connsiteX2"/>
                  <a:gd fmla="*/ 66759 h 185159" name="connsiteY2"/>
                  <a:gd fmla="*/ 71525 w 172580" name="connsiteX3"/>
                  <a:gd fmla="*/ 77402 h 185159" name="connsiteY3"/>
                  <a:gd fmla="*/ 67922 w 172580" name="connsiteX4"/>
                  <a:gd fmla="*/ 86244 h 185159" name="connsiteY4"/>
                  <a:gd fmla="*/ 62355 w 172580" name="connsiteX5"/>
                  <a:gd fmla="*/ 107694 h 185159" name="connsiteY5"/>
                  <a:gd fmla="*/ 61209 w 172580" name="connsiteX6"/>
                  <a:gd fmla="*/ 126687 h 185159" name="connsiteY6"/>
                  <a:gd fmla="*/ 62847 w 172580" name="connsiteX7"/>
                  <a:gd fmla="*/ 145845 h 185159" name="connsiteY7"/>
                  <a:gd fmla="*/ 64648 w 172580" name="connsiteX8"/>
                  <a:gd fmla="*/ 167458 h 185159" name="connsiteY8"/>
                  <a:gd fmla="*/ 61537 w 172580" name="connsiteX9"/>
                  <a:gd fmla="*/ 178756 h 185159" name="connsiteY9"/>
                  <a:gd fmla="*/ 50894 w 172580" name="connsiteX10"/>
                  <a:gd fmla="*/ 183505 h 185159" name="connsiteY10"/>
                  <a:gd fmla="*/ 19783 w 172580" name="connsiteX11"/>
                  <a:gd fmla="*/ 182031 h 185159" name="connsiteY11"/>
                  <a:gd fmla="*/ 3573 w 172580" name="connsiteX12"/>
                  <a:gd fmla="*/ 156324 h 185159" name="connsiteY12"/>
                  <a:gd fmla="*/ 1444 w 172580" name="connsiteX13"/>
                  <a:gd fmla="*/ 99670 h 185159" name="connsiteY13"/>
                  <a:gd fmla="*/ 16836 w 172580" name="connsiteX14"/>
                  <a:gd fmla="*/ 45636 h 185159" name="connsiteY14"/>
                  <a:gd fmla="*/ 19947 w 172580" name="connsiteX15"/>
                  <a:gd fmla="*/ 37941 h 185159" name="connsiteY15"/>
                  <a:gd fmla="*/ 24368 w 172580" name="connsiteX16"/>
                  <a:gd fmla="*/ 29754 h 185159" name="connsiteY16"/>
                  <a:gd fmla="*/ 29935 w 172580" name="connsiteX17"/>
                  <a:gd fmla="*/ 22713 h 185159" name="connsiteY17"/>
                  <a:gd fmla="*/ 36812 w 172580" name="connsiteX18"/>
                  <a:gd fmla="*/ 18947 h 185159" name="connsiteY18"/>
                  <a:gd fmla="*/ 49256 w 172580" name="connsiteX19"/>
                  <a:gd fmla="*/ 20421 h 185159" name="connsiteY19"/>
                  <a:gd fmla="*/ 63502 w 172580" name="connsiteX20"/>
                  <a:gd fmla="*/ 27134 h 185159" name="connsiteY20"/>
                  <a:gd fmla="*/ 75455 w 172580" name="connsiteX21"/>
                  <a:gd fmla="*/ 36958 h 185159" name="connsiteY21"/>
                  <a:gd fmla="*/ 81677 w 172580" name="connsiteX22"/>
                  <a:gd fmla="*/ 47438 h 185159" name="connsiteY22"/>
                  <a:gd fmla="*/ 172388 w 172580" name="connsiteX23"/>
                  <a:gd fmla="*/ 28771 h 185159" name="connsiteY23"/>
                  <a:gd fmla="*/ 171406 w 172580" name="connsiteX24"/>
                  <a:gd fmla="*/ 37449 h 185159" name="connsiteY24"/>
                  <a:gd fmla="*/ 167149 w 172580" name="connsiteX25"/>
                  <a:gd fmla="*/ 48093 h 185159" name="connsiteY25"/>
                  <a:gd fmla="*/ 162236 w 172580" name="connsiteX26"/>
                  <a:gd fmla="*/ 58736 h 185159" name="connsiteY26"/>
                  <a:gd fmla="*/ 158634 w 172580" name="connsiteX27"/>
                  <a:gd fmla="*/ 67578 h 185159" name="connsiteY27"/>
                  <a:gd fmla="*/ 153067 w 172580" name="connsiteX28"/>
                  <a:gd fmla="*/ 89027 h 185159" name="connsiteY28"/>
                  <a:gd fmla="*/ 151921 w 172580" name="connsiteX29"/>
                  <a:gd fmla="*/ 108021 h 185159" name="connsiteY29"/>
                  <a:gd fmla="*/ 153558 w 172580" name="connsiteX30"/>
                  <a:gd fmla="*/ 127179 h 185159" name="connsiteY30"/>
                  <a:gd fmla="*/ 155359 w 172580" name="connsiteX31"/>
                  <a:gd fmla="*/ 148792 h 185159" name="connsiteY31"/>
                  <a:gd fmla="*/ 152248 w 172580" name="connsiteX32"/>
                  <a:gd fmla="*/ 160090 h 185159" name="connsiteY32"/>
                  <a:gd fmla="*/ 141605 w 172580" name="connsiteX33"/>
                  <a:gd fmla="*/ 164839 h 185159" name="connsiteY33"/>
                  <a:gd fmla="*/ 110495 w 172580" name="connsiteX34"/>
                  <a:gd fmla="*/ 163365 h 185159" name="connsiteY34"/>
                  <a:gd fmla="*/ 94285 w 172580" name="connsiteX35"/>
                  <a:gd fmla="*/ 137658 h 185159" name="connsiteY35"/>
                  <a:gd fmla="*/ 92156 w 172580" name="connsiteX36"/>
                  <a:gd fmla="*/ 81004 h 185159" name="connsiteY36"/>
                  <a:gd fmla="*/ 107547 w 172580" name="connsiteX37"/>
                  <a:gd fmla="*/ 26970 h 185159" name="connsiteY37"/>
                  <a:gd fmla="*/ 110658 w 172580" name="connsiteX38"/>
                  <a:gd fmla="*/ 19274 h 185159" name="connsiteY38"/>
                  <a:gd fmla="*/ 115079 w 172580" name="connsiteX39"/>
                  <a:gd fmla="*/ 11087 h 185159" name="connsiteY39"/>
                  <a:gd fmla="*/ 120647 w 172580" name="connsiteX40"/>
                  <a:gd fmla="*/ 4047 h 185159" name="connsiteY40"/>
                  <a:gd fmla="*/ 127524 w 172580" name="connsiteX41"/>
                  <a:gd fmla="*/ 281 h 185159" name="connsiteY41"/>
                  <a:gd fmla="*/ 139968 w 172580" name="connsiteX42"/>
                  <a:gd fmla="*/ 1754 h 185159" name="connsiteY42"/>
                  <a:gd fmla="*/ 154213 w 172580" name="connsiteX43"/>
                  <a:gd fmla="*/ 8468 h 185159" name="connsiteY43"/>
                  <a:gd fmla="*/ 166166 w 172580" name="connsiteX44"/>
                  <a:gd fmla="*/ 18292 h 185159" name="connsiteY44"/>
                  <a:gd fmla="*/ 172388 w 172580" name="connsiteX45"/>
                  <a:gd fmla="*/ 28771 h 185159" name="connsiteY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b="b" l="l" r="r" t="t"/>
                <a:pathLst>
                  <a:path h="185159" w="172580">
                    <a:moveTo>
                      <a:pt x="81677" y="47438"/>
                    </a:moveTo>
                    <a:cubicBezTo>
                      <a:pt x="82168" y="49894"/>
                      <a:pt x="81677" y="52841"/>
                      <a:pt x="80694" y="56116"/>
                    </a:cubicBezTo>
                    <a:cubicBezTo>
                      <a:pt x="79548" y="59554"/>
                      <a:pt x="78074" y="62993"/>
                      <a:pt x="76437" y="66759"/>
                    </a:cubicBezTo>
                    <a:cubicBezTo>
                      <a:pt x="74800" y="70361"/>
                      <a:pt x="73162" y="73963"/>
                      <a:pt x="71525" y="77402"/>
                    </a:cubicBezTo>
                    <a:cubicBezTo>
                      <a:pt x="69887" y="80840"/>
                      <a:pt x="68741" y="83788"/>
                      <a:pt x="67922" y="86244"/>
                    </a:cubicBezTo>
                    <a:cubicBezTo>
                      <a:pt x="65139" y="94103"/>
                      <a:pt x="63338" y="101308"/>
                      <a:pt x="62355" y="107694"/>
                    </a:cubicBezTo>
                    <a:cubicBezTo>
                      <a:pt x="61537" y="114243"/>
                      <a:pt x="61045" y="120465"/>
                      <a:pt x="61209" y="126687"/>
                    </a:cubicBezTo>
                    <a:cubicBezTo>
                      <a:pt x="61209" y="132746"/>
                      <a:pt x="61864" y="139132"/>
                      <a:pt x="62847" y="145845"/>
                    </a:cubicBezTo>
                    <a:cubicBezTo>
                      <a:pt x="63665" y="152394"/>
                      <a:pt x="64320" y="159599"/>
                      <a:pt x="64648" y="167458"/>
                    </a:cubicBezTo>
                    <a:cubicBezTo>
                      <a:pt x="65139" y="172698"/>
                      <a:pt x="63993" y="176464"/>
                      <a:pt x="61537" y="178756"/>
                    </a:cubicBezTo>
                    <a:cubicBezTo>
                      <a:pt x="59081" y="181049"/>
                      <a:pt x="55478" y="182686"/>
                      <a:pt x="50894" y="183505"/>
                    </a:cubicBezTo>
                    <a:cubicBezTo>
                      <a:pt x="38122" y="186125"/>
                      <a:pt x="27806" y="185634"/>
                      <a:pt x="19783" y="182031"/>
                    </a:cubicBezTo>
                    <a:cubicBezTo>
                      <a:pt x="11760" y="178429"/>
                      <a:pt x="6357" y="169915"/>
                      <a:pt x="3573" y="156324"/>
                    </a:cubicBezTo>
                    <a:cubicBezTo>
                      <a:pt x="-357" y="137330"/>
                      <a:pt x="-1012" y="118337"/>
                      <a:pt x="1444" y="99670"/>
                    </a:cubicBezTo>
                    <a:cubicBezTo>
                      <a:pt x="3900" y="81004"/>
                      <a:pt x="8976" y="62993"/>
                      <a:pt x="16836" y="45636"/>
                    </a:cubicBezTo>
                    <a:cubicBezTo>
                      <a:pt x="17655" y="43344"/>
                      <a:pt x="18637" y="40724"/>
                      <a:pt x="19947" y="37941"/>
                    </a:cubicBezTo>
                    <a:cubicBezTo>
                      <a:pt x="21257" y="35157"/>
                      <a:pt x="22730" y="32374"/>
                      <a:pt x="24368" y="29754"/>
                    </a:cubicBezTo>
                    <a:cubicBezTo>
                      <a:pt x="26005" y="26970"/>
                      <a:pt x="27970" y="24678"/>
                      <a:pt x="29935" y="22713"/>
                    </a:cubicBezTo>
                    <a:cubicBezTo>
                      <a:pt x="32064" y="20748"/>
                      <a:pt x="34356" y="19438"/>
                      <a:pt x="36812" y="18947"/>
                    </a:cubicBezTo>
                    <a:cubicBezTo>
                      <a:pt x="40087" y="18292"/>
                      <a:pt x="44180" y="18783"/>
                      <a:pt x="49256" y="20421"/>
                    </a:cubicBezTo>
                    <a:cubicBezTo>
                      <a:pt x="54168" y="22058"/>
                      <a:pt x="58917" y="24350"/>
                      <a:pt x="63502" y="27134"/>
                    </a:cubicBezTo>
                    <a:cubicBezTo>
                      <a:pt x="68086" y="29918"/>
                      <a:pt x="72016" y="33192"/>
                      <a:pt x="75455" y="36958"/>
                    </a:cubicBezTo>
                    <a:cubicBezTo>
                      <a:pt x="78893" y="40724"/>
                      <a:pt x="81022" y="44163"/>
                      <a:pt x="81677" y="47438"/>
                    </a:cubicBezTo>
                    <a:close/>
                    <a:moveTo>
                      <a:pt x="172388" y="28771"/>
                    </a:moveTo>
                    <a:cubicBezTo>
                      <a:pt x="172879" y="31227"/>
                      <a:pt x="172388" y="34175"/>
                      <a:pt x="171406" y="37449"/>
                    </a:cubicBezTo>
                    <a:cubicBezTo>
                      <a:pt x="170260" y="40888"/>
                      <a:pt x="168786" y="44327"/>
                      <a:pt x="167149" y="48093"/>
                    </a:cubicBezTo>
                    <a:cubicBezTo>
                      <a:pt x="165511" y="51695"/>
                      <a:pt x="163874" y="55297"/>
                      <a:pt x="162236" y="58736"/>
                    </a:cubicBezTo>
                    <a:cubicBezTo>
                      <a:pt x="160599" y="62174"/>
                      <a:pt x="159453" y="65121"/>
                      <a:pt x="158634" y="67578"/>
                    </a:cubicBezTo>
                    <a:cubicBezTo>
                      <a:pt x="155850" y="75437"/>
                      <a:pt x="154049" y="82642"/>
                      <a:pt x="153067" y="89027"/>
                    </a:cubicBezTo>
                    <a:cubicBezTo>
                      <a:pt x="152248" y="95577"/>
                      <a:pt x="151757" y="101799"/>
                      <a:pt x="151921" y="108021"/>
                    </a:cubicBezTo>
                    <a:cubicBezTo>
                      <a:pt x="151921" y="114079"/>
                      <a:pt x="152576" y="120465"/>
                      <a:pt x="153558" y="127179"/>
                    </a:cubicBezTo>
                    <a:cubicBezTo>
                      <a:pt x="154377" y="133728"/>
                      <a:pt x="155032" y="140933"/>
                      <a:pt x="155359" y="148792"/>
                    </a:cubicBezTo>
                    <a:cubicBezTo>
                      <a:pt x="155850" y="154032"/>
                      <a:pt x="154704" y="157798"/>
                      <a:pt x="152248" y="160090"/>
                    </a:cubicBezTo>
                    <a:cubicBezTo>
                      <a:pt x="149792" y="162383"/>
                      <a:pt x="146190" y="164020"/>
                      <a:pt x="141605" y="164839"/>
                    </a:cubicBezTo>
                    <a:cubicBezTo>
                      <a:pt x="128834" y="167458"/>
                      <a:pt x="118518" y="166967"/>
                      <a:pt x="110495" y="163365"/>
                    </a:cubicBezTo>
                    <a:cubicBezTo>
                      <a:pt x="102471" y="159763"/>
                      <a:pt x="97068" y="151248"/>
                      <a:pt x="94285" y="137658"/>
                    </a:cubicBezTo>
                    <a:cubicBezTo>
                      <a:pt x="90355" y="118664"/>
                      <a:pt x="89700" y="99670"/>
                      <a:pt x="92156" y="81004"/>
                    </a:cubicBezTo>
                    <a:cubicBezTo>
                      <a:pt x="94612" y="62338"/>
                      <a:pt x="99688" y="44327"/>
                      <a:pt x="107547" y="26970"/>
                    </a:cubicBezTo>
                    <a:cubicBezTo>
                      <a:pt x="108366" y="24678"/>
                      <a:pt x="109349" y="22058"/>
                      <a:pt x="110658" y="19274"/>
                    </a:cubicBezTo>
                    <a:cubicBezTo>
                      <a:pt x="111968" y="16491"/>
                      <a:pt x="113442" y="13707"/>
                      <a:pt x="115079" y="11087"/>
                    </a:cubicBezTo>
                    <a:cubicBezTo>
                      <a:pt x="116717" y="8304"/>
                      <a:pt x="118682" y="6012"/>
                      <a:pt x="120647" y="4047"/>
                    </a:cubicBezTo>
                    <a:cubicBezTo>
                      <a:pt x="122775" y="2082"/>
                      <a:pt x="125067" y="772"/>
                      <a:pt x="127524" y="281"/>
                    </a:cubicBezTo>
                    <a:cubicBezTo>
                      <a:pt x="130798" y="-374"/>
                      <a:pt x="134892" y="117"/>
                      <a:pt x="139968" y="1754"/>
                    </a:cubicBezTo>
                    <a:cubicBezTo>
                      <a:pt x="144880" y="3392"/>
                      <a:pt x="149628" y="5684"/>
                      <a:pt x="154213" y="8468"/>
                    </a:cubicBezTo>
                    <a:cubicBezTo>
                      <a:pt x="158798" y="11251"/>
                      <a:pt x="162728" y="14526"/>
                      <a:pt x="166166" y="18292"/>
                    </a:cubicBezTo>
                    <a:cubicBezTo>
                      <a:pt x="169605" y="22058"/>
                      <a:pt x="171733" y="25497"/>
                      <a:pt x="172388" y="28771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06795b6a-8f2c-409a-ab15-ff2a5a516b51" id="50" name="Bullet1">
                <a:extLst>
                  <a:ext uri="{FF2B5EF4-FFF2-40B4-BE49-F238E27FC236}">
                    <a16:creationId id="{6B7C07A8-06F5-972B-37F6-2191139CCF2E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844122" y="1958723"/>
                <a:ext cx="2352091" cy="811466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软毛刷清洁</a:t>
                </a:r>
              </a:p>
            </p:txBody>
          </p:sp>
          <p:sp>
            <p:nvSpPr>
              <p:cNvPr descr="30a83303-1d6e-4bc9-ae66-3c0d8dac5bb6" id="51" name="Text1">
                <a:extLst>
                  <a:ext uri="{FF2B5EF4-FFF2-40B4-BE49-F238E27FC236}">
                    <a16:creationId id="{95C8D16D-D18A-1738-2989-56BA1BCB24DC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844127" y="2770189"/>
                <a:ext cx="2352090" cy="81146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使用软毛刷仔细清洁趾缝，保持趾缝干燥。</a:t>
                </a:r>
              </a:p>
            </p:txBody>
          </p:sp>
        </p:grpSp>
        <p:sp>
          <p:nvSpPr>
            <p:cNvPr descr="15a8f16c-5fbc-46c0-b508-ec3800326db3" id="4" name="Title">
              <a:extLst>
                <a:ext uri="{FF2B5EF4-FFF2-40B4-BE49-F238E27FC236}">
                  <a16:creationId id="{801B8360-0C64-1B7E-4B85-18CE48759247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660400" y="1130301"/>
              <a:ext cx="10858500" cy="46283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anchorCtr="0" bIns="45720" lIns="91440" rIns="91440" rtlCol="0" tIns="45720" wrap="square">
              <a:normAutofit lnSpcReduction="10000"/>
            </a:bodyPr>
            <a:lstStyle/>
            <a:p>
              <a:pPr algn="ctr">
                <a:lnSpc>
                  <a:spcPct val="108000"/>
                </a:lnSpc>
              </a:pPr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针对不同异常的具体处理方法</a:t>
              </a:r>
            </a:p>
          </p:txBody>
        </p:sp>
        <p:grpSp>
          <p:nvGrpSpPr>
            <p:cNvPr descr="05438a72-fe0d-4a2e-bffd-d571ca09ff28" id="5" name="组合 4">
              <a:extLst>
                <a:ext uri="{FF2B5EF4-FFF2-40B4-BE49-F238E27FC236}">
                  <a16:creationId id="{3D72CBC0-F9A7-57F4-6311-71A632CAF6C6}"/>
                </a:ext>
              </a:extLst>
            </p:cNvPr>
            <p:cNvGrpSpPr/>
            <p:nvPr/>
          </p:nvGrpSpPr>
          <p:grpSpPr>
            <a:xfrm>
              <a:off x="3418704" y="1823911"/>
              <a:ext cx="2583587" cy="2048237"/>
              <a:chOff x="4332550" y="1640766"/>
              <a:chExt cx="2829203" cy="2242958"/>
            </a:xfrm>
          </p:grpSpPr>
          <p:sp>
            <p:nvSpPr>
              <p:cNvPr descr="06245ca6-6b09-401c-9059-84c3cc52c574" id="42" name="ComponentBackground2">
                <a:extLst>
                  <a:ext uri="{FF2B5EF4-FFF2-40B4-BE49-F238E27FC236}">
                    <a16:creationId id="{F6CB1D35-FF4C-5D7C-C2C3-B2C748256867}"/>
                  </a:ext>
                </a:extLst>
              </p:cNvPr>
              <p:cNvSpPr/>
              <p:nvPr/>
            </p:nvSpPr>
            <p:spPr>
              <a:xfrm flipV="false" flipH="false">
                <a:off x="4332550" y="1640766"/>
                <a:ext cx="2829203" cy="2242958"/>
              </a:xfrm>
              <a:custGeom>
                <a:avLst/>
                <a:gdLst>
                  <a:gd fmla="*/ 2444309 w 2451491" name="connsiteX0"/>
                  <a:gd fmla="*/ 1284385 h 2399945" name="connsiteY0"/>
                  <a:gd fmla="*/ 2339843 w 2451491" name="connsiteX1"/>
                  <a:gd fmla="*/ 850149 h 2399945" name="connsiteY1"/>
                  <a:gd fmla="*/ 2210653 w 2451491" name="connsiteX2"/>
                  <a:gd fmla="*/ 750759 h 2399945" name="connsiteY2"/>
                  <a:gd fmla="*/ 2295306 w 2451491" name="connsiteX3"/>
                  <a:gd fmla="*/ 572283 h 2399945" name="connsiteY3"/>
                  <a:gd fmla="*/ 2099965 w 2451491" name="connsiteX4"/>
                  <a:gd fmla="*/ 153766 h 2399945" name="connsiteY4"/>
                  <a:gd fmla="*/ 1944085 w 2451491" name="connsiteX5"/>
                  <a:gd fmla="*/ 128877 h 2399945" name="connsiteY5"/>
                  <a:gd fmla="*/ 1613168 w 2451491" name="connsiteX6"/>
                  <a:gd fmla="*/ 222863 h 2399945" name="connsiteY6"/>
                  <a:gd fmla="*/ 1319584 w 2451491" name="connsiteX7"/>
                  <a:gd fmla="*/ 58306 h 2399945" name="connsiteY7"/>
                  <a:gd fmla="*/ 1049086 w 2451491" name="connsiteX8"/>
                  <a:gd fmla="*/ 182911 h 2399945" name="connsiteY8"/>
                  <a:gd fmla="*/ 895335 w 2451491" name="connsiteX9"/>
                  <a:gd fmla="*/ 41604 h 2399945" name="connsiteY9"/>
                  <a:gd fmla="*/ 513495 w 2451491" name="connsiteX10"/>
                  <a:gd fmla="*/ 40622 h 2399945" name="connsiteY10"/>
                  <a:gd fmla="*/ 317336 w 2451491" name="connsiteX11"/>
                  <a:gd fmla="*/ 197484 h 2399945" name="connsiteY11"/>
                  <a:gd fmla="*/ 274927 w 2451491" name="connsiteX12"/>
                  <a:gd fmla="*/ 327329 h 2399945" name="connsiteY12"/>
                  <a:gd fmla="*/ 232191 w 2451491" name="connsiteX13"/>
                  <a:gd fmla="*/ 336662 h 2399945" name="connsiteY13"/>
                  <a:gd fmla="*/ 25061 w 2451491" name="connsiteX14"/>
                  <a:gd fmla="*/ 564587 h 2399945" name="connsiteY14"/>
                  <a:gd fmla="*/ 8360 w 2451491" name="connsiteX15"/>
                  <a:gd fmla="*/ 757472 h 2399945" name="connsiteY15"/>
                  <a:gd fmla="*/ 82042 w 2451491" name="connsiteX16"/>
                  <a:gd fmla="*/ 889610 h 2399945" name="connsiteY16"/>
                  <a:gd fmla="*/ 23751 w 2451491" name="connsiteX17"/>
                  <a:gd fmla="*/ 1346606 h 2399945" name="connsiteY17"/>
                  <a:gd fmla="*/ 154415 w 2451491" name="connsiteX18"/>
                  <a:gd fmla="*/ 1550461 h 2399945" name="connsiteY18"/>
                  <a:gd fmla="*/ 77621 w 2451491" name="connsiteX19"/>
                  <a:gd fmla="*/ 1711745 h 2399945" name="connsiteY19"/>
                  <a:gd fmla="*/ 123305 w 2451491" name="connsiteX20"/>
                  <a:gd fmla="*/ 2000581 h 2399945" name="connsiteY20"/>
                  <a:gd fmla="*/ 307675 w 2451491" name="connsiteX21"/>
                  <a:gd fmla="*/ 2118800 h 2399945" name="connsiteY21"/>
                  <a:gd fmla="*/ 328306 w 2451491" name="connsiteX22"/>
                  <a:gd fmla="*/ 2120765 h 2399945" name="connsiteY22"/>
                  <a:gd fmla="*/ 473379 w 2451491" name="connsiteX23"/>
                  <a:gd fmla="*/ 2339193 h 2399945" name="connsiteY23"/>
                  <a:gd fmla="*/ 902867 w 2451491" name="connsiteX24"/>
                  <a:gd fmla="*/ 2317744 h 2399945" name="connsiteY24"/>
                  <a:gd fmla="*/ 992433 w 2451491" name="connsiteX25"/>
                  <a:gd fmla="*/ 2215734 h 2399945" name="connsiteY25"/>
                  <a:gd fmla="*/ 1042864 w 2451491" name="connsiteX26"/>
                  <a:gd fmla="*/ 2257160 h 2399945" name="connsiteY26"/>
                  <a:gd fmla="*/ 1383770 w 2451491" name="connsiteX27"/>
                  <a:gd fmla="*/ 2317744 h 2399945" name="connsiteY27"/>
                  <a:gd fmla="*/ 1561427 w 2451491" name="connsiteX28"/>
                  <a:gd fmla="*/ 2246517 h 2399945" name="connsiteY28"/>
                  <a:gd fmla="*/ 1585496 w 2451491" name="connsiteX29"/>
                  <a:gd fmla="*/ 2225886 h 2399945" name="connsiteY29"/>
                  <a:gd fmla="*/ 1615788 w 2451491" name="connsiteX30"/>
                  <a:gd fmla="*/ 2264856 h 2399945" name="connsiteY30"/>
                  <a:gd fmla="*/ 1787059 w 2451491" name="connsiteX31"/>
                  <a:gd fmla="*/ 2366865 h 2399945" name="connsiteY31"/>
                  <a:gd fmla="*/ 2048223 w 2451491" name="connsiteX32"/>
                  <a:gd fmla="*/ 2375543 h 2399945" name="connsiteY32"/>
                  <a:gd fmla="*/ 2303984 w 2451491" name="connsiteX33"/>
                  <a:gd fmla="*/ 2030872 h 2399945" name="connsiteY33"/>
                  <a:gd fmla="*/ 2195589 w 2451491" name="connsiteX34"/>
                  <a:gd fmla="*/ 1722879 h 2399945" name="connsiteY34"/>
                  <a:gd fmla="*/ 2239471 w 2451491" name="connsiteX35"/>
                  <a:gd fmla="*/ 1681617 h 2399945" name="connsiteY35"/>
                  <a:gd fmla="*/ 2444309 w 2451491" name="connsiteX36"/>
                  <a:gd fmla="*/ 1284221 h 2399945" name="connsiteY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b="b" l="l" r="r" t="t"/>
                <a:pathLst>
                  <a:path h="2399945" w="2451491">
                    <a:moveTo>
                      <a:pt x="2444309" y="1284385"/>
                    </a:moveTo>
                    <a:cubicBezTo>
                      <a:pt x="2467887" y="1131780"/>
                      <a:pt x="2433502" y="966240"/>
                      <a:pt x="2339843" y="850149"/>
                    </a:cubicBezTo>
                    <a:cubicBezTo>
                      <a:pt x="2305130" y="807085"/>
                      <a:pt x="2259775" y="771390"/>
                      <a:pt x="2210653" y="750759"/>
                    </a:cubicBezTo>
                    <a:cubicBezTo>
                      <a:pt x="2251424" y="699508"/>
                      <a:pt x="2281716" y="638925"/>
                      <a:pt x="2295306" y="572283"/>
                    </a:cubicBezTo>
                    <a:cubicBezTo>
                      <a:pt x="2329364" y="405597"/>
                      <a:pt x="2246348" y="213694"/>
                      <a:pt x="2099965" y="153766"/>
                    </a:cubicBezTo>
                    <a:cubicBezTo>
                      <a:pt x="2050516" y="133462"/>
                      <a:pt x="1996973" y="128058"/>
                      <a:pt x="1944085" y="128877"/>
                    </a:cubicBezTo>
                    <a:cubicBezTo>
                      <a:pt x="1828977" y="131006"/>
                      <a:pt x="1714850" y="163917"/>
                      <a:pt x="1613168" y="222863"/>
                    </a:cubicBezTo>
                    <a:cubicBezTo>
                      <a:pt x="1548655" y="121018"/>
                      <a:pt x="1434201" y="56832"/>
                      <a:pt x="1319584" y="58306"/>
                    </a:cubicBezTo>
                    <a:cubicBezTo>
                      <a:pt x="1219212" y="59615"/>
                      <a:pt x="1122605" y="107591"/>
                      <a:pt x="1049086" y="182911"/>
                    </a:cubicBezTo>
                    <a:cubicBezTo>
                      <a:pt x="1010935" y="122164"/>
                      <a:pt x="956901" y="72223"/>
                      <a:pt x="895335" y="41604"/>
                    </a:cubicBezTo>
                    <a:cubicBezTo>
                      <a:pt x="776297" y="-17342"/>
                      <a:pt x="635645" y="-9974"/>
                      <a:pt x="513495" y="40622"/>
                    </a:cubicBezTo>
                    <a:cubicBezTo>
                      <a:pt x="436538" y="72551"/>
                      <a:pt x="363183" y="122819"/>
                      <a:pt x="317336" y="197484"/>
                    </a:cubicBezTo>
                    <a:cubicBezTo>
                      <a:pt x="293757" y="235799"/>
                      <a:pt x="278693" y="281318"/>
                      <a:pt x="274927" y="327329"/>
                    </a:cubicBezTo>
                    <a:cubicBezTo>
                      <a:pt x="260354" y="329130"/>
                      <a:pt x="246109" y="332078"/>
                      <a:pt x="232191" y="336662"/>
                    </a:cubicBezTo>
                    <a:cubicBezTo>
                      <a:pt x="135094" y="368919"/>
                      <a:pt x="60592" y="460613"/>
                      <a:pt x="25061" y="564587"/>
                    </a:cubicBezTo>
                    <a:cubicBezTo>
                      <a:pt x="4102" y="625990"/>
                      <a:pt x="-4576" y="693450"/>
                      <a:pt x="8360" y="757472"/>
                    </a:cubicBezTo>
                    <a:cubicBezTo>
                      <a:pt x="18839" y="808886"/>
                      <a:pt x="44710" y="857026"/>
                      <a:pt x="82042" y="889610"/>
                    </a:cubicBezTo>
                    <a:cubicBezTo>
                      <a:pt x="2793" y="1023712"/>
                      <a:pt x="-24061" y="1195802"/>
                      <a:pt x="23751" y="1346606"/>
                    </a:cubicBezTo>
                    <a:cubicBezTo>
                      <a:pt x="48967" y="1426020"/>
                      <a:pt x="95469" y="1496591"/>
                      <a:pt x="154415" y="1550461"/>
                    </a:cubicBezTo>
                    <a:cubicBezTo>
                      <a:pt x="118884" y="1597946"/>
                      <a:pt x="91867" y="1652635"/>
                      <a:pt x="77621" y="1711745"/>
                    </a:cubicBezTo>
                    <a:cubicBezTo>
                      <a:pt x="54207" y="1809497"/>
                      <a:pt x="68288" y="1919366"/>
                      <a:pt x="123305" y="2000581"/>
                    </a:cubicBezTo>
                    <a:cubicBezTo>
                      <a:pt x="167023" y="2064766"/>
                      <a:pt x="234975" y="2108485"/>
                      <a:pt x="307675" y="2118800"/>
                    </a:cubicBezTo>
                    <a:cubicBezTo>
                      <a:pt x="314552" y="2119783"/>
                      <a:pt x="321429" y="2120438"/>
                      <a:pt x="328306" y="2120765"/>
                    </a:cubicBezTo>
                    <a:cubicBezTo>
                      <a:pt x="351230" y="2209184"/>
                      <a:pt x="402480" y="2289417"/>
                      <a:pt x="473379" y="2339193"/>
                    </a:cubicBezTo>
                    <a:cubicBezTo>
                      <a:pt x="601587" y="2429086"/>
                      <a:pt x="780390" y="2416970"/>
                      <a:pt x="902867" y="2317744"/>
                    </a:cubicBezTo>
                    <a:cubicBezTo>
                      <a:pt x="937907" y="2289417"/>
                      <a:pt x="967708" y="2254704"/>
                      <a:pt x="992433" y="2215734"/>
                    </a:cubicBezTo>
                    <a:cubicBezTo>
                      <a:pt x="1008152" y="2231289"/>
                      <a:pt x="1025017" y="2245207"/>
                      <a:pt x="1042864" y="2257160"/>
                    </a:cubicBezTo>
                    <a:cubicBezTo>
                      <a:pt x="1143073" y="2324293"/>
                      <a:pt x="1267678" y="2337720"/>
                      <a:pt x="1383770" y="2317744"/>
                    </a:cubicBezTo>
                    <a:cubicBezTo>
                      <a:pt x="1446645" y="2306937"/>
                      <a:pt x="1509194" y="2286142"/>
                      <a:pt x="1561427" y="2246517"/>
                    </a:cubicBezTo>
                    <a:cubicBezTo>
                      <a:pt x="1569777" y="2240131"/>
                      <a:pt x="1577801" y="2233254"/>
                      <a:pt x="1585496" y="2225886"/>
                    </a:cubicBezTo>
                    <a:cubicBezTo>
                      <a:pt x="1594502" y="2239804"/>
                      <a:pt x="1604654" y="2253067"/>
                      <a:pt x="1615788" y="2264856"/>
                    </a:cubicBezTo>
                    <a:cubicBezTo>
                      <a:pt x="1662618" y="2315124"/>
                      <a:pt x="1724020" y="2346562"/>
                      <a:pt x="1787059" y="2366865"/>
                    </a:cubicBezTo>
                    <a:cubicBezTo>
                      <a:pt x="1871713" y="2394046"/>
                      <a:pt x="1963407" y="2402561"/>
                      <a:pt x="2048223" y="2375543"/>
                    </a:cubicBezTo>
                    <a:cubicBezTo>
                      <a:pt x="2186419" y="2331498"/>
                      <a:pt x="2293014" y="2187735"/>
                      <a:pt x="2303984" y="2030872"/>
                    </a:cubicBezTo>
                    <a:cubicBezTo>
                      <a:pt x="2311844" y="1917401"/>
                      <a:pt x="2269108" y="1802784"/>
                      <a:pt x="2195589" y="1722879"/>
                    </a:cubicBezTo>
                    <a:cubicBezTo>
                      <a:pt x="2210817" y="1709780"/>
                      <a:pt x="2225390" y="1696026"/>
                      <a:pt x="2239471" y="1681617"/>
                    </a:cubicBezTo>
                    <a:cubicBezTo>
                      <a:pt x="2342791" y="1575841"/>
                      <a:pt x="2420567" y="1436826"/>
                      <a:pt x="2444309" y="1284221"/>
                    </a:cubicBezTo>
                    <a:close/>
                  </a:path>
                </a:pathLst>
              </a:custGeom>
              <a:solidFill>
                <a:schemeClr val="accent2">
                  <a:alpha val="15000"/>
                </a:schemeClr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2bdbff51-8ac8-452d-9706-f62c49baccb7" id="43" name="shaape2">
                <a:extLst>
                  <a:ext uri="{FF2B5EF4-FFF2-40B4-BE49-F238E27FC236}">
                    <a16:creationId id="{18AEAC63-D174-2B0B-F5B1-FD5D6893F223}"/>
                  </a:ext>
                </a:extLst>
              </p:cNvPr>
              <p:cNvSpPr/>
              <p:nvPr/>
            </p:nvSpPr>
            <p:spPr>
              <a:xfrm flipV="false" flipH="false">
                <a:off x="6729425" y="3582497"/>
                <a:ext cx="138940" cy="149067"/>
              </a:xfrm>
              <a:custGeom>
                <a:avLst/>
                <a:gdLst>
                  <a:gd fmla="*/ 90904 w 172580" name="connsiteX0"/>
                  <a:gd fmla="*/ 137722 h 185159" name="connsiteY0"/>
                  <a:gd fmla="*/ 91887 w 172580" name="connsiteX1"/>
                  <a:gd fmla="*/ 129044 h 185159" name="connsiteY1"/>
                  <a:gd fmla="*/ 96144 w 172580" name="connsiteX2"/>
                  <a:gd fmla="*/ 118401 h 185159" name="connsiteY2"/>
                  <a:gd fmla="*/ 101056 w 172580" name="connsiteX3"/>
                  <a:gd fmla="*/ 107758 h 185159" name="connsiteY3"/>
                  <a:gd fmla="*/ 104658 w 172580" name="connsiteX4"/>
                  <a:gd fmla="*/ 98916 h 185159" name="connsiteY4"/>
                  <a:gd fmla="*/ 110225 w 172580" name="connsiteX5"/>
                  <a:gd fmla="*/ 77466 h 185159" name="connsiteY5"/>
                  <a:gd fmla="*/ 111372 w 172580" name="connsiteX6"/>
                  <a:gd fmla="*/ 58472 h 185159" name="connsiteY6"/>
                  <a:gd fmla="*/ 109734 w 172580" name="connsiteX7"/>
                  <a:gd fmla="*/ 39315 h 185159" name="connsiteY7"/>
                  <a:gd fmla="*/ 107933 w 172580" name="connsiteX8"/>
                  <a:gd fmla="*/ 17701 h 185159" name="connsiteY8"/>
                  <a:gd fmla="*/ 111044 w 172580" name="connsiteX9"/>
                  <a:gd fmla="*/ 6403 h 185159" name="connsiteY9"/>
                  <a:gd fmla="*/ 121687 w 172580" name="connsiteX10"/>
                  <a:gd fmla="*/ 1655 h 185159" name="connsiteY10"/>
                  <a:gd fmla="*/ 152798 w 172580" name="connsiteX11"/>
                  <a:gd fmla="*/ 3128 h 185159" name="connsiteY11"/>
                  <a:gd fmla="*/ 169008 w 172580" name="connsiteX12"/>
                  <a:gd fmla="*/ 28835 h 185159" name="connsiteY12"/>
                  <a:gd fmla="*/ 171136 w 172580" name="connsiteX13"/>
                  <a:gd fmla="*/ 85489 h 185159" name="connsiteY13"/>
                  <a:gd fmla="*/ 155745 w 172580" name="connsiteX14"/>
                  <a:gd fmla="*/ 139523 h 185159" name="connsiteY14"/>
                  <a:gd fmla="*/ 152634 w 172580" name="connsiteX15"/>
                  <a:gd fmla="*/ 147219 h 185159" name="connsiteY15"/>
                  <a:gd fmla="*/ 148213 w 172580" name="connsiteX16"/>
                  <a:gd fmla="*/ 155406 h 185159" name="connsiteY16"/>
                  <a:gd fmla="*/ 142646 w 172580" name="connsiteX17"/>
                  <a:gd fmla="*/ 162446 h 185159" name="connsiteY17"/>
                  <a:gd fmla="*/ 135769 w 172580" name="connsiteX18"/>
                  <a:gd fmla="*/ 166213 h 185159" name="connsiteY18"/>
                  <a:gd fmla="*/ 123325 w 172580" name="connsiteX19"/>
                  <a:gd fmla="*/ 164739 h 185159" name="connsiteY19"/>
                  <a:gd fmla="*/ 109079 w 172580" name="connsiteX20"/>
                  <a:gd fmla="*/ 158026 h 185159" name="connsiteY20"/>
                  <a:gd fmla="*/ 97126 w 172580" name="connsiteX21"/>
                  <a:gd fmla="*/ 148201 h 185159" name="connsiteY21"/>
                  <a:gd fmla="*/ 90904 w 172580" name="connsiteX22"/>
                  <a:gd fmla="*/ 137722 h 185159" name="connsiteY22"/>
                  <a:gd fmla="*/ 193 w 172580" name="connsiteX23"/>
                  <a:gd fmla="*/ 156388 h 185159" name="connsiteY23"/>
                  <a:gd fmla="*/ 1175 w 172580" name="connsiteX24"/>
                  <a:gd fmla="*/ 147710 h 185159" name="connsiteY24"/>
                  <a:gd fmla="*/ 5432 w 172580" name="connsiteX25"/>
                  <a:gd fmla="*/ 137067 h 185159" name="connsiteY25"/>
                  <a:gd fmla="*/ 10345 w 172580" name="connsiteX26"/>
                  <a:gd fmla="*/ 126424 h 185159" name="connsiteY26"/>
                  <a:gd fmla="*/ 13947 w 172580" name="connsiteX27"/>
                  <a:gd fmla="*/ 117582 h 185159" name="connsiteY27"/>
                  <a:gd fmla="*/ 19514 w 172580" name="connsiteX28"/>
                  <a:gd fmla="*/ 96132 h 185159" name="connsiteY28"/>
                  <a:gd fmla="*/ 20660 w 172580" name="connsiteX29"/>
                  <a:gd fmla="*/ 77138 h 185159" name="connsiteY29"/>
                  <a:gd fmla="*/ 19023 w 172580" name="connsiteX30"/>
                  <a:gd fmla="*/ 57981 h 185159" name="connsiteY30"/>
                  <a:gd fmla="*/ 17222 w 172580" name="connsiteX31"/>
                  <a:gd fmla="*/ 36367 h 185159" name="connsiteY31"/>
                  <a:gd fmla="*/ 20333 w 172580" name="connsiteX32"/>
                  <a:gd fmla="*/ 25069 h 185159" name="connsiteY32"/>
                  <a:gd fmla="*/ 30976 w 172580" name="connsiteX33"/>
                  <a:gd fmla="*/ 20321 h 185159" name="connsiteY33"/>
                  <a:gd fmla="*/ 62086 w 172580" name="connsiteX34"/>
                  <a:gd fmla="*/ 21795 h 185159" name="connsiteY34"/>
                  <a:gd fmla="*/ 78296 w 172580" name="connsiteX35"/>
                  <a:gd fmla="*/ 47502 h 185159" name="connsiteY35"/>
                  <a:gd fmla="*/ 80425 w 172580" name="connsiteX36"/>
                  <a:gd fmla="*/ 104155 h 185159" name="connsiteY36"/>
                  <a:gd fmla="*/ 65033 w 172580" name="connsiteX37"/>
                  <a:gd fmla="*/ 158189 h 185159" name="connsiteY37"/>
                  <a:gd fmla="*/ 61922 w 172580" name="connsiteX38"/>
                  <a:gd fmla="*/ 165885 h 185159" name="connsiteY38"/>
                  <a:gd fmla="*/ 57501 w 172580" name="connsiteX39"/>
                  <a:gd fmla="*/ 174072 h 185159" name="connsiteY39"/>
                  <a:gd fmla="*/ 51934 w 172580" name="connsiteX40"/>
                  <a:gd fmla="*/ 181113 h 185159" name="connsiteY40"/>
                  <a:gd fmla="*/ 45057 w 172580" name="connsiteX41"/>
                  <a:gd fmla="*/ 184879 h 185159" name="connsiteY41"/>
                  <a:gd fmla="*/ 32613 w 172580" name="connsiteX42"/>
                  <a:gd fmla="*/ 183405 h 185159" name="connsiteY42"/>
                  <a:gd fmla="*/ 18368 w 172580" name="connsiteX43"/>
                  <a:gd fmla="*/ 176692 h 185159" name="connsiteY43"/>
                  <a:gd fmla="*/ 6415 w 172580" name="connsiteX44"/>
                  <a:gd fmla="*/ 166867 h 185159" name="connsiteY44"/>
                  <a:gd fmla="*/ 193 w 172580" name="connsiteX45"/>
                  <a:gd fmla="*/ 156388 h 185159" name="connsiteY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b="b" l="l" r="r" t="t"/>
                <a:pathLst>
                  <a:path h="185159" w="172580">
                    <a:moveTo>
                      <a:pt x="90904" y="137722"/>
                    </a:moveTo>
                    <a:cubicBezTo>
                      <a:pt x="90413" y="135266"/>
                      <a:pt x="90904" y="132319"/>
                      <a:pt x="91887" y="129044"/>
                    </a:cubicBezTo>
                    <a:cubicBezTo>
                      <a:pt x="93033" y="125605"/>
                      <a:pt x="94506" y="122167"/>
                      <a:pt x="96144" y="118401"/>
                    </a:cubicBezTo>
                    <a:cubicBezTo>
                      <a:pt x="97781" y="114799"/>
                      <a:pt x="99419" y="111196"/>
                      <a:pt x="101056" y="107758"/>
                    </a:cubicBezTo>
                    <a:cubicBezTo>
                      <a:pt x="102693" y="104319"/>
                      <a:pt x="103840" y="101372"/>
                      <a:pt x="104658" y="98916"/>
                    </a:cubicBezTo>
                    <a:cubicBezTo>
                      <a:pt x="107442" y="91056"/>
                      <a:pt x="109243" y="83852"/>
                      <a:pt x="110225" y="77466"/>
                    </a:cubicBezTo>
                    <a:cubicBezTo>
                      <a:pt x="111044" y="70916"/>
                      <a:pt x="111535" y="64694"/>
                      <a:pt x="111372" y="58472"/>
                    </a:cubicBezTo>
                    <a:cubicBezTo>
                      <a:pt x="111372" y="52414"/>
                      <a:pt x="110717" y="46028"/>
                      <a:pt x="109734" y="39315"/>
                    </a:cubicBezTo>
                    <a:cubicBezTo>
                      <a:pt x="108916" y="32765"/>
                      <a:pt x="108261" y="25561"/>
                      <a:pt x="107933" y="17701"/>
                    </a:cubicBezTo>
                    <a:cubicBezTo>
                      <a:pt x="107442" y="12461"/>
                      <a:pt x="108588" y="8695"/>
                      <a:pt x="111044" y="6403"/>
                    </a:cubicBezTo>
                    <a:cubicBezTo>
                      <a:pt x="113500" y="4111"/>
                      <a:pt x="117103" y="2473"/>
                      <a:pt x="121687" y="1655"/>
                    </a:cubicBezTo>
                    <a:cubicBezTo>
                      <a:pt x="134459" y="-965"/>
                      <a:pt x="144774" y="-474"/>
                      <a:pt x="152798" y="3128"/>
                    </a:cubicBezTo>
                    <a:cubicBezTo>
                      <a:pt x="160821" y="6731"/>
                      <a:pt x="166224" y="15245"/>
                      <a:pt x="169008" y="28835"/>
                    </a:cubicBezTo>
                    <a:cubicBezTo>
                      <a:pt x="172938" y="47829"/>
                      <a:pt x="173593" y="66823"/>
                      <a:pt x="171136" y="85489"/>
                    </a:cubicBezTo>
                    <a:cubicBezTo>
                      <a:pt x="168680" y="104155"/>
                      <a:pt x="163605" y="122167"/>
                      <a:pt x="155745" y="139523"/>
                    </a:cubicBezTo>
                    <a:cubicBezTo>
                      <a:pt x="154926" y="141815"/>
                      <a:pt x="153944" y="144435"/>
                      <a:pt x="152634" y="147219"/>
                    </a:cubicBezTo>
                    <a:cubicBezTo>
                      <a:pt x="151324" y="150002"/>
                      <a:pt x="149850" y="152786"/>
                      <a:pt x="148213" y="155406"/>
                    </a:cubicBezTo>
                    <a:cubicBezTo>
                      <a:pt x="146576" y="158189"/>
                      <a:pt x="144611" y="160482"/>
                      <a:pt x="142646" y="162446"/>
                    </a:cubicBezTo>
                    <a:cubicBezTo>
                      <a:pt x="140517" y="164412"/>
                      <a:pt x="138225" y="165721"/>
                      <a:pt x="135769" y="166213"/>
                    </a:cubicBezTo>
                    <a:cubicBezTo>
                      <a:pt x="132494" y="166867"/>
                      <a:pt x="128401" y="166376"/>
                      <a:pt x="123325" y="164739"/>
                    </a:cubicBezTo>
                    <a:cubicBezTo>
                      <a:pt x="118412" y="163102"/>
                      <a:pt x="113664" y="160809"/>
                      <a:pt x="109079" y="158026"/>
                    </a:cubicBezTo>
                    <a:cubicBezTo>
                      <a:pt x="104495" y="155242"/>
                      <a:pt x="100565" y="151967"/>
                      <a:pt x="97126" y="148201"/>
                    </a:cubicBezTo>
                    <a:cubicBezTo>
                      <a:pt x="93688" y="144435"/>
                      <a:pt x="91559" y="140997"/>
                      <a:pt x="90904" y="137722"/>
                    </a:cubicBezTo>
                    <a:close/>
                    <a:moveTo>
                      <a:pt x="193" y="156388"/>
                    </a:moveTo>
                    <a:cubicBezTo>
                      <a:pt x="-299" y="153932"/>
                      <a:pt x="193" y="150985"/>
                      <a:pt x="1175" y="147710"/>
                    </a:cubicBezTo>
                    <a:cubicBezTo>
                      <a:pt x="2321" y="144272"/>
                      <a:pt x="3795" y="140833"/>
                      <a:pt x="5432" y="137067"/>
                    </a:cubicBezTo>
                    <a:cubicBezTo>
                      <a:pt x="7070" y="133465"/>
                      <a:pt x="8707" y="129863"/>
                      <a:pt x="10345" y="126424"/>
                    </a:cubicBezTo>
                    <a:cubicBezTo>
                      <a:pt x="11982" y="122985"/>
                      <a:pt x="13128" y="120038"/>
                      <a:pt x="13947" y="117582"/>
                    </a:cubicBezTo>
                    <a:cubicBezTo>
                      <a:pt x="16730" y="109723"/>
                      <a:pt x="18531" y="102518"/>
                      <a:pt x="19514" y="96132"/>
                    </a:cubicBezTo>
                    <a:cubicBezTo>
                      <a:pt x="20333" y="89583"/>
                      <a:pt x="20824" y="83360"/>
                      <a:pt x="20660" y="77138"/>
                    </a:cubicBezTo>
                    <a:cubicBezTo>
                      <a:pt x="20660" y="71080"/>
                      <a:pt x="20005" y="64694"/>
                      <a:pt x="19023" y="57981"/>
                    </a:cubicBezTo>
                    <a:cubicBezTo>
                      <a:pt x="18204" y="51431"/>
                      <a:pt x="17549" y="44227"/>
                      <a:pt x="17222" y="36367"/>
                    </a:cubicBezTo>
                    <a:cubicBezTo>
                      <a:pt x="16730" y="31128"/>
                      <a:pt x="17876" y="27362"/>
                      <a:pt x="20333" y="25069"/>
                    </a:cubicBezTo>
                    <a:cubicBezTo>
                      <a:pt x="22789" y="22777"/>
                      <a:pt x="26391" y="21140"/>
                      <a:pt x="30976" y="20321"/>
                    </a:cubicBezTo>
                    <a:cubicBezTo>
                      <a:pt x="43747" y="17701"/>
                      <a:pt x="54063" y="18192"/>
                      <a:pt x="62086" y="21795"/>
                    </a:cubicBezTo>
                    <a:cubicBezTo>
                      <a:pt x="70109" y="25397"/>
                      <a:pt x="75513" y="33911"/>
                      <a:pt x="78296" y="47502"/>
                    </a:cubicBezTo>
                    <a:cubicBezTo>
                      <a:pt x="82226" y="66495"/>
                      <a:pt x="82881" y="85489"/>
                      <a:pt x="80425" y="104155"/>
                    </a:cubicBezTo>
                    <a:cubicBezTo>
                      <a:pt x="77969" y="122822"/>
                      <a:pt x="72893" y="140833"/>
                      <a:pt x="65033" y="158189"/>
                    </a:cubicBezTo>
                    <a:cubicBezTo>
                      <a:pt x="64215" y="160482"/>
                      <a:pt x="63232" y="163102"/>
                      <a:pt x="61922" y="165885"/>
                    </a:cubicBezTo>
                    <a:cubicBezTo>
                      <a:pt x="60612" y="168669"/>
                      <a:pt x="59139" y="171452"/>
                      <a:pt x="57501" y="174072"/>
                    </a:cubicBezTo>
                    <a:cubicBezTo>
                      <a:pt x="55864" y="176856"/>
                      <a:pt x="53899" y="179148"/>
                      <a:pt x="51934" y="181113"/>
                    </a:cubicBezTo>
                    <a:cubicBezTo>
                      <a:pt x="49806" y="183078"/>
                      <a:pt x="47513" y="184388"/>
                      <a:pt x="45057" y="184879"/>
                    </a:cubicBezTo>
                    <a:cubicBezTo>
                      <a:pt x="41782" y="185534"/>
                      <a:pt x="37689" y="185043"/>
                      <a:pt x="32613" y="183405"/>
                    </a:cubicBezTo>
                    <a:cubicBezTo>
                      <a:pt x="27701" y="181768"/>
                      <a:pt x="22953" y="179475"/>
                      <a:pt x="18368" y="176692"/>
                    </a:cubicBezTo>
                    <a:cubicBezTo>
                      <a:pt x="13783" y="173908"/>
                      <a:pt x="9853" y="170633"/>
                      <a:pt x="6415" y="166867"/>
                    </a:cubicBezTo>
                    <a:cubicBezTo>
                      <a:pt x="2976" y="163102"/>
                      <a:pt x="848" y="159663"/>
                      <a:pt x="193" y="156388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a9543a6c-e547-4268-bcf4-0040ed831241" id="44" name="Shape2">
                <a:extLst>
                  <a:ext uri="{FF2B5EF4-FFF2-40B4-BE49-F238E27FC236}">
                    <a16:creationId id="{FA6F811F-8D0A-F347-8D0C-BA4B97FE4EAD}"/>
                  </a:ext>
                </a:extLst>
              </p:cNvPr>
              <p:cNvSpPr/>
              <p:nvPr/>
            </p:nvSpPr>
            <p:spPr>
              <a:xfrm flipV="false" flipH="false">
                <a:off x="4465572" y="1724692"/>
                <a:ext cx="138940" cy="149067"/>
              </a:xfrm>
              <a:custGeom>
                <a:avLst/>
                <a:gdLst>
                  <a:gd fmla="*/ 81677 w 172580" name="connsiteX0"/>
                  <a:gd fmla="*/ 47438 h 185159" name="connsiteY0"/>
                  <a:gd fmla="*/ 80694 w 172580" name="connsiteX1"/>
                  <a:gd fmla="*/ 56116 h 185159" name="connsiteY1"/>
                  <a:gd fmla="*/ 76437 w 172580" name="connsiteX2"/>
                  <a:gd fmla="*/ 66759 h 185159" name="connsiteY2"/>
                  <a:gd fmla="*/ 71525 w 172580" name="connsiteX3"/>
                  <a:gd fmla="*/ 77402 h 185159" name="connsiteY3"/>
                  <a:gd fmla="*/ 67922 w 172580" name="connsiteX4"/>
                  <a:gd fmla="*/ 86244 h 185159" name="connsiteY4"/>
                  <a:gd fmla="*/ 62355 w 172580" name="connsiteX5"/>
                  <a:gd fmla="*/ 107694 h 185159" name="connsiteY5"/>
                  <a:gd fmla="*/ 61209 w 172580" name="connsiteX6"/>
                  <a:gd fmla="*/ 126687 h 185159" name="connsiteY6"/>
                  <a:gd fmla="*/ 62847 w 172580" name="connsiteX7"/>
                  <a:gd fmla="*/ 145845 h 185159" name="connsiteY7"/>
                  <a:gd fmla="*/ 64648 w 172580" name="connsiteX8"/>
                  <a:gd fmla="*/ 167458 h 185159" name="connsiteY8"/>
                  <a:gd fmla="*/ 61537 w 172580" name="connsiteX9"/>
                  <a:gd fmla="*/ 178756 h 185159" name="connsiteY9"/>
                  <a:gd fmla="*/ 50894 w 172580" name="connsiteX10"/>
                  <a:gd fmla="*/ 183505 h 185159" name="connsiteY10"/>
                  <a:gd fmla="*/ 19783 w 172580" name="connsiteX11"/>
                  <a:gd fmla="*/ 182031 h 185159" name="connsiteY11"/>
                  <a:gd fmla="*/ 3573 w 172580" name="connsiteX12"/>
                  <a:gd fmla="*/ 156324 h 185159" name="connsiteY12"/>
                  <a:gd fmla="*/ 1444 w 172580" name="connsiteX13"/>
                  <a:gd fmla="*/ 99670 h 185159" name="connsiteY13"/>
                  <a:gd fmla="*/ 16836 w 172580" name="connsiteX14"/>
                  <a:gd fmla="*/ 45636 h 185159" name="connsiteY14"/>
                  <a:gd fmla="*/ 19947 w 172580" name="connsiteX15"/>
                  <a:gd fmla="*/ 37941 h 185159" name="connsiteY15"/>
                  <a:gd fmla="*/ 24368 w 172580" name="connsiteX16"/>
                  <a:gd fmla="*/ 29754 h 185159" name="connsiteY16"/>
                  <a:gd fmla="*/ 29935 w 172580" name="connsiteX17"/>
                  <a:gd fmla="*/ 22713 h 185159" name="connsiteY17"/>
                  <a:gd fmla="*/ 36812 w 172580" name="connsiteX18"/>
                  <a:gd fmla="*/ 18947 h 185159" name="connsiteY18"/>
                  <a:gd fmla="*/ 49256 w 172580" name="connsiteX19"/>
                  <a:gd fmla="*/ 20421 h 185159" name="connsiteY19"/>
                  <a:gd fmla="*/ 63502 w 172580" name="connsiteX20"/>
                  <a:gd fmla="*/ 27134 h 185159" name="connsiteY20"/>
                  <a:gd fmla="*/ 75455 w 172580" name="connsiteX21"/>
                  <a:gd fmla="*/ 36958 h 185159" name="connsiteY21"/>
                  <a:gd fmla="*/ 81677 w 172580" name="connsiteX22"/>
                  <a:gd fmla="*/ 47438 h 185159" name="connsiteY22"/>
                  <a:gd fmla="*/ 172388 w 172580" name="connsiteX23"/>
                  <a:gd fmla="*/ 28771 h 185159" name="connsiteY23"/>
                  <a:gd fmla="*/ 171406 w 172580" name="connsiteX24"/>
                  <a:gd fmla="*/ 37449 h 185159" name="connsiteY24"/>
                  <a:gd fmla="*/ 167149 w 172580" name="connsiteX25"/>
                  <a:gd fmla="*/ 48093 h 185159" name="connsiteY25"/>
                  <a:gd fmla="*/ 162236 w 172580" name="connsiteX26"/>
                  <a:gd fmla="*/ 58736 h 185159" name="connsiteY26"/>
                  <a:gd fmla="*/ 158634 w 172580" name="connsiteX27"/>
                  <a:gd fmla="*/ 67578 h 185159" name="connsiteY27"/>
                  <a:gd fmla="*/ 153067 w 172580" name="connsiteX28"/>
                  <a:gd fmla="*/ 89027 h 185159" name="connsiteY28"/>
                  <a:gd fmla="*/ 151921 w 172580" name="connsiteX29"/>
                  <a:gd fmla="*/ 108021 h 185159" name="connsiteY29"/>
                  <a:gd fmla="*/ 153558 w 172580" name="connsiteX30"/>
                  <a:gd fmla="*/ 127179 h 185159" name="connsiteY30"/>
                  <a:gd fmla="*/ 155359 w 172580" name="connsiteX31"/>
                  <a:gd fmla="*/ 148792 h 185159" name="connsiteY31"/>
                  <a:gd fmla="*/ 152248 w 172580" name="connsiteX32"/>
                  <a:gd fmla="*/ 160090 h 185159" name="connsiteY32"/>
                  <a:gd fmla="*/ 141605 w 172580" name="connsiteX33"/>
                  <a:gd fmla="*/ 164839 h 185159" name="connsiteY33"/>
                  <a:gd fmla="*/ 110495 w 172580" name="connsiteX34"/>
                  <a:gd fmla="*/ 163365 h 185159" name="connsiteY34"/>
                  <a:gd fmla="*/ 94285 w 172580" name="connsiteX35"/>
                  <a:gd fmla="*/ 137658 h 185159" name="connsiteY35"/>
                  <a:gd fmla="*/ 92156 w 172580" name="connsiteX36"/>
                  <a:gd fmla="*/ 81004 h 185159" name="connsiteY36"/>
                  <a:gd fmla="*/ 107547 w 172580" name="connsiteX37"/>
                  <a:gd fmla="*/ 26970 h 185159" name="connsiteY37"/>
                  <a:gd fmla="*/ 110658 w 172580" name="connsiteX38"/>
                  <a:gd fmla="*/ 19274 h 185159" name="connsiteY38"/>
                  <a:gd fmla="*/ 115079 w 172580" name="connsiteX39"/>
                  <a:gd fmla="*/ 11087 h 185159" name="connsiteY39"/>
                  <a:gd fmla="*/ 120647 w 172580" name="connsiteX40"/>
                  <a:gd fmla="*/ 4047 h 185159" name="connsiteY40"/>
                  <a:gd fmla="*/ 127524 w 172580" name="connsiteX41"/>
                  <a:gd fmla="*/ 281 h 185159" name="connsiteY41"/>
                  <a:gd fmla="*/ 139968 w 172580" name="connsiteX42"/>
                  <a:gd fmla="*/ 1754 h 185159" name="connsiteY42"/>
                  <a:gd fmla="*/ 154213 w 172580" name="connsiteX43"/>
                  <a:gd fmla="*/ 8468 h 185159" name="connsiteY43"/>
                  <a:gd fmla="*/ 166166 w 172580" name="connsiteX44"/>
                  <a:gd fmla="*/ 18292 h 185159" name="connsiteY44"/>
                  <a:gd fmla="*/ 172388 w 172580" name="connsiteX45"/>
                  <a:gd fmla="*/ 28771 h 185159" name="connsiteY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b="b" l="l" r="r" t="t"/>
                <a:pathLst>
                  <a:path h="185159" w="172580">
                    <a:moveTo>
                      <a:pt x="81677" y="47438"/>
                    </a:moveTo>
                    <a:cubicBezTo>
                      <a:pt x="82168" y="49894"/>
                      <a:pt x="81677" y="52841"/>
                      <a:pt x="80694" y="56116"/>
                    </a:cubicBezTo>
                    <a:cubicBezTo>
                      <a:pt x="79548" y="59554"/>
                      <a:pt x="78074" y="62993"/>
                      <a:pt x="76437" y="66759"/>
                    </a:cubicBezTo>
                    <a:cubicBezTo>
                      <a:pt x="74800" y="70361"/>
                      <a:pt x="73162" y="73963"/>
                      <a:pt x="71525" y="77402"/>
                    </a:cubicBezTo>
                    <a:cubicBezTo>
                      <a:pt x="69887" y="80840"/>
                      <a:pt x="68741" y="83788"/>
                      <a:pt x="67922" y="86244"/>
                    </a:cubicBezTo>
                    <a:cubicBezTo>
                      <a:pt x="65139" y="94103"/>
                      <a:pt x="63338" y="101308"/>
                      <a:pt x="62355" y="107694"/>
                    </a:cubicBezTo>
                    <a:cubicBezTo>
                      <a:pt x="61537" y="114243"/>
                      <a:pt x="61045" y="120465"/>
                      <a:pt x="61209" y="126687"/>
                    </a:cubicBezTo>
                    <a:cubicBezTo>
                      <a:pt x="61209" y="132746"/>
                      <a:pt x="61864" y="139132"/>
                      <a:pt x="62847" y="145845"/>
                    </a:cubicBezTo>
                    <a:cubicBezTo>
                      <a:pt x="63665" y="152394"/>
                      <a:pt x="64320" y="159599"/>
                      <a:pt x="64648" y="167458"/>
                    </a:cubicBezTo>
                    <a:cubicBezTo>
                      <a:pt x="65139" y="172698"/>
                      <a:pt x="63993" y="176464"/>
                      <a:pt x="61537" y="178756"/>
                    </a:cubicBezTo>
                    <a:cubicBezTo>
                      <a:pt x="59081" y="181049"/>
                      <a:pt x="55478" y="182686"/>
                      <a:pt x="50894" y="183505"/>
                    </a:cubicBezTo>
                    <a:cubicBezTo>
                      <a:pt x="38122" y="186125"/>
                      <a:pt x="27806" y="185634"/>
                      <a:pt x="19783" y="182031"/>
                    </a:cubicBezTo>
                    <a:cubicBezTo>
                      <a:pt x="11760" y="178429"/>
                      <a:pt x="6357" y="169915"/>
                      <a:pt x="3573" y="156324"/>
                    </a:cubicBezTo>
                    <a:cubicBezTo>
                      <a:pt x="-357" y="137330"/>
                      <a:pt x="-1012" y="118337"/>
                      <a:pt x="1444" y="99670"/>
                    </a:cubicBezTo>
                    <a:cubicBezTo>
                      <a:pt x="3900" y="81004"/>
                      <a:pt x="8976" y="62993"/>
                      <a:pt x="16836" y="45636"/>
                    </a:cubicBezTo>
                    <a:cubicBezTo>
                      <a:pt x="17655" y="43344"/>
                      <a:pt x="18637" y="40724"/>
                      <a:pt x="19947" y="37941"/>
                    </a:cubicBezTo>
                    <a:cubicBezTo>
                      <a:pt x="21257" y="35157"/>
                      <a:pt x="22730" y="32374"/>
                      <a:pt x="24368" y="29754"/>
                    </a:cubicBezTo>
                    <a:cubicBezTo>
                      <a:pt x="26005" y="26970"/>
                      <a:pt x="27970" y="24678"/>
                      <a:pt x="29935" y="22713"/>
                    </a:cubicBezTo>
                    <a:cubicBezTo>
                      <a:pt x="32064" y="20748"/>
                      <a:pt x="34356" y="19438"/>
                      <a:pt x="36812" y="18947"/>
                    </a:cubicBezTo>
                    <a:cubicBezTo>
                      <a:pt x="40087" y="18292"/>
                      <a:pt x="44180" y="18783"/>
                      <a:pt x="49256" y="20421"/>
                    </a:cubicBezTo>
                    <a:cubicBezTo>
                      <a:pt x="54168" y="22058"/>
                      <a:pt x="58917" y="24350"/>
                      <a:pt x="63502" y="27134"/>
                    </a:cubicBezTo>
                    <a:cubicBezTo>
                      <a:pt x="68086" y="29918"/>
                      <a:pt x="72016" y="33192"/>
                      <a:pt x="75455" y="36958"/>
                    </a:cubicBezTo>
                    <a:cubicBezTo>
                      <a:pt x="78893" y="40724"/>
                      <a:pt x="81022" y="44163"/>
                      <a:pt x="81677" y="47438"/>
                    </a:cubicBezTo>
                    <a:close/>
                    <a:moveTo>
                      <a:pt x="172388" y="28771"/>
                    </a:moveTo>
                    <a:cubicBezTo>
                      <a:pt x="172879" y="31227"/>
                      <a:pt x="172388" y="34175"/>
                      <a:pt x="171406" y="37449"/>
                    </a:cubicBezTo>
                    <a:cubicBezTo>
                      <a:pt x="170260" y="40888"/>
                      <a:pt x="168786" y="44327"/>
                      <a:pt x="167149" y="48093"/>
                    </a:cubicBezTo>
                    <a:cubicBezTo>
                      <a:pt x="165511" y="51695"/>
                      <a:pt x="163874" y="55297"/>
                      <a:pt x="162236" y="58736"/>
                    </a:cubicBezTo>
                    <a:cubicBezTo>
                      <a:pt x="160599" y="62174"/>
                      <a:pt x="159453" y="65121"/>
                      <a:pt x="158634" y="67578"/>
                    </a:cubicBezTo>
                    <a:cubicBezTo>
                      <a:pt x="155850" y="75437"/>
                      <a:pt x="154049" y="82642"/>
                      <a:pt x="153067" y="89027"/>
                    </a:cubicBezTo>
                    <a:cubicBezTo>
                      <a:pt x="152248" y="95577"/>
                      <a:pt x="151757" y="101799"/>
                      <a:pt x="151921" y="108021"/>
                    </a:cubicBezTo>
                    <a:cubicBezTo>
                      <a:pt x="151921" y="114079"/>
                      <a:pt x="152576" y="120465"/>
                      <a:pt x="153558" y="127179"/>
                    </a:cubicBezTo>
                    <a:cubicBezTo>
                      <a:pt x="154377" y="133728"/>
                      <a:pt x="155032" y="140933"/>
                      <a:pt x="155359" y="148792"/>
                    </a:cubicBezTo>
                    <a:cubicBezTo>
                      <a:pt x="155850" y="154032"/>
                      <a:pt x="154704" y="157798"/>
                      <a:pt x="152248" y="160090"/>
                    </a:cubicBezTo>
                    <a:cubicBezTo>
                      <a:pt x="149792" y="162383"/>
                      <a:pt x="146190" y="164020"/>
                      <a:pt x="141605" y="164839"/>
                    </a:cubicBezTo>
                    <a:cubicBezTo>
                      <a:pt x="128834" y="167458"/>
                      <a:pt x="118518" y="166967"/>
                      <a:pt x="110495" y="163365"/>
                    </a:cubicBezTo>
                    <a:cubicBezTo>
                      <a:pt x="102471" y="159763"/>
                      <a:pt x="97068" y="151248"/>
                      <a:pt x="94285" y="137658"/>
                    </a:cubicBezTo>
                    <a:cubicBezTo>
                      <a:pt x="90355" y="118664"/>
                      <a:pt x="89700" y="99670"/>
                      <a:pt x="92156" y="81004"/>
                    </a:cubicBezTo>
                    <a:cubicBezTo>
                      <a:pt x="94612" y="62338"/>
                      <a:pt x="99688" y="44327"/>
                      <a:pt x="107547" y="26970"/>
                    </a:cubicBezTo>
                    <a:cubicBezTo>
                      <a:pt x="108366" y="24678"/>
                      <a:pt x="109349" y="22058"/>
                      <a:pt x="110658" y="19274"/>
                    </a:cubicBezTo>
                    <a:cubicBezTo>
                      <a:pt x="111968" y="16491"/>
                      <a:pt x="113442" y="13707"/>
                      <a:pt x="115079" y="11087"/>
                    </a:cubicBezTo>
                    <a:cubicBezTo>
                      <a:pt x="116717" y="8304"/>
                      <a:pt x="118682" y="6012"/>
                      <a:pt x="120647" y="4047"/>
                    </a:cubicBezTo>
                    <a:cubicBezTo>
                      <a:pt x="122775" y="2082"/>
                      <a:pt x="125067" y="772"/>
                      <a:pt x="127524" y="281"/>
                    </a:cubicBezTo>
                    <a:cubicBezTo>
                      <a:pt x="130798" y="-374"/>
                      <a:pt x="134892" y="117"/>
                      <a:pt x="139968" y="1754"/>
                    </a:cubicBezTo>
                    <a:cubicBezTo>
                      <a:pt x="144880" y="3392"/>
                      <a:pt x="149628" y="5684"/>
                      <a:pt x="154213" y="8468"/>
                    </a:cubicBezTo>
                    <a:cubicBezTo>
                      <a:pt x="158798" y="11251"/>
                      <a:pt x="162728" y="14526"/>
                      <a:pt x="166166" y="18292"/>
                    </a:cubicBezTo>
                    <a:cubicBezTo>
                      <a:pt x="169605" y="22058"/>
                      <a:pt x="171733" y="25497"/>
                      <a:pt x="172388" y="28771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1c02a866-a833-468e-be07-b93bbdadf1a9" id="45" name="Bullet2">
                <a:extLst>
                  <a:ext uri="{FF2B5EF4-FFF2-40B4-BE49-F238E27FC236}">
                    <a16:creationId id="{53E66EE0-25CD-1F7A-7E6D-24E6961F1B33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4516272" y="1970298"/>
                <a:ext cx="2352091" cy="811466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保持趾缝干燥</a:t>
                </a:r>
              </a:p>
            </p:txBody>
          </p:sp>
          <p:sp>
            <p:nvSpPr>
              <p:cNvPr descr="a78df4b2-262a-47e6-93ff-4147a59e90fa" id="46" name="Text2">
                <a:extLst>
                  <a:ext uri="{FF2B5EF4-FFF2-40B4-BE49-F238E27FC236}">
                    <a16:creationId id="{2CE1761E-1680-53A2-9375-AC20263CFE24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4516277" y="2781764"/>
                <a:ext cx="2352090" cy="81146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避免趾缝潮湿，可减少细菌滋生。</a:t>
                </a:r>
              </a:p>
            </p:txBody>
          </p:sp>
        </p:grpSp>
        <p:grpSp>
          <p:nvGrpSpPr>
            <p:cNvPr descr="cde45fc1-9d14-4fe4-8a4a-74dc39b64d07" id="6" name="组合 5">
              <a:extLst>
                <a:ext uri="{FF2B5EF4-FFF2-40B4-BE49-F238E27FC236}">
                  <a16:creationId id="{7CD9459B-D30A-DE41-6826-B176851009C7}"/>
                </a:ext>
              </a:extLst>
            </p:cNvPr>
            <p:cNvGrpSpPr/>
            <p:nvPr/>
          </p:nvGrpSpPr>
          <p:grpSpPr>
            <a:xfrm>
              <a:off x="6177008" y="1823911"/>
              <a:ext cx="2583587" cy="2048237"/>
              <a:chOff x="8004701" y="1629190"/>
              <a:chExt cx="2829203" cy="2242958"/>
            </a:xfrm>
          </p:grpSpPr>
          <p:sp>
            <p:nvSpPr>
              <p:cNvPr descr="f332e658-ae40-480e-bea6-34204ec513bd" id="37" name="ComponentBackground3">
                <a:extLst>
                  <a:ext uri="{FF2B5EF4-FFF2-40B4-BE49-F238E27FC236}">
                    <a16:creationId id="{14394541-5646-2DF0-3CAA-17E9AEB8FABC}"/>
                  </a:ext>
                </a:extLst>
              </p:cNvPr>
              <p:cNvSpPr/>
              <p:nvPr/>
            </p:nvSpPr>
            <p:spPr>
              <a:xfrm flipV="false" flipH="false">
                <a:off x="8004701" y="1629190"/>
                <a:ext cx="2829203" cy="2242958"/>
              </a:xfrm>
              <a:custGeom>
                <a:avLst/>
                <a:gdLst>
                  <a:gd fmla="*/ 2444309 w 2451491" name="connsiteX0"/>
                  <a:gd fmla="*/ 1284385 h 2399945" name="connsiteY0"/>
                  <a:gd fmla="*/ 2339843 w 2451491" name="connsiteX1"/>
                  <a:gd fmla="*/ 850149 h 2399945" name="connsiteY1"/>
                  <a:gd fmla="*/ 2210653 w 2451491" name="connsiteX2"/>
                  <a:gd fmla="*/ 750759 h 2399945" name="connsiteY2"/>
                  <a:gd fmla="*/ 2295306 w 2451491" name="connsiteX3"/>
                  <a:gd fmla="*/ 572283 h 2399945" name="connsiteY3"/>
                  <a:gd fmla="*/ 2099965 w 2451491" name="connsiteX4"/>
                  <a:gd fmla="*/ 153766 h 2399945" name="connsiteY4"/>
                  <a:gd fmla="*/ 1944085 w 2451491" name="connsiteX5"/>
                  <a:gd fmla="*/ 128877 h 2399945" name="connsiteY5"/>
                  <a:gd fmla="*/ 1613168 w 2451491" name="connsiteX6"/>
                  <a:gd fmla="*/ 222863 h 2399945" name="connsiteY6"/>
                  <a:gd fmla="*/ 1319584 w 2451491" name="connsiteX7"/>
                  <a:gd fmla="*/ 58306 h 2399945" name="connsiteY7"/>
                  <a:gd fmla="*/ 1049086 w 2451491" name="connsiteX8"/>
                  <a:gd fmla="*/ 182911 h 2399945" name="connsiteY8"/>
                  <a:gd fmla="*/ 895335 w 2451491" name="connsiteX9"/>
                  <a:gd fmla="*/ 41604 h 2399945" name="connsiteY9"/>
                  <a:gd fmla="*/ 513495 w 2451491" name="connsiteX10"/>
                  <a:gd fmla="*/ 40622 h 2399945" name="connsiteY10"/>
                  <a:gd fmla="*/ 317336 w 2451491" name="connsiteX11"/>
                  <a:gd fmla="*/ 197484 h 2399945" name="connsiteY11"/>
                  <a:gd fmla="*/ 274927 w 2451491" name="connsiteX12"/>
                  <a:gd fmla="*/ 327329 h 2399945" name="connsiteY12"/>
                  <a:gd fmla="*/ 232191 w 2451491" name="connsiteX13"/>
                  <a:gd fmla="*/ 336662 h 2399945" name="connsiteY13"/>
                  <a:gd fmla="*/ 25061 w 2451491" name="connsiteX14"/>
                  <a:gd fmla="*/ 564587 h 2399945" name="connsiteY14"/>
                  <a:gd fmla="*/ 8360 w 2451491" name="connsiteX15"/>
                  <a:gd fmla="*/ 757472 h 2399945" name="connsiteY15"/>
                  <a:gd fmla="*/ 82042 w 2451491" name="connsiteX16"/>
                  <a:gd fmla="*/ 889610 h 2399945" name="connsiteY16"/>
                  <a:gd fmla="*/ 23751 w 2451491" name="connsiteX17"/>
                  <a:gd fmla="*/ 1346606 h 2399945" name="connsiteY17"/>
                  <a:gd fmla="*/ 154415 w 2451491" name="connsiteX18"/>
                  <a:gd fmla="*/ 1550461 h 2399945" name="connsiteY18"/>
                  <a:gd fmla="*/ 77621 w 2451491" name="connsiteX19"/>
                  <a:gd fmla="*/ 1711745 h 2399945" name="connsiteY19"/>
                  <a:gd fmla="*/ 123305 w 2451491" name="connsiteX20"/>
                  <a:gd fmla="*/ 2000581 h 2399945" name="connsiteY20"/>
                  <a:gd fmla="*/ 307675 w 2451491" name="connsiteX21"/>
                  <a:gd fmla="*/ 2118800 h 2399945" name="connsiteY21"/>
                  <a:gd fmla="*/ 328306 w 2451491" name="connsiteX22"/>
                  <a:gd fmla="*/ 2120765 h 2399945" name="connsiteY22"/>
                  <a:gd fmla="*/ 473379 w 2451491" name="connsiteX23"/>
                  <a:gd fmla="*/ 2339193 h 2399945" name="connsiteY23"/>
                  <a:gd fmla="*/ 902867 w 2451491" name="connsiteX24"/>
                  <a:gd fmla="*/ 2317744 h 2399945" name="connsiteY24"/>
                  <a:gd fmla="*/ 992433 w 2451491" name="connsiteX25"/>
                  <a:gd fmla="*/ 2215734 h 2399945" name="connsiteY25"/>
                  <a:gd fmla="*/ 1042864 w 2451491" name="connsiteX26"/>
                  <a:gd fmla="*/ 2257160 h 2399945" name="connsiteY26"/>
                  <a:gd fmla="*/ 1383770 w 2451491" name="connsiteX27"/>
                  <a:gd fmla="*/ 2317744 h 2399945" name="connsiteY27"/>
                  <a:gd fmla="*/ 1561427 w 2451491" name="connsiteX28"/>
                  <a:gd fmla="*/ 2246517 h 2399945" name="connsiteY28"/>
                  <a:gd fmla="*/ 1585496 w 2451491" name="connsiteX29"/>
                  <a:gd fmla="*/ 2225886 h 2399945" name="connsiteY29"/>
                  <a:gd fmla="*/ 1615788 w 2451491" name="connsiteX30"/>
                  <a:gd fmla="*/ 2264856 h 2399945" name="connsiteY30"/>
                  <a:gd fmla="*/ 1787059 w 2451491" name="connsiteX31"/>
                  <a:gd fmla="*/ 2366865 h 2399945" name="connsiteY31"/>
                  <a:gd fmla="*/ 2048223 w 2451491" name="connsiteX32"/>
                  <a:gd fmla="*/ 2375543 h 2399945" name="connsiteY32"/>
                  <a:gd fmla="*/ 2303984 w 2451491" name="connsiteX33"/>
                  <a:gd fmla="*/ 2030872 h 2399945" name="connsiteY33"/>
                  <a:gd fmla="*/ 2195589 w 2451491" name="connsiteX34"/>
                  <a:gd fmla="*/ 1722879 h 2399945" name="connsiteY34"/>
                  <a:gd fmla="*/ 2239471 w 2451491" name="connsiteX35"/>
                  <a:gd fmla="*/ 1681617 h 2399945" name="connsiteY35"/>
                  <a:gd fmla="*/ 2444309 w 2451491" name="connsiteX36"/>
                  <a:gd fmla="*/ 1284221 h 2399945" name="connsiteY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b="b" l="l" r="r" t="t"/>
                <a:pathLst>
                  <a:path h="2399945" w="2451491">
                    <a:moveTo>
                      <a:pt x="2444309" y="1284385"/>
                    </a:moveTo>
                    <a:cubicBezTo>
                      <a:pt x="2467887" y="1131780"/>
                      <a:pt x="2433502" y="966240"/>
                      <a:pt x="2339843" y="850149"/>
                    </a:cubicBezTo>
                    <a:cubicBezTo>
                      <a:pt x="2305130" y="807085"/>
                      <a:pt x="2259775" y="771390"/>
                      <a:pt x="2210653" y="750759"/>
                    </a:cubicBezTo>
                    <a:cubicBezTo>
                      <a:pt x="2251424" y="699508"/>
                      <a:pt x="2281716" y="638925"/>
                      <a:pt x="2295306" y="572283"/>
                    </a:cubicBezTo>
                    <a:cubicBezTo>
                      <a:pt x="2329364" y="405597"/>
                      <a:pt x="2246348" y="213694"/>
                      <a:pt x="2099965" y="153766"/>
                    </a:cubicBezTo>
                    <a:cubicBezTo>
                      <a:pt x="2050516" y="133462"/>
                      <a:pt x="1996973" y="128058"/>
                      <a:pt x="1944085" y="128877"/>
                    </a:cubicBezTo>
                    <a:cubicBezTo>
                      <a:pt x="1828977" y="131006"/>
                      <a:pt x="1714850" y="163917"/>
                      <a:pt x="1613168" y="222863"/>
                    </a:cubicBezTo>
                    <a:cubicBezTo>
                      <a:pt x="1548655" y="121018"/>
                      <a:pt x="1434201" y="56832"/>
                      <a:pt x="1319584" y="58306"/>
                    </a:cubicBezTo>
                    <a:cubicBezTo>
                      <a:pt x="1219212" y="59615"/>
                      <a:pt x="1122605" y="107591"/>
                      <a:pt x="1049086" y="182911"/>
                    </a:cubicBezTo>
                    <a:cubicBezTo>
                      <a:pt x="1010935" y="122164"/>
                      <a:pt x="956901" y="72223"/>
                      <a:pt x="895335" y="41604"/>
                    </a:cubicBezTo>
                    <a:cubicBezTo>
                      <a:pt x="776297" y="-17342"/>
                      <a:pt x="635645" y="-9974"/>
                      <a:pt x="513495" y="40622"/>
                    </a:cubicBezTo>
                    <a:cubicBezTo>
                      <a:pt x="436538" y="72551"/>
                      <a:pt x="363183" y="122819"/>
                      <a:pt x="317336" y="197484"/>
                    </a:cubicBezTo>
                    <a:cubicBezTo>
                      <a:pt x="293757" y="235799"/>
                      <a:pt x="278693" y="281318"/>
                      <a:pt x="274927" y="327329"/>
                    </a:cubicBezTo>
                    <a:cubicBezTo>
                      <a:pt x="260354" y="329130"/>
                      <a:pt x="246109" y="332078"/>
                      <a:pt x="232191" y="336662"/>
                    </a:cubicBezTo>
                    <a:cubicBezTo>
                      <a:pt x="135094" y="368919"/>
                      <a:pt x="60592" y="460613"/>
                      <a:pt x="25061" y="564587"/>
                    </a:cubicBezTo>
                    <a:cubicBezTo>
                      <a:pt x="4102" y="625990"/>
                      <a:pt x="-4576" y="693450"/>
                      <a:pt x="8360" y="757472"/>
                    </a:cubicBezTo>
                    <a:cubicBezTo>
                      <a:pt x="18839" y="808886"/>
                      <a:pt x="44710" y="857026"/>
                      <a:pt x="82042" y="889610"/>
                    </a:cubicBezTo>
                    <a:cubicBezTo>
                      <a:pt x="2793" y="1023712"/>
                      <a:pt x="-24061" y="1195802"/>
                      <a:pt x="23751" y="1346606"/>
                    </a:cubicBezTo>
                    <a:cubicBezTo>
                      <a:pt x="48967" y="1426020"/>
                      <a:pt x="95469" y="1496591"/>
                      <a:pt x="154415" y="1550461"/>
                    </a:cubicBezTo>
                    <a:cubicBezTo>
                      <a:pt x="118884" y="1597946"/>
                      <a:pt x="91867" y="1652635"/>
                      <a:pt x="77621" y="1711745"/>
                    </a:cubicBezTo>
                    <a:cubicBezTo>
                      <a:pt x="54207" y="1809497"/>
                      <a:pt x="68288" y="1919366"/>
                      <a:pt x="123305" y="2000581"/>
                    </a:cubicBezTo>
                    <a:cubicBezTo>
                      <a:pt x="167023" y="2064766"/>
                      <a:pt x="234975" y="2108485"/>
                      <a:pt x="307675" y="2118800"/>
                    </a:cubicBezTo>
                    <a:cubicBezTo>
                      <a:pt x="314552" y="2119783"/>
                      <a:pt x="321429" y="2120438"/>
                      <a:pt x="328306" y="2120765"/>
                    </a:cubicBezTo>
                    <a:cubicBezTo>
                      <a:pt x="351230" y="2209184"/>
                      <a:pt x="402480" y="2289417"/>
                      <a:pt x="473379" y="2339193"/>
                    </a:cubicBezTo>
                    <a:cubicBezTo>
                      <a:pt x="601587" y="2429086"/>
                      <a:pt x="780390" y="2416970"/>
                      <a:pt x="902867" y="2317744"/>
                    </a:cubicBezTo>
                    <a:cubicBezTo>
                      <a:pt x="937907" y="2289417"/>
                      <a:pt x="967708" y="2254704"/>
                      <a:pt x="992433" y="2215734"/>
                    </a:cubicBezTo>
                    <a:cubicBezTo>
                      <a:pt x="1008152" y="2231289"/>
                      <a:pt x="1025017" y="2245207"/>
                      <a:pt x="1042864" y="2257160"/>
                    </a:cubicBezTo>
                    <a:cubicBezTo>
                      <a:pt x="1143073" y="2324293"/>
                      <a:pt x="1267678" y="2337720"/>
                      <a:pt x="1383770" y="2317744"/>
                    </a:cubicBezTo>
                    <a:cubicBezTo>
                      <a:pt x="1446645" y="2306937"/>
                      <a:pt x="1509194" y="2286142"/>
                      <a:pt x="1561427" y="2246517"/>
                    </a:cubicBezTo>
                    <a:cubicBezTo>
                      <a:pt x="1569777" y="2240131"/>
                      <a:pt x="1577801" y="2233254"/>
                      <a:pt x="1585496" y="2225886"/>
                    </a:cubicBezTo>
                    <a:cubicBezTo>
                      <a:pt x="1594502" y="2239804"/>
                      <a:pt x="1604654" y="2253067"/>
                      <a:pt x="1615788" y="2264856"/>
                    </a:cubicBezTo>
                    <a:cubicBezTo>
                      <a:pt x="1662618" y="2315124"/>
                      <a:pt x="1724020" y="2346562"/>
                      <a:pt x="1787059" y="2366865"/>
                    </a:cubicBezTo>
                    <a:cubicBezTo>
                      <a:pt x="1871713" y="2394046"/>
                      <a:pt x="1963407" y="2402561"/>
                      <a:pt x="2048223" y="2375543"/>
                    </a:cubicBezTo>
                    <a:cubicBezTo>
                      <a:pt x="2186419" y="2331498"/>
                      <a:pt x="2293014" y="2187735"/>
                      <a:pt x="2303984" y="2030872"/>
                    </a:cubicBezTo>
                    <a:cubicBezTo>
                      <a:pt x="2311844" y="1917401"/>
                      <a:pt x="2269108" y="1802784"/>
                      <a:pt x="2195589" y="1722879"/>
                    </a:cubicBezTo>
                    <a:cubicBezTo>
                      <a:pt x="2210817" y="1709780"/>
                      <a:pt x="2225390" y="1696026"/>
                      <a:pt x="2239471" y="1681617"/>
                    </a:cubicBezTo>
                    <a:cubicBezTo>
                      <a:pt x="2342791" y="1575841"/>
                      <a:pt x="2420567" y="1436826"/>
                      <a:pt x="2444309" y="1284221"/>
                    </a:cubicBezTo>
                    <a:close/>
                  </a:path>
                </a:pathLst>
              </a:custGeom>
              <a:solidFill>
                <a:schemeClr val="accent3">
                  <a:alpha val="15000"/>
                </a:schemeClr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b1e9e296-2bb9-41f0-84dc-440e00afa0b6" id="38" name="shaape3">
                <a:extLst>
                  <a:ext uri="{FF2B5EF4-FFF2-40B4-BE49-F238E27FC236}">
                    <a16:creationId id="{C02F1F3E-8FBF-4085-2F9B-23D472DF44C3}"/>
                  </a:ext>
                </a:extLst>
              </p:cNvPr>
              <p:cNvSpPr/>
              <p:nvPr/>
            </p:nvSpPr>
            <p:spPr>
              <a:xfrm flipV="false" flipH="false">
                <a:off x="10401576" y="3570921"/>
                <a:ext cx="138940" cy="149067"/>
              </a:xfrm>
              <a:custGeom>
                <a:avLst/>
                <a:gdLst>
                  <a:gd fmla="*/ 90904 w 172580" name="connsiteX0"/>
                  <a:gd fmla="*/ 137722 h 185159" name="connsiteY0"/>
                  <a:gd fmla="*/ 91887 w 172580" name="connsiteX1"/>
                  <a:gd fmla="*/ 129044 h 185159" name="connsiteY1"/>
                  <a:gd fmla="*/ 96144 w 172580" name="connsiteX2"/>
                  <a:gd fmla="*/ 118401 h 185159" name="connsiteY2"/>
                  <a:gd fmla="*/ 101056 w 172580" name="connsiteX3"/>
                  <a:gd fmla="*/ 107758 h 185159" name="connsiteY3"/>
                  <a:gd fmla="*/ 104658 w 172580" name="connsiteX4"/>
                  <a:gd fmla="*/ 98916 h 185159" name="connsiteY4"/>
                  <a:gd fmla="*/ 110225 w 172580" name="connsiteX5"/>
                  <a:gd fmla="*/ 77466 h 185159" name="connsiteY5"/>
                  <a:gd fmla="*/ 111372 w 172580" name="connsiteX6"/>
                  <a:gd fmla="*/ 58472 h 185159" name="connsiteY6"/>
                  <a:gd fmla="*/ 109734 w 172580" name="connsiteX7"/>
                  <a:gd fmla="*/ 39315 h 185159" name="connsiteY7"/>
                  <a:gd fmla="*/ 107933 w 172580" name="connsiteX8"/>
                  <a:gd fmla="*/ 17701 h 185159" name="connsiteY8"/>
                  <a:gd fmla="*/ 111044 w 172580" name="connsiteX9"/>
                  <a:gd fmla="*/ 6403 h 185159" name="connsiteY9"/>
                  <a:gd fmla="*/ 121687 w 172580" name="connsiteX10"/>
                  <a:gd fmla="*/ 1655 h 185159" name="connsiteY10"/>
                  <a:gd fmla="*/ 152798 w 172580" name="connsiteX11"/>
                  <a:gd fmla="*/ 3128 h 185159" name="connsiteY11"/>
                  <a:gd fmla="*/ 169008 w 172580" name="connsiteX12"/>
                  <a:gd fmla="*/ 28835 h 185159" name="connsiteY12"/>
                  <a:gd fmla="*/ 171136 w 172580" name="connsiteX13"/>
                  <a:gd fmla="*/ 85489 h 185159" name="connsiteY13"/>
                  <a:gd fmla="*/ 155745 w 172580" name="connsiteX14"/>
                  <a:gd fmla="*/ 139523 h 185159" name="connsiteY14"/>
                  <a:gd fmla="*/ 152634 w 172580" name="connsiteX15"/>
                  <a:gd fmla="*/ 147219 h 185159" name="connsiteY15"/>
                  <a:gd fmla="*/ 148213 w 172580" name="connsiteX16"/>
                  <a:gd fmla="*/ 155406 h 185159" name="connsiteY16"/>
                  <a:gd fmla="*/ 142646 w 172580" name="connsiteX17"/>
                  <a:gd fmla="*/ 162446 h 185159" name="connsiteY17"/>
                  <a:gd fmla="*/ 135769 w 172580" name="connsiteX18"/>
                  <a:gd fmla="*/ 166213 h 185159" name="connsiteY18"/>
                  <a:gd fmla="*/ 123325 w 172580" name="connsiteX19"/>
                  <a:gd fmla="*/ 164739 h 185159" name="connsiteY19"/>
                  <a:gd fmla="*/ 109079 w 172580" name="connsiteX20"/>
                  <a:gd fmla="*/ 158026 h 185159" name="connsiteY20"/>
                  <a:gd fmla="*/ 97126 w 172580" name="connsiteX21"/>
                  <a:gd fmla="*/ 148201 h 185159" name="connsiteY21"/>
                  <a:gd fmla="*/ 90904 w 172580" name="connsiteX22"/>
                  <a:gd fmla="*/ 137722 h 185159" name="connsiteY22"/>
                  <a:gd fmla="*/ 193 w 172580" name="connsiteX23"/>
                  <a:gd fmla="*/ 156388 h 185159" name="connsiteY23"/>
                  <a:gd fmla="*/ 1175 w 172580" name="connsiteX24"/>
                  <a:gd fmla="*/ 147710 h 185159" name="connsiteY24"/>
                  <a:gd fmla="*/ 5432 w 172580" name="connsiteX25"/>
                  <a:gd fmla="*/ 137067 h 185159" name="connsiteY25"/>
                  <a:gd fmla="*/ 10345 w 172580" name="connsiteX26"/>
                  <a:gd fmla="*/ 126424 h 185159" name="connsiteY26"/>
                  <a:gd fmla="*/ 13947 w 172580" name="connsiteX27"/>
                  <a:gd fmla="*/ 117582 h 185159" name="connsiteY27"/>
                  <a:gd fmla="*/ 19514 w 172580" name="connsiteX28"/>
                  <a:gd fmla="*/ 96132 h 185159" name="connsiteY28"/>
                  <a:gd fmla="*/ 20660 w 172580" name="connsiteX29"/>
                  <a:gd fmla="*/ 77138 h 185159" name="connsiteY29"/>
                  <a:gd fmla="*/ 19023 w 172580" name="connsiteX30"/>
                  <a:gd fmla="*/ 57981 h 185159" name="connsiteY30"/>
                  <a:gd fmla="*/ 17222 w 172580" name="connsiteX31"/>
                  <a:gd fmla="*/ 36367 h 185159" name="connsiteY31"/>
                  <a:gd fmla="*/ 20333 w 172580" name="connsiteX32"/>
                  <a:gd fmla="*/ 25069 h 185159" name="connsiteY32"/>
                  <a:gd fmla="*/ 30976 w 172580" name="connsiteX33"/>
                  <a:gd fmla="*/ 20321 h 185159" name="connsiteY33"/>
                  <a:gd fmla="*/ 62086 w 172580" name="connsiteX34"/>
                  <a:gd fmla="*/ 21795 h 185159" name="connsiteY34"/>
                  <a:gd fmla="*/ 78296 w 172580" name="connsiteX35"/>
                  <a:gd fmla="*/ 47502 h 185159" name="connsiteY35"/>
                  <a:gd fmla="*/ 80425 w 172580" name="connsiteX36"/>
                  <a:gd fmla="*/ 104155 h 185159" name="connsiteY36"/>
                  <a:gd fmla="*/ 65033 w 172580" name="connsiteX37"/>
                  <a:gd fmla="*/ 158189 h 185159" name="connsiteY37"/>
                  <a:gd fmla="*/ 61922 w 172580" name="connsiteX38"/>
                  <a:gd fmla="*/ 165885 h 185159" name="connsiteY38"/>
                  <a:gd fmla="*/ 57501 w 172580" name="connsiteX39"/>
                  <a:gd fmla="*/ 174072 h 185159" name="connsiteY39"/>
                  <a:gd fmla="*/ 51934 w 172580" name="connsiteX40"/>
                  <a:gd fmla="*/ 181113 h 185159" name="connsiteY40"/>
                  <a:gd fmla="*/ 45057 w 172580" name="connsiteX41"/>
                  <a:gd fmla="*/ 184879 h 185159" name="connsiteY41"/>
                  <a:gd fmla="*/ 32613 w 172580" name="connsiteX42"/>
                  <a:gd fmla="*/ 183405 h 185159" name="connsiteY42"/>
                  <a:gd fmla="*/ 18368 w 172580" name="connsiteX43"/>
                  <a:gd fmla="*/ 176692 h 185159" name="connsiteY43"/>
                  <a:gd fmla="*/ 6415 w 172580" name="connsiteX44"/>
                  <a:gd fmla="*/ 166867 h 185159" name="connsiteY44"/>
                  <a:gd fmla="*/ 193 w 172580" name="connsiteX45"/>
                  <a:gd fmla="*/ 156388 h 185159" name="connsiteY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b="b" l="l" r="r" t="t"/>
                <a:pathLst>
                  <a:path h="185159" w="172580">
                    <a:moveTo>
                      <a:pt x="90904" y="137722"/>
                    </a:moveTo>
                    <a:cubicBezTo>
                      <a:pt x="90413" y="135266"/>
                      <a:pt x="90904" y="132319"/>
                      <a:pt x="91887" y="129044"/>
                    </a:cubicBezTo>
                    <a:cubicBezTo>
                      <a:pt x="93033" y="125605"/>
                      <a:pt x="94506" y="122167"/>
                      <a:pt x="96144" y="118401"/>
                    </a:cubicBezTo>
                    <a:cubicBezTo>
                      <a:pt x="97781" y="114799"/>
                      <a:pt x="99419" y="111196"/>
                      <a:pt x="101056" y="107758"/>
                    </a:cubicBezTo>
                    <a:cubicBezTo>
                      <a:pt x="102693" y="104319"/>
                      <a:pt x="103840" y="101372"/>
                      <a:pt x="104658" y="98916"/>
                    </a:cubicBezTo>
                    <a:cubicBezTo>
                      <a:pt x="107442" y="91056"/>
                      <a:pt x="109243" y="83852"/>
                      <a:pt x="110225" y="77466"/>
                    </a:cubicBezTo>
                    <a:cubicBezTo>
                      <a:pt x="111044" y="70916"/>
                      <a:pt x="111535" y="64694"/>
                      <a:pt x="111372" y="58472"/>
                    </a:cubicBezTo>
                    <a:cubicBezTo>
                      <a:pt x="111372" y="52414"/>
                      <a:pt x="110717" y="46028"/>
                      <a:pt x="109734" y="39315"/>
                    </a:cubicBezTo>
                    <a:cubicBezTo>
                      <a:pt x="108916" y="32765"/>
                      <a:pt x="108261" y="25561"/>
                      <a:pt x="107933" y="17701"/>
                    </a:cubicBezTo>
                    <a:cubicBezTo>
                      <a:pt x="107442" y="12461"/>
                      <a:pt x="108588" y="8695"/>
                      <a:pt x="111044" y="6403"/>
                    </a:cubicBezTo>
                    <a:cubicBezTo>
                      <a:pt x="113500" y="4111"/>
                      <a:pt x="117103" y="2473"/>
                      <a:pt x="121687" y="1655"/>
                    </a:cubicBezTo>
                    <a:cubicBezTo>
                      <a:pt x="134459" y="-965"/>
                      <a:pt x="144774" y="-474"/>
                      <a:pt x="152798" y="3128"/>
                    </a:cubicBezTo>
                    <a:cubicBezTo>
                      <a:pt x="160821" y="6731"/>
                      <a:pt x="166224" y="15245"/>
                      <a:pt x="169008" y="28835"/>
                    </a:cubicBezTo>
                    <a:cubicBezTo>
                      <a:pt x="172938" y="47829"/>
                      <a:pt x="173593" y="66823"/>
                      <a:pt x="171136" y="85489"/>
                    </a:cubicBezTo>
                    <a:cubicBezTo>
                      <a:pt x="168680" y="104155"/>
                      <a:pt x="163605" y="122167"/>
                      <a:pt x="155745" y="139523"/>
                    </a:cubicBezTo>
                    <a:cubicBezTo>
                      <a:pt x="154926" y="141815"/>
                      <a:pt x="153944" y="144435"/>
                      <a:pt x="152634" y="147219"/>
                    </a:cubicBezTo>
                    <a:cubicBezTo>
                      <a:pt x="151324" y="150002"/>
                      <a:pt x="149850" y="152786"/>
                      <a:pt x="148213" y="155406"/>
                    </a:cubicBezTo>
                    <a:cubicBezTo>
                      <a:pt x="146576" y="158189"/>
                      <a:pt x="144611" y="160482"/>
                      <a:pt x="142646" y="162446"/>
                    </a:cubicBezTo>
                    <a:cubicBezTo>
                      <a:pt x="140517" y="164412"/>
                      <a:pt x="138225" y="165721"/>
                      <a:pt x="135769" y="166213"/>
                    </a:cubicBezTo>
                    <a:cubicBezTo>
                      <a:pt x="132494" y="166867"/>
                      <a:pt x="128401" y="166376"/>
                      <a:pt x="123325" y="164739"/>
                    </a:cubicBezTo>
                    <a:cubicBezTo>
                      <a:pt x="118412" y="163102"/>
                      <a:pt x="113664" y="160809"/>
                      <a:pt x="109079" y="158026"/>
                    </a:cubicBezTo>
                    <a:cubicBezTo>
                      <a:pt x="104495" y="155242"/>
                      <a:pt x="100565" y="151967"/>
                      <a:pt x="97126" y="148201"/>
                    </a:cubicBezTo>
                    <a:cubicBezTo>
                      <a:pt x="93688" y="144435"/>
                      <a:pt x="91559" y="140997"/>
                      <a:pt x="90904" y="137722"/>
                    </a:cubicBezTo>
                    <a:close/>
                    <a:moveTo>
                      <a:pt x="193" y="156388"/>
                    </a:moveTo>
                    <a:cubicBezTo>
                      <a:pt x="-299" y="153932"/>
                      <a:pt x="193" y="150985"/>
                      <a:pt x="1175" y="147710"/>
                    </a:cubicBezTo>
                    <a:cubicBezTo>
                      <a:pt x="2321" y="144272"/>
                      <a:pt x="3795" y="140833"/>
                      <a:pt x="5432" y="137067"/>
                    </a:cubicBezTo>
                    <a:cubicBezTo>
                      <a:pt x="7070" y="133465"/>
                      <a:pt x="8707" y="129863"/>
                      <a:pt x="10345" y="126424"/>
                    </a:cubicBezTo>
                    <a:cubicBezTo>
                      <a:pt x="11982" y="122985"/>
                      <a:pt x="13128" y="120038"/>
                      <a:pt x="13947" y="117582"/>
                    </a:cubicBezTo>
                    <a:cubicBezTo>
                      <a:pt x="16730" y="109723"/>
                      <a:pt x="18531" y="102518"/>
                      <a:pt x="19514" y="96132"/>
                    </a:cubicBezTo>
                    <a:cubicBezTo>
                      <a:pt x="20333" y="89583"/>
                      <a:pt x="20824" y="83360"/>
                      <a:pt x="20660" y="77138"/>
                    </a:cubicBezTo>
                    <a:cubicBezTo>
                      <a:pt x="20660" y="71080"/>
                      <a:pt x="20005" y="64694"/>
                      <a:pt x="19023" y="57981"/>
                    </a:cubicBezTo>
                    <a:cubicBezTo>
                      <a:pt x="18204" y="51431"/>
                      <a:pt x="17549" y="44227"/>
                      <a:pt x="17222" y="36367"/>
                    </a:cubicBezTo>
                    <a:cubicBezTo>
                      <a:pt x="16730" y="31128"/>
                      <a:pt x="17876" y="27362"/>
                      <a:pt x="20333" y="25069"/>
                    </a:cubicBezTo>
                    <a:cubicBezTo>
                      <a:pt x="22789" y="22777"/>
                      <a:pt x="26391" y="21140"/>
                      <a:pt x="30976" y="20321"/>
                    </a:cubicBezTo>
                    <a:cubicBezTo>
                      <a:pt x="43747" y="17701"/>
                      <a:pt x="54063" y="18192"/>
                      <a:pt x="62086" y="21795"/>
                    </a:cubicBezTo>
                    <a:cubicBezTo>
                      <a:pt x="70109" y="25397"/>
                      <a:pt x="75513" y="33911"/>
                      <a:pt x="78296" y="47502"/>
                    </a:cubicBezTo>
                    <a:cubicBezTo>
                      <a:pt x="82226" y="66495"/>
                      <a:pt x="82881" y="85489"/>
                      <a:pt x="80425" y="104155"/>
                    </a:cubicBezTo>
                    <a:cubicBezTo>
                      <a:pt x="77969" y="122822"/>
                      <a:pt x="72893" y="140833"/>
                      <a:pt x="65033" y="158189"/>
                    </a:cubicBezTo>
                    <a:cubicBezTo>
                      <a:pt x="64215" y="160482"/>
                      <a:pt x="63232" y="163102"/>
                      <a:pt x="61922" y="165885"/>
                    </a:cubicBezTo>
                    <a:cubicBezTo>
                      <a:pt x="60612" y="168669"/>
                      <a:pt x="59139" y="171452"/>
                      <a:pt x="57501" y="174072"/>
                    </a:cubicBezTo>
                    <a:cubicBezTo>
                      <a:pt x="55864" y="176856"/>
                      <a:pt x="53899" y="179148"/>
                      <a:pt x="51934" y="181113"/>
                    </a:cubicBezTo>
                    <a:cubicBezTo>
                      <a:pt x="49806" y="183078"/>
                      <a:pt x="47513" y="184388"/>
                      <a:pt x="45057" y="184879"/>
                    </a:cubicBezTo>
                    <a:cubicBezTo>
                      <a:pt x="41782" y="185534"/>
                      <a:pt x="37689" y="185043"/>
                      <a:pt x="32613" y="183405"/>
                    </a:cubicBezTo>
                    <a:cubicBezTo>
                      <a:pt x="27701" y="181768"/>
                      <a:pt x="22953" y="179475"/>
                      <a:pt x="18368" y="176692"/>
                    </a:cubicBezTo>
                    <a:cubicBezTo>
                      <a:pt x="13783" y="173908"/>
                      <a:pt x="9853" y="170633"/>
                      <a:pt x="6415" y="166867"/>
                    </a:cubicBezTo>
                    <a:cubicBezTo>
                      <a:pt x="2976" y="163102"/>
                      <a:pt x="848" y="159663"/>
                      <a:pt x="193" y="156388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42ae2ade-52d6-48d0-a790-077f9790ac68" id="39" name="Shape3">
                <a:extLst>
                  <a:ext uri="{FF2B5EF4-FFF2-40B4-BE49-F238E27FC236}">
                    <a16:creationId id="{1E68C972-3C63-9C99-0BF2-62CBE9B94742}"/>
                  </a:ext>
                </a:extLst>
              </p:cNvPr>
              <p:cNvSpPr/>
              <p:nvPr/>
            </p:nvSpPr>
            <p:spPr>
              <a:xfrm flipV="false" flipH="false">
                <a:off x="8137723" y="1713116"/>
                <a:ext cx="138940" cy="149067"/>
              </a:xfrm>
              <a:custGeom>
                <a:avLst/>
                <a:gdLst>
                  <a:gd fmla="*/ 81677 w 172580" name="connsiteX0"/>
                  <a:gd fmla="*/ 47438 h 185159" name="connsiteY0"/>
                  <a:gd fmla="*/ 80694 w 172580" name="connsiteX1"/>
                  <a:gd fmla="*/ 56116 h 185159" name="connsiteY1"/>
                  <a:gd fmla="*/ 76437 w 172580" name="connsiteX2"/>
                  <a:gd fmla="*/ 66759 h 185159" name="connsiteY2"/>
                  <a:gd fmla="*/ 71525 w 172580" name="connsiteX3"/>
                  <a:gd fmla="*/ 77402 h 185159" name="connsiteY3"/>
                  <a:gd fmla="*/ 67922 w 172580" name="connsiteX4"/>
                  <a:gd fmla="*/ 86244 h 185159" name="connsiteY4"/>
                  <a:gd fmla="*/ 62355 w 172580" name="connsiteX5"/>
                  <a:gd fmla="*/ 107694 h 185159" name="connsiteY5"/>
                  <a:gd fmla="*/ 61209 w 172580" name="connsiteX6"/>
                  <a:gd fmla="*/ 126687 h 185159" name="connsiteY6"/>
                  <a:gd fmla="*/ 62847 w 172580" name="connsiteX7"/>
                  <a:gd fmla="*/ 145845 h 185159" name="connsiteY7"/>
                  <a:gd fmla="*/ 64648 w 172580" name="connsiteX8"/>
                  <a:gd fmla="*/ 167458 h 185159" name="connsiteY8"/>
                  <a:gd fmla="*/ 61537 w 172580" name="connsiteX9"/>
                  <a:gd fmla="*/ 178756 h 185159" name="connsiteY9"/>
                  <a:gd fmla="*/ 50894 w 172580" name="connsiteX10"/>
                  <a:gd fmla="*/ 183505 h 185159" name="connsiteY10"/>
                  <a:gd fmla="*/ 19783 w 172580" name="connsiteX11"/>
                  <a:gd fmla="*/ 182031 h 185159" name="connsiteY11"/>
                  <a:gd fmla="*/ 3573 w 172580" name="connsiteX12"/>
                  <a:gd fmla="*/ 156324 h 185159" name="connsiteY12"/>
                  <a:gd fmla="*/ 1444 w 172580" name="connsiteX13"/>
                  <a:gd fmla="*/ 99670 h 185159" name="connsiteY13"/>
                  <a:gd fmla="*/ 16836 w 172580" name="connsiteX14"/>
                  <a:gd fmla="*/ 45636 h 185159" name="connsiteY14"/>
                  <a:gd fmla="*/ 19947 w 172580" name="connsiteX15"/>
                  <a:gd fmla="*/ 37941 h 185159" name="connsiteY15"/>
                  <a:gd fmla="*/ 24368 w 172580" name="connsiteX16"/>
                  <a:gd fmla="*/ 29754 h 185159" name="connsiteY16"/>
                  <a:gd fmla="*/ 29935 w 172580" name="connsiteX17"/>
                  <a:gd fmla="*/ 22713 h 185159" name="connsiteY17"/>
                  <a:gd fmla="*/ 36812 w 172580" name="connsiteX18"/>
                  <a:gd fmla="*/ 18947 h 185159" name="connsiteY18"/>
                  <a:gd fmla="*/ 49256 w 172580" name="connsiteX19"/>
                  <a:gd fmla="*/ 20421 h 185159" name="connsiteY19"/>
                  <a:gd fmla="*/ 63502 w 172580" name="connsiteX20"/>
                  <a:gd fmla="*/ 27134 h 185159" name="connsiteY20"/>
                  <a:gd fmla="*/ 75455 w 172580" name="connsiteX21"/>
                  <a:gd fmla="*/ 36958 h 185159" name="connsiteY21"/>
                  <a:gd fmla="*/ 81677 w 172580" name="connsiteX22"/>
                  <a:gd fmla="*/ 47438 h 185159" name="connsiteY22"/>
                  <a:gd fmla="*/ 172388 w 172580" name="connsiteX23"/>
                  <a:gd fmla="*/ 28771 h 185159" name="connsiteY23"/>
                  <a:gd fmla="*/ 171406 w 172580" name="connsiteX24"/>
                  <a:gd fmla="*/ 37449 h 185159" name="connsiteY24"/>
                  <a:gd fmla="*/ 167149 w 172580" name="connsiteX25"/>
                  <a:gd fmla="*/ 48093 h 185159" name="connsiteY25"/>
                  <a:gd fmla="*/ 162236 w 172580" name="connsiteX26"/>
                  <a:gd fmla="*/ 58736 h 185159" name="connsiteY26"/>
                  <a:gd fmla="*/ 158634 w 172580" name="connsiteX27"/>
                  <a:gd fmla="*/ 67578 h 185159" name="connsiteY27"/>
                  <a:gd fmla="*/ 153067 w 172580" name="connsiteX28"/>
                  <a:gd fmla="*/ 89027 h 185159" name="connsiteY28"/>
                  <a:gd fmla="*/ 151921 w 172580" name="connsiteX29"/>
                  <a:gd fmla="*/ 108021 h 185159" name="connsiteY29"/>
                  <a:gd fmla="*/ 153558 w 172580" name="connsiteX30"/>
                  <a:gd fmla="*/ 127179 h 185159" name="connsiteY30"/>
                  <a:gd fmla="*/ 155359 w 172580" name="connsiteX31"/>
                  <a:gd fmla="*/ 148792 h 185159" name="connsiteY31"/>
                  <a:gd fmla="*/ 152248 w 172580" name="connsiteX32"/>
                  <a:gd fmla="*/ 160090 h 185159" name="connsiteY32"/>
                  <a:gd fmla="*/ 141605 w 172580" name="connsiteX33"/>
                  <a:gd fmla="*/ 164839 h 185159" name="connsiteY33"/>
                  <a:gd fmla="*/ 110495 w 172580" name="connsiteX34"/>
                  <a:gd fmla="*/ 163365 h 185159" name="connsiteY34"/>
                  <a:gd fmla="*/ 94285 w 172580" name="connsiteX35"/>
                  <a:gd fmla="*/ 137658 h 185159" name="connsiteY35"/>
                  <a:gd fmla="*/ 92156 w 172580" name="connsiteX36"/>
                  <a:gd fmla="*/ 81004 h 185159" name="connsiteY36"/>
                  <a:gd fmla="*/ 107547 w 172580" name="connsiteX37"/>
                  <a:gd fmla="*/ 26970 h 185159" name="connsiteY37"/>
                  <a:gd fmla="*/ 110658 w 172580" name="connsiteX38"/>
                  <a:gd fmla="*/ 19274 h 185159" name="connsiteY38"/>
                  <a:gd fmla="*/ 115079 w 172580" name="connsiteX39"/>
                  <a:gd fmla="*/ 11087 h 185159" name="connsiteY39"/>
                  <a:gd fmla="*/ 120647 w 172580" name="connsiteX40"/>
                  <a:gd fmla="*/ 4047 h 185159" name="connsiteY40"/>
                  <a:gd fmla="*/ 127524 w 172580" name="connsiteX41"/>
                  <a:gd fmla="*/ 281 h 185159" name="connsiteY41"/>
                  <a:gd fmla="*/ 139968 w 172580" name="connsiteX42"/>
                  <a:gd fmla="*/ 1754 h 185159" name="connsiteY42"/>
                  <a:gd fmla="*/ 154213 w 172580" name="connsiteX43"/>
                  <a:gd fmla="*/ 8468 h 185159" name="connsiteY43"/>
                  <a:gd fmla="*/ 166166 w 172580" name="connsiteX44"/>
                  <a:gd fmla="*/ 18292 h 185159" name="connsiteY44"/>
                  <a:gd fmla="*/ 172388 w 172580" name="connsiteX45"/>
                  <a:gd fmla="*/ 28771 h 185159" name="connsiteY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b="b" l="l" r="r" t="t"/>
                <a:pathLst>
                  <a:path h="185159" w="172580">
                    <a:moveTo>
                      <a:pt x="81677" y="47438"/>
                    </a:moveTo>
                    <a:cubicBezTo>
                      <a:pt x="82168" y="49894"/>
                      <a:pt x="81677" y="52841"/>
                      <a:pt x="80694" y="56116"/>
                    </a:cubicBezTo>
                    <a:cubicBezTo>
                      <a:pt x="79548" y="59554"/>
                      <a:pt x="78074" y="62993"/>
                      <a:pt x="76437" y="66759"/>
                    </a:cubicBezTo>
                    <a:cubicBezTo>
                      <a:pt x="74800" y="70361"/>
                      <a:pt x="73162" y="73963"/>
                      <a:pt x="71525" y="77402"/>
                    </a:cubicBezTo>
                    <a:cubicBezTo>
                      <a:pt x="69887" y="80840"/>
                      <a:pt x="68741" y="83788"/>
                      <a:pt x="67922" y="86244"/>
                    </a:cubicBezTo>
                    <a:cubicBezTo>
                      <a:pt x="65139" y="94103"/>
                      <a:pt x="63338" y="101308"/>
                      <a:pt x="62355" y="107694"/>
                    </a:cubicBezTo>
                    <a:cubicBezTo>
                      <a:pt x="61537" y="114243"/>
                      <a:pt x="61045" y="120465"/>
                      <a:pt x="61209" y="126687"/>
                    </a:cubicBezTo>
                    <a:cubicBezTo>
                      <a:pt x="61209" y="132746"/>
                      <a:pt x="61864" y="139132"/>
                      <a:pt x="62847" y="145845"/>
                    </a:cubicBezTo>
                    <a:cubicBezTo>
                      <a:pt x="63665" y="152394"/>
                      <a:pt x="64320" y="159599"/>
                      <a:pt x="64648" y="167458"/>
                    </a:cubicBezTo>
                    <a:cubicBezTo>
                      <a:pt x="65139" y="172698"/>
                      <a:pt x="63993" y="176464"/>
                      <a:pt x="61537" y="178756"/>
                    </a:cubicBezTo>
                    <a:cubicBezTo>
                      <a:pt x="59081" y="181049"/>
                      <a:pt x="55478" y="182686"/>
                      <a:pt x="50894" y="183505"/>
                    </a:cubicBezTo>
                    <a:cubicBezTo>
                      <a:pt x="38122" y="186125"/>
                      <a:pt x="27806" y="185634"/>
                      <a:pt x="19783" y="182031"/>
                    </a:cubicBezTo>
                    <a:cubicBezTo>
                      <a:pt x="11760" y="178429"/>
                      <a:pt x="6357" y="169915"/>
                      <a:pt x="3573" y="156324"/>
                    </a:cubicBezTo>
                    <a:cubicBezTo>
                      <a:pt x="-357" y="137330"/>
                      <a:pt x="-1012" y="118337"/>
                      <a:pt x="1444" y="99670"/>
                    </a:cubicBezTo>
                    <a:cubicBezTo>
                      <a:pt x="3900" y="81004"/>
                      <a:pt x="8976" y="62993"/>
                      <a:pt x="16836" y="45636"/>
                    </a:cubicBezTo>
                    <a:cubicBezTo>
                      <a:pt x="17655" y="43344"/>
                      <a:pt x="18637" y="40724"/>
                      <a:pt x="19947" y="37941"/>
                    </a:cubicBezTo>
                    <a:cubicBezTo>
                      <a:pt x="21257" y="35157"/>
                      <a:pt x="22730" y="32374"/>
                      <a:pt x="24368" y="29754"/>
                    </a:cubicBezTo>
                    <a:cubicBezTo>
                      <a:pt x="26005" y="26970"/>
                      <a:pt x="27970" y="24678"/>
                      <a:pt x="29935" y="22713"/>
                    </a:cubicBezTo>
                    <a:cubicBezTo>
                      <a:pt x="32064" y="20748"/>
                      <a:pt x="34356" y="19438"/>
                      <a:pt x="36812" y="18947"/>
                    </a:cubicBezTo>
                    <a:cubicBezTo>
                      <a:pt x="40087" y="18292"/>
                      <a:pt x="44180" y="18783"/>
                      <a:pt x="49256" y="20421"/>
                    </a:cubicBezTo>
                    <a:cubicBezTo>
                      <a:pt x="54168" y="22058"/>
                      <a:pt x="58917" y="24350"/>
                      <a:pt x="63502" y="27134"/>
                    </a:cubicBezTo>
                    <a:cubicBezTo>
                      <a:pt x="68086" y="29918"/>
                      <a:pt x="72016" y="33192"/>
                      <a:pt x="75455" y="36958"/>
                    </a:cubicBezTo>
                    <a:cubicBezTo>
                      <a:pt x="78893" y="40724"/>
                      <a:pt x="81022" y="44163"/>
                      <a:pt x="81677" y="47438"/>
                    </a:cubicBezTo>
                    <a:close/>
                    <a:moveTo>
                      <a:pt x="172388" y="28771"/>
                    </a:moveTo>
                    <a:cubicBezTo>
                      <a:pt x="172879" y="31227"/>
                      <a:pt x="172388" y="34175"/>
                      <a:pt x="171406" y="37449"/>
                    </a:cubicBezTo>
                    <a:cubicBezTo>
                      <a:pt x="170260" y="40888"/>
                      <a:pt x="168786" y="44327"/>
                      <a:pt x="167149" y="48093"/>
                    </a:cubicBezTo>
                    <a:cubicBezTo>
                      <a:pt x="165511" y="51695"/>
                      <a:pt x="163874" y="55297"/>
                      <a:pt x="162236" y="58736"/>
                    </a:cubicBezTo>
                    <a:cubicBezTo>
                      <a:pt x="160599" y="62174"/>
                      <a:pt x="159453" y="65121"/>
                      <a:pt x="158634" y="67578"/>
                    </a:cubicBezTo>
                    <a:cubicBezTo>
                      <a:pt x="155850" y="75437"/>
                      <a:pt x="154049" y="82642"/>
                      <a:pt x="153067" y="89027"/>
                    </a:cubicBezTo>
                    <a:cubicBezTo>
                      <a:pt x="152248" y="95577"/>
                      <a:pt x="151757" y="101799"/>
                      <a:pt x="151921" y="108021"/>
                    </a:cubicBezTo>
                    <a:cubicBezTo>
                      <a:pt x="151921" y="114079"/>
                      <a:pt x="152576" y="120465"/>
                      <a:pt x="153558" y="127179"/>
                    </a:cubicBezTo>
                    <a:cubicBezTo>
                      <a:pt x="154377" y="133728"/>
                      <a:pt x="155032" y="140933"/>
                      <a:pt x="155359" y="148792"/>
                    </a:cubicBezTo>
                    <a:cubicBezTo>
                      <a:pt x="155850" y="154032"/>
                      <a:pt x="154704" y="157798"/>
                      <a:pt x="152248" y="160090"/>
                    </a:cubicBezTo>
                    <a:cubicBezTo>
                      <a:pt x="149792" y="162383"/>
                      <a:pt x="146190" y="164020"/>
                      <a:pt x="141605" y="164839"/>
                    </a:cubicBezTo>
                    <a:cubicBezTo>
                      <a:pt x="128834" y="167458"/>
                      <a:pt x="118518" y="166967"/>
                      <a:pt x="110495" y="163365"/>
                    </a:cubicBezTo>
                    <a:cubicBezTo>
                      <a:pt x="102471" y="159763"/>
                      <a:pt x="97068" y="151248"/>
                      <a:pt x="94285" y="137658"/>
                    </a:cubicBezTo>
                    <a:cubicBezTo>
                      <a:pt x="90355" y="118664"/>
                      <a:pt x="89700" y="99670"/>
                      <a:pt x="92156" y="81004"/>
                    </a:cubicBezTo>
                    <a:cubicBezTo>
                      <a:pt x="94612" y="62338"/>
                      <a:pt x="99688" y="44327"/>
                      <a:pt x="107547" y="26970"/>
                    </a:cubicBezTo>
                    <a:cubicBezTo>
                      <a:pt x="108366" y="24678"/>
                      <a:pt x="109349" y="22058"/>
                      <a:pt x="110658" y="19274"/>
                    </a:cubicBezTo>
                    <a:cubicBezTo>
                      <a:pt x="111968" y="16491"/>
                      <a:pt x="113442" y="13707"/>
                      <a:pt x="115079" y="11087"/>
                    </a:cubicBezTo>
                    <a:cubicBezTo>
                      <a:pt x="116717" y="8304"/>
                      <a:pt x="118682" y="6012"/>
                      <a:pt x="120647" y="4047"/>
                    </a:cubicBezTo>
                    <a:cubicBezTo>
                      <a:pt x="122775" y="2082"/>
                      <a:pt x="125067" y="772"/>
                      <a:pt x="127524" y="281"/>
                    </a:cubicBezTo>
                    <a:cubicBezTo>
                      <a:pt x="130798" y="-374"/>
                      <a:pt x="134892" y="117"/>
                      <a:pt x="139968" y="1754"/>
                    </a:cubicBezTo>
                    <a:cubicBezTo>
                      <a:pt x="144880" y="3392"/>
                      <a:pt x="149628" y="5684"/>
                      <a:pt x="154213" y="8468"/>
                    </a:cubicBezTo>
                    <a:cubicBezTo>
                      <a:pt x="158798" y="11251"/>
                      <a:pt x="162728" y="14526"/>
                      <a:pt x="166166" y="18292"/>
                    </a:cubicBezTo>
                    <a:cubicBezTo>
                      <a:pt x="169605" y="22058"/>
                      <a:pt x="171733" y="25497"/>
                      <a:pt x="172388" y="28771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51b10563-158c-439e-8152-4c258164f360" id="40" name="Bullet3">
                <a:extLst>
                  <a:ext uri="{FF2B5EF4-FFF2-40B4-BE49-F238E27FC236}">
                    <a16:creationId id="{CEE2E69C-A498-EEC8-1DF6-8FE3283E10C1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8188423" y="1958722"/>
                <a:ext cx="2352091" cy="811466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每日更换鞋袜</a:t>
                </a:r>
              </a:p>
            </p:txBody>
          </p:sp>
          <p:sp>
            <p:nvSpPr>
              <p:cNvPr descr="d71d19a3-6926-4d11-8a4a-4ad4f48c2817" id="41" name="Text3">
                <a:extLst>
                  <a:ext uri="{FF2B5EF4-FFF2-40B4-BE49-F238E27FC236}">
                    <a16:creationId id="{A210E469-8057-4A33-0AB5-89ABA3641E29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8188428" y="2770188"/>
                <a:ext cx="2352090" cy="81146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扁平足者应每日更换鞋袜，保持足部干爽。</a:t>
                </a:r>
              </a:p>
            </p:txBody>
          </p:sp>
        </p:grpSp>
        <p:grpSp>
          <p:nvGrpSpPr>
            <p:cNvPr descr="707bd0e9-c0e6-4239-bc88-afec1b0f1599" id="10" name="组合 9">
              <a:extLst>
                <a:ext uri="{FF2B5EF4-FFF2-40B4-BE49-F238E27FC236}">
                  <a16:creationId id="{76E7CEA6-3130-6B7F-363F-772CB974424C}"/>
                </a:ext>
              </a:extLst>
            </p:cNvPr>
            <p:cNvGrpSpPr/>
            <p:nvPr/>
          </p:nvGrpSpPr>
          <p:grpSpPr>
            <a:xfrm>
              <a:off x="8935313" y="1823911"/>
              <a:ext cx="2583587" cy="2048237"/>
              <a:chOff x="8004701" y="1629190"/>
              <a:chExt cx="2829203" cy="2242958"/>
            </a:xfrm>
          </p:grpSpPr>
          <p:sp>
            <p:nvSpPr>
              <p:cNvPr descr="39b24233-e282-45a9-a8fd-78a0521b7c4c" id="17" name="ComponentBackground4">
                <a:extLst>
                  <a:ext uri="{FF2B5EF4-FFF2-40B4-BE49-F238E27FC236}">
                    <a16:creationId id="{C87A7469-37B7-F5C4-5E2E-592AC4D67575}"/>
                  </a:ext>
                </a:extLst>
              </p:cNvPr>
              <p:cNvSpPr/>
              <p:nvPr/>
            </p:nvSpPr>
            <p:spPr>
              <a:xfrm flipV="false" flipH="false">
                <a:off x="8004701" y="1629190"/>
                <a:ext cx="2829203" cy="2242958"/>
              </a:xfrm>
              <a:custGeom>
                <a:avLst/>
                <a:gdLst>
                  <a:gd fmla="*/ 2444309 w 2451491" name="connsiteX0"/>
                  <a:gd fmla="*/ 1284385 h 2399945" name="connsiteY0"/>
                  <a:gd fmla="*/ 2339843 w 2451491" name="connsiteX1"/>
                  <a:gd fmla="*/ 850149 h 2399945" name="connsiteY1"/>
                  <a:gd fmla="*/ 2210653 w 2451491" name="connsiteX2"/>
                  <a:gd fmla="*/ 750759 h 2399945" name="connsiteY2"/>
                  <a:gd fmla="*/ 2295306 w 2451491" name="connsiteX3"/>
                  <a:gd fmla="*/ 572283 h 2399945" name="connsiteY3"/>
                  <a:gd fmla="*/ 2099965 w 2451491" name="connsiteX4"/>
                  <a:gd fmla="*/ 153766 h 2399945" name="connsiteY4"/>
                  <a:gd fmla="*/ 1944085 w 2451491" name="connsiteX5"/>
                  <a:gd fmla="*/ 128877 h 2399945" name="connsiteY5"/>
                  <a:gd fmla="*/ 1613168 w 2451491" name="connsiteX6"/>
                  <a:gd fmla="*/ 222863 h 2399945" name="connsiteY6"/>
                  <a:gd fmla="*/ 1319584 w 2451491" name="connsiteX7"/>
                  <a:gd fmla="*/ 58306 h 2399945" name="connsiteY7"/>
                  <a:gd fmla="*/ 1049086 w 2451491" name="connsiteX8"/>
                  <a:gd fmla="*/ 182911 h 2399945" name="connsiteY8"/>
                  <a:gd fmla="*/ 895335 w 2451491" name="connsiteX9"/>
                  <a:gd fmla="*/ 41604 h 2399945" name="connsiteY9"/>
                  <a:gd fmla="*/ 513495 w 2451491" name="connsiteX10"/>
                  <a:gd fmla="*/ 40622 h 2399945" name="connsiteY10"/>
                  <a:gd fmla="*/ 317336 w 2451491" name="connsiteX11"/>
                  <a:gd fmla="*/ 197484 h 2399945" name="connsiteY11"/>
                  <a:gd fmla="*/ 274927 w 2451491" name="connsiteX12"/>
                  <a:gd fmla="*/ 327329 h 2399945" name="connsiteY12"/>
                  <a:gd fmla="*/ 232191 w 2451491" name="connsiteX13"/>
                  <a:gd fmla="*/ 336662 h 2399945" name="connsiteY13"/>
                  <a:gd fmla="*/ 25061 w 2451491" name="connsiteX14"/>
                  <a:gd fmla="*/ 564587 h 2399945" name="connsiteY14"/>
                  <a:gd fmla="*/ 8360 w 2451491" name="connsiteX15"/>
                  <a:gd fmla="*/ 757472 h 2399945" name="connsiteY15"/>
                  <a:gd fmla="*/ 82042 w 2451491" name="connsiteX16"/>
                  <a:gd fmla="*/ 889610 h 2399945" name="connsiteY16"/>
                  <a:gd fmla="*/ 23751 w 2451491" name="connsiteX17"/>
                  <a:gd fmla="*/ 1346606 h 2399945" name="connsiteY17"/>
                  <a:gd fmla="*/ 154415 w 2451491" name="connsiteX18"/>
                  <a:gd fmla="*/ 1550461 h 2399945" name="connsiteY18"/>
                  <a:gd fmla="*/ 77621 w 2451491" name="connsiteX19"/>
                  <a:gd fmla="*/ 1711745 h 2399945" name="connsiteY19"/>
                  <a:gd fmla="*/ 123305 w 2451491" name="connsiteX20"/>
                  <a:gd fmla="*/ 2000581 h 2399945" name="connsiteY20"/>
                  <a:gd fmla="*/ 307675 w 2451491" name="connsiteX21"/>
                  <a:gd fmla="*/ 2118800 h 2399945" name="connsiteY21"/>
                  <a:gd fmla="*/ 328306 w 2451491" name="connsiteX22"/>
                  <a:gd fmla="*/ 2120765 h 2399945" name="connsiteY22"/>
                  <a:gd fmla="*/ 473379 w 2451491" name="connsiteX23"/>
                  <a:gd fmla="*/ 2339193 h 2399945" name="connsiteY23"/>
                  <a:gd fmla="*/ 902867 w 2451491" name="connsiteX24"/>
                  <a:gd fmla="*/ 2317744 h 2399945" name="connsiteY24"/>
                  <a:gd fmla="*/ 992433 w 2451491" name="connsiteX25"/>
                  <a:gd fmla="*/ 2215734 h 2399945" name="connsiteY25"/>
                  <a:gd fmla="*/ 1042864 w 2451491" name="connsiteX26"/>
                  <a:gd fmla="*/ 2257160 h 2399945" name="connsiteY26"/>
                  <a:gd fmla="*/ 1383770 w 2451491" name="connsiteX27"/>
                  <a:gd fmla="*/ 2317744 h 2399945" name="connsiteY27"/>
                  <a:gd fmla="*/ 1561427 w 2451491" name="connsiteX28"/>
                  <a:gd fmla="*/ 2246517 h 2399945" name="connsiteY28"/>
                  <a:gd fmla="*/ 1585496 w 2451491" name="connsiteX29"/>
                  <a:gd fmla="*/ 2225886 h 2399945" name="connsiteY29"/>
                  <a:gd fmla="*/ 1615788 w 2451491" name="connsiteX30"/>
                  <a:gd fmla="*/ 2264856 h 2399945" name="connsiteY30"/>
                  <a:gd fmla="*/ 1787059 w 2451491" name="connsiteX31"/>
                  <a:gd fmla="*/ 2366865 h 2399945" name="connsiteY31"/>
                  <a:gd fmla="*/ 2048223 w 2451491" name="connsiteX32"/>
                  <a:gd fmla="*/ 2375543 h 2399945" name="connsiteY32"/>
                  <a:gd fmla="*/ 2303984 w 2451491" name="connsiteX33"/>
                  <a:gd fmla="*/ 2030872 h 2399945" name="connsiteY33"/>
                  <a:gd fmla="*/ 2195589 w 2451491" name="connsiteX34"/>
                  <a:gd fmla="*/ 1722879 h 2399945" name="connsiteY34"/>
                  <a:gd fmla="*/ 2239471 w 2451491" name="connsiteX35"/>
                  <a:gd fmla="*/ 1681617 h 2399945" name="connsiteY35"/>
                  <a:gd fmla="*/ 2444309 w 2451491" name="connsiteX36"/>
                  <a:gd fmla="*/ 1284221 h 2399945" name="connsiteY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b="b" l="l" r="r" t="t"/>
                <a:pathLst>
                  <a:path h="2399945" w="2451491">
                    <a:moveTo>
                      <a:pt x="2444309" y="1284385"/>
                    </a:moveTo>
                    <a:cubicBezTo>
                      <a:pt x="2467887" y="1131780"/>
                      <a:pt x="2433502" y="966240"/>
                      <a:pt x="2339843" y="850149"/>
                    </a:cubicBezTo>
                    <a:cubicBezTo>
                      <a:pt x="2305130" y="807085"/>
                      <a:pt x="2259775" y="771390"/>
                      <a:pt x="2210653" y="750759"/>
                    </a:cubicBezTo>
                    <a:cubicBezTo>
                      <a:pt x="2251424" y="699508"/>
                      <a:pt x="2281716" y="638925"/>
                      <a:pt x="2295306" y="572283"/>
                    </a:cubicBezTo>
                    <a:cubicBezTo>
                      <a:pt x="2329364" y="405597"/>
                      <a:pt x="2246348" y="213694"/>
                      <a:pt x="2099965" y="153766"/>
                    </a:cubicBezTo>
                    <a:cubicBezTo>
                      <a:pt x="2050516" y="133462"/>
                      <a:pt x="1996973" y="128058"/>
                      <a:pt x="1944085" y="128877"/>
                    </a:cubicBezTo>
                    <a:cubicBezTo>
                      <a:pt x="1828977" y="131006"/>
                      <a:pt x="1714850" y="163917"/>
                      <a:pt x="1613168" y="222863"/>
                    </a:cubicBezTo>
                    <a:cubicBezTo>
                      <a:pt x="1548655" y="121018"/>
                      <a:pt x="1434201" y="56832"/>
                      <a:pt x="1319584" y="58306"/>
                    </a:cubicBezTo>
                    <a:cubicBezTo>
                      <a:pt x="1219212" y="59615"/>
                      <a:pt x="1122605" y="107591"/>
                      <a:pt x="1049086" y="182911"/>
                    </a:cubicBezTo>
                    <a:cubicBezTo>
                      <a:pt x="1010935" y="122164"/>
                      <a:pt x="956901" y="72223"/>
                      <a:pt x="895335" y="41604"/>
                    </a:cubicBezTo>
                    <a:cubicBezTo>
                      <a:pt x="776297" y="-17342"/>
                      <a:pt x="635645" y="-9974"/>
                      <a:pt x="513495" y="40622"/>
                    </a:cubicBezTo>
                    <a:cubicBezTo>
                      <a:pt x="436538" y="72551"/>
                      <a:pt x="363183" y="122819"/>
                      <a:pt x="317336" y="197484"/>
                    </a:cubicBezTo>
                    <a:cubicBezTo>
                      <a:pt x="293757" y="235799"/>
                      <a:pt x="278693" y="281318"/>
                      <a:pt x="274927" y="327329"/>
                    </a:cubicBezTo>
                    <a:cubicBezTo>
                      <a:pt x="260354" y="329130"/>
                      <a:pt x="246109" y="332078"/>
                      <a:pt x="232191" y="336662"/>
                    </a:cubicBezTo>
                    <a:cubicBezTo>
                      <a:pt x="135094" y="368919"/>
                      <a:pt x="60592" y="460613"/>
                      <a:pt x="25061" y="564587"/>
                    </a:cubicBezTo>
                    <a:cubicBezTo>
                      <a:pt x="4102" y="625990"/>
                      <a:pt x="-4576" y="693450"/>
                      <a:pt x="8360" y="757472"/>
                    </a:cubicBezTo>
                    <a:cubicBezTo>
                      <a:pt x="18839" y="808886"/>
                      <a:pt x="44710" y="857026"/>
                      <a:pt x="82042" y="889610"/>
                    </a:cubicBezTo>
                    <a:cubicBezTo>
                      <a:pt x="2793" y="1023712"/>
                      <a:pt x="-24061" y="1195802"/>
                      <a:pt x="23751" y="1346606"/>
                    </a:cubicBezTo>
                    <a:cubicBezTo>
                      <a:pt x="48967" y="1426020"/>
                      <a:pt x="95469" y="1496591"/>
                      <a:pt x="154415" y="1550461"/>
                    </a:cubicBezTo>
                    <a:cubicBezTo>
                      <a:pt x="118884" y="1597946"/>
                      <a:pt x="91867" y="1652635"/>
                      <a:pt x="77621" y="1711745"/>
                    </a:cubicBezTo>
                    <a:cubicBezTo>
                      <a:pt x="54207" y="1809497"/>
                      <a:pt x="68288" y="1919366"/>
                      <a:pt x="123305" y="2000581"/>
                    </a:cubicBezTo>
                    <a:cubicBezTo>
                      <a:pt x="167023" y="2064766"/>
                      <a:pt x="234975" y="2108485"/>
                      <a:pt x="307675" y="2118800"/>
                    </a:cubicBezTo>
                    <a:cubicBezTo>
                      <a:pt x="314552" y="2119783"/>
                      <a:pt x="321429" y="2120438"/>
                      <a:pt x="328306" y="2120765"/>
                    </a:cubicBezTo>
                    <a:cubicBezTo>
                      <a:pt x="351230" y="2209184"/>
                      <a:pt x="402480" y="2289417"/>
                      <a:pt x="473379" y="2339193"/>
                    </a:cubicBezTo>
                    <a:cubicBezTo>
                      <a:pt x="601587" y="2429086"/>
                      <a:pt x="780390" y="2416970"/>
                      <a:pt x="902867" y="2317744"/>
                    </a:cubicBezTo>
                    <a:cubicBezTo>
                      <a:pt x="937907" y="2289417"/>
                      <a:pt x="967708" y="2254704"/>
                      <a:pt x="992433" y="2215734"/>
                    </a:cubicBezTo>
                    <a:cubicBezTo>
                      <a:pt x="1008152" y="2231289"/>
                      <a:pt x="1025017" y="2245207"/>
                      <a:pt x="1042864" y="2257160"/>
                    </a:cubicBezTo>
                    <a:cubicBezTo>
                      <a:pt x="1143073" y="2324293"/>
                      <a:pt x="1267678" y="2337720"/>
                      <a:pt x="1383770" y="2317744"/>
                    </a:cubicBezTo>
                    <a:cubicBezTo>
                      <a:pt x="1446645" y="2306937"/>
                      <a:pt x="1509194" y="2286142"/>
                      <a:pt x="1561427" y="2246517"/>
                    </a:cubicBezTo>
                    <a:cubicBezTo>
                      <a:pt x="1569777" y="2240131"/>
                      <a:pt x="1577801" y="2233254"/>
                      <a:pt x="1585496" y="2225886"/>
                    </a:cubicBezTo>
                    <a:cubicBezTo>
                      <a:pt x="1594502" y="2239804"/>
                      <a:pt x="1604654" y="2253067"/>
                      <a:pt x="1615788" y="2264856"/>
                    </a:cubicBezTo>
                    <a:cubicBezTo>
                      <a:pt x="1662618" y="2315124"/>
                      <a:pt x="1724020" y="2346562"/>
                      <a:pt x="1787059" y="2366865"/>
                    </a:cubicBezTo>
                    <a:cubicBezTo>
                      <a:pt x="1871713" y="2394046"/>
                      <a:pt x="1963407" y="2402561"/>
                      <a:pt x="2048223" y="2375543"/>
                    </a:cubicBezTo>
                    <a:cubicBezTo>
                      <a:pt x="2186419" y="2331498"/>
                      <a:pt x="2293014" y="2187735"/>
                      <a:pt x="2303984" y="2030872"/>
                    </a:cubicBezTo>
                    <a:cubicBezTo>
                      <a:pt x="2311844" y="1917401"/>
                      <a:pt x="2269108" y="1802784"/>
                      <a:pt x="2195589" y="1722879"/>
                    </a:cubicBezTo>
                    <a:cubicBezTo>
                      <a:pt x="2210817" y="1709780"/>
                      <a:pt x="2225390" y="1696026"/>
                      <a:pt x="2239471" y="1681617"/>
                    </a:cubicBezTo>
                    <a:cubicBezTo>
                      <a:pt x="2342791" y="1575841"/>
                      <a:pt x="2420567" y="1436826"/>
                      <a:pt x="2444309" y="1284221"/>
                    </a:cubicBezTo>
                    <a:close/>
                  </a:path>
                </a:pathLst>
              </a:custGeom>
              <a:solidFill>
                <a:schemeClr val="accent4">
                  <a:alpha val="15000"/>
                </a:schemeClr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1a7b8167-6877-4d0a-9a5c-eb7295d8dca8" id="18" name="shaape4">
                <a:extLst>
                  <a:ext uri="{FF2B5EF4-FFF2-40B4-BE49-F238E27FC236}">
                    <a16:creationId id="{B5945C97-F25D-633B-6191-3D3EE9EFE012}"/>
                  </a:ext>
                </a:extLst>
              </p:cNvPr>
              <p:cNvSpPr/>
              <p:nvPr/>
            </p:nvSpPr>
            <p:spPr>
              <a:xfrm flipV="false" flipH="false">
                <a:off x="10401576" y="3570921"/>
                <a:ext cx="138940" cy="149067"/>
              </a:xfrm>
              <a:custGeom>
                <a:avLst/>
                <a:gdLst>
                  <a:gd fmla="*/ 90904 w 172580" name="connsiteX0"/>
                  <a:gd fmla="*/ 137722 h 185159" name="connsiteY0"/>
                  <a:gd fmla="*/ 91887 w 172580" name="connsiteX1"/>
                  <a:gd fmla="*/ 129044 h 185159" name="connsiteY1"/>
                  <a:gd fmla="*/ 96144 w 172580" name="connsiteX2"/>
                  <a:gd fmla="*/ 118401 h 185159" name="connsiteY2"/>
                  <a:gd fmla="*/ 101056 w 172580" name="connsiteX3"/>
                  <a:gd fmla="*/ 107758 h 185159" name="connsiteY3"/>
                  <a:gd fmla="*/ 104658 w 172580" name="connsiteX4"/>
                  <a:gd fmla="*/ 98916 h 185159" name="connsiteY4"/>
                  <a:gd fmla="*/ 110225 w 172580" name="connsiteX5"/>
                  <a:gd fmla="*/ 77466 h 185159" name="connsiteY5"/>
                  <a:gd fmla="*/ 111372 w 172580" name="connsiteX6"/>
                  <a:gd fmla="*/ 58472 h 185159" name="connsiteY6"/>
                  <a:gd fmla="*/ 109734 w 172580" name="connsiteX7"/>
                  <a:gd fmla="*/ 39315 h 185159" name="connsiteY7"/>
                  <a:gd fmla="*/ 107933 w 172580" name="connsiteX8"/>
                  <a:gd fmla="*/ 17701 h 185159" name="connsiteY8"/>
                  <a:gd fmla="*/ 111044 w 172580" name="connsiteX9"/>
                  <a:gd fmla="*/ 6403 h 185159" name="connsiteY9"/>
                  <a:gd fmla="*/ 121687 w 172580" name="connsiteX10"/>
                  <a:gd fmla="*/ 1655 h 185159" name="connsiteY10"/>
                  <a:gd fmla="*/ 152798 w 172580" name="connsiteX11"/>
                  <a:gd fmla="*/ 3128 h 185159" name="connsiteY11"/>
                  <a:gd fmla="*/ 169008 w 172580" name="connsiteX12"/>
                  <a:gd fmla="*/ 28835 h 185159" name="connsiteY12"/>
                  <a:gd fmla="*/ 171136 w 172580" name="connsiteX13"/>
                  <a:gd fmla="*/ 85489 h 185159" name="connsiteY13"/>
                  <a:gd fmla="*/ 155745 w 172580" name="connsiteX14"/>
                  <a:gd fmla="*/ 139523 h 185159" name="connsiteY14"/>
                  <a:gd fmla="*/ 152634 w 172580" name="connsiteX15"/>
                  <a:gd fmla="*/ 147219 h 185159" name="connsiteY15"/>
                  <a:gd fmla="*/ 148213 w 172580" name="connsiteX16"/>
                  <a:gd fmla="*/ 155406 h 185159" name="connsiteY16"/>
                  <a:gd fmla="*/ 142646 w 172580" name="connsiteX17"/>
                  <a:gd fmla="*/ 162446 h 185159" name="connsiteY17"/>
                  <a:gd fmla="*/ 135769 w 172580" name="connsiteX18"/>
                  <a:gd fmla="*/ 166213 h 185159" name="connsiteY18"/>
                  <a:gd fmla="*/ 123325 w 172580" name="connsiteX19"/>
                  <a:gd fmla="*/ 164739 h 185159" name="connsiteY19"/>
                  <a:gd fmla="*/ 109079 w 172580" name="connsiteX20"/>
                  <a:gd fmla="*/ 158026 h 185159" name="connsiteY20"/>
                  <a:gd fmla="*/ 97126 w 172580" name="connsiteX21"/>
                  <a:gd fmla="*/ 148201 h 185159" name="connsiteY21"/>
                  <a:gd fmla="*/ 90904 w 172580" name="connsiteX22"/>
                  <a:gd fmla="*/ 137722 h 185159" name="connsiteY22"/>
                  <a:gd fmla="*/ 193 w 172580" name="connsiteX23"/>
                  <a:gd fmla="*/ 156388 h 185159" name="connsiteY23"/>
                  <a:gd fmla="*/ 1175 w 172580" name="connsiteX24"/>
                  <a:gd fmla="*/ 147710 h 185159" name="connsiteY24"/>
                  <a:gd fmla="*/ 5432 w 172580" name="connsiteX25"/>
                  <a:gd fmla="*/ 137067 h 185159" name="connsiteY25"/>
                  <a:gd fmla="*/ 10345 w 172580" name="connsiteX26"/>
                  <a:gd fmla="*/ 126424 h 185159" name="connsiteY26"/>
                  <a:gd fmla="*/ 13947 w 172580" name="connsiteX27"/>
                  <a:gd fmla="*/ 117582 h 185159" name="connsiteY27"/>
                  <a:gd fmla="*/ 19514 w 172580" name="connsiteX28"/>
                  <a:gd fmla="*/ 96132 h 185159" name="connsiteY28"/>
                  <a:gd fmla="*/ 20660 w 172580" name="connsiteX29"/>
                  <a:gd fmla="*/ 77138 h 185159" name="connsiteY29"/>
                  <a:gd fmla="*/ 19023 w 172580" name="connsiteX30"/>
                  <a:gd fmla="*/ 57981 h 185159" name="connsiteY30"/>
                  <a:gd fmla="*/ 17222 w 172580" name="connsiteX31"/>
                  <a:gd fmla="*/ 36367 h 185159" name="connsiteY31"/>
                  <a:gd fmla="*/ 20333 w 172580" name="connsiteX32"/>
                  <a:gd fmla="*/ 25069 h 185159" name="connsiteY32"/>
                  <a:gd fmla="*/ 30976 w 172580" name="connsiteX33"/>
                  <a:gd fmla="*/ 20321 h 185159" name="connsiteY33"/>
                  <a:gd fmla="*/ 62086 w 172580" name="connsiteX34"/>
                  <a:gd fmla="*/ 21795 h 185159" name="connsiteY34"/>
                  <a:gd fmla="*/ 78296 w 172580" name="connsiteX35"/>
                  <a:gd fmla="*/ 47502 h 185159" name="connsiteY35"/>
                  <a:gd fmla="*/ 80425 w 172580" name="connsiteX36"/>
                  <a:gd fmla="*/ 104155 h 185159" name="connsiteY36"/>
                  <a:gd fmla="*/ 65033 w 172580" name="connsiteX37"/>
                  <a:gd fmla="*/ 158189 h 185159" name="connsiteY37"/>
                  <a:gd fmla="*/ 61922 w 172580" name="connsiteX38"/>
                  <a:gd fmla="*/ 165885 h 185159" name="connsiteY38"/>
                  <a:gd fmla="*/ 57501 w 172580" name="connsiteX39"/>
                  <a:gd fmla="*/ 174072 h 185159" name="connsiteY39"/>
                  <a:gd fmla="*/ 51934 w 172580" name="connsiteX40"/>
                  <a:gd fmla="*/ 181113 h 185159" name="connsiteY40"/>
                  <a:gd fmla="*/ 45057 w 172580" name="connsiteX41"/>
                  <a:gd fmla="*/ 184879 h 185159" name="connsiteY41"/>
                  <a:gd fmla="*/ 32613 w 172580" name="connsiteX42"/>
                  <a:gd fmla="*/ 183405 h 185159" name="connsiteY42"/>
                  <a:gd fmla="*/ 18368 w 172580" name="connsiteX43"/>
                  <a:gd fmla="*/ 176692 h 185159" name="connsiteY43"/>
                  <a:gd fmla="*/ 6415 w 172580" name="connsiteX44"/>
                  <a:gd fmla="*/ 166867 h 185159" name="connsiteY44"/>
                  <a:gd fmla="*/ 193 w 172580" name="connsiteX45"/>
                  <a:gd fmla="*/ 156388 h 185159" name="connsiteY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b="b" l="l" r="r" t="t"/>
                <a:pathLst>
                  <a:path h="185159" w="172580">
                    <a:moveTo>
                      <a:pt x="90904" y="137722"/>
                    </a:moveTo>
                    <a:cubicBezTo>
                      <a:pt x="90413" y="135266"/>
                      <a:pt x="90904" y="132319"/>
                      <a:pt x="91887" y="129044"/>
                    </a:cubicBezTo>
                    <a:cubicBezTo>
                      <a:pt x="93033" y="125605"/>
                      <a:pt x="94506" y="122167"/>
                      <a:pt x="96144" y="118401"/>
                    </a:cubicBezTo>
                    <a:cubicBezTo>
                      <a:pt x="97781" y="114799"/>
                      <a:pt x="99419" y="111196"/>
                      <a:pt x="101056" y="107758"/>
                    </a:cubicBezTo>
                    <a:cubicBezTo>
                      <a:pt x="102693" y="104319"/>
                      <a:pt x="103840" y="101372"/>
                      <a:pt x="104658" y="98916"/>
                    </a:cubicBezTo>
                    <a:cubicBezTo>
                      <a:pt x="107442" y="91056"/>
                      <a:pt x="109243" y="83852"/>
                      <a:pt x="110225" y="77466"/>
                    </a:cubicBezTo>
                    <a:cubicBezTo>
                      <a:pt x="111044" y="70916"/>
                      <a:pt x="111535" y="64694"/>
                      <a:pt x="111372" y="58472"/>
                    </a:cubicBezTo>
                    <a:cubicBezTo>
                      <a:pt x="111372" y="52414"/>
                      <a:pt x="110717" y="46028"/>
                      <a:pt x="109734" y="39315"/>
                    </a:cubicBezTo>
                    <a:cubicBezTo>
                      <a:pt x="108916" y="32765"/>
                      <a:pt x="108261" y="25561"/>
                      <a:pt x="107933" y="17701"/>
                    </a:cubicBezTo>
                    <a:cubicBezTo>
                      <a:pt x="107442" y="12461"/>
                      <a:pt x="108588" y="8695"/>
                      <a:pt x="111044" y="6403"/>
                    </a:cubicBezTo>
                    <a:cubicBezTo>
                      <a:pt x="113500" y="4111"/>
                      <a:pt x="117103" y="2473"/>
                      <a:pt x="121687" y="1655"/>
                    </a:cubicBezTo>
                    <a:cubicBezTo>
                      <a:pt x="134459" y="-965"/>
                      <a:pt x="144774" y="-474"/>
                      <a:pt x="152798" y="3128"/>
                    </a:cubicBezTo>
                    <a:cubicBezTo>
                      <a:pt x="160821" y="6731"/>
                      <a:pt x="166224" y="15245"/>
                      <a:pt x="169008" y="28835"/>
                    </a:cubicBezTo>
                    <a:cubicBezTo>
                      <a:pt x="172938" y="47829"/>
                      <a:pt x="173593" y="66823"/>
                      <a:pt x="171136" y="85489"/>
                    </a:cubicBezTo>
                    <a:cubicBezTo>
                      <a:pt x="168680" y="104155"/>
                      <a:pt x="163605" y="122167"/>
                      <a:pt x="155745" y="139523"/>
                    </a:cubicBezTo>
                    <a:cubicBezTo>
                      <a:pt x="154926" y="141815"/>
                      <a:pt x="153944" y="144435"/>
                      <a:pt x="152634" y="147219"/>
                    </a:cubicBezTo>
                    <a:cubicBezTo>
                      <a:pt x="151324" y="150002"/>
                      <a:pt x="149850" y="152786"/>
                      <a:pt x="148213" y="155406"/>
                    </a:cubicBezTo>
                    <a:cubicBezTo>
                      <a:pt x="146576" y="158189"/>
                      <a:pt x="144611" y="160482"/>
                      <a:pt x="142646" y="162446"/>
                    </a:cubicBezTo>
                    <a:cubicBezTo>
                      <a:pt x="140517" y="164412"/>
                      <a:pt x="138225" y="165721"/>
                      <a:pt x="135769" y="166213"/>
                    </a:cubicBezTo>
                    <a:cubicBezTo>
                      <a:pt x="132494" y="166867"/>
                      <a:pt x="128401" y="166376"/>
                      <a:pt x="123325" y="164739"/>
                    </a:cubicBezTo>
                    <a:cubicBezTo>
                      <a:pt x="118412" y="163102"/>
                      <a:pt x="113664" y="160809"/>
                      <a:pt x="109079" y="158026"/>
                    </a:cubicBezTo>
                    <a:cubicBezTo>
                      <a:pt x="104495" y="155242"/>
                      <a:pt x="100565" y="151967"/>
                      <a:pt x="97126" y="148201"/>
                    </a:cubicBezTo>
                    <a:cubicBezTo>
                      <a:pt x="93688" y="144435"/>
                      <a:pt x="91559" y="140997"/>
                      <a:pt x="90904" y="137722"/>
                    </a:cubicBezTo>
                    <a:close/>
                    <a:moveTo>
                      <a:pt x="193" y="156388"/>
                    </a:moveTo>
                    <a:cubicBezTo>
                      <a:pt x="-299" y="153932"/>
                      <a:pt x="193" y="150985"/>
                      <a:pt x="1175" y="147710"/>
                    </a:cubicBezTo>
                    <a:cubicBezTo>
                      <a:pt x="2321" y="144272"/>
                      <a:pt x="3795" y="140833"/>
                      <a:pt x="5432" y="137067"/>
                    </a:cubicBezTo>
                    <a:cubicBezTo>
                      <a:pt x="7070" y="133465"/>
                      <a:pt x="8707" y="129863"/>
                      <a:pt x="10345" y="126424"/>
                    </a:cubicBezTo>
                    <a:cubicBezTo>
                      <a:pt x="11982" y="122985"/>
                      <a:pt x="13128" y="120038"/>
                      <a:pt x="13947" y="117582"/>
                    </a:cubicBezTo>
                    <a:cubicBezTo>
                      <a:pt x="16730" y="109723"/>
                      <a:pt x="18531" y="102518"/>
                      <a:pt x="19514" y="96132"/>
                    </a:cubicBezTo>
                    <a:cubicBezTo>
                      <a:pt x="20333" y="89583"/>
                      <a:pt x="20824" y="83360"/>
                      <a:pt x="20660" y="77138"/>
                    </a:cubicBezTo>
                    <a:cubicBezTo>
                      <a:pt x="20660" y="71080"/>
                      <a:pt x="20005" y="64694"/>
                      <a:pt x="19023" y="57981"/>
                    </a:cubicBezTo>
                    <a:cubicBezTo>
                      <a:pt x="18204" y="51431"/>
                      <a:pt x="17549" y="44227"/>
                      <a:pt x="17222" y="36367"/>
                    </a:cubicBezTo>
                    <a:cubicBezTo>
                      <a:pt x="16730" y="31128"/>
                      <a:pt x="17876" y="27362"/>
                      <a:pt x="20333" y="25069"/>
                    </a:cubicBezTo>
                    <a:cubicBezTo>
                      <a:pt x="22789" y="22777"/>
                      <a:pt x="26391" y="21140"/>
                      <a:pt x="30976" y="20321"/>
                    </a:cubicBezTo>
                    <a:cubicBezTo>
                      <a:pt x="43747" y="17701"/>
                      <a:pt x="54063" y="18192"/>
                      <a:pt x="62086" y="21795"/>
                    </a:cubicBezTo>
                    <a:cubicBezTo>
                      <a:pt x="70109" y="25397"/>
                      <a:pt x="75513" y="33911"/>
                      <a:pt x="78296" y="47502"/>
                    </a:cubicBezTo>
                    <a:cubicBezTo>
                      <a:pt x="82226" y="66495"/>
                      <a:pt x="82881" y="85489"/>
                      <a:pt x="80425" y="104155"/>
                    </a:cubicBezTo>
                    <a:cubicBezTo>
                      <a:pt x="77969" y="122822"/>
                      <a:pt x="72893" y="140833"/>
                      <a:pt x="65033" y="158189"/>
                    </a:cubicBezTo>
                    <a:cubicBezTo>
                      <a:pt x="64215" y="160482"/>
                      <a:pt x="63232" y="163102"/>
                      <a:pt x="61922" y="165885"/>
                    </a:cubicBezTo>
                    <a:cubicBezTo>
                      <a:pt x="60612" y="168669"/>
                      <a:pt x="59139" y="171452"/>
                      <a:pt x="57501" y="174072"/>
                    </a:cubicBezTo>
                    <a:cubicBezTo>
                      <a:pt x="55864" y="176856"/>
                      <a:pt x="53899" y="179148"/>
                      <a:pt x="51934" y="181113"/>
                    </a:cubicBezTo>
                    <a:cubicBezTo>
                      <a:pt x="49806" y="183078"/>
                      <a:pt x="47513" y="184388"/>
                      <a:pt x="45057" y="184879"/>
                    </a:cubicBezTo>
                    <a:cubicBezTo>
                      <a:pt x="41782" y="185534"/>
                      <a:pt x="37689" y="185043"/>
                      <a:pt x="32613" y="183405"/>
                    </a:cubicBezTo>
                    <a:cubicBezTo>
                      <a:pt x="27701" y="181768"/>
                      <a:pt x="22953" y="179475"/>
                      <a:pt x="18368" y="176692"/>
                    </a:cubicBezTo>
                    <a:cubicBezTo>
                      <a:pt x="13783" y="173908"/>
                      <a:pt x="9853" y="170633"/>
                      <a:pt x="6415" y="166867"/>
                    </a:cubicBezTo>
                    <a:cubicBezTo>
                      <a:pt x="2976" y="163102"/>
                      <a:pt x="848" y="159663"/>
                      <a:pt x="193" y="15638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ec89f01f-3bc9-412a-ad5c-b1b249641fb7" id="19" name="Shape4">
                <a:extLst>
                  <a:ext uri="{FF2B5EF4-FFF2-40B4-BE49-F238E27FC236}">
                    <a16:creationId id="{3973EA48-BEE7-4860-21DE-1732BAFE9899}"/>
                  </a:ext>
                </a:extLst>
              </p:cNvPr>
              <p:cNvSpPr/>
              <p:nvPr/>
            </p:nvSpPr>
            <p:spPr>
              <a:xfrm flipV="false" flipH="false">
                <a:off x="8137723" y="1713116"/>
                <a:ext cx="138940" cy="149067"/>
              </a:xfrm>
              <a:custGeom>
                <a:avLst/>
                <a:gdLst>
                  <a:gd fmla="*/ 81677 w 172580" name="connsiteX0"/>
                  <a:gd fmla="*/ 47438 h 185159" name="connsiteY0"/>
                  <a:gd fmla="*/ 80694 w 172580" name="connsiteX1"/>
                  <a:gd fmla="*/ 56116 h 185159" name="connsiteY1"/>
                  <a:gd fmla="*/ 76437 w 172580" name="connsiteX2"/>
                  <a:gd fmla="*/ 66759 h 185159" name="connsiteY2"/>
                  <a:gd fmla="*/ 71525 w 172580" name="connsiteX3"/>
                  <a:gd fmla="*/ 77402 h 185159" name="connsiteY3"/>
                  <a:gd fmla="*/ 67922 w 172580" name="connsiteX4"/>
                  <a:gd fmla="*/ 86244 h 185159" name="connsiteY4"/>
                  <a:gd fmla="*/ 62355 w 172580" name="connsiteX5"/>
                  <a:gd fmla="*/ 107694 h 185159" name="connsiteY5"/>
                  <a:gd fmla="*/ 61209 w 172580" name="connsiteX6"/>
                  <a:gd fmla="*/ 126687 h 185159" name="connsiteY6"/>
                  <a:gd fmla="*/ 62847 w 172580" name="connsiteX7"/>
                  <a:gd fmla="*/ 145845 h 185159" name="connsiteY7"/>
                  <a:gd fmla="*/ 64648 w 172580" name="connsiteX8"/>
                  <a:gd fmla="*/ 167458 h 185159" name="connsiteY8"/>
                  <a:gd fmla="*/ 61537 w 172580" name="connsiteX9"/>
                  <a:gd fmla="*/ 178756 h 185159" name="connsiteY9"/>
                  <a:gd fmla="*/ 50894 w 172580" name="connsiteX10"/>
                  <a:gd fmla="*/ 183505 h 185159" name="connsiteY10"/>
                  <a:gd fmla="*/ 19783 w 172580" name="connsiteX11"/>
                  <a:gd fmla="*/ 182031 h 185159" name="connsiteY11"/>
                  <a:gd fmla="*/ 3573 w 172580" name="connsiteX12"/>
                  <a:gd fmla="*/ 156324 h 185159" name="connsiteY12"/>
                  <a:gd fmla="*/ 1444 w 172580" name="connsiteX13"/>
                  <a:gd fmla="*/ 99670 h 185159" name="connsiteY13"/>
                  <a:gd fmla="*/ 16836 w 172580" name="connsiteX14"/>
                  <a:gd fmla="*/ 45636 h 185159" name="connsiteY14"/>
                  <a:gd fmla="*/ 19947 w 172580" name="connsiteX15"/>
                  <a:gd fmla="*/ 37941 h 185159" name="connsiteY15"/>
                  <a:gd fmla="*/ 24368 w 172580" name="connsiteX16"/>
                  <a:gd fmla="*/ 29754 h 185159" name="connsiteY16"/>
                  <a:gd fmla="*/ 29935 w 172580" name="connsiteX17"/>
                  <a:gd fmla="*/ 22713 h 185159" name="connsiteY17"/>
                  <a:gd fmla="*/ 36812 w 172580" name="connsiteX18"/>
                  <a:gd fmla="*/ 18947 h 185159" name="connsiteY18"/>
                  <a:gd fmla="*/ 49256 w 172580" name="connsiteX19"/>
                  <a:gd fmla="*/ 20421 h 185159" name="connsiteY19"/>
                  <a:gd fmla="*/ 63502 w 172580" name="connsiteX20"/>
                  <a:gd fmla="*/ 27134 h 185159" name="connsiteY20"/>
                  <a:gd fmla="*/ 75455 w 172580" name="connsiteX21"/>
                  <a:gd fmla="*/ 36958 h 185159" name="connsiteY21"/>
                  <a:gd fmla="*/ 81677 w 172580" name="connsiteX22"/>
                  <a:gd fmla="*/ 47438 h 185159" name="connsiteY22"/>
                  <a:gd fmla="*/ 172388 w 172580" name="connsiteX23"/>
                  <a:gd fmla="*/ 28771 h 185159" name="connsiteY23"/>
                  <a:gd fmla="*/ 171406 w 172580" name="connsiteX24"/>
                  <a:gd fmla="*/ 37449 h 185159" name="connsiteY24"/>
                  <a:gd fmla="*/ 167149 w 172580" name="connsiteX25"/>
                  <a:gd fmla="*/ 48093 h 185159" name="connsiteY25"/>
                  <a:gd fmla="*/ 162236 w 172580" name="connsiteX26"/>
                  <a:gd fmla="*/ 58736 h 185159" name="connsiteY26"/>
                  <a:gd fmla="*/ 158634 w 172580" name="connsiteX27"/>
                  <a:gd fmla="*/ 67578 h 185159" name="connsiteY27"/>
                  <a:gd fmla="*/ 153067 w 172580" name="connsiteX28"/>
                  <a:gd fmla="*/ 89027 h 185159" name="connsiteY28"/>
                  <a:gd fmla="*/ 151921 w 172580" name="connsiteX29"/>
                  <a:gd fmla="*/ 108021 h 185159" name="connsiteY29"/>
                  <a:gd fmla="*/ 153558 w 172580" name="connsiteX30"/>
                  <a:gd fmla="*/ 127179 h 185159" name="connsiteY30"/>
                  <a:gd fmla="*/ 155359 w 172580" name="connsiteX31"/>
                  <a:gd fmla="*/ 148792 h 185159" name="connsiteY31"/>
                  <a:gd fmla="*/ 152248 w 172580" name="connsiteX32"/>
                  <a:gd fmla="*/ 160090 h 185159" name="connsiteY32"/>
                  <a:gd fmla="*/ 141605 w 172580" name="connsiteX33"/>
                  <a:gd fmla="*/ 164839 h 185159" name="connsiteY33"/>
                  <a:gd fmla="*/ 110495 w 172580" name="connsiteX34"/>
                  <a:gd fmla="*/ 163365 h 185159" name="connsiteY34"/>
                  <a:gd fmla="*/ 94285 w 172580" name="connsiteX35"/>
                  <a:gd fmla="*/ 137658 h 185159" name="connsiteY35"/>
                  <a:gd fmla="*/ 92156 w 172580" name="connsiteX36"/>
                  <a:gd fmla="*/ 81004 h 185159" name="connsiteY36"/>
                  <a:gd fmla="*/ 107547 w 172580" name="connsiteX37"/>
                  <a:gd fmla="*/ 26970 h 185159" name="connsiteY37"/>
                  <a:gd fmla="*/ 110658 w 172580" name="connsiteX38"/>
                  <a:gd fmla="*/ 19274 h 185159" name="connsiteY38"/>
                  <a:gd fmla="*/ 115079 w 172580" name="connsiteX39"/>
                  <a:gd fmla="*/ 11087 h 185159" name="connsiteY39"/>
                  <a:gd fmla="*/ 120647 w 172580" name="connsiteX40"/>
                  <a:gd fmla="*/ 4047 h 185159" name="connsiteY40"/>
                  <a:gd fmla="*/ 127524 w 172580" name="connsiteX41"/>
                  <a:gd fmla="*/ 281 h 185159" name="connsiteY41"/>
                  <a:gd fmla="*/ 139968 w 172580" name="connsiteX42"/>
                  <a:gd fmla="*/ 1754 h 185159" name="connsiteY42"/>
                  <a:gd fmla="*/ 154213 w 172580" name="connsiteX43"/>
                  <a:gd fmla="*/ 8468 h 185159" name="connsiteY43"/>
                  <a:gd fmla="*/ 166166 w 172580" name="connsiteX44"/>
                  <a:gd fmla="*/ 18292 h 185159" name="connsiteY44"/>
                  <a:gd fmla="*/ 172388 w 172580" name="connsiteX45"/>
                  <a:gd fmla="*/ 28771 h 185159" name="connsiteY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b="b" l="l" r="r" t="t"/>
                <a:pathLst>
                  <a:path h="185159" w="172580">
                    <a:moveTo>
                      <a:pt x="81677" y="47438"/>
                    </a:moveTo>
                    <a:cubicBezTo>
                      <a:pt x="82168" y="49894"/>
                      <a:pt x="81677" y="52841"/>
                      <a:pt x="80694" y="56116"/>
                    </a:cubicBezTo>
                    <a:cubicBezTo>
                      <a:pt x="79548" y="59554"/>
                      <a:pt x="78074" y="62993"/>
                      <a:pt x="76437" y="66759"/>
                    </a:cubicBezTo>
                    <a:cubicBezTo>
                      <a:pt x="74800" y="70361"/>
                      <a:pt x="73162" y="73963"/>
                      <a:pt x="71525" y="77402"/>
                    </a:cubicBezTo>
                    <a:cubicBezTo>
                      <a:pt x="69887" y="80840"/>
                      <a:pt x="68741" y="83788"/>
                      <a:pt x="67922" y="86244"/>
                    </a:cubicBezTo>
                    <a:cubicBezTo>
                      <a:pt x="65139" y="94103"/>
                      <a:pt x="63338" y="101308"/>
                      <a:pt x="62355" y="107694"/>
                    </a:cubicBezTo>
                    <a:cubicBezTo>
                      <a:pt x="61537" y="114243"/>
                      <a:pt x="61045" y="120465"/>
                      <a:pt x="61209" y="126687"/>
                    </a:cubicBezTo>
                    <a:cubicBezTo>
                      <a:pt x="61209" y="132746"/>
                      <a:pt x="61864" y="139132"/>
                      <a:pt x="62847" y="145845"/>
                    </a:cubicBezTo>
                    <a:cubicBezTo>
                      <a:pt x="63665" y="152394"/>
                      <a:pt x="64320" y="159599"/>
                      <a:pt x="64648" y="167458"/>
                    </a:cubicBezTo>
                    <a:cubicBezTo>
                      <a:pt x="65139" y="172698"/>
                      <a:pt x="63993" y="176464"/>
                      <a:pt x="61537" y="178756"/>
                    </a:cubicBezTo>
                    <a:cubicBezTo>
                      <a:pt x="59081" y="181049"/>
                      <a:pt x="55478" y="182686"/>
                      <a:pt x="50894" y="183505"/>
                    </a:cubicBezTo>
                    <a:cubicBezTo>
                      <a:pt x="38122" y="186125"/>
                      <a:pt x="27806" y="185634"/>
                      <a:pt x="19783" y="182031"/>
                    </a:cubicBezTo>
                    <a:cubicBezTo>
                      <a:pt x="11760" y="178429"/>
                      <a:pt x="6357" y="169915"/>
                      <a:pt x="3573" y="156324"/>
                    </a:cubicBezTo>
                    <a:cubicBezTo>
                      <a:pt x="-357" y="137330"/>
                      <a:pt x="-1012" y="118337"/>
                      <a:pt x="1444" y="99670"/>
                    </a:cubicBezTo>
                    <a:cubicBezTo>
                      <a:pt x="3900" y="81004"/>
                      <a:pt x="8976" y="62993"/>
                      <a:pt x="16836" y="45636"/>
                    </a:cubicBezTo>
                    <a:cubicBezTo>
                      <a:pt x="17655" y="43344"/>
                      <a:pt x="18637" y="40724"/>
                      <a:pt x="19947" y="37941"/>
                    </a:cubicBezTo>
                    <a:cubicBezTo>
                      <a:pt x="21257" y="35157"/>
                      <a:pt x="22730" y="32374"/>
                      <a:pt x="24368" y="29754"/>
                    </a:cubicBezTo>
                    <a:cubicBezTo>
                      <a:pt x="26005" y="26970"/>
                      <a:pt x="27970" y="24678"/>
                      <a:pt x="29935" y="22713"/>
                    </a:cubicBezTo>
                    <a:cubicBezTo>
                      <a:pt x="32064" y="20748"/>
                      <a:pt x="34356" y="19438"/>
                      <a:pt x="36812" y="18947"/>
                    </a:cubicBezTo>
                    <a:cubicBezTo>
                      <a:pt x="40087" y="18292"/>
                      <a:pt x="44180" y="18783"/>
                      <a:pt x="49256" y="20421"/>
                    </a:cubicBezTo>
                    <a:cubicBezTo>
                      <a:pt x="54168" y="22058"/>
                      <a:pt x="58917" y="24350"/>
                      <a:pt x="63502" y="27134"/>
                    </a:cubicBezTo>
                    <a:cubicBezTo>
                      <a:pt x="68086" y="29918"/>
                      <a:pt x="72016" y="33192"/>
                      <a:pt x="75455" y="36958"/>
                    </a:cubicBezTo>
                    <a:cubicBezTo>
                      <a:pt x="78893" y="40724"/>
                      <a:pt x="81022" y="44163"/>
                      <a:pt x="81677" y="47438"/>
                    </a:cubicBezTo>
                    <a:close/>
                    <a:moveTo>
                      <a:pt x="172388" y="28771"/>
                    </a:moveTo>
                    <a:cubicBezTo>
                      <a:pt x="172879" y="31227"/>
                      <a:pt x="172388" y="34175"/>
                      <a:pt x="171406" y="37449"/>
                    </a:cubicBezTo>
                    <a:cubicBezTo>
                      <a:pt x="170260" y="40888"/>
                      <a:pt x="168786" y="44327"/>
                      <a:pt x="167149" y="48093"/>
                    </a:cubicBezTo>
                    <a:cubicBezTo>
                      <a:pt x="165511" y="51695"/>
                      <a:pt x="163874" y="55297"/>
                      <a:pt x="162236" y="58736"/>
                    </a:cubicBezTo>
                    <a:cubicBezTo>
                      <a:pt x="160599" y="62174"/>
                      <a:pt x="159453" y="65121"/>
                      <a:pt x="158634" y="67578"/>
                    </a:cubicBezTo>
                    <a:cubicBezTo>
                      <a:pt x="155850" y="75437"/>
                      <a:pt x="154049" y="82642"/>
                      <a:pt x="153067" y="89027"/>
                    </a:cubicBezTo>
                    <a:cubicBezTo>
                      <a:pt x="152248" y="95577"/>
                      <a:pt x="151757" y="101799"/>
                      <a:pt x="151921" y="108021"/>
                    </a:cubicBezTo>
                    <a:cubicBezTo>
                      <a:pt x="151921" y="114079"/>
                      <a:pt x="152576" y="120465"/>
                      <a:pt x="153558" y="127179"/>
                    </a:cubicBezTo>
                    <a:cubicBezTo>
                      <a:pt x="154377" y="133728"/>
                      <a:pt x="155032" y="140933"/>
                      <a:pt x="155359" y="148792"/>
                    </a:cubicBezTo>
                    <a:cubicBezTo>
                      <a:pt x="155850" y="154032"/>
                      <a:pt x="154704" y="157798"/>
                      <a:pt x="152248" y="160090"/>
                    </a:cubicBezTo>
                    <a:cubicBezTo>
                      <a:pt x="149792" y="162383"/>
                      <a:pt x="146190" y="164020"/>
                      <a:pt x="141605" y="164839"/>
                    </a:cubicBezTo>
                    <a:cubicBezTo>
                      <a:pt x="128834" y="167458"/>
                      <a:pt x="118518" y="166967"/>
                      <a:pt x="110495" y="163365"/>
                    </a:cubicBezTo>
                    <a:cubicBezTo>
                      <a:pt x="102471" y="159763"/>
                      <a:pt x="97068" y="151248"/>
                      <a:pt x="94285" y="137658"/>
                    </a:cubicBezTo>
                    <a:cubicBezTo>
                      <a:pt x="90355" y="118664"/>
                      <a:pt x="89700" y="99670"/>
                      <a:pt x="92156" y="81004"/>
                    </a:cubicBezTo>
                    <a:cubicBezTo>
                      <a:pt x="94612" y="62338"/>
                      <a:pt x="99688" y="44327"/>
                      <a:pt x="107547" y="26970"/>
                    </a:cubicBezTo>
                    <a:cubicBezTo>
                      <a:pt x="108366" y="24678"/>
                      <a:pt x="109349" y="22058"/>
                      <a:pt x="110658" y="19274"/>
                    </a:cubicBezTo>
                    <a:cubicBezTo>
                      <a:pt x="111968" y="16491"/>
                      <a:pt x="113442" y="13707"/>
                      <a:pt x="115079" y="11087"/>
                    </a:cubicBezTo>
                    <a:cubicBezTo>
                      <a:pt x="116717" y="8304"/>
                      <a:pt x="118682" y="6012"/>
                      <a:pt x="120647" y="4047"/>
                    </a:cubicBezTo>
                    <a:cubicBezTo>
                      <a:pt x="122775" y="2082"/>
                      <a:pt x="125067" y="772"/>
                      <a:pt x="127524" y="281"/>
                    </a:cubicBezTo>
                    <a:cubicBezTo>
                      <a:pt x="130798" y="-374"/>
                      <a:pt x="134892" y="117"/>
                      <a:pt x="139968" y="1754"/>
                    </a:cubicBezTo>
                    <a:cubicBezTo>
                      <a:pt x="144880" y="3392"/>
                      <a:pt x="149628" y="5684"/>
                      <a:pt x="154213" y="8468"/>
                    </a:cubicBezTo>
                    <a:cubicBezTo>
                      <a:pt x="158798" y="11251"/>
                      <a:pt x="162728" y="14526"/>
                      <a:pt x="166166" y="18292"/>
                    </a:cubicBezTo>
                    <a:cubicBezTo>
                      <a:pt x="169605" y="22058"/>
                      <a:pt x="171733" y="25497"/>
                      <a:pt x="172388" y="2877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d3b23159-b0c2-4119-9231-6e61473bdd6a" id="20" name="Bullet4">
                <a:extLst>
                  <a:ext uri="{FF2B5EF4-FFF2-40B4-BE49-F238E27FC236}">
                    <a16:creationId id="{9A900314-2800-D50D-6A7E-BB12B02734EA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8188423" y="1958722"/>
                <a:ext cx="2352091" cy="811466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使用足底干燥剂</a:t>
                </a:r>
              </a:p>
            </p:txBody>
          </p:sp>
          <p:sp>
            <p:nvSpPr>
              <p:cNvPr descr="5259f7d0-3173-464c-b1d7-78d2a354cfd9" id="21" name="Text4">
                <a:extLst>
                  <a:ext uri="{FF2B5EF4-FFF2-40B4-BE49-F238E27FC236}">
                    <a16:creationId id="{9F24DC76-E286-AB60-CD07-C0C687C152C3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8188428" y="2770188"/>
                <a:ext cx="2352090" cy="81146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使用足底干燥剂，帮助吸收足底汗液。</a:t>
                </a:r>
              </a:p>
            </p:txBody>
          </p:sp>
        </p:grpSp>
        <p:grpSp>
          <p:nvGrpSpPr>
            <p:cNvPr descr="17238929-9ac4-4c81-921d-9a4f3b371ee6" id="7" name="组合 6">
              <a:extLst>
                <a:ext uri="{FF2B5EF4-FFF2-40B4-BE49-F238E27FC236}">
                  <a16:creationId id="{FFE71BF0-B44F-3082-5F6B-98699A4EBEFB}"/>
                </a:ext>
              </a:extLst>
            </p:cNvPr>
            <p:cNvGrpSpPr/>
            <p:nvPr/>
          </p:nvGrpSpPr>
          <p:grpSpPr>
            <a:xfrm>
              <a:off x="2039553" y="4085864"/>
              <a:ext cx="2583587" cy="2048237"/>
              <a:chOff x="660400" y="3891142"/>
              <a:chExt cx="2829203" cy="2242958"/>
            </a:xfrm>
          </p:grpSpPr>
          <p:sp>
            <p:nvSpPr>
              <p:cNvPr descr="80032048-98ca-42d9-8908-e052ca2c0136" id="32" name="ComponentBackground5">
                <a:extLst>
                  <a:ext uri="{FF2B5EF4-FFF2-40B4-BE49-F238E27FC236}">
                    <a16:creationId id="{9C62F393-0915-0A27-1331-75971996E7B9}"/>
                  </a:ext>
                </a:extLst>
              </p:cNvPr>
              <p:cNvSpPr/>
              <p:nvPr/>
            </p:nvSpPr>
            <p:spPr>
              <a:xfrm flipV="false" flipH="false">
                <a:off x="660400" y="3891142"/>
                <a:ext cx="2829203" cy="2242958"/>
              </a:xfrm>
              <a:custGeom>
                <a:avLst/>
                <a:gdLst>
                  <a:gd fmla="*/ 2444309 w 2451491" name="connsiteX0"/>
                  <a:gd fmla="*/ 1284385 h 2399945" name="connsiteY0"/>
                  <a:gd fmla="*/ 2339843 w 2451491" name="connsiteX1"/>
                  <a:gd fmla="*/ 850149 h 2399945" name="connsiteY1"/>
                  <a:gd fmla="*/ 2210653 w 2451491" name="connsiteX2"/>
                  <a:gd fmla="*/ 750759 h 2399945" name="connsiteY2"/>
                  <a:gd fmla="*/ 2295306 w 2451491" name="connsiteX3"/>
                  <a:gd fmla="*/ 572283 h 2399945" name="connsiteY3"/>
                  <a:gd fmla="*/ 2099965 w 2451491" name="connsiteX4"/>
                  <a:gd fmla="*/ 153766 h 2399945" name="connsiteY4"/>
                  <a:gd fmla="*/ 1944085 w 2451491" name="connsiteX5"/>
                  <a:gd fmla="*/ 128877 h 2399945" name="connsiteY5"/>
                  <a:gd fmla="*/ 1613168 w 2451491" name="connsiteX6"/>
                  <a:gd fmla="*/ 222863 h 2399945" name="connsiteY6"/>
                  <a:gd fmla="*/ 1319584 w 2451491" name="connsiteX7"/>
                  <a:gd fmla="*/ 58306 h 2399945" name="connsiteY7"/>
                  <a:gd fmla="*/ 1049086 w 2451491" name="connsiteX8"/>
                  <a:gd fmla="*/ 182911 h 2399945" name="connsiteY8"/>
                  <a:gd fmla="*/ 895335 w 2451491" name="connsiteX9"/>
                  <a:gd fmla="*/ 41604 h 2399945" name="connsiteY9"/>
                  <a:gd fmla="*/ 513495 w 2451491" name="connsiteX10"/>
                  <a:gd fmla="*/ 40622 h 2399945" name="connsiteY10"/>
                  <a:gd fmla="*/ 317336 w 2451491" name="connsiteX11"/>
                  <a:gd fmla="*/ 197484 h 2399945" name="connsiteY11"/>
                  <a:gd fmla="*/ 274927 w 2451491" name="connsiteX12"/>
                  <a:gd fmla="*/ 327329 h 2399945" name="connsiteY12"/>
                  <a:gd fmla="*/ 232191 w 2451491" name="connsiteX13"/>
                  <a:gd fmla="*/ 336662 h 2399945" name="connsiteY13"/>
                  <a:gd fmla="*/ 25061 w 2451491" name="connsiteX14"/>
                  <a:gd fmla="*/ 564587 h 2399945" name="connsiteY14"/>
                  <a:gd fmla="*/ 8360 w 2451491" name="connsiteX15"/>
                  <a:gd fmla="*/ 757472 h 2399945" name="connsiteY15"/>
                  <a:gd fmla="*/ 82042 w 2451491" name="connsiteX16"/>
                  <a:gd fmla="*/ 889610 h 2399945" name="connsiteY16"/>
                  <a:gd fmla="*/ 23751 w 2451491" name="connsiteX17"/>
                  <a:gd fmla="*/ 1346606 h 2399945" name="connsiteY17"/>
                  <a:gd fmla="*/ 154415 w 2451491" name="connsiteX18"/>
                  <a:gd fmla="*/ 1550461 h 2399945" name="connsiteY18"/>
                  <a:gd fmla="*/ 77621 w 2451491" name="connsiteX19"/>
                  <a:gd fmla="*/ 1711745 h 2399945" name="connsiteY19"/>
                  <a:gd fmla="*/ 123305 w 2451491" name="connsiteX20"/>
                  <a:gd fmla="*/ 2000581 h 2399945" name="connsiteY20"/>
                  <a:gd fmla="*/ 307675 w 2451491" name="connsiteX21"/>
                  <a:gd fmla="*/ 2118800 h 2399945" name="connsiteY21"/>
                  <a:gd fmla="*/ 328306 w 2451491" name="connsiteX22"/>
                  <a:gd fmla="*/ 2120765 h 2399945" name="connsiteY22"/>
                  <a:gd fmla="*/ 473379 w 2451491" name="connsiteX23"/>
                  <a:gd fmla="*/ 2339193 h 2399945" name="connsiteY23"/>
                  <a:gd fmla="*/ 902867 w 2451491" name="connsiteX24"/>
                  <a:gd fmla="*/ 2317744 h 2399945" name="connsiteY24"/>
                  <a:gd fmla="*/ 992433 w 2451491" name="connsiteX25"/>
                  <a:gd fmla="*/ 2215734 h 2399945" name="connsiteY25"/>
                  <a:gd fmla="*/ 1042864 w 2451491" name="connsiteX26"/>
                  <a:gd fmla="*/ 2257160 h 2399945" name="connsiteY26"/>
                  <a:gd fmla="*/ 1383770 w 2451491" name="connsiteX27"/>
                  <a:gd fmla="*/ 2317744 h 2399945" name="connsiteY27"/>
                  <a:gd fmla="*/ 1561427 w 2451491" name="connsiteX28"/>
                  <a:gd fmla="*/ 2246517 h 2399945" name="connsiteY28"/>
                  <a:gd fmla="*/ 1585496 w 2451491" name="connsiteX29"/>
                  <a:gd fmla="*/ 2225886 h 2399945" name="connsiteY29"/>
                  <a:gd fmla="*/ 1615788 w 2451491" name="connsiteX30"/>
                  <a:gd fmla="*/ 2264856 h 2399945" name="connsiteY30"/>
                  <a:gd fmla="*/ 1787059 w 2451491" name="connsiteX31"/>
                  <a:gd fmla="*/ 2366865 h 2399945" name="connsiteY31"/>
                  <a:gd fmla="*/ 2048223 w 2451491" name="connsiteX32"/>
                  <a:gd fmla="*/ 2375543 h 2399945" name="connsiteY32"/>
                  <a:gd fmla="*/ 2303984 w 2451491" name="connsiteX33"/>
                  <a:gd fmla="*/ 2030872 h 2399945" name="connsiteY33"/>
                  <a:gd fmla="*/ 2195589 w 2451491" name="connsiteX34"/>
                  <a:gd fmla="*/ 1722879 h 2399945" name="connsiteY34"/>
                  <a:gd fmla="*/ 2239471 w 2451491" name="connsiteX35"/>
                  <a:gd fmla="*/ 1681617 h 2399945" name="connsiteY35"/>
                  <a:gd fmla="*/ 2444309 w 2451491" name="connsiteX36"/>
                  <a:gd fmla="*/ 1284221 h 2399945" name="connsiteY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b="b" l="l" r="r" t="t"/>
                <a:pathLst>
                  <a:path h="2399945" w="2451491">
                    <a:moveTo>
                      <a:pt x="2444309" y="1284385"/>
                    </a:moveTo>
                    <a:cubicBezTo>
                      <a:pt x="2467887" y="1131780"/>
                      <a:pt x="2433502" y="966240"/>
                      <a:pt x="2339843" y="850149"/>
                    </a:cubicBezTo>
                    <a:cubicBezTo>
                      <a:pt x="2305130" y="807085"/>
                      <a:pt x="2259775" y="771390"/>
                      <a:pt x="2210653" y="750759"/>
                    </a:cubicBezTo>
                    <a:cubicBezTo>
                      <a:pt x="2251424" y="699508"/>
                      <a:pt x="2281716" y="638925"/>
                      <a:pt x="2295306" y="572283"/>
                    </a:cubicBezTo>
                    <a:cubicBezTo>
                      <a:pt x="2329364" y="405597"/>
                      <a:pt x="2246348" y="213694"/>
                      <a:pt x="2099965" y="153766"/>
                    </a:cubicBezTo>
                    <a:cubicBezTo>
                      <a:pt x="2050516" y="133462"/>
                      <a:pt x="1996973" y="128058"/>
                      <a:pt x="1944085" y="128877"/>
                    </a:cubicBezTo>
                    <a:cubicBezTo>
                      <a:pt x="1828977" y="131006"/>
                      <a:pt x="1714850" y="163917"/>
                      <a:pt x="1613168" y="222863"/>
                    </a:cubicBezTo>
                    <a:cubicBezTo>
                      <a:pt x="1548655" y="121018"/>
                      <a:pt x="1434201" y="56832"/>
                      <a:pt x="1319584" y="58306"/>
                    </a:cubicBezTo>
                    <a:cubicBezTo>
                      <a:pt x="1219212" y="59615"/>
                      <a:pt x="1122605" y="107591"/>
                      <a:pt x="1049086" y="182911"/>
                    </a:cubicBezTo>
                    <a:cubicBezTo>
                      <a:pt x="1010935" y="122164"/>
                      <a:pt x="956901" y="72223"/>
                      <a:pt x="895335" y="41604"/>
                    </a:cubicBezTo>
                    <a:cubicBezTo>
                      <a:pt x="776297" y="-17342"/>
                      <a:pt x="635645" y="-9974"/>
                      <a:pt x="513495" y="40622"/>
                    </a:cubicBezTo>
                    <a:cubicBezTo>
                      <a:pt x="436538" y="72551"/>
                      <a:pt x="363183" y="122819"/>
                      <a:pt x="317336" y="197484"/>
                    </a:cubicBezTo>
                    <a:cubicBezTo>
                      <a:pt x="293757" y="235799"/>
                      <a:pt x="278693" y="281318"/>
                      <a:pt x="274927" y="327329"/>
                    </a:cubicBezTo>
                    <a:cubicBezTo>
                      <a:pt x="260354" y="329130"/>
                      <a:pt x="246109" y="332078"/>
                      <a:pt x="232191" y="336662"/>
                    </a:cubicBezTo>
                    <a:cubicBezTo>
                      <a:pt x="135094" y="368919"/>
                      <a:pt x="60592" y="460613"/>
                      <a:pt x="25061" y="564587"/>
                    </a:cubicBezTo>
                    <a:cubicBezTo>
                      <a:pt x="4102" y="625990"/>
                      <a:pt x="-4576" y="693450"/>
                      <a:pt x="8360" y="757472"/>
                    </a:cubicBezTo>
                    <a:cubicBezTo>
                      <a:pt x="18839" y="808886"/>
                      <a:pt x="44710" y="857026"/>
                      <a:pt x="82042" y="889610"/>
                    </a:cubicBezTo>
                    <a:cubicBezTo>
                      <a:pt x="2793" y="1023712"/>
                      <a:pt x="-24061" y="1195802"/>
                      <a:pt x="23751" y="1346606"/>
                    </a:cubicBezTo>
                    <a:cubicBezTo>
                      <a:pt x="48967" y="1426020"/>
                      <a:pt x="95469" y="1496591"/>
                      <a:pt x="154415" y="1550461"/>
                    </a:cubicBezTo>
                    <a:cubicBezTo>
                      <a:pt x="118884" y="1597946"/>
                      <a:pt x="91867" y="1652635"/>
                      <a:pt x="77621" y="1711745"/>
                    </a:cubicBezTo>
                    <a:cubicBezTo>
                      <a:pt x="54207" y="1809497"/>
                      <a:pt x="68288" y="1919366"/>
                      <a:pt x="123305" y="2000581"/>
                    </a:cubicBezTo>
                    <a:cubicBezTo>
                      <a:pt x="167023" y="2064766"/>
                      <a:pt x="234975" y="2108485"/>
                      <a:pt x="307675" y="2118800"/>
                    </a:cubicBezTo>
                    <a:cubicBezTo>
                      <a:pt x="314552" y="2119783"/>
                      <a:pt x="321429" y="2120438"/>
                      <a:pt x="328306" y="2120765"/>
                    </a:cubicBezTo>
                    <a:cubicBezTo>
                      <a:pt x="351230" y="2209184"/>
                      <a:pt x="402480" y="2289417"/>
                      <a:pt x="473379" y="2339193"/>
                    </a:cubicBezTo>
                    <a:cubicBezTo>
                      <a:pt x="601587" y="2429086"/>
                      <a:pt x="780390" y="2416970"/>
                      <a:pt x="902867" y="2317744"/>
                    </a:cubicBezTo>
                    <a:cubicBezTo>
                      <a:pt x="937907" y="2289417"/>
                      <a:pt x="967708" y="2254704"/>
                      <a:pt x="992433" y="2215734"/>
                    </a:cubicBezTo>
                    <a:cubicBezTo>
                      <a:pt x="1008152" y="2231289"/>
                      <a:pt x="1025017" y="2245207"/>
                      <a:pt x="1042864" y="2257160"/>
                    </a:cubicBezTo>
                    <a:cubicBezTo>
                      <a:pt x="1143073" y="2324293"/>
                      <a:pt x="1267678" y="2337720"/>
                      <a:pt x="1383770" y="2317744"/>
                    </a:cubicBezTo>
                    <a:cubicBezTo>
                      <a:pt x="1446645" y="2306937"/>
                      <a:pt x="1509194" y="2286142"/>
                      <a:pt x="1561427" y="2246517"/>
                    </a:cubicBezTo>
                    <a:cubicBezTo>
                      <a:pt x="1569777" y="2240131"/>
                      <a:pt x="1577801" y="2233254"/>
                      <a:pt x="1585496" y="2225886"/>
                    </a:cubicBezTo>
                    <a:cubicBezTo>
                      <a:pt x="1594502" y="2239804"/>
                      <a:pt x="1604654" y="2253067"/>
                      <a:pt x="1615788" y="2264856"/>
                    </a:cubicBezTo>
                    <a:cubicBezTo>
                      <a:pt x="1662618" y="2315124"/>
                      <a:pt x="1724020" y="2346562"/>
                      <a:pt x="1787059" y="2366865"/>
                    </a:cubicBezTo>
                    <a:cubicBezTo>
                      <a:pt x="1871713" y="2394046"/>
                      <a:pt x="1963407" y="2402561"/>
                      <a:pt x="2048223" y="2375543"/>
                    </a:cubicBezTo>
                    <a:cubicBezTo>
                      <a:pt x="2186419" y="2331498"/>
                      <a:pt x="2293014" y="2187735"/>
                      <a:pt x="2303984" y="2030872"/>
                    </a:cubicBezTo>
                    <a:cubicBezTo>
                      <a:pt x="2311844" y="1917401"/>
                      <a:pt x="2269108" y="1802784"/>
                      <a:pt x="2195589" y="1722879"/>
                    </a:cubicBezTo>
                    <a:cubicBezTo>
                      <a:pt x="2210817" y="1709780"/>
                      <a:pt x="2225390" y="1696026"/>
                      <a:pt x="2239471" y="1681617"/>
                    </a:cubicBezTo>
                    <a:cubicBezTo>
                      <a:pt x="2342791" y="1575841"/>
                      <a:pt x="2420567" y="1436826"/>
                      <a:pt x="2444309" y="1284221"/>
                    </a:cubicBezTo>
                    <a:close/>
                  </a:path>
                </a:pathLst>
              </a:custGeom>
              <a:solidFill>
                <a:schemeClr val="accent5">
                  <a:alpha val="15000"/>
                </a:schemeClr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7018801e-118e-4ea8-8282-d971d6e37ef5" id="33" name="shaape5">
                <a:extLst>
                  <a:ext uri="{FF2B5EF4-FFF2-40B4-BE49-F238E27FC236}">
                    <a16:creationId id="{A4003F33-9102-3C3A-8470-A7076FD547A3}"/>
                  </a:ext>
                </a:extLst>
              </p:cNvPr>
              <p:cNvSpPr/>
              <p:nvPr/>
            </p:nvSpPr>
            <p:spPr>
              <a:xfrm flipV="false" flipH="false">
                <a:off x="3057275" y="5832873"/>
                <a:ext cx="138940" cy="149067"/>
              </a:xfrm>
              <a:custGeom>
                <a:avLst/>
                <a:gdLst>
                  <a:gd fmla="*/ 90904 w 172580" name="connsiteX0"/>
                  <a:gd fmla="*/ 137722 h 185159" name="connsiteY0"/>
                  <a:gd fmla="*/ 91887 w 172580" name="connsiteX1"/>
                  <a:gd fmla="*/ 129044 h 185159" name="connsiteY1"/>
                  <a:gd fmla="*/ 96144 w 172580" name="connsiteX2"/>
                  <a:gd fmla="*/ 118401 h 185159" name="connsiteY2"/>
                  <a:gd fmla="*/ 101056 w 172580" name="connsiteX3"/>
                  <a:gd fmla="*/ 107758 h 185159" name="connsiteY3"/>
                  <a:gd fmla="*/ 104658 w 172580" name="connsiteX4"/>
                  <a:gd fmla="*/ 98916 h 185159" name="connsiteY4"/>
                  <a:gd fmla="*/ 110225 w 172580" name="connsiteX5"/>
                  <a:gd fmla="*/ 77466 h 185159" name="connsiteY5"/>
                  <a:gd fmla="*/ 111372 w 172580" name="connsiteX6"/>
                  <a:gd fmla="*/ 58472 h 185159" name="connsiteY6"/>
                  <a:gd fmla="*/ 109734 w 172580" name="connsiteX7"/>
                  <a:gd fmla="*/ 39315 h 185159" name="connsiteY7"/>
                  <a:gd fmla="*/ 107933 w 172580" name="connsiteX8"/>
                  <a:gd fmla="*/ 17701 h 185159" name="connsiteY8"/>
                  <a:gd fmla="*/ 111044 w 172580" name="connsiteX9"/>
                  <a:gd fmla="*/ 6403 h 185159" name="connsiteY9"/>
                  <a:gd fmla="*/ 121687 w 172580" name="connsiteX10"/>
                  <a:gd fmla="*/ 1655 h 185159" name="connsiteY10"/>
                  <a:gd fmla="*/ 152798 w 172580" name="connsiteX11"/>
                  <a:gd fmla="*/ 3128 h 185159" name="connsiteY11"/>
                  <a:gd fmla="*/ 169008 w 172580" name="connsiteX12"/>
                  <a:gd fmla="*/ 28835 h 185159" name="connsiteY12"/>
                  <a:gd fmla="*/ 171136 w 172580" name="connsiteX13"/>
                  <a:gd fmla="*/ 85489 h 185159" name="connsiteY13"/>
                  <a:gd fmla="*/ 155745 w 172580" name="connsiteX14"/>
                  <a:gd fmla="*/ 139523 h 185159" name="connsiteY14"/>
                  <a:gd fmla="*/ 152634 w 172580" name="connsiteX15"/>
                  <a:gd fmla="*/ 147219 h 185159" name="connsiteY15"/>
                  <a:gd fmla="*/ 148213 w 172580" name="connsiteX16"/>
                  <a:gd fmla="*/ 155406 h 185159" name="connsiteY16"/>
                  <a:gd fmla="*/ 142646 w 172580" name="connsiteX17"/>
                  <a:gd fmla="*/ 162446 h 185159" name="connsiteY17"/>
                  <a:gd fmla="*/ 135769 w 172580" name="connsiteX18"/>
                  <a:gd fmla="*/ 166213 h 185159" name="connsiteY18"/>
                  <a:gd fmla="*/ 123325 w 172580" name="connsiteX19"/>
                  <a:gd fmla="*/ 164739 h 185159" name="connsiteY19"/>
                  <a:gd fmla="*/ 109079 w 172580" name="connsiteX20"/>
                  <a:gd fmla="*/ 158026 h 185159" name="connsiteY20"/>
                  <a:gd fmla="*/ 97126 w 172580" name="connsiteX21"/>
                  <a:gd fmla="*/ 148201 h 185159" name="connsiteY21"/>
                  <a:gd fmla="*/ 90904 w 172580" name="connsiteX22"/>
                  <a:gd fmla="*/ 137722 h 185159" name="connsiteY22"/>
                  <a:gd fmla="*/ 193 w 172580" name="connsiteX23"/>
                  <a:gd fmla="*/ 156388 h 185159" name="connsiteY23"/>
                  <a:gd fmla="*/ 1175 w 172580" name="connsiteX24"/>
                  <a:gd fmla="*/ 147710 h 185159" name="connsiteY24"/>
                  <a:gd fmla="*/ 5432 w 172580" name="connsiteX25"/>
                  <a:gd fmla="*/ 137067 h 185159" name="connsiteY25"/>
                  <a:gd fmla="*/ 10345 w 172580" name="connsiteX26"/>
                  <a:gd fmla="*/ 126424 h 185159" name="connsiteY26"/>
                  <a:gd fmla="*/ 13947 w 172580" name="connsiteX27"/>
                  <a:gd fmla="*/ 117582 h 185159" name="connsiteY27"/>
                  <a:gd fmla="*/ 19514 w 172580" name="connsiteX28"/>
                  <a:gd fmla="*/ 96132 h 185159" name="connsiteY28"/>
                  <a:gd fmla="*/ 20660 w 172580" name="connsiteX29"/>
                  <a:gd fmla="*/ 77138 h 185159" name="connsiteY29"/>
                  <a:gd fmla="*/ 19023 w 172580" name="connsiteX30"/>
                  <a:gd fmla="*/ 57981 h 185159" name="connsiteY30"/>
                  <a:gd fmla="*/ 17222 w 172580" name="connsiteX31"/>
                  <a:gd fmla="*/ 36367 h 185159" name="connsiteY31"/>
                  <a:gd fmla="*/ 20333 w 172580" name="connsiteX32"/>
                  <a:gd fmla="*/ 25069 h 185159" name="connsiteY32"/>
                  <a:gd fmla="*/ 30976 w 172580" name="connsiteX33"/>
                  <a:gd fmla="*/ 20321 h 185159" name="connsiteY33"/>
                  <a:gd fmla="*/ 62086 w 172580" name="connsiteX34"/>
                  <a:gd fmla="*/ 21795 h 185159" name="connsiteY34"/>
                  <a:gd fmla="*/ 78296 w 172580" name="connsiteX35"/>
                  <a:gd fmla="*/ 47502 h 185159" name="connsiteY35"/>
                  <a:gd fmla="*/ 80425 w 172580" name="connsiteX36"/>
                  <a:gd fmla="*/ 104155 h 185159" name="connsiteY36"/>
                  <a:gd fmla="*/ 65033 w 172580" name="connsiteX37"/>
                  <a:gd fmla="*/ 158189 h 185159" name="connsiteY37"/>
                  <a:gd fmla="*/ 61922 w 172580" name="connsiteX38"/>
                  <a:gd fmla="*/ 165885 h 185159" name="connsiteY38"/>
                  <a:gd fmla="*/ 57501 w 172580" name="connsiteX39"/>
                  <a:gd fmla="*/ 174072 h 185159" name="connsiteY39"/>
                  <a:gd fmla="*/ 51934 w 172580" name="connsiteX40"/>
                  <a:gd fmla="*/ 181113 h 185159" name="connsiteY40"/>
                  <a:gd fmla="*/ 45057 w 172580" name="connsiteX41"/>
                  <a:gd fmla="*/ 184879 h 185159" name="connsiteY41"/>
                  <a:gd fmla="*/ 32613 w 172580" name="connsiteX42"/>
                  <a:gd fmla="*/ 183405 h 185159" name="connsiteY42"/>
                  <a:gd fmla="*/ 18368 w 172580" name="connsiteX43"/>
                  <a:gd fmla="*/ 176692 h 185159" name="connsiteY43"/>
                  <a:gd fmla="*/ 6415 w 172580" name="connsiteX44"/>
                  <a:gd fmla="*/ 166867 h 185159" name="connsiteY44"/>
                  <a:gd fmla="*/ 193 w 172580" name="connsiteX45"/>
                  <a:gd fmla="*/ 156388 h 185159" name="connsiteY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b="b" l="l" r="r" t="t"/>
                <a:pathLst>
                  <a:path h="185159" w="172580">
                    <a:moveTo>
                      <a:pt x="90904" y="137722"/>
                    </a:moveTo>
                    <a:cubicBezTo>
                      <a:pt x="90413" y="135266"/>
                      <a:pt x="90904" y="132319"/>
                      <a:pt x="91887" y="129044"/>
                    </a:cubicBezTo>
                    <a:cubicBezTo>
                      <a:pt x="93033" y="125605"/>
                      <a:pt x="94506" y="122167"/>
                      <a:pt x="96144" y="118401"/>
                    </a:cubicBezTo>
                    <a:cubicBezTo>
                      <a:pt x="97781" y="114799"/>
                      <a:pt x="99419" y="111196"/>
                      <a:pt x="101056" y="107758"/>
                    </a:cubicBezTo>
                    <a:cubicBezTo>
                      <a:pt x="102693" y="104319"/>
                      <a:pt x="103840" y="101372"/>
                      <a:pt x="104658" y="98916"/>
                    </a:cubicBezTo>
                    <a:cubicBezTo>
                      <a:pt x="107442" y="91056"/>
                      <a:pt x="109243" y="83852"/>
                      <a:pt x="110225" y="77466"/>
                    </a:cubicBezTo>
                    <a:cubicBezTo>
                      <a:pt x="111044" y="70916"/>
                      <a:pt x="111535" y="64694"/>
                      <a:pt x="111372" y="58472"/>
                    </a:cubicBezTo>
                    <a:cubicBezTo>
                      <a:pt x="111372" y="52414"/>
                      <a:pt x="110717" y="46028"/>
                      <a:pt x="109734" y="39315"/>
                    </a:cubicBezTo>
                    <a:cubicBezTo>
                      <a:pt x="108916" y="32765"/>
                      <a:pt x="108261" y="25561"/>
                      <a:pt x="107933" y="17701"/>
                    </a:cubicBezTo>
                    <a:cubicBezTo>
                      <a:pt x="107442" y="12461"/>
                      <a:pt x="108588" y="8695"/>
                      <a:pt x="111044" y="6403"/>
                    </a:cubicBezTo>
                    <a:cubicBezTo>
                      <a:pt x="113500" y="4111"/>
                      <a:pt x="117103" y="2473"/>
                      <a:pt x="121687" y="1655"/>
                    </a:cubicBezTo>
                    <a:cubicBezTo>
                      <a:pt x="134459" y="-965"/>
                      <a:pt x="144774" y="-474"/>
                      <a:pt x="152798" y="3128"/>
                    </a:cubicBezTo>
                    <a:cubicBezTo>
                      <a:pt x="160821" y="6731"/>
                      <a:pt x="166224" y="15245"/>
                      <a:pt x="169008" y="28835"/>
                    </a:cubicBezTo>
                    <a:cubicBezTo>
                      <a:pt x="172938" y="47829"/>
                      <a:pt x="173593" y="66823"/>
                      <a:pt x="171136" y="85489"/>
                    </a:cubicBezTo>
                    <a:cubicBezTo>
                      <a:pt x="168680" y="104155"/>
                      <a:pt x="163605" y="122167"/>
                      <a:pt x="155745" y="139523"/>
                    </a:cubicBezTo>
                    <a:cubicBezTo>
                      <a:pt x="154926" y="141815"/>
                      <a:pt x="153944" y="144435"/>
                      <a:pt x="152634" y="147219"/>
                    </a:cubicBezTo>
                    <a:cubicBezTo>
                      <a:pt x="151324" y="150002"/>
                      <a:pt x="149850" y="152786"/>
                      <a:pt x="148213" y="155406"/>
                    </a:cubicBezTo>
                    <a:cubicBezTo>
                      <a:pt x="146576" y="158189"/>
                      <a:pt x="144611" y="160482"/>
                      <a:pt x="142646" y="162446"/>
                    </a:cubicBezTo>
                    <a:cubicBezTo>
                      <a:pt x="140517" y="164412"/>
                      <a:pt x="138225" y="165721"/>
                      <a:pt x="135769" y="166213"/>
                    </a:cubicBezTo>
                    <a:cubicBezTo>
                      <a:pt x="132494" y="166867"/>
                      <a:pt x="128401" y="166376"/>
                      <a:pt x="123325" y="164739"/>
                    </a:cubicBezTo>
                    <a:cubicBezTo>
                      <a:pt x="118412" y="163102"/>
                      <a:pt x="113664" y="160809"/>
                      <a:pt x="109079" y="158026"/>
                    </a:cubicBezTo>
                    <a:cubicBezTo>
                      <a:pt x="104495" y="155242"/>
                      <a:pt x="100565" y="151967"/>
                      <a:pt x="97126" y="148201"/>
                    </a:cubicBezTo>
                    <a:cubicBezTo>
                      <a:pt x="93688" y="144435"/>
                      <a:pt x="91559" y="140997"/>
                      <a:pt x="90904" y="137722"/>
                    </a:cubicBezTo>
                    <a:close/>
                    <a:moveTo>
                      <a:pt x="193" y="156388"/>
                    </a:moveTo>
                    <a:cubicBezTo>
                      <a:pt x="-299" y="153932"/>
                      <a:pt x="193" y="150985"/>
                      <a:pt x="1175" y="147710"/>
                    </a:cubicBezTo>
                    <a:cubicBezTo>
                      <a:pt x="2321" y="144272"/>
                      <a:pt x="3795" y="140833"/>
                      <a:pt x="5432" y="137067"/>
                    </a:cubicBezTo>
                    <a:cubicBezTo>
                      <a:pt x="7070" y="133465"/>
                      <a:pt x="8707" y="129863"/>
                      <a:pt x="10345" y="126424"/>
                    </a:cubicBezTo>
                    <a:cubicBezTo>
                      <a:pt x="11982" y="122985"/>
                      <a:pt x="13128" y="120038"/>
                      <a:pt x="13947" y="117582"/>
                    </a:cubicBezTo>
                    <a:cubicBezTo>
                      <a:pt x="16730" y="109723"/>
                      <a:pt x="18531" y="102518"/>
                      <a:pt x="19514" y="96132"/>
                    </a:cubicBezTo>
                    <a:cubicBezTo>
                      <a:pt x="20333" y="89583"/>
                      <a:pt x="20824" y="83360"/>
                      <a:pt x="20660" y="77138"/>
                    </a:cubicBezTo>
                    <a:cubicBezTo>
                      <a:pt x="20660" y="71080"/>
                      <a:pt x="20005" y="64694"/>
                      <a:pt x="19023" y="57981"/>
                    </a:cubicBezTo>
                    <a:cubicBezTo>
                      <a:pt x="18204" y="51431"/>
                      <a:pt x="17549" y="44227"/>
                      <a:pt x="17222" y="36367"/>
                    </a:cubicBezTo>
                    <a:cubicBezTo>
                      <a:pt x="16730" y="31128"/>
                      <a:pt x="17876" y="27362"/>
                      <a:pt x="20333" y="25069"/>
                    </a:cubicBezTo>
                    <a:cubicBezTo>
                      <a:pt x="22789" y="22777"/>
                      <a:pt x="26391" y="21140"/>
                      <a:pt x="30976" y="20321"/>
                    </a:cubicBezTo>
                    <a:cubicBezTo>
                      <a:pt x="43747" y="17701"/>
                      <a:pt x="54063" y="18192"/>
                      <a:pt x="62086" y="21795"/>
                    </a:cubicBezTo>
                    <a:cubicBezTo>
                      <a:pt x="70109" y="25397"/>
                      <a:pt x="75513" y="33911"/>
                      <a:pt x="78296" y="47502"/>
                    </a:cubicBezTo>
                    <a:cubicBezTo>
                      <a:pt x="82226" y="66495"/>
                      <a:pt x="82881" y="85489"/>
                      <a:pt x="80425" y="104155"/>
                    </a:cubicBezTo>
                    <a:cubicBezTo>
                      <a:pt x="77969" y="122822"/>
                      <a:pt x="72893" y="140833"/>
                      <a:pt x="65033" y="158189"/>
                    </a:cubicBezTo>
                    <a:cubicBezTo>
                      <a:pt x="64215" y="160482"/>
                      <a:pt x="63232" y="163102"/>
                      <a:pt x="61922" y="165885"/>
                    </a:cubicBezTo>
                    <a:cubicBezTo>
                      <a:pt x="60612" y="168669"/>
                      <a:pt x="59139" y="171452"/>
                      <a:pt x="57501" y="174072"/>
                    </a:cubicBezTo>
                    <a:cubicBezTo>
                      <a:pt x="55864" y="176856"/>
                      <a:pt x="53899" y="179148"/>
                      <a:pt x="51934" y="181113"/>
                    </a:cubicBezTo>
                    <a:cubicBezTo>
                      <a:pt x="49806" y="183078"/>
                      <a:pt x="47513" y="184388"/>
                      <a:pt x="45057" y="184879"/>
                    </a:cubicBezTo>
                    <a:cubicBezTo>
                      <a:pt x="41782" y="185534"/>
                      <a:pt x="37689" y="185043"/>
                      <a:pt x="32613" y="183405"/>
                    </a:cubicBezTo>
                    <a:cubicBezTo>
                      <a:pt x="27701" y="181768"/>
                      <a:pt x="22953" y="179475"/>
                      <a:pt x="18368" y="176692"/>
                    </a:cubicBezTo>
                    <a:cubicBezTo>
                      <a:pt x="13783" y="173908"/>
                      <a:pt x="9853" y="170633"/>
                      <a:pt x="6415" y="166867"/>
                    </a:cubicBezTo>
                    <a:cubicBezTo>
                      <a:pt x="2976" y="163102"/>
                      <a:pt x="848" y="159663"/>
                      <a:pt x="193" y="156388"/>
                    </a:cubicBezTo>
                    <a:close/>
                  </a:path>
                </a:pathLst>
              </a:custGeom>
              <a:solidFill>
                <a:schemeClr val="accent5"/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afb49c0a-6caa-466a-89cc-ca331a44a9f6" id="34" name="Shape5">
                <a:extLst>
                  <a:ext uri="{FF2B5EF4-FFF2-40B4-BE49-F238E27FC236}">
                    <a16:creationId id="{C0889107-8AAB-98BE-4038-5AE4CBC660EE}"/>
                  </a:ext>
                </a:extLst>
              </p:cNvPr>
              <p:cNvSpPr/>
              <p:nvPr/>
            </p:nvSpPr>
            <p:spPr>
              <a:xfrm flipV="false" flipH="false">
                <a:off x="793422" y="3975068"/>
                <a:ext cx="138940" cy="149067"/>
              </a:xfrm>
              <a:custGeom>
                <a:avLst/>
                <a:gdLst>
                  <a:gd fmla="*/ 81677 w 172580" name="connsiteX0"/>
                  <a:gd fmla="*/ 47438 h 185159" name="connsiteY0"/>
                  <a:gd fmla="*/ 80694 w 172580" name="connsiteX1"/>
                  <a:gd fmla="*/ 56116 h 185159" name="connsiteY1"/>
                  <a:gd fmla="*/ 76437 w 172580" name="connsiteX2"/>
                  <a:gd fmla="*/ 66759 h 185159" name="connsiteY2"/>
                  <a:gd fmla="*/ 71525 w 172580" name="connsiteX3"/>
                  <a:gd fmla="*/ 77402 h 185159" name="connsiteY3"/>
                  <a:gd fmla="*/ 67922 w 172580" name="connsiteX4"/>
                  <a:gd fmla="*/ 86244 h 185159" name="connsiteY4"/>
                  <a:gd fmla="*/ 62355 w 172580" name="connsiteX5"/>
                  <a:gd fmla="*/ 107694 h 185159" name="connsiteY5"/>
                  <a:gd fmla="*/ 61209 w 172580" name="connsiteX6"/>
                  <a:gd fmla="*/ 126687 h 185159" name="connsiteY6"/>
                  <a:gd fmla="*/ 62847 w 172580" name="connsiteX7"/>
                  <a:gd fmla="*/ 145845 h 185159" name="connsiteY7"/>
                  <a:gd fmla="*/ 64648 w 172580" name="connsiteX8"/>
                  <a:gd fmla="*/ 167458 h 185159" name="connsiteY8"/>
                  <a:gd fmla="*/ 61537 w 172580" name="connsiteX9"/>
                  <a:gd fmla="*/ 178756 h 185159" name="connsiteY9"/>
                  <a:gd fmla="*/ 50894 w 172580" name="connsiteX10"/>
                  <a:gd fmla="*/ 183505 h 185159" name="connsiteY10"/>
                  <a:gd fmla="*/ 19783 w 172580" name="connsiteX11"/>
                  <a:gd fmla="*/ 182031 h 185159" name="connsiteY11"/>
                  <a:gd fmla="*/ 3573 w 172580" name="connsiteX12"/>
                  <a:gd fmla="*/ 156324 h 185159" name="connsiteY12"/>
                  <a:gd fmla="*/ 1444 w 172580" name="connsiteX13"/>
                  <a:gd fmla="*/ 99670 h 185159" name="connsiteY13"/>
                  <a:gd fmla="*/ 16836 w 172580" name="connsiteX14"/>
                  <a:gd fmla="*/ 45636 h 185159" name="connsiteY14"/>
                  <a:gd fmla="*/ 19947 w 172580" name="connsiteX15"/>
                  <a:gd fmla="*/ 37941 h 185159" name="connsiteY15"/>
                  <a:gd fmla="*/ 24368 w 172580" name="connsiteX16"/>
                  <a:gd fmla="*/ 29754 h 185159" name="connsiteY16"/>
                  <a:gd fmla="*/ 29935 w 172580" name="connsiteX17"/>
                  <a:gd fmla="*/ 22713 h 185159" name="connsiteY17"/>
                  <a:gd fmla="*/ 36812 w 172580" name="connsiteX18"/>
                  <a:gd fmla="*/ 18947 h 185159" name="connsiteY18"/>
                  <a:gd fmla="*/ 49256 w 172580" name="connsiteX19"/>
                  <a:gd fmla="*/ 20421 h 185159" name="connsiteY19"/>
                  <a:gd fmla="*/ 63502 w 172580" name="connsiteX20"/>
                  <a:gd fmla="*/ 27134 h 185159" name="connsiteY20"/>
                  <a:gd fmla="*/ 75455 w 172580" name="connsiteX21"/>
                  <a:gd fmla="*/ 36958 h 185159" name="connsiteY21"/>
                  <a:gd fmla="*/ 81677 w 172580" name="connsiteX22"/>
                  <a:gd fmla="*/ 47438 h 185159" name="connsiteY22"/>
                  <a:gd fmla="*/ 172388 w 172580" name="connsiteX23"/>
                  <a:gd fmla="*/ 28771 h 185159" name="connsiteY23"/>
                  <a:gd fmla="*/ 171406 w 172580" name="connsiteX24"/>
                  <a:gd fmla="*/ 37449 h 185159" name="connsiteY24"/>
                  <a:gd fmla="*/ 167149 w 172580" name="connsiteX25"/>
                  <a:gd fmla="*/ 48093 h 185159" name="connsiteY25"/>
                  <a:gd fmla="*/ 162236 w 172580" name="connsiteX26"/>
                  <a:gd fmla="*/ 58736 h 185159" name="connsiteY26"/>
                  <a:gd fmla="*/ 158634 w 172580" name="connsiteX27"/>
                  <a:gd fmla="*/ 67578 h 185159" name="connsiteY27"/>
                  <a:gd fmla="*/ 153067 w 172580" name="connsiteX28"/>
                  <a:gd fmla="*/ 89027 h 185159" name="connsiteY28"/>
                  <a:gd fmla="*/ 151921 w 172580" name="connsiteX29"/>
                  <a:gd fmla="*/ 108021 h 185159" name="connsiteY29"/>
                  <a:gd fmla="*/ 153558 w 172580" name="connsiteX30"/>
                  <a:gd fmla="*/ 127179 h 185159" name="connsiteY30"/>
                  <a:gd fmla="*/ 155359 w 172580" name="connsiteX31"/>
                  <a:gd fmla="*/ 148792 h 185159" name="connsiteY31"/>
                  <a:gd fmla="*/ 152248 w 172580" name="connsiteX32"/>
                  <a:gd fmla="*/ 160090 h 185159" name="connsiteY32"/>
                  <a:gd fmla="*/ 141605 w 172580" name="connsiteX33"/>
                  <a:gd fmla="*/ 164839 h 185159" name="connsiteY33"/>
                  <a:gd fmla="*/ 110495 w 172580" name="connsiteX34"/>
                  <a:gd fmla="*/ 163365 h 185159" name="connsiteY34"/>
                  <a:gd fmla="*/ 94285 w 172580" name="connsiteX35"/>
                  <a:gd fmla="*/ 137658 h 185159" name="connsiteY35"/>
                  <a:gd fmla="*/ 92156 w 172580" name="connsiteX36"/>
                  <a:gd fmla="*/ 81004 h 185159" name="connsiteY36"/>
                  <a:gd fmla="*/ 107547 w 172580" name="connsiteX37"/>
                  <a:gd fmla="*/ 26970 h 185159" name="connsiteY37"/>
                  <a:gd fmla="*/ 110658 w 172580" name="connsiteX38"/>
                  <a:gd fmla="*/ 19274 h 185159" name="connsiteY38"/>
                  <a:gd fmla="*/ 115079 w 172580" name="connsiteX39"/>
                  <a:gd fmla="*/ 11087 h 185159" name="connsiteY39"/>
                  <a:gd fmla="*/ 120647 w 172580" name="connsiteX40"/>
                  <a:gd fmla="*/ 4047 h 185159" name="connsiteY40"/>
                  <a:gd fmla="*/ 127524 w 172580" name="connsiteX41"/>
                  <a:gd fmla="*/ 281 h 185159" name="connsiteY41"/>
                  <a:gd fmla="*/ 139968 w 172580" name="connsiteX42"/>
                  <a:gd fmla="*/ 1754 h 185159" name="connsiteY42"/>
                  <a:gd fmla="*/ 154213 w 172580" name="connsiteX43"/>
                  <a:gd fmla="*/ 8468 h 185159" name="connsiteY43"/>
                  <a:gd fmla="*/ 166166 w 172580" name="connsiteX44"/>
                  <a:gd fmla="*/ 18292 h 185159" name="connsiteY44"/>
                  <a:gd fmla="*/ 172388 w 172580" name="connsiteX45"/>
                  <a:gd fmla="*/ 28771 h 185159" name="connsiteY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b="b" l="l" r="r" t="t"/>
                <a:pathLst>
                  <a:path h="185159" w="172580">
                    <a:moveTo>
                      <a:pt x="81677" y="47438"/>
                    </a:moveTo>
                    <a:cubicBezTo>
                      <a:pt x="82168" y="49894"/>
                      <a:pt x="81677" y="52841"/>
                      <a:pt x="80694" y="56116"/>
                    </a:cubicBezTo>
                    <a:cubicBezTo>
                      <a:pt x="79548" y="59554"/>
                      <a:pt x="78074" y="62993"/>
                      <a:pt x="76437" y="66759"/>
                    </a:cubicBezTo>
                    <a:cubicBezTo>
                      <a:pt x="74800" y="70361"/>
                      <a:pt x="73162" y="73963"/>
                      <a:pt x="71525" y="77402"/>
                    </a:cubicBezTo>
                    <a:cubicBezTo>
                      <a:pt x="69887" y="80840"/>
                      <a:pt x="68741" y="83788"/>
                      <a:pt x="67922" y="86244"/>
                    </a:cubicBezTo>
                    <a:cubicBezTo>
                      <a:pt x="65139" y="94103"/>
                      <a:pt x="63338" y="101308"/>
                      <a:pt x="62355" y="107694"/>
                    </a:cubicBezTo>
                    <a:cubicBezTo>
                      <a:pt x="61537" y="114243"/>
                      <a:pt x="61045" y="120465"/>
                      <a:pt x="61209" y="126687"/>
                    </a:cubicBezTo>
                    <a:cubicBezTo>
                      <a:pt x="61209" y="132746"/>
                      <a:pt x="61864" y="139132"/>
                      <a:pt x="62847" y="145845"/>
                    </a:cubicBezTo>
                    <a:cubicBezTo>
                      <a:pt x="63665" y="152394"/>
                      <a:pt x="64320" y="159599"/>
                      <a:pt x="64648" y="167458"/>
                    </a:cubicBezTo>
                    <a:cubicBezTo>
                      <a:pt x="65139" y="172698"/>
                      <a:pt x="63993" y="176464"/>
                      <a:pt x="61537" y="178756"/>
                    </a:cubicBezTo>
                    <a:cubicBezTo>
                      <a:pt x="59081" y="181049"/>
                      <a:pt x="55478" y="182686"/>
                      <a:pt x="50894" y="183505"/>
                    </a:cubicBezTo>
                    <a:cubicBezTo>
                      <a:pt x="38122" y="186125"/>
                      <a:pt x="27806" y="185634"/>
                      <a:pt x="19783" y="182031"/>
                    </a:cubicBezTo>
                    <a:cubicBezTo>
                      <a:pt x="11760" y="178429"/>
                      <a:pt x="6357" y="169915"/>
                      <a:pt x="3573" y="156324"/>
                    </a:cubicBezTo>
                    <a:cubicBezTo>
                      <a:pt x="-357" y="137330"/>
                      <a:pt x="-1012" y="118337"/>
                      <a:pt x="1444" y="99670"/>
                    </a:cubicBezTo>
                    <a:cubicBezTo>
                      <a:pt x="3900" y="81004"/>
                      <a:pt x="8976" y="62993"/>
                      <a:pt x="16836" y="45636"/>
                    </a:cubicBezTo>
                    <a:cubicBezTo>
                      <a:pt x="17655" y="43344"/>
                      <a:pt x="18637" y="40724"/>
                      <a:pt x="19947" y="37941"/>
                    </a:cubicBezTo>
                    <a:cubicBezTo>
                      <a:pt x="21257" y="35157"/>
                      <a:pt x="22730" y="32374"/>
                      <a:pt x="24368" y="29754"/>
                    </a:cubicBezTo>
                    <a:cubicBezTo>
                      <a:pt x="26005" y="26970"/>
                      <a:pt x="27970" y="24678"/>
                      <a:pt x="29935" y="22713"/>
                    </a:cubicBezTo>
                    <a:cubicBezTo>
                      <a:pt x="32064" y="20748"/>
                      <a:pt x="34356" y="19438"/>
                      <a:pt x="36812" y="18947"/>
                    </a:cubicBezTo>
                    <a:cubicBezTo>
                      <a:pt x="40087" y="18292"/>
                      <a:pt x="44180" y="18783"/>
                      <a:pt x="49256" y="20421"/>
                    </a:cubicBezTo>
                    <a:cubicBezTo>
                      <a:pt x="54168" y="22058"/>
                      <a:pt x="58917" y="24350"/>
                      <a:pt x="63502" y="27134"/>
                    </a:cubicBezTo>
                    <a:cubicBezTo>
                      <a:pt x="68086" y="29918"/>
                      <a:pt x="72016" y="33192"/>
                      <a:pt x="75455" y="36958"/>
                    </a:cubicBezTo>
                    <a:cubicBezTo>
                      <a:pt x="78893" y="40724"/>
                      <a:pt x="81022" y="44163"/>
                      <a:pt x="81677" y="47438"/>
                    </a:cubicBezTo>
                    <a:close/>
                    <a:moveTo>
                      <a:pt x="172388" y="28771"/>
                    </a:moveTo>
                    <a:cubicBezTo>
                      <a:pt x="172879" y="31227"/>
                      <a:pt x="172388" y="34175"/>
                      <a:pt x="171406" y="37449"/>
                    </a:cubicBezTo>
                    <a:cubicBezTo>
                      <a:pt x="170260" y="40888"/>
                      <a:pt x="168786" y="44327"/>
                      <a:pt x="167149" y="48093"/>
                    </a:cubicBezTo>
                    <a:cubicBezTo>
                      <a:pt x="165511" y="51695"/>
                      <a:pt x="163874" y="55297"/>
                      <a:pt x="162236" y="58736"/>
                    </a:cubicBezTo>
                    <a:cubicBezTo>
                      <a:pt x="160599" y="62174"/>
                      <a:pt x="159453" y="65121"/>
                      <a:pt x="158634" y="67578"/>
                    </a:cubicBezTo>
                    <a:cubicBezTo>
                      <a:pt x="155850" y="75437"/>
                      <a:pt x="154049" y="82642"/>
                      <a:pt x="153067" y="89027"/>
                    </a:cubicBezTo>
                    <a:cubicBezTo>
                      <a:pt x="152248" y="95577"/>
                      <a:pt x="151757" y="101799"/>
                      <a:pt x="151921" y="108021"/>
                    </a:cubicBezTo>
                    <a:cubicBezTo>
                      <a:pt x="151921" y="114079"/>
                      <a:pt x="152576" y="120465"/>
                      <a:pt x="153558" y="127179"/>
                    </a:cubicBezTo>
                    <a:cubicBezTo>
                      <a:pt x="154377" y="133728"/>
                      <a:pt x="155032" y="140933"/>
                      <a:pt x="155359" y="148792"/>
                    </a:cubicBezTo>
                    <a:cubicBezTo>
                      <a:pt x="155850" y="154032"/>
                      <a:pt x="154704" y="157798"/>
                      <a:pt x="152248" y="160090"/>
                    </a:cubicBezTo>
                    <a:cubicBezTo>
                      <a:pt x="149792" y="162383"/>
                      <a:pt x="146190" y="164020"/>
                      <a:pt x="141605" y="164839"/>
                    </a:cubicBezTo>
                    <a:cubicBezTo>
                      <a:pt x="128834" y="167458"/>
                      <a:pt x="118518" y="166967"/>
                      <a:pt x="110495" y="163365"/>
                    </a:cubicBezTo>
                    <a:cubicBezTo>
                      <a:pt x="102471" y="159763"/>
                      <a:pt x="97068" y="151248"/>
                      <a:pt x="94285" y="137658"/>
                    </a:cubicBezTo>
                    <a:cubicBezTo>
                      <a:pt x="90355" y="118664"/>
                      <a:pt x="89700" y="99670"/>
                      <a:pt x="92156" y="81004"/>
                    </a:cubicBezTo>
                    <a:cubicBezTo>
                      <a:pt x="94612" y="62338"/>
                      <a:pt x="99688" y="44327"/>
                      <a:pt x="107547" y="26970"/>
                    </a:cubicBezTo>
                    <a:cubicBezTo>
                      <a:pt x="108366" y="24678"/>
                      <a:pt x="109349" y="22058"/>
                      <a:pt x="110658" y="19274"/>
                    </a:cubicBezTo>
                    <a:cubicBezTo>
                      <a:pt x="111968" y="16491"/>
                      <a:pt x="113442" y="13707"/>
                      <a:pt x="115079" y="11087"/>
                    </a:cubicBezTo>
                    <a:cubicBezTo>
                      <a:pt x="116717" y="8304"/>
                      <a:pt x="118682" y="6012"/>
                      <a:pt x="120647" y="4047"/>
                    </a:cubicBezTo>
                    <a:cubicBezTo>
                      <a:pt x="122775" y="2082"/>
                      <a:pt x="125067" y="772"/>
                      <a:pt x="127524" y="281"/>
                    </a:cubicBezTo>
                    <a:cubicBezTo>
                      <a:pt x="130798" y="-374"/>
                      <a:pt x="134892" y="117"/>
                      <a:pt x="139968" y="1754"/>
                    </a:cubicBezTo>
                    <a:cubicBezTo>
                      <a:pt x="144880" y="3392"/>
                      <a:pt x="149628" y="5684"/>
                      <a:pt x="154213" y="8468"/>
                    </a:cubicBezTo>
                    <a:cubicBezTo>
                      <a:pt x="158798" y="11251"/>
                      <a:pt x="162728" y="14526"/>
                      <a:pt x="166166" y="18292"/>
                    </a:cubicBezTo>
                    <a:cubicBezTo>
                      <a:pt x="169605" y="22058"/>
                      <a:pt x="171733" y="25497"/>
                      <a:pt x="172388" y="28771"/>
                    </a:cubicBezTo>
                    <a:close/>
                  </a:path>
                </a:pathLst>
              </a:custGeom>
              <a:solidFill>
                <a:schemeClr val="accent5"/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4d1148ca-06da-4842-8d5f-1db167126d84" id="35" name="Bullet5">
                <a:extLst>
                  <a:ext uri="{FF2B5EF4-FFF2-40B4-BE49-F238E27FC236}">
                    <a16:creationId id="{8B837474-E18F-CF03-FFA9-C8C330A9DEEE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844122" y="4220674"/>
                <a:ext cx="2352091" cy="811466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修剪趾甲</a:t>
                </a:r>
              </a:p>
            </p:txBody>
          </p:sp>
          <p:sp>
            <p:nvSpPr>
              <p:cNvPr descr="328f3af5-b817-46b5-8704-2515e1abde66" id="36" name="Text5">
                <a:extLst>
                  <a:ext uri="{FF2B5EF4-FFF2-40B4-BE49-F238E27FC236}">
                    <a16:creationId id="{99A408D3-DB6B-3CA5-F29A-C223BA1CD46F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844127" y="5032140"/>
                <a:ext cx="2352090" cy="81146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定期修剪趾甲，避免过长影响清洁。</a:t>
                </a:r>
              </a:p>
            </p:txBody>
          </p:sp>
        </p:grpSp>
        <p:grpSp>
          <p:nvGrpSpPr>
            <p:cNvPr descr="4db994e6-e83c-4e0a-aa45-dc0993f88a9e" id="8" name="组合 7">
              <a:extLst>
                <a:ext uri="{FF2B5EF4-FFF2-40B4-BE49-F238E27FC236}">
                  <a16:creationId id="{2BB94966-7324-A340-5899-56834DDE24B9}"/>
                </a:ext>
              </a:extLst>
            </p:cNvPr>
            <p:cNvGrpSpPr/>
            <p:nvPr/>
          </p:nvGrpSpPr>
          <p:grpSpPr>
            <a:xfrm>
              <a:off x="4797857" y="4085864"/>
              <a:ext cx="2583587" cy="2048237"/>
              <a:chOff x="4332550" y="3891142"/>
              <a:chExt cx="2829203" cy="2242958"/>
            </a:xfrm>
          </p:grpSpPr>
          <p:sp>
            <p:nvSpPr>
              <p:cNvPr descr="6386b207-d7b4-4dfc-a9b1-8cb10dca1327" id="27" name="ComponentBackground6">
                <a:extLst>
                  <a:ext uri="{FF2B5EF4-FFF2-40B4-BE49-F238E27FC236}">
                    <a16:creationId id="{D77A292B-7C52-134B-6335-C34C25D0C3CD}"/>
                  </a:ext>
                </a:extLst>
              </p:cNvPr>
              <p:cNvSpPr/>
              <p:nvPr/>
            </p:nvSpPr>
            <p:spPr>
              <a:xfrm flipV="false" flipH="false">
                <a:off x="4332550" y="3891142"/>
                <a:ext cx="2829203" cy="2242958"/>
              </a:xfrm>
              <a:custGeom>
                <a:avLst/>
                <a:gdLst>
                  <a:gd fmla="*/ 2444309 w 2451491" name="connsiteX0"/>
                  <a:gd fmla="*/ 1284385 h 2399945" name="connsiteY0"/>
                  <a:gd fmla="*/ 2339843 w 2451491" name="connsiteX1"/>
                  <a:gd fmla="*/ 850149 h 2399945" name="connsiteY1"/>
                  <a:gd fmla="*/ 2210653 w 2451491" name="connsiteX2"/>
                  <a:gd fmla="*/ 750759 h 2399945" name="connsiteY2"/>
                  <a:gd fmla="*/ 2295306 w 2451491" name="connsiteX3"/>
                  <a:gd fmla="*/ 572283 h 2399945" name="connsiteY3"/>
                  <a:gd fmla="*/ 2099965 w 2451491" name="connsiteX4"/>
                  <a:gd fmla="*/ 153766 h 2399945" name="connsiteY4"/>
                  <a:gd fmla="*/ 1944085 w 2451491" name="connsiteX5"/>
                  <a:gd fmla="*/ 128877 h 2399945" name="connsiteY5"/>
                  <a:gd fmla="*/ 1613168 w 2451491" name="connsiteX6"/>
                  <a:gd fmla="*/ 222863 h 2399945" name="connsiteY6"/>
                  <a:gd fmla="*/ 1319584 w 2451491" name="connsiteX7"/>
                  <a:gd fmla="*/ 58306 h 2399945" name="connsiteY7"/>
                  <a:gd fmla="*/ 1049086 w 2451491" name="connsiteX8"/>
                  <a:gd fmla="*/ 182911 h 2399945" name="connsiteY8"/>
                  <a:gd fmla="*/ 895335 w 2451491" name="connsiteX9"/>
                  <a:gd fmla="*/ 41604 h 2399945" name="connsiteY9"/>
                  <a:gd fmla="*/ 513495 w 2451491" name="connsiteX10"/>
                  <a:gd fmla="*/ 40622 h 2399945" name="connsiteY10"/>
                  <a:gd fmla="*/ 317336 w 2451491" name="connsiteX11"/>
                  <a:gd fmla="*/ 197484 h 2399945" name="connsiteY11"/>
                  <a:gd fmla="*/ 274927 w 2451491" name="connsiteX12"/>
                  <a:gd fmla="*/ 327329 h 2399945" name="connsiteY12"/>
                  <a:gd fmla="*/ 232191 w 2451491" name="connsiteX13"/>
                  <a:gd fmla="*/ 336662 h 2399945" name="connsiteY13"/>
                  <a:gd fmla="*/ 25061 w 2451491" name="connsiteX14"/>
                  <a:gd fmla="*/ 564587 h 2399945" name="connsiteY14"/>
                  <a:gd fmla="*/ 8360 w 2451491" name="connsiteX15"/>
                  <a:gd fmla="*/ 757472 h 2399945" name="connsiteY15"/>
                  <a:gd fmla="*/ 82042 w 2451491" name="connsiteX16"/>
                  <a:gd fmla="*/ 889610 h 2399945" name="connsiteY16"/>
                  <a:gd fmla="*/ 23751 w 2451491" name="connsiteX17"/>
                  <a:gd fmla="*/ 1346606 h 2399945" name="connsiteY17"/>
                  <a:gd fmla="*/ 154415 w 2451491" name="connsiteX18"/>
                  <a:gd fmla="*/ 1550461 h 2399945" name="connsiteY18"/>
                  <a:gd fmla="*/ 77621 w 2451491" name="connsiteX19"/>
                  <a:gd fmla="*/ 1711745 h 2399945" name="connsiteY19"/>
                  <a:gd fmla="*/ 123305 w 2451491" name="connsiteX20"/>
                  <a:gd fmla="*/ 2000581 h 2399945" name="connsiteY20"/>
                  <a:gd fmla="*/ 307675 w 2451491" name="connsiteX21"/>
                  <a:gd fmla="*/ 2118800 h 2399945" name="connsiteY21"/>
                  <a:gd fmla="*/ 328306 w 2451491" name="connsiteX22"/>
                  <a:gd fmla="*/ 2120765 h 2399945" name="connsiteY22"/>
                  <a:gd fmla="*/ 473379 w 2451491" name="connsiteX23"/>
                  <a:gd fmla="*/ 2339193 h 2399945" name="connsiteY23"/>
                  <a:gd fmla="*/ 902867 w 2451491" name="connsiteX24"/>
                  <a:gd fmla="*/ 2317744 h 2399945" name="connsiteY24"/>
                  <a:gd fmla="*/ 992433 w 2451491" name="connsiteX25"/>
                  <a:gd fmla="*/ 2215734 h 2399945" name="connsiteY25"/>
                  <a:gd fmla="*/ 1042864 w 2451491" name="connsiteX26"/>
                  <a:gd fmla="*/ 2257160 h 2399945" name="connsiteY26"/>
                  <a:gd fmla="*/ 1383770 w 2451491" name="connsiteX27"/>
                  <a:gd fmla="*/ 2317744 h 2399945" name="connsiteY27"/>
                  <a:gd fmla="*/ 1561427 w 2451491" name="connsiteX28"/>
                  <a:gd fmla="*/ 2246517 h 2399945" name="connsiteY28"/>
                  <a:gd fmla="*/ 1585496 w 2451491" name="connsiteX29"/>
                  <a:gd fmla="*/ 2225886 h 2399945" name="connsiteY29"/>
                  <a:gd fmla="*/ 1615788 w 2451491" name="connsiteX30"/>
                  <a:gd fmla="*/ 2264856 h 2399945" name="connsiteY30"/>
                  <a:gd fmla="*/ 1787059 w 2451491" name="connsiteX31"/>
                  <a:gd fmla="*/ 2366865 h 2399945" name="connsiteY31"/>
                  <a:gd fmla="*/ 2048223 w 2451491" name="connsiteX32"/>
                  <a:gd fmla="*/ 2375543 h 2399945" name="connsiteY32"/>
                  <a:gd fmla="*/ 2303984 w 2451491" name="connsiteX33"/>
                  <a:gd fmla="*/ 2030872 h 2399945" name="connsiteY33"/>
                  <a:gd fmla="*/ 2195589 w 2451491" name="connsiteX34"/>
                  <a:gd fmla="*/ 1722879 h 2399945" name="connsiteY34"/>
                  <a:gd fmla="*/ 2239471 w 2451491" name="connsiteX35"/>
                  <a:gd fmla="*/ 1681617 h 2399945" name="connsiteY35"/>
                  <a:gd fmla="*/ 2444309 w 2451491" name="connsiteX36"/>
                  <a:gd fmla="*/ 1284221 h 2399945" name="connsiteY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b="b" l="l" r="r" t="t"/>
                <a:pathLst>
                  <a:path h="2399945" w="2451491">
                    <a:moveTo>
                      <a:pt x="2444309" y="1284385"/>
                    </a:moveTo>
                    <a:cubicBezTo>
                      <a:pt x="2467887" y="1131780"/>
                      <a:pt x="2433502" y="966240"/>
                      <a:pt x="2339843" y="850149"/>
                    </a:cubicBezTo>
                    <a:cubicBezTo>
                      <a:pt x="2305130" y="807085"/>
                      <a:pt x="2259775" y="771390"/>
                      <a:pt x="2210653" y="750759"/>
                    </a:cubicBezTo>
                    <a:cubicBezTo>
                      <a:pt x="2251424" y="699508"/>
                      <a:pt x="2281716" y="638925"/>
                      <a:pt x="2295306" y="572283"/>
                    </a:cubicBezTo>
                    <a:cubicBezTo>
                      <a:pt x="2329364" y="405597"/>
                      <a:pt x="2246348" y="213694"/>
                      <a:pt x="2099965" y="153766"/>
                    </a:cubicBezTo>
                    <a:cubicBezTo>
                      <a:pt x="2050516" y="133462"/>
                      <a:pt x="1996973" y="128058"/>
                      <a:pt x="1944085" y="128877"/>
                    </a:cubicBezTo>
                    <a:cubicBezTo>
                      <a:pt x="1828977" y="131006"/>
                      <a:pt x="1714850" y="163917"/>
                      <a:pt x="1613168" y="222863"/>
                    </a:cubicBezTo>
                    <a:cubicBezTo>
                      <a:pt x="1548655" y="121018"/>
                      <a:pt x="1434201" y="56832"/>
                      <a:pt x="1319584" y="58306"/>
                    </a:cubicBezTo>
                    <a:cubicBezTo>
                      <a:pt x="1219212" y="59615"/>
                      <a:pt x="1122605" y="107591"/>
                      <a:pt x="1049086" y="182911"/>
                    </a:cubicBezTo>
                    <a:cubicBezTo>
                      <a:pt x="1010935" y="122164"/>
                      <a:pt x="956901" y="72223"/>
                      <a:pt x="895335" y="41604"/>
                    </a:cubicBezTo>
                    <a:cubicBezTo>
                      <a:pt x="776297" y="-17342"/>
                      <a:pt x="635645" y="-9974"/>
                      <a:pt x="513495" y="40622"/>
                    </a:cubicBezTo>
                    <a:cubicBezTo>
                      <a:pt x="436538" y="72551"/>
                      <a:pt x="363183" y="122819"/>
                      <a:pt x="317336" y="197484"/>
                    </a:cubicBezTo>
                    <a:cubicBezTo>
                      <a:pt x="293757" y="235799"/>
                      <a:pt x="278693" y="281318"/>
                      <a:pt x="274927" y="327329"/>
                    </a:cubicBezTo>
                    <a:cubicBezTo>
                      <a:pt x="260354" y="329130"/>
                      <a:pt x="246109" y="332078"/>
                      <a:pt x="232191" y="336662"/>
                    </a:cubicBezTo>
                    <a:cubicBezTo>
                      <a:pt x="135094" y="368919"/>
                      <a:pt x="60592" y="460613"/>
                      <a:pt x="25061" y="564587"/>
                    </a:cubicBezTo>
                    <a:cubicBezTo>
                      <a:pt x="4102" y="625990"/>
                      <a:pt x="-4576" y="693450"/>
                      <a:pt x="8360" y="757472"/>
                    </a:cubicBezTo>
                    <a:cubicBezTo>
                      <a:pt x="18839" y="808886"/>
                      <a:pt x="44710" y="857026"/>
                      <a:pt x="82042" y="889610"/>
                    </a:cubicBezTo>
                    <a:cubicBezTo>
                      <a:pt x="2793" y="1023712"/>
                      <a:pt x="-24061" y="1195802"/>
                      <a:pt x="23751" y="1346606"/>
                    </a:cubicBezTo>
                    <a:cubicBezTo>
                      <a:pt x="48967" y="1426020"/>
                      <a:pt x="95469" y="1496591"/>
                      <a:pt x="154415" y="1550461"/>
                    </a:cubicBezTo>
                    <a:cubicBezTo>
                      <a:pt x="118884" y="1597946"/>
                      <a:pt x="91867" y="1652635"/>
                      <a:pt x="77621" y="1711745"/>
                    </a:cubicBezTo>
                    <a:cubicBezTo>
                      <a:pt x="54207" y="1809497"/>
                      <a:pt x="68288" y="1919366"/>
                      <a:pt x="123305" y="2000581"/>
                    </a:cubicBezTo>
                    <a:cubicBezTo>
                      <a:pt x="167023" y="2064766"/>
                      <a:pt x="234975" y="2108485"/>
                      <a:pt x="307675" y="2118800"/>
                    </a:cubicBezTo>
                    <a:cubicBezTo>
                      <a:pt x="314552" y="2119783"/>
                      <a:pt x="321429" y="2120438"/>
                      <a:pt x="328306" y="2120765"/>
                    </a:cubicBezTo>
                    <a:cubicBezTo>
                      <a:pt x="351230" y="2209184"/>
                      <a:pt x="402480" y="2289417"/>
                      <a:pt x="473379" y="2339193"/>
                    </a:cubicBezTo>
                    <a:cubicBezTo>
                      <a:pt x="601587" y="2429086"/>
                      <a:pt x="780390" y="2416970"/>
                      <a:pt x="902867" y="2317744"/>
                    </a:cubicBezTo>
                    <a:cubicBezTo>
                      <a:pt x="937907" y="2289417"/>
                      <a:pt x="967708" y="2254704"/>
                      <a:pt x="992433" y="2215734"/>
                    </a:cubicBezTo>
                    <a:cubicBezTo>
                      <a:pt x="1008152" y="2231289"/>
                      <a:pt x="1025017" y="2245207"/>
                      <a:pt x="1042864" y="2257160"/>
                    </a:cubicBezTo>
                    <a:cubicBezTo>
                      <a:pt x="1143073" y="2324293"/>
                      <a:pt x="1267678" y="2337720"/>
                      <a:pt x="1383770" y="2317744"/>
                    </a:cubicBezTo>
                    <a:cubicBezTo>
                      <a:pt x="1446645" y="2306937"/>
                      <a:pt x="1509194" y="2286142"/>
                      <a:pt x="1561427" y="2246517"/>
                    </a:cubicBezTo>
                    <a:cubicBezTo>
                      <a:pt x="1569777" y="2240131"/>
                      <a:pt x="1577801" y="2233254"/>
                      <a:pt x="1585496" y="2225886"/>
                    </a:cubicBezTo>
                    <a:cubicBezTo>
                      <a:pt x="1594502" y="2239804"/>
                      <a:pt x="1604654" y="2253067"/>
                      <a:pt x="1615788" y="2264856"/>
                    </a:cubicBezTo>
                    <a:cubicBezTo>
                      <a:pt x="1662618" y="2315124"/>
                      <a:pt x="1724020" y="2346562"/>
                      <a:pt x="1787059" y="2366865"/>
                    </a:cubicBezTo>
                    <a:cubicBezTo>
                      <a:pt x="1871713" y="2394046"/>
                      <a:pt x="1963407" y="2402561"/>
                      <a:pt x="2048223" y="2375543"/>
                    </a:cubicBezTo>
                    <a:cubicBezTo>
                      <a:pt x="2186419" y="2331498"/>
                      <a:pt x="2293014" y="2187735"/>
                      <a:pt x="2303984" y="2030872"/>
                    </a:cubicBezTo>
                    <a:cubicBezTo>
                      <a:pt x="2311844" y="1917401"/>
                      <a:pt x="2269108" y="1802784"/>
                      <a:pt x="2195589" y="1722879"/>
                    </a:cubicBezTo>
                    <a:cubicBezTo>
                      <a:pt x="2210817" y="1709780"/>
                      <a:pt x="2225390" y="1696026"/>
                      <a:pt x="2239471" y="1681617"/>
                    </a:cubicBezTo>
                    <a:cubicBezTo>
                      <a:pt x="2342791" y="1575841"/>
                      <a:pt x="2420567" y="1436826"/>
                      <a:pt x="2444309" y="1284221"/>
                    </a:cubicBezTo>
                    <a:close/>
                  </a:path>
                </a:pathLst>
              </a:custGeom>
              <a:solidFill>
                <a:schemeClr val="accent6">
                  <a:alpha val="15000"/>
                </a:schemeClr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7e3d058a-9f46-49e1-bc3e-db61b5d2ce60" id="28" name="shaape6">
                <a:extLst>
                  <a:ext uri="{FF2B5EF4-FFF2-40B4-BE49-F238E27FC236}">
                    <a16:creationId id="{2DB0FB44-11CD-FE2E-F74C-4287C2AE9071}"/>
                  </a:ext>
                </a:extLst>
              </p:cNvPr>
              <p:cNvSpPr/>
              <p:nvPr/>
            </p:nvSpPr>
            <p:spPr>
              <a:xfrm flipV="false" flipH="false">
                <a:off x="6729425" y="5832873"/>
                <a:ext cx="138940" cy="149067"/>
              </a:xfrm>
              <a:custGeom>
                <a:avLst/>
                <a:gdLst>
                  <a:gd fmla="*/ 90904 w 172580" name="connsiteX0"/>
                  <a:gd fmla="*/ 137722 h 185159" name="connsiteY0"/>
                  <a:gd fmla="*/ 91887 w 172580" name="connsiteX1"/>
                  <a:gd fmla="*/ 129044 h 185159" name="connsiteY1"/>
                  <a:gd fmla="*/ 96144 w 172580" name="connsiteX2"/>
                  <a:gd fmla="*/ 118401 h 185159" name="connsiteY2"/>
                  <a:gd fmla="*/ 101056 w 172580" name="connsiteX3"/>
                  <a:gd fmla="*/ 107758 h 185159" name="connsiteY3"/>
                  <a:gd fmla="*/ 104658 w 172580" name="connsiteX4"/>
                  <a:gd fmla="*/ 98916 h 185159" name="connsiteY4"/>
                  <a:gd fmla="*/ 110225 w 172580" name="connsiteX5"/>
                  <a:gd fmla="*/ 77466 h 185159" name="connsiteY5"/>
                  <a:gd fmla="*/ 111372 w 172580" name="connsiteX6"/>
                  <a:gd fmla="*/ 58472 h 185159" name="connsiteY6"/>
                  <a:gd fmla="*/ 109734 w 172580" name="connsiteX7"/>
                  <a:gd fmla="*/ 39315 h 185159" name="connsiteY7"/>
                  <a:gd fmla="*/ 107933 w 172580" name="connsiteX8"/>
                  <a:gd fmla="*/ 17701 h 185159" name="connsiteY8"/>
                  <a:gd fmla="*/ 111044 w 172580" name="connsiteX9"/>
                  <a:gd fmla="*/ 6403 h 185159" name="connsiteY9"/>
                  <a:gd fmla="*/ 121687 w 172580" name="connsiteX10"/>
                  <a:gd fmla="*/ 1655 h 185159" name="connsiteY10"/>
                  <a:gd fmla="*/ 152798 w 172580" name="connsiteX11"/>
                  <a:gd fmla="*/ 3128 h 185159" name="connsiteY11"/>
                  <a:gd fmla="*/ 169008 w 172580" name="connsiteX12"/>
                  <a:gd fmla="*/ 28835 h 185159" name="connsiteY12"/>
                  <a:gd fmla="*/ 171136 w 172580" name="connsiteX13"/>
                  <a:gd fmla="*/ 85489 h 185159" name="connsiteY13"/>
                  <a:gd fmla="*/ 155745 w 172580" name="connsiteX14"/>
                  <a:gd fmla="*/ 139523 h 185159" name="connsiteY14"/>
                  <a:gd fmla="*/ 152634 w 172580" name="connsiteX15"/>
                  <a:gd fmla="*/ 147219 h 185159" name="connsiteY15"/>
                  <a:gd fmla="*/ 148213 w 172580" name="connsiteX16"/>
                  <a:gd fmla="*/ 155406 h 185159" name="connsiteY16"/>
                  <a:gd fmla="*/ 142646 w 172580" name="connsiteX17"/>
                  <a:gd fmla="*/ 162446 h 185159" name="connsiteY17"/>
                  <a:gd fmla="*/ 135769 w 172580" name="connsiteX18"/>
                  <a:gd fmla="*/ 166213 h 185159" name="connsiteY18"/>
                  <a:gd fmla="*/ 123325 w 172580" name="connsiteX19"/>
                  <a:gd fmla="*/ 164739 h 185159" name="connsiteY19"/>
                  <a:gd fmla="*/ 109079 w 172580" name="connsiteX20"/>
                  <a:gd fmla="*/ 158026 h 185159" name="connsiteY20"/>
                  <a:gd fmla="*/ 97126 w 172580" name="connsiteX21"/>
                  <a:gd fmla="*/ 148201 h 185159" name="connsiteY21"/>
                  <a:gd fmla="*/ 90904 w 172580" name="connsiteX22"/>
                  <a:gd fmla="*/ 137722 h 185159" name="connsiteY22"/>
                  <a:gd fmla="*/ 193 w 172580" name="connsiteX23"/>
                  <a:gd fmla="*/ 156388 h 185159" name="connsiteY23"/>
                  <a:gd fmla="*/ 1175 w 172580" name="connsiteX24"/>
                  <a:gd fmla="*/ 147710 h 185159" name="connsiteY24"/>
                  <a:gd fmla="*/ 5432 w 172580" name="connsiteX25"/>
                  <a:gd fmla="*/ 137067 h 185159" name="connsiteY25"/>
                  <a:gd fmla="*/ 10345 w 172580" name="connsiteX26"/>
                  <a:gd fmla="*/ 126424 h 185159" name="connsiteY26"/>
                  <a:gd fmla="*/ 13947 w 172580" name="connsiteX27"/>
                  <a:gd fmla="*/ 117582 h 185159" name="connsiteY27"/>
                  <a:gd fmla="*/ 19514 w 172580" name="connsiteX28"/>
                  <a:gd fmla="*/ 96132 h 185159" name="connsiteY28"/>
                  <a:gd fmla="*/ 20660 w 172580" name="connsiteX29"/>
                  <a:gd fmla="*/ 77138 h 185159" name="connsiteY29"/>
                  <a:gd fmla="*/ 19023 w 172580" name="connsiteX30"/>
                  <a:gd fmla="*/ 57981 h 185159" name="connsiteY30"/>
                  <a:gd fmla="*/ 17222 w 172580" name="connsiteX31"/>
                  <a:gd fmla="*/ 36367 h 185159" name="connsiteY31"/>
                  <a:gd fmla="*/ 20333 w 172580" name="connsiteX32"/>
                  <a:gd fmla="*/ 25069 h 185159" name="connsiteY32"/>
                  <a:gd fmla="*/ 30976 w 172580" name="connsiteX33"/>
                  <a:gd fmla="*/ 20321 h 185159" name="connsiteY33"/>
                  <a:gd fmla="*/ 62086 w 172580" name="connsiteX34"/>
                  <a:gd fmla="*/ 21795 h 185159" name="connsiteY34"/>
                  <a:gd fmla="*/ 78296 w 172580" name="connsiteX35"/>
                  <a:gd fmla="*/ 47502 h 185159" name="connsiteY35"/>
                  <a:gd fmla="*/ 80425 w 172580" name="connsiteX36"/>
                  <a:gd fmla="*/ 104155 h 185159" name="connsiteY36"/>
                  <a:gd fmla="*/ 65033 w 172580" name="connsiteX37"/>
                  <a:gd fmla="*/ 158189 h 185159" name="connsiteY37"/>
                  <a:gd fmla="*/ 61922 w 172580" name="connsiteX38"/>
                  <a:gd fmla="*/ 165885 h 185159" name="connsiteY38"/>
                  <a:gd fmla="*/ 57501 w 172580" name="connsiteX39"/>
                  <a:gd fmla="*/ 174072 h 185159" name="connsiteY39"/>
                  <a:gd fmla="*/ 51934 w 172580" name="connsiteX40"/>
                  <a:gd fmla="*/ 181113 h 185159" name="connsiteY40"/>
                  <a:gd fmla="*/ 45057 w 172580" name="connsiteX41"/>
                  <a:gd fmla="*/ 184879 h 185159" name="connsiteY41"/>
                  <a:gd fmla="*/ 32613 w 172580" name="connsiteX42"/>
                  <a:gd fmla="*/ 183405 h 185159" name="connsiteY42"/>
                  <a:gd fmla="*/ 18368 w 172580" name="connsiteX43"/>
                  <a:gd fmla="*/ 176692 h 185159" name="connsiteY43"/>
                  <a:gd fmla="*/ 6415 w 172580" name="connsiteX44"/>
                  <a:gd fmla="*/ 166867 h 185159" name="connsiteY44"/>
                  <a:gd fmla="*/ 193 w 172580" name="connsiteX45"/>
                  <a:gd fmla="*/ 156388 h 185159" name="connsiteY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b="b" l="l" r="r" t="t"/>
                <a:pathLst>
                  <a:path h="185159" w="172580">
                    <a:moveTo>
                      <a:pt x="90904" y="137722"/>
                    </a:moveTo>
                    <a:cubicBezTo>
                      <a:pt x="90413" y="135266"/>
                      <a:pt x="90904" y="132319"/>
                      <a:pt x="91887" y="129044"/>
                    </a:cubicBezTo>
                    <a:cubicBezTo>
                      <a:pt x="93033" y="125605"/>
                      <a:pt x="94506" y="122167"/>
                      <a:pt x="96144" y="118401"/>
                    </a:cubicBezTo>
                    <a:cubicBezTo>
                      <a:pt x="97781" y="114799"/>
                      <a:pt x="99419" y="111196"/>
                      <a:pt x="101056" y="107758"/>
                    </a:cubicBezTo>
                    <a:cubicBezTo>
                      <a:pt x="102693" y="104319"/>
                      <a:pt x="103840" y="101372"/>
                      <a:pt x="104658" y="98916"/>
                    </a:cubicBezTo>
                    <a:cubicBezTo>
                      <a:pt x="107442" y="91056"/>
                      <a:pt x="109243" y="83852"/>
                      <a:pt x="110225" y="77466"/>
                    </a:cubicBezTo>
                    <a:cubicBezTo>
                      <a:pt x="111044" y="70916"/>
                      <a:pt x="111535" y="64694"/>
                      <a:pt x="111372" y="58472"/>
                    </a:cubicBezTo>
                    <a:cubicBezTo>
                      <a:pt x="111372" y="52414"/>
                      <a:pt x="110717" y="46028"/>
                      <a:pt x="109734" y="39315"/>
                    </a:cubicBezTo>
                    <a:cubicBezTo>
                      <a:pt x="108916" y="32765"/>
                      <a:pt x="108261" y="25561"/>
                      <a:pt x="107933" y="17701"/>
                    </a:cubicBezTo>
                    <a:cubicBezTo>
                      <a:pt x="107442" y="12461"/>
                      <a:pt x="108588" y="8695"/>
                      <a:pt x="111044" y="6403"/>
                    </a:cubicBezTo>
                    <a:cubicBezTo>
                      <a:pt x="113500" y="4111"/>
                      <a:pt x="117103" y="2473"/>
                      <a:pt x="121687" y="1655"/>
                    </a:cubicBezTo>
                    <a:cubicBezTo>
                      <a:pt x="134459" y="-965"/>
                      <a:pt x="144774" y="-474"/>
                      <a:pt x="152798" y="3128"/>
                    </a:cubicBezTo>
                    <a:cubicBezTo>
                      <a:pt x="160821" y="6731"/>
                      <a:pt x="166224" y="15245"/>
                      <a:pt x="169008" y="28835"/>
                    </a:cubicBezTo>
                    <a:cubicBezTo>
                      <a:pt x="172938" y="47829"/>
                      <a:pt x="173593" y="66823"/>
                      <a:pt x="171136" y="85489"/>
                    </a:cubicBezTo>
                    <a:cubicBezTo>
                      <a:pt x="168680" y="104155"/>
                      <a:pt x="163605" y="122167"/>
                      <a:pt x="155745" y="139523"/>
                    </a:cubicBezTo>
                    <a:cubicBezTo>
                      <a:pt x="154926" y="141815"/>
                      <a:pt x="153944" y="144435"/>
                      <a:pt x="152634" y="147219"/>
                    </a:cubicBezTo>
                    <a:cubicBezTo>
                      <a:pt x="151324" y="150002"/>
                      <a:pt x="149850" y="152786"/>
                      <a:pt x="148213" y="155406"/>
                    </a:cubicBezTo>
                    <a:cubicBezTo>
                      <a:pt x="146576" y="158189"/>
                      <a:pt x="144611" y="160482"/>
                      <a:pt x="142646" y="162446"/>
                    </a:cubicBezTo>
                    <a:cubicBezTo>
                      <a:pt x="140517" y="164412"/>
                      <a:pt x="138225" y="165721"/>
                      <a:pt x="135769" y="166213"/>
                    </a:cubicBezTo>
                    <a:cubicBezTo>
                      <a:pt x="132494" y="166867"/>
                      <a:pt x="128401" y="166376"/>
                      <a:pt x="123325" y="164739"/>
                    </a:cubicBezTo>
                    <a:cubicBezTo>
                      <a:pt x="118412" y="163102"/>
                      <a:pt x="113664" y="160809"/>
                      <a:pt x="109079" y="158026"/>
                    </a:cubicBezTo>
                    <a:cubicBezTo>
                      <a:pt x="104495" y="155242"/>
                      <a:pt x="100565" y="151967"/>
                      <a:pt x="97126" y="148201"/>
                    </a:cubicBezTo>
                    <a:cubicBezTo>
                      <a:pt x="93688" y="144435"/>
                      <a:pt x="91559" y="140997"/>
                      <a:pt x="90904" y="137722"/>
                    </a:cubicBezTo>
                    <a:close/>
                    <a:moveTo>
                      <a:pt x="193" y="156388"/>
                    </a:moveTo>
                    <a:cubicBezTo>
                      <a:pt x="-299" y="153932"/>
                      <a:pt x="193" y="150985"/>
                      <a:pt x="1175" y="147710"/>
                    </a:cubicBezTo>
                    <a:cubicBezTo>
                      <a:pt x="2321" y="144272"/>
                      <a:pt x="3795" y="140833"/>
                      <a:pt x="5432" y="137067"/>
                    </a:cubicBezTo>
                    <a:cubicBezTo>
                      <a:pt x="7070" y="133465"/>
                      <a:pt x="8707" y="129863"/>
                      <a:pt x="10345" y="126424"/>
                    </a:cubicBezTo>
                    <a:cubicBezTo>
                      <a:pt x="11982" y="122985"/>
                      <a:pt x="13128" y="120038"/>
                      <a:pt x="13947" y="117582"/>
                    </a:cubicBezTo>
                    <a:cubicBezTo>
                      <a:pt x="16730" y="109723"/>
                      <a:pt x="18531" y="102518"/>
                      <a:pt x="19514" y="96132"/>
                    </a:cubicBezTo>
                    <a:cubicBezTo>
                      <a:pt x="20333" y="89583"/>
                      <a:pt x="20824" y="83360"/>
                      <a:pt x="20660" y="77138"/>
                    </a:cubicBezTo>
                    <a:cubicBezTo>
                      <a:pt x="20660" y="71080"/>
                      <a:pt x="20005" y="64694"/>
                      <a:pt x="19023" y="57981"/>
                    </a:cubicBezTo>
                    <a:cubicBezTo>
                      <a:pt x="18204" y="51431"/>
                      <a:pt x="17549" y="44227"/>
                      <a:pt x="17222" y="36367"/>
                    </a:cubicBezTo>
                    <a:cubicBezTo>
                      <a:pt x="16730" y="31128"/>
                      <a:pt x="17876" y="27362"/>
                      <a:pt x="20333" y="25069"/>
                    </a:cubicBezTo>
                    <a:cubicBezTo>
                      <a:pt x="22789" y="22777"/>
                      <a:pt x="26391" y="21140"/>
                      <a:pt x="30976" y="20321"/>
                    </a:cubicBezTo>
                    <a:cubicBezTo>
                      <a:pt x="43747" y="17701"/>
                      <a:pt x="54063" y="18192"/>
                      <a:pt x="62086" y="21795"/>
                    </a:cubicBezTo>
                    <a:cubicBezTo>
                      <a:pt x="70109" y="25397"/>
                      <a:pt x="75513" y="33911"/>
                      <a:pt x="78296" y="47502"/>
                    </a:cubicBezTo>
                    <a:cubicBezTo>
                      <a:pt x="82226" y="66495"/>
                      <a:pt x="82881" y="85489"/>
                      <a:pt x="80425" y="104155"/>
                    </a:cubicBezTo>
                    <a:cubicBezTo>
                      <a:pt x="77969" y="122822"/>
                      <a:pt x="72893" y="140833"/>
                      <a:pt x="65033" y="158189"/>
                    </a:cubicBezTo>
                    <a:cubicBezTo>
                      <a:pt x="64215" y="160482"/>
                      <a:pt x="63232" y="163102"/>
                      <a:pt x="61922" y="165885"/>
                    </a:cubicBezTo>
                    <a:cubicBezTo>
                      <a:pt x="60612" y="168669"/>
                      <a:pt x="59139" y="171452"/>
                      <a:pt x="57501" y="174072"/>
                    </a:cubicBezTo>
                    <a:cubicBezTo>
                      <a:pt x="55864" y="176856"/>
                      <a:pt x="53899" y="179148"/>
                      <a:pt x="51934" y="181113"/>
                    </a:cubicBezTo>
                    <a:cubicBezTo>
                      <a:pt x="49806" y="183078"/>
                      <a:pt x="47513" y="184388"/>
                      <a:pt x="45057" y="184879"/>
                    </a:cubicBezTo>
                    <a:cubicBezTo>
                      <a:pt x="41782" y="185534"/>
                      <a:pt x="37689" y="185043"/>
                      <a:pt x="32613" y="183405"/>
                    </a:cubicBezTo>
                    <a:cubicBezTo>
                      <a:pt x="27701" y="181768"/>
                      <a:pt x="22953" y="179475"/>
                      <a:pt x="18368" y="176692"/>
                    </a:cubicBezTo>
                    <a:cubicBezTo>
                      <a:pt x="13783" y="173908"/>
                      <a:pt x="9853" y="170633"/>
                      <a:pt x="6415" y="166867"/>
                    </a:cubicBezTo>
                    <a:cubicBezTo>
                      <a:pt x="2976" y="163102"/>
                      <a:pt x="848" y="159663"/>
                      <a:pt x="193" y="156388"/>
                    </a:cubicBezTo>
                    <a:close/>
                  </a:path>
                </a:pathLst>
              </a:custGeom>
              <a:solidFill>
                <a:schemeClr val="accent6"/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047882ad-972d-47d5-92a7-4eb413775068" id="29" name="Shape6">
                <a:extLst>
                  <a:ext uri="{FF2B5EF4-FFF2-40B4-BE49-F238E27FC236}">
                    <a16:creationId id="{EA740576-1D36-0036-C241-D3F8E0E788F0}"/>
                  </a:ext>
                </a:extLst>
              </p:cNvPr>
              <p:cNvSpPr/>
              <p:nvPr/>
            </p:nvSpPr>
            <p:spPr>
              <a:xfrm flipV="false" flipH="false">
                <a:off x="4465572" y="3975068"/>
                <a:ext cx="138940" cy="149067"/>
              </a:xfrm>
              <a:custGeom>
                <a:avLst/>
                <a:gdLst>
                  <a:gd fmla="*/ 81677 w 172580" name="connsiteX0"/>
                  <a:gd fmla="*/ 47438 h 185159" name="connsiteY0"/>
                  <a:gd fmla="*/ 80694 w 172580" name="connsiteX1"/>
                  <a:gd fmla="*/ 56116 h 185159" name="connsiteY1"/>
                  <a:gd fmla="*/ 76437 w 172580" name="connsiteX2"/>
                  <a:gd fmla="*/ 66759 h 185159" name="connsiteY2"/>
                  <a:gd fmla="*/ 71525 w 172580" name="connsiteX3"/>
                  <a:gd fmla="*/ 77402 h 185159" name="connsiteY3"/>
                  <a:gd fmla="*/ 67922 w 172580" name="connsiteX4"/>
                  <a:gd fmla="*/ 86244 h 185159" name="connsiteY4"/>
                  <a:gd fmla="*/ 62355 w 172580" name="connsiteX5"/>
                  <a:gd fmla="*/ 107694 h 185159" name="connsiteY5"/>
                  <a:gd fmla="*/ 61209 w 172580" name="connsiteX6"/>
                  <a:gd fmla="*/ 126687 h 185159" name="connsiteY6"/>
                  <a:gd fmla="*/ 62847 w 172580" name="connsiteX7"/>
                  <a:gd fmla="*/ 145845 h 185159" name="connsiteY7"/>
                  <a:gd fmla="*/ 64648 w 172580" name="connsiteX8"/>
                  <a:gd fmla="*/ 167458 h 185159" name="connsiteY8"/>
                  <a:gd fmla="*/ 61537 w 172580" name="connsiteX9"/>
                  <a:gd fmla="*/ 178756 h 185159" name="connsiteY9"/>
                  <a:gd fmla="*/ 50894 w 172580" name="connsiteX10"/>
                  <a:gd fmla="*/ 183505 h 185159" name="connsiteY10"/>
                  <a:gd fmla="*/ 19783 w 172580" name="connsiteX11"/>
                  <a:gd fmla="*/ 182031 h 185159" name="connsiteY11"/>
                  <a:gd fmla="*/ 3573 w 172580" name="connsiteX12"/>
                  <a:gd fmla="*/ 156324 h 185159" name="connsiteY12"/>
                  <a:gd fmla="*/ 1444 w 172580" name="connsiteX13"/>
                  <a:gd fmla="*/ 99670 h 185159" name="connsiteY13"/>
                  <a:gd fmla="*/ 16836 w 172580" name="connsiteX14"/>
                  <a:gd fmla="*/ 45636 h 185159" name="connsiteY14"/>
                  <a:gd fmla="*/ 19947 w 172580" name="connsiteX15"/>
                  <a:gd fmla="*/ 37941 h 185159" name="connsiteY15"/>
                  <a:gd fmla="*/ 24368 w 172580" name="connsiteX16"/>
                  <a:gd fmla="*/ 29754 h 185159" name="connsiteY16"/>
                  <a:gd fmla="*/ 29935 w 172580" name="connsiteX17"/>
                  <a:gd fmla="*/ 22713 h 185159" name="connsiteY17"/>
                  <a:gd fmla="*/ 36812 w 172580" name="connsiteX18"/>
                  <a:gd fmla="*/ 18947 h 185159" name="connsiteY18"/>
                  <a:gd fmla="*/ 49256 w 172580" name="connsiteX19"/>
                  <a:gd fmla="*/ 20421 h 185159" name="connsiteY19"/>
                  <a:gd fmla="*/ 63502 w 172580" name="connsiteX20"/>
                  <a:gd fmla="*/ 27134 h 185159" name="connsiteY20"/>
                  <a:gd fmla="*/ 75455 w 172580" name="connsiteX21"/>
                  <a:gd fmla="*/ 36958 h 185159" name="connsiteY21"/>
                  <a:gd fmla="*/ 81677 w 172580" name="connsiteX22"/>
                  <a:gd fmla="*/ 47438 h 185159" name="connsiteY22"/>
                  <a:gd fmla="*/ 172388 w 172580" name="connsiteX23"/>
                  <a:gd fmla="*/ 28771 h 185159" name="connsiteY23"/>
                  <a:gd fmla="*/ 171406 w 172580" name="connsiteX24"/>
                  <a:gd fmla="*/ 37449 h 185159" name="connsiteY24"/>
                  <a:gd fmla="*/ 167149 w 172580" name="connsiteX25"/>
                  <a:gd fmla="*/ 48093 h 185159" name="connsiteY25"/>
                  <a:gd fmla="*/ 162236 w 172580" name="connsiteX26"/>
                  <a:gd fmla="*/ 58736 h 185159" name="connsiteY26"/>
                  <a:gd fmla="*/ 158634 w 172580" name="connsiteX27"/>
                  <a:gd fmla="*/ 67578 h 185159" name="connsiteY27"/>
                  <a:gd fmla="*/ 153067 w 172580" name="connsiteX28"/>
                  <a:gd fmla="*/ 89027 h 185159" name="connsiteY28"/>
                  <a:gd fmla="*/ 151921 w 172580" name="connsiteX29"/>
                  <a:gd fmla="*/ 108021 h 185159" name="connsiteY29"/>
                  <a:gd fmla="*/ 153558 w 172580" name="connsiteX30"/>
                  <a:gd fmla="*/ 127179 h 185159" name="connsiteY30"/>
                  <a:gd fmla="*/ 155359 w 172580" name="connsiteX31"/>
                  <a:gd fmla="*/ 148792 h 185159" name="connsiteY31"/>
                  <a:gd fmla="*/ 152248 w 172580" name="connsiteX32"/>
                  <a:gd fmla="*/ 160090 h 185159" name="connsiteY32"/>
                  <a:gd fmla="*/ 141605 w 172580" name="connsiteX33"/>
                  <a:gd fmla="*/ 164839 h 185159" name="connsiteY33"/>
                  <a:gd fmla="*/ 110495 w 172580" name="connsiteX34"/>
                  <a:gd fmla="*/ 163365 h 185159" name="connsiteY34"/>
                  <a:gd fmla="*/ 94285 w 172580" name="connsiteX35"/>
                  <a:gd fmla="*/ 137658 h 185159" name="connsiteY35"/>
                  <a:gd fmla="*/ 92156 w 172580" name="connsiteX36"/>
                  <a:gd fmla="*/ 81004 h 185159" name="connsiteY36"/>
                  <a:gd fmla="*/ 107547 w 172580" name="connsiteX37"/>
                  <a:gd fmla="*/ 26970 h 185159" name="connsiteY37"/>
                  <a:gd fmla="*/ 110658 w 172580" name="connsiteX38"/>
                  <a:gd fmla="*/ 19274 h 185159" name="connsiteY38"/>
                  <a:gd fmla="*/ 115079 w 172580" name="connsiteX39"/>
                  <a:gd fmla="*/ 11087 h 185159" name="connsiteY39"/>
                  <a:gd fmla="*/ 120647 w 172580" name="connsiteX40"/>
                  <a:gd fmla="*/ 4047 h 185159" name="connsiteY40"/>
                  <a:gd fmla="*/ 127524 w 172580" name="connsiteX41"/>
                  <a:gd fmla="*/ 281 h 185159" name="connsiteY41"/>
                  <a:gd fmla="*/ 139968 w 172580" name="connsiteX42"/>
                  <a:gd fmla="*/ 1754 h 185159" name="connsiteY42"/>
                  <a:gd fmla="*/ 154213 w 172580" name="connsiteX43"/>
                  <a:gd fmla="*/ 8468 h 185159" name="connsiteY43"/>
                  <a:gd fmla="*/ 166166 w 172580" name="connsiteX44"/>
                  <a:gd fmla="*/ 18292 h 185159" name="connsiteY44"/>
                  <a:gd fmla="*/ 172388 w 172580" name="connsiteX45"/>
                  <a:gd fmla="*/ 28771 h 185159" name="connsiteY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b="b" l="l" r="r" t="t"/>
                <a:pathLst>
                  <a:path h="185159" w="172580">
                    <a:moveTo>
                      <a:pt x="81677" y="47438"/>
                    </a:moveTo>
                    <a:cubicBezTo>
                      <a:pt x="82168" y="49894"/>
                      <a:pt x="81677" y="52841"/>
                      <a:pt x="80694" y="56116"/>
                    </a:cubicBezTo>
                    <a:cubicBezTo>
                      <a:pt x="79548" y="59554"/>
                      <a:pt x="78074" y="62993"/>
                      <a:pt x="76437" y="66759"/>
                    </a:cubicBezTo>
                    <a:cubicBezTo>
                      <a:pt x="74800" y="70361"/>
                      <a:pt x="73162" y="73963"/>
                      <a:pt x="71525" y="77402"/>
                    </a:cubicBezTo>
                    <a:cubicBezTo>
                      <a:pt x="69887" y="80840"/>
                      <a:pt x="68741" y="83788"/>
                      <a:pt x="67922" y="86244"/>
                    </a:cubicBezTo>
                    <a:cubicBezTo>
                      <a:pt x="65139" y="94103"/>
                      <a:pt x="63338" y="101308"/>
                      <a:pt x="62355" y="107694"/>
                    </a:cubicBezTo>
                    <a:cubicBezTo>
                      <a:pt x="61537" y="114243"/>
                      <a:pt x="61045" y="120465"/>
                      <a:pt x="61209" y="126687"/>
                    </a:cubicBezTo>
                    <a:cubicBezTo>
                      <a:pt x="61209" y="132746"/>
                      <a:pt x="61864" y="139132"/>
                      <a:pt x="62847" y="145845"/>
                    </a:cubicBezTo>
                    <a:cubicBezTo>
                      <a:pt x="63665" y="152394"/>
                      <a:pt x="64320" y="159599"/>
                      <a:pt x="64648" y="167458"/>
                    </a:cubicBezTo>
                    <a:cubicBezTo>
                      <a:pt x="65139" y="172698"/>
                      <a:pt x="63993" y="176464"/>
                      <a:pt x="61537" y="178756"/>
                    </a:cubicBezTo>
                    <a:cubicBezTo>
                      <a:pt x="59081" y="181049"/>
                      <a:pt x="55478" y="182686"/>
                      <a:pt x="50894" y="183505"/>
                    </a:cubicBezTo>
                    <a:cubicBezTo>
                      <a:pt x="38122" y="186125"/>
                      <a:pt x="27806" y="185634"/>
                      <a:pt x="19783" y="182031"/>
                    </a:cubicBezTo>
                    <a:cubicBezTo>
                      <a:pt x="11760" y="178429"/>
                      <a:pt x="6357" y="169915"/>
                      <a:pt x="3573" y="156324"/>
                    </a:cubicBezTo>
                    <a:cubicBezTo>
                      <a:pt x="-357" y="137330"/>
                      <a:pt x="-1012" y="118337"/>
                      <a:pt x="1444" y="99670"/>
                    </a:cubicBezTo>
                    <a:cubicBezTo>
                      <a:pt x="3900" y="81004"/>
                      <a:pt x="8976" y="62993"/>
                      <a:pt x="16836" y="45636"/>
                    </a:cubicBezTo>
                    <a:cubicBezTo>
                      <a:pt x="17655" y="43344"/>
                      <a:pt x="18637" y="40724"/>
                      <a:pt x="19947" y="37941"/>
                    </a:cubicBezTo>
                    <a:cubicBezTo>
                      <a:pt x="21257" y="35157"/>
                      <a:pt x="22730" y="32374"/>
                      <a:pt x="24368" y="29754"/>
                    </a:cubicBezTo>
                    <a:cubicBezTo>
                      <a:pt x="26005" y="26970"/>
                      <a:pt x="27970" y="24678"/>
                      <a:pt x="29935" y="22713"/>
                    </a:cubicBezTo>
                    <a:cubicBezTo>
                      <a:pt x="32064" y="20748"/>
                      <a:pt x="34356" y="19438"/>
                      <a:pt x="36812" y="18947"/>
                    </a:cubicBezTo>
                    <a:cubicBezTo>
                      <a:pt x="40087" y="18292"/>
                      <a:pt x="44180" y="18783"/>
                      <a:pt x="49256" y="20421"/>
                    </a:cubicBezTo>
                    <a:cubicBezTo>
                      <a:pt x="54168" y="22058"/>
                      <a:pt x="58917" y="24350"/>
                      <a:pt x="63502" y="27134"/>
                    </a:cubicBezTo>
                    <a:cubicBezTo>
                      <a:pt x="68086" y="29918"/>
                      <a:pt x="72016" y="33192"/>
                      <a:pt x="75455" y="36958"/>
                    </a:cubicBezTo>
                    <a:cubicBezTo>
                      <a:pt x="78893" y="40724"/>
                      <a:pt x="81022" y="44163"/>
                      <a:pt x="81677" y="47438"/>
                    </a:cubicBezTo>
                    <a:close/>
                    <a:moveTo>
                      <a:pt x="172388" y="28771"/>
                    </a:moveTo>
                    <a:cubicBezTo>
                      <a:pt x="172879" y="31227"/>
                      <a:pt x="172388" y="34175"/>
                      <a:pt x="171406" y="37449"/>
                    </a:cubicBezTo>
                    <a:cubicBezTo>
                      <a:pt x="170260" y="40888"/>
                      <a:pt x="168786" y="44327"/>
                      <a:pt x="167149" y="48093"/>
                    </a:cubicBezTo>
                    <a:cubicBezTo>
                      <a:pt x="165511" y="51695"/>
                      <a:pt x="163874" y="55297"/>
                      <a:pt x="162236" y="58736"/>
                    </a:cubicBezTo>
                    <a:cubicBezTo>
                      <a:pt x="160599" y="62174"/>
                      <a:pt x="159453" y="65121"/>
                      <a:pt x="158634" y="67578"/>
                    </a:cubicBezTo>
                    <a:cubicBezTo>
                      <a:pt x="155850" y="75437"/>
                      <a:pt x="154049" y="82642"/>
                      <a:pt x="153067" y="89027"/>
                    </a:cubicBezTo>
                    <a:cubicBezTo>
                      <a:pt x="152248" y="95577"/>
                      <a:pt x="151757" y="101799"/>
                      <a:pt x="151921" y="108021"/>
                    </a:cubicBezTo>
                    <a:cubicBezTo>
                      <a:pt x="151921" y="114079"/>
                      <a:pt x="152576" y="120465"/>
                      <a:pt x="153558" y="127179"/>
                    </a:cubicBezTo>
                    <a:cubicBezTo>
                      <a:pt x="154377" y="133728"/>
                      <a:pt x="155032" y="140933"/>
                      <a:pt x="155359" y="148792"/>
                    </a:cubicBezTo>
                    <a:cubicBezTo>
                      <a:pt x="155850" y="154032"/>
                      <a:pt x="154704" y="157798"/>
                      <a:pt x="152248" y="160090"/>
                    </a:cubicBezTo>
                    <a:cubicBezTo>
                      <a:pt x="149792" y="162383"/>
                      <a:pt x="146190" y="164020"/>
                      <a:pt x="141605" y="164839"/>
                    </a:cubicBezTo>
                    <a:cubicBezTo>
                      <a:pt x="128834" y="167458"/>
                      <a:pt x="118518" y="166967"/>
                      <a:pt x="110495" y="163365"/>
                    </a:cubicBezTo>
                    <a:cubicBezTo>
                      <a:pt x="102471" y="159763"/>
                      <a:pt x="97068" y="151248"/>
                      <a:pt x="94285" y="137658"/>
                    </a:cubicBezTo>
                    <a:cubicBezTo>
                      <a:pt x="90355" y="118664"/>
                      <a:pt x="89700" y="99670"/>
                      <a:pt x="92156" y="81004"/>
                    </a:cubicBezTo>
                    <a:cubicBezTo>
                      <a:pt x="94612" y="62338"/>
                      <a:pt x="99688" y="44327"/>
                      <a:pt x="107547" y="26970"/>
                    </a:cubicBezTo>
                    <a:cubicBezTo>
                      <a:pt x="108366" y="24678"/>
                      <a:pt x="109349" y="22058"/>
                      <a:pt x="110658" y="19274"/>
                    </a:cubicBezTo>
                    <a:cubicBezTo>
                      <a:pt x="111968" y="16491"/>
                      <a:pt x="113442" y="13707"/>
                      <a:pt x="115079" y="11087"/>
                    </a:cubicBezTo>
                    <a:cubicBezTo>
                      <a:pt x="116717" y="8304"/>
                      <a:pt x="118682" y="6012"/>
                      <a:pt x="120647" y="4047"/>
                    </a:cubicBezTo>
                    <a:cubicBezTo>
                      <a:pt x="122775" y="2082"/>
                      <a:pt x="125067" y="772"/>
                      <a:pt x="127524" y="281"/>
                    </a:cubicBezTo>
                    <a:cubicBezTo>
                      <a:pt x="130798" y="-374"/>
                      <a:pt x="134892" y="117"/>
                      <a:pt x="139968" y="1754"/>
                    </a:cubicBezTo>
                    <a:cubicBezTo>
                      <a:pt x="144880" y="3392"/>
                      <a:pt x="149628" y="5684"/>
                      <a:pt x="154213" y="8468"/>
                    </a:cubicBezTo>
                    <a:cubicBezTo>
                      <a:pt x="158798" y="11251"/>
                      <a:pt x="162728" y="14526"/>
                      <a:pt x="166166" y="18292"/>
                    </a:cubicBezTo>
                    <a:cubicBezTo>
                      <a:pt x="169605" y="22058"/>
                      <a:pt x="171733" y="25497"/>
                      <a:pt x="172388" y="28771"/>
                    </a:cubicBezTo>
                    <a:close/>
                  </a:path>
                </a:pathLst>
              </a:custGeom>
              <a:solidFill>
                <a:schemeClr val="accent6"/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6bf41b36-e97a-4475-89f7-c24ce2734090" id="30" name="Bullet6">
                <a:extLst>
                  <a:ext uri="{FF2B5EF4-FFF2-40B4-BE49-F238E27FC236}">
                    <a16:creationId id="{757B5E78-C879-02CC-EED4-FAFC92F05745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4516272" y="4220674"/>
                <a:ext cx="2352091" cy="811466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穿戴合脚鞋袜</a:t>
                </a:r>
              </a:p>
            </p:txBody>
          </p:sp>
          <p:sp>
            <p:nvSpPr>
              <p:cNvPr descr="5b628111-7d8b-4c94-8e4c-3aac4358e064" id="31" name="Text6">
                <a:extLst>
                  <a:ext uri="{FF2B5EF4-FFF2-40B4-BE49-F238E27FC236}">
                    <a16:creationId id="{77B3BD48-AAAA-A7B3-AB74-B9EB73D23EFD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4516277" y="5032140"/>
                <a:ext cx="2352090" cy="81146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选择合脚的鞋袜，减少对足部的压迫。</a:t>
                </a:r>
              </a:p>
            </p:txBody>
          </p:sp>
        </p:grpSp>
        <p:grpSp>
          <p:nvGrpSpPr>
            <p:cNvPr descr="a7ec07ea-d986-4f30-b083-2d61bfc206e0" id="9" name="组合 8">
              <a:extLst>
                <a:ext uri="{FF2B5EF4-FFF2-40B4-BE49-F238E27FC236}">
                  <a16:creationId id="{798DDC36-603D-0FFB-4724-C745B9C23046}"/>
                </a:ext>
              </a:extLst>
            </p:cNvPr>
            <p:cNvGrpSpPr/>
            <p:nvPr/>
          </p:nvGrpSpPr>
          <p:grpSpPr>
            <a:xfrm>
              <a:off x="7556160" y="4085864"/>
              <a:ext cx="2583587" cy="2048237"/>
              <a:chOff x="8004701" y="3891142"/>
              <a:chExt cx="2829203" cy="2242958"/>
            </a:xfrm>
          </p:grpSpPr>
          <p:sp>
            <p:nvSpPr>
              <p:cNvPr descr="a3363e46-cbd5-413a-abb5-a2c9cce79d65" id="22" name="ComponentBackground7">
                <a:extLst>
                  <a:ext uri="{FF2B5EF4-FFF2-40B4-BE49-F238E27FC236}">
                    <a16:creationId id="{024AB37A-F163-EFAB-E606-8575E8722868}"/>
                  </a:ext>
                </a:extLst>
              </p:cNvPr>
              <p:cNvSpPr/>
              <p:nvPr/>
            </p:nvSpPr>
            <p:spPr>
              <a:xfrm flipV="false" flipH="false">
                <a:off x="8004701" y="3891142"/>
                <a:ext cx="2829203" cy="2242958"/>
              </a:xfrm>
              <a:custGeom>
                <a:avLst/>
                <a:gdLst>
                  <a:gd fmla="*/ 2444309 w 2451491" name="connsiteX0"/>
                  <a:gd fmla="*/ 1284385 h 2399945" name="connsiteY0"/>
                  <a:gd fmla="*/ 2339843 w 2451491" name="connsiteX1"/>
                  <a:gd fmla="*/ 850149 h 2399945" name="connsiteY1"/>
                  <a:gd fmla="*/ 2210653 w 2451491" name="connsiteX2"/>
                  <a:gd fmla="*/ 750759 h 2399945" name="connsiteY2"/>
                  <a:gd fmla="*/ 2295306 w 2451491" name="connsiteX3"/>
                  <a:gd fmla="*/ 572283 h 2399945" name="connsiteY3"/>
                  <a:gd fmla="*/ 2099965 w 2451491" name="connsiteX4"/>
                  <a:gd fmla="*/ 153766 h 2399945" name="connsiteY4"/>
                  <a:gd fmla="*/ 1944085 w 2451491" name="connsiteX5"/>
                  <a:gd fmla="*/ 128877 h 2399945" name="connsiteY5"/>
                  <a:gd fmla="*/ 1613168 w 2451491" name="connsiteX6"/>
                  <a:gd fmla="*/ 222863 h 2399945" name="connsiteY6"/>
                  <a:gd fmla="*/ 1319584 w 2451491" name="connsiteX7"/>
                  <a:gd fmla="*/ 58306 h 2399945" name="connsiteY7"/>
                  <a:gd fmla="*/ 1049086 w 2451491" name="connsiteX8"/>
                  <a:gd fmla="*/ 182911 h 2399945" name="connsiteY8"/>
                  <a:gd fmla="*/ 895335 w 2451491" name="connsiteX9"/>
                  <a:gd fmla="*/ 41604 h 2399945" name="connsiteY9"/>
                  <a:gd fmla="*/ 513495 w 2451491" name="connsiteX10"/>
                  <a:gd fmla="*/ 40622 h 2399945" name="connsiteY10"/>
                  <a:gd fmla="*/ 317336 w 2451491" name="connsiteX11"/>
                  <a:gd fmla="*/ 197484 h 2399945" name="connsiteY11"/>
                  <a:gd fmla="*/ 274927 w 2451491" name="connsiteX12"/>
                  <a:gd fmla="*/ 327329 h 2399945" name="connsiteY12"/>
                  <a:gd fmla="*/ 232191 w 2451491" name="connsiteX13"/>
                  <a:gd fmla="*/ 336662 h 2399945" name="connsiteY13"/>
                  <a:gd fmla="*/ 25061 w 2451491" name="connsiteX14"/>
                  <a:gd fmla="*/ 564587 h 2399945" name="connsiteY14"/>
                  <a:gd fmla="*/ 8360 w 2451491" name="connsiteX15"/>
                  <a:gd fmla="*/ 757472 h 2399945" name="connsiteY15"/>
                  <a:gd fmla="*/ 82042 w 2451491" name="connsiteX16"/>
                  <a:gd fmla="*/ 889610 h 2399945" name="connsiteY16"/>
                  <a:gd fmla="*/ 23751 w 2451491" name="connsiteX17"/>
                  <a:gd fmla="*/ 1346606 h 2399945" name="connsiteY17"/>
                  <a:gd fmla="*/ 154415 w 2451491" name="connsiteX18"/>
                  <a:gd fmla="*/ 1550461 h 2399945" name="connsiteY18"/>
                  <a:gd fmla="*/ 77621 w 2451491" name="connsiteX19"/>
                  <a:gd fmla="*/ 1711745 h 2399945" name="connsiteY19"/>
                  <a:gd fmla="*/ 123305 w 2451491" name="connsiteX20"/>
                  <a:gd fmla="*/ 2000581 h 2399945" name="connsiteY20"/>
                  <a:gd fmla="*/ 307675 w 2451491" name="connsiteX21"/>
                  <a:gd fmla="*/ 2118800 h 2399945" name="connsiteY21"/>
                  <a:gd fmla="*/ 328306 w 2451491" name="connsiteX22"/>
                  <a:gd fmla="*/ 2120765 h 2399945" name="connsiteY22"/>
                  <a:gd fmla="*/ 473379 w 2451491" name="connsiteX23"/>
                  <a:gd fmla="*/ 2339193 h 2399945" name="connsiteY23"/>
                  <a:gd fmla="*/ 902867 w 2451491" name="connsiteX24"/>
                  <a:gd fmla="*/ 2317744 h 2399945" name="connsiteY24"/>
                  <a:gd fmla="*/ 992433 w 2451491" name="connsiteX25"/>
                  <a:gd fmla="*/ 2215734 h 2399945" name="connsiteY25"/>
                  <a:gd fmla="*/ 1042864 w 2451491" name="connsiteX26"/>
                  <a:gd fmla="*/ 2257160 h 2399945" name="connsiteY26"/>
                  <a:gd fmla="*/ 1383770 w 2451491" name="connsiteX27"/>
                  <a:gd fmla="*/ 2317744 h 2399945" name="connsiteY27"/>
                  <a:gd fmla="*/ 1561427 w 2451491" name="connsiteX28"/>
                  <a:gd fmla="*/ 2246517 h 2399945" name="connsiteY28"/>
                  <a:gd fmla="*/ 1585496 w 2451491" name="connsiteX29"/>
                  <a:gd fmla="*/ 2225886 h 2399945" name="connsiteY29"/>
                  <a:gd fmla="*/ 1615788 w 2451491" name="connsiteX30"/>
                  <a:gd fmla="*/ 2264856 h 2399945" name="connsiteY30"/>
                  <a:gd fmla="*/ 1787059 w 2451491" name="connsiteX31"/>
                  <a:gd fmla="*/ 2366865 h 2399945" name="connsiteY31"/>
                  <a:gd fmla="*/ 2048223 w 2451491" name="connsiteX32"/>
                  <a:gd fmla="*/ 2375543 h 2399945" name="connsiteY32"/>
                  <a:gd fmla="*/ 2303984 w 2451491" name="connsiteX33"/>
                  <a:gd fmla="*/ 2030872 h 2399945" name="connsiteY33"/>
                  <a:gd fmla="*/ 2195589 w 2451491" name="connsiteX34"/>
                  <a:gd fmla="*/ 1722879 h 2399945" name="connsiteY34"/>
                  <a:gd fmla="*/ 2239471 w 2451491" name="connsiteX35"/>
                  <a:gd fmla="*/ 1681617 h 2399945" name="connsiteY35"/>
                  <a:gd fmla="*/ 2444309 w 2451491" name="connsiteX36"/>
                  <a:gd fmla="*/ 1284221 h 2399945" name="connsiteY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b="b" l="l" r="r" t="t"/>
                <a:pathLst>
                  <a:path h="2399945" w="2451491">
                    <a:moveTo>
                      <a:pt x="2444309" y="1284385"/>
                    </a:moveTo>
                    <a:cubicBezTo>
                      <a:pt x="2467887" y="1131780"/>
                      <a:pt x="2433502" y="966240"/>
                      <a:pt x="2339843" y="850149"/>
                    </a:cubicBezTo>
                    <a:cubicBezTo>
                      <a:pt x="2305130" y="807085"/>
                      <a:pt x="2259775" y="771390"/>
                      <a:pt x="2210653" y="750759"/>
                    </a:cubicBezTo>
                    <a:cubicBezTo>
                      <a:pt x="2251424" y="699508"/>
                      <a:pt x="2281716" y="638925"/>
                      <a:pt x="2295306" y="572283"/>
                    </a:cubicBezTo>
                    <a:cubicBezTo>
                      <a:pt x="2329364" y="405597"/>
                      <a:pt x="2246348" y="213694"/>
                      <a:pt x="2099965" y="153766"/>
                    </a:cubicBezTo>
                    <a:cubicBezTo>
                      <a:pt x="2050516" y="133462"/>
                      <a:pt x="1996973" y="128058"/>
                      <a:pt x="1944085" y="128877"/>
                    </a:cubicBezTo>
                    <a:cubicBezTo>
                      <a:pt x="1828977" y="131006"/>
                      <a:pt x="1714850" y="163917"/>
                      <a:pt x="1613168" y="222863"/>
                    </a:cubicBezTo>
                    <a:cubicBezTo>
                      <a:pt x="1548655" y="121018"/>
                      <a:pt x="1434201" y="56832"/>
                      <a:pt x="1319584" y="58306"/>
                    </a:cubicBezTo>
                    <a:cubicBezTo>
                      <a:pt x="1219212" y="59615"/>
                      <a:pt x="1122605" y="107591"/>
                      <a:pt x="1049086" y="182911"/>
                    </a:cubicBezTo>
                    <a:cubicBezTo>
                      <a:pt x="1010935" y="122164"/>
                      <a:pt x="956901" y="72223"/>
                      <a:pt x="895335" y="41604"/>
                    </a:cubicBezTo>
                    <a:cubicBezTo>
                      <a:pt x="776297" y="-17342"/>
                      <a:pt x="635645" y="-9974"/>
                      <a:pt x="513495" y="40622"/>
                    </a:cubicBezTo>
                    <a:cubicBezTo>
                      <a:pt x="436538" y="72551"/>
                      <a:pt x="363183" y="122819"/>
                      <a:pt x="317336" y="197484"/>
                    </a:cubicBezTo>
                    <a:cubicBezTo>
                      <a:pt x="293757" y="235799"/>
                      <a:pt x="278693" y="281318"/>
                      <a:pt x="274927" y="327329"/>
                    </a:cubicBezTo>
                    <a:cubicBezTo>
                      <a:pt x="260354" y="329130"/>
                      <a:pt x="246109" y="332078"/>
                      <a:pt x="232191" y="336662"/>
                    </a:cubicBezTo>
                    <a:cubicBezTo>
                      <a:pt x="135094" y="368919"/>
                      <a:pt x="60592" y="460613"/>
                      <a:pt x="25061" y="564587"/>
                    </a:cubicBezTo>
                    <a:cubicBezTo>
                      <a:pt x="4102" y="625990"/>
                      <a:pt x="-4576" y="693450"/>
                      <a:pt x="8360" y="757472"/>
                    </a:cubicBezTo>
                    <a:cubicBezTo>
                      <a:pt x="18839" y="808886"/>
                      <a:pt x="44710" y="857026"/>
                      <a:pt x="82042" y="889610"/>
                    </a:cubicBezTo>
                    <a:cubicBezTo>
                      <a:pt x="2793" y="1023712"/>
                      <a:pt x="-24061" y="1195802"/>
                      <a:pt x="23751" y="1346606"/>
                    </a:cubicBezTo>
                    <a:cubicBezTo>
                      <a:pt x="48967" y="1426020"/>
                      <a:pt x="95469" y="1496591"/>
                      <a:pt x="154415" y="1550461"/>
                    </a:cubicBezTo>
                    <a:cubicBezTo>
                      <a:pt x="118884" y="1597946"/>
                      <a:pt x="91867" y="1652635"/>
                      <a:pt x="77621" y="1711745"/>
                    </a:cubicBezTo>
                    <a:cubicBezTo>
                      <a:pt x="54207" y="1809497"/>
                      <a:pt x="68288" y="1919366"/>
                      <a:pt x="123305" y="2000581"/>
                    </a:cubicBezTo>
                    <a:cubicBezTo>
                      <a:pt x="167023" y="2064766"/>
                      <a:pt x="234975" y="2108485"/>
                      <a:pt x="307675" y="2118800"/>
                    </a:cubicBezTo>
                    <a:cubicBezTo>
                      <a:pt x="314552" y="2119783"/>
                      <a:pt x="321429" y="2120438"/>
                      <a:pt x="328306" y="2120765"/>
                    </a:cubicBezTo>
                    <a:cubicBezTo>
                      <a:pt x="351230" y="2209184"/>
                      <a:pt x="402480" y="2289417"/>
                      <a:pt x="473379" y="2339193"/>
                    </a:cubicBezTo>
                    <a:cubicBezTo>
                      <a:pt x="601587" y="2429086"/>
                      <a:pt x="780390" y="2416970"/>
                      <a:pt x="902867" y="2317744"/>
                    </a:cubicBezTo>
                    <a:cubicBezTo>
                      <a:pt x="937907" y="2289417"/>
                      <a:pt x="967708" y="2254704"/>
                      <a:pt x="992433" y="2215734"/>
                    </a:cubicBezTo>
                    <a:cubicBezTo>
                      <a:pt x="1008152" y="2231289"/>
                      <a:pt x="1025017" y="2245207"/>
                      <a:pt x="1042864" y="2257160"/>
                    </a:cubicBezTo>
                    <a:cubicBezTo>
                      <a:pt x="1143073" y="2324293"/>
                      <a:pt x="1267678" y="2337720"/>
                      <a:pt x="1383770" y="2317744"/>
                    </a:cubicBezTo>
                    <a:cubicBezTo>
                      <a:pt x="1446645" y="2306937"/>
                      <a:pt x="1509194" y="2286142"/>
                      <a:pt x="1561427" y="2246517"/>
                    </a:cubicBezTo>
                    <a:cubicBezTo>
                      <a:pt x="1569777" y="2240131"/>
                      <a:pt x="1577801" y="2233254"/>
                      <a:pt x="1585496" y="2225886"/>
                    </a:cubicBezTo>
                    <a:cubicBezTo>
                      <a:pt x="1594502" y="2239804"/>
                      <a:pt x="1604654" y="2253067"/>
                      <a:pt x="1615788" y="2264856"/>
                    </a:cubicBezTo>
                    <a:cubicBezTo>
                      <a:pt x="1662618" y="2315124"/>
                      <a:pt x="1724020" y="2346562"/>
                      <a:pt x="1787059" y="2366865"/>
                    </a:cubicBezTo>
                    <a:cubicBezTo>
                      <a:pt x="1871713" y="2394046"/>
                      <a:pt x="1963407" y="2402561"/>
                      <a:pt x="2048223" y="2375543"/>
                    </a:cubicBezTo>
                    <a:cubicBezTo>
                      <a:pt x="2186419" y="2331498"/>
                      <a:pt x="2293014" y="2187735"/>
                      <a:pt x="2303984" y="2030872"/>
                    </a:cubicBezTo>
                    <a:cubicBezTo>
                      <a:pt x="2311844" y="1917401"/>
                      <a:pt x="2269108" y="1802784"/>
                      <a:pt x="2195589" y="1722879"/>
                    </a:cubicBezTo>
                    <a:cubicBezTo>
                      <a:pt x="2210817" y="1709780"/>
                      <a:pt x="2225390" y="1696026"/>
                      <a:pt x="2239471" y="1681617"/>
                    </a:cubicBezTo>
                    <a:cubicBezTo>
                      <a:pt x="2342791" y="1575841"/>
                      <a:pt x="2420567" y="1436826"/>
                      <a:pt x="2444309" y="1284221"/>
                    </a:cubicBezTo>
                    <a:close/>
                  </a:path>
                </a:pathLst>
              </a:custGeom>
              <a:solidFill>
                <a:schemeClr val="accent1">
                  <a:alpha val="15000"/>
                </a:schemeClr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686e1079-4053-43af-9379-9d09288bc112" id="23" name="shaape7">
                <a:extLst>
                  <a:ext uri="{FF2B5EF4-FFF2-40B4-BE49-F238E27FC236}">
                    <a16:creationId id="{0CE90331-BC9A-967A-945D-BE1DE689C6A9}"/>
                  </a:ext>
                </a:extLst>
              </p:cNvPr>
              <p:cNvSpPr/>
              <p:nvPr/>
            </p:nvSpPr>
            <p:spPr>
              <a:xfrm flipV="false" flipH="false">
                <a:off x="10401576" y="5832873"/>
                <a:ext cx="138940" cy="149067"/>
              </a:xfrm>
              <a:custGeom>
                <a:avLst/>
                <a:gdLst>
                  <a:gd fmla="*/ 90904 w 172580" name="connsiteX0"/>
                  <a:gd fmla="*/ 137722 h 185159" name="connsiteY0"/>
                  <a:gd fmla="*/ 91887 w 172580" name="connsiteX1"/>
                  <a:gd fmla="*/ 129044 h 185159" name="connsiteY1"/>
                  <a:gd fmla="*/ 96144 w 172580" name="connsiteX2"/>
                  <a:gd fmla="*/ 118401 h 185159" name="connsiteY2"/>
                  <a:gd fmla="*/ 101056 w 172580" name="connsiteX3"/>
                  <a:gd fmla="*/ 107758 h 185159" name="connsiteY3"/>
                  <a:gd fmla="*/ 104658 w 172580" name="connsiteX4"/>
                  <a:gd fmla="*/ 98916 h 185159" name="connsiteY4"/>
                  <a:gd fmla="*/ 110225 w 172580" name="connsiteX5"/>
                  <a:gd fmla="*/ 77466 h 185159" name="connsiteY5"/>
                  <a:gd fmla="*/ 111372 w 172580" name="connsiteX6"/>
                  <a:gd fmla="*/ 58472 h 185159" name="connsiteY6"/>
                  <a:gd fmla="*/ 109734 w 172580" name="connsiteX7"/>
                  <a:gd fmla="*/ 39315 h 185159" name="connsiteY7"/>
                  <a:gd fmla="*/ 107933 w 172580" name="connsiteX8"/>
                  <a:gd fmla="*/ 17701 h 185159" name="connsiteY8"/>
                  <a:gd fmla="*/ 111044 w 172580" name="connsiteX9"/>
                  <a:gd fmla="*/ 6403 h 185159" name="connsiteY9"/>
                  <a:gd fmla="*/ 121687 w 172580" name="connsiteX10"/>
                  <a:gd fmla="*/ 1655 h 185159" name="connsiteY10"/>
                  <a:gd fmla="*/ 152798 w 172580" name="connsiteX11"/>
                  <a:gd fmla="*/ 3128 h 185159" name="connsiteY11"/>
                  <a:gd fmla="*/ 169008 w 172580" name="connsiteX12"/>
                  <a:gd fmla="*/ 28835 h 185159" name="connsiteY12"/>
                  <a:gd fmla="*/ 171136 w 172580" name="connsiteX13"/>
                  <a:gd fmla="*/ 85489 h 185159" name="connsiteY13"/>
                  <a:gd fmla="*/ 155745 w 172580" name="connsiteX14"/>
                  <a:gd fmla="*/ 139523 h 185159" name="connsiteY14"/>
                  <a:gd fmla="*/ 152634 w 172580" name="connsiteX15"/>
                  <a:gd fmla="*/ 147219 h 185159" name="connsiteY15"/>
                  <a:gd fmla="*/ 148213 w 172580" name="connsiteX16"/>
                  <a:gd fmla="*/ 155406 h 185159" name="connsiteY16"/>
                  <a:gd fmla="*/ 142646 w 172580" name="connsiteX17"/>
                  <a:gd fmla="*/ 162446 h 185159" name="connsiteY17"/>
                  <a:gd fmla="*/ 135769 w 172580" name="connsiteX18"/>
                  <a:gd fmla="*/ 166213 h 185159" name="connsiteY18"/>
                  <a:gd fmla="*/ 123325 w 172580" name="connsiteX19"/>
                  <a:gd fmla="*/ 164739 h 185159" name="connsiteY19"/>
                  <a:gd fmla="*/ 109079 w 172580" name="connsiteX20"/>
                  <a:gd fmla="*/ 158026 h 185159" name="connsiteY20"/>
                  <a:gd fmla="*/ 97126 w 172580" name="connsiteX21"/>
                  <a:gd fmla="*/ 148201 h 185159" name="connsiteY21"/>
                  <a:gd fmla="*/ 90904 w 172580" name="connsiteX22"/>
                  <a:gd fmla="*/ 137722 h 185159" name="connsiteY22"/>
                  <a:gd fmla="*/ 193 w 172580" name="connsiteX23"/>
                  <a:gd fmla="*/ 156388 h 185159" name="connsiteY23"/>
                  <a:gd fmla="*/ 1175 w 172580" name="connsiteX24"/>
                  <a:gd fmla="*/ 147710 h 185159" name="connsiteY24"/>
                  <a:gd fmla="*/ 5432 w 172580" name="connsiteX25"/>
                  <a:gd fmla="*/ 137067 h 185159" name="connsiteY25"/>
                  <a:gd fmla="*/ 10345 w 172580" name="connsiteX26"/>
                  <a:gd fmla="*/ 126424 h 185159" name="connsiteY26"/>
                  <a:gd fmla="*/ 13947 w 172580" name="connsiteX27"/>
                  <a:gd fmla="*/ 117582 h 185159" name="connsiteY27"/>
                  <a:gd fmla="*/ 19514 w 172580" name="connsiteX28"/>
                  <a:gd fmla="*/ 96132 h 185159" name="connsiteY28"/>
                  <a:gd fmla="*/ 20660 w 172580" name="connsiteX29"/>
                  <a:gd fmla="*/ 77138 h 185159" name="connsiteY29"/>
                  <a:gd fmla="*/ 19023 w 172580" name="connsiteX30"/>
                  <a:gd fmla="*/ 57981 h 185159" name="connsiteY30"/>
                  <a:gd fmla="*/ 17222 w 172580" name="connsiteX31"/>
                  <a:gd fmla="*/ 36367 h 185159" name="connsiteY31"/>
                  <a:gd fmla="*/ 20333 w 172580" name="connsiteX32"/>
                  <a:gd fmla="*/ 25069 h 185159" name="connsiteY32"/>
                  <a:gd fmla="*/ 30976 w 172580" name="connsiteX33"/>
                  <a:gd fmla="*/ 20321 h 185159" name="connsiteY33"/>
                  <a:gd fmla="*/ 62086 w 172580" name="connsiteX34"/>
                  <a:gd fmla="*/ 21795 h 185159" name="connsiteY34"/>
                  <a:gd fmla="*/ 78296 w 172580" name="connsiteX35"/>
                  <a:gd fmla="*/ 47502 h 185159" name="connsiteY35"/>
                  <a:gd fmla="*/ 80425 w 172580" name="connsiteX36"/>
                  <a:gd fmla="*/ 104155 h 185159" name="connsiteY36"/>
                  <a:gd fmla="*/ 65033 w 172580" name="connsiteX37"/>
                  <a:gd fmla="*/ 158189 h 185159" name="connsiteY37"/>
                  <a:gd fmla="*/ 61922 w 172580" name="connsiteX38"/>
                  <a:gd fmla="*/ 165885 h 185159" name="connsiteY38"/>
                  <a:gd fmla="*/ 57501 w 172580" name="connsiteX39"/>
                  <a:gd fmla="*/ 174072 h 185159" name="connsiteY39"/>
                  <a:gd fmla="*/ 51934 w 172580" name="connsiteX40"/>
                  <a:gd fmla="*/ 181113 h 185159" name="connsiteY40"/>
                  <a:gd fmla="*/ 45057 w 172580" name="connsiteX41"/>
                  <a:gd fmla="*/ 184879 h 185159" name="connsiteY41"/>
                  <a:gd fmla="*/ 32613 w 172580" name="connsiteX42"/>
                  <a:gd fmla="*/ 183405 h 185159" name="connsiteY42"/>
                  <a:gd fmla="*/ 18368 w 172580" name="connsiteX43"/>
                  <a:gd fmla="*/ 176692 h 185159" name="connsiteY43"/>
                  <a:gd fmla="*/ 6415 w 172580" name="connsiteX44"/>
                  <a:gd fmla="*/ 166867 h 185159" name="connsiteY44"/>
                  <a:gd fmla="*/ 193 w 172580" name="connsiteX45"/>
                  <a:gd fmla="*/ 156388 h 185159" name="connsiteY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b="b" l="l" r="r" t="t"/>
                <a:pathLst>
                  <a:path h="185159" w="172580">
                    <a:moveTo>
                      <a:pt x="90904" y="137722"/>
                    </a:moveTo>
                    <a:cubicBezTo>
                      <a:pt x="90413" y="135266"/>
                      <a:pt x="90904" y="132319"/>
                      <a:pt x="91887" y="129044"/>
                    </a:cubicBezTo>
                    <a:cubicBezTo>
                      <a:pt x="93033" y="125605"/>
                      <a:pt x="94506" y="122167"/>
                      <a:pt x="96144" y="118401"/>
                    </a:cubicBezTo>
                    <a:cubicBezTo>
                      <a:pt x="97781" y="114799"/>
                      <a:pt x="99419" y="111196"/>
                      <a:pt x="101056" y="107758"/>
                    </a:cubicBezTo>
                    <a:cubicBezTo>
                      <a:pt x="102693" y="104319"/>
                      <a:pt x="103840" y="101372"/>
                      <a:pt x="104658" y="98916"/>
                    </a:cubicBezTo>
                    <a:cubicBezTo>
                      <a:pt x="107442" y="91056"/>
                      <a:pt x="109243" y="83852"/>
                      <a:pt x="110225" y="77466"/>
                    </a:cubicBezTo>
                    <a:cubicBezTo>
                      <a:pt x="111044" y="70916"/>
                      <a:pt x="111535" y="64694"/>
                      <a:pt x="111372" y="58472"/>
                    </a:cubicBezTo>
                    <a:cubicBezTo>
                      <a:pt x="111372" y="52414"/>
                      <a:pt x="110717" y="46028"/>
                      <a:pt x="109734" y="39315"/>
                    </a:cubicBezTo>
                    <a:cubicBezTo>
                      <a:pt x="108916" y="32765"/>
                      <a:pt x="108261" y="25561"/>
                      <a:pt x="107933" y="17701"/>
                    </a:cubicBezTo>
                    <a:cubicBezTo>
                      <a:pt x="107442" y="12461"/>
                      <a:pt x="108588" y="8695"/>
                      <a:pt x="111044" y="6403"/>
                    </a:cubicBezTo>
                    <a:cubicBezTo>
                      <a:pt x="113500" y="4111"/>
                      <a:pt x="117103" y="2473"/>
                      <a:pt x="121687" y="1655"/>
                    </a:cubicBezTo>
                    <a:cubicBezTo>
                      <a:pt x="134459" y="-965"/>
                      <a:pt x="144774" y="-474"/>
                      <a:pt x="152798" y="3128"/>
                    </a:cubicBezTo>
                    <a:cubicBezTo>
                      <a:pt x="160821" y="6731"/>
                      <a:pt x="166224" y="15245"/>
                      <a:pt x="169008" y="28835"/>
                    </a:cubicBezTo>
                    <a:cubicBezTo>
                      <a:pt x="172938" y="47829"/>
                      <a:pt x="173593" y="66823"/>
                      <a:pt x="171136" y="85489"/>
                    </a:cubicBezTo>
                    <a:cubicBezTo>
                      <a:pt x="168680" y="104155"/>
                      <a:pt x="163605" y="122167"/>
                      <a:pt x="155745" y="139523"/>
                    </a:cubicBezTo>
                    <a:cubicBezTo>
                      <a:pt x="154926" y="141815"/>
                      <a:pt x="153944" y="144435"/>
                      <a:pt x="152634" y="147219"/>
                    </a:cubicBezTo>
                    <a:cubicBezTo>
                      <a:pt x="151324" y="150002"/>
                      <a:pt x="149850" y="152786"/>
                      <a:pt x="148213" y="155406"/>
                    </a:cubicBezTo>
                    <a:cubicBezTo>
                      <a:pt x="146576" y="158189"/>
                      <a:pt x="144611" y="160482"/>
                      <a:pt x="142646" y="162446"/>
                    </a:cubicBezTo>
                    <a:cubicBezTo>
                      <a:pt x="140517" y="164412"/>
                      <a:pt x="138225" y="165721"/>
                      <a:pt x="135769" y="166213"/>
                    </a:cubicBezTo>
                    <a:cubicBezTo>
                      <a:pt x="132494" y="166867"/>
                      <a:pt x="128401" y="166376"/>
                      <a:pt x="123325" y="164739"/>
                    </a:cubicBezTo>
                    <a:cubicBezTo>
                      <a:pt x="118412" y="163102"/>
                      <a:pt x="113664" y="160809"/>
                      <a:pt x="109079" y="158026"/>
                    </a:cubicBezTo>
                    <a:cubicBezTo>
                      <a:pt x="104495" y="155242"/>
                      <a:pt x="100565" y="151967"/>
                      <a:pt x="97126" y="148201"/>
                    </a:cubicBezTo>
                    <a:cubicBezTo>
                      <a:pt x="93688" y="144435"/>
                      <a:pt x="91559" y="140997"/>
                      <a:pt x="90904" y="137722"/>
                    </a:cubicBezTo>
                    <a:close/>
                    <a:moveTo>
                      <a:pt x="193" y="156388"/>
                    </a:moveTo>
                    <a:cubicBezTo>
                      <a:pt x="-299" y="153932"/>
                      <a:pt x="193" y="150985"/>
                      <a:pt x="1175" y="147710"/>
                    </a:cubicBezTo>
                    <a:cubicBezTo>
                      <a:pt x="2321" y="144272"/>
                      <a:pt x="3795" y="140833"/>
                      <a:pt x="5432" y="137067"/>
                    </a:cubicBezTo>
                    <a:cubicBezTo>
                      <a:pt x="7070" y="133465"/>
                      <a:pt x="8707" y="129863"/>
                      <a:pt x="10345" y="126424"/>
                    </a:cubicBezTo>
                    <a:cubicBezTo>
                      <a:pt x="11982" y="122985"/>
                      <a:pt x="13128" y="120038"/>
                      <a:pt x="13947" y="117582"/>
                    </a:cubicBezTo>
                    <a:cubicBezTo>
                      <a:pt x="16730" y="109723"/>
                      <a:pt x="18531" y="102518"/>
                      <a:pt x="19514" y="96132"/>
                    </a:cubicBezTo>
                    <a:cubicBezTo>
                      <a:pt x="20333" y="89583"/>
                      <a:pt x="20824" y="83360"/>
                      <a:pt x="20660" y="77138"/>
                    </a:cubicBezTo>
                    <a:cubicBezTo>
                      <a:pt x="20660" y="71080"/>
                      <a:pt x="20005" y="64694"/>
                      <a:pt x="19023" y="57981"/>
                    </a:cubicBezTo>
                    <a:cubicBezTo>
                      <a:pt x="18204" y="51431"/>
                      <a:pt x="17549" y="44227"/>
                      <a:pt x="17222" y="36367"/>
                    </a:cubicBezTo>
                    <a:cubicBezTo>
                      <a:pt x="16730" y="31128"/>
                      <a:pt x="17876" y="27362"/>
                      <a:pt x="20333" y="25069"/>
                    </a:cubicBezTo>
                    <a:cubicBezTo>
                      <a:pt x="22789" y="22777"/>
                      <a:pt x="26391" y="21140"/>
                      <a:pt x="30976" y="20321"/>
                    </a:cubicBezTo>
                    <a:cubicBezTo>
                      <a:pt x="43747" y="17701"/>
                      <a:pt x="54063" y="18192"/>
                      <a:pt x="62086" y="21795"/>
                    </a:cubicBezTo>
                    <a:cubicBezTo>
                      <a:pt x="70109" y="25397"/>
                      <a:pt x="75513" y="33911"/>
                      <a:pt x="78296" y="47502"/>
                    </a:cubicBezTo>
                    <a:cubicBezTo>
                      <a:pt x="82226" y="66495"/>
                      <a:pt x="82881" y="85489"/>
                      <a:pt x="80425" y="104155"/>
                    </a:cubicBezTo>
                    <a:cubicBezTo>
                      <a:pt x="77969" y="122822"/>
                      <a:pt x="72893" y="140833"/>
                      <a:pt x="65033" y="158189"/>
                    </a:cubicBezTo>
                    <a:cubicBezTo>
                      <a:pt x="64215" y="160482"/>
                      <a:pt x="63232" y="163102"/>
                      <a:pt x="61922" y="165885"/>
                    </a:cubicBezTo>
                    <a:cubicBezTo>
                      <a:pt x="60612" y="168669"/>
                      <a:pt x="59139" y="171452"/>
                      <a:pt x="57501" y="174072"/>
                    </a:cubicBezTo>
                    <a:cubicBezTo>
                      <a:pt x="55864" y="176856"/>
                      <a:pt x="53899" y="179148"/>
                      <a:pt x="51934" y="181113"/>
                    </a:cubicBezTo>
                    <a:cubicBezTo>
                      <a:pt x="49806" y="183078"/>
                      <a:pt x="47513" y="184388"/>
                      <a:pt x="45057" y="184879"/>
                    </a:cubicBezTo>
                    <a:cubicBezTo>
                      <a:pt x="41782" y="185534"/>
                      <a:pt x="37689" y="185043"/>
                      <a:pt x="32613" y="183405"/>
                    </a:cubicBezTo>
                    <a:cubicBezTo>
                      <a:pt x="27701" y="181768"/>
                      <a:pt x="22953" y="179475"/>
                      <a:pt x="18368" y="176692"/>
                    </a:cubicBezTo>
                    <a:cubicBezTo>
                      <a:pt x="13783" y="173908"/>
                      <a:pt x="9853" y="170633"/>
                      <a:pt x="6415" y="166867"/>
                    </a:cubicBezTo>
                    <a:cubicBezTo>
                      <a:pt x="2976" y="163102"/>
                      <a:pt x="848" y="159663"/>
                      <a:pt x="193" y="156388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1893ae1c-7b8a-48fd-a5c7-947dd3d24243" id="24" name="Shape7">
                <a:extLst>
                  <a:ext uri="{FF2B5EF4-FFF2-40B4-BE49-F238E27FC236}">
                    <a16:creationId id="{8105D46C-C1C0-C572-111B-962BBA04C50F}"/>
                  </a:ext>
                </a:extLst>
              </p:cNvPr>
              <p:cNvSpPr/>
              <p:nvPr/>
            </p:nvSpPr>
            <p:spPr>
              <a:xfrm flipV="false" flipH="false">
                <a:off x="8137723" y="3975068"/>
                <a:ext cx="138940" cy="149067"/>
              </a:xfrm>
              <a:custGeom>
                <a:avLst/>
                <a:gdLst>
                  <a:gd fmla="*/ 81677 w 172580" name="connsiteX0"/>
                  <a:gd fmla="*/ 47438 h 185159" name="connsiteY0"/>
                  <a:gd fmla="*/ 80694 w 172580" name="connsiteX1"/>
                  <a:gd fmla="*/ 56116 h 185159" name="connsiteY1"/>
                  <a:gd fmla="*/ 76437 w 172580" name="connsiteX2"/>
                  <a:gd fmla="*/ 66759 h 185159" name="connsiteY2"/>
                  <a:gd fmla="*/ 71525 w 172580" name="connsiteX3"/>
                  <a:gd fmla="*/ 77402 h 185159" name="connsiteY3"/>
                  <a:gd fmla="*/ 67922 w 172580" name="connsiteX4"/>
                  <a:gd fmla="*/ 86244 h 185159" name="connsiteY4"/>
                  <a:gd fmla="*/ 62355 w 172580" name="connsiteX5"/>
                  <a:gd fmla="*/ 107694 h 185159" name="connsiteY5"/>
                  <a:gd fmla="*/ 61209 w 172580" name="connsiteX6"/>
                  <a:gd fmla="*/ 126687 h 185159" name="connsiteY6"/>
                  <a:gd fmla="*/ 62847 w 172580" name="connsiteX7"/>
                  <a:gd fmla="*/ 145845 h 185159" name="connsiteY7"/>
                  <a:gd fmla="*/ 64648 w 172580" name="connsiteX8"/>
                  <a:gd fmla="*/ 167458 h 185159" name="connsiteY8"/>
                  <a:gd fmla="*/ 61537 w 172580" name="connsiteX9"/>
                  <a:gd fmla="*/ 178756 h 185159" name="connsiteY9"/>
                  <a:gd fmla="*/ 50894 w 172580" name="connsiteX10"/>
                  <a:gd fmla="*/ 183505 h 185159" name="connsiteY10"/>
                  <a:gd fmla="*/ 19783 w 172580" name="connsiteX11"/>
                  <a:gd fmla="*/ 182031 h 185159" name="connsiteY11"/>
                  <a:gd fmla="*/ 3573 w 172580" name="connsiteX12"/>
                  <a:gd fmla="*/ 156324 h 185159" name="connsiteY12"/>
                  <a:gd fmla="*/ 1444 w 172580" name="connsiteX13"/>
                  <a:gd fmla="*/ 99670 h 185159" name="connsiteY13"/>
                  <a:gd fmla="*/ 16836 w 172580" name="connsiteX14"/>
                  <a:gd fmla="*/ 45636 h 185159" name="connsiteY14"/>
                  <a:gd fmla="*/ 19947 w 172580" name="connsiteX15"/>
                  <a:gd fmla="*/ 37941 h 185159" name="connsiteY15"/>
                  <a:gd fmla="*/ 24368 w 172580" name="connsiteX16"/>
                  <a:gd fmla="*/ 29754 h 185159" name="connsiteY16"/>
                  <a:gd fmla="*/ 29935 w 172580" name="connsiteX17"/>
                  <a:gd fmla="*/ 22713 h 185159" name="connsiteY17"/>
                  <a:gd fmla="*/ 36812 w 172580" name="connsiteX18"/>
                  <a:gd fmla="*/ 18947 h 185159" name="connsiteY18"/>
                  <a:gd fmla="*/ 49256 w 172580" name="connsiteX19"/>
                  <a:gd fmla="*/ 20421 h 185159" name="connsiteY19"/>
                  <a:gd fmla="*/ 63502 w 172580" name="connsiteX20"/>
                  <a:gd fmla="*/ 27134 h 185159" name="connsiteY20"/>
                  <a:gd fmla="*/ 75455 w 172580" name="connsiteX21"/>
                  <a:gd fmla="*/ 36958 h 185159" name="connsiteY21"/>
                  <a:gd fmla="*/ 81677 w 172580" name="connsiteX22"/>
                  <a:gd fmla="*/ 47438 h 185159" name="connsiteY22"/>
                  <a:gd fmla="*/ 172388 w 172580" name="connsiteX23"/>
                  <a:gd fmla="*/ 28771 h 185159" name="connsiteY23"/>
                  <a:gd fmla="*/ 171406 w 172580" name="connsiteX24"/>
                  <a:gd fmla="*/ 37449 h 185159" name="connsiteY24"/>
                  <a:gd fmla="*/ 167149 w 172580" name="connsiteX25"/>
                  <a:gd fmla="*/ 48093 h 185159" name="connsiteY25"/>
                  <a:gd fmla="*/ 162236 w 172580" name="connsiteX26"/>
                  <a:gd fmla="*/ 58736 h 185159" name="connsiteY26"/>
                  <a:gd fmla="*/ 158634 w 172580" name="connsiteX27"/>
                  <a:gd fmla="*/ 67578 h 185159" name="connsiteY27"/>
                  <a:gd fmla="*/ 153067 w 172580" name="connsiteX28"/>
                  <a:gd fmla="*/ 89027 h 185159" name="connsiteY28"/>
                  <a:gd fmla="*/ 151921 w 172580" name="connsiteX29"/>
                  <a:gd fmla="*/ 108021 h 185159" name="connsiteY29"/>
                  <a:gd fmla="*/ 153558 w 172580" name="connsiteX30"/>
                  <a:gd fmla="*/ 127179 h 185159" name="connsiteY30"/>
                  <a:gd fmla="*/ 155359 w 172580" name="connsiteX31"/>
                  <a:gd fmla="*/ 148792 h 185159" name="connsiteY31"/>
                  <a:gd fmla="*/ 152248 w 172580" name="connsiteX32"/>
                  <a:gd fmla="*/ 160090 h 185159" name="connsiteY32"/>
                  <a:gd fmla="*/ 141605 w 172580" name="connsiteX33"/>
                  <a:gd fmla="*/ 164839 h 185159" name="connsiteY33"/>
                  <a:gd fmla="*/ 110495 w 172580" name="connsiteX34"/>
                  <a:gd fmla="*/ 163365 h 185159" name="connsiteY34"/>
                  <a:gd fmla="*/ 94285 w 172580" name="connsiteX35"/>
                  <a:gd fmla="*/ 137658 h 185159" name="connsiteY35"/>
                  <a:gd fmla="*/ 92156 w 172580" name="connsiteX36"/>
                  <a:gd fmla="*/ 81004 h 185159" name="connsiteY36"/>
                  <a:gd fmla="*/ 107547 w 172580" name="connsiteX37"/>
                  <a:gd fmla="*/ 26970 h 185159" name="connsiteY37"/>
                  <a:gd fmla="*/ 110658 w 172580" name="connsiteX38"/>
                  <a:gd fmla="*/ 19274 h 185159" name="connsiteY38"/>
                  <a:gd fmla="*/ 115079 w 172580" name="connsiteX39"/>
                  <a:gd fmla="*/ 11087 h 185159" name="connsiteY39"/>
                  <a:gd fmla="*/ 120647 w 172580" name="connsiteX40"/>
                  <a:gd fmla="*/ 4047 h 185159" name="connsiteY40"/>
                  <a:gd fmla="*/ 127524 w 172580" name="connsiteX41"/>
                  <a:gd fmla="*/ 281 h 185159" name="connsiteY41"/>
                  <a:gd fmla="*/ 139968 w 172580" name="connsiteX42"/>
                  <a:gd fmla="*/ 1754 h 185159" name="connsiteY42"/>
                  <a:gd fmla="*/ 154213 w 172580" name="connsiteX43"/>
                  <a:gd fmla="*/ 8468 h 185159" name="connsiteY43"/>
                  <a:gd fmla="*/ 166166 w 172580" name="connsiteX44"/>
                  <a:gd fmla="*/ 18292 h 185159" name="connsiteY44"/>
                  <a:gd fmla="*/ 172388 w 172580" name="connsiteX45"/>
                  <a:gd fmla="*/ 28771 h 185159" name="connsiteY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b="b" l="l" r="r" t="t"/>
                <a:pathLst>
                  <a:path h="185159" w="172580">
                    <a:moveTo>
                      <a:pt x="81677" y="47438"/>
                    </a:moveTo>
                    <a:cubicBezTo>
                      <a:pt x="82168" y="49894"/>
                      <a:pt x="81677" y="52841"/>
                      <a:pt x="80694" y="56116"/>
                    </a:cubicBezTo>
                    <a:cubicBezTo>
                      <a:pt x="79548" y="59554"/>
                      <a:pt x="78074" y="62993"/>
                      <a:pt x="76437" y="66759"/>
                    </a:cubicBezTo>
                    <a:cubicBezTo>
                      <a:pt x="74800" y="70361"/>
                      <a:pt x="73162" y="73963"/>
                      <a:pt x="71525" y="77402"/>
                    </a:cubicBezTo>
                    <a:cubicBezTo>
                      <a:pt x="69887" y="80840"/>
                      <a:pt x="68741" y="83788"/>
                      <a:pt x="67922" y="86244"/>
                    </a:cubicBezTo>
                    <a:cubicBezTo>
                      <a:pt x="65139" y="94103"/>
                      <a:pt x="63338" y="101308"/>
                      <a:pt x="62355" y="107694"/>
                    </a:cubicBezTo>
                    <a:cubicBezTo>
                      <a:pt x="61537" y="114243"/>
                      <a:pt x="61045" y="120465"/>
                      <a:pt x="61209" y="126687"/>
                    </a:cubicBezTo>
                    <a:cubicBezTo>
                      <a:pt x="61209" y="132746"/>
                      <a:pt x="61864" y="139132"/>
                      <a:pt x="62847" y="145845"/>
                    </a:cubicBezTo>
                    <a:cubicBezTo>
                      <a:pt x="63665" y="152394"/>
                      <a:pt x="64320" y="159599"/>
                      <a:pt x="64648" y="167458"/>
                    </a:cubicBezTo>
                    <a:cubicBezTo>
                      <a:pt x="65139" y="172698"/>
                      <a:pt x="63993" y="176464"/>
                      <a:pt x="61537" y="178756"/>
                    </a:cubicBezTo>
                    <a:cubicBezTo>
                      <a:pt x="59081" y="181049"/>
                      <a:pt x="55478" y="182686"/>
                      <a:pt x="50894" y="183505"/>
                    </a:cubicBezTo>
                    <a:cubicBezTo>
                      <a:pt x="38122" y="186125"/>
                      <a:pt x="27806" y="185634"/>
                      <a:pt x="19783" y="182031"/>
                    </a:cubicBezTo>
                    <a:cubicBezTo>
                      <a:pt x="11760" y="178429"/>
                      <a:pt x="6357" y="169915"/>
                      <a:pt x="3573" y="156324"/>
                    </a:cubicBezTo>
                    <a:cubicBezTo>
                      <a:pt x="-357" y="137330"/>
                      <a:pt x="-1012" y="118337"/>
                      <a:pt x="1444" y="99670"/>
                    </a:cubicBezTo>
                    <a:cubicBezTo>
                      <a:pt x="3900" y="81004"/>
                      <a:pt x="8976" y="62993"/>
                      <a:pt x="16836" y="45636"/>
                    </a:cubicBezTo>
                    <a:cubicBezTo>
                      <a:pt x="17655" y="43344"/>
                      <a:pt x="18637" y="40724"/>
                      <a:pt x="19947" y="37941"/>
                    </a:cubicBezTo>
                    <a:cubicBezTo>
                      <a:pt x="21257" y="35157"/>
                      <a:pt x="22730" y="32374"/>
                      <a:pt x="24368" y="29754"/>
                    </a:cubicBezTo>
                    <a:cubicBezTo>
                      <a:pt x="26005" y="26970"/>
                      <a:pt x="27970" y="24678"/>
                      <a:pt x="29935" y="22713"/>
                    </a:cubicBezTo>
                    <a:cubicBezTo>
                      <a:pt x="32064" y="20748"/>
                      <a:pt x="34356" y="19438"/>
                      <a:pt x="36812" y="18947"/>
                    </a:cubicBezTo>
                    <a:cubicBezTo>
                      <a:pt x="40087" y="18292"/>
                      <a:pt x="44180" y="18783"/>
                      <a:pt x="49256" y="20421"/>
                    </a:cubicBezTo>
                    <a:cubicBezTo>
                      <a:pt x="54168" y="22058"/>
                      <a:pt x="58917" y="24350"/>
                      <a:pt x="63502" y="27134"/>
                    </a:cubicBezTo>
                    <a:cubicBezTo>
                      <a:pt x="68086" y="29918"/>
                      <a:pt x="72016" y="33192"/>
                      <a:pt x="75455" y="36958"/>
                    </a:cubicBezTo>
                    <a:cubicBezTo>
                      <a:pt x="78893" y="40724"/>
                      <a:pt x="81022" y="44163"/>
                      <a:pt x="81677" y="47438"/>
                    </a:cubicBezTo>
                    <a:close/>
                    <a:moveTo>
                      <a:pt x="172388" y="28771"/>
                    </a:moveTo>
                    <a:cubicBezTo>
                      <a:pt x="172879" y="31227"/>
                      <a:pt x="172388" y="34175"/>
                      <a:pt x="171406" y="37449"/>
                    </a:cubicBezTo>
                    <a:cubicBezTo>
                      <a:pt x="170260" y="40888"/>
                      <a:pt x="168786" y="44327"/>
                      <a:pt x="167149" y="48093"/>
                    </a:cubicBezTo>
                    <a:cubicBezTo>
                      <a:pt x="165511" y="51695"/>
                      <a:pt x="163874" y="55297"/>
                      <a:pt x="162236" y="58736"/>
                    </a:cubicBezTo>
                    <a:cubicBezTo>
                      <a:pt x="160599" y="62174"/>
                      <a:pt x="159453" y="65121"/>
                      <a:pt x="158634" y="67578"/>
                    </a:cubicBezTo>
                    <a:cubicBezTo>
                      <a:pt x="155850" y="75437"/>
                      <a:pt x="154049" y="82642"/>
                      <a:pt x="153067" y="89027"/>
                    </a:cubicBezTo>
                    <a:cubicBezTo>
                      <a:pt x="152248" y="95577"/>
                      <a:pt x="151757" y="101799"/>
                      <a:pt x="151921" y="108021"/>
                    </a:cubicBezTo>
                    <a:cubicBezTo>
                      <a:pt x="151921" y="114079"/>
                      <a:pt x="152576" y="120465"/>
                      <a:pt x="153558" y="127179"/>
                    </a:cubicBezTo>
                    <a:cubicBezTo>
                      <a:pt x="154377" y="133728"/>
                      <a:pt x="155032" y="140933"/>
                      <a:pt x="155359" y="148792"/>
                    </a:cubicBezTo>
                    <a:cubicBezTo>
                      <a:pt x="155850" y="154032"/>
                      <a:pt x="154704" y="157798"/>
                      <a:pt x="152248" y="160090"/>
                    </a:cubicBezTo>
                    <a:cubicBezTo>
                      <a:pt x="149792" y="162383"/>
                      <a:pt x="146190" y="164020"/>
                      <a:pt x="141605" y="164839"/>
                    </a:cubicBezTo>
                    <a:cubicBezTo>
                      <a:pt x="128834" y="167458"/>
                      <a:pt x="118518" y="166967"/>
                      <a:pt x="110495" y="163365"/>
                    </a:cubicBezTo>
                    <a:cubicBezTo>
                      <a:pt x="102471" y="159763"/>
                      <a:pt x="97068" y="151248"/>
                      <a:pt x="94285" y="137658"/>
                    </a:cubicBezTo>
                    <a:cubicBezTo>
                      <a:pt x="90355" y="118664"/>
                      <a:pt x="89700" y="99670"/>
                      <a:pt x="92156" y="81004"/>
                    </a:cubicBezTo>
                    <a:cubicBezTo>
                      <a:pt x="94612" y="62338"/>
                      <a:pt x="99688" y="44327"/>
                      <a:pt x="107547" y="26970"/>
                    </a:cubicBezTo>
                    <a:cubicBezTo>
                      <a:pt x="108366" y="24678"/>
                      <a:pt x="109349" y="22058"/>
                      <a:pt x="110658" y="19274"/>
                    </a:cubicBezTo>
                    <a:cubicBezTo>
                      <a:pt x="111968" y="16491"/>
                      <a:pt x="113442" y="13707"/>
                      <a:pt x="115079" y="11087"/>
                    </a:cubicBezTo>
                    <a:cubicBezTo>
                      <a:pt x="116717" y="8304"/>
                      <a:pt x="118682" y="6012"/>
                      <a:pt x="120647" y="4047"/>
                    </a:cubicBezTo>
                    <a:cubicBezTo>
                      <a:pt x="122775" y="2082"/>
                      <a:pt x="125067" y="772"/>
                      <a:pt x="127524" y="281"/>
                    </a:cubicBezTo>
                    <a:cubicBezTo>
                      <a:pt x="130798" y="-374"/>
                      <a:pt x="134892" y="117"/>
                      <a:pt x="139968" y="1754"/>
                    </a:cubicBezTo>
                    <a:cubicBezTo>
                      <a:pt x="144880" y="3392"/>
                      <a:pt x="149628" y="5684"/>
                      <a:pt x="154213" y="8468"/>
                    </a:cubicBezTo>
                    <a:cubicBezTo>
                      <a:pt x="158798" y="11251"/>
                      <a:pt x="162728" y="14526"/>
                      <a:pt x="166166" y="18292"/>
                    </a:cubicBezTo>
                    <a:cubicBezTo>
                      <a:pt x="169605" y="22058"/>
                      <a:pt x="171733" y="25497"/>
                      <a:pt x="172388" y="28771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1632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>
                  <a:lnSpc>
                    <a:spcPct val="120000"/>
                  </a:lnSpc>
                </a:pPr>
              </a:p>
            </p:txBody>
          </p:sp>
          <p:sp>
            <p:nvSpPr>
              <p:cNvPr descr="95cd6567-54a2-4b56-a423-05a16a7f0c4f" id="25" name="Bullet7">
                <a:extLst>
                  <a:ext uri="{FF2B5EF4-FFF2-40B4-BE49-F238E27FC236}">
                    <a16:creationId id="{5BFC9087-0497-D8C3-917E-2B8876EF18CC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8188423" y="4220674"/>
                <a:ext cx="2352091" cy="811466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使用矫正器</a:t>
                </a:r>
              </a:p>
            </p:txBody>
          </p:sp>
          <p:sp>
            <p:nvSpPr>
              <p:cNvPr descr="0265b2d1-0a9c-46be-90c9-56b7496ba6e0" id="26" name="Text7">
                <a:extLst>
                  <a:ext uri="{FF2B5EF4-FFF2-40B4-BE49-F238E27FC236}">
                    <a16:creationId id="{FF32A0E1-24F6-7C4C-CC25-5CDB74D6DCBD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8188428" y="5032140"/>
                <a:ext cx="2352090" cy="81146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锤状趾必要时可使用矫正器改善足部结构。</a:t>
                </a:r>
              </a:p>
            </p:txBody>
          </p:sp>
        </p:grpSp>
      </p:grp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心理层面的沟通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重视心理沟通，营造良好互动氛围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沟通的重要性</a:t>
            </a:r>
          </a:p>
        </p:txBody>
      </p:sp>
      <p:grpSp>
        <p:nvGrpSpPr>
          <p:cNvPr descr="8fe86cc8-8182-4fad-9f0b-df859e5ab7ae" id="20" name="e4da216c-8377-4d12-9b20-9120541452fe.source.4.zh-Hans.pptx">
            <a:extLst>
              <a:ext uri="{FF2B5EF4-FFF2-40B4-BE49-F238E27FC236}">
                <a16:creationId id="{B165DF38-DA90-DF75-062E-54641694941D}"/>
              </a:ext>
            </a:extLst>
          </p:cNvPr>
          <p:cNvGrpSpPr/>
          <p:nvPr/>
        </p:nvGrpSpPr>
        <p:grpSpPr>
          <a:xfrm>
            <a:off x="1451491" y="1173735"/>
            <a:ext cx="9276319" cy="4500181"/>
            <a:chOff x="1451491" y="1173735"/>
            <a:chExt cx="9276319" cy="4500181"/>
          </a:xfrm>
        </p:grpSpPr>
        <p:sp>
          <p:nvSpPr>
            <p:cNvPr descr="6368a2b3-bab7-42f6-97df-119f10c594e3" id="50" name="Title">
              <a:extLst>
                <a:ext uri="{FF2B5EF4-FFF2-40B4-BE49-F238E27FC236}">
                  <a16:creationId id="{13BAE5CD-7C32-7237-F8D3-6EF80509D12F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1994274" y="1173735"/>
              <a:ext cx="8075503" cy="70284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心理沟通对舔脚行为的作用</a:t>
              </a:r>
            </a:p>
          </p:txBody>
        </p:sp>
        <p:grpSp>
          <p:nvGrpSpPr>
            <p:cNvPr descr="ceea1c41-df85-4854-831d-190866674616" id="7" name="组合 6">
              <a:extLst>
                <a:ext uri="{FF2B5EF4-FFF2-40B4-BE49-F238E27FC236}">
                  <a16:creationId id="{338A7EBD-4D31-5493-380E-3A6A95495D6D}"/>
                </a:ext>
              </a:extLst>
            </p:cNvPr>
            <p:cNvGrpSpPr/>
            <p:nvPr/>
          </p:nvGrpSpPr>
          <p:grpSpPr>
            <a:xfrm>
              <a:off x="1451491" y="2890732"/>
              <a:ext cx="2939902" cy="2667190"/>
              <a:chOff x="1451491" y="2890732"/>
              <a:chExt cx="2939902" cy="2667190"/>
            </a:xfrm>
          </p:grpSpPr>
          <p:sp>
            <p:nvSpPr>
              <p:cNvPr descr="81371c03-8b5c-4072-bf5f-47c39ceee6f2" id="13" name="Shape1">
                <a:extLst>
                  <a:ext uri="{FF2B5EF4-FFF2-40B4-BE49-F238E27FC236}">
                    <a16:creationId id="{EAAAC43D-E966-EA47-9A43-CCB44B2CA1A2}"/>
                  </a:ext>
                </a:extLst>
              </p:cNvPr>
              <p:cNvSpPr/>
              <p:nvPr/>
            </p:nvSpPr>
            <p:spPr>
              <a:xfrm flipH="true" flipV="false">
                <a:off x="1451491" y="3267076"/>
                <a:ext cx="2939902" cy="2290846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6f55ee5-d120-499e-95f7-5e75d6e068af" id="10" name="Text1">
                <a:extLst>
                  <a:ext uri="{FF2B5EF4-FFF2-40B4-BE49-F238E27FC236}">
                    <a16:creationId id="{E66695E6-2FC1-5D64-FA95-6FB3FC986A57}"/>
                  </a:ext>
                </a:extLst>
              </p:cNvPr>
              <p:cNvSpPr txBox="1"/>
              <p:nvPr/>
            </p:nvSpPr>
            <p:spPr>
              <a:xfrm flipV="false" flipH="false">
                <a:off x="1588505" y="4242925"/>
                <a:ext cx="2625764" cy="934962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充分尊重双方的意愿和舒适度，避免强迫行为。</a:t>
                </a:r>
              </a:p>
            </p:txBody>
          </p:sp>
          <p:sp>
            <p:nvSpPr>
              <p:cNvPr descr="d4e412bb-0dc5-4e8a-85b2-57395e6010fa" id="11" name="Bullet1">
                <a:extLst>
                  <a:ext uri="{FF2B5EF4-FFF2-40B4-BE49-F238E27FC236}">
                    <a16:creationId id="{D054EB2E-1F2A-162E-CBD2-200E8A967729}"/>
                  </a:ext>
                </a:extLst>
              </p:cNvPr>
              <p:cNvSpPr txBox="1"/>
              <p:nvPr/>
            </p:nvSpPr>
            <p:spPr>
              <a:xfrm flipV="false" flipH="false">
                <a:off x="1588504" y="3647111"/>
                <a:ext cx="2112136" cy="595812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 fontScale="92500"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尊重意愿</a:t>
                </a:r>
              </a:p>
            </p:txBody>
          </p:sp>
          <p:sp>
            <p:nvSpPr>
              <p:cNvPr descr="39b92f96-96c6-4502-9866-538d879eebdc" id="33" name="IconMisc1">
                <a:extLst>
                  <a:ext uri="{FF2B5EF4-FFF2-40B4-BE49-F238E27FC236}">
                    <a16:creationId id="{A8B782D5-3213-FA3F-B5F2-CCD4DE1C7070}"/>
                  </a:ext>
                </a:extLst>
              </p:cNvPr>
              <p:cNvSpPr/>
              <p:nvPr/>
            </p:nvSpPr>
            <p:spPr>
              <a:xfrm flipH="true" rot="21244468" flipV="false">
                <a:off x="1648464" y="2890732"/>
                <a:ext cx="826074" cy="720913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12700">
                <a:solidFill>
                  <a:srgbClr val="FFFFFF"/>
                </a:solidFill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3c7d1d6-f6df-4911-9dec-5571f09c0803" id="34" name="Number1">
                <a:extLst>
                  <a:ext uri="{FF2B5EF4-FFF2-40B4-BE49-F238E27FC236}">
                    <a16:creationId id="{2F93238A-770F-7910-2186-9AC9EADCC2A9}"/>
                  </a:ext>
                </a:extLst>
              </p:cNvPr>
              <p:cNvSpPr/>
              <p:nvPr/>
            </p:nvSpPr>
            <p:spPr>
              <a:xfrm flipV="false" flipH="false">
                <a:off x="1721175" y="2919439"/>
                <a:ext cx="690335" cy="712815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01</a:t>
                </a:r>
              </a:p>
            </p:txBody>
          </p:sp>
        </p:grpSp>
        <p:grpSp>
          <p:nvGrpSpPr>
            <p:cNvPr descr="44dd39a2-5a0a-478e-94dd-56082fdbe540" id="8" name="组合 7">
              <a:extLst>
                <a:ext uri="{FF2B5EF4-FFF2-40B4-BE49-F238E27FC236}">
                  <a16:creationId id="{C7293C22-2B4A-5CF5-1EE9-D3B748FEDDDA}"/>
                </a:ext>
              </a:extLst>
            </p:cNvPr>
            <p:cNvGrpSpPr/>
            <p:nvPr/>
          </p:nvGrpSpPr>
          <p:grpSpPr>
            <a:xfrm>
              <a:off x="3563630" y="2045734"/>
              <a:ext cx="3320796" cy="2290846"/>
              <a:chOff x="3563630" y="2045734"/>
              <a:chExt cx="3320796" cy="2290846"/>
            </a:xfrm>
          </p:grpSpPr>
          <p:sp>
            <p:nvSpPr>
              <p:cNvPr descr="f64dee5e-a1fb-4f7e-bb47-ea0eb36d9c51" id="17" name="Shape2">
                <a:extLst>
                  <a:ext uri="{FF2B5EF4-FFF2-40B4-BE49-F238E27FC236}">
                    <a16:creationId id="{3F1287BD-FCB4-C7B5-2DC4-8EA171B14CEA}"/>
                  </a:ext>
                </a:extLst>
              </p:cNvPr>
              <p:cNvSpPr/>
              <p:nvPr/>
            </p:nvSpPr>
            <p:spPr>
              <a:xfrm flipH="true" flipV="false">
                <a:off x="3563630" y="2045734"/>
                <a:ext cx="2939902" cy="2290846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9144252-2cae-4251-b78c-d19b1c697b3e" id="18" name="Text2">
                <a:extLst>
                  <a:ext uri="{FF2B5EF4-FFF2-40B4-BE49-F238E27FC236}">
                    <a16:creationId id="{10E66E26-FC83-DD7E-8A4A-980FF62BBF0B}"/>
                  </a:ext>
                </a:extLst>
              </p:cNvPr>
              <p:cNvSpPr txBox="1"/>
              <p:nvPr/>
            </p:nvSpPr>
            <p:spPr>
              <a:xfrm flipV="false" flipH="false">
                <a:off x="3700644" y="3021582"/>
                <a:ext cx="2112132" cy="975847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任何强迫行为都会破坏互动氛围，影响双方体验。</a:t>
                </a:r>
              </a:p>
            </p:txBody>
          </p:sp>
          <p:sp>
            <p:nvSpPr>
              <p:cNvPr descr="1eb04a35-236f-4432-9e87-67794f08a5ec" id="19" name="Bullet2">
                <a:extLst>
                  <a:ext uri="{FF2B5EF4-FFF2-40B4-BE49-F238E27FC236}">
                    <a16:creationId id="{0542B06C-9478-1ECF-0317-B56D2C847EB5}"/>
                  </a:ext>
                </a:extLst>
              </p:cNvPr>
              <p:cNvSpPr txBox="1"/>
              <p:nvPr/>
            </p:nvSpPr>
            <p:spPr>
              <a:xfrm flipV="false" flipH="false">
                <a:off x="3700643" y="2425769"/>
                <a:ext cx="2301552" cy="595812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避免强迫</a:t>
                </a:r>
              </a:p>
            </p:txBody>
          </p:sp>
          <p:sp>
            <p:nvSpPr>
              <p:cNvPr descr="c6906d37-a59c-44a1-a5f6-268bcb2461c4" id="37" name="IconMisc2">
                <a:extLst>
                  <a:ext uri="{FF2B5EF4-FFF2-40B4-BE49-F238E27FC236}">
                    <a16:creationId id="{947E8081-0D41-CE79-20FC-E2C55B082AC1}"/>
                  </a:ext>
                </a:extLst>
              </p:cNvPr>
              <p:cNvSpPr/>
              <p:nvPr/>
            </p:nvSpPr>
            <p:spPr>
              <a:xfrm flipH="true" rot="21244468" flipV="false">
                <a:off x="6058352" y="2293566"/>
                <a:ext cx="826074" cy="720913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12700">
                <a:solidFill>
                  <a:srgbClr val="FFFFFF"/>
                </a:solidFill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bdb3ee2-fd60-4b95-86fc-c643a9c25cdc" id="38" name="Number2">
                <a:extLst>
                  <a:ext uri="{FF2B5EF4-FFF2-40B4-BE49-F238E27FC236}">
                    <a16:creationId id="{D06F3B0F-709E-C646-D721-756237036787}"/>
                  </a:ext>
                </a:extLst>
              </p:cNvPr>
              <p:cNvSpPr/>
              <p:nvPr/>
            </p:nvSpPr>
            <p:spPr>
              <a:xfrm flipV="false" flipH="false">
                <a:off x="6131063" y="2322273"/>
                <a:ext cx="690335" cy="712815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02</a:t>
                </a:r>
              </a:p>
            </p:txBody>
          </p:sp>
        </p:grpSp>
        <p:grpSp>
          <p:nvGrpSpPr>
            <p:cNvPr descr="b2b67bc1-7663-4f72-a87c-e4071ac66fc8" id="9" name="组合 8">
              <a:extLst>
                <a:ext uri="{FF2B5EF4-FFF2-40B4-BE49-F238E27FC236}">
                  <a16:creationId id="{E7D384A3-6C4E-245B-F0F8-4B5620E01AAB}"/>
                </a:ext>
              </a:extLst>
            </p:cNvPr>
            <p:cNvGrpSpPr/>
            <p:nvPr/>
          </p:nvGrpSpPr>
          <p:grpSpPr>
            <a:xfrm>
              <a:off x="5675769" y="3267076"/>
              <a:ext cx="3248472" cy="2406840"/>
              <a:chOff x="5675769" y="3267076"/>
              <a:chExt cx="3248472" cy="2406840"/>
            </a:xfrm>
          </p:grpSpPr>
          <p:sp>
            <p:nvSpPr>
              <p:cNvPr descr="5db41b1e-2a52-4465-9063-742edc624e44" id="26" name="Shape3">
                <a:extLst>
                  <a:ext uri="{FF2B5EF4-FFF2-40B4-BE49-F238E27FC236}">
                    <a16:creationId id="{DCE5A162-27DD-6911-19BC-F5433975819C}"/>
                  </a:ext>
                </a:extLst>
              </p:cNvPr>
              <p:cNvSpPr/>
              <p:nvPr/>
            </p:nvSpPr>
            <p:spPr>
              <a:xfrm flipH="true" flipV="false">
                <a:off x="5675769" y="3267076"/>
                <a:ext cx="2939902" cy="2290846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8276817-956e-4cfb-80e3-28ad01759bb0" id="27" name="Text3">
                <a:extLst>
                  <a:ext uri="{FF2B5EF4-FFF2-40B4-BE49-F238E27FC236}">
                    <a16:creationId id="{02018070-5E04-12CA-5A1A-C812AC06FB69}"/>
                  </a:ext>
                </a:extLst>
              </p:cNvPr>
              <p:cNvSpPr txBox="1"/>
              <p:nvPr/>
            </p:nvSpPr>
            <p:spPr>
              <a:xfrm flipV="false" flipH="false">
                <a:off x="5812783" y="4242925"/>
                <a:ext cx="2358095" cy="934962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通过诚实沟通协调，解决心理问题，促进互动和谐。</a:t>
                </a:r>
              </a:p>
            </p:txBody>
          </p:sp>
          <p:sp>
            <p:nvSpPr>
              <p:cNvPr descr="ff92ee87-f495-4636-92ad-7d4bc33d7082" id="28" name="Bullet3">
                <a:extLst>
                  <a:ext uri="{FF2B5EF4-FFF2-40B4-BE49-F238E27FC236}">
                    <a16:creationId id="{A92B0C12-92F7-50E4-A225-63A33EFF771A}"/>
                  </a:ext>
                </a:extLst>
              </p:cNvPr>
              <p:cNvSpPr txBox="1"/>
              <p:nvPr/>
            </p:nvSpPr>
            <p:spPr>
              <a:xfrm flipV="false" flipH="false">
                <a:off x="5812781" y="3647111"/>
                <a:ext cx="2112133" cy="595812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 fontScale="92500"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诚实沟通</a:t>
                </a:r>
              </a:p>
            </p:txBody>
          </p:sp>
          <p:sp>
            <p:nvSpPr>
              <p:cNvPr descr="ef799be7-b48a-45bb-864c-c37671298e98" id="40" name="IconMisc3">
                <a:extLst>
                  <a:ext uri="{FF2B5EF4-FFF2-40B4-BE49-F238E27FC236}">
                    <a16:creationId id="{8656C532-E34B-A412-D0DC-4AF4ED7F3E76}"/>
                  </a:ext>
                </a:extLst>
              </p:cNvPr>
              <p:cNvSpPr/>
              <p:nvPr/>
            </p:nvSpPr>
            <p:spPr>
              <a:xfrm flipH="true" rot="21244468" flipV="false">
                <a:off x="8098167" y="4932394"/>
                <a:ext cx="826074" cy="720913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12700">
                <a:solidFill>
                  <a:srgbClr val="FFFFFF"/>
                </a:solidFill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4effc80-640e-499b-a8ab-f5eeca090fa3" id="41" name="Number3">
                <a:extLst>
                  <a:ext uri="{FF2B5EF4-FFF2-40B4-BE49-F238E27FC236}">
                    <a16:creationId id="{88866E3D-8AF9-659A-53E5-CAB01F0B3A0B}"/>
                  </a:ext>
                </a:extLst>
              </p:cNvPr>
              <p:cNvSpPr/>
              <p:nvPr/>
            </p:nvSpPr>
            <p:spPr>
              <a:xfrm flipV="false" flipH="false">
                <a:off x="8170878" y="4961101"/>
                <a:ext cx="690335" cy="712815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03</a:t>
                </a:r>
              </a:p>
            </p:txBody>
          </p:sp>
        </p:grpSp>
        <p:grpSp>
          <p:nvGrpSpPr>
            <p:cNvPr descr="43f02eb4-ba31-4daa-a566-b0f39cb480e8" id="12" name="组合 11">
              <a:extLst>
                <a:ext uri="{FF2B5EF4-FFF2-40B4-BE49-F238E27FC236}">
                  <a16:creationId id="{10E881AC-8756-E1AC-A2A8-A0807FDDBF8B}"/>
                </a:ext>
              </a:extLst>
            </p:cNvPr>
            <p:cNvGrpSpPr/>
            <p:nvPr/>
          </p:nvGrpSpPr>
          <p:grpSpPr>
            <a:xfrm>
              <a:off x="7787908" y="1768628"/>
              <a:ext cx="2939902" cy="2567952"/>
              <a:chOff x="7787908" y="1768628"/>
              <a:chExt cx="2939902" cy="2567952"/>
            </a:xfrm>
          </p:grpSpPr>
          <p:sp>
            <p:nvSpPr>
              <p:cNvPr descr="0302925a-a813-4f7b-8e92-0c84ff390a66" id="30" name="Shape4">
                <a:extLst>
                  <a:ext uri="{FF2B5EF4-FFF2-40B4-BE49-F238E27FC236}">
                    <a16:creationId id="{1BF9FBDF-75F5-E7C4-A69C-0D7381D30568}"/>
                  </a:ext>
                </a:extLst>
              </p:cNvPr>
              <p:cNvSpPr/>
              <p:nvPr/>
            </p:nvSpPr>
            <p:spPr>
              <a:xfrm flipH="true" flipV="false">
                <a:off x="7787908" y="2045734"/>
                <a:ext cx="2939902" cy="2290846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33b95ad-4204-44c9-8dd8-07a10e6abb72" id="31" name="Text4">
                <a:extLst>
                  <a:ext uri="{FF2B5EF4-FFF2-40B4-BE49-F238E27FC236}">
                    <a16:creationId id="{20554791-2B9A-61A8-BA80-A42A611A3C59}"/>
                  </a:ext>
                </a:extLst>
              </p:cNvPr>
              <p:cNvSpPr txBox="1"/>
              <p:nvPr/>
            </p:nvSpPr>
            <p:spPr>
              <a:xfrm flipV="false" flipH="false">
                <a:off x="7924922" y="3021583"/>
                <a:ext cx="2625764" cy="934962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良好的沟通能增进双方理解，加深感情。</a:t>
                </a:r>
              </a:p>
            </p:txBody>
          </p:sp>
          <p:sp>
            <p:nvSpPr>
              <p:cNvPr descr="4df3eacc-964d-49eb-a2fa-c056362b43e0" id="32" name="Bullet4">
                <a:extLst>
                  <a:ext uri="{FF2B5EF4-FFF2-40B4-BE49-F238E27FC236}">
                    <a16:creationId id="{EF1521C8-2C21-39BB-7DD8-7FC112C9D4C5}"/>
                  </a:ext>
                </a:extLst>
              </p:cNvPr>
              <p:cNvSpPr txBox="1"/>
              <p:nvPr/>
            </p:nvSpPr>
            <p:spPr>
              <a:xfrm flipV="false" flipH="false">
                <a:off x="7924920" y="2425769"/>
                <a:ext cx="2625761" cy="595812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增进理解</a:t>
                </a:r>
              </a:p>
            </p:txBody>
          </p:sp>
          <p:sp>
            <p:nvSpPr>
              <p:cNvPr descr="14cfb3e5-1fea-4fe5-9628-a8e3673d4c0c" id="43" name="IconMisc4">
                <a:extLst>
                  <a:ext uri="{FF2B5EF4-FFF2-40B4-BE49-F238E27FC236}">
                    <a16:creationId id="{AE519C3E-4584-A02C-02C3-65BF95D14846}"/>
                  </a:ext>
                </a:extLst>
              </p:cNvPr>
              <p:cNvSpPr/>
              <p:nvPr/>
            </p:nvSpPr>
            <p:spPr>
              <a:xfrm flipH="true" rot="21244468" flipV="false">
                <a:off x="9827921" y="1768628"/>
                <a:ext cx="826074" cy="720913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w="12700">
                <a:solidFill>
                  <a:srgbClr val="FFFFFF"/>
                </a:solidFill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7ffc78d-a3ad-42e7-be28-fff0d45baa67" id="44" name="Number4">
                <a:extLst>
                  <a:ext uri="{FF2B5EF4-FFF2-40B4-BE49-F238E27FC236}">
                    <a16:creationId id="{C8783D84-D577-8ABE-8382-5D129B2E3644}"/>
                  </a:ext>
                </a:extLst>
              </p:cNvPr>
              <p:cNvSpPr/>
              <p:nvPr/>
            </p:nvSpPr>
            <p:spPr>
              <a:xfrm flipV="false" flipH="false">
                <a:off x="9900632" y="1797335"/>
                <a:ext cx="690335" cy="712815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04</a:t>
                </a:r>
              </a:p>
            </p:txBody>
          </p:sp>
        </p:grpSp>
      </p:grpSp>
    </p:spTree>
  </p:cSld>
  <p:clrMapOvr>
    <a:masterClrMapping/>
  </p:clrMapOvr>
</p:sld>
</file>

<file path=ppt/slides/slide32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应对心理抵触</a:t>
            </a:r>
          </a:p>
        </p:txBody>
      </p:sp>
      <p:grpSp>
        <p:nvGrpSpPr>
          <p:cNvPr descr="09804bde-bca1-4449-8c16-4bacc0abf428" id="250" name="6677eee0-78eb-45e8-bfb4-a5781e4fb647.source.4.zh-Hans.pptx">
            <a:extLst>
              <a:ext uri="{FF2B5EF4-FFF2-40B4-BE49-F238E27FC236}">
                <a16:creationId id="{1CA879BA-742F-9F1F-A4EE-74868BAB5FA4}"/>
              </a:ext>
            </a:extLst>
          </p:cNvPr>
          <p:cNvGrpSpPr/>
          <p:nvPr/>
        </p:nvGrpSpPr>
        <p:grpSpPr>
          <a:xfrm>
            <a:off x="660400" y="1130300"/>
            <a:ext cx="11531600" cy="5003800"/>
            <a:chOff x="660400" y="1130300"/>
            <a:chExt cx="11531600" cy="5003800"/>
          </a:xfrm>
        </p:grpSpPr>
        <p:grpSp>
          <p:nvGrpSpPr>
            <p:cNvPr descr="23a746a0-6ccf-49a7-941e-05924818c4ca" id="249" name="组合 248">
              <a:extLst>
                <a:ext uri="{FF2B5EF4-FFF2-40B4-BE49-F238E27FC236}">
                  <a16:creationId id="{90C4D293-2A52-D2BF-EC11-F00A0724D1E2}"/>
                </a:ext>
              </a:extLst>
            </p:cNvPr>
            <p:cNvGrpSpPr/>
            <p:nvPr/>
          </p:nvGrpSpPr>
          <p:grpSpPr>
            <a:xfrm>
              <a:off x="8280692" y="1914434"/>
              <a:ext cx="3911308" cy="4219666"/>
              <a:chOff x="8280692" y="1914434"/>
              <a:chExt cx="3911308" cy="4219666"/>
            </a:xfrm>
          </p:grpSpPr>
          <p:sp>
            <p:nvSpPr>
              <p:cNvPr descr="25096240-de28-4342-9602-0e47a27b0ee8" id="58" name="任意多边形: 形状 57">
                <a:extLst>
                  <a:ext uri="{FF2B5EF4-FFF2-40B4-BE49-F238E27FC236}">
                    <a16:creationId id="{E39675F8-BD9B-81DF-3CCF-D21EC56AF7C5}"/>
                  </a:ext>
                </a:extLst>
              </p:cNvPr>
              <p:cNvSpPr/>
              <p:nvPr/>
            </p:nvSpPr>
            <p:spPr>
              <a:xfrm flipV="false" flipH="false">
                <a:off x="10700956" y="4935533"/>
                <a:ext cx="417354" cy="933003"/>
              </a:xfrm>
              <a:custGeom>
                <a:avLst/>
                <a:gdLst>
                  <a:gd fmla="*/ 123241 w 369707" name="connsiteX0"/>
                  <a:gd fmla="*/ 171237 h 826487" name="connsiteY0"/>
                  <a:gd fmla="*/ 169991 w 369707" name="connsiteX1"/>
                  <a:gd fmla="*/ 255387 h 826487" name="connsiteY1"/>
                  <a:gd fmla="*/ 172983 w 369707" name="connsiteX2"/>
                  <a:gd fmla="*/ 315227 h 826487" name="connsiteY2"/>
                  <a:gd fmla="*/ 230954 w 369707" name="connsiteX3"/>
                  <a:gd fmla="*/ 422191 h 826487" name="connsiteY3"/>
                  <a:gd fmla="*/ 245914 w 369707" name="connsiteX4"/>
                  <a:gd fmla="*/ 490260 h 826487" name="connsiteY4"/>
                  <a:gd fmla="*/ 272468 w 369707" name="connsiteX5"/>
                  <a:gd fmla="*/ 541872 h 826487" name="connsiteY5"/>
                  <a:gd fmla="*/ 321088 w 369707" name="connsiteX6"/>
                  <a:gd fmla="*/ 696709 h 826487" name="connsiteY6"/>
                  <a:gd fmla="*/ 369708 w 369707" name="connsiteX7"/>
                  <a:gd fmla="*/ 826487 h 826487" name="connsiteY7"/>
                  <a:gd fmla="*/ 27871 w 369707" name="connsiteX8"/>
                  <a:gd fmla="*/ 243045 h 826487" name="connsiteY8"/>
                  <a:gd fmla="*/ 11789 w 369707" name="connsiteX9"/>
                  <a:gd fmla="*/ 121495 h 826487" name="connsiteY9"/>
                  <a:gd fmla="*/ 43953 w 369707" name="connsiteX10"/>
                  <a:gd fmla="*/ 84842 h 826487" name="connsiteY10"/>
                  <a:gd fmla="*/ 79857 w 369707" name="connsiteX11"/>
                  <a:gd fmla="*/ 16400 h 826487" name="connsiteY11"/>
                  <a:gd fmla="*/ 122867 w 369707" name="connsiteX12"/>
                  <a:gd fmla="*/ 171237 h 826487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826487" w="369707">
                    <a:moveTo>
                      <a:pt x="123241" y="171237"/>
                    </a:moveTo>
                    <a:cubicBezTo>
                      <a:pt x="140071" y="198913"/>
                      <a:pt x="164381" y="223597"/>
                      <a:pt x="169991" y="255387"/>
                    </a:cubicBezTo>
                    <a:cubicBezTo>
                      <a:pt x="173357" y="275209"/>
                      <a:pt x="169617" y="295779"/>
                      <a:pt x="172983" y="315227"/>
                    </a:cubicBezTo>
                    <a:cubicBezTo>
                      <a:pt x="180463" y="355245"/>
                      <a:pt x="217115" y="383669"/>
                      <a:pt x="230954" y="422191"/>
                    </a:cubicBezTo>
                    <a:cubicBezTo>
                      <a:pt x="238808" y="444258"/>
                      <a:pt x="238434" y="468194"/>
                      <a:pt x="245914" y="490260"/>
                    </a:cubicBezTo>
                    <a:cubicBezTo>
                      <a:pt x="251897" y="508586"/>
                      <a:pt x="263118" y="525042"/>
                      <a:pt x="272468" y="541872"/>
                    </a:cubicBezTo>
                    <a:cubicBezTo>
                      <a:pt x="298648" y="589744"/>
                      <a:pt x="309868" y="643600"/>
                      <a:pt x="321088" y="696709"/>
                    </a:cubicBezTo>
                    <a:cubicBezTo>
                      <a:pt x="329316" y="736353"/>
                      <a:pt x="361480" y="786843"/>
                      <a:pt x="369708" y="826487"/>
                    </a:cubicBezTo>
                    <a:cubicBezTo>
                      <a:pt x="263866" y="635372"/>
                      <a:pt x="133713" y="434160"/>
                      <a:pt x="27871" y="243045"/>
                    </a:cubicBezTo>
                    <a:cubicBezTo>
                      <a:pt x="6927" y="205271"/>
                      <a:pt x="-13643" y="156277"/>
                      <a:pt x="11789" y="121495"/>
                    </a:cubicBezTo>
                    <a:cubicBezTo>
                      <a:pt x="21513" y="108404"/>
                      <a:pt x="36847" y="99428"/>
                      <a:pt x="43953" y="84842"/>
                    </a:cubicBezTo>
                    <a:cubicBezTo>
                      <a:pt x="55173" y="61654"/>
                      <a:pt x="41335" y="-38952"/>
                      <a:pt x="79857" y="16400"/>
                    </a:cubicBezTo>
                    <a:cubicBezTo>
                      <a:pt x="108655" y="57914"/>
                      <a:pt x="94817" y="125235"/>
                      <a:pt x="122867" y="171237"/>
                    </a:cubicBezTo>
                    <a:close/>
                  </a:path>
                </a:pathLst>
              </a:custGeom>
              <a:solidFill>
                <a:srgbClr val="00054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2811307-68d5-4aca-af7b-db297490fea4" id="59" name="任意多边形: 形状 58">
                <a:extLst>
                  <a:ext uri="{FF2B5EF4-FFF2-40B4-BE49-F238E27FC236}">
                    <a16:creationId id="{AB66BF2A-6D11-1953-CEE9-987A1F823A2B}"/>
                  </a:ext>
                </a:extLst>
              </p:cNvPr>
              <p:cNvSpPr/>
              <p:nvPr/>
            </p:nvSpPr>
            <p:spPr>
              <a:xfrm rot="10800000" flipV="false" flipH="false">
                <a:off x="8280692" y="2270530"/>
                <a:ext cx="1276317" cy="3855549"/>
              </a:xfrm>
              <a:custGeom>
                <a:avLst/>
                <a:gdLst>
                  <a:gd fmla="*/ 0 w 1130606" name="connsiteX0"/>
                  <a:gd fmla="*/ 0 h 3415380" name="connsiteY0"/>
                  <a:gd fmla="*/ 1130606 w 1130606" name="connsiteX1"/>
                  <a:gd fmla="*/ 0 h 3415380" name="connsiteY1"/>
                  <a:gd fmla="*/ 1130606 w 1130606" name="connsiteX2"/>
                  <a:gd fmla="*/ 3337589 h 3415380" name="connsiteY2"/>
                  <a:gd fmla="*/ 1052814 w 1130606" name="connsiteX3"/>
                  <a:gd fmla="*/ 3415381 h 3415380" name="connsiteY3"/>
                  <a:gd fmla="*/ 0 w 1130606" name="connsiteX4"/>
                  <a:gd fmla="*/ 3415381 h 3415380" name="connsiteY4"/>
                  <a:gd fmla="*/ 0 w 1130606" name="connsiteX5"/>
                  <a:gd fmla="*/ 0 h 3415380" name="connsiteY5"/>
                  <a:gd fmla="*/ 0 w 1130606" name="connsiteX6"/>
                  <a:gd fmla="*/ 0 h 3415380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3415380" w="1130606">
                    <a:moveTo>
                      <a:pt x="0" y="0"/>
                    </a:moveTo>
                    <a:lnTo>
                      <a:pt x="1130606" y="0"/>
                    </a:lnTo>
                    <a:lnTo>
                      <a:pt x="1130606" y="3337589"/>
                    </a:lnTo>
                    <a:cubicBezTo>
                      <a:pt x="1130606" y="3380599"/>
                      <a:pt x="1095824" y="3415381"/>
                      <a:pt x="1052814" y="3415381"/>
                    </a:cubicBezTo>
                    <a:lnTo>
                      <a:pt x="0" y="341538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D76A0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d5f6ef3-167a-4dd8-9054-0e2dfc3436bc" id="60" name="任意多边形: 形状 59">
                <a:extLst>
                  <a:ext uri="{FF2B5EF4-FFF2-40B4-BE49-F238E27FC236}">
                    <a16:creationId id="{A45DAF1A-5D83-C717-2526-A8B877C1C5D3}"/>
                  </a:ext>
                </a:extLst>
              </p:cNvPr>
              <p:cNvSpPr/>
              <p:nvPr/>
            </p:nvSpPr>
            <p:spPr>
              <a:xfrm rot="10800000" flipV="false" flipH="false">
                <a:off x="8488415" y="2270530"/>
                <a:ext cx="1276317" cy="3855549"/>
              </a:xfrm>
              <a:custGeom>
                <a:avLst/>
                <a:gdLst>
                  <a:gd fmla="*/ 0 w 1130606" name="connsiteX0"/>
                  <a:gd fmla="*/ 0 h 3415380" name="connsiteY0"/>
                  <a:gd fmla="*/ 1130606 w 1130606" name="connsiteX1"/>
                  <a:gd fmla="*/ 0 h 3415380" name="connsiteY1"/>
                  <a:gd fmla="*/ 1130606 w 1130606" name="connsiteX2"/>
                  <a:gd fmla="*/ 3337589 h 3415380" name="connsiteY2"/>
                  <a:gd fmla="*/ 1052814 w 1130606" name="connsiteX3"/>
                  <a:gd fmla="*/ 3415381 h 3415380" name="connsiteY3"/>
                  <a:gd fmla="*/ 77792 w 1130606" name="connsiteX4"/>
                  <a:gd fmla="*/ 3415381 h 3415380" name="connsiteY4"/>
                  <a:gd fmla="*/ 0 w 1130606" name="connsiteX5"/>
                  <a:gd fmla="*/ 3337589 h 3415380" name="connsiteY5"/>
                  <a:gd fmla="*/ 0 w 1130606" name="connsiteX6"/>
                  <a:gd fmla="*/ 0 h 3415380" name="connsiteY6"/>
                  <a:gd fmla="*/ 0 w 1130606" name="connsiteX7"/>
                  <a:gd fmla="*/ 0 h 3415380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3415380" w="1130606">
                    <a:moveTo>
                      <a:pt x="0" y="0"/>
                    </a:moveTo>
                    <a:lnTo>
                      <a:pt x="1130606" y="0"/>
                    </a:lnTo>
                    <a:lnTo>
                      <a:pt x="1130606" y="3337589"/>
                    </a:lnTo>
                    <a:cubicBezTo>
                      <a:pt x="1130606" y="3380599"/>
                      <a:pt x="1095824" y="3415381"/>
                      <a:pt x="1052814" y="3415381"/>
                    </a:cubicBezTo>
                    <a:lnTo>
                      <a:pt x="77792" y="3415381"/>
                    </a:lnTo>
                    <a:cubicBezTo>
                      <a:pt x="34782" y="3415381"/>
                      <a:pt x="0" y="3380599"/>
                      <a:pt x="0" y="3337589"/>
                    </a:cubicBez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98BC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b30c093-f70c-4606-8459-8be57d27f784" id="61" name="任意多边形: 形状 60">
                <a:extLst>
                  <a:ext uri="{FF2B5EF4-FFF2-40B4-BE49-F238E27FC236}">
                    <a16:creationId id="{771AF996-9C8A-C666-CB14-43E0D9FCB029}"/>
                  </a:ext>
                </a:extLst>
              </p:cNvPr>
              <p:cNvSpPr/>
              <p:nvPr/>
            </p:nvSpPr>
            <p:spPr>
              <a:xfrm rot="10800000" flipV="false" flipH="false">
                <a:off x="8588055" y="2524273"/>
                <a:ext cx="1082103" cy="3145827"/>
              </a:xfrm>
              <a:custGeom>
                <a:avLst/>
                <a:gdLst>
                  <a:gd fmla="*/ 0 w 958565" name="connsiteX0"/>
                  <a:gd fmla="*/ 0 h 2786684" name="connsiteY0"/>
                  <a:gd fmla="*/ 958566 w 958565" name="connsiteX1"/>
                  <a:gd fmla="*/ 0 h 2786684" name="connsiteY1"/>
                  <a:gd fmla="*/ 958566 w 958565" name="connsiteX2"/>
                  <a:gd fmla="*/ 2786684 h 2786684" name="connsiteY2"/>
                  <a:gd fmla="*/ 0 w 958565" name="connsiteX3"/>
                  <a:gd fmla="*/ 2786684 h 2786684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2786684" w="958565">
                    <a:moveTo>
                      <a:pt x="0" y="0"/>
                    </a:moveTo>
                    <a:lnTo>
                      <a:pt x="958566" y="0"/>
                    </a:lnTo>
                    <a:lnTo>
                      <a:pt x="958566" y="2786684"/>
                    </a:lnTo>
                    <a:lnTo>
                      <a:pt x="0" y="2786684"/>
                    </a:lnTo>
                    <a:close/>
                  </a:path>
                </a:pathLst>
              </a:custGeom>
              <a:solidFill>
                <a:srgbClr val="505A82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0820d82-6b7b-4fdf-9b3a-3575d3d569ff" id="62" name="任意多边形: 形状 61">
                <a:extLst>
                  <a:ext uri="{FF2B5EF4-FFF2-40B4-BE49-F238E27FC236}">
                    <a16:creationId id="{E45B7477-AB84-4E81-93E0-AFDADF279AB4}"/>
                  </a:ext>
                </a:extLst>
              </p:cNvPr>
              <p:cNvSpPr/>
              <p:nvPr/>
            </p:nvSpPr>
            <p:spPr>
              <a:xfrm flipV="false" flipH="false">
                <a:off x="9263833" y="2522162"/>
                <a:ext cx="197546" cy="722387"/>
              </a:xfrm>
              <a:custGeom>
                <a:avLst/>
                <a:gdLst>
                  <a:gd fmla="*/ 65598 w 174993" name="connsiteX0"/>
                  <a:gd fmla="*/ 405792 h 639916" name="connsiteY0"/>
                  <a:gd fmla="*/ 101502 w 174993" name="connsiteX1"/>
                  <a:gd fmla="*/ 344455 h 639916" name="connsiteY1"/>
                  <a:gd fmla="*/ 95892 w 174993" name="connsiteX2"/>
                  <a:gd fmla="*/ 0 h 639916" name="connsiteY2"/>
                  <a:gd fmla="*/ 136658 w 174993" name="connsiteX3"/>
                  <a:gd fmla="*/ 0 h 639916" name="connsiteY3"/>
                  <a:gd fmla="*/ 134788 w 174993" name="connsiteX4"/>
                  <a:gd fmla="*/ 361285 h 639916" name="connsiteY4"/>
                  <a:gd fmla="*/ 97014 w 174993" name="connsiteX5"/>
                  <a:gd fmla="*/ 425614 h 639916" name="connsiteY5"/>
                  <a:gd fmla="*/ 58117 w 174993" name="connsiteX6"/>
                  <a:gd fmla="*/ 492560 h 639916" name="connsiteY6"/>
                  <a:gd fmla="*/ 48019 w 174993" name="connsiteX7"/>
                  <a:gd fmla="*/ 623460 h 639916" name="connsiteY7"/>
                  <a:gd fmla="*/ 14359 w 174993" name="connsiteX8"/>
                  <a:gd fmla="*/ 639916 h 639916" name="connsiteY8"/>
                  <a:gd fmla="*/ 24457 w 174993" name="connsiteX9"/>
                  <a:gd fmla="*/ 476478 h 639916" name="connsiteY9"/>
                  <a:gd fmla="*/ 65598 w 174993" name="connsiteX10"/>
                  <a:gd fmla="*/ 405418 h 639916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639916" w="174993">
                    <a:moveTo>
                      <a:pt x="65598" y="405792"/>
                    </a:moveTo>
                    <a:cubicBezTo>
                      <a:pt x="78688" y="385221"/>
                      <a:pt x="91030" y="365399"/>
                      <a:pt x="101502" y="344455"/>
                    </a:cubicBezTo>
                    <a:cubicBezTo>
                      <a:pt x="152740" y="241605"/>
                      <a:pt x="149000" y="112948"/>
                      <a:pt x="95892" y="0"/>
                    </a:cubicBezTo>
                    <a:lnTo>
                      <a:pt x="136658" y="0"/>
                    </a:lnTo>
                    <a:cubicBezTo>
                      <a:pt x="187522" y="119306"/>
                      <a:pt x="188644" y="253573"/>
                      <a:pt x="134788" y="361285"/>
                    </a:cubicBezTo>
                    <a:cubicBezTo>
                      <a:pt x="123568" y="383725"/>
                      <a:pt x="110104" y="405043"/>
                      <a:pt x="97014" y="425614"/>
                    </a:cubicBezTo>
                    <a:cubicBezTo>
                      <a:pt x="82802" y="448428"/>
                      <a:pt x="69338" y="469746"/>
                      <a:pt x="58117" y="492560"/>
                    </a:cubicBezTo>
                    <a:cubicBezTo>
                      <a:pt x="44279" y="521358"/>
                      <a:pt x="24831" y="576336"/>
                      <a:pt x="48019" y="623460"/>
                    </a:cubicBezTo>
                    <a:lnTo>
                      <a:pt x="14359" y="639916"/>
                    </a:lnTo>
                    <a:cubicBezTo>
                      <a:pt x="-15561" y="578580"/>
                      <a:pt x="8001" y="511260"/>
                      <a:pt x="24457" y="476478"/>
                    </a:cubicBezTo>
                    <a:cubicBezTo>
                      <a:pt x="36425" y="451420"/>
                      <a:pt x="51011" y="428232"/>
                      <a:pt x="65598" y="405418"/>
                    </a:cubicBez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e898f12-a625-461a-943d-6686a67464c6" id="63" name="任意多边形: 形状 62">
                <a:extLst>
                  <a:ext uri="{FF2B5EF4-FFF2-40B4-BE49-F238E27FC236}">
                    <a16:creationId id="{E508AEE5-D6AC-0531-6E6D-DC0EF01765ED}"/>
                  </a:ext>
                </a:extLst>
              </p:cNvPr>
              <p:cNvSpPr/>
              <p:nvPr/>
            </p:nvSpPr>
            <p:spPr>
              <a:xfrm flipV="false" flipH="false">
                <a:off x="8604846" y="2516250"/>
                <a:ext cx="233905" cy="863824"/>
              </a:xfrm>
              <a:custGeom>
                <a:avLst/>
                <a:gdLst>
                  <a:gd fmla="*/ 93960 w 207201" name="connsiteX0"/>
                  <a:gd fmla="*/ 0 h 765206" name="connsiteY0"/>
                  <a:gd fmla="*/ 39729 w 207201" name="connsiteX1"/>
                  <a:gd fmla="*/ 241605 h 765206" name="connsiteY1"/>
                  <a:gd fmla="*/ 131360 w 207201" name="connsiteX2"/>
                  <a:gd fmla="*/ 496300 h 765206" name="connsiteY2"/>
                  <a:gd fmla="*/ 144824 w 207201" name="connsiteX3"/>
                  <a:gd fmla="*/ 518740 h 765206" name="connsiteY3"/>
                  <a:gd fmla="*/ 196062 w 207201" name="connsiteX4"/>
                  <a:gd fmla="*/ 618972 h 765206" name="connsiteY4"/>
                  <a:gd fmla="*/ 184094 w 207201" name="connsiteX5"/>
                  <a:gd fmla="*/ 765207 h 765206" name="connsiteY5"/>
                  <a:gd fmla="*/ 153052 w 207201" name="connsiteX6"/>
                  <a:gd fmla="*/ 744263 h 765206" name="connsiteY6"/>
                  <a:gd fmla="*/ 160532 w 207201" name="connsiteX7"/>
                  <a:gd fmla="*/ 630940 h 765206" name="connsiteY7"/>
                  <a:gd fmla="*/ 112660 w 207201" name="connsiteX8"/>
                  <a:gd fmla="*/ 538562 h 765206" name="connsiteY8"/>
                  <a:gd fmla="*/ 98822 w 207201" name="connsiteX9"/>
                  <a:gd fmla="*/ 515748 h 765206" name="connsiteY9"/>
                  <a:gd fmla="*/ 2329 w 207201" name="connsiteX10"/>
                  <a:gd fmla="*/ 245345 h 765206" name="connsiteY10"/>
                  <a:gd fmla="*/ 49827 w 207201" name="connsiteX11"/>
                  <a:gd fmla="*/ 0 h 765206" name="connsiteY11"/>
                  <a:gd fmla="*/ 93960 w 207201" name="connsiteX12"/>
                  <a:gd fmla="*/ 0 h 765206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765206" w="207201">
                    <a:moveTo>
                      <a:pt x="93960" y="0"/>
                    </a:moveTo>
                    <a:cubicBezTo>
                      <a:pt x="50575" y="65450"/>
                      <a:pt x="30379" y="152593"/>
                      <a:pt x="39729" y="241605"/>
                    </a:cubicBezTo>
                    <a:cubicBezTo>
                      <a:pt x="47957" y="322389"/>
                      <a:pt x="78626" y="408036"/>
                      <a:pt x="131360" y="496300"/>
                    </a:cubicBezTo>
                    <a:lnTo>
                      <a:pt x="144824" y="518740"/>
                    </a:lnTo>
                    <a:cubicBezTo>
                      <a:pt x="164272" y="550156"/>
                      <a:pt x="184094" y="582694"/>
                      <a:pt x="196062" y="618972"/>
                    </a:cubicBezTo>
                    <a:cubicBezTo>
                      <a:pt x="214388" y="673576"/>
                      <a:pt x="209900" y="727059"/>
                      <a:pt x="184094" y="765207"/>
                    </a:cubicBezTo>
                    <a:lnTo>
                      <a:pt x="153052" y="744263"/>
                    </a:lnTo>
                    <a:cubicBezTo>
                      <a:pt x="172126" y="715839"/>
                      <a:pt x="174744" y="673576"/>
                      <a:pt x="160532" y="630940"/>
                    </a:cubicBezTo>
                    <a:cubicBezTo>
                      <a:pt x="149686" y="598776"/>
                      <a:pt x="131734" y="569230"/>
                      <a:pt x="112660" y="538562"/>
                    </a:cubicBezTo>
                    <a:lnTo>
                      <a:pt x="98822" y="515748"/>
                    </a:lnTo>
                    <a:cubicBezTo>
                      <a:pt x="43469" y="422622"/>
                      <a:pt x="10931" y="331739"/>
                      <a:pt x="2329" y="245345"/>
                    </a:cubicBezTo>
                    <a:cubicBezTo>
                      <a:pt x="-6647" y="156707"/>
                      <a:pt x="10557" y="69564"/>
                      <a:pt x="49827" y="0"/>
                    </a:cubicBezTo>
                    <a:lnTo>
                      <a:pt x="93960" y="0"/>
                    </a:lnTo>
                    <a:close/>
                  </a:path>
                </a:pathLst>
              </a:custGeom>
              <a:solidFill>
                <a:srgbClr val="FF685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2e30d7d-c6fe-4f13-aa0a-af7e2cf0cb37" id="64" name="任意多边形: 形状 63">
                <a:extLst>
                  <a:ext uri="{FF2B5EF4-FFF2-40B4-BE49-F238E27FC236}">
                    <a16:creationId id="{6447C8B0-1F93-761A-09C4-2CA73511434E}"/>
                  </a:ext>
                </a:extLst>
              </p:cNvPr>
              <p:cNvSpPr/>
              <p:nvPr/>
            </p:nvSpPr>
            <p:spPr>
              <a:xfrm flipV="false" flipH="false">
                <a:off x="9323531" y="3450162"/>
                <a:ext cx="59952" cy="231788"/>
              </a:xfrm>
              <a:custGeom>
                <a:avLst/>
                <a:gdLst>
                  <a:gd fmla="*/ 37400 w 53108" name="connsiteX0"/>
                  <a:gd fmla="*/ 205327 h 205326" name="connsiteY0"/>
                  <a:gd fmla="*/ 0 w 53108" name="connsiteX1"/>
                  <a:gd fmla="*/ 203831 h 205326" name="connsiteY1"/>
                  <a:gd fmla="*/ 16082 w 53108" name="connsiteX2"/>
                  <a:gd fmla="*/ 0 h 205326" name="connsiteY2"/>
                  <a:gd fmla="*/ 53108 w 53108" name="connsiteX3"/>
                  <a:gd fmla="*/ 4488 h 205326" name="connsiteY3"/>
                  <a:gd fmla="*/ 37026 w 53108" name="connsiteX4"/>
                  <a:gd fmla="*/ 205327 h 205326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205326" w="53108">
                    <a:moveTo>
                      <a:pt x="37400" y="205327"/>
                    </a:moveTo>
                    <a:lnTo>
                      <a:pt x="0" y="203831"/>
                    </a:lnTo>
                    <a:cubicBezTo>
                      <a:pt x="2992" y="136511"/>
                      <a:pt x="8228" y="68068"/>
                      <a:pt x="16082" y="0"/>
                    </a:cubicBezTo>
                    <a:lnTo>
                      <a:pt x="53108" y="4488"/>
                    </a:lnTo>
                    <a:cubicBezTo>
                      <a:pt x="45254" y="71434"/>
                      <a:pt x="40018" y="139129"/>
                      <a:pt x="37026" y="205327"/>
                    </a:cubicBez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dac72a6-772f-41c3-87e4-bcd0f0394882" id="65" name="任意多边形: 形状 64">
                <a:extLst>
                  <a:ext uri="{FF2B5EF4-FFF2-40B4-BE49-F238E27FC236}">
                    <a16:creationId id="{AB81FE29-0362-6714-35CE-FA640A32BCBA}"/>
                  </a:ext>
                </a:extLst>
              </p:cNvPr>
              <p:cNvSpPr/>
              <p:nvPr/>
            </p:nvSpPr>
            <p:spPr>
              <a:xfrm flipV="false" flipH="false">
                <a:off x="8630254" y="3387676"/>
                <a:ext cx="301050" cy="220811"/>
              </a:xfrm>
              <a:custGeom>
                <a:avLst/>
                <a:gdLst>
                  <a:gd fmla="*/ 230030 w 266681" name="connsiteX0"/>
                  <a:gd fmla="*/ 195603 h 195602" name="connsiteY0"/>
                  <a:gd fmla="*/ 135033 w 266681" name="connsiteX1"/>
                  <a:gd fmla="*/ 125664 h 195602" name="connsiteY1"/>
                  <a:gd fmla="*/ 109601 w 266681" name="connsiteX2"/>
                  <a:gd fmla="*/ 128657 h 195602" name="connsiteY2"/>
                  <a:gd fmla="*/ 28443 w 266681" name="connsiteX3"/>
                  <a:gd fmla="*/ 118184 h 195602" name="connsiteY3"/>
                  <a:gd fmla="*/ 19 w 266681" name="connsiteX4"/>
                  <a:gd fmla="*/ 57222 h 195602" name="connsiteY4"/>
                  <a:gd fmla="*/ 9743 w 266681" name="connsiteX5"/>
                  <a:gd fmla="*/ 0 h 195602" name="connsiteY5"/>
                  <a:gd fmla="*/ 45647 w 266681" name="connsiteX6"/>
                  <a:gd fmla="*/ 10098 h 195602" name="connsiteY6"/>
                  <a:gd fmla="*/ 37419 w 266681" name="connsiteX7"/>
                  <a:gd fmla="*/ 56100 h 195602" name="connsiteY7"/>
                  <a:gd fmla="*/ 50883 w 266681" name="connsiteX8"/>
                  <a:gd fmla="*/ 87890 h 195602" name="connsiteY8"/>
                  <a:gd fmla="*/ 104365 w 266681" name="connsiteX9"/>
                  <a:gd fmla="*/ 91256 h 195602" name="connsiteY9"/>
                  <a:gd fmla="*/ 133911 w 266681" name="connsiteX10"/>
                  <a:gd fmla="*/ 87890 h 195602" name="connsiteY10"/>
                  <a:gd fmla="*/ 266682 w 266681" name="connsiteX11"/>
                  <a:gd fmla="*/ 185505 h 195602" name="connsiteY11"/>
                  <a:gd fmla="*/ 230778 w 266681" name="connsiteX12"/>
                  <a:gd fmla="*/ 195229 h 195602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195602" w="266681">
                    <a:moveTo>
                      <a:pt x="230030" y="195603"/>
                    </a:moveTo>
                    <a:cubicBezTo>
                      <a:pt x="218810" y="154837"/>
                      <a:pt x="177296" y="123420"/>
                      <a:pt x="135033" y="125664"/>
                    </a:cubicBezTo>
                    <a:cubicBezTo>
                      <a:pt x="126805" y="125664"/>
                      <a:pt x="118203" y="127161"/>
                      <a:pt x="109601" y="128657"/>
                    </a:cubicBezTo>
                    <a:cubicBezTo>
                      <a:pt x="83421" y="132397"/>
                      <a:pt x="53501" y="136885"/>
                      <a:pt x="28443" y="118184"/>
                    </a:cubicBezTo>
                    <a:cubicBezTo>
                      <a:pt x="10865" y="105094"/>
                      <a:pt x="767" y="83028"/>
                      <a:pt x="19" y="57222"/>
                    </a:cubicBezTo>
                    <a:cubicBezTo>
                      <a:pt x="-355" y="36652"/>
                      <a:pt x="4881" y="17204"/>
                      <a:pt x="9743" y="0"/>
                    </a:cubicBezTo>
                    <a:lnTo>
                      <a:pt x="45647" y="10098"/>
                    </a:lnTo>
                    <a:cubicBezTo>
                      <a:pt x="41159" y="25432"/>
                      <a:pt x="37045" y="41140"/>
                      <a:pt x="37419" y="56100"/>
                    </a:cubicBezTo>
                    <a:cubicBezTo>
                      <a:pt x="37419" y="69938"/>
                      <a:pt x="43029" y="81906"/>
                      <a:pt x="50883" y="87890"/>
                    </a:cubicBezTo>
                    <a:cubicBezTo>
                      <a:pt x="63599" y="97240"/>
                      <a:pt x="82299" y="94622"/>
                      <a:pt x="104365" y="91256"/>
                    </a:cubicBezTo>
                    <a:cubicBezTo>
                      <a:pt x="114089" y="89760"/>
                      <a:pt x="124187" y="88264"/>
                      <a:pt x="133911" y="87890"/>
                    </a:cubicBezTo>
                    <a:cubicBezTo>
                      <a:pt x="194500" y="86768"/>
                      <a:pt x="250974" y="127161"/>
                      <a:pt x="266682" y="185505"/>
                    </a:cubicBezTo>
                    <a:lnTo>
                      <a:pt x="230778" y="195229"/>
                    </a:ln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e7c73b4-1dfe-48b1-863b-bf10b7807b2f" id="66" name="任意多边形: 形状 65">
                <a:extLst>
                  <a:ext uri="{FF2B5EF4-FFF2-40B4-BE49-F238E27FC236}">
                    <a16:creationId id="{9443CB3B-8A58-C337-6E4F-5B09B16F639D}"/>
                  </a:ext>
                </a:extLst>
              </p:cNvPr>
              <p:cNvSpPr/>
              <p:nvPr/>
            </p:nvSpPr>
            <p:spPr>
              <a:xfrm flipV="false" flipH="false">
                <a:off x="8971446" y="3852521"/>
                <a:ext cx="431287" cy="423046"/>
              </a:xfrm>
              <a:custGeom>
                <a:avLst/>
                <a:gdLst>
                  <a:gd fmla="*/ 720 w 382049" name="connsiteX0"/>
                  <a:gd fmla="*/ 374749 h 374749" name="connsiteY0"/>
                  <a:gd fmla="*/ 23534 w 382049" name="connsiteX1"/>
                  <a:gd fmla="*/ 234873 h 374749" name="connsiteY1"/>
                  <a:gd fmla="*/ 145085 w 382049" name="connsiteX2"/>
                  <a:gd fmla="*/ 172789 h 374749" name="connsiteY2"/>
                  <a:gd fmla="*/ 174257 w 382049" name="connsiteX3"/>
                  <a:gd fmla="*/ 171667 h 374749" name="connsiteY3"/>
                  <a:gd fmla="*/ 256911 w 382049" name="connsiteX4"/>
                  <a:gd fmla="*/ 158577 h 374749" name="connsiteY4"/>
                  <a:gd fmla="*/ 320491 w 382049" name="connsiteX5"/>
                  <a:gd fmla="*/ 102476 h 374749" name="connsiteY5"/>
                  <a:gd fmla="*/ 342931 w 382049" name="connsiteX6"/>
                  <a:gd fmla="*/ 61336 h 374749" name="connsiteY6"/>
                  <a:gd fmla="*/ 337695 w 382049" name="connsiteX7"/>
                  <a:gd fmla="*/ 24310 h 374749" name="connsiteY7"/>
                  <a:gd fmla="*/ 366119 w 382049" name="connsiteX8"/>
                  <a:gd fmla="*/ 0 h 374749" name="connsiteY8"/>
                  <a:gd fmla="*/ 379210 w 382049" name="connsiteX9"/>
                  <a:gd fmla="*/ 70312 h 374749" name="connsiteY9"/>
                  <a:gd fmla="*/ 350411 w 382049" name="connsiteX10"/>
                  <a:gd fmla="*/ 125290 h 374749" name="connsiteY10"/>
                  <a:gd fmla="*/ 272993 w 382049" name="connsiteX11"/>
                  <a:gd fmla="*/ 192611 h 374749" name="connsiteY11"/>
                  <a:gd fmla="*/ 175753 w 382049" name="connsiteX12"/>
                  <a:gd fmla="*/ 209067 h 374749" name="connsiteY12"/>
                  <a:gd fmla="*/ 148077 w 382049" name="connsiteX13"/>
                  <a:gd fmla="*/ 210189 h 374749" name="connsiteY13"/>
                  <a:gd fmla="*/ 55698 w 382049" name="connsiteX14"/>
                  <a:gd fmla="*/ 254695 h 374749" name="connsiteY14"/>
                  <a:gd fmla="*/ 38494 w 382049" name="connsiteX15"/>
                  <a:gd fmla="*/ 373253 h 374749" name="connsiteY15"/>
                  <a:gd fmla="*/ 1094 w 382049" name="connsiteX16"/>
                  <a:gd fmla="*/ 374749 h 374749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374749" w="382049">
                    <a:moveTo>
                      <a:pt x="720" y="374749"/>
                    </a:moveTo>
                    <a:cubicBezTo>
                      <a:pt x="-1150" y="323511"/>
                      <a:pt x="-1150" y="274143"/>
                      <a:pt x="23534" y="234873"/>
                    </a:cubicBezTo>
                    <a:cubicBezTo>
                      <a:pt x="46722" y="197847"/>
                      <a:pt x="87488" y="176903"/>
                      <a:pt x="145085" y="172789"/>
                    </a:cubicBezTo>
                    <a:cubicBezTo>
                      <a:pt x="154809" y="172041"/>
                      <a:pt x="164533" y="171667"/>
                      <a:pt x="174257" y="171667"/>
                    </a:cubicBezTo>
                    <a:cubicBezTo>
                      <a:pt x="203803" y="170919"/>
                      <a:pt x="231853" y="169797"/>
                      <a:pt x="256911" y="158577"/>
                    </a:cubicBezTo>
                    <a:cubicBezTo>
                      <a:pt x="278229" y="148853"/>
                      <a:pt x="298799" y="130526"/>
                      <a:pt x="320491" y="102476"/>
                    </a:cubicBezTo>
                    <a:cubicBezTo>
                      <a:pt x="329467" y="90882"/>
                      <a:pt x="338817" y="77044"/>
                      <a:pt x="342931" y="61336"/>
                    </a:cubicBezTo>
                    <a:cubicBezTo>
                      <a:pt x="346297" y="47124"/>
                      <a:pt x="344427" y="32164"/>
                      <a:pt x="337695" y="24310"/>
                    </a:cubicBezTo>
                    <a:lnTo>
                      <a:pt x="366119" y="0"/>
                    </a:lnTo>
                    <a:cubicBezTo>
                      <a:pt x="383698" y="20570"/>
                      <a:pt x="384446" y="49742"/>
                      <a:pt x="379210" y="70312"/>
                    </a:cubicBezTo>
                    <a:cubicBezTo>
                      <a:pt x="373600" y="92752"/>
                      <a:pt x="361632" y="110704"/>
                      <a:pt x="350411" y="125290"/>
                    </a:cubicBezTo>
                    <a:cubicBezTo>
                      <a:pt x="325353" y="158203"/>
                      <a:pt x="299921" y="180269"/>
                      <a:pt x="272993" y="192611"/>
                    </a:cubicBezTo>
                    <a:cubicBezTo>
                      <a:pt x="241203" y="207197"/>
                      <a:pt x="207917" y="208319"/>
                      <a:pt x="175753" y="209067"/>
                    </a:cubicBezTo>
                    <a:cubicBezTo>
                      <a:pt x="166403" y="209067"/>
                      <a:pt x="157427" y="209441"/>
                      <a:pt x="148077" y="210189"/>
                    </a:cubicBezTo>
                    <a:cubicBezTo>
                      <a:pt x="103197" y="213181"/>
                      <a:pt x="72154" y="228141"/>
                      <a:pt x="55698" y="254695"/>
                    </a:cubicBezTo>
                    <a:cubicBezTo>
                      <a:pt x="36998" y="284989"/>
                      <a:pt x="36998" y="327999"/>
                      <a:pt x="38494" y="373253"/>
                    </a:cubicBezTo>
                    <a:lnTo>
                      <a:pt x="1094" y="374749"/>
                    </a:ln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4723a0e-9f1d-46c0-b4b1-28eb85999800" id="67" name="任意多边形: 形状 66">
                <a:extLst>
                  <a:ext uri="{FF2B5EF4-FFF2-40B4-BE49-F238E27FC236}">
                    <a16:creationId id="{11E03661-87BF-F98B-4276-9F7CB532BAD8}"/>
                  </a:ext>
                </a:extLst>
              </p:cNvPr>
              <p:cNvSpPr/>
              <p:nvPr/>
            </p:nvSpPr>
            <p:spPr>
              <a:xfrm flipV="false" flipH="false">
                <a:off x="9162249" y="3659574"/>
                <a:ext cx="471497" cy="1708651"/>
              </a:xfrm>
              <a:custGeom>
                <a:avLst/>
                <a:gdLst>
                  <a:gd fmla="*/ 35904 w 417669" name="connsiteX0"/>
                  <a:gd fmla="*/ 1513584 h 1513583" name="connsiteY0"/>
                  <a:gd fmla="*/ 0 w 417669" name="connsiteX1"/>
                  <a:gd fmla="*/ 1503111 h 1513583" name="connsiteY1"/>
                  <a:gd fmla="*/ 143617 w 417669" name="connsiteX2"/>
                  <a:gd fmla="*/ 1333689 h 1513583" name="connsiteY2"/>
                  <a:gd fmla="*/ 206823 w 417669" name="connsiteX3"/>
                  <a:gd fmla="*/ 1307135 h 1513583" name="connsiteY3"/>
                  <a:gd fmla="*/ 280127 w 417669" name="connsiteX4"/>
                  <a:gd fmla="*/ 1274223 h 1513583" name="connsiteY4"/>
                  <a:gd fmla="*/ 362407 w 417669" name="connsiteX5"/>
                  <a:gd fmla="*/ 991104 h 1513583" name="connsiteY5"/>
                  <a:gd fmla="*/ 350439 w 417669" name="connsiteX6"/>
                  <a:gd fmla="*/ 963054 h 1513583" name="connsiteY6"/>
                  <a:gd fmla="*/ 323511 w 417669" name="connsiteX7"/>
                  <a:gd fmla="*/ 864691 h 1513583" name="connsiteY7"/>
                  <a:gd fmla="*/ 338845 w 417669" name="connsiteX8"/>
                  <a:gd fmla="*/ 796997 h 1513583" name="connsiteY8"/>
                  <a:gd fmla="*/ 347821 w 417669" name="connsiteX9"/>
                  <a:gd fmla="*/ 767825 h 1513583" name="connsiteY9"/>
                  <a:gd fmla="*/ 343333 w 417669" name="connsiteX10"/>
                  <a:gd fmla="*/ 654128 h 1513583" name="connsiteY10"/>
                  <a:gd fmla="*/ 327999 w 417669" name="connsiteX11"/>
                  <a:gd fmla="*/ 617102 h 1513583" name="connsiteY11"/>
                  <a:gd fmla="*/ 302193 w 417669" name="connsiteX12"/>
                  <a:gd fmla="*/ 531082 h 1513583" name="connsiteY12"/>
                  <a:gd fmla="*/ 331365 w 417669" name="connsiteX13"/>
                  <a:gd fmla="*/ 426362 h 1513583" name="connsiteY13"/>
                  <a:gd fmla="*/ 345951 w 417669" name="connsiteX14"/>
                  <a:gd fmla="*/ 393075 h 1513583" name="connsiteY14"/>
                  <a:gd fmla="*/ 198595 w 417669" name="connsiteX15"/>
                  <a:gd fmla="*/ 33286 h 1513583" name="connsiteY15"/>
                  <a:gd fmla="*/ 215799 w 417669" name="connsiteX16"/>
                  <a:gd fmla="*/ 0 h 1513583" name="connsiteY16"/>
                  <a:gd fmla="*/ 381107 w 417669" name="connsiteX17"/>
                  <a:gd fmla="*/ 406913 h 1513583" name="connsiteY17"/>
                  <a:gd fmla="*/ 365773 w 417669" name="connsiteX18"/>
                  <a:gd fmla="*/ 442070 h 1513583" name="connsiteY18"/>
                  <a:gd fmla="*/ 339967 w 417669" name="connsiteX19"/>
                  <a:gd fmla="*/ 529586 h 1513583" name="connsiteY19"/>
                  <a:gd fmla="*/ 362407 w 417669" name="connsiteX20"/>
                  <a:gd fmla="*/ 601394 h 1513583" name="connsiteY20"/>
                  <a:gd fmla="*/ 379237 w 417669" name="connsiteX21"/>
                  <a:gd fmla="*/ 641786 h 1513583" name="connsiteY21"/>
                  <a:gd fmla="*/ 384473 w 417669" name="connsiteX22"/>
                  <a:gd fmla="*/ 777175 h 1513583" name="connsiteY22"/>
                  <a:gd fmla="*/ 374749 w 417669" name="connsiteX23"/>
                  <a:gd fmla="*/ 808591 h 1513583" name="connsiteY23"/>
                  <a:gd fmla="*/ 361285 w 417669" name="connsiteX24"/>
                  <a:gd fmla="*/ 865065 h 1513583" name="connsiteY24"/>
                  <a:gd fmla="*/ 384847 w 417669" name="connsiteX25"/>
                  <a:gd fmla="*/ 947346 h 1513583" name="connsiteY25"/>
                  <a:gd fmla="*/ 397564 w 417669" name="connsiteX26"/>
                  <a:gd fmla="*/ 976892 h 1513583" name="connsiteY26"/>
                  <a:gd fmla="*/ 299949 w 417669" name="connsiteX27"/>
                  <a:gd fmla="*/ 1305639 h 1513583" name="connsiteY27"/>
                  <a:gd fmla="*/ 220661 w 417669" name="connsiteX28"/>
                  <a:gd fmla="*/ 1341543 h 1513583" name="connsiteY28"/>
                  <a:gd fmla="*/ 161195 w 417669" name="connsiteX29"/>
                  <a:gd fmla="*/ 1366601 h 1513583" name="connsiteY29"/>
                  <a:gd fmla="*/ 36278 w 417669" name="connsiteX30"/>
                  <a:gd fmla="*/ 1513210 h 1513583" name="connsiteY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b="b" l="l" r="r" t="t"/>
                <a:pathLst>
                  <a:path h="1513583" w="417669">
                    <a:moveTo>
                      <a:pt x="35904" y="1513584"/>
                    </a:moveTo>
                    <a:lnTo>
                      <a:pt x="0" y="1503111"/>
                    </a:lnTo>
                    <a:cubicBezTo>
                      <a:pt x="20944" y="1431677"/>
                      <a:pt x="73304" y="1369967"/>
                      <a:pt x="143617" y="1333689"/>
                    </a:cubicBezTo>
                    <a:cubicBezTo>
                      <a:pt x="164187" y="1323217"/>
                      <a:pt x="185879" y="1314989"/>
                      <a:pt x="206823" y="1307135"/>
                    </a:cubicBezTo>
                    <a:cubicBezTo>
                      <a:pt x="233003" y="1297037"/>
                      <a:pt x="258061" y="1287687"/>
                      <a:pt x="280127" y="1274223"/>
                    </a:cubicBezTo>
                    <a:cubicBezTo>
                      <a:pt x="381481" y="1213260"/>
                      <a:pt x="397938" y="1082734"/>
                      <a:pt x="362407" y="991104"/>
                    </a:cubicBezTo>
                    <a:cubicBezTo>
                      <a:pt x="358667" y="981754"/>
                      <a:pt x="354553" y="972404"/>
                      <a:pt x="350439" y="963054"/>
                    </a:cubicBezTo>
                    <a:cubicBezTo>
                      <a:pt x="336601" y="932011"/>
                      <a:pt x="322763" y="900221"/>
                      <a:pt x="323511" y="864691"/>
                    </a:cubicBezTo>
                    <a:cubicBezTo>
                      <a:pt x="324259" y="840755"/>
                      <a:pt x="331365" y="818689"/>
                      <a:pt x="338845" y="796997"/>
                    </a:cubicBezTo>
                    <a:cubicBezTo>
                      <a:pt x="342211" y="787273"/>
                      <a:pt x="345203" y="777549"/>
                      <a:pt x="347821" y="767825"/>
                    </a:cubicBezTo>
                    <a:cubicBezTo>
                      <a:pt x="357545" y="730425"/>
                      <a:pt x="356049" y="691155"/>
                      <a:pt x="343333" y="654128"/>
                    </a:cubicBezTo>
                    <a:cubicBezTo>
                      <a:pt x="338845" y="641412"/>
                      <a:pt x="333609" y="629444"/>
                      <a:pt x="327999" y="617102"/>
                    </a:cubicBezTo>
                    <a:cubicBezTo>
                      <a:pt x="315657" y="590174"/>
                      <a:pt x="303315" y="562124"/>
                      <a:pt x="302193" y="531082"/>
                    </a:cubicBezTo>
                    <a:cubicBezTo>
                      <a:pt x="300697" y="493308"/>
                      <a:pt x="316405" y="459274"/>
                      <a:pt x="331365" y="426362"/>
                    </a:cubicBezTo>
                    <a:cubicBezTo>
                      <a:pt x="336601" y="415515"/>
                      <a:pt x="341463" y="404295"/>
                      <a:pt x="345951" y="393075"/>
                    </a:cubicBezTo>
                    <a:cubicBezTo>
                      <a:pt x="396816" y="263297"/>
                      <a:pt x="330617" y="101728"/>
                      <a:pt x="198595" y="33286"/>
                    </a:cubicBezTo>
                    <a:lnTo>
                      <a:pt x="215799" y="0"/>
                    </a:lnTo>
                    <a:cubicBezTo>
                      <a:pt x="364277" y="77044"/>
                      <a:pt x="438330" y="259557"/>
                      <a:pt x="381107" y="406913"/>
                    </a:cubicBezTo>
                    <a:cubicBezTo>
                      <a:pt x="376619" y="418508"/>
                      <a:pt x="371009" y="430476"/>
                      <a:pt x="365773" y="442070"/>
                    </a:cubicBezTo>
                    <a:cubicBezTo>
                      <a:pt x="351935" y="472364"/>
                      <a:pt x="338845" y="500788"/>
                      <a:pt x="339967" y="529586"/>
                    </a:cubicBezTo>
                    <a:cubicBezTo>
                      <a:pt x="340715" y="553522"/>
                      <a:pt x="351561" y="576710"/>
                      <a:pt x="362407" y="601394"/>
                    </a:cubicBezTo>
                    <a:cubicBezTo>
                      <a:pt x="368391" y="614858"/>
                      <a:pt x="374375" y="627948"/>
                      <a:pt x="379237" y="641786"/>
                    </a:cubicBezTo>
                    <a:cubicBezTo>
                      <a:pt x="394572" y="685545"/>
                      <a:pt x="396442" y="732295"/>
                      <a:pt x="384473" y="777175"/>
                    </a:cubicBezTo>
                    <a:cubicBezTo>
                      <a:pt x="381855" y="787647"/>
                      <a:pt x="378115" y="798119"/>
                      <a:pt x="374749" y="808591"/>
                    </a:cubicBezTo>
                    <a:cubicBezTo>
                      <a:pt x="368017" y="828039"/>
                      <a:pt x="362033" y="846739"/>
                      <a:pt x="361285" y="865065"/>
                    </a:cubicBezTo>
                    <a:cubicBezTo>
                      <a:pt x="360537" y="892367"/>
                      <a:pt x="372505" y="918921"/>
                      <a:pt x="384847" y="947346"/>
                    </a:cubicBezTo>
                    <a:cubicBezTo>
                      <a:pt x="389336" y="957069"/>
                      <a:pt x="393450" y="967168"/>
                      <a:pt x="397564" y="976892"/>
                    </a:cubicBezTo>
                    <a:cubicBezTo>
                      <a:pt x="446184" y="1101434"/>
                      <a:pt x="403922" y="1242807"/>
                      <a:pt x="299949" y="1305639"/>
                    </a:cubicBezTo>
                    <a:cubicBezTo>
                      <a:pt x="274891" y="1320973"/>
                      <a:pt x="247215" y="1331445"/>
                      <a:pt x="220661" y="1341543"/>
                    </a:cubicBezTo>
                    <a:cubicBezTo>
                      <a:pt x="199717" y="1349397"/>
                      <a:pt x="179895" y="1356877"/>
                      <a:pt x="161195" y="1366601"/>
                    </a:cubicBezTo>
                    <a:cubicBezTo>
                      <a:pt x="100606" y="1397643"/>
                      <a:pt x="54230" y="1452621"/>
                      <a:pt x="36278" y="1513210"/>
                    </a:cubicBezTo>
                    <a:close/>
                  </a:path>
                </a:pathLst>
              </a:custGeom>
              <a:solidFill>
                <a:srgbClr val="FF685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08471c0-152c-4e2f-87c9-ba1ac2c788bd" id="68" name="任意多边形: 形状 67">
                <a:extLst>
                  <a:ext uri="{FF2B5EF4-FFF2-40B4-BE49-F238E27FC236}">
                    <a16:creationId id="{8B9F4A56-B0C2-3772-74FD-7B4A8FB0EF1C}"/>
                  </a:ext>
                </a:extLst>
              </p:cNvPr>
              <p:cNvSpPr/>
              <p:nvPr/>
            </p:nvSpPr>
            <p:spPr>
              <a:xfrm flipV="false" flipH="false">
                <a:off x="8783112" y="4963757"/>
                <a:ext cx="86455" cy="342406"/>
              </a:xfrm>
              <a:custGeom>
                <a:avLst/>
                <a:gdLst>
                  <a:gd fmla="*/ 32538 w 76585" name="connsiteX0"/>
                  <a:gd fmla="*/ 303315 h 303315" name="connsiteY0"/>
                  <a:gd fmla="*/ 0 w 76585" name="connsiteX1"/>
                  <a:gd fmla="*/ 284615 h 303315" name="connsiteY1"/>
                  <a:gd fmla="*/ 16456 w 76585" name="connsiteX2"/>
                  <a:gd fmla="*/ 14586 h 303315" name="connsiteY2"/>
                  <a:gd fmla="*/ 50864 w 76585" name="connsiteX3"/>
                  <a:gd fmla="*/ 0 h 303315" name="connsiteY3"/>
                  <a:gd fmla="*/ 32538 w 76585" name="connsiteX4"/>
                  <a:gd fmla="*/ 302941 h 303315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303315" w="76585">
                    <a:moveTo>
                      <a:pt x="32538" y="303315"/>
                    </a:moveTo>
                    <a:lnTo>
                      <a:pt x="0" y="284615"/>
                    </a:lnTo>
                    <a:cubicBezTo>
                      <a:pt x="45628" y="203831"/>
                      <a:pt x="51986" y="100232"/>
                      <a:pt x="16456" y="14586"/>
                    </a:cubicBezTo>
                    <a:lnTo>
                      <a:pt x="50864" y="0"/>
                    </a:lnTo>
                    <a:cubicBezTo>
                      <a:pt x="90882" y="96118"/>
                      <a:pt x="83776" y="212433"/>
                      <a:pt x="32538" y="302941"/>
                    </a:cubicBez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de9ff23-e302-4f38-899c-a871edadd998" id="226" name="任意多边形: 形状 225">
                <a:extLst>
                  <a:ext uri="{FF2B5EF4-FFF2-40B4-BE49-F238E27FC236}">
                    <a16:creationId id="{148BA5BC-0CC7-CB7F-3C31-8448E1B5FD76}"/>
                  </a:ext>
                </a:extLst>
              </p:cNvPr>
              <p:cNvSpPr/>
              <p:nvPr/>
            </p:nvSpPr>
            <p:spPr>
              <a:xfrm flipV="false" flipH="false">
                <a:off x="9263999" y="3024160"/>
                <a:ext cx="177324" cy="452600"/>
              </a:xfrm>
              <a:custGeom>
                <a:avLst/>
                <a:gdLst>
                  <a:gd fmla="*/ 33660 w 157080" name="connsiteX0"/>
                  <a:gd fmla="*/ 0 h 400929" name="connsiteY0"/>
                  <a:gd fmla="*/ 123420 w 157080" name="connsiteX1"/>
                  <a:gd fmla="*/ 0 h 400929" name="connsiteY1"/>
                  <a:gd fmla="*/ 157081 w 157080" name="connsiteX2"/>
                  <a:gd fmla="*/ 33660 h 400929" name="connsiteY2"/>
                  <a:gd fmla="*/ 157081 w 157080" name="connsiteX3"/>
                  <a:gd fmla="*/ 367269 h 400929" name="connsiteY3"/>
                  <a:gd fmla="*/ 123420 w 157080" name="connsiteX4"/>
                  <a:gd fmla="*/ 400929 h 400929" name="connsiteY4"/>
                  <a:gd fmla="*/ 33660 w 157080" name="connsiteX5"/>
                  <a:gd fmla="*/ 400929 h 400929" name="connsiteY5"/>
                  <a:gd fmla="*/ 0 w 157080" name="connsiteX6"/>
                  <a:gd fmla="*/ 367269 h 400929" name="connsiteY6"/>
                  <a:gd fmla="*/ 0 w 157080" name="connsiteX7"/>
                  <a:gd fmla="*/ 33660 h 400929" name="connsiteY7"/>
                  <a:gd fmla="*/ 33660 w 157080" name="connsiteX8"/>
                  <a:gd fmla="*/ 0 h 400929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929" w="157080">
                    <a:moveTo>
                      <a:pt x="33660" y="0"/>
                    </a:moveTo>
                    <a:lnTo>
                      <a:pt x="123420" y="0"/>
                    </a:lnTo>
                    <a:cubicBezTo>
                      <a:pt x="142121" y="0"/>
                      <a:pt x="157081" y="14960"/>
                      <a:pt x="157081" y="33660"/>
                    </a:cubicBezTo>
                    <a:lnTo>
                      <a:pt x="157081" y="367269"/>
                    </a:lnTo>
                    <a:cubicBezTo>
                      <a:pt x="157081" y="385969"/>
                      <a:pt x="142121" y="400929"/>
                      <a:pt x="123420" y="400929"/>
                    </a:cubicBezTo>
                    <a:lnTo>
                      <a:pt x="33660" y="400929"/>
                    </a:lnTo>
                    <a:cubicBezTo>
                      <a:pt x="14960" y="400929"/>
                      <a:pt x="0" y="385969"/>
                      <a:pt x="0" y="367269"/>
                    </a:cubicBezTo>
                    <a:lnTo>
                      <a:pt x="0" y="33660"/>
                    </a:lnTo>
                    <a:cubicBezTo>
                      <a:pt x="0" y="14960"/>
                      <a:pt x="14960" y="0"/>
                      <a:pt x="33660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5b688f9-baa1-4b9d-8e3f-a68f42768d74" id="227" name="任意多边形: 形状 226">
                <a:extLst>
                  <a:ext uri="{FF2B5EF4-FFF2-40B4-BE49-F238E27FC236}">
                    <a16:creationId id="{25F8F015-7C7A-2D31-9067-037F06FB8989}"/>
                  </a:ext>
                </a:extLst>
              </p:cNvPr>
              <p:cNvSpPr/>
              <p:nvPr/>
            </p:nvSpPr>
            <p:spPr>
              <a:xfrm flipV="false" flipH="false">
                <a:off x="9319307" y="3024160"/>
                <a:ext cx="177747" cy="452600"/>
              </a:xfrm>
              <a:custGeom>
                <a:avLst/>
                <a:gdLst>
                  <a:gd fmla="*/ 24310 w 157454" name="connsiteX0"/>
                  <a:gd fmla="*/ 0 h 400929" name="connsiteY0"/>
                  <a:gd fmla="*/ 133144 w 157454" name="connsiteX1"/>
                  <a:gd fmla="*/ 0 h 400929" name="connsiteY1"/>
                  <a:gd fmla="*/ 157455 w 157454" name="connsiteX2"/>
                  <a:gd fmla="*/ 24310 h 400929" name="connsiteY2"/>
                  <a:gd fmla="*/ 157455 w 157454" name="connsiteX3"/>
                  <a:gd fmla="*/ 376619 h 400929" name="connsiteY3"/>
                  <a:gd fmla="*/ 133144 w 157454" name="connsiteX4"/>
                  <a:gd fmla="*/ 400929 h 400929" name="connsiteY4"/>
                  <a:gd fmla="*/ 24310 w 157454" name="connsiteX5"/>
                  <a:gd fmla="*/ 400929 h 400929" name="connsiteY5"/>
                  <a:gd fmla="*/ 0 w 157454" name="connsiteX6"/>
                  <a:gd fmla="*/ 376619 h 400929" name="connsiteY6"/>
                  <a:gd fmla="*/ 0 w 157454" name="connsiteX7"/>
                  <a:gd fmla="*/ 24310 h 400929" name="connsiteY7"/>
                  <a:gd fmla="*/ 24310 w 157454" name="connsiteX8"/>
                  <a:gd fmla="*/ 0 h 400929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929" w="157454">
                    <a:moveTo>
                      <a:pt x="24310" y="0"/>
                    </a:moveTo>
                    <a:lnTo>
                      <a:pt x="133144" y="0"/>
                    </a:lnTo>
                    <a:cubicBezTo>
                      <a:pt x="146609" y="0"/>
                      <a:pt x="157455" y="10846"/>
                      <a:pt x="157455" y="24310"/>
                    </a:cubicBezTo>
                    <a:lnTo>
                      <a:pt x="157455" y="376619"/>
                    </a:lnTo>
                    <a:cubicBezTo>
                      <a:pt x="157455" y="390083"/>
                      <a:pt x="146609" y="400929"/>
                      <a:pt x="133144" y="400929"/>
                    </a:cubicBezTo>
                    <a:lnTo>
                      <a:pt x="24310" y="400929"/>
                    </a:lnTo>
                    <a:cubicBezTo>
                      <a:pt x="10846" y="400929"/>
                      <a:pt x="0" y="390083"/>
                      <a:pt x="0" y="376619"/>
                    </a:cubicBezTo>
                    <a:lnTo>
                      <a:pt x="0" y="24310"/>
                    </a:lnTo>
                    <a:cubicBezTo>
                      <a:pt x="0" y="10846"/>
                      <a:pt x="10846" y="0"/>
                      <a:pt x="243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5294500-5b0f-4c7b-83ea-f73f24272486" id="224" name="任意多边形: 形状 223">
                <a:extLst>
                  <a:ext uri="{FF2B5EF4-FFF2-40B4-BE49-F238E27FC236}">
                    <a16:creationId id="{6C2703AF-069B-B1EB-229B-5F6C1742E6E9}"/>
                  </a:ext>
                </a:extLst>
              </p:cNvPr>
              <p:cNvSpPr/>
              <p:nvPr/>
            </p:nvSpPr>
            <p:spPr>
              <a:xfrm flipV="false" flipH="false">
                <a:off x="9011523" y="3024160"/>
                <a:ext cx="177747" cy="452600"/>
              </a:xfrm>
              <a:custGeom>
                <a:avLst/>
                <a:gdLst>
                  <a:gd fmla="*/ 34034 w 157454" name="connsiteX0"/>
                  <a:gd fmla="*/ 0 h 400929" name="connsiteY0"/>
                  <a:gd fmla="*/ 123795 w 157454" name="connsiteX1"/>
                  <a:gd fmla="*/ 0 h 400929" name="connsiteY1"/>
                  <a:gd fmla="*/ 157455 w 157454" name="connsiteX2"/>
                  <a:gd fmla="*/ 33660 h 400929" name="connsiteY2"/>
                  <a:gd fmla="*/ 157455 w 157454" name="connsiteX3"/>
                  <a:gd fmla="*/ 367269 h 400929" name="connsiteY3"/>
                  <a:gd fmla="*/ 123795 w 157454" name="connsiteX4"/>
                  <a:gd fmla="*/ 400929 h 400929" name="connsiteY4"/>
                  <a:gd fmla="*/ 33660 w 157454" name="connsiteX5"/>
                  <a:gd fmla="*/ 400929 h 400929" name="connsiteY5"/>
                  <a:gd fmla="*/ 0 w 157454" name="connsiteX6"/>
                  <a:gd fmla="*/ 367269 h 400929" name="connsiteY6"/>
                  <a:gd fmla="*/ 0 w 157454" name="connsiteX7"/>
                  <a:gd fmla="*/ 33660 h 400929" name="connsiteY7"/>
                  <a:gd fmla="*/ 33660 w 157454" name="connsiteX8"/>
                  <a:gd fmla="*/ 0 h 400929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929" w="157454">
                    <a:moveTo>
                      <a:pt x="34034" y="0"/>
                    </a:moveTo>
                    <a:lnTo>
                      <a:pt x="123795" y="0"/>
                    </a:lnTo>
                    <a:cubicBezTo>
                      <a:pt x="142495" y="0"/>
                      <a:pt x="157455" y="14960"/>
                      <a:pt x="157455" y="33660"/>
                    </a:cubicBezTo>
                    <a:lnTo>
                      <a:pt x="157455" y="367269"/>
                    </a:lnTo>
                    <a:cubicBezTo>
                      <a:pt x="157455" y="385969"/>
                      <a:pt x="142495" y="400929"/>
                      <a:pt x="123795" y="400929"/>
                    </a:cubicBezTo>
                    <a:lnTo>
                      <a:pt x="33660" y="400929"/>
                    </a:lnTo>
                    <a:cubicBezTo>
                      <a:pt x="14960" y="400929"/>
                      <a:pt x="0" y="385969"/>
                      <a:pt x="0" y="367269"/>
                    </a:cubicBezTo>
                    <a:lnTo>
                      <a:pt x="0" y="33660"/>
                    </a:lnTo>
                    <a:cubicBezTo>
                      <a:pt x="0" y="14960"/>
                      <a:pt x="14960" y="0"/>
                      <a:pt x="33660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786e13f-5527-4df5-96c2-73785bc3f6ce" id="225" name="任意多边形: 形状 224">
                <a:extLst>
                  <a:ext uri="{FF2B5EF4-FFF2-40B4-BE49-F238E27FC236}">
                    <a16:creationId id="{2C3CC73C-5FD8-8E2C-C5C1-4757A6BD7A21}"/>
                  </a:ext>
                </a:extLst>
              </p:cNvPr>
              <p:cNvSpPr/>
              <p:nvPr/>
            </p:nvSpPr>
            <p:spPr>
              <a:xfrm flipV="false" flipH="false">
                <a:off x="9067676" y="3024160"/>
                <a:ext cx="177324" cy="452600"/>
              </a:xfrm>
              <a:custGeom>
                <a:avLst/>
                <a:gdLst>
                  <a:gd fmla="*/ 23562 w 157080" name="connsiteX0"/>
                  <a:gd fmla="*/ 0 h 400929" name="connsiteY0"/>
                  <a:gd fmla="*/ 133145 w 157080" name="connsiteX1"/>
                  <a:gd fmla="*/ 0 h 400929" name="connsiteY1"/>
                  <a:gd fmla="*/ 157081 w 157080" name="connsiteX2"/>
                  <a:gd fmla="*/ 23936 h 400929" name="connsiteY2"/>
                  <a:gd fmla="*/ 157081 w 157080" name="connsiteX3"/>
                  <a:gd fmla="*/ 376993 h 400929" name="connsiteY3"/>
                  <a:gd fmla="*/ 133145 w 157080" name="connsiteX4"/>
                  <a:gd fmla="*/ 400929 h 400929" name="connsiteY4"/>
                  <a:gd fmla="*/ 23562 w 157080" name="connsiteX5"/>
                  <a:gd fmla="*/ 400929 h 400929" name="connsiteY5"/>
                  <a:gd fmla="*/ 0 w 157080" name="connsiteX6"/>
                  <a:gd fmla="*/ 377367 h 400929" name="connsiteY6"/>
                  <a:gd fmla="*/ 0 w 157080" name="connsiteX7"/>
                  <a:gd fmla="*/ 24310 h 400929" name="connsiteY7"/>
                  <a:gd fmla="*/ 23936 w 157080" name="connsiteX8"/>
                  <a:gd fmla="*/ 374 h 400929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929" w="157080">
                    <a:moveTo>
                      <a:pt x="23562" y="0"/>
                    </a:moveTo>
                    <a:lnTo>
                      <a:pt x="133145" y="0"/>
                    </a:lnTo>
                    <a:cubicBezTo>
                      <a:pt x="146235" y="0"/>
                      <a:pt x="157081" y="10846"/>
                      <a:pt x="157081" y="23936"/>
                    </a:cubicBezTo>
                    <a:lnTo>
                      <a:pt x="157081" y="376993"/>
                    </a:lnTo>
                    <a:cubicBezTo>
                      <a:pt x="157081" y="390083"/>
                      <a:pt x="146235" y="400929"/>
                      <a:pt x="133145" y="400929"/>
                    </a:cubicBezTo>
                    <a:lnTo>
                      <a:pt x="23562" y="400929"/>
                    </a:lnTo>
                    <a:cubicBezTo>
                      <a:pt x="10472" y="400929"/>
                      <a:pt x="0" y="390457"/>
                      <a:pt x="0" y="377367"/>
                    </a:cubicBezTo>
                    <a:lnTo>
                      <a:pt x="0" y="24310"/>
                    </a:lnTo>
                    <a:cubicBezTo>
                      <a:pt x="0" y="11220"/>
                      <a:pt x="10846" y="374"/>
                      <a:pt x="23936" y="374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cf4e6e0-2ac4-4527-9fef-33a482ee9dd8" id="222" name="任意多边形: 形状 221">
                <a:extLst>
                  <a:ext uri="{FF2B5EF4-FFF2-40B4-BE49-F238E27FC236}">
                    <a16:creationId id="{EA8C9CEF-D55C-38C8-0F0B-DAC8FCF8EB6B}"/>
                  </a:ext>
                </a:extLst>
              </p:cNvPr>
              <p:cNvSpPr/>
              <p:nvPr/>
            </p:nvSpPr>
            <p:spPr>
              <a:xfrm flipV="false" flipH="false">
                <a:off x="8759468" y="3024160"/>
                <a:ext cx="177324" cy="452600"/>
              </a:xfrm>
              <a:custGeom>
                <a:avLst/>
                <a:gdLst>
                  <a:gd fmla="*/ 33660 w 157080" name="connsiteX0"/>
                  <a:gd fmla="*/ 0 h 400929" name="connsiteY0"/>
                  <a:gd fmla="*/ 123420 w 157080" name="connsiteX1"/>
                  <a:gd fmla="*/ 0 h 400929" name="connsiteY1"/>
                  <a:gd fmla="*/ 157081 w 157080" name="connsiteX2"/>
                  <a:gd fmla="*/ 33660 h 400929" name="connsiteY2"/>
                  <a:gd fmla="*/ 157081 w 157080" name="connsiteX3"/>
                  <a:gd fmla="*/ 367269 h 400929" name="connsiteY3"/>
                  <a:gd fmla="*/ 123420 w 157080" name="connsiteX4"/>
                  <a:gd fmla="*/ 400929 h 400929" name="connsiteY4"/>
                  <a:gd fmla="*/ 33660 w 157080" name="connsiteX5"/>
                  <a:gd fmla="*/ 400929 h 400929" name="connsiteY5"/>
                  <a:gd fmla="*/ 0 w 157080" name="connsiteX6"/>
                  <a:gd fmla="*/ 367269 h 400929" name="connsiteY6"/>
                  <a:gd fmla="*/ 0 w 157080" name="connsiteX7"/>
                  <a:gd fmla="*/ 33660 h 400929" name="connsiteY7"/>
                  <a:gd fmla="*/ 33660 w 157080" name="connsiteX8"/>
                  <a:gd fmla="*/ 0 h 400929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929" w="157080">
                    <a:moveTo>
                      <a:pt x="33660" y="0"/>
                    </a:moveTo>
                    <a:lnTo>
                      <a:pt x="123420" y="0"/>
                    </a:lnTo>
                    <a:cubicBezTo>
                      <a:pt x="142121" y="0"/>
                      <a:pt x="157081" y="14960"/>
                      <a:pt x="157081" y="33660"/>
                    </a:cubicBezTo>
                    <a:lnTo>
                      <a:pt x="157081" y="367269"/>
                    </a:lnTo>
                    <a:cubicBezTo>
                      <a:pt x="157081" y="385969"/>
                      <a:pt x="142121" y="400929"/>
                      <a:pt x="123420" y="400929"/>
                    </a:cubicBezTo>
                    <a:lnTo>
                      <a:pt x="33660" y="400929"/>
                    </a:lnTo>
                    <a:cubicBezTo>
                      <a:pt x="14960" y="400929"/>
                      <a:pt x="0" y="385969"/>
                      <a:pt x="0" y="367269"/>
                    </a:cubicBezTo>
                    <a:lnTo>
                      <a:pt x="0" y="33660"/>
                    </a:lnTo>
                    <a:cubicBezTo>
                      <a:pt x="0" y="14960"/>
                      <a:pt x="14960" y="0"/>
                      <a:pt x="33660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d331e00-1524-4423-922b-7f40eea720ce" id="223" name="任意多边形: 形状 222">
                <a:extLst>
                  <a:ext uri="{FF2B5EF4-FFF2-40B4-BE49-F238E27FC236}">
                    <a16:creationId id="{20CB4931-3FE8-3F0A-AA89-403853F4BCA6}"/>
                  </a:ext>
                </a:extLst>
              </p:cNvPr>
              <p:cNvSpPr/>
              <p:nvPr/>
            </p:nvSpPr>
            <p:spPr>
              <a:xfrm flipV="false" flipH="false">
                <a:off x="8815199" y="3024160"/>
                <a:ext cx="177324" cy="452600"/>
              </a:xfrm>
              <a:custGeom>
                <a:avLst/>
                <a:gdLst>
                  <a:gd fmla="*/ 23562 w 157080" name="connsiteX0"/>
                  <a:gd fmla="*/ 0 h 400929" name="connsiteY0"/>
                  <a:gd fmla="*/ 133893 w 157080" name="connsiteX1"/>
                  <a:gd fmla="*/ 0 h 400929" name="connsiteY1"/>
                  <a:gd fmla="*/ 157081 w 157080" name="connsiteX2"/>
                  <a:gd fmla="*/ 23188 h 400929" name="connsiteY2"/>
                  <a:gd fmla="*/ 157081 w 157080" name="connsiteX3"/>
                  <a:gd fmla="*/ 377367 h 400929" name="connsiteY3"/>
                  <a:gd fmla="*/ 133518 w 157080" name="connsiteX4"/>
                  <a:gd fmla="*/ 400929 h 400929" name="connsiteY4"/>
                  <a:gd fmla="*/ 23188 w 157080" name="connsiteX5"/>
                  <a:gd fmla="*/ 400929 h 400929" name="connsiteY5"/>
                  <a:gd fmla="*/ 0 w 157080" name="connsiteX6"/>
                  <a:gd fmla="*/ 377741 h 400929" name="connsiteY6"/>
                  <a:gd fmla="*/ 0 w 157080" name="connsiteX7"/>
                  <a:gd fmla="*/ 23562 h 400929" name="connsiteY7"/>
                  <a:gd fmla="*/ 23562 w 157080" name="connsiteX8"/>
                  <a:gd fmla="*/ 0 h 400929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929" w="157080">
                    <a:moveTo>
                      <a:pt x="23562" y="0"/>
                    </a:moveTo>
                    <a:lnTo>
                      <a:pt x="133893" y="0"/>
                    </a:lnTo>
                    <a:cubicBezTo>
                      <a:pt x="146609" y="0"/>
                      <a:pt x="157081" y="10472"/>
                      <a:pt x="157081" y="23188"/>
                    </a:cubicBezTo>
                    <a:lnTo>
                      <a:pt x="157081" y="377367"/>
                    </a:lnTo>
                    <a:cubicBezTo>
                      <a:pt x="157081" y="390457"/>
                      <a:pt x="146609" y="400929"/>
                      <a:pt x="133518" y="400929"/>
                    </a:cubicBezTo>
                    <a:lnTo>
                      <a:pt x="23188" y="400929"/>
                    </a:lnTo>
                    <a:cubicBezTo>
                      <a:pt x="10472" y="400929"/>
                      <a:pt x="0" y="390457"/>
                      <a:pt x="0" y="377741"/>
                    </a:cubicBezTo>
                    <a:lnTo>
                      <a:pt x="0" y="23562"/>
                    </a:lnTo>
                    <a:cubicBezTo>
                      <a:pt x="0" y="10472"/>
                      <a:pt x="10472" y="0"/>
                      <a:pt x="235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62ab9e0-0392-404d-a545-3c18acdf05ee" id="220" name="任意多边形: 形状 219">
                <a:extLst>
                  <a:ext uri="{FF2B5EF4-FFF2-40B4-BE49-F238E27FC236}">
                    <a16:creationId id="{82B58B78-9676-475A-87F2-9FD8BD14AA73}"/>
                  </a:ext>
                </a:extLst>
              </p:cNvPr>
              <p:cNvSpPr/>
              <p:nvPr/>
            </p:nvSpPr>
            <p:spPr>
              <a:xfrm flipV="false" flipH="false">
                <a:off x="8601565" y="3024160"/>
                <a:ext cx="83174" cy="452178"/>
              </a:xfrm>
              <a:custGeom>
                <a:avLst/>
                <a:gdLst>
                  <a:gd fmla="*/ 0 w 73678" name="connsiteX0"/>
                  <a:gd fmla="*/ 0 h 400555" name="connsiteY0"/>
                  <a:gd fmla="*/ 40018 w 73678" name="connsiteX1"/>
                  <a:gd fmla="*/ 0 h 400555" name="connsiteY1"/>
                  <a:gd fmla="*/ 73678 w 73678" name="connsiteX2"/>
                  <a:gd fmla="*/ 33660 h 400555" name="connsiteY2"/>
                  <a:gd fmla="*/ 73678 w 73678" name="connsiteX3"/>
                  <a:gd fmla="*/ 366895 h 400555" name="connsiteY3"/>
                  <a:gd fmla="*/ 40018 w 73678" name="connsiteX4"/>
                  <a:gd fmla="*/ 400556 h 400555" name="connsiteY4"/>
                  <a:gd fmla="*/ 0 w 73678" name="connsiteX5"/>
                  <a:gd fmla="*/ 400556 h 400555" name="connsiteY5"/>
                  <a:gd fmla="*/ 0 w 73678" name="connsiteX6"/>
                  <a:gd fmla="*/ 0 h 400555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400555" w="73678">
                    <a:moveTo>
                      <a:pt x="0" y="0"/>
                    </a:moveTo>
                    <a:lnTo>
                      <a:pt x="40018" y="0"/>
                    </a:lnTo>
                    <a:cubicBezTo>
                      <a:pt x="58718" y="0"/>
                      <a:pt x="73678" y="14960"/>
                      <a:pt x="73678" y="33660"/>
                    </a:cubicBezTo>
                    <a:lnTo>
                      <a:pt x="73678" y="366895"/>
                    </a:lnTo>
                    <a:cubicBezTo>
                      <a:pt x="73678" y="385595"/>
                      <a:pt x="58718" y="400556"/>
                      <a:pt x="40018" y="400556"/>
                    </a:cubicBezTo>
                    <a:lnTo>
                      <a:pt x="0" y="4005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345192a-c3a6-42b9-98da-0d90cf7c45d2" id="221" name="任意多边形: 形状 220">
                <a:extLst>
                  <a:ext uri="{FF2B5EF4-FFF2-40B4-BE49-F238E27FC236}">
                    <a16:creationId id="{2665E46B-03D4-26C5-0A3D-BD88609800D5}"/>
                  </a:ext>
                </a:extLst>
              </p:cNvPr>
              <p:cNvSpPr/>
              <p:nvPr/>
            </p:nvSpPr>
            <p:spPr>
              <a:xfrm flipV="false" flipH="false">
                <a:off x="8601565" y="3024160"/>
                <a:ext cx="138904" cy="452178"/>
              </a:xfrm>
              <a:custGeom>
                <a:avLst/>
                <a:gdLst>
                  <a:gd fmla="*/ 0 w 123046" name="connsiteX0"/>
                  <a:gd fmla="*/ 0 h 400555" name="connsiteY0"/>
                  <a:gd fmla="*/ 100232 w 123046" name="connsiteX1"/>
                  <a:gd fmla="*/ 0 h 400555" name="connsiteY1"/>
                  <a:gd fmla="*/ 123046 w 123046" name="connsiteX2"/>
                  <a:gd fmla="*/ 22814 h 400555" name="connsiteY2"/>
                  <a:gd fmla="*/ 123046 w 123046" name="connsiteX3"/>
                  <a:gd fmla="*/ 377741 h 400555" name="connsiteY3"/>
                  <a:gd fmla="*/ 100232 w 123046" name="connsiteX4"/>
                  <a:gd fmla="*/ 400556 h 400555" name="connsiteY4"/>
                  <a:gd fmla="*/ 0 w 123046" name="connsiteX5"/>
                  <a:gd fmla="*/ 400556 h 400555" name="connsiteY5"/>
                  <a:gd fmla="*/ 0 w 123046" name="connsiteX6"/>
                  <a:gd fmla="*/ 0 h 400555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400555" w="123046">
                    <a:moveTo>
                      <a:pt x="0" y="0"/>
                    </a:moveTo>
                    <a:lnTo>
                      <a:pt x="100232" y="0"/>
                    </a:lnTo>
                    <a:cubicBezTo>
                      <a:pt x="112948" y="0"/>
                      <a:pt x="123046" y="10098"/>
                      <a:pt x="123046" y="22814"/>
                    </a:cubicBezTo>
                    <a:lnTo>
                      <a:pt x="123046" y="377741"/>
                    </a:lnTo>
                    <a:cubicBezTo>
                      <a:pt x="123046" y="390457"/>
                      <a:pt x="112948" y="400556"/>
                      <a:pt x="100232" y="400556"/>
                    </a:cubicBezTo>
                    <a:lnTo>
                      <a:pt x="0" y="4005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36ec867-41d8-4e14-ac98-81ff1c72ca4f" id="215" name="任意多边形: 形状 214">
                <a:extLst>
                  <a:ext uri="{FF2B5EF4-FFF2-40B4-BE49-F238E27FC236}">
                    <a16:creationId id="{9B46838B-77B2-1D82-987D-F8B0AEFC5411}"/>
                  </a:ext>
                </a:extLst>
              </p:cNvPr>
              <p:cNvSpPr/>
              <p:nvPr/>
            </p:nvSpPr>
            <p:spPr>
              <a:xfrm flipV="false" flipH="false">
                <a:off x="9341262" y="3054981"/>
                <a:ext cx="67130" cy="21532"/>
              </a:xfrm>
              <a:custGeom>
                <a:avLst/>
                <a:gdLst>
                  <a:gd fmla="*/ 9350 w 59466" name="connsiteX0"/>
                  <a:gd fmla="*/ 19074 h 19074" name="connsiteY0"/>
                  <a:gd fmla="*/ 50116 w 59466" name="connsiteX1"/>
                  <a:gd fmla="*/ 19074 h 19074" name="connsiteY1"/>
                  <a:gd fmla="*/ 59466 w 59466" name="connsiteX2"/>
                  <a:gd fmla="*/ 9724 h 19074" name="connsiteY2"/>
                  <a:gd fmla="*/ 50116 w 59466" name="connsiteX3"/>
                  <a:gd fmla="*/ 0 h 19074" name="connsiteY3"/>
                  <a:gd fmla="*/ 9350 w 59466" name="connsiteX4"/>
                  <a:gd fmla="*/ 0 h 19074" name="connsiteY4"/>
                  <a:gd fmla="*/ 0 w 59466" name="connsiteX5"/>
                  <a:gd fmla="*/ 9350 h 19074" name="connsiteY5"/>
                  <a:gd fmla="*/ 9350 w 59466" name="connsiteX6"/>
                  <a:gd fmla="*/ 19074 h 19074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9074" w="59466">
                    <a:moveTo>
                      <a:pt x="9350" y="19074"/>
                    </a:moveTo>
                    <a:lnTo>
                      <a:pt x="50116" y="19074"/>
                    </a:lnTo>
                    <a:cubicBezTo>
                      <a:pt x="55352" y="19074"/>
                      <a:pt x="59466" y="14960"/>
                      <a:pt x="59466" y="9724"/>
                    </a:cubicBezTo>
                    <a:cubicBezTo>
                      <a:pt x="59466" y="4488"/>
                      <a:pt x="55352" y="0"/>
                      <a:pt x="50116" y="0"/>
                    </a:cubicBezTo>
                    <a:lnTo>
                      <a:pt x="9350" y="0"/>
                    </a:lnTo>
                    <a:cubicBezTo>
                      <a:pt x="4114" y="0"/>
                      <a:pt x="0" y="4114"/>
                      <a:pt x="0" y="9350"/>
                    </a:cubicBezTo>
                    <a:cubicBezTo>
                      <a:pt x="0" y="14586"/>
                      <a:pt x="4114" y="19074"/>
                      <a:pt x="9350" y="19074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7cf2818-ca36-42b2-8bec-6361996daa2e" id="216" name="任意多边形: 形状 215">
                <a:extLst>
                  <a:ext uri="{FF2B5EF4-FFF2-40B4-BE49-F238E27FC236}">
                    <a16:creationId id="{0E032879-078B-0448-F4EC-F20768161304}"/>
                  </a:ext>
                </a:extLst>
              </p:cNvPr>
              <p:cNvSpPr/>
              <p:nvPr/>
            </p:nvSpPr>
            <p:spPr>
              <a:xfrm flipV="false" flipH="false">
                <a:off x="9086252" y="3061314"/>
                <a:ext cx="28287" cy="212367"/>
              </a:xfrm>
              <a:custGeom>
                <a:avLst/>
                <a:gdLst>
                  <a:gd fmla="*/ 12342 w 25058" name="connsiteX0"/>
                  <a:gd fmla="*/ 188123 h 188122" name="connsiteY0"/>
                  <a:gd fmla="*/ 12716 w 25058" name="connsiteX1"/>
                  <a:gd fmla="*/ 188123 h 188122" name="connsiteY1"/>
                  <a:gd fmla="*/ 25058 w 25058" name="connsiteX2"/>
                  <a:gd fmla="*/ 175781 h 188122" name="connsiteY2"/>
                  <a:gd fmla="*/ 25058 w 25058" name="connsiteX3"/>
                  <a:gd fmla="*/ 12342 h 188122" name="connsiteY3"/>
                  <a:gd fmla="*/ 12716 w 25058" name="connsiteX4"/>
                  <a:gd fmla="*/ 0 h 188122" name="connsiteY4"/>
                  <a:gd fmla="*/ 0 w 25058" name="connsiteX5"/>
                  <a:gd fmla="*/ 12342 h 188122" name="connsiteY5"/>
                  <a:gd fmla="*/ 0 w 25058" name="connsiteX6"/>
                  <a:gd fmla="*/ 175781 h 188122" name="connsiteY6"/>
                  <a:gd fmla="*/ 12342 w 25058" name="connsiteX7"/>
                  <a:gd fmla="*/ 188123 h 188122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88122" w="25058">
                    <a:moveTo>
                      <a:pt x="12342" y="188123"/>
                    </a:moveTo>
                    <a:lnTo>
                      <a:pt x="12716" y="188123"/>
                    </a:lnTo>
                    <a:cubicBezTo>
                      <a:pt x="19448" y="188123"/>
                      <a:pt x="25058" y="182513"/>
                      <a:pt x="25058" y="175781"/>
                    </a:cubicBezTo>
                    <a:lnTo>
                      <a:pt x="25058" y="12342"/>
                    </a:lnTo>
                    <a:cubicBezTo>
                      <a:pt x="25058" y="5610"/>
                      <a:pt x="19448" y="0"/>
                      <a:pt x="12716" y="0"/>
                    </a:cubicBezTo>
                    <a:cubicBezTo>
                      <a:pt x="5984" y="0"/>
                      <a:pt x="0" y="5610"/>
                      <a:pt x="0" y="12342"/>
                    </a:cubicBezTo>
                    <a:lnTo>
                      <a:pt x="0" y="175781"/>
                    </a:lnTo>
                    <a:cubicBezTo>
                      <a:pt x="0" y="182513"/>
                      <a:pt x="5610" y="188123"/>
                      <a:pt x="12342" y="188123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7ee9198-c512-47ed-b789-ff3d488418b3" id="217" name="任意多边形: 形状 216">
                <a:extLst>
                  <a:ext uri="{FF2B5EF4-FFF2-40B4-BE49-F238E27FC236}">
                    <a16:creationId id="{6B6CC680-3B86-39A3-CC7A-B8E5D6639D8C}"/>
                  </a:ext>
                </a:extLst>
              </p:cNvPr>
              <p:cNvSpPr/>
              <p:nvPr/>
            </p:nvSpPr>
            <p:spPr>
              <a:xfrm flipV="false" flipH="false">
                <a:off x="8916105" y="3065536"/>
                <a:ext cx="53197" cy="20266"/>
              </a:xfrm>
              <a:custGeom>
                <a:avLst/>
                <a:gdLst>
                  <a:gd fmla="*/ 8976 w 47124" name="connsiteX0"/>
                  <a:gd fmla="*/ 17952 h 17952" name="connsiteY0"/>
                  <a:gd fmla="*/ 38148 w 47124" name="connsiteX1"/>
                  <a:gd fmla="*/ 17952 h 17952" name="connsiteY1"/>
                  <a:gd fmla="*/ 47124 w 47124" name="connsiteX2"/>
                  <a:gd fmla="*/ 8976 h 17952" name="connsiteY2"/>
                  <a:gd fmla="*/ 38148 w 47124" name="connsiteX3"/>
                  <a:gd fmla="*/ 0 h 17952" name="connsiteY3"/>
                  <a:gd fmla="*/ 8976 w 47124" name="connsiteX4"/>
                  <a:gd fmla="*/ 0 h 17952" name="connsiteY4"/>
                  <a:gd fmla="*/ 0 w 47124" name="connsiteX5"/>
                  <a:gd fmla="*/ 8976 h 17952" name="connsiteY5"/>
                  <a:gd fmla="*/ 8976 w 47124" name="connsiteX6"/>
                  <a:gd fmla="*/ 17952 h 1795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7952" w="47124">
                    <a:moveTo>
                      <a:pt x="8976" y="17952"/>
                    </a:moveTo>
                    <a:lnTo>
                      <a:pt x="38148" y="17952"/>
                    </a:lnTo>
                    <a:cubicBezTo>
                      <a:pt x="43010" y="17952"/>
                      <a:pt x="47124" y="13838"/>
                      <a:pt x="47124" y="8976"/>
                    </a:cubicBezTo>
                    <a:cubicBezTo>
                      <a:pt x="47124" y="4114"/>
                      <a:pt x="43010" y="0"/>
                      <a:pt x="38148" y="0"/>
                    </a:cubicBezTo>
                    <a:lnTo>
                      <a:pt x="8976" y="0"/>
                    </a:lnTo>
                    <a:cubicBezTo>
                      <a:pt x="4114" y="0"/>
                      <a:pt x="0" y="4114"/>
                      <a:pt x="0" y="8976"/>
                    </a:cubicBezTo>
                    <a:cubicBezTo>
                      <a:pt x="0" y="13838"/>
                      <a:pt x="4114" y="17952"/>
                      <a:pt x="8976" y="17952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8118bc1-4bc4-4905-9491-b4d004305a1e" id="218" name="任意多边形: 形状 217">
                <a:extLst>
                  <a:ext uri="{FF2B5EF4-FFF2-40B4-BE49-F238E27FC236}">
                    <a16:creationId id="{0DF61333-8ADC-6201-E687-6E982E8F6807}"/>
                  </a:ext>
                </a:extLst>
              </p:cNvPr>
              <p:cNvSpPr/>
              <p:nvPr/>
            </p:nvSpPr>
            <p:spPr>
              <a:xfrm rot="10800000" flipV="false" flipH="false">
                <a:off x="8829553" y="3374165"/>
                <a:ext cx="29132" cy="70930"/>
              </a:xfrm>
              <a:custGeom>
                <a:avLst/>
                <a:gdLst>
                  <a:gd fmla="*/ 13090 w 25806" name="connsiteX0"/>
                  <a:gd fmla="*/ 0 h 62832" name="connsiteY0"/>
                  <a:gd fmla="*/ 25806 w 25806" name="connsiteX1"/>
                  <a:gd fmla="*/ 12716 h 62832" name="connsiteY1"/>
                  <a:gd fmla="*/ 25806 w 25806" name="connsiteX2"/>
                  <a:gd fmla="*/ 50116 h 62832" name="connsiteY2"/>
                  <a:gd fmla="*/ 13090 w 25806" name="connsiteX3"/>
                  <a:gd fmla="*/ 62832 h 62832" name="connsiteY3"/>
                  <a:gd fmla="*/ 12716 w 25806" name="connsiteX4"/>
                  <a:gd fmla="*/ 62832 h 62832" name="connsiteY4"/>
                  <a:gd fmla="*/ 0 w 25806" name="connsiteX5"/>
                  <a:gd fmla="*/ 50116 h 62832" name="connsiteY5"/>
                  <a:gd fmla="*/ 0 w 25806" name="connsiteX6"/>
                  <a:gd fmla="*/ 12716 h 62832" name="connsiteY6"/>
                  <a:gd fmla="*/ 12716 w 25806" name="connsiteX7"/>
                  <a:gd fmla="*/ 0 h 62832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62832" w="25806">
                    <a:moveTo>
                      <a:pt x="13090" y="0"/>
                    </a:moveTo>
                    <a:cubicBezTo>
                      <a:pt x="20113" y="0"/>
                      <a:pt x="25806" y="5693"/>
                      <a:pt x="25806" y="12716"/>
                    </a:cubicBezTo>
                    <a:lnTo>
                      <a:pt x="25806" y="50116"/>
                    </a:lnTo>
                    <a:cubicBezTo>
                      <a:pt x="25806" y="57139"/>
                      <a:pt x="20113" y="62832"/>
                      <a:pt x="13090" y="62832"/>
                    </a:cubicBezTo>
                    <a:lnTo>
                      <a:pt x="12716" y="62832"/>
                    </a:lnTo>
                    <a:cubicBezTo>
                      <a:pt x="5693" y="62832"/>
                      <a:pt x="0" y="57139"/>
                      <a:pt x="0" y="50116"/>
                    </a:cubicBezTo>
                    <a:lnTo>
                      <a:pt x="0" y="12716"/>
                    </a:lnTo>
                    <a:cubicBezTo>
                      <a:pt x="0" y="5693"/>
                      <a:pt x="5693" y="0"/>
                      <a:pt x="12716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a68c8b2-50d3-470c-9050-cc6a9dbb5893" id="219" name="任意多边形: 形状 218">
                <a:extLst>
                  <a:ext uri="{FF2B5EF4-FFF2-40B4-BE49-F238E27FC236}">
                    <a16:creationId id="{8EF51A2A-245C-B569-3703-CAFB14CAE9F3}"/>
                  </a:ext>
                </a:extLst>
              </p:cNvPr>
              <p:cNvSpPr/>
              <p:nvPr/>
            </p:nvSpPr>
            <p:spPr>
              <a:xfrm flipV="false" flipH="false">
                <a:off x="8699093" y="3076513"/>
                <a:ext cx="20688" cy="97106"/>
              </a:xfrm>
              <a:custGeom>
                <a:avLst/>
                <a:gdLst>
                  <a:gd fmla="*/ 8976 w 18326" name="connsiteX0"/>
                  <a:gd fmla="*/ 86020 h 86020" name="connsiteY0"/>
                  <a:gd fmla="*/ 18326 w 18326" name="connsiteX1"/>
                  <a:gd fmla="*/ 77044 h 86020" name="connsiteY1"/>
                  <a:gd fmla="*/ 18326 w 18326" name="connsiteX2"/>
                  <a:gd fmla="*/ 8976 h 86020" name="connsiteY2"/>
                  <a:gd fmla="*/ 9350 w 18326" name="connsiteX3"/>
                  <a:gd fmla="*/ 0 h 86020" name="connsiteY3"/>
                  <a:gd fmla="*/ 0 w 18326" name="connsiteX4"/>
                  <a:gd fmla="*/ 8976 h 86020" name="connsiteY4"/>
                  <a:gd fmla="*/ 0 w 18326" name="connsiteX5"/>
                  <a:gd fmla="*/ 77044 h 86020" name="connsiteY5"/>
                  <a:gd fmla="*/ 8976 w 18326" name="connsiteX6"/>
                  <a:gd fmla="*/ 86020 h 86020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86020" w="18326">
                    <a:moveTo>
                      <a:pt x="8976" y="86020"/>
                    </a:moveTo>
                    <a:cubicBezTo>
                      <a:pt x="13838" y="86020"/>
                      <a:pt x="18326" y="81906"/>
                      <a:pt x="18326" y="77044"/>
                    </a:cubicBezTo>
                    <a:lnTo>
                      <a:pt x="18326" y="8976"/>
                    </a:lnTo>
                    <a:cubicBezTo>
                      <a:pt x="18326" y="4114"/>
                      <a:pt x="14212" y="0"/>
                      <a:pt x="9350" y="0"/>
                    </a:cubicBezTo>
                    <a:cubicBezTo>
                      <a:pt x="4488" y="0"/>
                      <a:pt x="0" y="4114"/>
                      <a:pt x="0" y="8976"/>
                    </a:cubicBezTo>
                    <a:lnTo>
                      <a:pt x="0" y="77044"/>
                    </a:lnTo>
                    <a:cubicBezTo>
                      <a:pt x="0" y="81906"/>
                      <a:pt x="4114" y="86020"/>
                      <a:pt x="8976" y="8602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dedd33e-ff66-4797-9ed9-6151163853af" id="70" name="任意多边形: 形状 69">
                <a:extLst>
                  <a:ext uri="{FF2B5EF4-FFF2-40B4-BE49-F238E27FC236}">
                    <a16:creationId id="{8CF4191A-89C3-62B4-E8AC-79816588AF5F}"/>
                  </a:ext>
                </a:extLst>
              </p:cNvPr>
              <p:cNvSpPr/>
              <p:nvPr/>
            </p:nvSpPr>
            <p:spPr>
              <a:xfrm rot="10800000" flipV="false" flipH="false">
                <a:off x="8563566" y="2375658"/>
                <a:ext cx="254165" cy="73463"/>
              </a:xfrm>
              <a:custGeom>
                <a:avLst/>
                <a:gdLst>
                  <a:gd fmla="*/ 193359 w 225148" name="connsiteX0"/>
                  <a:gd fmla="*/ 0 h 65076" name="connsiteY0"/>
                  <a:gd fmla="*/ 225149 w 225148" name="connsiteX1"/>
                  <a:gd fmla="*/ 31790 h 65076" name="connsiteY1"/>
                  <a:gd fmla="*/ 225149 w 225148" name="connsiteX2"/>
                  <a:gd fmla="*/ 33286 h 65076" name="connsiteY2"/>
                  <a:gd fmla="*/ 193359 w 225148" name="connsiteX3"/>
                  <a:gd fmla="*/ 65076 h 65076" name="connsiteY3"/>
                  <a:gd fmla="*/ 31790 w 225148" name="connsiteX4"/>
                  <a:gd fmla="*/ 65076 h 65076" name="connsiteY4"/>
                  <a:gd fmla="*/ 0 w 225148" name="connsiteX5"/>
                  <a:gd fmla="*/ 33286 h 65076" name="connsiteY5"/>
                  <a:gd fmla="*/ 0 w 225148" name="connsiteX6"/>
                  <a:gd fmla="*/ 31790 h 65076" name="connsiteY6"/>
                  <a:gd fmla="*/ 31790 w 225148" name="connsiteX7"/>
                  <a:gd fmla="*/ 0 h 65076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65076" w="225148">
                    <a:moveTo>
                      <a:pt x="193359" y="0"/>
                    </a:moveTo>
                    <a:cubicBezTo>
                      <a:pt x="210916" y="0"/>
                      <a:pt x="225149" y="14233"/>
                      <a:pt x="225149" y="31790"/>
                    </a:cubicBezTo>
                    <a:lnTo>
                      <a:pt x="225149" y="33286"/>
                    </a:lnTo>
                    <a:cubicBezTo>
                      <a:pt x="225149" y="50843"/>
                      <a:pt x="210916" y="65076"/>
                      <a:pt x="193359" y="65076"/>
                    </a:cubicBezTo>
                    <a:lnTo>
                      <a:pt x="31790" y="65076"/>
                    </a:lnTo>
                    <a:cubicBezTo>
                      <a:pt x="14233" y="65076"/>
                      <a:pt x="0" y="50843"/>
                      <a:pt x="0" y="33286"/>
                    </a:cubicBezTo>
                    <a:lnTo>
                      <a:pt x="0" y="31790"/>
                    </a:lnTo>
                    <a:cubicBezTo>
                      <a:pt x="0" y="14233"/>
                      <a:pt x="14233" y="0"/>
                      <a:pt x="31790" y="0"/>
                    </a:cubicBezTo>
                    <a:close/>
                  </a:path>
                </a:pathLst>
              </a:custGeom>
              <a:solidFill>
                <a:srgbClr val="6D76A0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eadd1a4-3e00-45ac-8690-5b73e351e4d6" id="71" name="任意多边形: 形状 70">
                <a:extLst>
                  <a:ext uri="{FF2B5EF4-FFF2-40B4-BE49-F238E27FC236}">
                    <a16:creationId id="{D9BA1E39-6C0C-6E99-D2CE-5465F6794E85}"/>
                  </a:ext>
                </a:extLst>
              </p:cNvPr>
              <p:cNvSpPr/>
              <p:nvPr/>
            </p:nvSpPr>
            <p:spPr>
              <a:xfrm flipV="false" flipH="false">
                <a:off x="8588480" y="2395081"/>
                <a:ext cx="35038" cy="35038"/>
              </a:xfrm>
              <a:custGeom>
                <a:avLst/>
                <a:gdLst>
                  <a:gd fmla="*/ 20194 w 31038" name="connsiteX0"/>
                  <a:gd fmla="*/ 746 h 31038" name="connsiteY0"/>
                  <a:gd fmla="*/ 746 w 31038" name="connsiteX1"/>
                  <a:gd fmla="*/ 10844 h 31038" name="connsiteY1"/>
                  <a:gd fmla="*/ 10844 w 31038" name="connsiteX2"/>
                  <a:gd fmla="*/ 30292 h 31038" name="connsiteY2"/>
                  <a:gd fmla="*/ 30292 w 31038" name="connsiteX3"/>
                  <a:gd fmla="*/ 20194 h 31038" name="connsiteY3"/>
                  <a:gd fmla="*/ 20194 w 31038" name="connsiteX4"/>
                  <a:gd fmla="*/ 746 h 31038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31038" w="31038">
                    <a:moveTo>
                      <a:pt x="20194" y="746"/>
                    </a:moveTo>
                    <a:cubicBezTo>
                      <a:pt x="11966" y="-1872"/>
                      <a:pt x="3364" y="2616"/>
                      <a:pt x="746" y="10844"/>
                    </a:cubicBezTo>
                    <a:cubicBezTo>
                      <a:pt x="-1872" y="19072"/>
                      <a:pt x="2616" y="27674"/>
                      <a:pt x="10844" y="30292"/>
                    </a:cubicBezTo>
                    <a:cubicBezTo>
                      <a:pt x="19072" y="32910"/>
                      <a:pt x="27674" y="28422"/>
                      <a:pt x="30292" y="20194"/>
                    </a:cubicBezTo>
                    <a:cubicBezTo>
                      <a:pt x="32910" y="11966"/>
                      <a:pt x="28422" y="3364"/>
                      <a:pt x="20194" y="746"/>
                    </a:cubicBez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d692fda-0f4f-4747-9b1c-392b8494467e" id="72" name="任意多边形: 形状 71">
                <a:extLst>
                  <a:ext uri="{FF2B5EF4-FFF2-40B4-BE49-F238E27FC236}">
                    <a16:creationId id="{402651D7-CAF1-8CAA-4A5B-FC7365156CF0}"/>
                  </a:ext>
                </a:extLst>
              </p:cNvPr>
              <p:cNvSpPr/>
              <p:nvPr/>
            </p:nvSpPr>
            <p:spPr>
              <a:xfrm flipV="false" flipH="false">
                <a:off x="8638299" y="2395081"/>
                <a:ext cx="35038" cy="35038"/>
              </a:xfrm>
              <a:custGeom>
                <a:avLst/>
                <a:gdLst>
                  <a:gd fmla="*/ 20194 w 31038" name="connsiteX0"/>
                  <a:gd fmla="*/ 746 h 31038" name="connsiteY0"/>
                  <a:gd fmla="*/ 746 w 31038" name="connsiteX1"/>
                  <a:gd fmla="*/ 10844 h 31038" name="connsiteY1"/>
                  <a:gd fmla="*/ 10844 w 31038" name="connsiteX2"/>
                  <a:gd fmla="*/ 30292 h 31038" name="connsiteY2"/>
                  <a:gd fmla="*/ 30292 w 31038" name="connsiteX3"/>
                  <a:gd fmla="*/ 20194 h 31038" name="connsiteY3"/>
                  <a:gd fmla="*/ 20194 w 31038" name="connsiteX4"/>
                  <a:gd fmla="*/ 746 h 31038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31038" w="31038">
                    <a:moveTo>
                      <a:pt x="20194" y="746"/>
                    </a:moveTo>
                    <a:cubicBezTo>
                      <a:pt x="11966" y="-1872"/>
                      <a:pt x="3364" y="2616"/>
                      <a:pt x="746" y="10844"/>
                    </a:cubicBezTo>
                    <a:cubicBezTo>
                      <a:pt x="-1872" y="19072"/>
                      <a:pt x="2616" y="27674"/>
                      <a:pt x="10844" y="30292"/>
                    </a:cubicBezTo>
                    <a:cubicBezTo>
                      <a:pt x="19072" y="32910"/>
                      <a:pt x="27674" y="28422"/>
                      <a:pt x="30292" y="20194"/>
                    </a:cubicBezTo>
                    <a:cubicBezTo>
                      <a:pt x="32910" y="11966"/>
                      <a:pt x="28422" y="3364"/>
                      <a:pt x="20194" y="746"/>
                    </a:cubicBez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a1ef537-70e2-4bb9-ad90-30bc615f8815" id="73" name="任意多边形: 形状 72">
                <a:extLst>
                  <a:ext uri="{FF2B5EF4-FFF2-40B4-BE49-F238E27FC236}">
                    <a16:creationId id="{6A5FC22B-49CE-5E31-DCBF-28B529D28550}"/>
                  </a:ext>
                </a:extLst>
              </p:cNvPr>
              <p:cNvSpPr/>
              <p:nvPr/>
            </p:nvSpPr>
            <p:spPr>
              <a:xfrm flipV="false" flipH="false">
                <a:off x="8688119" y="2395081"/>
                <a:ext cx="35037" cy="35038"/>
              </a:xfrm>
              <a:custGeom>
                <a:avLst/>
                <a:gdLst>
                  <a:gd fmla="*/ 20194 w 31037" name="connsiteX0"/>
                  <a:gd fmla="*/ 746 h 31038" name="connsiteY0"/>
                  <a:gd fmla="*/ 746 w 31037" name="connsiteX1"/>
                  <a:gd fmla="*/ 10844 h 31038" name="connsiteY1"/>
                  <a:gd fmla="*/ 10844 w 31037" name="connsiteX2"/>
                  <a:gd fmla="*/ 30292 h 31038" name="connsiteY2"/>
                  <a:gd fmla="*/ 30292 w 31037" name="connsiteX3"/>
                  <a:gd fmla="*/ 20194 h 31038" name="connsiteY3"/>
                  <a:gd fmla="*/ 20194 w 31037" name="connsiteX4"/>
                  <a:gd fmla="*/ 746 h 31038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31038" w="31037">
                    <a:moveTo>
                      <a:pt x="20194" y="746"/>
                    </a:moveTo>
                    <a:cubicBezTo>
                      <a:pt x="11966" y="-1872"/>
                      <a:pt x="3364" y="2616"/>
                      <a:pt x="746" y="10844"/>
                    </a:cubicBezTo>
                    <a:cubicBezTo>
                      <a:pt x="-1872" y="19072"/>
                      <a:pt x="2616" y="27674"/>
                      <a:pt x="10844" y="30292"/>
                    </a:cubicBezTo>
                    <a:cubicBezTo>
                      <a:pt x="19072" y="32910"/>
                      <a:pt x="27674" y="28422"/>
                      <a:pt x="30292" y="20194"/>
                    </a:cubicBezTo>
                    <a:cubicBezTo>
                      <a:pt x="32910" y="11966"/>
                      <a:pt x="28422" y="3364"/>
                      <a:pt x="20194" y="746"/>
                    </a:cubicBez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5cc5fcf-2c11-4a45-9cbc-f2fd50348ca6" id="205" name="任意多边形: 形状 204">
                <a:extLst>
                  <a:ext uri="{FF2B5EF4-FFF2-40B4-BE49-F238E27FC236}">
                    <a16:creationId id="{04C2F19B-4509-3723-3DF9-018127D45254}"/>
                  </a:ext>
                </a:extLst>
              </p:cNvPr>
              <p:cNvSpPr/>
              <p:nvPr/>
            </p:nvSpPr>
            <p:spPr>
              <a:xfrm flipV="false" flipH="false">
                <a:off x="8981641" y="2648838"/>
                <a:ext cx="62295" cy="126628"/>
              </a:xfrm>
              <a:custGeom>
                <a:avLst/>
                <a:gdLst>
                  <a:gd fmla="*/ 8892 w 55183" name="connsiteX0"/>
                  <a:gd fmla="*/ 360 h 112172" name="connsiteY0"/>
                  <a:gd fmla="*/ 1038 w 55183" name="connsiteX1"/>
                  <a:gd fmla="*/ 20182 h 112172" name="connsiteY1"/>
                  <a:gd fmla="*/ 27592 w 55183" name="connsiteX2"/>
                  <a:gd fmla="*/ 99470 h 112172" name="connsiteY2"/>
                  <a:gd fmla="*/ 46292 w 55183" name="connsiteX3"/>
                  <a:gd fmla="*/ 111812 h 112172" name="connsiteY3"/>
                  <a:gd fmla="*/ 54146 w 55183" name="connsiteX4"/>
                  <a:gd fmla="*/ 91990 h 112172" name="connsiteY4"/>
                  <a:gd fmla="*/ 27592 w 55183" name="connsiteX5"/>
                  <a:gd fmla="*/ 12702 h 112172" name="connsiteY5"/>
                  <a:gd fmla="*/ 8892 w 55183" name="connsiteX6"/>
                  <a:gd fmla="*/ 360 h 11217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12172" w="55183">
                    <a:moveTo>
                      <a:pt x="8892" y="360"/>
                    </a:moveTo>
                    <a:cubicBezTo>
                      <a:pt x="1786" y="2230"/>
                      <a:pt x="-1954" y="11206"/>
                      <a:pt x="1038" y="20182"/>
                    </a:cubicBezTo>
                    <a:lnTo>
                      <a:pt x="27592" y="99470"/>
                    </a:lnTo>
                    <a:cubicBezTo>
                      <a:pt x="30584" y="108072"/>
                      <a:pt x="38812" y="113682"/>
                      <a:pt x="46292" y="111812"/>
                    </a:cubicBezTo>
                    <a:cubicBezTo>
                      <a:pt x="53398" y="109942"/>
                      <a:pt x="57138" y="100966"/>
                      <a:pt x="54146" y="91990"/>
                    </a:cubicBezTo>
                    <a:lnTo>
                      <a:pt x="27592" y="12702"/>
                    </a:lnTo>
                    <a:cubicBezTo>
                      <a:pt x="24600" y="4100"/>
                      <a:pt x="16372" y="-1510"/>
                      <a:pt x="8892" y="360"/>
                    </a:cubicBez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2e45f2c-4685-4073-ad49-6f34b4b0d2a4" id="206" name="任意多边形: 形状 205">
                <a:extLst>
                  <a:ext uri="{FF2B5EF4-FFF2-40B4-BE49-F238E27FC236}">
                    <a16:creationId id="{317F0BBE-AE55-428F-6DB1-4E4719B5D00D}"/>
                  </a:ext>
                </a:extLst>
              </p:cNvPr>
              <p:cNvSpPr/>
              <p:nvPr/>
            </p:nvSpPr>
            <p:spPr>
              <a:xfrm flipV="false" flipH="false">
                <a:off x="8891497" y="2695694"/>
                <a:ext cx="182532" cy="207726"/>
              </a:xfrm>
              <a:custGeom>
                <a:avLst/>
                <a:gdLst>
                  <a:gd fmla="*/ 18432 w 161693" name="connsiteX0"/>
                  <a:gd fmla="*/ 120047 h 184011" name="connsiteY0"/>
                  <a:gd fmla="*/ 480 w 161693" name="connsiteX1"/>
                  <a:gd fmla="*/ 86761 h 184011" name="connsiteY1"/>
                  <a:gd fmla="*/ 3846 w 161693" name="connsiteX2"/>
                  <a:gd fmla="*/ 64695 h 184011" name="connsiteY2"/>
                  <a:gd fmla="*/ 31148 w 161693" name="connsiteX3"/>
                  <a:gd fmla="*/ 18319 h 184011" name="connsiteY3"/>
                  <a:gd fmla="*/ 80143 w 161693" name="connsiteX4"/>
                  <a:gd fmla="*/ 2611 h 184011" name="connsiteY4"/>
                  <a:gd fmla="*/ 131755 w 161693" name="connsiteX5"/>
                  <a:gd fmla="*/ 48987 h 184011" name="connsiteY5"/>
                  <a:gd fmla="*/ 161675 w 161693" name="connsiteX6"/>
                  <a:gd fmla="*/ 135007 h 184011" name="connsiteY6"/>
                  <a:gd fmla="*/ 90241 w 161693" name="connsiteX7"/>
                  <a:gd fmla="*/ 170163 h 184011" name="connsiteY7"/>
                  <a:gd fmla="*/ 18806 w 161693" name="connsiteX8"/>
                  <a:gd fmla="*/ 120421 h 184011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84011" w="161693">
                    <a:moveTo>
                      <a:pt x="18432" y="120047"/>
                    </a:moveTo>
                    <a:cubicBezTo>
                      <a:pt x="9830" y="109201"/>
                      <a:pt x="2350" y="97607"/>
                      <a:pt x="480" y="86761"/>
                    </a:cubicBezTo>
                    <a:cubicBezTo>
                      <a:pt x="-1016" y="78159"/>
                      <a:pt x="1228" y="71053"/>
                      <a:pt x="3846" y="64695"/>
                    </a:cubicBezTo>
                    <a:cubicBezTo>
                      <a:pt x="10578" y="47491"/>
                      <a:pt x="19554" y="31783"/>
                      <a:pt x="31148" y="18319"/>
                    </a:cubicBezTo>
                    <a:cubicBezTo>
                      <a:pt x="41620" y="5977"/>
                      <a:pt x="57702" y="-5243"/>
                      <a:pt x="80143" y="2611"/>
                    </a:cubicBezTo>
                    <a:cubicBezTo>
                      <a:pt x="101835" y="10465"/>
                      <a:pt x="120161" y="28791"/>
                      <a:pt x="131755" y="48987"/>
                    </a:cubicBezTo>
                    <a:cubicBezTo>
                      <a:pt x="153447" y="86761"/>
                      <a:pt x="160927" y="100225"/>
                      <a:pt x="161675" y="135007"/>
                    </a:cubicBezTo>
                    <a:cubicBezTo>
                      <a:pt x="162423" y="178391"/>
                      <a:pt x="140731" y="200083"/>
                      <a:pt x="90241" y="170163"/>
                    </a:cubicBezTo>
                    <a:cubicBezTo>
                      <a:pt x="64060" y="154829"/>
                      <a:pt x="37132" y="143609"/>
                      <a:pt x="18806" y="120421"/>
                    </a:cubicBez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ea72e47-0b7b-4f35-91d3-223e33b31191" id="207" name="任意多边形: 形状 206">
                <a:extLst>
                  <a:ext uri="{FF2B5EF4-FFF2-40B4-BE49-F238E27FC236}">
                    <a16:creationId id="{3655B7D4-F087-C19D-654A-595B5EEB9C22}"/>
                  </a:ext>
                </a:extLst>
              </p:cNvPr>
              <p:cNvSpPr/>
              <p:nvPr/>
            </p:nvSpPr>
            <p:spPr>
              <a:xfrm flipV="false" flipH="false">
                <a:off x="8850927" y="2631416"/>
                <a:ext cx="142177" cy="96453"/>
              </a:xfrm>
              <a:custGeom>
                <a:avLst/>
                <a:gdLst>
                  <a:gd fmla="*/ 107853 w 125945" name="connsiteX0"/>
                  <a:gd fmla="*/ 83487 h 85442" name="connsiteY0"/>
                  <a:gd fmla="*/ 8369 w 125945" name="connsiteX1"/>
                  <a:gd fmla="*/ 27013 h 85442" name="connsiteY1"/>
                  <a:gd fmla="*/ 889 w 125945" name="connsiteX2"/>
                  <a:gd fmla="*/ 7565 h 85442" name="connsiteY2"/>
                  <a:gd fmla="*/ 18093 w 125945" name="connsiteX3"/>
                  <a:gd fmla="*/ 1955 h 85442" name="connsiteY3"/>
                  <a:gd fmla="*/ 117577 w 125945" name="connsiteX4"/>
                  <a:gd fmla="*/ 58429 h 85442" name="connsiteY4"/>
                  <a:gd fmla="*/ 125057 w 125945" name="connsiteX5"/>
                  <a:gd fmla="*/ 77877 h 85442" name="connsiteY5"/>
                  <a:gd fmla="*/ 107853 w 125945" name="connsiteX6"/>
                  <a:gd fmla="*/ 83487 h 8544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85442" w="125945">
                    <a:moveTo>
                      <a:pt x="107853" y="83487"/>
                    </a:moveTo>
                    <a:lnTo>
                      <a:pt x="8369" y="27013"/>
                    </a:lnTo>
                    <a:cubicBezTo>
                      <a:pt x="1637" y="23273"/>
                      <a:pt x="-1729" y="14297"/>
                      <a:pt x="889" y="7565"/>
                    </a:cubicBezTo>
                    <a:cubicBezTo>
                      <a:pt x="3507" y="459"/>
                      <a:pt x="11361" y="-2159"/>
                      <a:pt x="18093" y="1955"/>
                    </a:cubicBezTo>
                    <a:lnTo>
                      <a:pt x="117577" y="58429"/>
                    </a:lnTo>
                    <a:cubicBezTo>
                      <a:pt x="124309" y="62169"/>
                      <a:pt x="127675" y="71145"/>
                      <a:pt x="125057" y="77877"/>
                    </a:cubicBezTo>
                    <a:cubicBezTo>
                      <a:pt x="122439" y="84983"/>
                      <a:pt x="114585" y="87601"/>
                      <a:pt x="107853" y="83487"/>
                    </a:cubicBez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bae6118-8bc0-475b-a63a-84948b4c88eb" id="208" name="任意多边形: 形状 207">
                <a:extLst>
                  <a:ext uri="{FF2B5EF4-FFF2-40B4-BE49-F238E27FC236}">
                    <a16:creationId id="{0195D52E-AC15-C158-29A2-B4882531085E}"/>
                  </a:ext>
                </a:extLst>
              </p:cNvPr>
              <p:cNvSpPr/>
              <p:nvPr/>
            </p:nvSpPr>
            <p:spPr>
              <a:xfrm flipV="false" flipH="false">
                <a:off x="8825173" y="2663925"/>
                <a:ext cx="142177" cy="96367"/>
              </a:xfrm>
              <a:custGeom>
                <a:avLst/>
                <a:gdLst>
                  <a:gd fmla="*/ 107853 w 125945" name="connsiteX0"/>
                  <a:gd fmla="*/ 83487 h 85365" name="connsiteY0"/>
                  <a:gd fmla="*/ 8369 w 125945" name="connsiteX1"/>
                  <a:gd fmla="*/ 27013 h 85365" name="connsiteY1"/>
                  <a:gd fmla="*/ 889 w 125945" name="connsiteX2"/>
                  <a:gd fmla="*/ 7565 h 85365" name="connsiteY2"/>
                  <a:gd fmla="*/ 18093 w 125945" name="connsiteX3"/>
                  <a:gd fmla="*/ 1955 h 85365" name="connsiteY3"/>
                  <a:gd fmla="*/ 117577 w 125945" name="connsiteX4"/>
                  <a:gd fmla="*/ 58429 h 85365" name="connsiteY4"/>
                  <a:gd fmla="*/ 125057 w 125945" name="connsiteX5"/>
                  <a:gd fmla="*/ 77877 h 85365" name="connsiteY5"/>
                  <a:gd fmla="*/ 107853 w 125945" name="connsiteX6"/>
                  <a:gd fmla="*/ 83487 h 85365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85365" w="125945">
                    <a:moveTo>
                      <a:pt x="107853" y="83487"/>
                    </a:moveTo>
                    <a:lnTo>
                      <a:pt x="8369" y="27013"/>
                    </a:lnTo>
                    <a:cubicBezTo>
                      <a:pt x="1637" y="23273"/>
                      <a:pt x="-1729" y="14297"/>
                      <a:pt x="889" y="7565"/>
                    </a:cubicBezTo>
                    <a:cubicBezTo>
                      <a:pt x="3507" y="459"/>
                      <a:pt x="11361" y="-2159"/>
                      <a:pt x="18093" y="1955"/>
                    </a:cubicBezTo>
                    <a:lnTo>
                      <a:pt x="117577" y="58429"/>
                    </a:lnTo>
                    <a:cubicBezTo>
                      <a:pt x="124309" y="62169"/>
                      <a:pt x="127675" y="71145"/>
                      <a:pt x="125057" y="77877"/>
                    </a:cubicBezTo>
                    <a:cubicBezTo>
                      <a:pt x="122439" y="84609"/>
                      <a:pt x="114585" y="87601"/>
                      <a:pt x="107853" y="83487"/>
                    </a:cubicBez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268f6ba-0276-42dc-88d7-4152abac6208" id="209" name="任意多边形: 形状 208">
                <a:extLst>
                  <a:ext uri="{FF2B5EF4-FFF2-40B4-BE49-F238E27FC236}">
                    <a16:creationId id="{2AFD5152-FFD3-650F-DBCE-EFC3311C31E3}"/>
                  </a:ext>
                </a:extLst>
              </p:cNvPr>
              <p:cNvSpPr/>
              <p:nvPr/>
            </p:nvSpPr>
            <p:spPr>
              <a:xfrm flipV="false" flipH="false">
                <a:off x="8824751" y="2712056"/>
                <a:ext cx="142177" cy="96453"/>
              </a:xfrm>
              <a:custGeom>
                <a:avLst/>
                <a:gdLst>
                  <a:gd fmla="*/ 107853 w 125945" name="connsiteX0"/>
                  <a:gd fmla="*/ 83487 h 85442" name="connsiteY0"/>
                  <a:gd fmla="*/ 8369 w 125945" name="connsiteX1"/>
                  <a:gd fmla="*/ 27013 h 85442" name="connsiteY1"/>
                  <a:gd fmla="*/ 889 w 125945" name="connsiteX2"/>
                  <a:gd fmla="*/ 7565 h 85442" name="connsiteY2"/>
                  <a:gd fmla="*/ 18093 w 125945" name="connsiteX3"/>
                  <a:gd fmla="*/ 1955 h 85442" name="connsiteY3"/>
                  <a:gd fmla="*/ 117577 w 125945" name="connsiteX4"/>
                  <a:gd fmla="*/ 58429 h 85442" name="connsiteY4"/>
                  <a:gd fmla="*/ 125057 w 125945" name="connsiteX5"/>
                  <a:gd fmla="*/ 77877 h 85442" name="connsiteY5"/>
                  <a:gd fmla="*/ 107853 w 125945" name="connsiteX6"/>
                  <a:gd fmla="*/ 83487 h 8544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85442" w="125945">
                    <a:moveTo>
                      <a:pt x="107853" y="83487"/>
                    </a:moveTo>
                    <a:lnTo>
                      <a:pt x="8369" y="27013"/>
                    </a:lnTo>
                    <a:cubicBezTo>
                      <a:pt x="1637" y="23273"/>
                      <a:pt x="-1729" y="14297"/>
                      <a:pt x="889" y="7565"/>
                    </a:cubicBezTo>
                    <a:cubicBezTo>
                      <a:pt x="3507" y="459"/>
                      <a:pt x="11361" y="-2159"/>
                      <a:pt x="18093" y="1955"/>
                    </a:cubicBezTo>
                    <a:lnTo>
                      <a:pt x="117577" y="58429"/>
                    </a:lnTo>
                    <a:cubicBezTo>
                      <a:pt x="124309" y="62169"/>
                      <a:pt x="127675" y="71145"/>
                      <a:pt x="125057" y="77877"/>
                    </a:cubicBezTo>
                    <a:cubicBezTo>
                      <a:pt x="122439" y="84983"/>
                      <a:pt x="114585" y="87601"/>
                      <a:pt x="107853" y="83487"/>
                    </a:cubicBez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c0c8c06-ecec-493e-986e-89a11fc7cafe" id="210" name="任意多边形: 形状 209">
                <a:extLst>
                  <a:ext uri="{FF2B5EF4-FFF2-40B4-BE49-F238E27FC236}">
                    <a16:creationId id="{7D5E0825-C256-8790-C490-A9EE55BA308D}"/>
                  </a:ext>
                </a:extLst>
              </p:cNvPr>
              <p:cNvSpPr/>
              <p:nvPr/>
            </p:nvSpPr>
            <p:spPr>
              <a:xfrm flipV="false" flipH="false">
                <a:off x="8839950" y="2765253"/>
                <a:ext cx="142177" cy="96453"/>
              </a:xfrm>
              <a:custGeom>
                <a:avLst/>
                <a:gdLst>
                  <a:gd fmla="*/ 107853 w 125945" name="connsiteX0"/>
                  <a:gd fmla="*/ 83487 h 85442" name="connsiteY0"/>
                  <a:gd fmla="*/ 8369 w 125945" name="connsiteX1"/>
                  <a:gd fmla="*/ 27013 h 85442" name="connsiteY1"/>
                  <a:gd fmla="*/ 889 w 125945" name="connsiteX2"/>
                  <a:gd fmla="*/ 7565 h 85442" name="connsiteY2"/>
                  <a:gd fmla="*/ 18093 w 125945" name="connsiteX3"/>
                  <a:gd fmla="*/ 1955 h 85442" name="connsiteY3"/>
                  <a:gd fmla="*/ 117577 w 125945" name="connsiteX4"/>
                  <a:gd fmla="*/ 58429 h 85442" name="connsiteY4"/>
                  <a:gd fmla="*/ 125057 w 125945" name="connsiteX5"/>
                  <a:gd fmla="*/ 77877 h 85442" name="connsiteY5"/>
                  <a:gd fmla="*/ 107853 w 125945" name="connsiteX6"/>
                  <a:gd fmla="*/ 83487 h 8544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85442" w="125945">
                    <a:moveTo>
                      <a:pt x="107853" y="83487"/>
                    </a:moveTo>
                    <a:lnTo>
                      <a:pt x="8369" y="27013"/>
                    </a:lnTo>
                    <a:cubicBezTo>
                      <a:pt x="1637" y="23273"/>
                      <a:pt x="-1729" y="14297"/>
                      <a:pt x="889" y="7565"/>
                    </a:cubicBezTo>
                    <a:cubicBezTo>
                      <a:pt x="3507" y="459"/>
                      <a:pt x="11361" y="-2159"/>
                      <a:pt x="18093" y="1955"/>
                    </a:cubicBezTo>
                    <a:lnTo>
                      <a:pt x="117577" y="58429"/>
                    </a:lnTo>
                    <a:cubicBezTo>
                      <a:pt x="124309" y="62169"/>
                      <a:pt x="127675" y="71145"/>
                      <a:pt x="125057" y="77877"/>
                    </a:cubicBezTo>
                    <a:cubicBezTo>
                      <a:pt x="122439" y="84983"/>
                      <a:pt x="114585" y="87601"/>
                      <a:pt x="107853" y="83487"/>
                    </a:cubicBez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05590e4-ff74-4f1b-892f-e6424851fd5d" id="202" name="任意多边形: 形状 201">
                <a:extLst>
                  <a:ext uri="{FF2B5EF4-FFF2-40B4-BE49-F238E27FC236}">
                    <a16:creationId id="{E7C7F052-4168-B713-0F17-A7BA26C64EF2}"/>
                  </a:ext>
                </a:extLst>
              </p:cNvPr>
              <p:cNvSpPr/>
              <p:nvPr/>
            </p:nvSpPr>
            <p:spPr>
              <a:xfrm flipV="false" flipH="false">
                <a:off x="9447151" y="2939297"/>
                <a:ext cx="372043" cy="493939"/>
              </a:xfrm>
              <a:custGeom>
                <a:avLst/>
                <a:gdLst>
                  <a:gd fmla="*/ 329570 w 329569" name="connsiteX0"/>
                  <a:gd fmla="*/ 114818 h 437549" name="connsiteY0"/>
                  <a:gd fmla="*/ 126861 w 329569" name="connsiteX1"/>
                  <a:gd fmla="*/ 413272 h 437549" name="connsiteY1"/>
                  <a:gd fmla="*/ 53557 w 329569" name="connsiteX2"/>
                  <a:gd fmla="*/ 430102 h 437549" name="connsiteY2"/>
                  <a:gd fmla="*/ 13913 w 329569" name="connsiteX3"/>
                  <a:gd fmla="*/ 271151 h 437549" name="connsiteY3"/>
                  <a:gd fmla="*/ 153789 w 329569" name="connsiteX4"/>
                  <a:gd fmla="*/ 0 h 437549" name="connsiteY4"/>
                  <a:gd fmla="*/ 329196 w 329569" name="connsiteX5"/>
                  <a:gd fmla="*/ 115192 h 437549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437549" w="329569">
                    <a:moveTo>
                      <a:pt x="329570" y="114818"/>
                    </a:moveTo>
                    <a:lnTo>
                      <a:pt x="126861" y="413272"/>
                    </a:lnTo>
                    <a:cubicBezTo>
                      <a:pt x="110405" y="437208"/>
                      <a:pt x="78241" y="444688"/>
                      <a:pt x="53557" y="430102"/>
                    </a:cubicBezTo>
                    <a:cubicBezTo>
                      <a:pt x="2318" y="394571"/>
                      <a:pt x="-14886" y="326877"/>
                      <a:pt x="13913" y="271151"/>
                    </a:cubicBezTo>
                    <a:lnTo>
                      <a:pt x="153789" y="0"/>
                    </a:lnTo>
                    <a:lnTo>
                      <a:pt x="329196" y="115192"/>
                    </a:ln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7e9eb48-b1ce-4377-9fc7-a534df03f4bd" id="203" name="任意多边形: 形状 202">
                <a:extLst>
                  <a:ext uri="{FF2B5EF4-FFF2-40B4-BE49-F238E27FC236}">
                    <a16:creationId id="{5997DE1A-0789-E044-4B96-96F851415528}"/>
                  </a:ext>
                </a:extLst>
              </p:cNvPr>
              <p:cNvSpPr/>
              <p:nvPr/>
            </p:nvSpPr>
            <p:spPr>
              <a:xfrm flipV="false" flipH="false">
                <a:off x="8939327" y="2760705"/>
                <a:ext cx="691082" cy="689013"/>
              </a:xfrm>
              <a:custGeom>
                <a:avLst/>
                <a:gdLst>
                  <a:gd fmla="*/ 74426 w 612185" name="connsiteX0"/>
                  <a:gd fmla="*/ 0 h 610352" name="connsiteY0"/>
                  <a:gd fmla="*/ 409532 w 612185" name="connsiteX1"/>
                  <a:gd fmla="*/ 324633 h 610352" name="connsiteY1"/>
                  <a:gd fmla="*/ 611118 w 612185" name="connsiteX2"/>
                  <a:gd fmla="*/ 492560 h 610352" name="connsiteY2"/>
                  <a:gd fmla="*/ 599150 w 612185" name="connsiteX3"/>
                  <a:gd fmla="*/ 529960 h 610352" name="connsiteY3"/>
                  <a:gd fmla="*/ 487324 w 612185" name="connsiteX4"/>
                  <a:gd fmla="*/ 604386 h 610352" name="connsiteY4"/>
                  <a:gd fmla="*/ 0 w 612185" name="connsiteX5"/>
                  <a:gd fmla="*/ 57596 h 610352" name="connsiteY5"/>
                  <a:gd fmla="*/ 74800 w 612185" name="connsiteX6"/>
                  <a:gd fmla="*/ 0 h 61035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610352" w="612185">
                    <a:moveTo>
                      <a:pt x="74426" y="0"/>
                    </a:moveTo>
                    <a:cubicBezTo>
                      <a:pt x="177651" y="106216"/>
                      <a:pt x="281249" y="203831"/>
                      <a:pt x="409532" y="324633"/>
                    </a:cubicBezTo>
                    <a:cubicBezTo>
                      <a:pt x="466380" y="363155"/>
                      <a:pt x="573344" y="458526"/>
                      <a:pt x="611118" y="492560"/>
                    </a:cubicBezTo>
                    <a:cubicBezTo>
                      <a:pt x="611118" y="492560"/>
                      <a:pt x="617476" y="492186"/>
                      <a:pt x="599150" y="529960"/>
                    </a:cubicBezTo>
                    <a:cubicBezTo>
                      <a:pt x="562498" y="605508"/>
                      <a:pt x="519488" y="620842"/>
                      <a:pt x="487324" y="604386"/>
                    </a:cubicBezTo>
                    <a:cubicBezTo>
                      <a:pt x="334357" y="526594"/>
                      <a:pt x="120802" y="238613"/>
                      <a:pt x="0" y="57596"/>
                    </a:cubicBezTo>
                    <a:lnTo>
                      <a:pt x="74800" y="0"/>
                    </a:ln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b5d6bf9-4be8-4584-8ac0-51a85f4e4914" id="204" name="任意多边形: 形状 203">
                <a:extLst>
                  <a:ext uri="{FF2B5EF4-FFF2-40B4-BE49-F238E27FC236}">
                    <a16:creationId id="{6B1F5B85-8192-E46A-73E2-EAC31819EABB}"/>
                  </a:ext>
                </a:extLst>
              </p:cNvPr>
              <p:cNvSpPr/>
              <p:nvPr/>
            </p:nvSpPr>
            <p:spPr>
              <a:xfrm flipV="false" flipH="false">
                <a:off x="9505044" y="2624734"/>
                <a:ext cx="546501" cy="658051"/>
              </a:xfrm>
              <a:custGeom>
                <a:avLst/>
                <a:gdLst>
                  <a:gd fmla="*/ 472767 w 484110" name="connsiteX0"/>
                  <a:gd fmla="*/ 196371 h 582925" name="connsiteY0"/>
                  <a:gd fmla="*/ 258838 w 484110" name="connsiteX1"/>
                  <a:gd fmla="*/ 565510 h 582925" name="connsiteY1"/>
                  <a:gd fmla="*/ 202364 w 484110" name="connsiteX2"/>
                  <a:gd fmla="*/ 575982 h 582925" name="connsiteY2"/>
                  <a:gd fmla="*/ 18729 w 484110" name="connsiteX3"/>
                  <a:gd fmla="*/ 455179 h 582925" name="connsiteY3"/>
                  <a:gd fmla="*/ 4891 w 484110" name="connsiteX4"/>
                  <a:gd fmla="*/ 400949 h 582925" name="connsiteY4"/>
                  <a:gd fmla="*/ 196006 w 484110" name="connsiteX5"/>
                  <a:gd fmla="*/ 63600 h 582925" name="connsiteY5"/>
                  <a:gd fmla="*/ 472767 w 484110" name="connsiteX6"/>
                  <a:gd fmla="*/ 196745 h 582925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582925" w="484110">
                    <a:moveTo>
                      <a:pt x="472767" y="196371"/>
                    </a:moveTo>
                    <a:cubicBezTo>
                      <a:pt x="386373" y="383745"/>
                      <a:pt x="361314" y="420023"/>
                      <a:pt x="258838" y="565510"/>
                    </a:cubicBezTo>
                    <a:cubicBezTo>
                      <a:pt x="246122" y="583836"/>
                      <a:pt x="221064" y="588324"/>
                      <a:pt x="202364" y="575982"/>
                    </a:cubicBezTo>
                    <a:lnTo>
                      <a:pt x="18729" y="455179"/>
                    </a:lnTo>
                    <a:cubicBezTo>
                      <a:pt x="777" y="443211"/>
                      <a:pt x="-5207" y="420023"/>
                      <a:pt x="4891" y="400949"/>
                    </a:cubicBezTo>
                    <a:cubicBezTo>
                      <a:pt x="74829" y="268927"/>
                      <a:pt x="148508" y="153360"/>
                      <a:pt x="196006" y="63600"/>
                    </a:cubicBezTo>
                    <a:cubicBezTo>
                      <a:pt x="272302" y="-80765"/>
                      <a:pt x="542331" y="45274"/>
                      <a:pt x="472767" y="196745"/>
                    </a:cubicBezTo>
                    <a:close/>
                  </a:path>
                </a:pathLst>
              </a:custGeom>
              <a:solidFill>
                <a:srgbClr val="F9EDDC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961d952-cf72-425d-ba87-85d2fc1bd123" id="75" name="任意多边形: 形状 74">
                <a:extLst>
                  <a:ext uri="{FF2B5EF4-FFF2-40B4-BE49-F238E27FC236}">
                    <a16:creationId id="{FF3A2921-BB44-E462-C27E-A234A5959AA9}"/>
                  </a:ext>
                </a:extLst>
              </p:cNvPr>
              <p:cNvSpPr/>
              <p:nvPr/>
            </p:nvSpPr>
            <p:spPr>
              <a:xfrm flipV="false" flipH="false">
                <a:off x="9993565" y="5839403"/>
                <a:ext cx="189146" cy="258387"/>
              </a:xfrm>
              <a:custGeom>
                <a:avLst/>
                <a:gdLst>
                  <a:gd fmla="*/ 129779 w 167552" name="connsiteX0"/>
                  <a:gd fmla="*/ 0 h 228888" name="connsiteY0"/>
                  <a:gd fmla="*/ 167553 w 167552" name="connsiteX1"/>
                  <a:gd fmla="*/ 192611 h 228888" name="connsiteY1"/>
                  <a:gd fmla="*/ 64702 w 167552" name="connsiteX2"/>
                  <a:gd fmla="*/ 228889 h 228888" name="connsiteY2"/>
                  <a:gd fmla="*/ 19448 w 167552" name="connsiteX3"/>
                  <a:gd fmla="*/ 188123 h 228888" name="connsiteY3"/>
                  <a:gd fmla="*/ 46376 w 167552" name="connsiteX4"/>
                  <a:gd fmla="*/ 177651 h 228888" name="connsiteY4"/>
                  <a:gd fmla="*/ 0 w 167552" name="connsiteX5"/>
                  <a:gd fmla="*/ 18326 h 228888" name="connsiteY5"/>
                  <a:gd fmla="*/ 129779 w 167552" name="connsiteX6"/>
                  <a:gd fmla="*/ 0 h 228888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228888" w="167552">
                    <a:moveTo>
                      <a:pt x="129779" y="0"/>
                    </a:moveTo>
                    <a:lnTo>
                      <a:pt x="167553" y="192611"/>
                    </a:lnTo>
                    <a:lnTo>
                      <a:pt x="64702" y="228889"/>
                    </a:lnTo>
                    <a:lnTo>
                      <a:pt x="19448" y="188123"/>
                    </a:lnTo>
                    <a:lnTo>
                      <a:pt x="46376" y="177651"/>
                    </a:lnTo>
                    <a:lnTo>
                      <a:pt x="0" y="18326"/>
                    </a:lnTo>
                    <a:lnTo>
                      <a:pt x="129779" y="0"/>
                    </a:ln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9f204e8-21ce-4649-97ed-a3b09fc181bb" id="199" name="任意多边形: 形状 198">
                <a:extLst>
                  <a:ext uri="{FF2B5EF4-FFF2-40B4-BE49-F238E27FC236}">
                    <a16:creationId id="{9D83CFCF-B264-F15B-7A61-C777B58040E8}"/>
                  </a:ext>
                </a:extLst>
              </p:cNvPr>
              <p:cNvSpPr/>
              <p:nvPr/>
            </p:nvSpPr>
            <p:spPr>
              <a:xfrm flipV="false" flipH="false">
                <a:off x="9875305" y="6010817"/>
                <a:ext cx="315428" cy="96684"/>
              </a:xfrm>
              <a:custGeom>
                <a:avLst/>
                <a:gdLst>
                  <a:gd fmla="*/ 146648 w 279418" name="connsiteX0"/>
                  <a:gd fmla="*/ 0 h 85646" name="connsiteY0"/>
                  <a:gd fmla="*/ 28463 w 279418" name="connsiteX1"/>
                  <a:gd fmla="*/ 40392 h 85646" name="connsiteY1"/>
                  <a:gd fmla="*/ 5649 w 279418" name="connsiteX2"/>
                  <a:gd fmla="*/ 85646 h 85646" name="connsiteY2"/>
                  <a:gd fmla="*/ 279418 w 279418" name="connsiteX3"/>
                  <a:gd fmla="*/ 79288 h 85646" name="connsiteY3"/>
                  <a:gd fmla="*/ 268572 w 279418" name="connsiteX4"/>
                  <a:gd fmla="*/ 18700 h 85646" name="connsiteY4"/>
                  <a:gd fmla="*/ 246132 w 279418" name="connsiteX5"/>
                  <a:gd fmla="*/ 0 h 85646" name="connsiteY5"/>
                  <a:gd fmla="*/ 146648 w 279418" name="connsiteX6"/>
                  <a:gd fmla="*/ 0 h 85646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85646" w="279418">
                    <a:moveTo>
                      <a:pt x="146648" y="0"/>
                    </a:moveTo>
                    <a:lnTo>
                      <a:pt x="28463" y="40392"/>
                    </a:lnTo>
                    <a:cubicBezTo>
                      <a:pt x="-335" y="50116"/>
                      <a:pt x="-5945" y="70687"/>
                      <a:pt x="5649" y="85646"/>
                    </a:cubicBezTo>
                    <a:lnTo>
                      <a:pt x="279418" y="79288"/>
                    </a:lnTo>
                    <a:lnTo>
                      <a:pt x="268572" y="18700"/>
                    </a:lnTo>
                    <a:cubicBezTo>
                      <a:pt x="266702" y="7854"/>
                      <a:pt x="257352" y="0"/>
                      <a:pt x="246132" y="0"/>
                    </a:cubicBezTo>
                    <a:lnTo>
                      <a:pt x="146648" y="0"/>
                    </a:ln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88916f4-6af1-49b4-bd52-de383aff038f" id="200" name="任意多边形: 形状 199">
                <a:extLst>
                  <a:ext uri="{FF2B5EF4-FFF2-40B4-BE49-F238E27FC236}">
                    <a16:creationId id="{ED5C03CD-87B7-CAB2-65A0-E1EF7441884F}"/>
                  </a:ext>
                </a:extLst>
              </p:cNvPr>
              <p:cNvSpPr/>
              <p:nvPr/>
            </p:nvSpPr>
            <p:spPr>
              <a:xfrm flipV="false" flipH="false">
                <a:off x="9881682" y="6099902"/>
                <a:ext cx="312753" cy="28287"/>
              </a:xfrm>
              <a:custGeom>
                <a:avLst/>
                <a:gdLst>
                  <a:gd fmla="*/ 273769 w 277048" name="connsiteX0"/>
                  <a:gd fmla="*/ 374 h 25058" name="connsiteY0"/>
                  <a:gd fmla="*/ 276761 w 277048" name="connsiteX1"/>
                  <a:gd fmla="*/ 10472 h 25058" name="connsiteY1"/>
                  <a:gd fmla="*/ 260679 w 277048" name="connsiteX2"/>
                  <a:gd fmla="*/ 22814 h 25058" name="connsiteY2"/>
                  <a:gd fmla="*/ 47872 w 277048" name="connsiteX3"/>
                  <a:gd fmla="*/ 25058 h 25058" name="connsiteY3"/>
                  <a:gd fmla="*/ 0 w 277048" name="connsiteX4"/>
                  <a:gd fmla="*/ 6358 h 25058" name="connsiteY4"/>
                  <a:gd fmla="*/ 273769 w 277048" name="connsiteX5"/>
                  <a:gd fmla="*/ 0 h 25058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25058" w="277048">
                    <a:moveTo>
                      <a:pt x="273769" y="374"/>
                    </a:moveTo>
                    <a:lnTo>
                      <a:pt x="276761" y="10472"/>
                    </a:lnTo>
                    <a:cubicBezTo>
                      <a:pt x="278631" y="16830"/>
                      <a:pt x="271151" y="22814"/>
                      <a:pt x="260679" y="22814"/>
                    </a:cubicBezTo>
                    <a:lnTo>
                      <a:pt x="47872" y="25058"/>
                    </a:lnTo>
                    <a:cubicBezTo>
                      <a:pt x="24684" y="25058"/>
                      <a:pt x="7854" y="17204"/>
                      <a:pt x="0" y="6358"/>
                    </a:cubicBezTo>
                    <a:lnTo>
                      <a:pt x="273769" y="0"/>
                    </a:lnTo>
                    <a:close/>
                  </a:path>
                </a:pathLst>
              </a:custGeom>
              <a:solidFill>
                <a:srgbClr val="00054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4908e89-2a3f-4a08-9f7c-eb018da519f8" id="77" name="任意多边形: 形状 76">
                <a:extLst>
                  <a:ext uri="{FF2B5EF4-FFF2-40B4-BE49-F238E27FC236}">
                    <a16:creationId id="{0182566E-D355-D166-1378-A309FCB8D472}"/>
                  </a:ext>
                </a:extLst>
              </p:cNvPr>
              <p:cNvSpPr/>
              <p:nvPr/>
            </p:nvSpPr>
            <p:spPr>
              <a:xfrm flipV="false" flipH="false">
                <a:off x="9782938" y="3980870"/>
                <a:ext cx="812687" cy="1172714"/>
              </a:xfrm>
              <a:custGeom>
                <a:avLst/>
                <a:gdLst>
                  <a:gd fmla="*/ 241934 w 719907" name="connsiteX0"/>
                  <a:gd fmla="*/ 0 h 1038831" name="connsiteY0"/>
                  <a:gd fmla="*/ 719908 w 719907" name="connsiteX1"/>
                  <a:gd fmla="*/ 80410 h 1038831" name="connsiteY1"/>
                  <a:gd fmla="*/ 645855 w 719907" name="connsiteX2"/>
                  <a:gd fmla="*/ 252077 h 1038831" name="connsiteY2"/>
                  <a:gd fmla="*/ 536647 w 719907" name="connsiteX3"/>
                  <a:gd fmla="*/ 415516 h 1038831" name="connsiteY3"/>
                  <a:gd fmla="*/ 476059 w 719907" name="connsiteX4"/>
                  <a:gd fmla="*/ 653007 h 1038831" name="connsiteY4"/>
                  <a:gd fmla="*/ 404624 w 719907" name="connsiteX5"/>
                  <a:gd fmla="*/ 839259 h 1038831" name="connsiteY5"/>
                  <a:gd fmla="*/ 117765 w 719907" name="connsiteX6"/>
                  <a:gd fmla="*/ 1031496 h 1038831" name="connsiteY6"/>
                  <a:gd fmla="*/ 14167 w 719907" name="connsiteX7"/>
                  <a:gd fmla="*/ 737531 h 1038831" name="connsiteY7"/>
                  <a:gd fmla="*/ 241186 w 719907" name="connsiteX8"/>
                  <a:gd fmla="*/ 0 h 1038831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038831" w="719907">
                    <a:moveTo>
                      <a:pt x="241934" y="0"/>
                    </a:moveTo>
                    <a:lnTo>
                      <a:pt x="719908" y="80410"/>
                    </a:lnTo>
                    <a:cubicBezTo>
                      <a:pt x="691109" y="149601"/>
                      <a:pt x="664555" y="212059"/>
                      <a:pt x="645855" y="252077"/>
                    </a:cubicBezTo>
                    <a:cubicBezTo>
                      <a:pt x="628277" y="289477"/>
                      <a:pt x="551233" y="376993"/>
                      <a:pt x="536647" y="415516"/>
                    </a:cubicBezTo>
                    <a:cubicBezTo>
                      <a:pt x="500743" y="511260"/>
                      <a:pt x="511215" y="556888"/>
                      <a:pt x="476059" y="653007"/>
                    </a:cubicBezTo>
                    <a:cubicBezTo>
                      <a:pt x="459229" y="699383"/>
                      <a:pt x="432674" y="767825"/>
                      <a:pt x="404624" y="839259"/>
                    </a:cubicBezTo>
                    <a:cubicBezTo>
                      <a:pt x="349646" y="979884"/>
                      <a:pt x="222112" y="1065156"/>
                      <a:pt x="117765" y="1031496"/>
                    </a:cubicBezTo>
                    <a:cubicBezTo>
                      <a:pt x="19777" y="999706"/>
                      <a:pt x="-25103" y="872919"/>
                      <a:pt x="14167" y="737531"/>
                    </a:cubicBezTo>
                    <a:cubicBezTo>
                      <a:pt x="86723" y="488820"/>
                      <a:pt x="167133" y="228141"/>
                      <a:pt x="241186" y="0"/>
                    </a:cubicBezTo>
                    <a:close/>
                  </a:path>
                </a:pathLst>
              </a:custGeom>
              <a:solidFill>
                <a:srgbClr val="00054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e306498-3720-420c-a4ca-02701f3bf6a8" id="78" name="任意多边形: 形状 77">
                <a:extLst>
                  <a:ext uri="{FF2B5EF4-FFF2-40B4-BE49-F238E27FC236}">
                    <a16:creationId id="{1CC0C674-26FB-41AE-C706-91146C03BAEF}"/>
                  </a:ext>
                </a:extLst>
              </p:cNvPr>
              <p:cNvSpPr/>
              <p:nvPr/>
            </p:nvSpPr>
            <p:spPr>
              <a:xfrm flipV="false" flipH="false">
                <a:off x="9786901" y="4746322"/>
                <a:ext cx="437768" cy="1243084"/>
              </a:xfrm>
              <a:custGeom>
                <a:avLst/>
                <a:gdLst>
                  <a:gd fmla="*/ 158012 w 387790" name="connsiteX0"/>
                  <a:gd fmla="*/ 748 h 1101167" name="connsiteY0"/>
                  <a:gd fmla="*/ 359599 w 387790" name="connsiteX1"/>
                  <a:gd fmla="*/ 164187 h 1101167" name="connsiteY1"/>
                  <a:gd fmla="*/ 377177 w 387790" name="connsiteX2"/>
                  <a:gd fmla="*/ 632062 h 1101167" name="connsiteY2"/>
                  <a:gd fmla="*/ 386527 w 387790" name="connsiteX3"/>
                  <a:gd fmla="*/ 1001950 h 1101167" name="connsiteY3"/>
                  <a:gd fmla="*/ 383161 w 387790" name="connsiteX4"/>
                  <a:gd fmla="*/ 1052066 h 1101167" name="connsiteY4"/>
                  <a:gd fmla="*/ 334915 w 387790" name="connsiteX5"/>
                  <a:gd fmla="*/ 1090214 h 1101167" name="connsiteY5"/>
                  <a:gd fmla="*/ 169606 w 387790" name="connsiteX6"/>
                  <a:gd fmla="*/ 1101060 h 1101167" name="connsiteY6"/>
                  <a:gd fmla="*/ 109018 w 387790" name="connsiteX7"/>
                  <a:gd fmla="*/ 1046830 h 1101167" name="connsiteY7"/>
                  <a:gd fmla="*/ 931 w 387790" name="connsiteX8"/>
                  <a:gd fmla="*/ 217295 h 1101167" name="connsiteY8"/>
                  <a:gd fmla="*/ 158386 w 387790" name="connsiteX9"/>
                  <a:gd fmla="*/ 0 h 1101167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101167" w="387790">
                    <a:moveTo>
                      <a:pt x="158012" y="748"/>
                    </a:moveTo>
                    <a:cubicBezTo>
                      <a:pt x="236926" y="-4114"/>
                      <a:pt x="348005" y="72182"/>
                      <a:pt x="359599" y="164187"/>
                    </a:cubicBezTo>
                    <a:cubicBezTo>
                      <a:pt x="365957" y="214677"/>
                      <a:pt x="371941" y="430850"/>
                      <a:pt x="377177" y="632062"/>
                    </a:cubicBezTo>
                    <a:cubicBezTo>
                      <a:pt x="379047" y="702375"/>
                      <a:pt x="385405" y="980632"/>
                      <a:pt x="386527" y="1001950"/>
                    </a:cubicBezTo>
                    <a:cubicBezTo>
                      <a:pt x="387275" y="1018032"/>
                      <a:pt x="390267" y="1037854"/>
                      <a:pt x="383161" y="1052066"/>
                    </a:cubicBezTo>
                    <a:cubicBezTo>
                      <a:pt x="371567" y="1076376"/>
                      <a:pt x="359225" y="1088718"/>
                      <a:pt x="334915" y="1090214"/>
                    </a:cubicBezTo>
                    <a:lnTo>
                      <a:pt x="169606" y="1101060"/>
                    </a:lnTo>
                    <a:cubicBezTo>
                      <a:pt x="139686" y="1102930"/>
                      <a:pt x="113880" y="1080116"/>
                      <a:pt x="109018" y="1046830"/>
                    </a:cubicBezTo>
                    <a:cubicBezTo>
                      <a:pt x="99294" y="980258"/>
                      <a:pt x="2801" y="239361"/>
                      <a:pt x="931" y="217295"/>
                    </a:cubicBezTo>
                    <a:cubicBezTo>
                      <a:pt x="-9167" y="106964"/>
                      <a:pt x="64138" y="5610"/>
                      <a:pt x="158386" y="0"/>
                    </a:cubicBezTo>
                    <a:close/>
                  </a:path>
                </a:pathLst>
              </a:custGeom>
              <a:solidFill>
                <a:srgbClr val="00054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1971f91-9cfb-4895-bcf8-0fdb94fc8d18" id="79" name="任意多边形: 形状 78">
                <a:extLst>
                  <a:ext uri="{FF2B5EF4-FFF2-40B4-BE49-F238E27FC236}">
                    <a16:creationId id="{0FB850B8-13E6-C4D1-B93A-DFB81910D4BD}"/>
                  </a:ext>
                </a:extLst>
              </p:cNvPr>
              <p:cNvSpPr/>
              <p:nvPr/>
            </p:nvSpPr>
            <p:spPr>
              <a:xfrm flipV="false" flipH="false">
                <a:off x="10916499" y="5811115"/>
                <a:ext cx="231788" cy="282453"/>
              </a:xfrm>
              <a:custGeom>
                <a:avLst/>
                <a:gdLst>
                  <a:gd fmla="*/ 116689 w 205326" name="connsiteX0"/>
                  <a:gd fmla="*/ 0 h 250207" name="connsiteY0"/>
                  <a:gd fmla="*/ 205327 w 205326" name="connsiteX1"/>
                  <a:gd fmla="*/ 194107 h 250207" name="connsiteY1"/>
                  <a:gd fmla="*/ 108834 w 205326" name="connsiteX2"/>
                  <a:gd fmla="*/ 250207 h 250207" name="connsiteY2"/>
                  <a:gd fmla="*/ 55352 w 205326" name="connsiteX3"/>
                  <a:gd fmla="*/ 220661 h 250207" name="connsiteY3"/>
                  <a:gd fmla="*/ 87516 w 205326" name="connsiteX4"/>
                  <a:gd fmla="*/ 203831 h 250207" name="connsiteY4"/>
                  <a:gd fmla="*/ 0 w 205326" name="connsiteX5"/>
                  <a:gd fmla="*/ 59840 h 250207" name="connsiteY5"/>
                  <a:gd fmla="*/ 116689 w 205326" name="connsiteX6"/>
                  <a:gd fmla="*/ 0 h 250207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250207" w="205326">
                    <a:moveTo>
                      <a:pt x="116689" y="0"/>
                    </a:moveTo>
                    <a:lnTo>
                      <a:pt x="205327" y="194107"/>
                    </a:lnTo>
                    <a:lnTo>
                      <a:pt x="108834" y="250207"/>
                    </a:lnTo>
                    <a:lnTo>
                      <a:pt x="55352" y="220661"/>
                    </a:lnTo>
                    <a:lnTo>
                      <a:pt x="87516" y="203831"/>
                    </a:lnTo>
                    <a:lnTo>
                      <a:pt x="0" y="59840"/>
                    </a:lnTo>
                    <a:lnTo>
                      <a:pt x="116689" y="0"/>
                    </a:ln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c7fe448-1cbc-487f-9075-fab1975c3acf" id="197" name="任意多边形: 形状 196">
                <a:extLst>
                  <a:ext uri="{FF2B5EF4-FFF2-40B4-BE49-F238E27FC236}">
                    <a16:creationId id="{381916A2-B725-5AAD-47F4-AE62CABF9229}"/>
                  </a:ext>
                </a:extLst>
              </p:cNvPr>
              <p:cNvSpPr/>
              <p:nvPr/>
            </p:nvSpPr>
            <p:spPr>
              <a:xfrm flipV="false" flipH="false">
                <a:off x="10847227" y="6015462"/>
                <a:ext cx="315416" cy="94995"/>
              </a:xfrm>
              <a:custGeom>
                <a:avLst/>
                <a:gdLst>
                  <a:gd fmla="*/ 147384 w 279406" name="connsiteX0"/>
                  <a:gd fmla="*/ 0 h 84150" name="connsiteY0"/>
                  <a:gd fmla="*/ 28825 w 279406" name="connsiteX1"/>
                  <a:gd fmla="*/ 39270 h 84150" name="connsiteY1"/>
                  <a:gd fmla="*/ 5637 w 279406" name="connsiteX2"/>
                  <a:gd fmla="*/ 84150 h 84150" name="connsiteY2"/>
                  <a:gd fmla="*/ 279406 w 279406" name="connsiteX3"/>
                  <a:gd fmla="*/ 80410 h 84150" name="connsiteY3"/>
                  <a:gd fmla="*/ 268934 w 279406" name="connsiteX4"/>
                  <a:gd fmla="*/ 19822 h 84150" name="connsiteY4"/>
                  <a:gd fmla="*/ 246868 w 279406" name="connsiteX5"/>
                  <a:gd fmla="*/ 1122 h 84150" name="connsiteY5"/>
                  <a:gd fmla="*/ 147384 w 279406" name="connsiteX6"/>
                  <a:gd fmla="*/ 0 h 84150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84150" w="279406">
                    <a:moveTo>
                      <a:pt x="147384" y="0"/>
                    </a:moveTo>
                    <a:lnTo>
                      <a:pt x="28825" y="39270"/>
                    </a:lnTo>
                    <a:cubicBezTo>
                      <a:pt x="-347" y="48994"/>
                      <a:pt x="-5957" y="69190"/>
                      <a:pt x="5637" y="84150"/>
                    </a:cubicBezTo>
                    <a:lnTo>
                      <a:pt x="279406" y="80410"/>
                    </a:lnTo>
                    <a:lnTo>
                      <a:pt x="268934" y="19822"/>
                    </a:lnTo>
                    <a:cubicBezTo>
                      <a:pt x="267064" y="8976"/>
                      <a:pt x="257714" y="1122"/>
                      <a:pt x="246868" y="1122"/>
                    </a:cubicBezTo>
                    <a:lnTo>
                      <a:pt x="147384" y="0"/>
                    </a:ln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6fcb4a5-46a2-4f02-9530-56727b22abd8" id="198" name="任意多边形: 形状 197">
                <a:extLst>
                  <a:ext uri="{FF2B5EF4-FFF2-40B4-BE49-F238E27FC236}">
                    <a16:creationId id="{F032014F-9E4D-1FE0-6D55-4B679D4C071B}"/>
                  </a:ext>
                </a:extLst>
              </p:cNvPr>
              <p:cNvSpPr/>
              <p:nvPr/>
            </p:nvSpPr>
            <p:spPr>
              <a:xfrm flipV="false" flipH="false">
                <a:off x="10853590" y="6105813"/>
                <a:ext cx="312742" cy="25754"/>
              </a:xfrm>
              <a:custGeom>
                <a:avLst/>
                <a:gdLst>
                  <a:gd fmla="*/ 273769 w 277037" name="connsiteX0"/>
                  <a:gd fmla="*/ 374 h 22814" name="connsiteY0"/>
                  <a:gd fmla="*/ 276761 w 277037" name="connsiteX1"/>
                  <a:gd fmla="*/ 10472 h 22814" name="connsiteY1"/>
                  <a:gd fmla="*/ 260679 w 277037" name="connsiteX2"/>
                  <a:gd fmla="*/ 22814 h 22814" name="connsiteY2"/>
                  <a:gd fmla="*/ 47872 w 277037" name="connsiteX3"/>
                  <a:gd fmla="*/ 22814 h 22814" name="connsiteY3"/>
                  <a:gd fmla="*/ 0 w 277037" name="connsiteX4"/>
                  <a:gd fmla="*/ 3740 h 22814" name="connsiteY4"/>
                  <a:gd fmla="*/ 273769 w 277037" name="connsiteX5"/>
                  <a:gd fmla="*/ 0 h 22814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22814" w="277037">
                    <a:moveTo>
                      <a:pt x="273769" y="374"/>
                    </a:moveTo>
                    <a:lnTo>
                      <a:pt x="276761" y="10472"/>
                    </a:lnTo>
                    <a:cubicBezTo>
                      <a:pt x="278631" y="16830"/>
                      <a:pt x="270777" y="22814"/>
                      <a:pt x="260679" y="22814"/>
                    </a:cubicBezTo>
                    <a:lnTo>
                      <a:pt x="47872" y="22814"/>
                    </a:lnTo>
                    <a:cubicBezTo>
                      <a:pt x="24684" y="22814"/>
                      <a:pt x="8228" y="14586"/>
                      <a:pt x="0" y="3740"/>
                    </a:cubicBezTo>
                    <a:lnTo>
                      <a:pt x="273769" y="0"/>
                    </a:lnTo>
                    <a:close/>
                  </a:path>
                </a:pathLst>
              </a:custGeom>
              <a:solidFill>
                <a:srgbClr val="00054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b6b54ef-1171-4625-9bac-429228f57e5c" id="196" name="任意多边形: 形状 195">
                <a:extLst>
                  <a:ext uri="{FF2B5EF4-FFF2-40B4-BE49-F238E27FC236}">
                    <a16:creationId id="{732A0C29-7CD3-C78C-F5A4-D264EDFDD537}"/>
                  </a:ext>
                </a:extLst>
              </p:cNvPr>
              <p:cNvSpPr/>
              <p:nvPr/>
            </p:nvSpPr>
            <p:spPr>
              <a:xfrm flipV="false" flipH="false">
                <a:off x="11088758" y="6043749"/>
                <a:ext cx="46020" cy="46020"/>
              </a:xfrm>
              <a:custGeom>
                <a:avLst/>
                <a:gdLst>
                  <a:gd fmla="*/ 0 w 40766" name="connsiteX0"/>
                  <a:gd fmla="*/ 20196 h 40766" name="connsiteY0"/>
                  <a:gd fmla="*/ 20196 w 40766" name="connsiteX1"/>
                  <a:gd fmla="*/ 40766 h 40766" name="connsiteY1"/>
                  <a:gd fmla="*/ 40766 w 40766" name="connsiteX2"/>
                  <a:gd fmla="*/ 20570 h 40766" name="connsiteY2"/>
                  <a:gd fmla="*/ 20570 w 40766" name="connsiteX3"/>
                  <a:gd fmla="*/ 0 h 40766" name="connsiteY3"/>
                  <a:gd fmla="*/ 0 w 40766" name="connsiteX4"/>
                  <a:gd fmla="*/ 20196 h 40766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40766" w="40766">
                    <a:moveTo>
                      <a:pt x="0" y="20196"/>
                    </a:moveTo>
                    <a:cubicBezTo>
                      <a:pt x="0" y="31416"/>
                      <a:pt x="8976" y="40766"/>
                      <a:pt x="20196" y="40766"/>
                    </a:cubicBezTo>
                    <a:cubicBezTo>
                      <a:pt x="31416" y="40766"/>
                      <a:pt x="40766" y="31790"/>
                      <a:pt x="40766" y="20570"/>
                    </a:cubicBezTo>
                    <a:cubicBezTo>
                      <a:pt x="40766" y="9350"/>
                      <a:pt x="31790" y="0"/>
                      <a:pt x="20570" y="0"/>
                    </a:cubicBezTo>
                    <a:cubicBezTo>
                      <a:pt x="9350" y="0"/>
                      <a:pt x="0" y="8976"/>
                      <a:pt x="0" y="20196"/>
                    </a:cubicBez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c281edb-af0b-4da5-9422-6141b14d9177" id="81" name="任意多边形: 形状 80">
                <a:extLst>
                  <a:ext uri="{FF2B5EF4-FFF2-40B4-BE49-F238E27FC236}">
                    <a16:creationId id="{F7F2A341-244B-A7B5-6615-F0E88F56D693}"/>
                  </a:ext>
                </a:extLst>
              </p:cNvPr>
              <p:cNvSpPr/>
              <p:nvPr/>
            </p:nvSpPr>
            <p:spPr>
              <a:xfrm flipV="false" flipH="false">
                <a:off x="10340748" y="4084310"/>
                <a:ext cx="642895" cy="1176386"/>
              </a:xfrm>
              <a:custGeom>
                <a:avLst/>
                <a:gdLst>
                  <a:gd fmla="*/ 185761 w 569499" name="connsiteX0"/>
                  <a:gd fmla="*/ 0 h 1042084" name="connsiteY0"/>
                  <a:gd fmla="*/ 569486 w 569499" name="connsiteX1"/>
                  <a:gd fmla="*/ 193359 h 1042084" name="connsiteY1"/>
                  <a:gd fmla="*/ 507776 w 569499" name="connsiteX2"/>
                  <a:gd fmla="*/ 394946 h 1042084" name="connsiteY2"/>
                  <a:gd fmla="*/ 463270 w 569499" name="connsiteX3"/>
                  <a:gd fmla="*/ 635802 h 1042084" name="connsiteY3"/>
                  <a:gd fmla="*/ 404552 w 569499" name="connsiteX4"/>
                  <a:gd fmla="*/ 826543 h 1042084" name="connsiteY4"/>
                  <a:gd fmla="*/ 131531 w 569499" name="connsiteX5"/>
                  <a:gd fmla="*/ 1037480 h 1042084" name="connsiteY5"/>
                  <a:gd fmla="*/ 8484 w 569499" name="connsiteX6"/>
                  <a:gd fmla="*/ 751369 h 1042084" name="connsiteY6"/>
                  <a:gd fmla="*/ 185761 w 569499" name="connsiteX7"/>
                  <a:gd fmla="*/ 0 h 104208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042084" w="569499">
                    <a:moveTo>
                      <a:pt x="185761" y="0"/>
                    </a:moveTo>
                    <a:cubicBezTo>
                      <a:pt x="185761" y="0"/>
                      <a:pt x="572104" y="149227"/>
                      <a:pt x="569486" y="193359"/>
                    </a:cubicBezTo>
                    <a:cubicBezTo>
                      <a:pt x="565746" y="260305"/>
                      <a:pt x="519744" y="355301"/>
                      <a:pt x="507776" y="394946"/>
                    </a:cubicBezTo>
                    <a:cubicBezTo>
                      <a:pt x="478604" y="492560"/>
                      <a:pt x="491694" y="537814"/>
                      <a:pt x="463270" y="635802"/>
                    </a:cubicBezTo>
                    <a:cubicBezTo>
                      <a:pt x="449432" y="683301"/>
                      <a:pt x="427740" y="753239"/>
                      <a:pt x="404552" y="826543"/>
                    </a:cubicBezTo>
                    <a:cubicBezTo>
                      <a:pt x="359297" y="970534"/>
                      <a:pt x="237747" y="1064408"/>
                      <a:pt x="131531" y="1037480"/>
                    </a:cubicBezTo>
                    <a:cubicBezTo>
                      <a:pt x="31298" y="1012422"/>
                      <a:pt x="-21810" y="889002"/>
                      <a:pt x="8484" y="751369"/>
                    </a:cubicBezTo>
                    <a:cubicBezTo>
                      <a:pt x="64210" y="498170"/>
                      <a:pt x="127042" y="232629"/>
                      <a:pt x="185761" y="0"/>
                    </a:cubicBezTo>
                    <a:close/>
                  </a:path>
                </a:pathLst>
              </a:custGeom>
              <a:solidFill>
                <a:srgbClr val="00054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30d51bf-22e4-459e-883a-241b39d00bad" id="82" name="任意多边形: 形状 81">
                <a:extLst>
                  <a:ext uri="{FF2B5EF4-FFF2-40B4-BE49-F238E27FC236}">
                    <a16:creationId id="{DAB0ACFA-8897-BB95-4494-75F4CFFE3706}"/>
                  </a:ext>
                </a:extLst>
              </p:cNvPr>
              <p:cNvSpPr/>
              <p:nvPr/>
            </p:nvSpPr>
            <p:spPr>
              <a:xfrm flipV="false" flipH="false">
                <a:off x="10712575" y="5635902"/>
                <a:ext cx="405836" cy="379607"/>
              </a:xfrm>
              <a:custGeom>
                <a:avLst/>
                <a:gdLst>
                  <a:gd fmla="*/ 344081 w 359504" name="connsiteX0"/>
                  <a:gd fmla="*/ 158577 h 336269" name="connsiteY0"/>
                  <a:gd fmla="*/ 359415 w 359504" name="connsiteX1"/>
                  <a:gd fmla="*/ 206449 h 336269" name="connsiteY1"/>
                  <a:gd fmla="*/ 328373 w 359504" name="connsiteX2"/>
                  <a:gd fmla="*/ 259931 h 336269" name="connsiteY2"/>
                  <a:gd fmla="*/ 178773 w 359504" name="connsiteX3"/>
                  <a:gd fmla="*/ 330991 h 336269" name="connsiteY3"/>
                  <a:gd fmla="*/ 102476 w 359504" name="connsiteX4"/>
                  <a:gd fmla="*/ 302941 h 336269" name="connsiteY4"/>
                  <a:gd fmla="*/ 0 w 359504" name="connsiteX5"/>
                  <a:gd fmla="*/ 121925 h 336269" name="connsiteY5"/>
                  <a:gd fmla="*/ 276387 w 359504" name="connsiteX6"/>
                  <a:gd fmla="*/ 0 h 336269" name="connsiteY6"/>
                  <a:gd fmla="*/ 343707 w 359504" name="connsiteX7"/>
                  <a:gd fmla="*/ 158577 h 33626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336269" w="359504">
                    <a:moveTo>
                      <a:pt x="344081" y="158577"/>
                    </a:moveTo>
                    <a:cubicBezTo>
                      <a:pt x="350814" y="173163"/>
                      <a:pt x="360537" y="190367"/>
                      <a:pt x="359415" y="206449"/>
                    </a:cubicBezTo>
                    <a:cubicBezTo>
                      <a:pt x="357546" y="233377"/>
                      <a:pt x="350439" y="249459"/>
                      <a:pt x="328373" y="259931"/>
                    </a:cubicBezTo>
                    <a:lnTo>
                      <a:pt x="178773" y="330991"/>
                    </a:lnTo>
                    <a:cubicBezTo>
                      <a:pt x="151471" y="344081"/>
                      <a:pt x="119307" y="332113"/>
                      <a:pt x="102476" y="302941"/>
                    </a:cubicBezTo>
                    <a:cubicBezTo>
                      <a:pt x="68816" y="244597"/>
                      <a:pt x="34408" y="183261"/>
                      <a:pt x="0" y="121925"/>
                    </a:cubicBezTo>
                    <a:lnTo>
                      <a:pt x="276387" y="0"/>
                    </a:lnTo>
                    <a:cubicBezTo>
                      <a:pt x="309673" y="78540"/>
                      <a:pt x="335105" y="138754"/>
                      <a:pt x="343707" y="158577"/>
                    </a:cubicBezTo>
                    <a:close/>
                  </a:path>
                </a:pathLst>
              </a:custGeom>
              <a:solidFill>
                <a:srgbClr val="00054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bd6a84e-8740-4ec0-9447-ee85f2582e6b" id="83" name="任意多边形: 形状 82">
                <a:extLst>
                  <a:ext uri="{FF2B5EF4-FFF2-40B4-BE49-F238E27FC236}">
                    <a16:creationId id="{0F4F6988-9ECC-220B-8D1C-06F843459438}"/>
                  </a:ext>
                </a:extLst>
              </p:cNvPr>
              <p:cNvSpPr/>
              <p:nvPr/>
            </p:nvSpPr>
            <p:spPr>
              <a:xfrm flipV="false" flipH="false">
                <a:off x="10344277" y="4843272"/>
                <a:ext cx="593753" cy="728033"/>
              </a:xfrm>
              <a:custGeom>
                <a:avLst/>
                <a:gdLst>
                  <a:gd fmla="*/ 46498 w 525967" name="connsiteX0"/>
                  <a:gd fmla="*/ 317666 h 644917" name="connsiteY0"/>
                  <a:gd fmla="*/ 24058 w 525967" name="connsiteX1"/>
                  <a:gd fmla="*/ 273908 h 644917" name="connsiteY1"/>
                  <a:gd fmla="*/ 90630 w 525967" name="connsiteX2"/>
                  <a:gd fmla="*/ 13603 h 644917" name="connsiteY2"/>
                  <a:gd fmla="*/ 337845 w 525967" name="connsiteX3"/>
                  <a:gd fmla="*/ 91022 h 644917" name="connsiteY3"/>
                  <a:gd fmla="*/ 525968 w 525967" name="connsiteX4"/>
                  <a:gd fmla="*/ 519627 h 644917" name="connsiteY4"/>
                  <a:gd fmla="*/ 226019 w 525967" name="connsiteX5"/>
                  <a:gd fmla="*/ 644918 h 644917" name="connsiteY5"/>
                  <a:gd fmla="*/ 46498 w 525967" name="connsiteX6"/>
                  <a:gd fmla="*/ 317292 h 644917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644917" w="525967">
                    <a:moveTo>
                      <a:pt x="46498" y="317666"/>
                    </a:moveTo>
                    <a:cubicBezTo>
                      <a:pt x="42010" y="309438"/>
                      <a:pt x="34156" y="293730"/>
                      <a:pt x="24058" y="273908"/>
                    </a:cubicBezTo>
                    <a:cubicBezTo>
                      <a:pt x="-26058" y="174798"/>
                      <a:pt x="4984" y="53995"/>
                      <a:pt x="90630" y="13603"/>
                    </a:cubicBezTo>
                    <a:cubicBezTo>
                      <a:pt x="162439" y="-20057"/>
                      <a:pt x="293339" y="9863"/>
                      <a:pt x="337845" y="91022"/>
                    </a:cubicBezTo>
                    <a:cubicBezTo>
                      <a:pt x="362155" y="135528"/>
                      <a:pt x="447428" y="334496"/>
                      <a:pt x="525968" y="519627"/>
                    </a:cubicBezTo>
                    <a:lnTo>
                      <a:pt x="226019" y="644918"/>
                    </a:lnTo>
                    <a:cubicBezTo>
                      <a:pt x="146731" y="502797"/>
                      <a:pt x="80906" y="382368"/>
                      <a:pt x="46498" y="317292"/>
                    </a:cubicBezTo>
                    <a:close/>
                  </a:path>
                </a:pathLst>
              </a:custGeom>
              <a:solidFill>
                <a:srgbClr val="00054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e204b83-8664-46b1-a24e-826f31e6cb28" id="84" name="任意多边形: 形状 83">
                <a:extLst>
                  <a:ext uri="{FF2B5EF4-FFF2-40B4-BE49-F238E27FC236}">
                    <a16:creationId id="{9CA9F607-99C5-ED24-D3D5-BD9842FFA455}"/>
                  </a:ext>
                </a:extLst>
              </p:cNvPr>
              <p:cNvSpPr/>
              <p:nvPr/>
            </p:nvSpPr>
            <p:spPr>
              <a:xfrm flipV="false" flipH="false">
                <a:off x="10599425" y="5430290"/>
                <a:ext cx="425579" cy="343250"/>
              </a:xfrm>
              <a:custGeom>
                <a:avLst/>
                <a:gdLst>
                  <a:gd fmla="*/ 299949 w 376993" name="connsiteX0"/>
                  <a:gd fmla="*/ 0 h 304063" name="connsiteY0"/>
                  <a:gd fmla="*/ 376993 w 376993" name="connsiteX1"/>
                  <a:gd fmla="*/ 182139 h 304063" name="connsiteY1"/>
                  <a:gd fmla="*/ 100606 w 376993" name="connsiteX2"/>
                  <a:gd fmla="*/ 304063 h 304063" name="connsiteY2"/>
                  <a:gd fmla="*/ 0 w 376993" name="connsiteX3"/>
                  <a:gd fmla="*/ 125291 h 304063" name="connsiteY3"/>
                  <a:gd fmla="*/ 299949 w 376993" name="connsiteX4"/>
                  <a:gd fmla="*/ 0 h 304063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304063" w="376993">
                    <a:moveTo>
                      <a:pt x="299949" y="0"/>
                    </a:moveTo>
                    <a:cubicBezTo>
                      <a:pt x="327251" y="64702"/>
                      <a:pt x="354179" y="127909"/>
                      <a:pt x="376993" y="182139"/>
                    </a:cubicBezTo>
                    <a:lnTo>
                      <a:pt x="100606" y="304063"/>
                    </a:lnTo>
                    <a:cubicBezTo>
                      <a:pt x="95744" y="295087"/>
                      <a:pt x="27302" y="173911"/>
                      <a:pt x="0" y="125291"/>
                    </a:cubicBezTo>
                    <a:lnTo>
                      <a:pt x="299949" y="0"/>
                    </a:lnTo>
                    <a:close/>
                  </a:path>
                </a:pathLst>
              </a:custGeom>
              <a:solidFill>
                <a:srgbClr val="00054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d70e1c5-0621-40af-8bcd-4a3829f9bd98" id="184" name="任意多边形: 形状 183">
                <a:extLst>
                  <a:ext uri="{FF2B5EF4-FFF2-40B4-BE49-F238E27FC236}">
                    <a16:creationId id="{DD38D31F-1D9A-0A13-E9BA-4944B58411E1}"/>
                  </a:ext>
                </a:extLst>
              </p:cNvPr>
              <p:cNvSpPr/>
              <p:nvPr/>
            </p:nvSpPr>
            <p:spPr>
              <a:xfrm flipV="false" flipH="false">
                <a:off x="10345258" y="2588870"/>
                <a:ext cx="508753" cy="1051283"/>
              </a:xfrm>
              <a:custGeom>
                <a:avLst/>
                <a:gdLst>
                  <a:gd fmla="*/ 0 w 450671" name="connsiteX0"/>
                  <a:gd fmla="*/ 374 h 931263" name="connsiteY0"/>
                  <a:gd fmla="*/ 22440 w 450671" name="connsiteX1"/>
                  <a:gd fmla="*/ 7106 h 931263" name="connsiteY1"/>
                  <a:gd fmla="*/ 304063 w 450671" name="connsiteX2"/>
                  <a:gd fmla="*/ 169797 h 931263" name="connsiteY2"/>
                  <a:gd fmla="*/ 357171 w 450671" name="connsiteX3"/>
                  <a:gd fmla="*/ 331365 h 931263" name="connsiteY3"/>
                  <a:gd fmla="*/ 384473 w 450671" name="connsiteX4"/>
                  <a:gd fmla="*/ 464884 h 931263" name="connsiteY4"/>
                  <a:gd fmla="*/ 430850 w 450671" name="connsiteX5"/>
                  <a:gd fmla="*/ 798867 h 931263" name="connsiteY5"/>
                  <a:gd fmla="*/ 448428 w 450671" name="connsiteX6"/>
                  <a:gd fmla="*/ 917425 h 931263" name="connsiteY6"/>
                  <a:gd fmla="*/ 450672 w 450671" name="connsiteX7"/>
                  <a:gd fmla="*/ 931263 h 931263" name="connsiteY7"/>
                  <a:gd fmla="*/ 0 w 450671" name="connsiteX8"/>
                  <a:gd fmla="*/ 0 h 931263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931263" w="450671">
                    <a:moveTo>
                      <a:pt x="0" y="374"/>
                    </a:moveTo>
                    <a:cubicBezTo>
                      <a:pt x="7480" y="2618"/>
                      <a:pt x="14586" y="4862"/>
                      <a:pt x="22440" y="7106"/>
                    </a:cubicBezTo>
                    <a:cubicBezTo>
                      <a:pt x="115940" y="34782"/>
                      <a:pt x="241979" y="92004"/>
                      <a:pt x="304063" y="169797"/>
                    </a:cubicBezTo>
                    <a:cubicBezTo>
                      <a:pt x="341089" y="216547"/>
                      <a:pt x="347821" y="294713"/>
                      <a:pt x="357171" y="331365"/>
                    </a:cubicBezTo>
                    <a:cubicBezTo>
                      <a:pt x="368391" y="375871"/>
                      <a:pt x="376993" y="421500"/>
                      <a:pt x="384473" y="464884"/>
                    </a:cubicBezTo>
                    <a:cubicBezTo>
                      <a:pt x="405418" y="585686"/>
                      <a:pt x="416263" y="690033"/>
                      <a:pt x="430850" y="798867"/>
                    </a:cubicBezTo>
                    <a:cubicBezTo>
                      <a:pt x="436086" y="837389"/>
                      <a:pt x="441696" y="876659"/>
                      <a:pt x="448428" y="917425"/>
                    </a:cubicBezTo>
                    <a:cubicBezTo>
                      <a:pt x="449176" y="921913"/>
                      <a:pt x="449924" y="926775"/>
                      <a:pt x="450672" y="931263"/>
                    </a:cubicBezTo>
                    <a:cubicBezTo>
                      <a:pt x="215425" y="651136"/>
                      <a:pt x="62458" y="324633"/>
                      <a:pt x="0" y="0"/>
                    </a:cubicBezTo>
                    <a:close/>
                  </a:path>
                </a:pathLst>
              </a:custGeom>
              <a:solidFill>
                <a:srgbClr val="F9EDDC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faa1dc3-725d-46b6-a93d-ddfb7d6abf24" id="185" name="任意多边形: 形状 184">
                <a:extLst>
                  <a:ext uri="{FF2B5EF4-FFF2-40B4-BE49-F238E27FC236}">
                    <a16:creationId id="{17879F6C-5C52-E3C3-3031-0B6598266302}"/>
                  </a:ext>
                </a:extLst>
              </p:cNvPr>
              <p:cNvSpPr/>
              <p:nvPr/>
            </p:nvSpPr>
            <p:spPr>
              <a:xfrm flipV="false" flipH="false">
                <a:off x="9705345" y="2594359"/>
                <a:ext cx="180558" cy="819916"/>
              </a:xfrm>
              <a:custGeom>
                <a:avLst/>
                <a:gdLst>
                  <a:gd fmla="*/ 92999 w 159945" name="connsiteX0"/>
                  <a:gd fmla="*/ 552026 h 726310" name="connsiteY0"/>
                  <a:gd fmla="*/ 621 w 159945" name="connsiteX1"/>
                  <a:gd fmla="*/ 185131 h 726310" name="connsiteY1"/>
                  <a:gd fmla="*/ 54103 w 159945" name="connsiteX2"/>
                  <a:gd fmla="*/ 29546 h 726310" name="connsiteY2"/>
                  <a:gd fmla="*/ 91877 w 159945" name="connsiteX3"/>
                  <a:gd fmla="*/ 0 h 726310" name="connsiteY3"/>
                  <a:gd fmla="*/ 159945 w 159945" name="connsiteX4"/>
                  <a:gd fmla="*/ 726311 h 726310" name="connsiteY4"/>
                  <a:gd fmla="*/ 93373 w 159945" name="connsiteX5"/>
                  <a:gd fmla="*/ 551652 h 726310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726310" w="159945">
                    <a:moveTo>
                      <a:pt x="92999" y="552026"/>
                    </a:moveTo>
                    <a:cubicBezTo>
                      <a:pt x="48867" y="426362"/>
                      <a:pt x="-6485" y="241231"/>
                      <a:pt x="621" y="185131"/>
                    </a:cubicBezTo>
                    <a:cubicBezTo>
                      <a:pt x="12963" y="89386"/>
                      <a:pt x="24183" y="63206"/>
                      <a:pt x="54103" y="29546"/>
                    </a:cubicBezTo>
                    <a:cubicBezTo>
                      <a:pt x="64949" y="17578"/>
                      <a:pt x="77291" y="7854"/>
                      <a:pt x="91877" y="0"/>
                    </a:cubicBezTo>
                    <a:cubicBezTo>
                      <a:pt x="91877" y="238987"/>
                      <a:pt x="115065" y="482088"/>
                      <a:pt x="159945" y="726311"/>
                    </a:cubicBezTo>
                    <a:cubicBezTo>
                      <a:pt x="141619" y="679935"/>
                      <a:pt x="118431" y="623460"/>
                      <a:pt x="93373" y="551652"/>
                    </a:cubicBezTo>
                    <a:close/>
                  </a:path>
                </a:pathLst>
              </a:custGeom>
              <a:solidFill>
                <a:srgbClr val="F9EDDC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14f1d63-0f07-4d0a-bbb0-54a37939f134" id="193" name="任意多边形: 形状 192">
                <a:extLst>
                  <a:ext uri="{FF2B5EF4-FFF2-40B4-BE49-F238E27FC236}">
                    <a16:creationId id="{33A5DDA5-C217-8633-4EA1-EBD4F0A20524}"/>
                  </a:ext>
                </a:extLst>
              </p:cNvPr>
              <p:cNvSpPr/>
              <p:nvPr/>
            </p:nvSpPr>
            <p:spPr>
              <a:xfrm flipV="false" flipH="false">
                <a:off x="9808641" y="2573249"/>
                <a:ext cx="1177416" cy="1801700"/>
              </a:xfrm>
              <a:custGeom>
                <a:avLst/>
                <a:gdLst>
                  <a:gd fmla="*/ 68068 w 1042997" name="connsiteX0"/>
                  <a:gd fmla="*/ 745385 h 1596009" name="connsiteY0"/>
                  <a:gd fmla="*/ 0 w 1042997" name="connsiteX1"/>
                  <a:gd fmla="*/ 19074 h 1596009" name="connsiteY1"/>
                  <a:gd fmla="*/ 33660 w 1042997" name="connsiteX2"/>
                  <a:gd fmla="*/ 4862 h 1596009" name="connsiteY2"/>
                  <a:gd fmla="*/ 35156 w 1042997" name="connsiteX3"/>
                  <a:gd fmla="*/ 21692 h 1596009" name="connsiteY3"/>
                  <a:gd fmla="*/ 96866 w 1042997" name="connsiteX4"/>
                  <a:gd fmla="*/ 394945 h 1596009" name="connsiteY4"/>
                  <a:gd fmla="*/ 254695 w 1042997" name="connsiteX5"/>
                  <a:gd fmla="*/ 530708 h 1596009" name="connsiteY5"/>
                  <a:gd fmla="*/ 384099 w 1042997" name="connsiteX6"/>
                  <a:gd fmla="*/ 530708 h 1596009" name="connsiteY6"/>
                  <a:gd fmla="*/ 497048 w 1042997" name="connsiteX7"/>
                  <a:gd fmla="*/ 394945 h 1596009" name="connsiteY7"/>
                  <a:gd fmla="*/ 435338 w 1042997" name="connsiteX8"/>
                  <a:gd fmla="*/ 21692 h 1596009" name="connsiteY8"/>
                  <a:gd fmla="*/ 429728 w 1042997" name="connsiteX9"/>
                  <a:gd fmla="*/ 0 h 1596009" name="connsiteY9"/>
                  <a:gd fmla="*/ 442444 w 1042997" name="connsiteX10"/>
                  <a:gd fmla="*/ 3740 h 1596009" name="connsiteY10"/>
                  <a:gd fmla="*/ 474982 w 1042997" name="connsiteX11"/>
                  <a:gd fmla="*/ 14960 h 1596009" name="connsiteY11"/>
                  <a:gd fmla="*/ 925653 w 1042997" name="connsiteX12"/>
                  <a:gd fmla="*/ 946224 h 1596009" name="connsiteY12"/>
                  <a:gd fmla="*/ 1022894 w 1042997" name="connsiteX13"/>
                  <a:gd fmla="*/ 1368471 h 1596009" name="connsiteY13"/>
                  <a:gd fmla="*/ 1005316 w 1042997" name="connsiteX14"/>
                  <a:gd fmla="*/ 1587636 h 1596009" name="connsiteY14"/>
                  <a:gd fmla="*/ 371383 w 1042997" name="connsiteX15"/>
                  <a:gd fmla="*/ 1571180 h 1596009" name="connsiteY15"/>
                  <a:gd fmla="*/ 265915 w 1042997" name="connsiteX16"/>
                  <a:gd fmla="*/ 1568562 h 1596009" name="connsiteY16"/>
                  <a:gd fmla="*/ 215051 w 1042997" name="connsiteX17"/>
                  <a:gd fmla="*/ 1338925 h 1596009" name="connsiteY17"/>
                  <a:gd fmla="*/ 68068 w 1042997" name="connsiteX18"/>
                  <a:gd fmla="*/ 745759 h 1596009" name="connsiteY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b="b" l="l" r="r" t="t"/>
                <a:pathLst>
                  <a:path h="1596009" w="1042997">
                    <a:moveTo>
                      <a:pt x="68068" y="745385"/>
                    </a:moveTo>
                    <a:cubicBezTo>
                      <a:pt x="23188" y="501162"/>
                      <a:pt x="374" y="258061"/>
                      <a:pt x="0" y="19074"/>
                    </a:cubicBezTo>
                    <a:cubicBezTo>
                      <a:pt x="10098" y="13464"/>
                      <a:pt x="21318" y="8976"/>
                      <a:pt x="33660" y="4862"/>
                    </a:cubicBezTo>
                    <a:cubicBezTo>
                      <a:pt x="33660" y="10472"/>
                      <a:pt x="34408" y="15708"/>
                      <a:pt x="35156" y="21692"/>
                    </a:cubicBezTo>
                    <a:lnTo>
                      <a:pt x="96866" y="394945"/>
                    </a:lnTo>
                    <a:cubicBezTo>
                      <a:pt x="109208" y="469746"/>
                      <a:pt x="180269" y="530708"/>
                      <a:pt x="254695" y="530708"/>
                    </a:cubicBezTo>
                    <a:lnTo>
                      <a:pt x="384099" y="530708"/>
                    </a:lnTo>
                    <a:cubicBezTo>
                      <a:pt x="458526" y="530708"/>
                      <a:pt x="509390" y="469746"/>
                      <a:pt x="497048" y="394945"/>
                    </a:cubicBezTo>
                    <a:lnTo>
                      <a:pt x="435338" y="21692"/>
                    </a:lnTo>
                    <a:cubicBezTo>
                      <a:pt x="434216" y="14212"/>
                      <a:pt x="431972" y="7106"/>
                      <a:pt x="429728" y="0"/>
                    </a:cubicBezTo>
                    <a:cubicBezTo>
                      <a:pt x="434590" y="1122"/>
                      <a:pt x="439078" y="2618"/>
                      <a:pt x="442444" y="3740"/>
                    </a:cubicBezTo>
                    <a:cubicBezTo>
                      <a:pt x="452916" y="7854"/>
                      <a:pt x="463762" y="11220"/>
                      <a:pt x="474982" y="14960"/>
                    </a:cubicBezTo>
                    <a:cubicBezTo>
                      <a:pt x="537440" y="339593"/>
                      <a:pt x="690407" y="666097"/>
                      <a:pt x="925653" y="946224"/>
                    </a:cubicBezTo>
                    <a:cubicBezTo>
                      <a:pt x="949590" y="1089466"/>
                      <a:pt x="943980" y="1144444"/>
                      <a:pt x="1022894" y="1368471"/>
                    </a:cubicBezTo>
                    <a:cubicBezTo>
                      <a:pt x="1044212" y="1428685"/>
                      <a:pt x="1061042" y="1599230"/>
                      <a:pt x="1005316" y="1587636"/>
                    </a:cubicBezTo>
                    <a:cubicBezTo>
                      <a:pt x="715465" y="1528170"/>
                      <a:pt x="647397" y="1643736"/>
                      <a:pt x="371383" y="1571180"/>
                    </a:cubicBezTo>
                    <a:cubicBezTo>
                      <a:pt x="347073" y="1564822"/>
                      <a:pt x="307429" y="1613442"/>
                      <a:pt x="265915" y="1568562"/>
                    </a:cubicBezTo>
                    <a:cubicBezTo>
                      <a:pt x="244223" y="1545374"/>
                      <a:pt x="252451" y="1450751"/>
                      <a:pt x="215051" y="1338925"/>
                    </a:cubicBezTo>
                    <a:cubicBezTo>
                      <a:pt x="155959" y="1161274"/>
                      <a:pt x="161195" y="980258"/>
                      <a:pt x="68068" y="745759"/>
                    </a:cubicBezTo>
                    <a:close/>
                  </a:path>
                </a:pathLst>
              </a:custGeom>
              <a:solidFill>
                <a:srgbClr val="00054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e570694-e9b7-471d-b7e3-dc384909aac8" id="194" name="任意多边形: 形状 193">
                <a:extLst>
                  <a:ext uri="{FF2B5EF4-FFF2-40B4-BE49-F238E27FC236}">
                    <a16:creationId id="{835F0478-298D-3AD5-1A9D-0B3DE7FEDD77}"/>
                  </a:ext>
                </a:extLst>
              </p:cNvPr>
              <p:cNvSpPr/>
              <p:nvPr/>
            </p:nvSpPr>
            <p:spPr>
              <a:xfrm flipV="false" flipH="false">
                <a:off x="9847061" y="2545861"/>
                <a:ext cx="525192" cy="626070"/>
              </a:xfrm>
              <a:custGeom>
                <a:avLst/>
                <a:gdLst>
                  <a:gd fmla="*/ 401678 w 465234" name="connsiteX0"/>
                  <a:gd fmla="*/ 45579 h 554595" name="connsiteY0"/>
                  <a:gd fmla="*/ 463388 w 465234" name="connsiteX1"/>
                  <a:gd fmla="*/ 418833 h 554595" name="connsiteY1"/>
                  <a:gd fmla="*/ 350439 w 465234" name="connsiteX2"/>
                  <a:gd fmla="*/ 554595 h 554595" name="connsiteY2"/>
                  <a:gd fmla="*/ 221035 w 465234" name="connsiteX3"/>
                  <a:gd fmla="*/ 554595 h 554595" name="connsiteY3"/>
                  <a:gd fmla="*/ 63206 w 465234" name="connsiteX4"/>
                  <a:gd fmla="*/ 418833 h 554595" name="connsiteY4"/>
                  <a:gd fmla="*/ 1496 w 465234" name="connsiteX5"/>
                  <a:gd fmla="*/ 45579 h 554595" name="connsiteY5"/>
                  <a:gd fmla="*/ 0 w 465234" name="connsiteX6"/>
                  <a:gd fmla="*/ 28749 h 554595" name="connsiteY6"/>
                  <a:gd fmla="*/ 88638 w 465234" name="connsiteX7"/>
                  <a:gd fmla="*/ 6309 h 554595" name="connsiteY7"/>
                  <a:gd fmla="*/ 396068 w 465234" name="connsiteX8"/>
                  <a:gd fmla="*/ 23513 h 554595" name="connsiteY8"/>
                  <a:gd fmla="*/ 401678 w 465234" name="connsiteX9"/>
                  <a:gd fmla="*/ 45205 h 554595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554595" w="465234">
                    <a:moveTo>
                      <a:pt x="401678" y="45579"/>
                    </a:moveTo>
                    <a:lnTo>
                      <a:pt x="463388" y="418833"/>
                    </a:lnTo>
                    <a:cubicBezTo>
                      <a:pt x="475730" y="493633"/>
                      <a:pt x="424866" y="554595"/>
                      <a:pt x="350439" y="554595"/>
                    </a:cubicBezTo>
                    <a:lnTo>
                      <a:pt x="221035" y="554595"/>
                    </a:lnTo>
                    <a:cubicBezTo>
                      <a:pt x="146609" y="554595"/>
                      <a:pt x="75548" y="493633"/>
                      <a:pt x="63206" y="418833"/>
                    </a:cubicBezTo>
                    <a:lnTo>
                      <a:pt x="1496" y="45579"/>
                    </a:lnTo>
                    <a:cubicBezTo>
                      <a:pt x="748" y="39969"/>
                      <a:pt x="0" y="34359"/>
                      <a:pt x="0" y="28749"/>
                    </a:cubicBezTo>
                    <a:cubicBezTo>
                      <a:pt x="24684" y="20147"/>
                      <a:pt x="53856" y="13789"/>
                      <a:pt x="88638" y="6309"/>
                    </a:cubicBezTo>
                    <a:cubicBezTo>
                      <a:pt x="164187" y="-9773"/>
                      <a:pt x="336601" y="8179"/>
                      <a:pt x="396068" y="23513"/>
                    </a:cubicBezTo>
                    <a:cubicBezTo>
                      <a:pt x="398312" y="30619"/>
                      <a:pt x="400556" y="37725"/>
                      <a:pt x="401678" y="45205"/>
                    </a:cubicBezTo>
                    <a:close/>
                  </a:path>
                </a:pathLst>
              </a:custGeom>
              <a:solidFill>
                <a:srgbClr val="F9EDDC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5af0cc8-06b9-4f73-a27f-2a277dafde9a" id="187" name="任意多边形: 形状 186">
                <a:extLst>
                  <a:ext uri="{FF2B5EF4-FFF2-40B4-BE49-F238E27FC236}">
                    <a16:creationId id="{C5C8079A-841F-4C7E-CF2D-805AB83DEA82}"/>
                  </a:ext>
                </a:extLst>
              </p:cNvPr>
              <p:cNvSpPr/>
              <p:nvPr/>
            </p:nvSpPr>
            <p:spPr>
              <a:xfrm flipV="false" flipH="false">
                <a:off x="9964855" y="3274526"/>
                <a:ext cx="438633" cy="306519"/>
              </a:xfrm>
              <a:custGeom>
                <a:avLst/>
                <a:gdLst>
                  <a:gd fmla="*/ 240483 w 388557" name="connsiteX0"/>
                  <a:gd fmla="*/ 271525 h 271525" name="connsiteY0"/>
                  <a:gd fmla="*/ 0 w 388557" name="connsiteX1"/>
                  <a:gd fmla="*/ 0 h 271525" name="connsiteY1"/>
                  <a:gd fmla="*/ 382229 w 388557" name="connsiteX2"/>
                  <a:gd fmla="*/ 0 h 271525" name="connsiteY2"/>
                  <a:gd fmla="*/ 240483 w 388557" name="connsiteX3"/>
                  <a:gd fmla="*/ 271525 h 271525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271525" w="388557">
                    <a:moveTo>
                      <a:pt x="240483" y="271525"/>
                    </a:moveTo>
                    <a:cubicBezTo>
                      <a:pt x="135015" y="271525"/>
                      <a:pt x="27302" y="149975"/>
                      <a:pt x="0" y="0"/>
                    </a:cubicBezTo>
                    <a:lnTo>
                      <a:pt x="382229" y="0"/>
                    </a:lnTo>
                    <a:cubicBezTo>
                      <a:pt x="409532" y="149975"/>
                      <a:pt x="345951" y="271525"/>
                      <a:pt x="240483" y="271525"/>
                    </a:cubicBezTo>
                    <a:close/>
                  </a:path>
                </a:pathLst>
              </a:custGeom>
              <a:solidFill>
                <a:srgbClr val="3D4689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5463dba-6817-4163-b0b0-c478b18fc934" id="188" name="任意多边形: 形状 187">
                <a:extLst>
                  <a:ext uri="{FF2B5EF4-FFF2-40B4-BE49-F238E27FC236}">
                    <a16:creationId id="{1C02911A-7DFE-7A2C-61CE-F02E893D2230}"/>
                  </a:ext>
                </a:extLst>
              </p:cNvPr>
              <p:cNvSpPr/>
              <p:nvPr/>
            </p:nvSpPr>
            <p:spPr>
              <a:xfrm flipV="false" flipH="false">
                <a:off x="9979487" y="3289303"/>
                <a:ext cx="21398" cy="45598"/>
              </a:xfrm>
              <a:custGeom>
                <a:avLst/>
                <a:gdLst>
                  <a:gd fmla="*/ 13218 w 18955" name="connsiteX0"/>
                  <a:gd fmla="*/ 40392 h 40392" name="connsiteY0"/>
                  <a:gd fmla="*/ 18828 w 18955" name="connsiteX1"/>
                  <a:gd fmla="*/ 33286 h 40392" name="connsiteY1"/>
                  <a:gd fmla="*/ 13966 w 18955" name="connsiteX2"/>
                  <a:gd fmla="*/ 7106 h 40392" name="connsiteY2"/>
                  <a:gd fmla="*/ 5738 w 18955" name="connsiteX3"/>
                  <a:gd fmla="*/ 0 h 40392" name="connsiteY3"/>
                  <a:gd fmla="*/ 128 w 18955" name="connsiteX4"/>
                  <a:gd fmla="*/ 7106 h 40392" name="connsiteY4"/>
                  <a:gd fmla="*/ 4990 w 18955" name="connsiteX5"/>
                  <a:gd fmla="*/ 33286 h 40392" name="connsiteY5"/>
                  <a:gd fmla="*/ 13218 w 18955" name="connsiteX6"/>
                  <a:gd fmla="*/ 40392 h 4039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40392" w="18955">
                    <a:moveTo>
                      <a:pt x="13218" y="40392"/>
                    </a:moveTo>
                    <a:cubicBezTo>
                      <a:pt x="16958" y="40392"/>
                      <a:pt x="19576" y="37026"/>
                      <a:pt x="18828" y="33286"/>
                    </a:cubicBezTo>
                    <a:lnTo>
                      <a:pt x="13966" y="7106"/>
                    </a:lnTo>
                    <a:cubicBezTo>
                      <a:pt x="13218" y="3366"/>
                      <a:pt x="9478" y="0"/>
                      <a:pt x="5738" y="0"/>
                    </a:cubicBezTo>
                    <a:cubicBezTo>
                      <a:pt x="1998" y="0"/>
                      <a:pt x="-620" y="3366"/>
                      <a:pt x="128" y="7106"/>
                    </a:cubicBezTo>
                    <a:lnTo>
                      <a:pt x="4990" y="33286"/>
                    </a:lnTo>
                    <a:cubicBezTo>
                      <a:pt x="5738" y="37026"/>
                      <a:pt x="9478" y="40392"/>
                      <a:pt x="13218" y="40392"/>
                    </a:cubicBezTo>
                    <a:close/>
                  </a:path>
                </a:pathLst>
              </a:custGeom>
              <a:solidFill>
                <a:srgbClr val="FF685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a24cec5-8cdd-46fd-897b-2e82278a2764" id="190" name="任意多边形: 形状 189">
                <a:extLst>
                  <a:ext uri="{FF2B5EF4-FFF2-40B4-BE49-F238E27FC236}">
                    <a16:creationId id="{4999C237-0ACC-FD10-F530-74D1F2C1938D}"/>
                  </a:ext>
                </a:extLst>
              </p:cNvPr>
              <p:cNvSpPr/>
              <p:nvPr/>
            </p:nvSpPr>
            <p:spPr>
              <a:xfrm flipV="false" flipH="false">
                <a:off x="10351170" y="3292258"/>
                <a:ext cx="21954" cy="9288"/>
              </a:xfrm>
              <a:custGeom>
                <a:avLst/>
                <a:gdLst>
                  <a:gd fmla="*/ 4114 w 19448" name="connsiteX0"/>
                  <a:gd fmla="*/ 8228 h 8227" name="connsiteY0"/>
                  <a:gd fmla="*/ 15334 w 19448" name="connsiteX1"/>
                  <a:gd fmla="*/ 8228 h 8227" name="connsiteY1"/>
                  <a:gd fmla="*/ 19448 w 19448" name="connsiteX2"/>
                  <a:gd fmla="*/ 4114 h 8227" name="connsiteY2"/>
                  <a:gd fmla="*/ 15334 w 19448" name="connsiteX3"/>
                  <a:gd fmla="*/ 0 h 8227" name="connsiteY3"/>
                  <a:gd fmla="*/ 4114 w 19448" name="connsiteX4"/>
                  <a:gd fmla="*/ 0 h 8227" name="connsiteY4"/>
                  <a:gd fmla="*/ 0 w 19448" name="connsiteX5"/>
                  <a:gd fmla="*/ 4114 h 8227" name="connsiteY5"/>
                  <a:gd fmla="*/ 4114 w 19448" name="connsiteX6"/>
                  <a:gd fmla="*/ 8228 h 8227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8227" w="19448">
                    <a:moveTo>
                      <a:pt x="4114" y="8228"/>
                    </a:moveTo>
                    <a:lnTo>
                      <a:pt x="15334" y="8228"/>
                    </a:lnTo>
                    <a:cubicBezTo>
                      <a:pt x="17578" y="8228"/>
                      <a:pt x="19448" y="6358"/>
                      <a:pt x="19448" y="4114"/>
                    </a:cubicBezTo>
                    <a:cubicBezTo>
                      <a:pt x="19448" y="1870"/>
                      <a:pt x="17578" y="0"/>
                      <a:pt x="15334" y="0"/>
                    </a:cubicBezTo>
                    <a:lnTo>
                      <a:pt x="4114" y="0"/>
                    </a:lnTo>
                    <a:cubicBezTo>
                      <a:pt x="1870" y="0"/>
                      <a:pt x="0" y="1870"/>
                      <a:pt x="0" y="4114"/>
                    </a:cubicBezTo>
                    <a:cubicBezTo>
                      <a:pt x="0" y="6358"/>
                      <a:pt x="1870" y="8228"/>
                      <a:pt x="4114" y="8228"/>
                    </a:cubicBezTo>
                    <a:close/>
                  </a:path>
                </a:pathLst>
              </a:custGeom>
              <a:solidFill>
                <a:srgbClr val="FF685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1849962-fe35-415f-b9fb-abf90fbead83" id="191" name="任意多边形: 形状 190">
                <a:extLst>
                  <a:ext uri="{FF2B5EF4-FFF2-40B4-BE49-F238E27FC236}">
                    <a16:creationId id="{0C0F17CA-2DC6-6A0B-1D08-753C0DC420BC}"/>
                  </a:ext>
                </a:extLst>
              </p:cNvPr>
              <p:cNvSpPr/>
              <p:nvPr/>
            </p:nvSpPr>
            <p:spPr>
              <a:xfrm flipV="false" flipH="false">
                <a:off x="10018052" y="3291836"/>
                <a:ext cx="319184" cy="9289"/>
              </a:xfrm>
              <a:custGeom>
                <a:avLst/>
                <a:gdLst>
                  <a:gd fmla="*/ 0 w 282744" name="connsiteX0"/>
                  <a:gd fmla="*/ 4114 h 8228" name="connsiteY0"/>
                  <a:gd fmla="*/ 4114 w 282744" name="connsiteX1"/>
                  <a:gd fmla="*/ 0 h 8228" name="connsiteY1"/>
                  <a:gd fmla="*/ 25058 w 282744" name="connsiteX2"/>
                  <a:gd fmla="*/ 0 h 8228" name="connsiteY2"/>
                  <a:gd fmla="*/ 29172 w 282744" name="connsiteX3"/>
                  <a:gd fmla="*/ 4114 h 8228" name="connsiteY3"/>
                  <a:gd fmla="*/ 25058 w 282744" name="connsiteX4"/>
                  <a:gd fmla="*/ 8228 h 8228" name="connsiteY4"/>
                  <a:gd fmla="*/ 4114 w 282744" name="connsiteX5"/>
                  <a:gd fmla="*/ 8228 h 8228" name="connsiteY5"/>
                  <a:gd fmla="*/ 0 w 282744" name="connsiteX6"/>
                  <a:gd fmla="*/ 4114 h 8228" name="connsiteY6"/>
                  <a:gd fmla="*/ 42262 w 282744" name="connsiteX7"/>
                  <a:gd fmla="*/ 4114 h 8228" name="connsiteY7"/>
                  <a:gd fmla="*/ 46376 w 282744" name="connsiteX8"/>
                  <a:gd fmla="*/ 0 h 8228" name="connsiteY8"/>
                  <a:gd fmla="*/ 67320 w 282744" name="connsiteX9"/>
                  <a:gd fmla="*/ 0 h 8228" name="connsiteY9"/>
                  <a:gd fmla="*/ 71434 w 282744" name="connsiteX10"/>
                  <a:gd fmla="*/ 4114 h 8228" name="connsiteY10"/>
                  <a:gd fmla="*/ 67320 w 282744" name="connsiteX11"/>
                  <a:gd fmla="*/ 8228 h 8228" name="connsiteY11"/>
                  <a:gd fmla="*/ 46376 w 282744" name="connsiteX12"/>
                  <a:gd fmla="*/ 8228 h 8228" name="connsiteY12"/>
                  <a:gd fmla="*/ 42262 w 282744" name="connsiteX13"/>
                  <a:gd fmla="*/ 4114 h 8228" name="connsiteY13"/>
                  <a:gd fmla="*/ 84524 w 282744" name="connsiteX14"/>
                  <a:gd fmla="*/ 4114 h 8228" name="connsiteY14"/>
                  <a:gd fmla="*/ 88638 w 282744" name="connsiteX15"/>
                  <a:gd fmla="*/ 0 h 8228" name="connsiteY15"/>
                  <a:gd fmla="*/ 109582 w 282744" name="connsiteX16"/>
                  <a:gd fmla="*/ 0 h 8228" name="connsiteY16"/>
                  <a:gd fmla="*/ 113696 w 282744" name="connsiteX17"/>
                  <a:gd fmla="*/ 4114 h 8228" name="connsiteY17"/>
                  <a:gd fmla="*/ 109582 w 282744" name="connsiteX18"/>
                  <a:gd fmla="*/ 8228 h 8228" name="connsiteY18"/>
                  <a:gd fmla="*/ 88638 w 282744" name="connsiteX19"/>
                  <a:gd fmla="*/ 8228 h 8228" name="connsiteY19"/>
                  <a:gd fmla="*/ 84524 w 282744" name="connsiteX20"/>
                  <a:gd fmla="*/ 4114 h 8228" name="connsiteY20"/>
                  <a:gd fmla="*/ 126786 w 282744" name="connsiteX21"/>
                  <a:gd fmla="*/ 4114 h 8228" name="connsiteY21"/>
                  <a:gd fmla="*/ 130900 w 282744" name="connsiteX22"/>
                  <a:gd fmla="*/ 0 h 8228" name="connsiteY22"/>
                  <a:gd fmla="*/ 151844 w 282744" name="connsiteX23"/>
                  <a:gd fmla="*/ 0 h 8228" name="connsiteY23"/>
                  <a:gd fmla="*/ 155959 w 282744" name="connsiteX24"/>
                  <a:gd fmla="*/ 4114 h 8228" name="connsiteY24"/>
                  <a:gd fmla="*/ 151844 w 282744" name="connsiteX25"/>
                  <a:gd fmla="*/ 8228 h 8228" name="connsiteY25"/>
                  <a:gd fmla="*/ 130900 w 282744" name="connsiteX26"/>
                  <a:gd fmla="*/ 8228 h 8228" name="connsiteY26"/>
                  <a:gd fmla="*/ 126786 w 282744" name="connsiteX27"/>
                  <a:gd fmla="*/ 4114 h 8228" name="connsiteY27"/>
                  <a:gd fmla="*/ 169049 w 282744" name="connsiteX28"/>
                  <a:gd fmla="*/ 4114 h 8228" name="connsiteY28"/>
                  <a:gd fmla="*/ 173163 w 282744" name="connsiteX29"/>
                  <a:gd fmla="*/ 0 h 8228" name="connsiteY29"/>
                  <a:gd fmla="*/ 194107 w 282744" name="connsiteX30"/>
                  <a:gd fmla="*/ 0 h 8228" name="connsiteY30"/>
                  <a:gd fmla="*/ 198221 w 282744" name="connsiteX31"/>
                  <a:gd fmla="*/ 4114 h 8228" name="connsiteY31"/>
                  <a:gd fmla="*/ 194107 w 282744" name="connsiteX32"/>
                  <a:gd fmla="*/ 8228 h 8228" name="connsiteY32"/>
                  <a:gd fmla="*/ 173163 w 282744" name="connsiteX33"/>
                  <a:gd fmla="*/ 8228 h 8228" name="connsiteY33"/>
                  <a:gd fmla="*/ 169049 w 282744" name="connsiteX34"/>
                  <a:gd fmla="*/ 4114 h 8228" name="connsiteY34"/>
                  <a:gd fmla="*/ 211311 w 282744" name="connsiteX35"/>
                  <a:gd fmla="*/ 4114 h 8228" name="connsiteY35"/>
                  <a:gd fmla="*/ 215425 w 282744" name="connsiteX36"/>
                  <a:gd fmla="*/ 0 h 8228" name="connsiteY36"/>
                  <a:gd fmla="*/ 236369 w 282744" name="connsiteX37"/>
                  <a:gd fmla="*/ 0 h 8228" name="connsiteY37"/>
                  <a:gd fmla="*/ 240483 w 282744" name="connsiteX38"/>
                  <a:gd fmla="*/ 4114 h 8228" name="connsiteY38"/>
                  <a:gd fmla="*/ 236369 w 282744" name="connsiteX39"/>
                  <a:gd fmla="*/ 8228 h 8228" name="connsiteY39"/>
                  <a:gd fmla="*/ 215425 w 282744" name="connsiteX40"/>
                  <a:gd fmla="*/ 8228 h 8228" name="connsiteY40"/>
                  <a:gd fmla="*/ 211311 w 282744" name="connsiteX41"/>
                  <a:gd fmla="*/ 4114 h 8228" name="connsiteY41"/>
                  <a:gd fmla="*/ 253573 w 282744" name="connsiteX42"/>
                  <a:gd fmla="*/ 4114 h 8228" name="connsiteY42"/>
                  <a:gd fmla="*/ 257687 w 282744" name="connsiteX43"/>
                  <a:gd fmla="*/ 0 h 8228" name="connsiteY43"/>
                  <a:gd fmla="*/ 278631 w 282744" name="connsiteX44"/>
                  <a:gd fmla="*/ 0 h 8228" name="connsiteY44"/>
                  <a:gd fmla="*/ 282745 w 282744" name="connsiteX45"/>
                  <a:gd fmla="*/ 4114 h 8228" name="connsiteY45"/>
                  <a:gd fmla="*/ 278631 w 282744" name="connsiteX46"/>
                  <a:gd fmla="*/ 8228 h 8228" name="connsiteY46"/>
                  <a:gd fmla="*/ 257687 w 282744" name="connsiteX47"/>
                  <a:gd fmla="*/ 8228 h 8228" name="connsiteY47"/>
                  <a:gd fmla="*/ 253573 w 282744" name="connsiteX48"/>
                  <a:gd fmla="*/ 4114 h 8228" name="connsiteY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b="b" l="l" r="r" t="t"/>
                <a:pathLst>
                  <a:path h="8228" w="282744">
                    <a:moveTo>
                      <a:pt x="0" y="4114"/>
                    </a:moveTo>
                    <a:cubicBezTo>
                      <a:pt x="0" y="1870"/>
                      <a:pt x="1870" y="0"/>
                      <a:pt x="4114" y="0"/>
                    </a:cubicBezTo>
                    <a:lnTo>
                      <a:pt x="25058" y="0"/>
                    </a:lnTo>
                    <a:cubicBezTo>
                      <a:pt x="27302" y="0"/>
                      <a:pt x="29172" y="1870"/>
                      <a:pt x="29172" y="4114"/>
                    </a:cubicBezTo>
                    <a:cubicBezTo>
                      <a:pt x="29172" y="6358"/>
                      <a:pt x="27302" y="8228"/>
                      <a:pt x="25058" y="8228"/>
                    </a:cubicBezTo>
                    <a:lnTo>
                      <a:pt x="4114" y="8228"/>
                    </a:lnTo>
                    <a:cubicBezTo>
                      <a:pt x="1870" y="8228"/>
                      <a:pt x="0" y="6358"/>
                      <a:pt x="0" y="4114"/>
                    </a:cubicBezTo>
                    <a:close/>
                    <a:moveTo>
                      <a:pt x="42262" y="4114"/>
                    </a:moveTo>
                    <a:cubicBezTo>
                      <a:pt x="42262" y="1870"/>
                      <a:pt x="44132" y="0"/>
                      <a:pt x="46376" y="0"/>
                    </a:cubicBezTo>
                    <a:lnTo>
                      <a:pt x="67320" y="0"/>
                    </a:lnTo>
                    <a:cubicBezTo>
                      <a:pt x="69564" y="0"/>
                      <a:pt x="71434" y="1870"/>
                      <a:pt x="71434" y="4114"/>
                    </a:cubicBezTo>
                    <a:cubicBezTo>
                      <a:pt x="71434" y="6358"/>
                      <a:pt x="69564" y="8228"/>
                      <a:pt x="67320" y="8228"/>
                    </a:cubicBezTo>
                    <a:lnTo>
                      <a:pt x="46376" y="8228"/>
                    </a:lnTo>
                    <a:cubicBezTo>
                      <a:pt x="44132" y="8228"/>
                      <a:pt x="42262" y="6358"/>
                      <a:pt x="42262" y="4114"/>
                    </a:cubicBezTo>
                    <a:close/>
                    <a:moveTo>
                      <a:pt x="84524" y="4114"/>
                    </a:moveTo>
                    <a:cubicBezTo>
                      <a:pt x="84524" y="1870"/>
                      <a:pt x="86394" y="0"/>
                      <a:pt x="88638" y="0"/>
                    </a:cubicBezTo>
                    <a:lnTo>
                      <a:pt x="109582" y="0"/>
                    </a:lnTo>
                    <a:cubicBezTo>
                      <a:pt x="111826" y="0"/>
                      <a:pt x="113696" y="1870"/>
                      <a:pt x="113696" y="4114"/>
                    </a:cubicBezTo>
                    <a:cubicBezTo>
                      <a:pt x="113696" y="6358"/>
                      <a:pt x="111826" y="8228"/>
                      <a:pt x="109582" y="8228"/>
                    </a:cubicBezTo>
                    <a:lnTo>
                      <a:pt x="88638" y="8228"/>
                    </a:lnTo>
                    <a:cubicBezTo>
                      <a:pt x="86394" y="8228"/>
                      <a:pt x="84524" y="6358"/>
                      <a:pt x="84524" y="4114"/>
                    </a:cubicBezTo>
                    <a:close/>
                    <a:moveTo>
                      <a:pt x="126786" y="4114"/>
                    </a:moveTo>
                    <a:cubicBezTo>
                      <a:pt x="126786" y="1870"/>
                      <a:pt x="128656" y="0"/>
                      <a:pt x="130900" y="0"/>
                    </a:cubicBezTo>
                    <a:lnTo>
                      <a:pt x="151844" y="0"/>
                    </a:lnTo>
                    <a:cubicBezTo>
                      <a:pt x="154089" y="0"/>
                      <a:pt x="155959" y="1870"/>
                      <a:pt x="155959" y="4114"/>
                    </a:cubicBezTo>
                    <a:cubicBezTo>
                      <a:pt x="155959" y="6358"/>
                      <a:pt x="154089" y="8228"/>
                      <a:pt x="151844" y="8228"/>
                    </a:cubicBezTo>
                    <a:lnTo>
                      <a:pt x="130900" y="8228"/>
                    </a:lnTo>
                    <a:cubicBezTo>
                      <a:pt x="128656" y="8228"/>
                      <a:pt x="126786" y="6358"/>
                      <a:pt x="126786" y="4114"/>
                    </a:cubicBezTo>
                    <a:close/>
                    <a:moveTo>
                      <a:pt x="169049" y="4114"/>
                    </a:moveTo>
                    <a:cubicBezTo>
                      <a:pt x="169049" y="1870"/>
                      <a:pt x="170919" y="0"/>
                      <a:pt x="173163" y="0"/>
                    </a:cubicBezTo>
                    <a:lnTo>
                      <a:pt x="194107" y="0"/>
                    </a:lnTo>
                    <a:cubicBezTo>
                      <a:pt x="196351" y="0"/>
                      <a:pt x="198221" y="1870"/>
                      <a:pt x="198221" y="4114"/>
                    </a:cubicBezTo>
                    <a:cubicBezTo>
                      <a:pt x="198221" y="6358"/>
                      <a:pt x="196351" y="8228"/>
                      <a:pt x="194107" y="8228"/>
                    </a:cubicBezTo>
                    <a:lnTo>
                      <a:pt x="173163" y="8228"/>
                    </a:lnTo>
                    <a:cubicBezTo>
                      <a:pt x="170919" y="8228"/>
                      <a:pt x="169049" y="6358"/>
                      <a:pt x="169049" y="4114"/>
                    </a:cubicBezTo>
                    <a:close/>
                    <a:moveTo>
                      <a:pt x="211311" y="4114"/>
                    </a:moveTo>
                    <a:cubicBezTo>
                      <a:pt x="211311" y="1870"/>
                      <a:pt x="213181" y="0"/>
                      <a:pt x="215425" y="0"/>
                    </a:cubicBezTo>
                    <a:lnTo>
                      <a:pt x="236369" y="0"/>
                    </a:lnTo>
                    <a:cubicBezTo>
                      <a:pt x="238613" y="0"/>
                      <a:pt x="240483" y="1870"/>
                      <a:pt x="240483" y="4114"/>
                    </a:cubicBezTo>
                    <a:cubicBezTo>
                      <a:pt x="240483" y="6358"/>
                      <a:pt x="238613" y="8228"/>
                      <a:pt x="236369" y="8228"/>
                    </a:cubicBezTo>
                    <a:lnTo>
                      <a:pt x="215425" y="8228"/>
                    </a:lnTo>
                    <a:cubicBezTo>
                      <a:pt x="213181" y="8228"/>
                      <a:pt x="211311" y="6358"/>
                      <a:pt x="211311" y="4114"/>
                    </a:cubicBezTo>
                    <a:close/>
                    <a:moveTo>
                      <a:pt x="253573" y="4114"/>
                    </a:moveTo>
                    <a:cubicBezTo>
                      <a:pt x="253573" y="1870"/>
                      <a:pt x="255443" y="0"/>
                      <a:pt x="257687" y="0"/>
                    </a:cubicBezTo>
                    <a:lnTo>
                      <a:pt x="278631" y="0"/>
                    </a:lnTo>
                    <a:cubicBezTo>
                      <a:pt x="280875" y="0"/>
                      <a:pt x="282745" y="1870"/>
                      <a:pt x="282745" y="4114"/>
                    </a:cubicBezTo>
                    <a:cubicBezTo>
                      <a:pt x="282745" y="6358"/>
                      <a:pt x="280875" y="8228"/>
                      <a:pt x="278631" y="8228"/>
                    </a:cubicBezTo>
                    <a:lnTo>
                      <a:pt x="257687" y="8228"/>
                    </a:lnTo>
                    <a:cubicBezTo>
                      <a:pt x="255443" y="8228"/>
                      <a:pt x="253573" y="6358"/>
                      <a:pt x="253573" y="4114"/>
                    </a:cubicBezTo>
                    <a:close/>
                  </a:path>
                </a:pathLst>
              </a:custGeom>
              <a:solidFill>
                <a:srgbClr val="FF685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2a65941-0f13-4620-9bcd-6b2cfa7ffcb8" id="192" name="任意多边形: 形状 191">
                <a:extLst>
                  <a:ext uri="{FF2B5EF4-FFF2-40B4-BE49-F238E27FC236}">
                    <a16:creationId id="{456F2331-C4EA-53F3-2EA8-2FE804AC9B24}"/>
                  </a:ext>
                </a:extLst>
              </p:cNvPr>
              <p:cNvSpPr/>
              <p:nvPr/>
            </p:nvSpPr>
            <p:spPr>
              <a:xfrm flipV="false" flipH="false">
                <a:off x="9981743" y="3292258"/>
                <a:ext cx="21954" cy="9288"/>
              </a:xfrm>
              <a:custGeom>
                <a:avLst/>
                <a:gdLst>
                  <a:gd fmla="*/ 4114 w 19448" name="connsiteX0"/>
                  <a:gd fmla="*/ 8228 h 8227" name="connsiteY0"/>
                  <a:gd fmla="*/ 15334 w 19448" name="connsiteX1"/>
                  <a:gd fmla="*/ 8228 h 8227" name="connsiteY1"/>
                  <a:gd fmla="*/ 19448 w 19448" name="connsiteX2"/>
                  <a:gd fmla="*/ 4114 h 8227" name="connsiteY2"/>
                  <a:gd fmla="*/ 15334 w 19448" name="connsiteX3"/>
                  <a:gd fmla="*/ 0 h 8227" name="connsiteY3"/>
                  <a:gd fmla="*/ 4114 w 19448" name="connsiteX4"/>
                  <a:gd fmla="*/ 0 h 8227" name="connsiteY4"/>
                  <a:gd fmla="*/ 0 w 19448" name="connsiteX5"/>
                  <a:gd fmla="*/ 4114 h 8227" name="connsiteY5"/>
                  <a:gd fmla="*/ 4114 w 19448" name="connsiteX6"/>
                  <a:gd fmla="*/ 8228 h 8227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8227" w="19448">
                    <a:moveTo>
                      <a:pt x="4114" y="8228"/>
                    </a:moveTo>
                    <a:lnTo>
                      <a:pt x="15334" y="8228"/>
                    </a:lnTo>
                    <a:cubicBezTo>
                      <a:pt x="17578" y="8228"/>
                      <a:pt x="19448" y="6358"/>
                      <a:pt x="19448" y="4114"/>
                    </a:cubicBezTo>
                    <a:cubicBezTo>
                      <a:pt x="19448" y="1870"/>
                      <a:pt x="17578" y="0"/>
                      <a:pt x="15334" y="0"/>
                    </a:cubicBezTo>
                    <a:lnTo>
                      <a:pt x="4114" y="0"/>
                    </a:lnTo>
                    <a:cubicBezTo>
                      <a:pt x="1870" y="0"/>
                      <a:pt x="0" y="1870"/>
                      <a:pt x="0" y="4114"/>
                    </a:cubicBezTo>
                    <a:cubicBezTo>
                      <a:pt x="0" y="6358"/>
                      <a:pt x="1870" y="8228"/>
                      <a:pt x="4114" y="8228"/>
                    </a:cubicBezTo>
                    <a:close/>
                  </a:path>
                </a:pathLst>
              </a:custGeom>
              <a:solidFill>
                <a:srgbClr val="FF685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be32b9e-5384-4fa6-809a-99728bafe199" id="172" name="任意多边形: 形状 171">
                <a:extLst>
                  <a:ext uri="{FF2B5EF4-FFF2-40B4-BE49-F238E27FC236}">
                    <a16:creationId id="{54772BBF-3F58-9884-677A-283510FCC690}"/>
                  </a:ext>
                </a:extLst>
              </p:cNvPr>
              <p:cNvSpPr/>
              <p:nvPr/>
            </p:nvSpPr>
            <p:spPr>
              <a:xfrm flipV="false" flipH="false">
                <a:off x="9840279" y="2046810"/>
                <a:ext cx="448877" cy="351645"/>
              </a:xfrm>
              <a:custGeom>
                <a:avLst/>
                <a:gdLst>
                  <a:gd fmla="*/ 38172 w 397631" name="connsiteX0"/>
                  <a:gd fmla="*/ 2950 h 311500" name="connsiteY0"/>
                  <a:gd fmla="*/ 93150 w 397631" name="connsiteX1"/>
                  <a:gd fmla="*/ 332 h 311500" name="connsiteY1"/>
                  <a:gd fmla="*/ 387115 w 397631" name="connsiteX2"/>
                  <a:gd fmla="*/ 178730 h 311500" name="connsiteY2"/>
                  <a:gd fmla="*/ 389359 w 397631" name="connsiteX3"/>
                  <a:gd fmla="*/ 181722 h 311500" name="connsiteY3"/>
                  <a:gd fmla="*/ 395717 w 397631" name="connsiteX4"/>
                  <a:gd fmla="*/ 211268 h 311500" name="connsiteY4"/>
                  <a:gd fmla="*/ 366919 w 397631" name="connsiteX5"/>
                  <a:gd fmla="*/ 237074 h 311500" name="connsiteY5"/>
                  <a:gd fmla="*/ 347097 w 397631" name="connsiteX6"/>
                  <a:gd fmla="*/ 289435 h 311500" name="connsiteY6"/>
                  <a:gd fmla="*/ 325031 w 397631" name="connsiteX7"/>
                  <a:gd fmla="*/ 298037 h 311500" name="connsiteY7"/>
                  <a:gd fmla="*/ 317551 w 397631" name="connsiteX8"/>
                  <a:gd fmla="*/ 311501 h 311500" name="connsiteY8"/>
                  <a:gd fmla="*/ 315681 w 397631" name="connsiteX9"/>
                  <a:gd fmla="*/ 241937 h 311500" name="connsiteY9"/>
                  <a:gd fmla="*/ 335503 w 397631" name="connsiteX10"/>
                  <a:gd fmla="*/ 201170 h 311500" name="connsiteY10"/>
                  <a:gd fmla="*/ 299599 w 397631" name="connsiteX11"/>
                  <a:gd fmla="*/ 158534 h 311500" name="connsiteY11"/>
                  <a:gd fmla="*/ 272670 w 397631" name="connsiteX12"/>
                  <a:gd fmla="*/ 165640 h 311500" name="connsiteY12"/>
                  <a:gd fmla="*/ 132046 w 397631" name="connsiteX13"/>
                  <a:gd fmla="*/ 50822 h 311500" name="connsiteY13"/>
                  <a:gd fmla="*/ 34806 w 397631" name="connsiteX14"/>
                  <a:gd fmla="*/ 61668 h 311500" name="connsiteY14"/>
                  <a:gd fmla="*/ 18723 w 397631" name="connsiteX15"/>
                  <a:gd fmla="*/ 124874 h 311500" name="connsiteY15"/>
                  <a:gd fmla="*/ 47896 w 397631" name="connsiteX16"/>
                  <a:gd fmla="*/ 123752 h 311500" name="connsiteY16"/>
                  <a:gd fmla="*/ 56498 w 397631" name="connsiteX17"/>
                  <a:gd fmla="*/ 131980 h 311500" name="connsiteY17"/>
                  <a:gd fmla="*/ 48270 w 397631" name="connsiteX18"/>
                  <a:gd fmla="*/ 140582 h 311500" name="connsiteY18"/>
                  <a:gd fmla="*/ 16853 w 397631" name="connsiteX19"/>
                  <a:gd fmla="*/ 141704 h 311500" name="connsiteY19"/>
                  <a:gd fmla="*/ 8251 w 397631" name="connsiteX20"/>
                  <a:gd fmla="*/ 133476 h 311500" name="connsiteY20"/>
                  <a:gd fmla="*/ 16105 w 397631" name="connsiteX21"/>
                  <a:gd fmla="*/ 124874 h 311500" name="connsiteY21"/>
                  <a:gd fmla="*/ 6007 w 397631" name="connsiteX22"/>
                  <a:gd fmla="*/ 103930 h 311500" name="connsiteY22"/>
                  <a:gd fmla="*/ 23 w 397631" name="connsiteX23"/>
                  <a:gd fmla="*/ 65782 h 311500" name="connsiteY23"/>
                  <a:gd fmla="*/ 38546 w 397631" name="connsiteX24"/>
                  <a:gd fmla="*/ 2950 h 311500" name="connsiteY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b="b" l="l" r="r" t="t"/>
                <a:pathLst>
                  <a:path h="311500" w="397631">
                    <a:moveTo>
                      <a:pt x="38172" y="2950"/>
                    </a:moveTo>
                    <a:cubicBezTo>
                      <a:pt x="56872" y="-42"/>
                      <a:pt x="75198" y="-416"/>
                      <a:pt x="93150" y="332"/>
                    </a:cubicBezTo>
                    <a:cubicBezTo>
                      <a:pt x="249856" y="9682"/>
                      <a:pt x="369911" y="156664"/>
                      <a:pt x="387115" y="178730"/>
                    </a:cubicBezTo>
                    <a:cubicBezTo>
                      <a:pt x="387863" y="179852"/>
                      <a:pt x="388611" y="180600"/>
                      <a:pt x="389359" y="181722"/>
                    </a:cubicBezTo>
                    <a:cubicBezTo>
                      <a:pt x="395343" y="191446"/>
                      <a:pt x="400579" y="202666"/>
                      <a:pt x="395717" y="211268"/>
                    </a:cubicBezTo>
                    <a:cubicBezTo>
                      <a:pt x="389359" y="222488"/>
                      <a:pt x="374399" y="226228"/>
                      <a:pt x="366919" y="237074"/>
                    </a:cubicBezTo>
                    <a:cubicBezTo>
                      <a:pt x="355699" y="252783"/>
                      <a:pt x="363553" y="279337"/>
                      <a:pt x="347097" y="289435"/>
                    </a:cubicBezTo>
                    <a:cubicBezTo>
                      <a:pt x="340365" y="293549"/>
                      <a:pt x="331389" y="292801"/>
                      <a:pt x="325031" y="298037"/>
                    </a:cubicBezTo>
                    <a:cubicBezTo>
                      <a:pt x="320917" y="301403"/>
                      <a:pt x="319047" y="306265"/>
                      <a:pt x="317551" y="311501"/>
                    </a:cubicBezTo>
                    <a:lnTo>
                      <a:pt x="315681" y="241937"/>
                    </a:lnTo>
                    <a:cubicBezTo>
                      <a:pt x="328023" y="234082"/>
                      <a:pt x="335877" y="218748"/>
                      <a:pt x="335503" y="201170"/>
                    </a:cubicBezTo>
                    <a:cubicBezTo>
                      <a:pt x="334755" y="177608"/>
                      <a:pt x="319047" y="158908"/>
                      <a:pt x="299599" y="158534"/>
                    </a:cubicBezTo>
                    <a:lnTo>
                      <a:pt x="272670" y="165640"/>
                    </a:lnTo>
                    <a:cubicBezTo>
                      <a:pt x="186276" y="154420"/>
                      <a:pt x="210212" y="62416"/>
                      <a:pt x="132046" y="50822"/>
                    </a:cubicBezTo>
                    <a:cubicBezTo>
                      <a:pt x="81182" y="43342"/>
                      <a:pt x="50140" y="53440"/>
                      <a:pt x="34806" y="61668"/>
                    </a:cubicBezTo>
                    <a:cubicBezTo>
                      <a:pt x="25082" y="80742"/>
                      <a:pt x="19098" y="102060"/>
                      <a:pt x="18723" y="124874"/>
                    </a:cubicBezTo>
                    <a:lnTo>
                      <a:pt x="47896" y="123752"/>
                    </a:lnTo>
                    <a:cubicBezTo>
                      <a:pt x="52384" y="123752"/>
                      <a:pt x="56498" y="127118"/>
                      <a:pt x="56498" y="131980"/>
                    </a:cubicBezTo>
                    <a:cubicBezTo>
                      <a:pt x="56498" y="136468"/>
                      <a:pt x="52758" y="140582"/>
                      <a:pt x="48270" y="140582"/>
                    </a:cubicBezTo>
                    <a:lnTo>
                      <a:pt x="16853" y="141704"/>
                    </a:lnTo>
                    <a:cubicBezTo>
                      <a:pt x="12365" y="141704"/>
                      <a:pt x="8251" y="138338"/>
                      <a:pt x="8251" y="133476"/>
                    </a:cubicBezTo>
                    <a:cubicBezTo>
                      <a:pt x="8251" y="128988"/>
                      <a:pt x="11617" y="125248"/>
                      <a:pt x="16105" y="124874"/>
                    </a:cubicBezTo>
                    <a:cubicBezTo>
                      <a:pt x="8625" y="118516"/>
                      <a:pt x="7878" y="112532"/>
                      <a:pt x="6007" y="103930"/>
                    </a:cubicBezTo>
                    <a:cubicBezTo>
                      <a:pt x="3389" y="91214"/>
                      <a:pt x="1519" y="78498"/>
                      <a:pt x="23" y="65782"/>
                    </a:cubicBezTo>
                    <a:cubicBezTo>
                      <a:pt x="-1099" y="11926"/>
                      <a:pt x="38546" y="2950"/>
                      <a:pt x="38546" y="2950"/>
                    </a:cubicBezTo>
                    <a:close/>
                  </a:path>
                </a:pathLst>
              </a:custGeom>
              <a:solidFill>
                <a:srgbClr val="00054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c728a02-34bc-4192-b5b3-bab72b0a3d37" id="173" name="任意多边形: 形状 172">
                <a:extLst>
                  <a:ext uri="{FF2B5EF4-FFF2-40B4-BE49-F238E27FC236}">
                    <a16:creationId id="{0AC92264-F947-055F-F3FC-1666DC0794C4}"/>
                  </a:ext>
                </a:extLst>
              </p:cNvPr>
              <p:cNvSpPr/>
              <p:nvPr/>
            </p:nvSpPr>
            <p:spPr>
              <a:xfrm flipV="false" flipH="false">
                <a:off x="9861416" y="2100804"/>
                <a:ext cx="357620" cy="570091"/>
              </a:xfrm>
              <a:custGeom>
                <a:avLst/>
                <a:gdLst>
                  <a:gd fmla="*/ 316779 w 316792" name="connsiteX0"/>
                  <a:gd fmla="*/ 152967 h 505007" name="connsiteY0"/>
                  <a:gd fmla="*/ 280875 w 316792" name="connsiteX1"/>
                  <a:gd fmla="*/ 110331 h 505007" name="connsiteY1"/>
                  <a:gd fmla="*/ 253947 w 316792" name="connsiteX2"/>
                  <a:gd fmla="*/ 117437 h 505007" name="connsiteY2"/>
                  <a:gd fmla="*/ 113323 w 316792" name="connsiteX3"/>
                  <a:gd fmla="*/ 2619 h 505007" name="connsiteY3"/>
                  <a:gd fmla="*/ 16082 w 316792" name="connsiteX4"/>
                  <a:gd fmla="*/ 13465 h 505007" name="connsiteY4"/>
                  <a:gd fmla="*/ 0 w 316792" name="connsiteX5"/>
                  <a:gd fmla="*/ 76671 h 505007" name="connsiteY5"/>
                  <a:gd fmla="*/ 29172 w 316792" name="connsiteX6"/>
                  <a:gd fmla="*/ 75549 h 505007" name="connsiteY6"/>
                  <a:gd fmla="*/ 37774 w 316792" name="connsiteX7"/>
                  <a:gd fmla="*/ 83777 h 505007" name="connsiteY7"/>
                  <a:gd fmla="*/ 29546 w 316792" name="connsiteX8"/>
                  <a:gd fmla="*/ 92379 h 505007" name="connsiteY8"/>
                  <a:gd fmla="*/ 0 w 316792" name="connsiteX9"/>
                  <a:gd fmla="*/ 93501 h 505007" name="connsiteY9"/>
                  <a:gd fmla="*/ 2992 w 316792" name="connsiteX10"/>
                  <a:gd fmla="*/ 200091 h 505007" name="connsiteY10"/>
                  <a:gd fmla="*/ 133145 w 316792" name="connsiteX11"/>
                  <a:gd fmla="*/ 332488 h 505007" name="connsiteY11"/>
                  <a:gd fmla="*/ 142869 w 316792" name="connsiteX12"/>
                  <a:gd fmla="*/ 331740 h 505007" name="connsiteY12"/>
                  <a:gd fmla="*/ 145487 w 316792" name="connsiteX13"/>
                  <a:gd fmla="*/ 447306 h 505007" name="connsiteY13"/>
                  <a:gd fmla="*/ 210937 w 316792" name="connsiteX14"/>
                  <a:gd fmla="*/ 504902 h 505007" name="connsiteY14"/>
                  <a:gd fmla="*/ 304811 w 316792" name="connsiteX15"/>
                  <a:gd fmla="*/ 442818 h 505007" name="connsiteY15"/>
                  <a:gd fmla="*/ 296957 w 316792" name="connsiteX16"/>
                  <a:gd fmla="*/ 194107 h 505007" name="connsiteY16"/>
                  <a:gd fmla="*/ 316779 w 316792" name="connsiteX17"/>
                  <a:gd fmla="*/ 153341 h 505007" name="connsiteY17"/>
                  <a:gd fmla="*/ 138007 w 316792" name="connsiteX18"/>
                  <a:gd fmla="*/ 112201 h 505007" name="connsiteY18"/>
                  <a:gd fmla="*/ 147357 w 316792" name="connsiteX19"/>
                  <a:gd fmla="*/ 96867 h 505007" name="connsiteY19"/>
                  <a:gd fmla="*/ 157455 w 316792" name="connsiteX20"/>
                  <a:gd fmla="*/ 111453 h 505007" name="connsiteY20"/>
                  <a:gd fmla="*/ 148105 w 316792" name="connsiteX21"/>
                  <a:gd fmla="*/ 126787 h 505007" name="connsiteY21"/>
                  <a:gd fmla="*/ 138007 w 316792" name="connsiteX22"/>
                  <a:gd fmla="*/ 112201 h 505007" name="connsiteY22"/>
                  <a:gd fmla="*/ 71434 w 316792" name="connsiteX23"/>
                  <a:gd fmla="*/ 222905 h 505007" name="connsiteY23"/>
                  <a:gd fmla="*/ 129031 w 316792" name="connsiteX24"/>
                  <a:gd fmla="*/ 214677 h 505007" name="connsiteY24"/>
                  <a:gd fmla="*/ 101354 w 316792" name="connsiteX25"/>
                  <a:gd fmla="*/ 239361 h 505007" name="connsiteY25"/>
                  <a:gd fmla="*/ 71434 w 316792" name="connsiteX26"/>
                  <a:gd fmla="*/ 222905 h 505007" name="connsiteY26"/>
                  <a:gd fmla="*/ 39270 w 316792" name="connsiteX27"/>
                  <a:gd fmla="*/ 114071 h 505007" name="connsiteY27"/>
                  <a:gd fmla="*/ 29920 w 316792" name="connsiteX28"/>
                  <a:gd fmla="*/ 129405 h 505007" name="connsiteY28"/>
                  <a:gd fmla="*/ 19822 w 316792" name="connsiteX29"/>
                  <a:gd fmla="*/ 114819 h 505007" name="connsiteY29"/>
                  <a:gd fmla="*/ 29172 w 316792" name="connsiteX30"/>
                  <a:gd fmla="*/ 99485 h 505007" name="connsiteY30"/>
                  <a:gd fmla="*/ 39270 w 316792" name="connsiteX31"/>
                  <a:gd fmla="*/ 114071 h 505007" name="connsiteY31"/>
                  <a:gd fmla="*/ 88264 w 316792" name="connsiteX32"/>
                  <a:gd fmla="*/ 187375 h 505007" name="connsiteY32"/>
                  <a:gd fmla="*/ 71808 w 316792" name="connsiteX33"/>
                  <a:gd fmla="*/ 183635 h 505007" name="connsiteY33"/>
                  <a:gd fmla="*/ 60214 w 316792" name="connsiteX34"/>
                  <a:gd fmla="*/ 161195 h 505007" name="connsiteY34"/>
                  <a:gd fmla="*/ 61336 w 316792" name="connsiteX35"/>
                  <a:gd fmla="*/ 158203 h 505007" name="connsiteY35"/>
                  <a:gd fmla="*/ 73678 w 316792" name="connsiteX36"/>
                  <a:gd fmla="*/ 171667 h 505007" name="connsiteY36"/>
                  <a:gd fmla="*/ 90134 w 316792" name="connsiteX37"/>
                  <a:gd fmla="*/ 175407 h 505007" name="connsiteY37"/>
                  <a:gd fmla="*/ 104346 w 316792" name="connsiteX38"/>
                  <a:gd fmla="*/ 171293 h 505007" name="connsiteY38"/>
                  <a:gd fmla="*/ 88264 w 316792" name="connsiteX39"/>
                  <a:gd fmla="*/ 187375 h 505007" name="connsiteY39"/>
                  <a:gd fmla="*/ 161943 w 316792" name="connsiteX40"/>
                  <a:gd fmla="*/ 78541 h 505007" name="connsiteY40"/>
                  <a:gd fmla="*/ 153715 w 316792" name="connsiteX41"/>
                  <a:gd fmla="*/ 87143 h 505007" name="connsiteY41"/>
                  <a:gd fmla="*/ 122298 w 316792" name="connsiteX42"/>
                  <a:gd fmla="*/ 88265 h 505007" name="connsiteY42"/>
                  <a:gd fmla="*/ 113696 w 316792" name="connsiteX43"/>
                  <a:gd fmla="*/ 80037 h 505007" name="connsiteY43"/>
                  <a:gd fmla="*/ 121925 w 316792" name="connsiteX44"/>
                  <a:gd fmla="*/ 71435 h 505007" name="connsiteY44"/>
                  <a:gd fmla="*/ 153341 w 316792" name="connsiteX45"/>
                  <a:gd fmla="*/ 70313 h 505007" name="connsiteY45"/>
                  <a:gd fmla="*/ 161943 w 316792" name="connsiteX46"/>
                  <a:gd fmla="*/ 78541 h 505007" name="connsiteY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b="b" l="l" r="r" t="t"/>
                <a:pathLst>
                  <a:path h="505007" w="316792">
                    <a:moveTo>
                      <a:pt x="316779" y="152967"/>
                    </a:moveTo>
                    <a:cubicBezTo>
                      <a:pt x="316031" y="129405"/>
                      <a:pt x="300323" y="110705"/>
                      <a:pt x="280875" y="110331"/>
                    </a:cubicBezTo>
                    <a:lnTo>
                      <a:pt x="253947" y="117437"/>
                    </a:lnTo>
                    <a:cubicBezTo>
                      <a:pt x="167553" y="106217"/>
                      <a:pt x="191489" y="14213"/>
                      <a:pt x="113323" y="2619"/>
                    </a:cubicBezTo>
                    <a:cubicBezTo>
                      <a:pt x="62458" y="-4862"/>
                      <a:pt x="31416" y="5237"/>
                      <a:pt x="16082" y="13465"/>
                    </a:cubicBezTo>
                    <a:cubicBezTo>
                      <a:pt x="6358" y="32539"/>
                      <a:pt x="374" y="53857"/>
                      <a:pt x="0" y="76671"/>
                    </a:cubicBezTo>
                    <a:lnTo>
                      <a:pt x="29172" y="75549"/>
                    </a:lnTo>
                    <a:cubicBezTo>
                      <a:pt x="33660" y="75549"/>
                      <a:pt x="37774" y="78915"/>
                      <a:pt x="37774" y="83777"/>
                    </a:cubicBezTo>
                    <a:cubicBezTo>
                      <a:pt x="37774" y="88265"/>
                      <a:pt x="34034" y="92379"/>
                      <a:pt x="29546" y="92379"/>
                    </a:cubicBezTo>
                    <a:lnTo>
                      <a:pt x="0" y="93501"/>
                    </a:lnTo>
                    <a:lnTo>
                      <a:pt x="2992" y="200091"/>
                    </a:lnTo>
                    <a:cubicBezTo>
                      <a:pt x="5236" y="279380"/>
                      <a:pt x="56848" y="336228"/>
                      <a:pt x="133145" y="332488"/>
                    </a:cubicBezTo>
                    <a:cubicBezTo>
                      <a:pt x="136511" y="332488"/>
                      <a:pt x="139503" y="332114"/>
                      <a:pt x="142869" y="331740"/>
                    </a:cubicBezTo>
                    <a:lnTo>
                      <a:pt x="145487" y="447306"/>
                    </a:lnTo>
                    <a:cubicBezTo>
                      <a:pt x="146609" y="492186"/>
                      <a:pt x="166431" y="506398"/>
                      <a:pt x="210937" y="504902"/>
                    </a:cubicBezTo>
                    <a:cubicBezTo>
                      <a:pt x="254695" y="503032"/>
                      <a:pt x="306307" y="486950"/>
                      <a:pt x="304811" y="442818"/>
                    </a:cubicBezTo>
                    <a:lnTo>
                      <a:pt x="296957" y="194107"/>
                    </a:lnTo>
                    <a:cubicBezTo>
                      <a:pt x="309299" y="186253"/>
                      <a:pt x="317153" y="170919"/>
                      <a:pt x="316779" y="153341"/>
                    </a:cubicBezTo>
                    <a:close/>
                    <a:moveTo>
                      <a:pt x="138007" y="112201"/>
                    </a:moveTo>
                    <a:cubicBezTo>
                      <a:pt x="138007" y="103973"/>
                      <a:pt x="142121" y="97241"/>
                      <a:pt x="147357" y="96867"/>
                    </a:cubicBezTo>
                    <a:cubicBezTo>
                      <a:pt x="152593" y="96867"/>
                      <a:pt x="157081" y="103225"/>
                      <a:pt x="157455" y="111453"/>
                    </a:cubicBezTo>
                    <a:cubicBezTo>
                      <a:pt x="157455" y="119681"/>
                      <a:pt x="153341" y="126413"/>
                      <a:pt x="148105" y="126787"/>
                    </a:cubicBezTo>
                    <a:cubicBezTo>
                      <a:pt x="142869" y="126787"/>
                      <a:pt x="138381" y="120429"/>
                      <a:pt x="138007" y="112201"/>
                    </a:cubicBezTo>
                    <a:close/>
                    <a:moveTo>
                      <a:pt x="71434" y="222905"/>
                    </a:moveTo>
                    <a:lnTo>
                      <a:pt x="129031" y="214677"/>
                    </a:lnTo>
                    <a:cubicBezTo>
                      <a:pt x="128282" y="224027"/>
                      <a:pt x="123046" y="235247"/>
                      <a:pt x="101354" y="239361"/>
                    </a:cubicBezTo>
                    <a:cubicBezTo>
                      <a:pt x="101354" y="239361"/>
                      <a:pt x="69190" y="244597"/>
                      <a:pt x="71434" y="222905"/>
                    </a:cubicBezTo>
                    <a:close/>
                    <a:moveTo>
                      <a:pt x="39270" y="114071"/>
                    </a:moveTo>
                    <a:cubicBezTo>
                      <a:pt x="39270" y="122299"/>
                      <a:pt x="35156" y="129031"/>
                      <a:pt x="29920" y="129405"/>
                    </a:cubicBezTo>
                    <a:cubicBezTo>
                      <a:pt x="24684" y="129405"/>
                      <a:pt x="20196" y="123047"/>
                      <a:pt x="19822" y="114819"/>
                    </a:cubicBezTo>
                    <a:cubicBezTo>
                      <a:pt x="19822" y="106591"/>
                      <a:pt x="23936" y="99859"/>
                      <a:pt x="29172" y="99485"/>
                    </a:cubicBezTo>
                    <a:cubicBezTo>
                      <a:pt x="34408" y="99485"/>
                      <a:pt x="38896" y="105843"/>
                      <a:pt x="39270" y="114071"/>
                    </a:cubicBezTo>
                    <a:close/>
                    <a:moveTo>
                      <a:pt x="88264" y="187375"/>
                    </a:moveTo>
                    <a:lnTo>
                      <a:pt x="71808" y="183635"/>
                    </a:lnTo>
                    <a:cubicBezTo>
                      <a:pt x="62084" y="181391"/>
                      <a:pt x="56474" y="170545"/>
                      <a:pt x="60214" y="161195"/>
                    </a:cubicBezTo>
                    <a:lnTo>
                      <a:pt x="61336" y="158203"/>
                    </a:lnTo>
                    <a:cubicBezTo>
                      <a:pt x="62458" y="164561"/>
                      <a:pt x="66946" y="170171"/>
                      <a:pt x="73678" y="171667"/>
                    </a:cubicBezTo>
                    <a:lnTo>
                      <a:pt x="90134" y="175407"/>
                    </a:lnTo>
                    <a:cubicBezTo>
                      <a:pt x="95744" y="176903"/>
                      <a:pt x="100980" y="173911"/>
                      <a:pt x="104346" y="171293"/>
                    </a:cubicBezTo>
                    <a:cubicBezTo>
                      <a:pt x="106590" y="181017"/>
                      <a:pt x="97988" y="189619"/>
                      <a:pt x="88264" y="187375"/>
                    </a:cubicBezTo>
                    <a:close/>
                    <a:moveTo>
                      <a:pt x="161943" y="78541"/>
                    </a:moveTo>
                    <a:cubicBezTo>
                      <a:pt x="161943" y="83029"/>
                      <a:pt x="158203" y="87143"/>
                      <a:pt x="153715" y="87143"/>
                    </a:cubicBezTo>
                    <a:lnTo>
                      <a:pt x="122298" y="88265"/>
                    </a:lnTo>
                    <a:cubicBezTo>
                      <a:pt x="117811" y="88265"/>
                      <a:pt x="113696" y="84899"/>
                      <a:pt x="113696" y="80037"/>
                    </a:cubicBezTo>
                    <a:cubicBezTo>
                      <a:pt x="113696" y="75549"/>
                      <a:pt x="117437" y="71435"/>
                      <a:pt x="121925" y="71435"/>
                    </a:cubicBezTo>
                    <a:lnTo>
                      <a:pt x="153341" y="70313"/>
                    </a:lnTo>
                    <a:cubicBezTo>
                      <a:pt x="157829" y="70313"/>
                      <a:pt x="161943" y="73679"/>
                      <a:pt x="161943" y="78541"/>
                    </a:cubicBez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6afc747-cb10-46a5-b2c2-87fd748f9f53" id="174" name="任意多边形: 形状 173">
                <a:extLst>
                  <a:ext uri="{FF2B5EF4-FFF2-40B4-BE49-F238E27FC236}">
                    <a16:creationId id="{49924C1E-A42B-65A7-96B7-E933ECAACABC}"/>
                  </a:ext>
                </a:extLst>
              </p:cNvPr>
              <p:cNvSpPr/>
              <p:nvPr/>
            </p:nvSpPr>
            <p:spPr>
              <a:xfrm flipV="false" flipH="false">
                <a:off x="9941930" y="2343148"/>
                <a:ext cx="65145" cy="28492"/>
              </a:xfrm>
              <a:custGeom>
                <a:avLst/>
                <a:gdLst>
                  <a:gd fmla="*/ 57708 w 57708" name="connsiteX0"/>
                  <a:gd fmla="*/ 0 h 25239" name="connsiteY0"/>
                  <a:gd fmla="*/ 30032 w 57708" name="connsiteX1"/>
                  <a:gd fmla="*/ 24684 h 25239" name="connsiteY1"/>
                  <a:gd fmla="*/ 112 w 57708" name="connsiteX2"/>
                  <a:gd fmla="*/ 8228 h 25239" name="connsiteY2"/>
                  <a:gd fmla="*/ 57708 w 57708" name="connsiteX3"/>
                  <a:gd fmla="*/ 0 h 25239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25239" w="57708">
                    <a:moveTo>
                      <a:pt x="57708" y="0"/>
                    </a:moveTo>
                    <a:cubicBezTo>
                      <a:pt x="56960" y="9350"/>
                      <a:pt x="51724" y="20570"/>
                      <a:pt x="30032" y="24684"/>
                    </a:cubicBezTo>
                    <a:cubicBezTo>
                      <a:pt x="30032" y="24684"/>
                      <a:pt x="-2132" y="29920"/>
                      <a:pt x="112" y="8228"/>
                    </a:cubicBezTo>
                    <a:lnTo>
                      <a:pt x="57708" y="0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30f2367-65a2-40a0-a408-d7e6d3f34125" id="175" name="任意多边形: 形状 174">
                <a:extLst>
                  <a:ext uri="{FF2B5EF4-FFF2-40B4-BE49-F238E27FC236}">
                    <a16:creationId id="{C5813D66-1A50-695D-039B-E21FAE932CAC}"/>
                  </a:ext>
                </a:extLst>
              </p:cNvPr>
              <p:cNvSpPr/>
              <p:nvPr/>
            </p:nvSpPr>
            <p:spPr>
              <a:xfrm flipV="false" flipH="false">
                <a:off x="9989765" y="2181022"/>
                <a:ext cx="54464" cy="20266"/>
              </a:xfrm>
              <a:custGeom>
                <a:avLst/>
                <a:gdLst>
                  <a:gd fmla="*/ 0 w 48246" name="connsiteX0"/>
                  <a:gd fmla="*/ 9724 h 17952" name="connsiteY0"/>
                  <a:gd fmla="*/ 8228 w 48246" name="connsiteX1"/>
                  <a:gd fmla="*/ 1122 h 17952" name="connsiteY1"/>
                  <a:gd fmla="*/ 39644 w 48246" name="connsiteX2"/>
                  <a:gd fmla="*/ 0 h 17952" name="connsiteY2"/>
                  <a:gd fmla="*/ 48246 w 48246" name="connsiteX3"/>
                  <a:gd fmla="*/ 8228 h 17952" name="connsiteY3"/>
                  <a:gd fmla="*/ 40018 w 48246" name="connsiteX4"/>
                  <a:gd fmla="*/ 16830 h 17952" name="connsiteY4"/>
                  <a:gd fmla="*/ 8602 w 48246" name="connsiteX5"/>
                  <a:gd fmla="*/ 17952 h 17952" name="connsiteY5"/>
                  <a:gd fmla="*/ 0 w 48246" name="connsiteX6"/>
                  <a:gd fmla="*/ 9724 h 1795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7952" w="48246">
                    <a:moveTo>
                      <a:pt x="0" y="9724"/>
                    </a:moveTo>
                    <a:cubicBezTo>
                      <a:pt x="0" y="5236"/>
                      <a:pt x="3740" y="1122"/>
                      <a:pt x="8228" y="1122"/>
                    </a:cubicBezTo>
                    <a:lnTo>
                      <a:pt x="39644" y="0"/>
                    </a:lnTo>
                    <a:cubicBezTo>
                      <a:pt x="44132" y="0"/>
                      <a:pt x="48246" y="3366"/>
                      <a:pt x="48246" y="8228"/>
                    </a:cubicBezTo>
                    <a:cubicBezTo>
                      <a:pt x="48246" y="12716"/>
                      <a:pt x="44506" y="16830"/>
                      <a:pt x="40018" y="16830"/>
                    </a:cubicBezTo>
                    <a:lnTo>
                      <a:pt x="8602" y="17952"/>
                    </a:lnTo>
                    <a:cubicBezTo>
                      <a:pt x="4114" y="17952"/>
                      <a:pt x="0" y="14586"/>
                      <a:pt x="0" y="9724"/>
                    </a:cubicBezTo>
                    <a:close/>
                  </a:path>
                </a:pathLst>
              </a:custGeom>
              <a:solidFill>
                <a:srgbClr val="00054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6e06813-3518-4c25-b3f4-308a8befd938" id="176" name="任意多边形: 形状 175">
                <a:extLst>
                  <a:ext uri="{FF2B5EF4-FFF2-40B4-BE49-F238E27FC236}">
                    <a16:creationId id="{C45F6A7C-D5DA-7B8C-BB07-316DAA371EFB}"/>
                  </a:ext>
                </a:extLst>
              </p:cNvPr>
              <p:cNvSpPr/>
              <p:nvPr/>
            </p:nvSpPr>
            <p:spPr>
              <a:xfrm flipV="false" flipH="false">
                <a:off x="9883793" y="2213109"/>
                <a:ext cx="21954" cy="33776"/>
              </a:xfrm>
              <a:custGeom>
                <a:avLst/>
                <a:gdLst>
                  <a:gd fmla="*/ 19448 w 19448" name="connsiteX0"/>
                  <a:gd fmla="*/ 14586 h 29920" name="connsiteY0"/>
                  <a:gd fmla="*/ 10098 w 19448" name="connsiteX1"/>
                  <a:gd fmla="*/ 29920 h 29920" name="connsiteY1"/>
                  <a:gd fmla="*/ 0 w 19448" name="connsiteX2"/>
                  <a:gd fmla="*/ 15334 h 29920" name="connsiteY2"/>
                  <a:gd fmla="*/ 9350 w 19448" name="connsiteX3"/>
                  <a:gd fmla="*/ 0 h 29920" name="connsiteY3"/>
                  <a:gd fmla="*/ 19448 w 19448" name="connsiteX4"/>
                  <a:gd fmla="*/ 14586 h 29920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29920" w="19448">
                    <a:moveTo>
                      <a:pt x="19448" y="14586"/>
                    </a:moveTo>
                    <a:cubicBezTo>
                      <a:pt x="19448" y="22814"/>
                      <a:pt x="15334" y="29546"/>
                      <a:pt x="10098" y="29920"/>
                    </a:cubicBezTo>
                    <a:cubicBezTo>
                      <a:pt x="4862" y="29920"/>
                      <a:pt x="374" y="23562"/>
                      <a:pt x="0" y="15334"/>
                    </a:cubicBezTo>
                    <a:cubicBezTo>
                      <a:pt x="0" y="7106"/>
                      <a:pt x="4114" y="374"/>
                      <a:pt x="9350" y="0"/>
                    </a:cubicBezTo>
                    <a:cubicBezTo>
                      <a:pt x="14586" y="0"/>
                      <a:pt x="19074" y="6358"/>
                      <a:pt x="19448" y="14586"/>
                    </a:cubicBezTo>
                    <a:close/>
                  </a:path>
                </a:pathLst>
              </a:custGeom>
              <a:solidFill>
                <a:srgbClr val="00054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249b5e3-8338-4ada-a998-77ef2b8bb9b0" id="177" name="任意多边形: 形状 176">
                <a:extLst>
                  <a:ext uri="{FF2B5EF4-FFF2-40B4-BE49-F238E27FC236}">
                    <a16:creationId id="{156E617D-7BFB-9CF7-0167-9F44966C5981}"/>
                  </a:ext>
                </a:extLst>
              </p:cNvPr>
              <p:cNvSpPr/>
              <p:nvPr/>
            </p:nvSpPr>
            <p:spPr>
              <a:xfrm flipV="false" flipH="false">
                <a:off x="10017208" y="2210154"/>
                <a:ext cx="21954" cy="33776"/>
              </a:xfrm>
              <a:custGeom>
                <a:avLst/>
                <a:gdLst>
                  <a:gd fmla="*/ 9350 w 19448" name="connsiteX0"/>
                  <a:gd fmla="*/ 0 h 29920" name="connsiteY0"/>
                  <a:gd fmla="*/ 19448 w 19448" name="connsiteX1"/>
                  <a:gd fmla="*/ 14586 h 29920" name="connsiteY1"/>
                  <a:gd fmla="*/ 10098 w 19448" name="connsiteX2"/>
                  <a:gd fmla="*/ 29920 h 29920" name="connsiteY2"/>
                  <a:gd fmla="*/ 0 w 19448" name="connsiteX3"/>
                  <a:gd fmla="*/ 15334 h 29920" name="connsiteY3"/>
                  <a:gd fmla="*/ 9350 w 19448" name="connsiteX4"/>
                  <a:gd fmla="*/ 0 h 29920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29920" w="19448">
                    <a:moveTo>
                      <a:pt x="9350" y="0"/>
                    </a:moveTo>
                    <a:cubicBezTo>
                      <a:pt x="14586" y="0"/>
                      <a:pt x="19074" y="6358"/>
                      <a:pt x="19448" y="14586"/>
                    </a:cubicBezTo>
                    <a:cubicBezTo>
                      <a:pt x="19448" y="22814"/>
                      <a:pt x="15334" y="29546"/>
                      <a:pt x="10098" y="29920"/>
                    </a:cubicBezTo>
                    <a:cubicBezTo>
                      <a:pt x="4862" y="29920"/>
                      <a:pt x="374" y="23562"/>
                      <a:pt x="0" y="15334"/>
                    </a:cubicBezTo>
                    <a:cubicBezTo>
                      <a:pt x="0" y="7106"/>
                      <a:pt x="4114" y="374"/>
                      <a:pt x="9350" y="0"/>
                    </a:cubicBezTo>
                    <a:close/>
                  </a:path>
                </a:pathLst>
              </a:custGeom>
              <a:solidFill>
                <a:srgbClr val="00054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0ae79bf-01fa-40cc-af5d-d5b84b6156e9" id="178" name="任意多边形: 形状 177">
                <a:extLst>
                  <a:ext uri="{FF2B5EF4-FFF2-40B4-BE49-F238E27FC236}">
                    <a16:creationId id="{E081C7E5-E2DC-C826-CDE6-42541F15790D}"/>
                  </a:ext>
                </a:extLst>
              </p:cNvPr>
              <p:cNvSpPr/>
              <p:nvPr/>
            </p:nvSpPr>
            <p:spPr>
              <a:xfrm flipV="false" flipH="false">
                <a:off x="9928072" y="2279396"/>
                <a:ext cx="51252" cy="33335"/>
              </a:xfrm>
              <a:custGeom>
                <a:avLst/>
                <a:gdLst>
                  <a:gd fmla="*/ 2290 w 45401" name="connsiteX0"/>
                  <a:gd fmla="*/ 0 h 29529" name="connsiteY0"/>
                  <a:gd fmla="*/ 14632 w 45401" name="connsiteX1"/>
                  <a:gd fmla="*/ 13464 h 29529" name="connsiteY1"/>
                  <a:gd fmla="*/ 31088 w 45401" name="connsiteX2"/>
                  <a:gd fmla="*/ 17204 h 29529" name="connsiteY2"/>
                  <a:gd fmla="*/ 44926 w 45401" name="connsiteX3"/>
                  <a:gd fmla="*/ 11594 h 29529" name="connsiteY3"/>
                  <a:gd fmla="*/ 29218 w 45401" name="connsiteX4"/>
                  <a:gd fmla="*/ 29172 h 29529" name="connsiteY4"/>
                  <a:gd fmla="*/ 12762 w 45401" name="connsiteX5"/>
                  <a:gd fmla="*/ 25432 h 29529" name="connsiteY5"/>
                  <a:gd fmla="*/ 1168 w 45401" name="connsiteX6"/>
                  <a:gd fmla="*/ 2992 h 29529" name="connsiteY6"/>
                  <a:gd fmla="*/ 2290 w 45401" name="connsiteX7"/>
                  <a:gd fmla="*/ 0 h 2952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29529" w="45401">
                    <a:moveTo>
                      <a:pt x="2290" y="0"/>
                    </a:moveTo>
                    <a:cubicBezTo>
                      <a:pt x="3412" y="6358"/>
                      <a:pt x="7900" y="11968"/>
                      <a:pt x="14632" y="13464"/>
                    </a:cubicBezTo>
                    <a:lnTo>
                      <a:pt x="31088" y="17204"/>
                    </a:lnTo>
                    <a:cubicBezTo>
                      <a:pt x="36698" y="18700"/>
                      <a:pt x="41934" y="15708"/>
                      <a:pt x="44926" y="11594"/>
                    </a:cubicBezTo>
                    <a:cubicBezTo>
                      <a:pt x="47544" y="22814"/>
                      <a:pt x="38942" y="31416"/>
                      <a:pt x="29218" y="29172"/>
                    </a:cubicBezTo>
                    <a:lnTo>
                      <a:pt x="12762" y="25432"/>
                    </a:lnTo>
                    <a:cubicBezTo>
                      <a:pt x="3038" y="23188"/>
                      <a:pt x="-2572" y="12342"/>
                      <a:pt x="1168" y="2992"/>
                    </a:cubicBezTo>
                    <a:lnTo>
                      <a:pt x="2290" y="0"/>
                    </a:lnTo>
                    <a:close/>
                  </a:path>
                </a:pathLst>
              </a:custGeom>
              <a:solidFill>
                <a:srgbClr val="FA694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c657126-55ad-4936-b3d8-3a85e3042f5a" id="179" name="任意多边形: 形状 178">
                <a:extLst>
                  <a:ext uri="{FF2B5EF4-FFF2-40B4-BE49-F238E27FC236}">
                    <a16:creationId id="{F5B379F1-05D8-2479-A316-819187476A28}"/>
                  </a:ext>
                </a:extLst>
              </p:cNvPr>
              <p:cNvSpPr/>
              <p:nvPr/>
            </p:nvSpPr>
            <p:spPr>
              <a:xfrm flipV="false" flipH="false">
                <a:off x="9921369" y="1914434"/>
                <a:ext cx="229255" cy="100662"/>
              </a:xfrm>
              <a:custGeom>
                <a:avLst/>
                <a:gdLst>
                  <a:gd fmla="*/ 58718 w 203082" name="connsiteX0"/>
                  <a:gd fmla="*/ 10630 h 89170" name="connsiteY0"/>
                  <a:gd fmla="*/ 203083 w 203082" name="connsiteX1"/>
                  <a:gd fmla="*/ 16614 h 89170" name="connsiteY1"/>
                  <a:gd fmla="*/ 81158 w 203082" name="connsiteX2"/>
                  <a:gd fmla="*/ 89170 h 89170" name="connsiteY2"/>
                  <a:gd fmla="*/ 0 w 203082" name="connsiteX3"/>
                  <a:gd fmla="*/ 66356 h 89170" name="connsiteY3"/>
                  <a:gd fmla="*/ 58344 w 203082" name="connsiteX4"/>
                  <a:gd fmla="*/ 11004 h 89170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89170" w="203082">
                    <a:moveTo>
                      <a:pt x="58718" y="10630"/>
                    </a:moveTo>
                    <a:cubicBezTo>
                      <a:pt x="96492" y="-2834"/>
                      <a:pt x="144739" y="-6200"/>
                      <a:pt x="203083" y="16614"/>
                    </a:cubicBezTo>
                    <a:cubicBezTo>
                      <a:pt x="152967" y="29330"/>
                      <a:pt x="110704" y="53640"/>
                      <a:pt x="81158" y="89170"/>
                    </a:cubicBezTo>
                    <a:cubicBezTo>
                      <a:pt x="50116" y="75706"/>
                      <a:pt x="23188" y="68974"/>
                      <a:pt x="0" y="66356"/>
                    </a:cubicBezTo>
                    <a:cubicBezTo>
                      <a:pt x="15708" y="45412"/>
                      <a:pt x="35156" y="26712"/>
                      <a:pt x="58344" y="11004"/>
                    </a:cubicBezTo>
                    <a:close/>
                  </a:path>
                </a:pathLst>
              </a:custGeom>
              <a:solidFill>
                <a:srgbClr val="FFC97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892fd50-7cae-4c29-aa7b-1c2e01abffd7" id="180" name="任意多边形: 形状 179">
                <a:extLst>
                  <a:ext uri="{FF2B5EF4-FFF2-40B4-BE49-F238E27FC236}">
                    <a16:creationId id="{347433C2-B48E-5A5B-237D-D78E07D53C06}"/>
                  </a:ext>
                </a:extLst>
              </p:cNvPr>
              <p:cNvSpPr/>
              <p:nvPr/>
            </p:nvSpPr>
            <p:spPr>
              <a:xfrm flipV="false" flipH="false">
                <a:off x="9896037" y="1926857"/>
                <a:ext cx="91618" cy="62486"/>
              </a:xfrm>
              <a:custGeom>
                <a:avLst/>
                <a:gdLst>
                  <a:gd fmla="*/ 22814 w 81158" name="connsiteX0"/>
                  <a:gd fmla="*/ 55352 h 55352" name="connsiteY0"/>
                  <a:gd fmla="*/ 0 w 81158" name="connsiteX1"/>
                  <a:gd fmla="*/ 53856 h 55352" name="connsiteY1"/>
                  <a:gd fmla="*/ 81158 w 81158" name="connsiteX2"/>
                  <a:gd fmla="*/ 0 h 55352" name="connsiteY2"/>
                  <a:gd fmla="*/ 22814 w 81158" name="connsiteX3"/>
                  <a:gd fmla="*/ 55352 h 55352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55352" w="81158">
                    <a:moveTo>
                      <a:pt x="22814" y="55352"/>
                    </a:moveTo>
                    <a:cubicBezTo>
                      <a:pt x="14586" y="54230"/>
                      <a:pt x="7106" y="53856"/>
                      <a:pt x="0" y="53856"/>
                    </a:cubicBezTo>
                    <a:cubicBezTo>
                      <a:pt x="15334" y="37400"/>
                      <a:pt x="42636" y="13464"/>
                      <a:pt x="81158" y="0"/>
                    </a:cubicBezTo>
                    <a:cubicBezTo>
                      <a:pt x="57970" y="15708"/>
                      <a:pt x="38148" y="34408"/>
                      <a:pt x="22814" y="55352"/>
                    </a:cubicBez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a107ed0-8d71-41cd-870d-cee07f294c08" id="181" name="任意多边形: 形状 180">
                <a:extLst>
                  <a:ext uri="{FF2B5EF4-FFF2-40B4-BE49-F238E27FC236}">
                    <a16:creationId id="{05919EF6-63F1-F519-7BDC-074ADA523978}"/>
                  </a:ext>
                </a:extLst>
              </p:cNvPr>
              <p:cNvSpPr/>
              <p:nvPr/>
            </p:nvSpPr>
            <p:spPr>
              <a:xfrm flipV="false" flipH="false">
                <a:off x="10012986" y="1932768"/>
                <a:ext cx="289639" cy="319185"/>
              </a:xfrm>
              <a:custGeom>
                <a:avLst/>
                <a:gdLst>
                  <a:gd fmla="*/ 173537 w 256572" name="connsiteX0"/>
                  <a:gd fmla="*/ 25806 h 282745" name="connsiteY0"/>
                  <a:gd fmla="*/ 236369 w 256572" name="connsiteX1"/>
                  <a:gd fmla="*/ 282745 h 282745" name="connsiteY1"/>
                  <a:gd fmla="*/ 234125 w 256572" name="connsiteX2"/>
                  <a:gd fmla="*/ 279753 h 282745" name="connsiteY2"/>
                  <a:gd fmla="*/ 0 w 256572" name="connsiteX3"/>
                  <a:gd fmla="*/ 72556 h 282745" name="connsiteY3"/>
                  <a:gd fmla="*/ 121925 w 256572" name="connsiteX4"/>
                  <a:gd fmla="*/ 0 h 282745" name="connsiteY4"/>
                  <a:gd fmla="*/ 173163 w 256572" name="connsiteX5"/>
                  <a:gd fmla="*/ 25432 h 282745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282745" w="256572">
                    <a:moveTo>
                      <a:pt x="173537" y="25806"/>
                    </a:moveTo>
                    <a:cubicBezTo>
                      <a:pt x="173537" y="25806"/>
                      <a:pt x="305933" y="100606"/>
                      <a:pt x="236369" y="282745"/>
                    </a:cubicBezTo>
                    <a:cubicBezTo>
                      <a:pt x="236369" y="282745"/>
                      <a:pt x="235621" y="281623"/>
                      <a:pt x="234125" y="279753"/>
                    </a:cubicBezTo>
                    <a:cubicBezTo>
                      <a:pt x="145113" y="160447"/>
                      <a:pt x="64702" y="100980"/>
                      <a:pt x="0" y="72556"/>
                    </a:cubicBezTo>
                    <a:cubicBezTo>
                      <a:pt x="29546" y="37026"/>
                      <a:pt x="71808" y="13090"/>
                      <a:pt x="121925" y="0"/>
                    </a:cubicBezTo>
                    <a:cubicBezTo>
                      <a:pt x="138381" y="6358"/>
                      <a:pt x="155585" y="14586"/>
                      <a:pt x="173163" y="25432"/>
                    </a:cubicBez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9830df7-b290-416f-ab54-6585868e86cd" id="182" name="任意多边形: 形状 181">
                <a:extLst>
                  <a:ext uri="{FF2B5EF4-FFF2-40B4-BE49-F238E27FC236}">
                    <a16:creationId id="{DF5BFD5B-B5FB-C977-90F9-CC8EE438CA77}"/>
                  </a:ext>
                </a:extLst>
              </p:cNvPr>
              <p:cNvSpPr/>
              <p:nvPr/>
            </p:nvSpPr>
            <p:spPr>
              <a:xfrm flipV="false" flipH="false">
                <a:off x="9799943" y="1987641"/>
                <a:ext cx="477342" cy="261356"/>
              </a:xfrm>
              <a:custGeom>
                <a:avLst/>
                <a:gdLst>
                  <a:gd fmla="*/ 30145 w 422846" name="connsiteX0"/>
                  <a:gd fmla="*/ 8613 h 231518" name="connsiteY0"/>
                  <a:gd fmla="*/ 85123 w 422846" name="connsiteX1"/>
                  <a:gd fmla="*/ 11 h 231518" name="connsiteY1"/>
                  <a:gd fmla="*/ 422846 w 422846" name="connsiteX2"/>
                  <a:gd fmla="*/ 231518 h 231518" name="connsiteY2"/>
                  <a:gd fmla="*/ 128881 w 422846" name="connsiteX3"/>
                  <a:gd fmla="*/ 53120 h 231518" name="connsiteY3"/>
                  <a:gd fmla="*/ 73903 w 422846" name="connsiteX4"/>
                  <a:gd fmla="*/ 55738 h 231518" name="connsiteY4"/>
                  <a:gd fmla="*/ 35381 w 422846" name="connsiteX5"/>
                  <a:gd fmla="*/ 118570 h 231518" name="connsiteY5"/>
                  <a:gd fmla="*/ 35754 w 422846" name="connsiteX6"/>
                  <a:gd fmla="*/ 127920 h 231518" name="connsiteY6"/>
                  <a:gd fmla="*/ 29770 w 422846" name="connsiteX7"/>
                  <a:gd fmla="*/ 8613 h 231518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231518" w="422846">
                    <a:moveTo>
                      <a:pt x="30145" y="8613"/>
                    </a:moveTo>
                    <a:cubicBezTo>
                      <a:pt x="30145" y="8613"/>
                      <a:pt x="49967" y="-363"/>
                      <a:pt x="85123" y="11"/>
                    </a:cubicBezTo>
                    <a:cubicBezTo>
                      <a:pt x="152443" y="385"/>
                      <a:pt x="276237" y="34794"/>
                      <a:pt x="422846" y="231518"/>
                    </a:cubicBezTo>
                    <a:cubicBezTo>
                      <a:pt x="405642" y="209452"/>
                      <a:pt x="285962" y="62470"/>
                      <a:pt x="128881" y="53120"/>
                    </a:cubicBezTo>
                    <a:cubicBezTo>
                      <a:pt x="110929" y="51998"/>
                      <a:pt x="92603" y="52746"/>
                      <a:pt x="73903" y="55738"/>
                    </a:cubicBezTo>
                    <a:cubicBezTo>
                      <a:pt x="73903" y="55738"/>
                      <a:pt x="34633" y="64714"/>
                      <a:pt x="35381" y="118570"/>
                    </a:cubicBezTo>
                    <a:cubicBezTo>
                      <a:pt x="35381" y="121562"/>
                      <a:pt x="35381" y="124554"/>
                      <a:pt x="35754" y="127920"/>
                    </a:cubicBezTo>
                    <a:cubicBezTo>
                      <a:pt x="35754" y="127920"/>
                      <a:pt x="-40542" y="36290"/>
                      <a:pt x="29770" y="8613"/>
                    </a:cubicBezTo>
                    <a:close/>
                  </a:path>
                </a:pathLst>
              </a:custGeom>
              <a:solidFill>
                <a:srgbClr val="FCA463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08db06c-e94c-4495-970c-f26e0f5cb40d" id="183" name="任意多边形: 形状 182">
                <a:extLst>
                  <a:ext uri="{FF2B5EF4-FFF2-40B4-BE49-F238E27FC236}">
                    <a16:creationId id="{127C5650-78DB-9173-55EE-37985BC86CEC}"/>
                  </a:ext>
                </a:extLst>
              </p:cNvPr>
              <p:cNvSpPr/>
              <p:nvPr/>
            </p:nvSpPr>
            <p:spPr>
              <a:xfrm flipV="false" flipH="false">
                <a:off x="10277285" y="2248997"/>
                <a:ext cx="2532" cy="3378"/>
              </a:xfrm>
              <a:custGeom>
                <a:avLst/>
                <a:gdLst>
                  <a:gd fmla="*/ 0 w 2243" name="connsiteX0"/>
                  <a:gd fmla="*/ 0 h 2992" name="connsiteY0"/>
                  <a:gd fmla="*/ 2244 w 2243" name="connsiteX1"/>
                  <a:gd fmla="*/ 2992 h 2992" name="connsiteY1"/>
                  <a:gd fmla="*/ 0 w 2243" name="connsiteX2"/>
                  <a:gd fmla="*/ 0 h 2992" name="connsiteY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b="b" l="l" r="r" t="t"/>
                <a:pathLst>
                  <a:path h="2992" w="2243">
                    <a:moveTo>
                      <a:pt x="0" y="0"/>
                    </a:moveTo>
                    <a:cubicBezTo>
                      <a:pt x="0" y="0"/>
                      <a:pt x="2244" y="2992"/>
                      <a:pt x="2244" y="2992"/>
                    </a:cubicBezTo>
                    <a:cubicBezTo>
                      <a:pt x="1496" y="1870"/>
                      <a:pt x="748" y="1122"/>
                      <a:pt x="0" y="0"/>
                    </a:cubicBezTo>
                    <a:close/>
                  </a:path>
                </a:pathLst>
              </a:custGeom>
              <a:solidFill>
                <a:srgbClr val="FFEB9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96f92d8-fb5f-46f6-9a17-f90dc3920fcc" id="170" name="任意多边形: 形状 169">
                <a:extLst>
                  <a:ext uri="{FF2B5EF4-FFF2-40B4-BE49-F238E27FC236}">
                    <a16:creationId id="{A90FF367-29BD-2C0E-6C0D-E05E0563B952}"/>
                  </a:ext>
                </a:extLst>
              </p:cNvPr>
              <p:cNvSpPr/>
              <p:nvPr/>
            </p:nvSpPr>
            <p:spPr>
              <a:xfrm flipV="false" flipH="false">
                <a:off x="10099116" y="2551716"/>
                <a:ext cx="158816" cy="192766"/>
              </a:xfrm>
              <a:custGeom>
                <a:avLst/>
                <a:gdLst>
                  <a:gd fmla="*/ 92752 w 140685" name="connsiteX0"/>
                  <a:gd fmla="*/ 0 h 170759" name="connsiteY0"/>
                  <a:gd fmla="*/ 140625 w 140685" name="connsiteX1"/>
                  <a:gd fmla="*/ 23936 h 170759" name="connsiteY1"/>
                  <a:gd fmla="*/ 19074 w 140685" name="connsiteX2"/>
                  <a:gd fmla="*/ 170545 h 170759" name="connsiteY2"/>
                  <a:gd fmla="*/ 0 w 140685" name="connsiteX3"/>
                  <a:gd fmla="*/ 105468 h 170759" name="connsiteY3"/>
                  <a:gd fmla="*/ 92378 w 140685" name="connsiteX4"/>
                  <a:gd fmla="*/ 374 h 170759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70759" w="140685">
                    <a:moveTo>
                      <a:pt x="92752" y="0"/>
                    </a:moveTo>
                    <a:lnTo>
                      <a:pt x="140625" y="23936"/>
                    </a:lnTo>
                    <a:cubicBezTo>
                      <a:pt x="140625" y="23936"/>
                      <a:pt x="147357" y="177277"/>
                      <a:pt x="19074" y="170545"/>
                    </a:cubicBezTo>
                    <a:lnTo>
                      <a:pt x="0" y="105468"/>
                    </a:lnTo>
                    <a:cubicBezTo>
                      <a:pt x="0" y="105468"/>
                      <a:pt x="95370" y="88638"/>
                      <a:pt x="92378" y="374"/>
                    </a:cubicBezTo>
                    <a:close/>
                  </a:path>
                </a:pathLst>
              </a:custGeom>
              <a:solidFill>
                <a:srgbClr val="F7C6A4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4313dac-429f-4bfd-96f9-430c40654df0" id="171" name="任意多边形: 形状 170">
                <a:extLst>
                  <a:ext uri="{FF2B5EF4-FFF2-40B4-BE49-F238E27FC236}">
                    <a16:creationId id="{4DA664B0-2EEF-BF00-C94E-479E2AEA4647}"/>
                  </a:ext>
                </a:extLst>
              </p:cNvPr>
              <p:cNvSpPr/>
              <p:nvPr/>
            </p:nvSpPr>
            <p:spPr>
              <a:xfrm flipV="false" flipH="false">
                <a:off x="9958318" y="2542850"/>
                <a:ext cx="141219" cy="194212"/>
              </a:xfrm>
              <a:custGeom>
                <a:avLst/>
                <a:gdLst>
                  <a:gd fmla="*/ 125097 w 125097" name="connsiteX0"/>
                  <a:gd fmla="*/ 112948 h 172040" name="connsiteY0"/>
                  <a:gd fmla="*/ 86201 w 125097" name="connsiteX1"/>
                  <a:gd fmla="*/ 172041 h 172040" name="connsiteY1"/>
                  <a:gd fmla="*/ 555 w 125097" name="connsiteX2"/>
                  <a:gd fmla="*/ 20570 h 172040" name="connsiteY2"/>
                  <a:gd fmla="*/ 58525 w 125097" name="connsiteX3"/>
                  <a:gd fmla="*/ 0 h 172040" name="connsiteY3"/>
                  <a:gd fmla="*/ 125097 w 125097" name="connsiteX4"/>
                  <a:gd fmla="*/ 112948 h 172040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72040" w="125097">
                    <a:moveTo>
                      <a:pt x="125097" y="112948"/>
                    </a:moveTo>
                    <a:lnTo>
                      <a:pt x="86201" y="172041"/>
                    </a:lnTo>
                    <a:cubicBezTo>
                      <a:pt x="86201" y="172041"/>
                      <a:pt x="-8047" y="137258"/>
                      <a:pt x="555" y="20570"/>
                    </a:cubicBezTo>
                    <a:lnTo>
                      <a:pt x="58525" y="0"/>
                    </a:lnTo>
                    <a:cubicBezTo>
                      <a:pt x="58525" y="0"/>
                      <a:pt x="48801" y="79288"/>
                      <a:pt x="125097" y="112948"/>
                    </a:cubicBezTo>
                    <a:close/>
                  </a:path>
                </a:pathLst>
              </a:custGeom>
              <a:solidFill>
                <a:srgbClr val="F7C6A4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e5290ac-04e2-4c05-b7e5-9e20e3b5c564" id="167" name="任意多边形: 形状 166">
                <a:extLst>
                  <a:ext uri="{FF2B5EF4-FFF2-40B4-BE49-F238E27FC236}">
                    <a16:creationId id="{9BA81CEF-64CE-259A-7F68-2818707568D3}"/>
                  </a:ext>
                </a:extLst>
              </p:cNvPr>
              <p:cNvSpPr/>
              <p:nvPr/>
            </p:nvSpPr>
            <p:spPr>
              <a:xfrm flipV="false" flipH="false">
                <a:off x="9245846" y="3556134"/>
                <a:ext cx="177324" cy="452600"/>
              </a:xfrm>
              <a:custGeom>
                <a:avLst/>
                <a:gdLst>
                  <a:gd fmla="*/ 33660 w 157080" name="connsiteX0"/>
                  <a:gd fmla="*/ 0 h 400929" name="connsiteY0"/>
                  <a:gd fmla="*/ 123420 w 157080" name="connsiteX1"/>
                  <a:gd fmla="*/ 0 h 400929" name="connsiteY1"/>
                  <a:gd fmla="*/ 157081 w 157080" name="connsiteX2"/>
                  <a:gd fmla="*/ 33660 h 400929" name="connsiteY2"/>
                  <a:gd fmla="*/ 157081 w 157080" name="connsiteX3"/>
                  <a:gd fmla="*/ 367269 h 400929" name="connsiteY3"/>
                  <a:gd fmla="*/ 123420 w 157080" name="connsiteX4"/>
                  <a:gd fmla="*/ 400929 h 400929" name="connsiteY4"/>
                  <a:gd fmla="*/ 33660 w 157080" name="connsiteX5"/>
                  <a:gd fmla="*/ 400929 h 400929" name="connsiteY5"/>
                  <a:gd fmla="*/ 0 w 157080" name="connsiteX6"/>
                  <a:gd fmla="*/ 367269 h 400929" name="connsiteY6"/>
                  <a:gd fmla="*/ 0 w 157080" name="connsiteX7"/>
                  <a:gd fmla="*/ 33660 h 400929" name="connsiteY7"/>
                  <a:gd fmla="*/ 33660 w 157080" name="connsiteX8"/>
                  <a:gd fmla="*/ 0 h 400929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929" w="157080">
                    <a:moveTo>
                      <a:pt x="33660" y="0"/>
                    </a:moveTo>
                    <a:lnTo>
                      <a:pt x="123420" y="0"/>
                    </a:lnTo>
                    <a:cubicBezTo>
                      <a:pt x="142121" y="0"/>
                      <a:pt x="157081" y="14960"/>
                      <a:pt x="157081" y="33660"/>
                    </a:cubicBezTo>
                    <a:lnTo>
                      <a:pt x="157081" y="367269"/>
                    </a:lnTo>
                    <a:cubicBezTo>
                      <a:pt x="157081" y="385969"/>
                      <a:pt x="142121" y="400929"/>
                      <a:pt x="123420" y="400929"/>
                    </a:cubicBezTo>
                    <a:lnTo>
                      <a:pt x="33660" y="400929"/>
                    </a:lnTo>
                    <a:cubicBezTo>
                      <a:pt x="14960" y="400929"/>
                      <a:pt x="0" y="385969"/>
                      <a:pt x="0" y="367269"/>
                    </a:cubicBezTo>
                    <a:lnTo>
                      <a:pt x="0" y="33660"/>
                    </a:lnTo>
                    <a:cubicBezTo>
                      <a:pt x="0" y="14960"/>
                      <a:pt x="14960" y="0"/>
                      <a:pt x="33660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ddcc5d4-9835-46be-80ea-4c53b85d31ba" id="168" name="任意多边形: 形状 167">
                <a:extLst>
                  <a:ext uri="{FF2B5EF4-FFF2-40B4-BE49-F238E27FC236}">
                    <a16:creationId id="{AB2A76DD-51E3-991E-CA92-D63BAFFF644C}"/>
                  </a:ext>
                </a:extLst>
              </p:cNvPr>
              <p:cNvSpPr/>
              <p:nvPr/>
            </p:nvSpPr>
            <p:spPr>
              <a:xfrm flipV="false" flipH="false">
                <a:off x="9301576" y="3556134"/>
                <a:ext cx="177747" cy="452600"/>
              </a:xfrm>
              <a:custGeom>
                <a:avLst/>
                <a:gdLst>
                  <a:gd fmla="*/ 24310 w 157454" name="connsiteX0"/>
                  <a:gd fmla="*/ 0 h 400929" name="connsiteY0"/>
                  <a:gd fmla="*/ 133144 w 157454" name="connsiteX1"/>
                  <a:gd fmla="*/ 0 h 400929" name="connsiteY1"/>
                  <a:gd fmla="*/ 157455 w 157454" name="connsiteX2"/>
                  <a:gd fmla="*/ 24310 h 400929" name="connsiteY2"/>
                  <a:gd fmla="*/ 157455 w 157454" name="connsiteX3"/>
                  <a:gd fmla="*/ 376619 h 400929" name="connsiteY3"/>
                  <a:gd fmla="*/ 133144 w 157454" name="connsiteX4"/>
                  <a:gd fmla="*/ 400929 h 400929" name="connsiteY4"/>
                  <a:gd fmla="*/ 24310 w 157454" name="connsiteX5"/>
                  <a:gd fmla="*/ 400929 h 400929" name="connsiteY5"/>
                  <a:gd fmla="*/ 0 w 157454" name="connsiteX6"/>
                  <a:gd fmla="*/ 376619 h 400929" name="connsiteY6"/>
                  <a:gd fmla="*/ 0 w 157454" name="connsiteX7"/>
                  <a:gd fmla="*/ 24310 h 400929" name="connsiteY7"/>
                  <a:gd fmla="*/ 24310 w 157454" name="connsiteX8"/>
                  <a:gd fmla="*/ 0 h 400929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929" w="157454">
                    <a:moveTo>
                      <a:pt x="24310" y="0"/>
                    </a:moveTo>
                    <a:lnTo>
                      <a:pt x="133144" y="0"/>
                    </a:lnTo>
                    <a:cubicBezTo>
                      <a:pt x="146609" y="0"/>
                      <a:pt x="157455" y="10846"/>
                      <a:pt x="157455" y="24310"/>
                    </a:cubicBezTo>
                    <a:lnTo>
                      <a:pt x="157455" y="376619"/>
                    </a:lnTo>
                    <a:cubicBezTo>
                      <a:pt x="157455" y="390083"/>
                      <a:pt x="146609" y="400929"/>
                      <a:pt x="133144" y="400929"/>
                    </a:cubicBezTo>
                    <a:lnTo>
                      <a:pt x="24310" y="400929"/>
                    </a:lnTo>
                    <a:cubicBezTo>
                      <a:pt x="10846" y="400929"/>
                      <a:pt x="0" y="390083"/>
                      <a:pt x="0" y="376619"/>
                    </a:cubicBezTo>
                    <a:lnTo>
                      <a:pt x="0" y="24310"/>
                    </a:lnTo>
                    <a:cubicBezTo>
                      <a:pt x="0" y="10846"/>
                      <a:pt x="10846" y="0"/>
                      <a:pt x="243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514e341-37fb-4379-bb41-301a116f05c3" id="165" name="任意多边形: 形状 164">
                <a:extLst>
                  <a:ext uri="{FF2B5EF4-FFF2-40B4-BE49-F238E27FC236}">
                    <a16:creationId id="{C4ED7917-B586-68D7-292C-4165DE18FBDB}"/>
                  </a:ext>
                </a:extLst>
              </p:cNvPr>
              <p:cNvSpPr/>
              <p:nvPr/>
            </p:nvSpPr>
            <p:spPr>
              <a:xfrm flipV="false" flipH="false">
                <a:off x="8993791" y="3556134"/>
                <a:ext cx="177325" cy="452600"/>
              </a:xfrm>
              <a:custGeom>
                <a:avLst/>
                <a:gdLst>
                  <a:gd fmla="*/ 33660 w 157080" name="connsiteX0"/>
                  <a:gd fmla="*/ 0 h 400929" name="connsiteY0"/>
                  <a:gd fmla="*/ 123421 w 157080" name="connsiteX1"/>
                  <a:gd fmla="*/ 0 h 400929" name="connsiteY1"/>
                  <a:gd fmla="*/ 157081 w 157080" name="connsiteX2"/>
                  <a:gd fmla="*/ 33660 h 400929" name="connsiteY2"/>
                  <a:gd fmla="*/ 157081 w 157080" name="connsiteX3"/>
                  <a:gd fmla="*/ 367269 h 400929" name="connsiteY3"/>
                  <a:gd fmla="*/ 123421 w 157080" name="connsiteX4"/>
                  <a:gd fmla="*/ 400929 h 400929" name="connsiteY4"/>
                  <a:gd fmla="*/ 33660 w 157080" name="connsiteX5"/>
                  <a:gd fmla="*/ 400929 h 400929" name="connsiteY5"/>
                  <a:gd fmla="*/ 0 w 157080" name="connsiteX6"/>
                  <a:gd fmla="*/ 367269 h 400929" name="connsiteY6"/>
                  <a:gd fmla="*/ 0 w 157080" name="connsiteX7"/>
                  <a:gd fmla="*/ 33660 h 400929" name="connsiteY7"/>
                  <a:gd fmla="*/ 33660 w 157080" name="connsiteX8"/>
                  <a:gd fmla="*/ 0 h 400929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929" w="157080">
                    <a:moveTo>
                      <a:pt x="33660" y="0"/>
                    </a:moveTo>
                    <a:lnTo>
                      <a:pt x="123421" y="0"/>
                    </a:lnTo>
                    <a:cubicBezTo>
                      <a:pt x="142121" y="0"/>
                      <a:pt x="157081" y="14960"/>
                      <a:pt x="157081" y="33660"/>
                    </a:cubicBezTo>
                    <a:lnTo>
                      <a:pt x="157081" y="367269"/>
                    </a:lnTo>
                    <a:cubicBezTo>
                      <a:pt x="157081" y="385969"/>
                      <a:pt x="142121" y="400929"/>
                      <a:pt x="123421" y="400929"/>
                    </a:cubicBezTo>
                    <a:lnTo>
                      <a:pt x="33660" y="400929"/>
                    </a:lnTo>
                    <a:cubicBezTo>
                      <a:pt x="14960" y="400929"/>
                      <a:pt x="0" y="385969"/>
                      <a:pt x="0" y="367269"/>
                    </a:cubicBezTo>
                    <a:lnTo>
                      <a:pt x="0" y="33660"/>
                    </a:lnTo>
                    <a:cubicBezTo>
                      <a:pt x="0" y="14960"/>
                      <a:pt x="14960" y="0"/>
                      <a:pt x="33660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ee7eda1-ceb6-4b4c-898d-ccd743ea1e95" id="166" name="任意多边形: 形状 165">
                <a:extLst>
                  <a:ext uri="{FF2B5EF4-FFF2-40B4-BE49-F238E27FC236}">
                    <a16:creationId id="{7354F011-9311-C87D-35A3-3C0733A1AE0E}"/>
                  </a:ext>
                </a:extLst>
              </p:cNvPr>
              <p:cNvSpPr/>
              <p:nvPr/>
            </p:nvSpPr>
            <p:spPr>
              <a:xfrm flipV="false" flipH="false">
                <a:off x="9049099" y="3556134"/>
                <a:ext cx="177325" cy="452178"/>
              </a:xfrm>
              <a:custGeom>
                <a:avLst/>
                <a:gdLst>
                  <a:gd fmla="*/ 23936 w 157080" name="connsiteX0"/>
                  <a:gd fmla="*/ 0 h 400555" name="connsiteY0"/>
                  <a:gd fmla="*/ 133518 w 157080" name="connsiteX1"/>
                  <a:gd fmla="*/ 0 h 400555" name="connsiteY1"/>
                  <a:gd fmla="*/ 157081 w 157080" name="connsiteX2"/>
                  <a:gd fmla="*/ 23562 h 400555" name="connsiteY2"/>
                  <a:gd fmla="*/ 157081 w 157080" name="connsiteX3"/>
                  <a:gd fmla="*/ 376619 h 400555" name="connsiteY3"/>
                  <a:gd fmla="*/ 133144 w 157080" name="connsiteX4"/>
                  <a:gd fmla="*/ 400555 h 400555" name="connsiteY4"/>
                  <a:gd fmla="*/ 23562 w 157080" name="connsiteX5"/>
                  <a:gd fmla="*/ 400555 h 400555" name="connsiteY5"/>
                  <a:gd fmla="*/ 0 w 157080" name="connsiteX6"/>
                  <a:gd fmla="*/ 376993 h 400555" name="connsiteY6"/>
                  <a:gd fmla="*/ 0 w 157080" name="connsiteX7"/>
                  <a:gd fmla="*/ 23936 h 400555" name="connsiteY7"/>
                  <a:gd fmla="*/ 23936 w 15708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57080">
                    <a:moveTo>
                      <a:pt x="23936" y="0"/>
                    </a:moveTo>
                    <a:lnTo>
                      <a:pt x="133518" y="0"/>
                    </a:lnTo>
                    <a:cubicBezTo>
                      <a:pt x="146609" y="0"/>
                      <a:pt x="157081" y="10472"/>
                      <a:pt x="157081" y="23562"/>
                    </a:cubicBezTo>
                    <a:lnTo>
                      <a:pt x="157081" y="376619"/>
                    </a:lnTo>
                    <a:cubicBezTo>
                      <a:pt x="157081" y="389709"/>
                      <a:pt x="146235" y="400555"/>
                      <a:pt x="133144" y="400555"/>
                    </a:cubicBezTo>
                    <a:lnTo>
                      <a:pt x="23562" y="400555"/>
                    </a:lnTo>
                    <a:cubicBezTo>
                      <a:pt x="10472" y="400555"/>
                      <a:pt x="0" y="390083"/>
                      <a:pt x="0" y="376993"/>
                    </a:cubicBezTo>
                    <a:lnTo>
                      <a:pt x="0" y="23936"/>
                    </a:lnTo>
                    <a:cubicBezTo>
                      <a:pt x="0" y="10846"/>
                      <a:pt x="10846" y="0"/>
                      <a:pt x="239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8649241-fe14-4bfe-97fe-d1e30a02eaf6" id="163" name="任意多边形: 形状 162">
                <a:extLst>
                  <a:ext uri="{FF2B5EF4-FFF2-40B4-BE49-F238E27FC236}">
                    <a16:creationId id="{40260DEC-903B-38C2-2BC4-95BB4EFDC234}"/>
                  </a:ext>
                </a:extLst>
              </p:cNvPr>
              <p:cNvSpPr/>
              <p:nvPr/>
            </p:nvSpPr>
            <p:spPr>
              <a:xfrm flipV="false" flipH="false">
                <a:off x="8741736" y="3556134"/>
                <a:ext cx="177325" cy="452600"/>
              </a:xfrm>
              <a:custGeom>
                <a:avLst/>
                <a:gdLst>
                  <a:gd fmla="*/ 33660 w 157080" name="connsiteX0"/>
                  <a:gd fmla="*/ 0 h 400929" name="connsiteY0"/>
                  <a:gd fmla="*/ 123420 w 157080" name="connsiteX1"/>
                  <a:gd fmla="*/ 0 h 400929" name="connsiteY1"/>
                  <a:gd fmla="*/ 157081 w 157080" name="connsiteX2"/>
                  <a:gd fmla="*/ 33660 h 400929" name="connsiteY2"/>
                  <a:gd fmla="*/ 157081 w 157080" name="connsiteX3"/>
                  <a:gd fmla="*/ 367269 h 400929" name="connsiteY3"/>
                  <a:gd fmla="*/ 123420 w 157080" name="connsiteX4"/>
                  <a:gd fmla="*/ 400929 h 400929" name="connsiteY4"/>
                  <a:gd fmla="*/ 33660 w 157080" name="connsiteX5"/>
                  <a:gd fmla="*/ 400929 h 400929" name="connsiteY5"/>
                  <a:gd fmla="*/ 0 w 157080" name="connsiteX6"/>
                  <a:gd fmla="*/ 367269 h 400929" name="connsiteY6"/>
                  <a:gd fmla="*/ 0 w 157080" name="connsiteX7"/>
                  <a:gd fmla="*/ 33660 h 400929" name="connsiteY7"/>
                  <a:gd fmla="*/ 33660 w 157080" name="connsiteX8"/>
                  <a:gd fmla="*/ 0 h 400929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929" w="157080">
                    <a:moveTo>
                      <a:pt x="33660" y="0"/>
                    </a:moveTo>
                    <a:lnTo>
                      <a:pt x="123420" y="0"/>
                    </a:lnTo>
                    <a:cubicBezTo>
                      <a:pt x="142121" y="0"/>
                      <a:pt x="157081" y="14960"/>
                      <a:pt x="157081" y="33660"/>
                    </a:cubicBezTo>
                    <a:lnTo>
                      <a:pt x="157081" y="367269"/>
                    </a:lnTo>
                    <a:cubicBezTo>
                      <a:pt x="157081" y="385969"/>
                      <a:pt x="142121" y="400929"/>
                      <a:pt x="123420" y="400929"/>
                    </a:cubicBezTo>
                    <a:lnTo>
                      <a:pt x="33660" y="400929"/>
                    </a:lnTo>
                    <a:cubicBezTo>
                      <a:pt x="14960" y="400929"/>
                      <a:pt x="0" y="385969"/>
                      <a:pt x="0" y="367269"/>
                    </a:cubicBezTo>
                    <a:lnTo>
                      <a:pt x="0" y="33660"/>
                    </a:lnTo>
                    <a:cubicBezTo>
                      <a:pt x="0" y="14960"/>
                      <a:pt x="14960" y="0"/>
                      <a:pt x="33660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2bc2951-3608-40b8-bb44-932dba7bfb0a" id="164" name="任意多边形: 形状 163">
                <a:extLst>
                  <a:ext uri="{FF2B5EF4-FFF2-40B4-BE49-F238E27FC236}">
                    <a16:creationId id="{EA4EDAAC-0054-2541-8E81-CAB2C6327F31}"/>
                  </a:ext>
                </a:extLst>
              </p:cNvPr>
              <p:cNvSpPr/>
              <p:nvPr/>
            </p:nvSpPr>
            <p:spPr>
              <a:xfrm flipV="false" flipH="false">
                <a:off x="8797044" y="3556134"/>
                <a:ext cx="177325" cy="452600"/>
              </a:xfrm>
              <a:custGeom>
                <a:avLst/>
                <a:gdLst>
                  <a:gd fmla="*/ 23562 w 157080" name="connsiteX0"/>
                  <a:gd fmla="*/ 0 h 400929" name="connsiteY0"/>
                  <a:gd fmla="*/ 133893 w 157080" name="connsiteX1"/>
                  <a:gd fmla="*/ 0 h 400929" name="connsiteY1"/>
                  <a:gd fmla="*/ 157081 w 157080" name="connsiteX2"/>
                  <a:gd fmla="*/ 23188 h 400929" name="connsiteY2"/>
                  <a:gd fmla="*/ 157081 w 157080" name="connsiteX3"/>
                  <a:gd fmla="*/ 377367 h 400929" name="connsiteY3"/>
                  <a:gd fmla="*/ 133519 w 157080" name="connsiteX4"/>
                  <a:gd fmla="*/ 400929 h 400929" name="connsiteY4"/>
                  <a:gd fmla="*/ 23188 w 157080" name="connsiteX5"/>
                  <a:gd fmla="*/ 400929 h 400929" name="connsiteY5"/>
                  <a:gd fmla="*/ 0 w 157080" name="connsiteX6"/>
                  <a:gd fmla="*/ 377741 h 400929" name="connsiteY6"/>
                  <a:gd fmla="*/ 0 w 157080" name="connsiteX7"/>
                  <a:gd fmla="*/ 23562 h 400929" name="connsiteY7"/>
                  <a:gd fmla="*/ 23562 w 157080" name="connsiteX8"/>
                  <a:gd fmla="*/ 0 h 400929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929" w="157080">
                    <a:moveTo>
                      <a:pt x="23562" y="0"/>
                    </a:moveTo>
                    <a:lnTo>
                      <a:pt x="133893" y="0"/>
                    </a:lnTo>
                    <a:cubicBezTo>
                      <a:pt x="146609" y="0"/>
                      <a:pt x="157081" y="10472"/>
                      <a:pt x="157081" y="23188"/>
                    </a:cubicBezTo>
                    <a:lnTo>
                      <a:pt x="157081" y="377367"/>
                    </a:lnTo>
                    <a:cubicBezTo>
                      <a:pt x="157081" y="390457"/>
                      <a:pt x="146609" y="400929"/>
                      <a:pt x="133519" y="400929"/>
                    </a:cubicBezTo>
                    <a:lnTo>
                      <a:pt x="23188" y="400929"/>
                    </a:lnTo>
                    <a:cubicBezTo>
                      <a:pt x="10472" y="400929"/>
                      <a:pt x="0" y="390457"/>
                      <a:pt x="0" y="377741"/>
                    </a:cubicBezTo>
                    <a:lnTo>
                      <a:pt x="0" y="23562"/>
                    </a:lnTo>
                    <a:cubicBezTo>
                      <a:pt x="0" y="10472"/>
                      <a:pt x="10472" y="0"/>
                      <a:pt x="235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5e2546a-f997-4213-ac21-a75bd522ed80" id="161" name="任意多边形: 形状 160">
                <a:extLst>
                  <a:ext uri="{FF2B5EF4-FFF2-40B4-BE49-F238E27FC236}">
                    <a16:creationId id="{E388C400-983C-141F-445D-B2D5F1B0B003}"/>
                  </a:ext>
                </a:extLst>
              </p:cNvPr>
              <p:cNvSpPr/>
              <p:nvPr/>
            </p:nvSpPr>
            <p:spPr>
              <a:xfrm flipV="false" flipH="false">
                <a:off x="8583411" y="3555712"/>
                <a:ext cx="83174" cy="452600"/>
              </a:xfrm>
              <a:custGeom>
                <a:avLst/>
                <a:gdLst>
                  <a:gd fmla="*/ 0 w 73678" name="connsiteX0"/>
                  <a:gd fmla="*/ 374 h 400929" name="connsiteY0"/>
                  <a:gd fmla="*/ 40018 w 73678" name="connsiteX1"/>
                  <a:gd fmla="*/ 374 h 400929" name="connsiteY1"/>
                  <a:gd fmla="*/ 73678 w 73678" name="connsiteX2"/>
                  <a:gd fmla="*/ 34034 h 400929" name="connsiteY2"/>
                  <a:gd fmla="*/ 73678 w 73678" name="connsiteX3"/>
                  <a:gd fmla="*/ 367269 h 400929" name="connsiteY3"/>
                  <a:gd fmla="*/ 40018 w 73678" name="connsiteX4"/>
                  <a:gd fmla="*/ 400930 h 400929" name="connsiteY4"/>
                  <a:gd fmla="*/ 0 w 73678" name="connsiteX5"/>
                  <a:gd fmla="*/ 400930 h 400929" name="connsiteY5"/>
                  <a:gd fmla="*/ 0 w 73678" name="connsiteX6"/>
                  <a:gd fmla="*/ 0 h 400929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400929" w="73678">
                    <a:moveTo>
                      <a:pt x="0" y="374"/>
                    </a:moveTo>
                    <a:lnTo>
                      <a:pt x="40018" y="374"/>
                    </a:lnTo>
                    <a:cubicBezTo>
                      <a:pt x="58718" y="374"/>
                      <a:pt x="73678" y="15334"/>
                      <a:pt x="73678" y="34034"/>
                    </a:cubicBezTo>
                    <a:lnTo>
                      <a:pt x="73678" y="367269"/>
                    </a:lnTo>
                    <a:cubicBezTo>
                      <a:pt x="73678" y="385969"/>
                      <a:pt x="58718" y="400930"/>
                      <a:pt x="40018" y="400930"/>
                    </a:cubicBezTo>
                    <a:lnTo>
                      <a:pt x="0" y="4009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b213951-bdf7-44b6-b715-05505eb6a23c" id="162" name="任意多边形: 形状 161">
                <a:extLst>
                  <a:ext uri="{FF2B5EF4-FFF2-40B4-BE49-F238E27FC236}">
                    <a16:creationId id="{A7588DC5-2DC9-4181-AD05-70D76AD8E16C}"/>
                  </a:ext>
                </a:extLst>
              </p:cNvPr>
              <p:cNvSpPr/>
              <p:nvPr/>
            </p:nvSpPr>
            <p:spPr>
              <a:xfrm flipV="false" flipH="false">
                <a:off x="8583411" y="3555712"/>
                <a:ext cx="138904" cy="452600"/>
              </a:xfrm>
              <a:custGeom>
                <a:avLst/>
                <a:gdLst>
                  <a:gd fmla="*/ 0 w 123046" name="connsiteX0"/>
                  <a:gd fmla="*/ 374 h 400929" name="connsiteY0"/>
                  <a:gd fmla="*/ 100232 w 123046" name="connsiteX1"/>
                  <a:gd fmla="*/ 374 h 400929" name="connsiteY1"/>
                  <a:gd fmla="*/ 123046 w 123046" name="connsiteX2"/>
                  <a:gd fmla="*/ 23188 h 400929" name="connsiteY2"/>
                  <a:gd fmla="*/ 123046 w 123046" name="connsiteX3"/>
                  <a:gd fmla="*/ 378115 h 400929" name="connsiteY3"/>
                  <a:gd fmla="*/ 100232 w 123046" name="connsiteX4"/>
                  <a:gd fmla="*/ 400930 h 400929" name="connsiteY4"/>
                  <a:gd fmla="*/ 0 w 123046" name="connsiteX5"/>
                  <a:gd fmla="*/ 400930 h 400929" name="connsiteY5"/>
                  <a:gd fmla="*/ 0 w 123046" name="connsiteX6"/>
                  <a:gd fmla="*/ 0 h 400929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400929" w="123046">
                    <a:moveTo>
                      <a:pt x="0" y="374"/>
                    </a:moveTo>
                    <a:lnTo>
                      <a:pt x="100232" y="374"/>
                    </a:lnTo>
                    <a:cubicBezTo>
                      <a:pt x="112948" y="374"/>
                      <a:pt x="123046" y="10472"/>
                      <a:pt x="123046" y="23188"/>
                    </a:cubicBezTo>
                    <a:lnTo>
                      <a:pt x="123046" y="378115"/>
                    </a:lnTo>
                    <a:cubicBezTo>
                      <a:pt x="123046" y="390832"/>
                      <a:pt x="112948" y="400930"/>
                      <a:pt x="100232" y="400930"/>
                    </a:cubicBezTo>
                    <a:lnTo>
                      <a:pt x="0" y="4009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d8a75f7-887d-4318-aea3-7c4ccdb40e68" id="156" name="任意多边形: 形状 155">
                <a:extLst>
                  <a:ext uri="{FF2B5EF4-FFF2-40B4-BE49-F238E27FC236}">
                    <a16:creationId id="{FEF838FF-1CC9-46BA-2BDE-297CC1C3ECA0}"/>
                  </a:ext>
                </a:extLst>
              </p:cNvPr>
              <p:cNvSpPr/>
              <p:nvPr/>
            </p:nvSpPr>
            <p:spPr>
              <a:xfrm flipV="false" flipH="false">
                <a:off x="9323109" y="3586955"/>
                <a:ext cx="67130" cy="21532"/>
              </a:xfrm>
              <a:custGeom>
                <a:avLst/>
                <a:gdLst>
                  <a:gd fmla="*/ 9350 w 59466" name="connsiteX0"/>
                  <a:gd fmla="*/ 19074 h 19074" name="connsiteY0"/>
                  <a:gd fmla="*/ 50116 w 59466" name="connsiteX1"/>
                  <a:gd fmla="*/ 19074 h 19074" name="connsiteY1"/>
                  <a:gd fmla="*/ 59466 w 59466" name="connsiteX2"/>
                  <a:gd fmla="*/ 9724 h 19074" name="connsiteY2"/>
                  <a:gd fmla="*/ 50116 w 59466" name="connsiteX3"/>
                  <a:gd fmla="*/ 0 h 19074" name="connsiteY3"/>
                  <a:gd fmla="*/ 9350 w 59466" name="connsiteX4"/>
                  <a:gd fmla="*/ 0 h 19074" name="connsiteY4"/>
                  <a:gd fmla="*/ 0 w 59466" name="connsiteX5"/>
                  <a:gd fmla="*/ 9350 h 19074" name="connsiteY5"/>
                  <a:gd fmla="*/ 9350 w 59466" name="connsiteX6"/>
                  <a:gd fmla="*/ 19074 h 19074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9074" w="59466">
                    <a:moveTo>
                      <a:pt x="9350" y="19074"/>
                    </a:moveTo>
                    <a:lnTo>
                      <a:pt x="50116" y="19074"/>
                    </a:lnTo>
                    <a:cubicBezTo>
                      <a:pt x="55352" y="19074"/>
                      <a:pt x="59466" y="14960"/>
                      <a:pt x="59466" y="9724"/>
                    </a:cubicBezTo>
                    <a:cubicBezTo>
                      <a:pt x="59466" y="4488"/>
                      <a:pt x="55352" y="0"/>
                      <a:pt x="50116" y="0"/>
                    </a:cubicBezTo>
                    <a:lnTo>
                      <a:pt x="9350" y="0"/>
                    </a:lnTo>
                    <a:cubicBezTo>
                      <a:pt x="4114" y="0"/>
                      <a:pt x="0" y="4114"/>
                      <a:pt x="0" y="9350"/>
                    </a:cubicBezTo>
                    <a:cubicBezTo>
                      <a:pt x="0" y="14586"/>
                      <a:pt x="4114" y="19074"/>
                      <a:pt x="9350" y="19074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42fa5ae-09ee-4726-824f-fd9be8c89a92" id="157" name="任意多边形: 形状 156">
                <a:extLst>
                  <a:ext uri="{FF2B5EF4-FFF2-40B4-BE49-F238E27FC236}">
                    <a16:creationId id="{7A48D869-0856-D67B-C3A7-3ADFE36F62CB}"/>
                  </a:ext>
                </a:extLst>
              </p:cNvPr>
              <p:cNvSpPr/>
              <p:nvPr/>
            </p:nvSpPr>
            <p:spPr>
              <a:xfrm flipV="false" flipH="false">
                <a:off x="9068098" y="3593288"/>
                <a:ext cx="28287" cy="212367"/>
              </a:xfrm>
              <a:custGeom>
                <a:avLst/>
                <a:gdLst>
                  <a:gd fmla="*/ 12342 w 25058" name="connsiteX0"/>
                  <a:gd fmla="*/ 188123 h 188122" name="connsiteY0"/>
                  <a:gd fmla="*/ 25058 w 25058" name="connsiteX1"/>
                  <a:gd fmla="*/ 175781 h 188122" name="connsiteY1"/>
                  <a:gd fmla="*/ 25058 w 25058" name="connsiteX2"/>
                  <a:gd fmla="*/ 12342 h 188122" name="connsiteY2"/>
                  <a:gd fmla="*/ 12716 w 25058" name="connsiteX3"/>
                  <a:gd fmla="*/ 0 h 188122" name="connsiteY3"/>
                  <a:gd fmla="*/ 0 w 25058" name="connsiteX4"/>
                  <a:gd fmla="*/ 12342 h 188122" name="connsiteY4"/>
                  <a:gd fmla="*/ 0 w 25058" name="connsiteX5"/>
                  <a:gd fmla="*/ 175781 h 188122" name="connsiteY5"/>
                  <a:gd fmla="*/ 12342 w 25058" name="connsiteX6"/>
                  <a:gd fmla="*/ 188123 h 18812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88122" w="25058">
                    <a:moveTo>
                      <a:pt x="12342" y="188123"/>
                    </a:moveTo>
                    <a:cubicBezTo>
                      <a:pt x="19074" y="188123"/>
                      <a:pt x="25058" y="182513"/>
                      <a:pt x="25058" y="175781"/>
                    </a:cubicBezTo>
                    <a:lnTo>
                      <a:pt x="25058" y="12342"/>
                    </a:lnTo>
                    <a:cubicBezTo>
                      <a:pt x="25058" y="5610"/>
                      <a:pt x="19448" y="0"/>
                      <a:pt x="12716" y="0"/>
                    </a:cubicBezTo>
                    <a:cubicBezTo>
                      <a:pt x="5984" y="0"/>
                      <a:pt x="0" y="5610"/>
                      <a:pt x="0" y="12342"/>
                    </a:cubicBezTo>
                    <a:lnTo>
                      <a:pt x="0" y="175781"/>
                    </a:lnTo>
                    <a:cubicBezTo>
                      <a:pt x="0" y="182513"/>
                      <a:pt x="5610" y="188123"/>
                      <a:pt x="12342" y="188123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3be8165-f411-4dda-ad08-4a1a003175a2" id="158" name="任意多边形: 形状 157">
                <a:extLst>
                  <a:ext uri="{FF2B5EF4-FFF2-40B4-BE49-F238E27FC236}">
                    <a16:creationId id="{A7E1EDCB-7887-746E-DDA2-FCF08166876B}"/>
                  </a:ext>
                </a:extLst>
              </p:cNvPr>
              <p:cNvSpPr/>
              <p:nvPr/>
            </p:nvSpPr>
            <p:spPr>
              <a:xfrm flipV="false" flipH="false">
                <a:off x="8897952" y="3597932"/>
                <a:ext cx="53197" cy="20266"/>
              </a:xfrm>
              <a:custGeom>
                <a:avLst/>
                <a:gdLst>
                  <a:gd fmla="*/ 8976 w 47124" name="connsiteX0"/>
                  <a:gd fmla="*/ 17952 h 17952" name="connsiteY0"/>
                  <a:gd fmla="*/ 38148 w 47124" name="connsiteX1"/>
                  <a:gd fmla="*/ 17952 h 17952" name="connsiteY1"/>
                  <a:gd fmla="*/ 47124 w 47124" name="connsiteX2"/>
                  <a:gd fmla="*/ 8976 h 17952" name="connsiteY2"/>
                  <a:gd fmla="*/ 38148 w 47124" name="connsiteX3"/>
                  <a:gd fmla="*/ 0 h 17952" name="connsiteY3"/>
                  <a:gd fmla="*/ 8976 w 47124" name="connsiteX4"/>
                  <a:gd fmla="*/ 0 h 17952" name="connsiteY4"/>
                  <a:gd fmla="*/ 0 w 47124" name="connsiteX5"/>
                  <a:gd fmla="*/ 8976 h 17952" name="connsiteY5"/>
                  <a:gd fmla="*/ 8976 w 47124" name="connsiteX6"/>
                  <a:gd fmla="*/ 17952 h 1795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7952" w="47124">
                    <a:moveTo>
                      <a:pt x="8976" y="17952"/>
                    </a:moveTo>
                    <a:lnTo>
                      <a:pt x="38148" y="17952"/>
                    </a:lnTo>
                    <a:cubicBezTo>
                      <a:pt x="43010" y="17952"/>
                      <a:pt x="47124" y="13838"/>
                      <a:pt x="47124" y="8976"/>
                    </a:cubicBezTo>
                    <a:cubicBezTo>
                      <a:pt x="47124" y="4114"/>
                      <a:pt x="43010" y="0"/>
                      <a:pt x="38148" y="0"/>
                    </a:cubicBezTo>
                    <a:lnTo>
                      <a:pt x="8976" y="0"/>
                    </a:lnTo>
                    <a:cubicBezTo>
                      <a:pt x="4114" y="0"/>
                      <a:pt x="0" y="4114"/>
                      <a:pt x="0" y="8976"/>
                    </a:cubicBezTo>
                    <a:cubicBezTo>
                      <a:pt x="0" y="13838"/>
                      <a:pt x="4114" y="17952"/>
                      <a:pt x="8976" y="17952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3f81752-af79-4665-b574-73716dcabbc6" id="159" name="任意多边形: 形状 158">
                <a:extLst>
                  <a:ext uri="{FF2B5EF4-FFF2-40B4-BE49-F238E27FC236}">
                    <a16:creationId id="{575631D0-B23D-8204-4DC9-9321F62B7E60}"/>
                  </a:ext>
                </a:extLst>
              </p:cNvPr>
              <p:cNvSpPr/>
              <p:nvPr/>
            </p:nvSpPr>
            <p:spPr>
              <a:xfrm rot="10800000" flipV="false" flipH="false">
                <a:off x="8811399" y="3906562"/>
                <a:ext cx="29132" cy="70930"/>
              </a:xfrm>
              <a:custGeom>
                <a:avLst/>
                <a:gdLst>
                  <a:gd fmla="*/ 13090 w 25806" name="connsiteX0"/>
                  <a:gd fmla="*/ 0 h 62832" name="connsiteY0"/>
                  <a:gd fmla="*/ 25806 w 25806" name="connsiteX1"/>
                  <a:gd fmla="*/ 12716 h 62832" name="connsiteY1"/>
                  <a:gd fmla="*/ 25806 w 25806" name="connsiteX2"/>
                  <a:gd fmla="*/ 50116 h 62832" name="connsiteY2"/>
                  <a:gd fmla="*/ 13090 w 25806" name="connsiteX3"/>
                  <a:gd fmla="*/ 62832 h 62832" name="connsiteY3"/>
                  <a:gd fmla="*/ 12716 w 25806" name="connsiteX4"/>
                  <a:gd fmla="*/ 62832 h 62832" name="connsiteY4"/>
                  <a:gd fmla="*/ 0 w 25806" name="connsiteX5"/>
                  <a:gd fmla="*/ 50116 h 62832" name="connsiteY5"/>
                  <a:gd fmla="*/ 0 w 25806" name="connsiteX6"/>
                  <a:gd fmla="*/ 12716 h 62832" name="connsiteY6"/>
                  <a:gd fmla="*/ 12716 w 25806" name="connsiteX7"/>
                  <a:gd fmla="*/ 0 h 62832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62832" w="25806">
                    <a:moveTo>
                      <a:pt x="13090" y="0"/>
                    </a:moveTo>
                    <a:cubicBezTo>
                      <a:pt x="20113" y="0"/>
                      <a:pt x="25806" y="5693"/>
                      <a:pt x="25806" y="12716"/>
                    </a:cubicBezTo>
                    <a:lnTo>
                      <a:pt x="25806" y="50116"/>
                    </a:lnTo>
                    <a:cubicBezTo>
                      <a:pt x="25806" y="57139"/>
                      <a:pt x="20113" y="62832"/>
                      <a:pt x="13090" y="62832"/>
                    </a:cubicBezTo>
                    <a:lnTo>
                      <a:pt x="12716" y="62832"/>
                    </a:lnTo>
                    <a:cubicBezTo>
                      <a:pt x="5693" y="62832"/>
                      <a:pt x="0" y="57139"/>
                      <a:pt x="0" y="50116"/>
                    </a:cubicBezTo>
                    <a:lnTo>
                      <a:pt x="0" y="12716"/>
                    </a:lnTo>
                    <a:cubicBezTo>
                      <a:pt x="0" y="5693"/>
                      <a:pt x="5693" y="0"/>
                      <a:pt x="12716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39f6c7d-dd70-4225-929f-9ddc3cb7e5fb" id="160" name="任意多边形: 形状 159">
                <a:extLst>
                  <a:ext uri="{FF2B5EF4-FFF2-40B4-BE49-F238E27FC236}">
                    <a16:creationId id="{16A2D32F-1284-6AEC-7C13-B3C9F2E351F6}"/>
                  </a:ext>
                </a:extLst>
              </p:cNvPr>
              <p:cNvSpPr/>
              <p:nvPr/>
            </p:nvSpPr>
            <p:spPr>
              <a:xfrm flipV="false" flipH="false">
                <a:off x="8680939" y="3608487"/>
                <a:ext cx="20688" cy="97106"/>
              </a:xfrm>
              <a:custGeom>
                <a:avLst/>
                <a:gdLst>
                  <a:gd fmla="*/ 8976 w 18326" name="connsiteX0"/>
                  <a:gd fmla="*/ 86020 h 86020" name="connsiteY0"/>
                  <a:gd fmla="*/ 18326 w 18326" name="connsiteX1"/>
                  <a:gd fmla="*/ 77044 h 86020" name="connsiteY1"/>
                  <a:gd fmla="*/ 18326 w 18326" name="connsiteX2"/>
                  <a:gd fmla="*/ 8976 h 86020" name="connsiteY2"/>
                  <a:gd fmla="*/ 9350 w 18326" name="connsiteX3"/>
                  <a:gd fmla="*/ 0 h 86020" name="connsiteY3"/>
                  <a:gd fmla="*/ 0 w 18326" name="connsiteX4"/>
                  <a:gd fmla="*/ 8976 h 86020" name="connsiteY4"/>
                  <a:gd fmla="*/ 0 w 18326" name="connsiteX5"/>
                  <a:gd fmla="*/ 77044 h 86020" name="connsiteY5"/>
                  <a:gd fmla="*/ 8976 w 18326" name="connsiteX6"/>
                  <a:gd fmla="*/ 86020 h 86020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86020" w="18326">
                    <a:moveTo>
                      <a:pt x="8976" y="86020"/>
                    </a:moveTo>
                    <a:cubicBezTo>
                      <a:pt x="13838" y="86020"/>
                      <a:pt x="18326" y="81906"/>
                      <a:pt x="18326" y="77044"/>
                    </a:cubicBezTo>
                    <a:lnTo>
                      <a:pt x="18326" y="8976"/>
                    </a:lnTo>
                    <a:cubicBezTo>
                      <a:pt x="18326" y="4114"/>
                      <a:pt x="14212" y="0"/>
                      <a:pt x="9350" y="0"/>
                    </a:cubicBezTo>
                    <a:cubicBezTo>
                      <a:pt x="4488" y="0"/>
                      <a:pt x="0" y="4114"/>
                      <a:pt x="0" y="8976"/>
                    </a:cubicBezTo>
                    <a:lnTo>
                      <a:pt x="0" y="77044"/>
                    </a:lnTo>
                    <a:cubicBezTo>
                      <a:pt x="0" y="81906"/>
                      <a:pt x="4114" y="86020"/>
                      <a:pt x="8976" y="8602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3676dc4-5969-4d1b-aa6f-60b811a9631b" id="150" name="任意多边形: 形状 149">
                <a:extLst>
                  <a:ext uri="{FF2B5EF4-FFF2-40B4-BE49-F238E27FC236}">
                    <a16:creationId id="{3B6F6E80-C075-71D8-97FE-D0736CFCBAF8}"/>
                  </a:ext>
                </a:extLst>
              </p:cNvPr>
              <p:cNvSpPr/>
              <p:nvPr/>
            </p:nvSpPr>
            <p:spPr>
              <a:xfrm flipV="false" flipH="false">
                <a:off x="9301576" y="4114708"/>
                <a:ext cx="122016" cy="452178"/>
              </a:xfrm>
              <a:custGeom>
                <a:avLst/>
                <a:gdLst>
                  <a:gd fmla="*/ 10098 w 108086" name="connsiteX0"/>
                  <a:gd fmla="*/ 0 h 400555" name="connsiteY0"/>
                  <a:gd fmla="*/ 97988 w 108086" name="connsiteX1"/>
                  <a:gd fmla="*/ 0 h 400555" name="connsiteY1"/>
                  <a:gd fmla="*/ 108086 w 108086" name="connsiteX2"/>
                  <a:gd fmla="*/ 14586 h 400555" name="connsiteY2"/>
                  <a:gd fmla="*/ 108086 w 108086" name="connsiteX3"/>
                  <a:gd fmla="*/ 385969 h 400555" name="connsiteY3"/>
                  <a:gd fmla="*/ 97988 w 108086" name="connsiteX4"/>
                  <a:gd fmla="*/ 400555 h 400555" name="connsiteY4"/>
                  <a:gd fmla="*/ 10098 w 108086" name="connsiteX5"/>
                  <a:gd fmla="*/ 400555 h 400555" name="connsiteY5"/>
                  <a:gd fmla="*/ 0 w 108086" name="connsiteX6"/>
                  <a:gd fmla="*/ 385969 h 400555" name="connsiteY6"/>
                  <a:gd fmla="*/ 0 w 108086" name="connsiteX7"/>
                  <a:gd fmla="*/ 14586 h 400555" name="connsiteY7"/>
                  <a:gd fmla="*/ 10098 w 108086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8086">
                    <a:moveTo>
                      <a:pt x="10098" y="0"/>
                    </a:moveTo>
                    <a:lnTo>
                      <a:pt x="97988" y="0"/>
                    </a:lnTo>
                    <a:cubicBezTo>
                      <a:pt x="103598" y="0"/>
                      <a:pt x="108086" y="6732"/>
                      <a:pt x="108086" y="14586"/>
                    </a:cubicBezTo>
                    <a:lnTo>
                      <a:pt x="108086" y="385969"/>
                    </a:lnTo>
                    <a:cubicBezTo>
                      <a:pt x="108086" y="394198"/>
                      <a:pt x="103598" y="400555"/>
                      <a:pt x="97988" y="400555"/>
                    </a:cubicBezTo>
                    <a:lnTo>
                      <a:pt x="10098" y="400555"/>
                    </a:lnTo>
                    <a:cubicBezTo>
                      <a:pt x="4488" y="400555"/>
                      <a:pt x="0" y="393823"/>
                      <a:pt x="0" y="385969"/>
                    </a:cubicBezTo>
                    <a:lnTo>
                      <a:pt x="0" y="14586"/>
                    </a:lnTo>
                    <a:cubicBezTo>
                      <a:pt x="0" y="6358"/>
                      <a:pt x="4488" y="0"/>
                      <a:pt x="10098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2162157-88f8-4115-adef-a3e5823d7cd8" id="151" name="任意多边形: 形状 150">
                <a:extLst>
                  <a:ext uri="{FF2B5EF4-FFF2-40B4-BE49-F238E27FC236}">
                    <a16:creationId id="{4FAB8D89-A21B-7819-ECB2-C770EDD9D659}"/>
                  </a:ext>
                </a:extLst>
              </p:cNvPr>
              <p:cNvSpPr/>
              <p:nvPr/>
            </p:nvSpPr>
            <p:spPr>
              <a:xfrm flipV="false" flipH="false">
                <a:off x="9362795" y="4114708"/>
                <a:ext cx="116105" cy="452178"/>
              </a:xfrm>
              <a:custGeom>
                <a:avLst/>
                <a:gdLst>
                  <a:gd fmla="*/ 12716 w 102850" name="connsiteX0"/>
                  <a:gd fmla="*/ 0 h 400555" name="connsiteY0"/>
                  <a:gd fmla="*/ 90134 w 102850" name="connsiteX1"/>
                  <a:gd fmla="*/ 0 h 400555" name="connsiteY1"/>
                  <a:gd fmla="*/ 102850 w 102850" name="connsiteX2"/>
                  <a:gd fmla="*/ 19448 h 400555" name="connsiteY2"/>
                  <a:gd fmla="*/ 102850 w 102850" name="connsiteX3"/>
                  <a:gd fmla="*/ 381107 h 400555" name="connsiteY3"/>
                  <a:gd fmla="*/ 90134 w 102850" name="connsiteX4"/>
                  <a:gd fmla="*/ 400555 h 400555" name="connsiteY4"/>
                  <a:gd fmla="*/ 12716 w 102850" name="connsiteX5"/>
                  <a:gd fmla="*/ 400555 h 400555" name="connsiteY5"/>
                  <a:gd fmla="*/ 0 w 102850" name="connsiteX6"/>
                  <a:gd fmla="*/ 381107 h 400555" name="connsiteY6"/>
                  <a:gd fmla="*/ 0 w 102850" name="connsiteX7"/>
                  <a:gd fmla="*/ 19448 h 400555" name="connsiteY7"/>
                  <a:gd fmla="*/ 12716 w 10285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2850">
                    <a:moveTo>
                      <a:pt x="12716" y="0"/>
                    </a:moveTo>
                    <a:lnTo>
                      <a:pt x="90134" y="0"/>
                    </a:lnTo>
                    <a:cubicBezTo>
                      <a:pt x="97240" y="0"/>
                      <a:pt x="102850" y="8602"/>
                      <a:pt x="102850" y="19448"/>
                    </a:cubicBezTo>
                    <a:lnTo>
                      <a:pt x="102850" y="381107"/>
                    </a:lnTo>
                    <a:cubicBezTo>
                      <a:pt x="102850" y="391953"/>
                      <a:pt x="97240" y="400555"/>
                      <a:pt x="90134" y="400555"/>
                    </a:cubicBezTo>
                    <a:lnTo>
                      <a:pt x="12716" y="400555"/>
                    </a:lnTo>
                    <a:cubicBezTo>
                      <a:pt x="5610" y="400555"/>
                      <a:pt x="0" y="391953"/>
                      <a:pt x="0" y="381107"/>
                    </a:cubicBezTo>
                    <a:lnTo>
                      <a:pt x="0" y="19448"/>
                    </a:lnTo>
                    <a:cubicBezTo>
                      <a:pt x="0" y="8602"/>
                      <a:pt x="5610" y="0"/>
                      <a:pt x="12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34f0b84-93ec-4015-8c50-096f357f486b" id="148" name="任意多边形: 形状 147">
                <a:extLst>
                  <a:ext uri="{FF2B5EF4-FFF2-40B4-BE49-F238E27FC236}">
                    <a16:creationId id="{14A23426-14F8-9942-08AC-D1ADF57BA3B0}"/>
                  </a:ext>
                </a:extLst>
              </p:cNvPr>
              <p:cNvSpPr/>
              <p:nvPr/>
            </p:nvSpPr>
            <p:spPr>
              <a:xfrm flipV="false" flipH="false">
                <a:off x="9107363" y="4114708"/>
                <a:ext cx="122016" cy="452178"/>
              </a:xfrm>
              <a:custGeom>
                <a:avLst/>
                <a:gdLst>
                  <a:gd fmla="*/ 10098 w 108086" name="connsiteX0"/>
                  <a:gd fmla="*/ 0 h 400555" name="connsiteY0"/>
                  <a:gd fmla="*/ 97988 w 108086" name="connsiteX1"/>
                  <a:gd fmla="*/ 0 h 400555" name="connsiteY1"/>
                  <a:gd fmla="*/ 108086 w 108086" name="connsiteX2"/>
                  <a:gd fmla="*/ 14586 h 400555" name="connsiteY2"/>
                  <a:gd fmla="*/ 108086 w 108086" name="connsiteX3"/>
                  <a:gd fmla="*/ 385969 h 400555" name="connsiteY3"/>
                  <a:gd fmla="*/ 97988 w 108086" name="connsiteX4"/>
                  <a:gd fmla="*/ 400555 h 400555" name="connsiteY4"/>
                  <a:gd fmla="*/ 10098 w 108086" name="connsiteX5"/>
                  <a:gd fmla="*/ 400555 h 400555" name="connsiteY5"/>
                  <a:gd fmla="*/ 0 w 108086" name="connsiteX6"/>
                  <a:gd fmla="*/ 385969 h 400555" name="connsiteY6"/>
                  <a:gd fmla="*/ 0 w 108086" name="connsiteX7"/>
                  <a:gd fmla="*/ 14586 h 400555" name="connsiteY7"/>
                  <a:gd fmla="*/ 10098 w 108086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8086">
                    <a:moveTo>
                      <a:pt x="10098" y="0"/>
                    </a:moveTo>
                    <a:lnTo>
                      <a:pt x="97988" y="0"/>
                    </a:lnTo>
                    <a:cubicBezTo>
                      <a:pt x="103598" y="0"/>
                      <a:pt x="108086" y="6732"/>
                      <a:pt x="108086" y="14586"/>
                    </a:cubicBezTo>
                    <a:lnTo>
                      <a:pt x="108086" y="385969"/>
                    </a:lnTo>
                    <a:cubicBezTo>
                      <a:pt x="108086" y="394198"/>
                      <a:pt x="103598" y="400555"/>
                      <a:pt x="97988" y="400555"/>
                    </a:cubicBezTo>
                    <a:lnTo>
                      <a:pt x="10098" y="400555"/>
                    </a:lnTo>
                    <a:cubicBezTo>
                      <a:pt x="4488" y="400555"/>
                      <a:pt x="0" y="393823"/>
                      <a:pt x="0" y="385969"/>
                    </a:cubicBezTo>
                    <a:lnTo>
                      <a:pt x="0" y="14586"/>
                    </a:lnTo>
                    <a:cubicBezTo>
                      <a:pt x="0" y="6358"/>
                      <a:pt x="4488" y="0"/>
                      <a:pt x="10098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ff5dfb4-4ed8-4e8b-8f62-7c9258c7f449" id="149" name="任意多边形: 形状 148">
                <a:extLst>
                  <a:ext uri="{FF2B5EF4-FFF2-40B4-BE49-F238E27FC236}">
                    <a16:creationId id="{68867F7B-24F9-9B69-927C-40D3F9FFC0B4}"/>
                  </a:ext>
                </a:extLst>
              </p:cNvPr>
              <p:cNvSpPr/>
              <p:nvPr/>
            </p:nvSpPr>
            <p:spPr>
              <a:xfrm flipV="false" flipH="false">
                <a:off x="9168160" y="4114708"/>
                <a:ext cx="116105" cy="452178"/>
              </a:xfrm>
              <a:custGeom>
                <a:avLst/>
                <a:gdLst>
                  <a:gd fmla="*/ 12716 w 102850" name="connsiteX0"/>
                  <a:gd fmla="*/ 0 h 400555" name="connsiteY0"/>
                  <a:gd fmla="*/ 90134 w 102850" name="connsiteX1"/>
                  <a:gd fmla="*/ 0 h 400555" name="connsiteY1"/>
                  <a:gd fmla="*/ 102850 w 102850" name="connsiteX2"/>
                  <a:gd fmla="*/ 19448 h 400555" name="connsiteY2"/>
                  <a:gd fmla="*/ 102850 w 102850" name="connsiteX3"/>
                  <a:gd fmla="*/ 381107 h 400555" name="connsiteY3"/>
                  <a:gd fmla="*/ 90134 w 102850" name="connsiteX4"/>
                  <a:gd fmla="*/ 400555 h 400555" name="connsiteY4"/>
                  <a:gd fmla="*/ 12716 w 102850" name="connsiteX5"/>
                  <a:gd fmla="*/ 400555 h 400555" name="connsiteY5"/>
                  <a:gd fmla="*/ 0 w 102850" name="connsiteX6"/>
                  <a:gd fmla="*/ 381107 h 400555" name="connsiteY6"/>
                  <a:gd fmla="*/ 0 w 102850" name="connsiteX7"/>
                  <a:gd fmla="*/ 19448 h 400555" name="connsiteY7"/>
                  <a:gd fmla="*/ 12716 w 10285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2850">
                    <a:moveTo>
                      <a:pt x="12716" y="0"/>
                    </a:moveTo>
                    <a:lnTo>
                      <a:pt x="90134" y="0"/>
                    </a:lnTo>
                    <a:cubicBezTo>
                      <a:pt x="97240" y="0"/>
                      <a:pt x="102850" y="8602"/>
                      <a:pt x="102850" y="19448"/>
                    </a:cubicBezTo>
                    <a:lnTo>
                      <a:pt x="102850" y="381107"/>
                    </a:lnTo>
                    <a:cubicBezTo>
                      <a:pt x="102850" y="391953"/>
                      <a:pt x="97240" y="400555"/>
                      <a:pt x="90134" y="400555"/>
                    </a:cubicBezTo>
                    <a:lnTo>
                      <a:pt x="12716" y="400555"/>
                    </a:lnTo>
                    <a:cubicBezTo>
                      <a:pt x="5610" y="400555"/>
                      <a:pt x="0" y="391953"/>
                      <a:pt x="0" y="381107"/>
                    </a:cubicBezTo>
                    <a:lnTo>
                      <a:pt x="0" y="19448"/>
                    </a:lnTo>
                    <a:cubicBezTo>
                      <a:pt x="0" y="8602"/>
                      <a:pt x="5610" y="0"/>
                      <a:pt x="12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557fa96-4870-4909-bfe3-456c2ff39c83" id="146" name="任意多边形: 形状 145">
                <a:extLst>
                  <a:ext uri="{FF2B5EF4-FFF2-40B4-BE49-F238E27FC236}">
                    <a16:creationId id="{35830D8E-D7D2-DCBA-D4FE-1E89D6610181}"/>
                  </a:ext>
                </a:extLst>
              </p:cNvPr>
              <p:cNvSpPr/>
              <p:nvPr/>
            </p:nvSpPr>
            <p:spPr>
              <a:xfrm flipV="false" flipH="false">
                <a:off x="8913151" y="4114708"/>
                <a:ext cx="122016" cy="452178"/>
              </a:xfrm>
              <a:custGeom>
                <a:avLst/>
                <a:gdLst>
                  <a:gd fmla="*/ 10098 w 108086" name="connsiteX0"/>
                  <a:gd fmla="*/ 0 h 400555" name="connsiteY0"/>
                  <a:gd fmla="*/ 97988 w 108086" name="connsiteX1"/>
                  <a:gd fmla="*/ 0 h 400555" name="connsiteY1"/>
                  <a:gd fmla="*/ 108086 w 108086" name="connsiteX2"/>
                  <a:gd fmla="*/ 14586 h 400555" name="connsiteY2"/>
                  <a:gd fmla="*/ 108086 w 108086" name="connsiteX3"/>
                  <a:gd fmla="*/ 385969 h 400555" name="connsiteY3"/>
                  <a:gd fmla="*/ 97988 w 108086" name="connsiteX4"/>
                  <a:gd fmla="*/ 400555 h 400555" name="connsiteY4"/>
                  <a:gd fmla="*/ 10098 w 108086" name="connsiteX5"/>
                  <a:gd fmla="*/ 400555 h 400555" name="connsiteY5"/>
                  <a:gd fmla="*/ 0 w 108086" name="connsiteX6"/>
                  <a:gd fmla="*/ 385969 h 400555" name="connsiteY6"/>
                  <a:gd fmla="*/ 0 w 108086" name="connsiteX7"/>
                  <a:gd fmla="*/ 14586 h 400555" name="connsiteY7"/>
                  <a:gd fmla="*/ 10098 w 108086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8086">
                    <a:moveTo>
                      <a:pt x="10098" y="0"/>
                    </a:moveTo>
                    <a:lnTo>
                      <a:pt x="97988" y="0"/>
                    </a:lnTo>
                    <a:cubicBezTo>
                      <a:pt x="103598" y="0"/>
                      <a:pt x="108086" y="6732"/>
                      <a:pt x="108086" y="14586"/>
                    </a:cubicBezTo>
                    <a:lnTo>
                      <a:pt x="108086" y="385969"/>
                    </a:lnTo>
                    <a:cubicBezTo>
                      <a:pt x="108086" y="394198"/>
                      <a:pt x="103598" y="400555"/>
                      <a:pt x="97988" y="400555"/>
                    </a:cubicBezTo>
                    <a:lnTo>
                      <a:pt x="10098" y="400555"/>
                    </a:lnTo>
                    <a:cubicBezTo>
                      <a:pt x="4488" y="400555"/>
                      <a:pt x="0" y="393823"/>
                      <a:pt x="0" y="385969"/>
                    </a:cubicBezTo>
                    <a:lnTo>
                      <a:pt x="0" y="14586"/>
                    </a:lnTo>
                    <a:cubicBezTo>
                      <a:pt x="0" y="6358"/>
                      <a:pt x="4488" y="0"/>
                      <a:pt x="10098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d7166a7-70f5-4421-8441-f51662a2b58f" id="147" name="任意多边形: 形状 146">
                <a:extLst>
                  <a:ext uri="{FF2B5EF4-FFF2-40B4-BE49-F238E27FC236}">
                    <a16:creationId id="{84FF0735-8C30-9156-DA7A-C3D932ED4594}"/>
                  </a:ext>
                </a:extLst>
              </p:cNvPr>
              <p:cNvSpPr/>
              <p:nvPr/>
            </p:nvSpPr>
            <p:spPr>
              <a:xfrm flipV="false" flipH="false">
                <a:off x="8973948" y="4114708"/>
                <a:ext cx="116105" cy="452178"/>
              </a:xfrm>
              <a:custGeom>
                <a:avLst/>
                <a:gdLst>
                  <a:gd fmla="*/ 12716 w 102850" name="connsiteX0"/>
                  <a:gd fmla="*/ 0 h 400555" name="connsiteY0"/>
                  <a:gd fmla="*/ 90134 w 102850" name="connsiteX1"/>
                  <a:gd fmla="*/ 0 h 400555" name="connsiteY1"/>
                  <a:gd fmla="*/ 102850 w 102850" name="connsiteX2"/>
                  <a:gd fmla="*/ 19448 h 400555" name="connsiteY2"/>
                  <a:gd fmla="*/ 102850 w 102850" name="connsiteX3"/>
                  <a:gd fmla="*/ 381107 h 400555" name="connsiteY3"/>
                  <a:gd fmla="*/ 90134 w 102850" name="connsiteX4"/>
                  <a:gd fmla="*/ 400555 h 400555" name="connsiteY4"/>
                  <a:gd fmla="*/ 12716 w 102850" name="connsiteX5"/>
                  <a:gd fmla="*/ 400555 h 400555" name="connsiteY5"/>
                  <a:gd fmla="*/ 0 w 102850" name="connsiteX6"/>
                  <a:gd fmla="*/ 381107 h 400555" name="connsiteY6"/>
                  <a:gd fmla="*/ 0 w 102850" name="connsiteX7"/>
                  <a:gd fmla="*/ 19448 h 400555" name="connsiteY7"/>
                  <a:gd fmla="*/ 12716 w 10285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2850">
                    <a:moveTo>
                      <a:pt x="12716" y="0"/>
                    </a:moveTo>
                    <a:lnTo>
                      <a:pt x="90134" y="0"/>
                    </a:lnTo>
                    <a:cubicBezTo>
                      <a:pt x="97240" y="0"/>
                      <a:pt x="102850" y="8602"/>
                      <a:pt x="102850" y="19448"/>
                    </a:cubicBezTo>
                    <a:lnTo>
                      <a:pt x="102850" y="381107"/>
                    </a:lnTo>
                    <a:cubicBezTo>
                      <a:pt x="102850" y="391953"/>
                      <a:pt x="97240" y="400555"/>
                      <a:pt x="90134" y="400555"/>
                    </a:cubicBezTo>
                    <a:lnTo>
                      <a:pt x="12716" y="400555"/>
                    </a:lnTo>
                    <a:cubicBezTo>
                      <a:pt x="5610" y="400555"/>
                      <a:pt x="0" y="391953"/>
                      <a:pt x="0" y="381107"/>
                    </a:cubicBezTo>
                    <a:lnTo>
                      <a:pt x="0" y="19448"/>
                    </a:lnTo>
                    <a:cubicBezTo>
                      <a:pt x="0" y="8602"/>
                      <a:pt x="5610" y="0"/>
                      <a:pt x="12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d85af97-c4ed-4c20-ab93-f12017712ca6" id="144" name="任意多边形: 形状 143">
                <a:extLst>
                  <a:ext uri="{FF2B5EF4-FFF2-40B4-BE49-F238E27FC236}">
                    <a16:creationId id="{2E72F14C-11D8-CB9F-6BAA-DEA646445A4D}"/>
                  </a:ext>
                </a:extLst>
              </p:cNvPr>
              <p:cNvSpPr/>
              <p:nvPr/>
            </p:nvSpPr>
            <p:spPr>
              <a:xfrm flipV="false" flipH="false">
                <a:off x="8718515" y="4114708"/>
                <a:ext cx="122016" cy="452178"/>
              </a:xfrm>
              <a:custGeom>
                <a:avLst/>
                <a:gdLst>
                  <a:gd fmla="*/ 10098 w 108086" name="connsiteX0"/>
                  <a:gd fmla="*/ 0 h 400555" name="connsiteY0"/>
                  <a:gd fmla="*/ 97988 w 108086" name="connsiteX1"/>
                  <a:gd fmla="*/ 0 h 400555" name="connsiteY1"/>
                  <a:gd fmla="*/ 108086 w 108086" name="connsiteX2"/>
                  <a:gd fmla="*/ 14586 h 400555" name="connsiteY2"/>
                  <a:gd fmla="*/ 108086 w 108086" name="connsiteX3"/>
                  <a:gd fmla="*/ 385969 h 400555" name="connsiteY3"/>
                  <a:gd fmla="*/ 97988 w 108086" name="connsiteX4"/>
                  <a:gd fmla="*/ 400555 h 400555" name="connsiteY4"/>
                  <a:gd fmla="*/ 10098 w 108086" name="connsiteX5"/>
                  <a:gd fmla="*/ 400555 h 400555" name="connsiteY5"/>
                  <a:gd fmla="*/ 0 w 108086" name="connsiteX6"/>
                  <a:gd fmla="*/ 385969 h 400555" name="connsiteY6"/>
                  <a:gd fmla="*/ 0 w 108086" name="connsiteX7"/>
                  <a:gd fmla="*/ 14586 h 400555" name="connsiteY7"/>
                  <a:gd fmla="*/ 10098 w 108086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8086">
                    <a:moveTo>
                      <a:pt x="10098" y="0"/>
                    </a:moveTo>
                    <a:lnTo>
                      <a:pt x="97988" y="0"/>
                    </a:lnTo>
                    <a:cubicBezTo>
                      <a:pt x="103598" y="0"/>
                      <a:pt x="108086" y="6732"/>
                      <a:pt x="108086" y="14586"/>
                    </a:cubicBezTo>
                    <a:lnTo>
                      <a:pt x="108086" y="385969"/>
                    </a:lnTo>
                    <a:cubicBezTo>
                      <a:pt x="108086" y="394198"/>
                      <a:pt x="103598" y="400555"/>
                      <a:pt x="97988" y="400555"/>
                    </a:cubicBezTo>
                    <a:lnTo>
                      <a:pt x="10098" y="400555"/>
                    </a:lnTo>
                    <a:cubicBezTo>
                      <a:pt x="4488" y="400555"/>
                      <a:pt x="0" y="393823"/>
                      <a:pt x="0" y="385969"/>
                    </a:cubicBezTo>
                    <a:lnTo>
                      <a:pt x="0" y="14586"/>
                    </a:lnTo>
                    <a:cubicBezTo>
                      <a:pt x="0" y="6358"/>
                      <a:pt x="4488" y="0"/>
                      <a:pt x="10098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22e808c-de3e-475e-be80-b56c7c34351d" id="145" name="任意多边形: 形状 144">
                <a:extLst>
                  <a:ext uri="{FF2B5EF4-FFF2-40B4-BE49-F238E27FC236}">
                    <a16:creationId id="{1BE86A30-E8C7-4925-170B-16AC26F5DD74}"/>
                  </a:ext>
                </a:extLst>
              </p:cNvPr>
              <p:cNvSpPr/>
              <p:nvPr/>
            </p:nvSpPr>
            <p:spPr>
              <a:xfrm flipV="false" flipH="false">
                <a:off x="8779734" y="4114708"/>
                <a:ext cx="116105" cy="452178"/>
              </a:xfrm>
              <a:custGeom>
                <a:avLst/>
                <a:gdLst>
                  <a:gd fmla="*/ 12716 w 102850" name="connsiteX0"/>
                  <a:gd fmla="*/ 0 h 400555" name="connsiteY0"/>
                  <a:gd fmla="*/ 90134 w 102850" name="connsiteX1"/>
                  <a:gd fmla="*/ 0 h 400555" name="connsiteY1"/>
                  <a:gd fmla="*/ 102850 w 102850" name="connsiteX2"/>
                  <a:gd fmla="*/ 19448 h 400555" name="connsiteY2"/>
                  <a:gd fmla="*/ 102850 w 102850" name="connsiteX3"/>
                  <a:gd fmla="*/ 381107 h 400555" name="connsiteY3"/>
                  <a:gd fmla="*/ 90134 w 102850" name="connsiteX4"/>
                  <a:gd fmla="*/ 400555 h 400555" name="connsiteY4"/>
                  <a:gd fmla="*/ 12716 w 102850" name="connsiteX5"/>
                  <a:gd fmla="*/ 400555 h 400555" name="connsiteY5"/>
                  <a:gd fmla="*/ 0 w 102850" name="connsiteX6"/>
                  <a:gd fmla="*/ 381107 h 400555" name="connsiteY6"/>
                  <a:gd fmla="*/ 0 w 102850" name="connsiteX7"/>
                  <a:gd fmla="*/ 19448 h 400555" name="connsiteY7"/>
                  <a:gd fmla="*/ 12716 w 10285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2850">
                    <a:moveTo>
                      <a:pt x="12716" y="0"/>
                    </a:moveTo>
                    <a:lnTo>
                      <a:pt x="90134" y="0"/>
                    </a:lnTo>
                    <a:cubicBezTo>
                      <a:pt x="97240" y="0"/>
                      <a:pt x="102850" y="8602"/>
                      <a:pt x="102850" y="19448"/>
                    </a:cubicBezTo>
                    <a:lnTo>
                      <a:pt x="102850" y="381107"/>
                    </a:lnTo>
                    <a:cubicBezTo>
                      <a:pt x="102850" y="391953"/>
                      <a:pt x="97240" y="400555"/>
                      <a:pt x="90134" y="400555"/>
                    </a:cubicBezTo>
                    <a:lnTo>
                      <a:pt x="12716" y="400555"/>
                    </a:lnTo>
                    <a:cubicBezTo>
                      <a:pt x="5610" y="400555"/>
                      <a:pt x="0" y="391953"/>
                      <a:pt x="0" y="381107"/>
                    </a:cubicBezTo>
                    <a:lnTo>
                      <a:pt x="0" y="19448"/>
                    </a:lnTo>
                    <a:cubicBezTo>
                      <a:pt x="0" y="8602"/>
                      <a:pt x="5610" y="0"/>
                      <a:pt x="12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58ea555-2d73-4cc7-b5cc-6cf5965e5f57" id="142" name="任意多边形: 形状 141">
                <a:extLst>
                  <a:ext uri="{FF2B5EF4-FFF2-40B4-BE49-F238E27FC236}">
                    <a16:creationId id="{331DF70E-96CD-3D8B-E87B-C64FE1B12B03}"/>
                  </a:ext>
                </a:extLst>
              </p:cNvPr>
              <p:cNvSpPr/>
              <p:nvPr/>
            </p:nvSpPr>
            <p:spPr>
              <a:xfrm flipV="false" flipH="false">
                <a:off x="8583411" y="4114286"/>
                <a:ext cx="62908" cy="452600"/>
              </a:xfrm>
              <a:custGeom>
                <a:avLst/>
                <a:gdLst>
                  <a:gd fmla="*/ 0 w 55726" name="connsiteX0"/>
                  <a:gd fmla="*/ 374 h 400929" name="connsiteY0"/>
                  <a:gd fmla="*/ 45628 w 55726" name="connsiteX1"/>
                  <a:gd fmla="*/ 374 h 400929" name="connsiteY1"/>
                  <a:gd fmla="*/ 55726 w 55726" name="connsiteX2"/>
                  <a:gd fmla="*/ 14960 h 400929" name="connsiteY2"/>
                  <a:gd fmla="*/ 55726 w 55726" name="connsiteX3"/>
                  <a:gd fmla="*/ 386344 h 400929" name="connsiteY3"/>
                  <a:gd fmla="*/ 45628 w 55726" name="connsiteX4"/>
                  <a:gd fmla="*/ 400930 h 400929" name="connsiteY4"/>
                  <a:gd fmla="*/ 0 w 55726" name="connsiteX5"/>
                  <a:gd fmla="*/ 400930 h 400929" name="connsiteY5"/>
                  <a:gd fmla="*/ 0 w 55726" name="connsiteX6"/>
                  <a:gd fmla="*/ 0 h 400929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400929" w="55726">
                    <a:moveTo>
                      <a:pt x="0" y="374"/>
                    </a:moveTo>
                    <a:lnTo>
                      <a:pt x="45628" y="374"/>
                    </a:lnTo>
                    <a:cubicBezTo>
                      <a:pt x="51238" y="374"/>
                      <a:pt x="55726" y="7106"/>
                      <a:pt x="55726" y="14960"/>
                    </a:cubicBezTo>
                    <a:lnTo>
                      <a:pt x="55726" y="386344"/>
                    </a:lnTo>
                    <a:cubicBezTo>
                      <a:pt x="55726" y="394572"/>
                      <a:pt x="51238" y="400930"/>
                      <a:pt x="45628" y="400930"/>
                    </a:cubicBezTo>
                    <a:lnTo>
                      <a:pt x="0" y="4009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c7e29c7-444d-4cc5-8f9c-c24836b47403" id="143" name="任意多边形: 形状 142">
                <a:extLst>
                  <a:ext uri="{FF2B5EF4-FFF2-40B4-BE49-F238E27FC236}">
                    <a16:creationId id="{3C16E274-7313-603B-9908-D5C9E95CAD75}"/>
                  </a:ext>
                </a:extLst>
              </p:cNvPr>
              <p:cNvSpPr/>
              <p:nvPr/>
            </p:nvSpPr>
            <p:spPr>
              <a:xfrm flipV="false" flipH="false">
                <a:off x="8585522" y="4114708"/>
                <a:ext cx="116105" cy="452178"/>
              </a:xfrm>
              <a:custGeom>
                <a:avLst/>
                <a:gdLst>
                  <a:gd fmla="*/ 12716 w 102850" name="connsiteX0"/>
                  <a:gd fmla="*/ 0 h 400555" name="connsiteY0"/>
                  <a:gd fmla="*/ 90134 w 102850" name="connsiteX1"/>
                  <a:gd fmla="*/ 0 h 400555" name="connsiteY1"/>
                  <a:gd fmla="*/ 102850 w 102850" name="connsiteX2"/>
                  <a:gd fmla="*/ 19448 h 400555" name="connsiteY2"/>
                  <a:gd fmla="*/ 102850 w 102850" name="connsiteX3"/>
                  <a:gd fmla="*/ 381107 h 400555" name="connsiteY3"/>
                  <a:gd fmla="*/ 90134 w 102850" name="connsiteX4"/>
                  <a:gd fmla="*/ 400555 h 400555" name="connsiteY4"/>
                  <a:gd fmla="*/ 12716 w 102850" name="connsiteX5"/>
                  <a:gd fmla="*/ 400555 h 400555" name="connsiteY5"/>
                  <a:gd fmla="*/ 0 w 102850" name="connsiteX6"/>
                  <a:gd fmla="*/ 381107 h 400555" name="connsiteY6"/>
                  <a:gd fmla="*/ 0 w 102850" name="connsiteX7"/>
                  <a:gd fmla="*/ 19448 h 400555" name="connsiteY7"/>
                  <a:gd fmla="*/ 12716 w 10285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2850">
                    <a:moveTo>
                      <a:pt x="12716" y="0"/>
                    </a:moveTo>
                    <a:lnTo>
                      <a:pt x="90134" y="0"/>
                    </a:lnTo>
                    <a:cubicBezTo>
                      <a:pt x="97240" y="0"/>
                      <a:pt x="102850" y="8602"/>
                      <a:pt x="102850" y="19448"/>
                    </a:cubicBezTo>
                    <a:lnTo>
                      <a:pt x="102850" y="381107"/>
                    </a:lnTo>
                    <a:cubicBezTo>
                      <a:pt x="102850" y="391953"/>
                      <a:pt x="97240" y="400555"/>
                      <a:pt x="90134" y="400555"/>
                    </a:cubicBezTo>
                    <a:lnTo>
                      <a:pt x="12716" y="400555"/>
                    </a:lnTo>
                    <a:cubicBezTo>
                      <a:pt x="5610" y="400555"/>
                      <a:pt x="0" y="391953"/>
                      <a:pt x="0" y="381107"/>
                    </a:cubicBezTo>
                    <a:lnTo>
                      <a:pt x="0" y="19448"/>
                    </a:lnTo>
                    <a:cubicBezTo>
                      <a:pt x="0" y="8602"/>
                      <a:pt x="5610" y="0"/>
                      <a:pt x="12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1907183-23ca-4876-9cc3-2ae4bcd6db04" id="135" name="任意多边形: 形状 134">
                <a:extLst>
                  <a:ext uri="{FF2B5EF4-FFF2-40B4-BE49-F238E27FC236}">
                    <a16:creationId id="{27DA8279-50A7-50BF-AA95-6BEE8A578E7F}"/>
                  </a:ext>
                </a:extLst>
              </p:cNvPr>
              <p:cNvSpPr/>
              <p:nvPr/>
            </p:nvSpPr>
            <p:spPr>
              <a:xfrm flipV="false" flipH="false">
                <a:off x="9301576" y="4635705"/>
                <a:ext cx="122016" cy="452178"/>
              </a:xfrm>
              <a:custGeom>
                <a:avLst/>
                <a:gdLst>
                  <a:gd fmla="*/ 10098 w 108086" name="connsiteX0"/>
                  <a:gd fmla="*/ 0 h 400555" name="connsiteY0"/>
                  <a:gd fmla="*/ 97988 w 108086" name="connsiteX1"/>
                  <a:gd fmla="*/ 0 h 400555" name="connsiteY1"/>
                  <a:gd fmla="*/ 108086 w 108086" name="connsiteX2"/>
                  <a:gd fmla="*/ 14586 h 400555" name="connsiteY2"/>
                  <a:gd fmla="*/ 108086 w 108086" name="connsiteX3"/>
                  <a:gd fmla="*/ 385969 h 400555" name="connsiteY3"/>
                  <a:gd fmla="*/ 97988 w 108086" name="connsiteX4"/>
                  <a:gd fmla="*/ 400556 h 400555" name="connsiteY4"/>
                  <a:gd fmla="*/ 10098 w 108086" name="connsiteX5"/>
                  <a:gd fmla="*/ 400556 h 400555" name="connsiteY5"/>
                  <a:gd fmla="*/ 0 w 108086" name="connsiteX6"/>
                  <a:gd fmla="*/ 385969 h 400555" name="connsiteY6"/>
                  <a:gd fmla="*/ 0 w 108086" name="connsiteX7"/>
                  <a:gd fmla="*/ 14586 h 400555" name="connsiteY7"/>
                  <a:gd fmla="*/ 10098 w 108086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8086">
                    <a:moveTo>
                      <a:pt x="10098" y="0"/>
                    </a:moveTo>
                    <a:lnTo>
                      <a:pt x="97988" y="0"/>
                    </a:lnTo>
                    <a:cubicBezTo>
                      <a:pt x="103598" y="0"/>
                      <a:pt x="108086" y="6732"/>
                      <a:pt x="108086" y="14586"/>
                    </a:cubicBezTo>
                    <a:lnTo>
                      <a:pt x="108086" y="385969"/>
                    </a:lnTo>
                    <a:cubicBezTo>
                      <a:pt x="108086" y="394198"/>
                      <a:pt x="103598" y="400556"/>
                      <a:pt x="97988" y="400556"/>
                    </a:cubicBezTo>
                    <a:lnTo>
                      <a:pt x="10098" y="400556"/>
                    </a:lnTo>
                    <a:cubicBezTo>
                      <a:pt x="4488" y="400556"/>
                      <a:pt x="0" y="393824"/>
                      <a:pt x="0" y="385969"/>
                    </a:cubicBezTo>
                    <a:lnTo>
                      <a:pt x="0" y="14586"/>
                    </a:lnTo>
                    <a:cubicBezTo>
                      <a:pt x="0" y="6358"/>
                      <a:pt x="4488" y="0"/>
                      <a:pt x="10098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b95f590-2a18-4f91-aca7-4f37f1074326" id="136" name="任意多边形: 形状 135">
                <a:extLst>
                  <a:ext uri="{FF2B5EF4-FFF2-40B4-BE49-F238E27FC236}">
                    <a16:creationId id="{5DE17318-BE78-C1E0-D1F1-AED20EDDF92C}"/>
                  </a:ext>
                </a:extLst>
              </p:cNvPr>
              <p:cNvSpPr/>
              <p:nvPr/>
            </p:nvSpPr>
            <p:spPr>
              <a:xfrm flipV="false" flipH="false">
                <a:off x="9362795" y="4635705"/>
                <a:ext cx="116105" cy="452178"/>
              </a:xfrm>
              <a:custGeom>
                <a:avLst/>
                <a:gdLst>
                  <a:gd fmla="*/ 12716 w 102850" name="connsiteX0"/>
                  <a:gd fmla="*/ 0 h 400555" name="connsiteY0"/>
                  <a:gd fmla="*/ 90134 w 102850" name="connsiteX1"/>
                  <a:gd fmla="*/ 0 h 400555" name="connsiteY1"/>
                  <a:gd fmla="*/ 102850 w 102850" name="connsiteX2"/>
                  <a:gd fmla="*/ 19448 h 400555" name="connsiteY2"/>
                  <a:gd fmla="*/ 102850 w 102850" name="connsiteX3"/>
                  <a:gd fmla="*/ 381108 h 400555" name="connsiteY3"/>
                  <a:gd fmla="*/ 90134 w 102850" name="connsiteX4"/>
                  <a:gd fmla="*/ 400556 h 400555" name="connsiteY4"/>
                  <a:gd fmla="*/ 12716 w 102850" name="connsiteX5"/>
                  <a:gd fmla="*/ 400556 h 400555" name="connsiteY5"/>
                  <a:gd fmla="*/ 0 w 102850" name="connsiteX6"/>
                  <a:gd fmla="*/ 381108 h 400555" name="connsiteY6"/>
                  <a:gd fmla="*/ 0 w 102850" name="connsiteX7"/>
                  <a:gd fmla="*/ 19448 h 400555" name="connsiteY7"/>
                  <a:gd fmla="*/ 12716 w 10285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2850">
                    <a:moveTo>
                      <a:pt x="12716" y="0"/>
                    </a:moveTo>
                    <a:lnTo>
                      <a:pt x="90134" y="0"/>
                    </a:lnTo>
                    <a:cubicBezTo>
                      <a:pt x="97240" y="0"/>
                      <a:pt x="102850" y="8602"/>
                      <a:pt x="102850" y="19448"/>
                    </a:cubicBezTo>
                    <a:lnTo>
                      <a:pt x="102850" y="381108"/>
                    </a:lnTo>
                    <a:cubicBezTo>
                      <a:pt x="102850" y="391954"/>
                      <a:pt x="97240" y="400556"/>
                      <a:pt x="90134" y="400556"/>
                    </a:cubicBezTo>
                    <a:lnTo>
                      <a:pt x="12716" y="400556"/>
                    </a:lnTo>
                    <a:cubicBezTo>
                      <a:pt x="5610" y="400556"/>
                      <a:pt x="0" y="391954"/>
                      <a:pt x="0" y="381108"/>
                    </a:cubicBezTo>
                    <a:lnTo>
                      <a:pt x="0" y="19448"/>
                    </a:lnTo>
                    <a:cubicBezTo>
                      <a:pt x="0" y="8602"/>
                      <a:pt x="5610" y="0"/>
                      <a:pt x="12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e3bf9a0-e066-42f8-9ceb-bfea775d32e5" id="133" name="任意多边形: 形状 132">
                <a:extLst>
                  <a:ext uri="{FF2B5EF4-FFF2-40B4-BE49-F238E27FC236}">
                    <a16:creationId id="{5EF1EFEF-2FEF-646D-B0C5-3C2BBE6B2175}"/>
                  </a:ext>
                </a:extLst>
              </p:cNvPr>
              <p:cNvSpPr/>
              <p:nvPr/>
            </p:nvSpPr>
            <p:spPr>
              <a:xfrm flipV="false" flipH="false">
                <a:off x="9107363" y="4635705"/>
                <a:ext cx="122016" cy="452178"/>
              </a:xfrm>
              <a:custGeom>
                <a:avLst/>
                <a:gdLst>
                  <a:gd fmla="*/ 10098 w 108086" name="connsiteX0"/>
                  <a:gd fmla="*/ 0 h 400555" name="connsiteY0"/>
                  <a:gd fmla="*/ 97988 w 108086" name="connsiteX1"/>
                  <a:gd fmla="*/ 0 h 400555" name="connsiteY1"/>
                  <a:gd fmla="*/ 108086 w 108086" name="connsiteX2"/>
                  <a:gd fmla="*/ 14586 h 400555" name="connsiteY2"/>
                  <a:gd fmla="*/ 108086 w 108086" name="connsiteX3"/>
                  <a:gd fmla="*/ 385969 h 400555" name="connsiteY3"/>
                  <a:gd fmla="*/ 97988 w 108086" name="connsiteX4"/>
                  <a:gd fmla="*/ 400556 h 400555" name="connsiteY4"/>
                  <a:gd fmla="*/ 10098 w 108086" name="connsiteX5"/>
                  <a:gd fmla="*/ 400556 h 400555" name="connsiteY5"/>
                  <a:gd fmla="*/ 0 w 108086" name="connsiteX6"/>
                  <a:gd fmla="*/ 385969 h 400555" name="connsiteY6"/>
                  <a:gd fmla="*/ 0 w 108086" name="connsiteX7"/>
                  <a:gd fmla="*/ 14586 h 400555" name="connsiteY7"/>
                  <a:gd fmla="*/ 10098 w 108086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8086">
                    <a:moveTo>
                      <a:pt x="10098" y="0"/>
                    </a:moveTo>
                    <a:lnTo>
                      <a:pt x="97988" y="0"/>
                    </a:lnTo>
                    <a:cubicBezTo>
                      <a:pt x="103598" y="0"/>
                      <a:pt x="108086" y="6732"/>
                      <a:pt x="108086" y="14586"/>
                    </a:cubicBezTo>
                    <a:lnTo>
                      <a:pt x="108086" y="385969"/>
                    </a:lnTo>
                    <a:cubicBezTo>
                      <a:pt x="108086" y="394198"/>
                      <a:pt x="103598" y="400556"/>
                      <a:pt x="97988" y="400556"/>
                    </a:cubicBezTo>
                    <a:lnTo>
                      <a:pt x="10098" y="400556"/>
                    </a:lnTo>
                    <a:cubicBezTo>
                      <a:pt x="4488" y="400556"/>
                      <a:pt x="0" y="393824"/>
                      <a:pt x="0" y="385969"/>
                    </a:cubicBezTo>
                    <a:lnTo>
                      <a:pt x="0" y="14586"/>
                    </a:lnTo>
                    <a:cubicBezTo>
                      <a:pt x="0" y="6358"/>
                      <a:pt x="4488" y="0"/>
                      <a:pt x="10098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9f23048-7dc2-4bb4-8c86-817abe08f941" id="134" name="任意多边形: 形状 133">
                <a:extLst>
                  <a:ext uri="{FF2B5EF4-FFF2-40B4-BE49-F238E27FC236}">
                    <a16:creationId id="{703A80A5-5CEC-91A8-C846-741840B13941}"/>
                  </a:ext>
                </a:extLst>
              </p:cNvPr>
              <p:cNvSpPr/>
              <p:nvPr/>
            </p:nvSpPr>
            <p:spPr>
              <a:xfrm flipV="false" flipH="false">
                <a:off x="9168160" y="4635705"/>
                <a:ext cx="116105" cy="452178"/>
              </a:xfrm>
              <a:custGeom>
                <a:avLst/>
                <a:gdLst>
                  <a:gd fmla="*/ 12716 w 102850" name="connsiteX0"/>
                  <a:gd fmla="*/ 0 h 400555" name="connsiteY0"/>
                  <a:gd fmla="*/ 90134 w 102850" name="connsiteX1"/>
                  <a:gd fmla="*/ 0 h 400555" name="connsiteY1"/>
                  <a:gd fmla="*/ 102850 w 102850" name="connsiteX2"/>
                  <a:gd fmla="*/ 19448 h 400555" name="connsiteY2"/>
                  <a:gd fmla="*/ 102850 w 102850" name="connsiteX3"/>
                  <a:gd fmla="*/ 381108 h 400555" name="connsiteY3"/>
                  <a:gd fmla="*/ 90134 w 102850" name="connsiteX4"/>
                  <a:gd fmla="*/ 400556 h 400555" name="connsiteY4"/>
                  <a:gd fmla="*/ 12716 w 102850" name="connsiteX5"/>
                  <a:gd fmla="*/ 400556 h 400555" name="connsiteY5"/>
                  <a:gd fmla="*/ 0 w 102850" name="connsiteX6"/>
                  <a:gd fmla="*/ 381108 h 400555" name="connsiteY6"/>
                  <a:gd fmla="*/ 0 w 102850" name="connsiteX7"/>
                  <a:gd fmla="*/ 19448 h 400555" name="connsiteY7"/>
                  <a:gd fmla="*/ 12716 w 10285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2850">
                    <a:moveTo>
                      <a:pt x="12716" y="0"/>
                    </a:moveTo>
                    <a:lnTo>
                      <a:pt x="90134" y="0"/>
                    </a:lnTo>
                    <a:cubicBezTo>
                      <a:pt x="97240" y="0"/>
                      <a:pt x="102850" y="8602"/>
                      <a:pt x="102850" y="19448"/>
                    </a:cubicBezTo>
                    <a:lnTo>
                      <a:pt x="102850" y="381108"/>
                    </a:lnTo>
                    <a:cubicBezTo>
                      <a:pt x="102850" y="391954"/>
                      <a:pt x="97240" y="400556"/>
                      <a:pt x="90134" y="400556"/>
                    </a:cubicBezTo>
                    <a:lnTo>
                      <a:pt x="12716" y="400556"/>
                    </a:lnTo>
                    <a:cubicBezTo>
                      <a:pt x="5610" y="400556"/>
                      <a:pt x="0" y="391954"/>
                      <a:pt x="0" y="381108"/>
                    </a:cubicBezTo>
                    <a:lnTo>
                      <a:pt x="0" y="19448"/>
                    </a:lnTo>
                    <a:cubicBezTo>
                      <a:pt x="0" y="8602"/>
                      <a:pt x="5610" y="0"/>
                      <a:pt x="12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b728433-698c-4d6b-b73b-b3c577fc69e5" id="131" name="任意多边形: 形状 130">
                <a:extLst>
                  <a:ext uri="{FF2B5EF4-FFF2-40B4-BE49-F238E27FC236}">
                    <a16:creationId id="{80A68DE6-AA94-95D8-267C-76F340DC6522}"/>
                  </a:ext>
                </a:extLst>
              </p:cNvPr>
              <p:cNvSpPr/>
              <p:nvPr/>
            </p:nvSpPr>
            <p:spPr>
              <a:xfrm flipV="false" flipH="false">
                <a:off x="8913151" y="4635705"/>
                <a:ext cx="122016" cy="452178"/>
              </a:xfrm>
              <a:custGeom>
                <a:avLst/>
                <a:gdLst>
                  <a:gd fmla="*/ 10098 w 108086" name="connsiteX0"/>
                  <a:gd fmla="*/ 0 h 400555" name="connsiteY0"/>
                  <a:gd fmla="*/ 97988 w 108086" name="connsiteX1"/>
                  <a:gd fmla="*/ 0 h 400555" name="connsiteY1"/>
                  <a:gd fmla="*/ 108086 w 108086" name="connsiteX2"/>
                  <a:gd fmla="*/ 14586 h 400555" name="connsiteY2"/>
                  <a:gd fmla="*/ 108086 w 108086" name="connsiteX3"/>
                  <a:gd fmla="*/ 385969 h 400555" name="connsiteY3"/>
                  <a:gd fmla="*/ 97988 w 108086" name="connsiteX4"/>
                  <a:gd fmla="*/ 400556 h 400555" name="connsiteY4"/>
                  <a:gd fmla="*/ 10098 w 108086" name="connsiteX5"/>
                  <a:gd fmla="*/ 400556 h 400555" name="connsiteY5"/>
                  <a:gd fmla="*/ 0 w 108086" name="connsiteX6"/>
                  <a:gd fmla="*/ 385969 h 400555" name="connsiteY6"/>
                  <a:gd fmla="*/ 0 w 108086" name="connsiteX7"/>
                  <a:gd fmla="*/ 14586 h 400555" name="connsiteY7"/>
                  <a:gd fmla="*/ 10098 w 108086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8086">
                    <a:moveTo>
                      <a:pt x="10098" y="0"/>
                    </a:moveTo>
                    <a:lnTo>
                      <a:pt x="97988" y="0"/>
                    </a:lnTo>
                    <a:cubicBezTo>
                      <a:pt x="103598" y="0"/>
                      <a:pt x="108086" y="6732"/>
                      <a:pt x="108086" y="14586"/>
                    </a:cubicBezTo>
                    <a:lnTo>
                      <a:pt x="108086" y="385969"/>
                    </a:lnTo>
                    <a:cubicBezTo>
                      <a:pt x="108086" y="394198"/>
                      <a:pt x="103598" y="400556"/>
                      <a:pt x="97988" y="400556"/>
                    </a:cubicBezTo>
                    <a:lnTo>
                      <a:pt x="10098" y="400556"/>
                    </a:lnTo>
                    <a:cubicBezTo>
                      <a:pt x="4488" y="400556"/>
                      <a:pt x="0" y="393824"/>
                      <a:pt x="0" y="385969"/>
                    </a:cubicBezTo>
                    <a:lnTo>
                      <a:pt x="0" y="14586"/>
                    </a:lnTo>
                    <a:cubicBezTo>
                      <a:pt x="0" y="6358"/>
                      <a:pt x="4488" y="0"/>
                      <a:pt x="10098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1044da8-c397-4789-b62f-58a46b78b974" id="132" name="任意多边形: 形状 131">
                <a:extLst>
                  <a:ext uri="{FF2B5EF4-FFF2-40B4-BE49-F238E27FC236}">
                    <a16:creationId id="{6E74D4AE-20DB-5BBA-A498-9772CD258A4D}"/>
                  </a:ext>
                </a:extLst>
              </p:cNvPr>
              <p:cNvSpPr/>
              <p:nvPr/>
            </p:nvSpPr>
            <p:spPr>
              <a:xfrm flipV="false" flipH="false">
                <a:off x="8973948" y="4635705"/>
                <a:ext cx="116105" cy="452178"/>
              </a:xfrm>
              <a:custGeom>
                <a:avLst/>
                <a:gdLst>
                  <a:gd fmla="*/ 12716 w 102850" name="connsiteX0"/>
                  <a:gd fmla="*/ 0 h 400555" name="connsiteY0"/>
                  <a:gd fmla="*/ 90134 w 102850" name="connsiteX1"/>
                  <a:gd fmla="*/ 0 h 400555" name="connsiteY1"/>
                  <a:gd fmla="*/ 102850 w 102850" name="connsiteX2"/>
                  <a:gd fmla="*/ 19448 h 400555" name="connsiteY2"/>
                  <a:gd fmla="*/ 102850 w 102850" name="connsiteX3"/>
                  <a:gd fmla="*/ 381108 h 400555" name="connsiteY3"/>
                  <a:gd fmla="*/ 90134 w 102850" name="connsiteX4"/>
                  <a:gd fmla="*/ 400556 h 400555" name="connsiteY4"/>
                  <a:gd fmla="*/ 12716 w 102850" name="connsiteX5"/>
                  <a:gd fmla="*/ 400556 h 400555" name="connsiteY5"/>
                  <a:gd fmla="*/ 0 w 102850" name="connsiteX6"/>
                  <a:gd fmla="*/ 381108 h 400555" name="connsiteY6"/>
                  <a:gd fmla="*/ 0 w 102850" name="connsiteX7"/>
                  <a:gd fmla="*/ 19448 h 400555" name="connsiteY7"/>
                  <a:gd fmla="*/ 12716 w 10285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2850">
                    <a:moveTo>
                      <a:pt x="12716" y="0"/>
                    </a:moveTo>
                    <a:lnTo>
                      <a:pt x="90134" y="0"/>
                    </a:lnTo>
                    <a:cubicBezTo>
                      <a:pt x="97240" y="0"/>
                      <a:pt x="102850" y="8602"/>
                      <a:pt x="102850" y="19448"/>
                    </a:cubicBezTo>
                    <a:lnTo>
                      <a:pt x="102850" y="381108"/>
                    </a:lnTo>
                    <a:cubicBezTo>
                      <a:pt x="102850" y="391954"/>
                      <a:pt x="97240" y="400556"/>
                      <a:pt x="90134" y="400556"/>
                    </a:cubicBezTo>
                    <a:lnTo>
                      <a:pt x="12716" y="400556"/>
                    </a:lnTo>
                    <a:cubicBezTo>
                      <a:pt x="5610" y="400556"/>
                      <a:pt x="0" y="391954"/>
                      <a:pt x="0" y="381108"/>
                    </a:cubicBezTo>
                    <a:lnTo>
                      <a:pt x="0" y="19448"/>
                    </a:lnTo>
                    <a:cubicBezTo>
                      <a:pt x="0" y="8602"/>
                      <a:pt x="5610" y="0"/>
                      <a:pt x="12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b2cf81d-d8d5-40fc-9602-1f9f1f42ef48" id="129" name="任意多边形: 形状 128">
                <a:extLst>
                  <a:ext uri="{FF2B5EF4-FFF2-40B4-BE49-F238E27FC236}">
                    <a16:creationId id="{E8FC2F86-2EEC-D3A1-340B-661DD67CF704}"/>
                  </a:ext>
                </a:extLst>
              </p:cNvPr>
              <p:cNvSpPr/>
              <p:nvPr/>
            </p:nvSpPr>
            <p:spPr>
              <a:xfrm flipV="false" flipH="false">
                <a:off x="8718515" y="4635705"/>
                <a:ext cx="122016" cy="452178"/>
              </a:xfrm>
              <a:custGeom>
                <a:avLst/>
                <a:gdLst>
                  <a:gd fmla="*/ 10098 w 108086" name="connsiteX0"/>
                  <a:gd fmla="*/ 0 h 400555" name="connsiteY0"/>
                  <a:gd fmla="*/ 97988 w 108086" name="connsiteX1"/>
                  <a:gd fmla="*/ 0 h 400555" name="connsiteY1"/>
                  <a:gd fmla="*/ 108086 w 108086" name="connsiteX2"/>
                  <a:gd fmla="*/ 14586 h 400555" name="connsiteY2"/>
                  <a:gd fmla="*/ 108086 w 108086" name="connsiteX3"/>
                  <a:gd fmla="*/ 385969 h 400555" name="connsiteY3"/>
                  <a:gd fmla="*/ 97988 w 108086" name="connsiteX4"/>
                  <a:gd fmla="*/ 400556 h 400555" name="connsiteY4"/>
                  <a:gd fmla="*/ 10098 w 108086" name="connsiteX5"/>
                  <a:gd fmla="*/ 400556 h 400555" name="connsiteY5"/>
                  <a:gd fmla="*/ 0 w 108086" name="connsiteX6"/>
                  <a:gd fmla="*/ 385969 h 400555" name="connsiteY6"/>
                  <a:gd fmla="*/ 0 w 108086" name="connsiteX7"/>
                  <a:gd fmla="*/ 14586 h 400555" name="connsiteY7"/>
                  <a:gd fmla="*/ 10098 w 108086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8086">
                    <a:moveTo>
                      <a:pt x="10098" y="0"/>
                    </a:moveTo>
                    <a:lnTo>
                      <a:pt x="97988" y="0"/>
                    </a:lnTo>
                    <a:cubicBezTo>
                      <a:pt x="103598" y="0"/>
                      <a:pt x="108086" y="6732"/>
                      <a:pt x="108086" y="14586"/>
                    </a:cubicBezTo>
                    <a:lnTo>
                      <a:pt x="108086" y="385969"/>
                    </a:lnTo>
                    <a:cubicBezTo>
                      <a:pt x="108086" y="394198"/>
                      <a:pt x="103598" y="400556"/>
                      <a:pt x="97988" y="400556"/>
                    </a:cubicBezTo>
                    <a:lnTo>
                      <a:pt x="10098" y="400556"/>
                    </a:lnTo>
                    <a:cubicBezTo>
                      <a:pt x="4488" y="400556"/>
                      <a:pt x="0" y="393824"/>
                      <a:pt x="0" y="385969"/>
                    </a:cubicBezTo>
                    <a:lnTo>
                      <a:pt x="0" y="14586"/>
                    </a:lnTo>
                    <a:cubicBezTo>
                      <a:pt x="0" y="6358"/>
                      <a:pt x="4488" y="0"/>
                      <a:pt x="10098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d01d0cf-9dff-4539-b3fb-ac8803609ada" id="130" name="任意多边形: 形状 129">
                <a:extLst>
                  <a:ext uri="{FF2B5EF4-FFF2-40B4-BE49-F238E27FC236}">
                    <a16:creationId id="{B00BEEB5-5065-56E3-9433-8A7A9647F25D}"/>
                  </a:ext>
                </a:extLst>
              </p:cNvPr>
              <p:cNvSpPr/>
              <p:nvPr/>
            </p:nvSpPr>
            <p:spPr>
              <a:xfrm flipV="false" flipH="false">
                <a:off x="8779734" y="4635705"/>
                <a:ext cx="116105" cy="452178"/>
              </a:xfrm>
              <a:custGeom>
                <a:avLst/>
                <a:gdLst>
                  <a:gd fmla="*/ 12716 w 102850" name="connsiteX0"/>
                  <a:gd fmla="*/ 0 h 400555" name="connsiteY0"/>
                  <a:gd fmla="*/ 90134 w 102850" name="connsiteX1"/>
                  <a:gd fmla="*/ 0 h 400555" name="connsiteY1"/>
                  <a:gd fmla="*/ 102850 w 102850" name="connsiteX2"/>
                  <a:gd fmla="*/ 19448 h 400555" name="connsiteY2"/>
                  <a:gd fmla="*/ 102850 w 102850" name="connsiteX3"/>
                  <a:gd fmla="*/ 381108 h 400555" name="connsiteY3"/>
                  <a:gd fmla="*/ 90134 w 102850" name="connsiteX4"/>
                  <a:gd fmla="*/ 400556 h 400555" name="connsiteY4"/>
                  <a:gd fmla="*/ 12716 w 102850" name="connsiteX5"/>
                  <a:gd fmla="*/ 400556 h 400555" name="connsiteY5"/>
                  <a:gd fmla="*/ 0 w 102850" name="connsiteX6"/>
                  <a:gd fmla="*/ 381108 h 400555" name="connsiteY6"/>
                  <a:gd fmla="*/ 0 w 102850" name="connsiteX7"/>
                  <a:gd fmla="*/ 19448 h 400555" name="connsiteY7"/>
                  <a:gd fmla="*/ 12716 w 10285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2850">
                    <a:moveTo>
                      <a:pt x="12716" y="0"/>
                    </a:moveTo>
                    <a:lnTo>
                      <a:pt x="90134" y="0"/>
                    </a:lnTo>
                    <a:cubicBezTo>
                      <a:pt x="97240" y="0"/>
                      <a:pt x="102850" y="8602"/>
                      <a:pt x="102850" y="19448"/>
                    </a:cubicBezTo>
                    <a:lnTo>
                      <a:pt x="102850" y="381108"/>
                    </a:lnTo>
                    <a:cubicBezTo>
                      <a:pt x="102850" y="391954"/>
                      <a:pt x="97240" y="400556"/>
                      <a:pt x="90134" y="400556"/>
                    </a:cubicBezTo>
                    <a:lnTo>
                      <a:pt x="12716" y="400556"/>
                    </a:lnTo>
                    <a:cubicBezTo>
                      <a:pt x="5610" y="400556"/>
                      <a:pt x="0" y="391954"/>
                      <a:pt x="0" y="381108"/>
                    </a:cubicBezTo>
                    <a:lnTo>
                      <a:pt x="0" y="19448"/>
                    </a:lnTo>
                    <a:cubicBezTo>
                      <a:pt x="0" y="8602"/>
                      <a:pt x="5610" y="0"/>
                      <a:pt x="12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c755e3b-1e4b-4f7d-8e6f-7df7eea02a3e" id="127" name="任意多边形: 形状 126">
                <a:extLst>
                  <a:ext uri="{FF2B5EF4-FFF2-40B4-BE49-F238E27FC236}">
                    <a16:creationId id="{B7048798-503E-10A0-B2D2-B21555B61AB0}"/>
                  </a:ext>
                </a:extLst>
              </p:cNvPr>
              <p:cNvSpPr/>
              <p:nvPr/>
            </p:nvSpPr>
            <p:spPr>
              <a:xfrm flipV="false" flipH="false">
                <a:off x="8583411" y="4635705"/>
                <a:ext cx="62908" cy="452178"/>
              </a:xfrm>
              <a:custGeom>
                <a:avLst/>
                <a:gdLst>
                  <a:gd fmla="*/ 0 w 55726" name="connsiteX0"/>
                  <a:gd fmla="*/ 0 h 400555" name="connsiteY0"/>
                  <a:gd fmla="*/ 45628 w 55726" name="connsiteX1"/>
                  <a:gd fmla="*/ 0 h 400555" name="connsiteY1"/>
                  <a:gd fmla="*/ 55726 w 55726" name="connsiteX2"/>
                  <a:gd fmla="*/ 14586 h 400555" name="connsiteY2"/>
                  <a:gd fmla="*/ 55726 w 55726" name="connsiteX3"/>
                  <a:gd fmla="*/ 385969 h 400555" name="connsiteY3"/>
                  <a:gd fmla="*/ 45628 w 55726" name="connsiteX4"/>
                  <a:gd fmla="*/ 400556 h 400555" name="connsiteY4"/>
                  <a:gd fmla="*/ 0 w 55726" name="connsiteX5"/>
                  <a:gd fmla="*/ 400556 h 400555" name="connsiteY5"/>
                  <a:gd fmla="*/ 0 w 55726" name="connsiteX6"/>
                  <a:gd fmla="*/ 0 h 400555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400555" w="55726">
                    <a:moveTo>
                      <a:pt x="0" y="0"/>
                    </a:moveTo>
                    <a:lnTo>
                      <a:pt x="45628" y="0"/>
                    </a:lnTo>
                    <a:cubicBezTo>
                      <a:pt x="51238" y="0"/>
                      <a:pt x="55726" y="6732"/>
                      <a:pt x="55726" y="14586"/>
                    </a:cubicBezTo>
                    <a:lnTo>
                      <a:pt x="55726" y="385969"/>
                    </a:lnTo>
                    <a:cubicBezTo>
                      <a:pt x="55726" y="394198"/>
                      <a:pt x="51238" y="400556"/>
                      <a:pt x="45628" y="400556"/>
                    </a:cubicBezTo>
                    <a:lnTo>
                      <a:pt x="0" y="4005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448c1ba-0cd5-4db2-a6b4-bb8eb0e6e7ad" id="128" name="任意多边形: 形状 127">
                <a:extLst>
                  <a:ext uri="{FF2B5EF4-FFF2-40B4-BE49-F238E27FC236}">
                    <a16:creationId id="{627E770D-D080-CB45-39A4-28B565F438C2}"/>
                  </a:ext>
                </a:extLst>
              </p:cNvPr>
              <p:cNvSpPr/>
              <p:nvPr/>
            </p:nvSpPr>
            <p:spPr>
              <a:xfrm flipV="false" flipH="false">
                <a:off x="8585522" y="4635705"/>
                <a:ext cx="116105" cy="452178"/>
              </a:xfrm>
              <a:custGeom>
                <a:avLst/>
                <a:gdLst>
                  <a:gd fmla="*/ 12716 w 102850" name="connsiteX0"/>
                  <a:gd fmla="*/ 0 h 400555" name="connsiteY0"/>
                  <a:gd fmla="*/ 90134 w 102850" name="connsiteX1"/>
                  <a:gd fmla="*/ 0 h 400555" name="connsiteY1"/>
                  <a:gd fmla="*/ 102850 w 102850" name="connsiteX2"/>
                  <a:gd fmla="*/ 19448 h 400555" name="connsiteY2"/>
                  <a:gd fmla="*/ 102850 w 102850" name="connsiteX3"/>
                  <a:gd fmla="*/ 381108 h 400555" name="connsiteY3"/>
                  <a:gd fmla="*/ 90134 w 102850" name="connsiteX4"/>
                  <a:gd fmla="*/ 400556 h 400555" name="connsiteY4"/>
                  <a:gd fmla="*/ 12716 w 102850" name="connsiteX5"/>
                  <a:gd fmla="*/ 400556 h 400555" name="connsiteY5"/>
                  <a:gd fmla="*/ 0 w 102850" name="connsiteX6"/>
                  <a:gd fmla="*/ 381108 h 400555" name="connsiteY6"/>
                  <a:gd fmla="*/ 0 w 102850" name="connsiteX7"/>
                  <a:gd fmla="*/ 19448 h 400555" name="connsiteY7"/>
                  <a:gd fmla="*/ 12716 w 10285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2850">
                    <a:moveTo>
                      <a:pt x="12716" y="0"/>
                    </a:moveTo>
                    <a:lnTo>
                      <a:pt x="90134" y="0"/>
                    </a:lnTo>
                    <a:cubicBezTo>
                      <a:pt x="97240" y="0"/>
                      <a:pt x="102850" y="8602"/>
                      <a:pt x="102850" y="19448"/>
                    </a:cubicBezTo>
                    <a:lnTo>
                      <a:pt x="102850" y="381108"/>
                    </a:lnTo>
                    <a:cubicBezTo>
                      <a:pt x="102850" y="391954"/>
                      <a:pt x="97240" y="400556"/>
                      <a:pt x="90134" y="400556"/>
                    </a:cubicBezTo>
                    <a:lnTo>
                      <a:pt x="12716" y="400556"/>
                    </a:lnTo>
                    <a:cubicBezTo>
                      <a:pt x="5610" y="400556"/>
                      <a:pt x="0" y="391954"/>
                      <a:pt x="0" y="381108"/>
                    </a:cubicBezTo>
                    <a:lnTo>
                      <a:pt x="0" y="19448"/>
                    </a:lnTo>
                    <a:cubicBezTo>
                      <a:pt x="0" y="8602"/>
                      <a:pt x="5610" y="0"/>
                      <a:pt x="12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e9ec43f-d03a-45c1-86da-d1ffc30377b5" id="120" name="任意多边形: 形状 119">
                <a:extLst>
                  <a:ext uri="{FF2B5EF4-FFF2-40B4-BE49-F238E27FC236}">
                    <a16:creationId id="{2EB234B6-05FD-ED4D-1193-DE2B81702A8B}"/>
                  </a:ext>
                </a:extLst>
              </p:cNvPr>
              <p:cNvSpPr/>
              <p:nvPr/>
            </p:nvSpPr>
            <p:spPr>
              <a:xfrm flipV="false" flipH="false">
                <a:off x="9301576" y="5156702"/>
                <a:ext cx="122016" cy="452178"/>
              </a:xfrm>
              <a:custGeom>
                <a:avLst/>
                <a:gdLst>
                  <a:gd fmla="*/ 10098 w 108086" name="connsiteX0"/>
                  <a:gd fmla="*/ 0 h 400555" name="connsiteY0"/>
                  <a:gd fmla="*/ 97988 w 108086" name="connsiteX1"/>
                  <a:gd fmla="*/ 0 h 400555" name="connsiteY1"/>
                  <a:gd fmla="*/ 108086 w 108086" name="connsiteX2"/>
                  <a:gd fmla="*/ 14586 h 400555" name="connsiteY2"/>
                  <a:gd fmla="*/ 108086 w 108086" name="connsiteX3"/>
                  <a:gd fmla="*/ 385969 h 400555" name="connsiteY3"/>
                  <a:gd fmla="*/ 97988 w 108086" name="connsiteX4"/>
                  <a:gd fmla="*/ 400555 h 400555" name="connsiteY4"/>
                  <a:gd fmla="*/ 10098 w 108086" name="connsiteX5"/>
                  <a:gd fmla="*/ 400555 h 400555" name="connsiteY5"/>
                  <a:gd fmla="*/ 0 w 108086" name="connsiteX6"/>
                  <a:gd fmla="*/ 385969 h 400555" name="connsiteY6"/>
                  <a:gd fmla="*/ 0 w 108086" name="connsiteX7"/>
                  <a:gd fmla="*/ 14586 h 400555" name="connsiteY7"/>
                  <a:gd fmla="*/ 10098 w 108086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8086">
                    <a:moveTo>
                      <a:pt x="10098" y="0"/>
                    </a:moveTo>
                    <a:lnTo>
                      <a:pt x="97988" y="0"/>
                    </a:lnTo>
                    <a:cubicBezTo>
                      <a:pt x="103598" y="0"/>
                      <a:pt x="108086" y="6732"/>
                      <a:pt x="108086" y="14586"/>
                    </a:cubicBezTo>
                    <a:lnTo>
                      <a:pt x="108086" y="385969"/>
                    </a:lnTo>
                    <a:cubicBezTo>
                      <a:pt x="108086" y="394198"/>
                      <a:pt x="103598" y="400555"/>
                      <a:pt x="97988" y="400555"/>
                    </a:cubicBezTo>
                    <a:lnTo>
                      <a:pt x="10098" y="400555"/>
                    </a:lnTo>
                    <a:cubicBezTo>
                      <a:pt x="4488" y="400555"/>
                      <a:pt x="0" y="393823"/>
                      <a:pt x="0" y="385969"/>
                    </a:cubicBezTo>
                    <a:lnTo>
                      <a:pt x="0" y="14586"/>
                    </a:lnTo>
                    <a:cubicBezTo>
                      <a:pt x="0" y="6358"/>
                      <a:pt x="4488" y="0"/>
                      <a:pt x="10098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5e4c019-b65e-4b32-8dd2-d61247a801b5" id="121" name="任意多边形: 形状 120">
                <a:extLst>
                  <a:ext uri="{FF2B5EF4-FFF2-40B4-BE49-F238E27FC236}">
                    <a16:creationId id="{A089D470-3D0B-1CA6-48C1-B103ACB9B760}"/>
                  </a:ext>
                </a:extLst>
              </p:cNvPr>
              <p:cNvSpPr/>
              <p:nvPr/>
            </p:nvSpPr>
            <p:spPr>
              <a:xfrm flipV="false" flipH="false">
                <a:off x="9362795" y="5156702"/>
                <a:ext cx="116105" cy="452178"/>
              </a:xfrm>
              <a:custGeom>
                <a:avLst/>
                <a:gdLst>
                  <a:gd fmla="*/ 12716 w 102850" name="connsiteX0"/>
                  <a:gd fmla="*/ 0 h 400555" name="connsiteY0"/>
                  <a:gd fmla="*/ 90134 w 102850" name="connsiteX1"/>
                  <a:gd fmla="*/ 0 h 400555" name="connsiteY1"/>
                  <a:gd fmla="*/ 102850 w 102850" name="connsiteX2"/>
                  <a:gd fmla="*/ 19448 h 400555" name="connsiteY2"/>
                  <a:gd fmla="*/ 102850 w 102850" name="connsiteX3"/>
                  <a:gd fmla="*/ 381108 h 400555" name="connsiteY3"/>
                  <a:gd fmla="*/ 90134 w 102850" name="connsiteX4"/>
                  <a:gd fmla="*/ 400555 h 400555" name="connsiteY4"/>
                  <a:gd fmla="*/ 12716 w 102850" name="connsiteX5"/>
                  <a:gd fmla="*/ 400555 h 400555" name="connsiteY5"/>
                  <a:gd fmla="*/ 0 w 102850" name="connsiteX6"/>
                  <a:gd fmla="*/ 381108 h 400555" name="connsiteY6"/>
                  <a:gd fmla="*/ 0 w 102850" name="connsiteX7"/>
                  <a:gd fmla="*/ 19448 h 400555" name="connsiteY7"/>
                  <a:gd fmla="*/ 12716 w 10285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2850">
                    <a:moveTo>
                      <a:pt x="12716" y="0"/>
                    </a:moveTo>
                    <a:lnTo>
                      <a:pt x="90134" y="0"/>
                    </a:lnTo>
                    <a:cubicBezTo>
                      <a:pt x="97240" y="0"/>
                      <a:pt x="102850" y="8602"/>
                      <a:pt x="102850" y="19448"/>
                    </a:cubicBezTo>
                    <a:lnTo>
                      <a:pt x="102850" y="381108"/>
                    </a:lnTo>
                    <a:cubicBezTo>
                      <a:pt x="102850" y="391953"/>
                      <a:pt x="97240" y="400555"/>
                      <a:pt x="90134" y="400555"/>
                    </a:cubicBezTo>
                    <a:lnTo>
                      <a:pt x="12716" y="400555"/>
                    </a:lnTo>
                    <a:cubicBezTo>
                      <a:pt x="5610" y="400555"/>
                      <a:pt x="0" y="391953"/>
                      <a:pt x="0" y="381108"/>
                    </a:cubicBezTo>
                    <a:lnTo>
                      <a:pt x="0" y="19448"/>
                    </a:lnTo>
                    <a:cubicBezTo>
                      <a:pt x="0" y="8602"/>
                      <a:pt x="5610" y="0"/>
                      <a:pt x="12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8d710f0-e5e1-43c3-89a7-cc9c39738548" id="118" name="任意多边形: 形状 117">
                <a:extLst>
                  <a:ext uri="{FF2B5EF4-FFF2-40B4-BE49-F238E27FC236}">
                    <a16:creationId id="{BF1C0E57-9808-CDF6-2F7F-64E86FF4ABEF}"/>
                  </a:ext>
                </a:extLst>
              </p:cNvPr>
              <p:cNvSpPr/>
              <p:nvPr/>
            </p:nvSpPr>
            <p:spPr>
              <a:xfrm flipV="false" flipH="false">
                <a:off x="9107363" y="5156702"/>
                <a:ext cx="122016" cy="452178"/>
              </a:xfrm>
              <a:custGeom>
                <a:avLst/>
                <a:gdLst>
                  <a:gd fmla="*/ 10098 w 108086" name="connsiteX0"/>
                  <a:gd fmla="*/ 0 h 400555" name="connsiteY0"/>
                  <a:gd fmla="*/ 97988 w 108086" name="connsiteX1"/>
                  <a:gd fmla="*/ 0 h 400555" name="connsiteY1"/>
                  <a:gd fmla="*/ 108086 w 108086" name="connsiteX2"/>
                  <a:gd fmla="*/ 14586 h 400555" name="connsiteY2"/>
                  <a:gd fmla="*/ 108086 w 108086" name="connsiteX3"/>
                  <a:gd fmla="*/ 385969 h 400555" name="connsiteY3"/>
                  <a:gd fmla="*/ 97988 w 108086" name="connsiteX4"/>
                  <a:gd fmla="*/ 400555 h 400555" name="connsiteY4"/>
                  <a:gd fmla="*/ 10098 w 108086" name="connsiteX5"/>
                  <a:gd fmla="*/ 400555 h 400555" name="connsiteY5"/>
                  <a:gd fmla="*/ 0 w 108086" name="connsiteX6"/>
                  <a:gd fmla="*/ 385969 h 400555" name="connsiteY6"/>
                  <a:gd fmla="*/ 0 w 108086" name="connsiteX7"/>
                  <a:gd fmla="*/ 14586 h 400555" name="connsiteY7"/>
                  <a:gd fmla="*/ 10098 w 108086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8086">
                    <a:moveTo>
                      <a:pt x="10098" y="0"/>
                    </a:moveTo>
                    <a:lnTo>
                      <a:pt x="97988" y="0"/>
                    </a:lnTo>
                    <a:cubicBezTo>
                      <a:pt x="103598" y="0"/>
                      <a:pt x="108086" y="6732"/>
                      <a:pt x="108086" y="14586"/>
                    </a:cubicBezTo>
                    <a:lnTo>
                      <a:pt x="108086" y="385969"/>
                    </a:lnTo>
                    <a:cubicBezTo>
                      <a:pt x="108086" y="394198"/>
                      <a:pt x="103598" y="400555"/>
                      <a:pt x="97988" y="400555"/>
                    </a:cubicBezTo>
                    <a:lnTo>
                      <a:pt x="10098" y="400555"/>
                    </a:lnTo>
                    <a:cubicBezTo>
                      <a:pt x="4488" y="400555"/>
                      <a:pt x="0" y="393823"/>
                      <a:pt x="0" y="385969"/>
                    </a:cubicBezTo>
                    <a:lnTo>
                      <a:pt x="0" y="14586"/>
                    </a:lnTo>
                    <a:cubicBezTo>
                      <a:pt x="0" y="6358"/>
                      <a:pt x="4488" y="0"/>
                      <a:pt x="10098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1f1a7a7-e641-489f-a7c1-277f4332f49a" id="119" name="任意多边形: 形状 118">
                <a:extLst>
                  <a:ext uri="{FF2B5EF4-FFF2-40B4-BE49-F238E27FC236}">
                    <a16:creationId id="{02C558C6-EF8A-8D31-0510-B15841100A80}"/>
                  </a:ext>
                </a:extLst>
              </p:cNvPr>
              <p:cNvSpPr/>
              <p:nvPr/>
            </p:nvSpPr>
            <p:spPr>
              <a:xfrm flipV="false" flipH="false">
                <a:off x="9168160" y="5156702"/>
                <a:ext cx="116105" cy="452178"/>
              </a:xfrm>
              <a:custGeom>
                <a:avLst/>
                <a:gdLst>
                  <a:gd fmla="*/ 12716 w 102850" name="connsiteX0"/>
                  <a:gd fmla="*/ 0 h 400555" name="connsiteY0"/>
                  <a:gd fmla="*/ 90134 w 102850" name="connsiteX1"/>
                  <a:gd fmla="*/ 0 h 400555" name="connsiteY1"/>
                  <a:gd fmla="*/ 102850 w 102850" name="connsiteX2"/>
                  <a:gd fmla="*/ 19448 h 400555" name="connsiteY2"/>
                  <a:gd fmla="*/ 102850 w 102850" name="connsiteX3"/>
                  <a:gd fmla="*/ 381108 h 400555" name="connsiteY3"/>
                  <a:gd fmla="*/ 90134 w 102850" name="connsiteX4"/>
                  <a:gd fmla="*/ 400555 h 400555" name="connsiteY4"/>
                  <a:gd fmla="*/ 12716 w 102850" name="connsiteX5"/>
                  <a:gd fmla="*/ 400555 h 400555" name="connsiteY5"/>
                  <a:gd fmla="*/ 0 w 102850" name="connsiteX6"/>
                  <a:gd fmla="*/ 381108 h 400555" name="connsiteY6"/>
                  <a:gd fmla="*/ 0 w 102850" name="connsiteX7"/>
                  <a:gd fmla="*/ 19448 h 400555" name="connsiteY7"/>
                  <a:gd fmla="*/ 12716 w 10285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2850">
                    <a:moveTo>
                      <a:pt x="12716" y="0"/>
                    </a:moveTo>
                    <a:lnTo>
                      <a:pt x="90134" y="0"/>
                    </a:lnTo>
                    <a:cubicBezTo>
                      <a:pt x="97240" y="0"/>
                      <a:pt x="102850" y="8602"/>
                      <a:pt x="102850" y="19448"/>
                    </a:cubicBezTo>
                    <a:lnTo>
                      <a:pt x="102850" y="381108"/>
                    </a:lnTo>
                    <a:cubicBezTo>
                      <a:pt x="102850" y="391953"/>
                      <a:pt x="97240" y="400555"/>
                      <a:pt x="90134" y="400555"/>
                    </a:cubicBezTo>
                    <a:lnTo>
                      <a:pt x="12716" y="400555"/>
                    </a:lnTo>
                    <a:cubicBezTo>
                      <a:pt x="5610" y="400555"/>
                      <a:pt x="0" y="391953"/>
                      <a:pt x="0" y="381108"/>
                    </a:cubicBezTo>
                    <a:lnTo>
                      <a:pt x="0" y="19448"/>
                    </a:lnTo>
                    <a:cubicBezTo>
                      <a:pt x="0" y="8602"/>
                      <a:pt x="5610" y="0"/>
                      <a:pt x="12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0ddf1de-de41-41f5-b911-108edcdd7dfd" id="116" name="任意多边形: 形状 115">
                <a:extLst>
                  <a:ext uri="{FF2B5EF4-FFF2-40B4-BE49-F238E27FC236}">
                    <a16:creationId id="{28C64682-3500-DA3E-BFEE-C61563E2CE48}"/>
                  </a:ext>
                </a:extLst>
              </p:cNvPr>
              <p:cNvSpPr/>
              <p:nvPr/>
            </p:nvSpPr>
            <p:spPr>
              <a:xfrm flipV="false" flipH="false">
                <a:off x="8913151" y="5156702"/>
                <a:ext cx="122016" cy="452178"/>
              </a:xfrm>
              <a:custGeom>
                <a:avLst/>
                <a:gdLst>
                  <a:gd fmla="*/ 10098 w 108086" name="connsiteX0"/>
                  <a:gd fmla="*/ 0 h 400555" name="connsiteY0"/>
                  <a:gd fmla="*/ 97988 w 108086" name="connsiteX1"/>
                  <a:gd fmla="*/ 0 h 400555" name="connsiteY1"/>
                  <a:gd fmla="*/ 108086 w 108086" name="connsiteX2"/>
                  <a:gd fmla="*/ 14586 h 400555" name="connsiteY2"/>
                  <a:gd fmla="*/ 108086 w 108086" name="connsiteX3"/>
                  <a:gd fmla="*/ 385969 h 400555" name="connsiteY3"/>
                  <a:gd fmla="*/ 97988 w 108086" name="connsiteX4"/>
                  <a:gd fmla="*/ 400555 h 400555" name="connsiteY4"/>
                  <a:gd fmla="*/ 10098 w 108086" name="connsiteX5"/>
                  <a:gd fmla="*/ 400555 h 400555" name="connsiteY5"/>
                  <a:gd fmla="*/ 0 w 108086" name="connsiteX6"/>
                  <a:gd fmla="*/ 385969 h 400555" name="connsiteY6"/>
                  <a:gd fmla="*/ 0 w 108086" name="connsiteX7"/>
                  <a:gd fmla="*/ 14586 h 400555" name="connsiteY7"/>
                  <a:gd fmla="*/ 10098 w 108086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8086">
                    <a:moveTo>
                      <a:pt x="10098" y="0"/>
                    </a:moveTo>
                    <a:lnTo>
                      <a:pt x="97988" y="0"/>
                    </a:lnTo>
                    <a:cubicBezTo>
                      <a:pt x="103598" y="0"/>
                      <a:pt x="108086" y="6732"/>
                      <a:pt x="108086" y="14586"/>
                    </a:cubicBezTo>
                    <a:lnTo>
                      <a:pt x="108086" y="385969"/>
                    </a:lnTo>
                    <a:cubicBezTo>
                      <a:pt x="108086" y="394198"/>
                      <a:pt x="103598" y="400555"/>
                      <a:pt x="97988" y="400555"/>
                    </a:cubicBezTo>
                    <a:lnTo>
                      <a:pt x="10098" y="400555"/>
                    </a:lnTo>
                    <a:cubicBezTo>
                      <a:pt x="4488" y="400555"/>
                      <a:pt x="0" y="393823"/>
                      <a:pt x="0" y="385969"/>
                    </a:cubicBezTo>
                    <a:lnTo>
                      <a:pt x="0" y="14586"/>
                    </a:lnTo>
                    <a:cubicBezTo>
                      <a:pt x="0" y="6358"/>
                      <a:pt x="4488" y="0"/>
                      <a:pt x="10098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b8ba02a-9848-4f78-b1ad-79f05de8729e" id="117" name="任意多边形: 形状 116">
                <a:extLst>
                  <a:ext uri="{FF2B5EF4-FFF2-40B4-BE49-F238E27FC236}">
                    <a16:creationId id="{F2E28EAA-1758-3749-651D-43D78B35FBA0}"/>
                  </a:ext>
                </a:extLst>
              </p:cNvPr>
              <p:cNvSpPr/>
              <p:nvPr/>
            </p:nvSpPr>
            <p:spPr>
              <a:xfrm flipV="false" flipH="false">
                <a:off x="8973948" y="5156702"/>
                <a:ext cx="116105" cy="452178"/>
              </a:xfrm>
              <a:custGeom>
                <a:avLst/>
                <a:gdLst>
                  <a:gd fmla="*/ 12716 w 102850" name="connsiteX0"/>
                  <a:gd fmla="*/ 0 h 400555" name="connsiteY0"/>
                  <a:gd fmla="*/ 90134 w 102850" name="connsiteX1"/>
                  <a:gd fmla="*/ 0 h 400555" name="connsiteY1"/>
                  <a:gd fmla="*/ 102850 w 102850" name="connsiteX2"/>
                  <a:gd fmla="*/ 19448 h 400555" name="connsiteY2"/>
                  <a:gd fmla="*/ 102850 w 102850" name="connsiteX3"/>
                  <a:gd fmla="*/ 381108 h 400555" name="connsiteY3"/>
                  <a:gd fmla="*/ 90134 w 102850" name="connsiteX4"/>
                  <a:gd fmla="*/ 400555 h 400555" name="connsiteY4"/>
                  <a:gd fmla="*/ 12716 w 102850" name="connsiteX5"/>
                  <a:gd fmla="*/ 400555 h 400555" name="connsiteY5"/>
                  <a:gd fmla="*/ 0 w 102850" name="connsiteX6"/>
                  <a:gd fmla="*/ 381108 h 400555" name="connsiteY6"/>
                  <a:gd fmla="*/ 0 w 102850" name="connsiteX7"/>
                  <a:gd fmla="*/ 19448 h 400555" name="connsiteY7"/>
                  <a:gd fmla="*/ 12716 w 10285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2850">
                    <a:moveTo>
                      <a:pt x="12716" y="0"/>
                    </a:moveTo>
                    <a:lnTo>
                      <a:pt x="90134" y="0"/>
                    </a:lnTo>
                    <a:cubicBezTo>
                      <a:pt x="97240" y="0"/>
                      <a:pt x="102850" y="8602"/>
                      <a:pt x="102850" y="19448"/>
                    </a:cubicBezTo>
                    <a:lnTo>
                      <a:pt x="102850" y="381108"/>
                    </a:lnTo>
                    <a:cubicBezTo>
                      <a:pt x="102850" y="391953"/>
                      <a:pt x="97240" y="400555"/>
                      <a:pt x="90134" y="400555"/>
                    </a:cubicBezTo>
                    <a:lnTo>
                      <a:pt x="12716" y="400555"/>
                    </a:lnTo>
                    <a:cubicBezTo>
                      <a:pt x="5610" y="400555"/>
                      <a:pt x="0" y="391953"/>
                      <a:pt x="0" y="381108"/>
                    </a:cubicBezTo>
                    <a:lnTo>
                      <a:pt x="0" y="19448"/>
                    </a:lnTo>
                    <a:cubicBezTo>
                      <a:pt x="0" y="8602"/>
                      <a:pt x="5610" y="0"/>
                      <a:pt x="12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defe67d-e5c0-4efb-b421-f33393752fb9" id="114" name="任意多边形: 形状 113">
                <a:extLst>
                  <a:ext uri="{FF2B5EF4-FFF2-40B4-BE49-F238E27FC236}">
                    <a16:creationId id="{AD9AFB82-CB30-48C3-D89B-ED3DF04A7C20}"/>
                  </a:ext>
                </a:extLst>
              </p:cNvPr>
              <p:cNvSpPr/>
              <p:nvPr/>
            </p:nvSpPr>
            <p:spPr>
              <a:xfrm flipV="false" flipH="false">
                <a:off x="8718515" y="5156702"/>
                <a:ext cx="122016" cy="452178"/>
              </a:xfrm>
              <a:custGeom>
                <a:avLst/>
                <a:gdLst>
                  <a:gd fmla="*/ 10098 w 108086" name="connsiteX0"/>
                  <a:gd fmla="*/ 0 h 400555" name="connsiteY0"/>
                  <a:gd fmla="*/ 97988 w 108086" name="connsiteX1"/>
                  <a:gd fmla="*/ 0 h 400555" name="connsiteY1"/>
                  <a:gd fmla="*/ 108086 w 108086" name="connsiteX2"/>
                  <a:gd fmla="*/ 14586 h 400555" name="connsiteY2"/>
                  <a:gd fmla="*/ 108086 w 108086" name="connsiteX3"/>
                  <a:gd fmla="*/ 385969 h 400555" name="connsiteY3"/>
                  <a:gd fmla="*/ 97988 w 108086" name="connsiteX4"/>
                  <a:gd fmla="*/ 400555 h 400555" name="connsiteY4"/>
                  <a:gd fmla="*/ 10098 w 108086" name="connsiteX5"/>
                  <a:gd fmla="*/ 400555 h 400555" name="connsiteY5"/>
                  <a:gd fmla="*/ 0 w 108086" name="connsiteX6"/>
                  <a:gd fmla="*/ 385969 h 400555" name="connsiteY6"/>
                  <a:gd fmla="*/ 0 w 108086" name="connsiteX7"/>
                  <a:gd fmla="*/ 14586 h 400555" name="connsiteY7"/>
                  <a:gd fmla="*/ 10098 w 108086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8086">
                    <a:moveTo>
                      <a:pt x="10098" y="0"/>
                    </a:moveTo>
                    <a:lnTo>
                      <a:pt x="97988" y="0"/>
                    </a:lnTo>
                    <a:cubicBezTo>
                      <a:pt x="103598" y="0"/>
                      <a:pt x="108086" y="6732"/>
                      <a:pt x="108086" y="14586"/>
                    </a:cubicBezTo>
                    <a:lnTo>
                      <a:pt x="108086" y="385969"/>
                    </a:lnTo>
                    <a:cubicBezTo>
                      <a:pt x="108086" y="394198"/>
                      <a:pt x="103598" y="400555"/>
                      <a:pt x="97988" y="400555"/>
                    </a:cubicBezTo>
                    <a:lnTo>
                      <a:pt x="10098" y="400555"/>
                    </a:lnTo>
                    <a:cubicBezTo>
                      <a:pt x="4488" y="400555"/>
                      <a:pt x="0" y="393823"/>
                      <a:pt x="0" y="385969"/>
                    </a:cubicBezTo>
                    <a:lnTo>
                      <a:pt x="0" y="14586"/>
                    </a:lnTo>
                    <a:cubicBezTo>
                      <a:pt x="0" y="6358"/>
                      <a:pt x="4488" y="0"/>
                      <a:pt x="10098" y="0"/>
                    </a:cubicBez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3d9c90e-68ee-4f04-812e-4a88b76b8d91" id="115" name="任意多边形: 形状 114">
                <a:extLst>
                  <a:ext uri="{FF2B5EF4-FFF2-40B4-BE49-F238E27FC236}">
                    <a16:creationId id="{7F6ED803-1A84-8A97-3512-F9AD69FBA6CC}"/>
                  </a:ext>
                </a:extLst>
              </p:cNvPr>
              <p:cNvSpPr/>
              <p:nvPr/>
            </p:nvSpPr>
            <p:spPr>
              <a:xfrm flipV="false" flipH="false">
                <a:off x="8779734" y="5156702"/>
                <a:ext cx="116105" cy="452178"/>
              </a:xfrm>
              <a:custGeom>
                <a:avLst/>
                <a:gdLst>
                  <a:gd fmla="*/ 12716 w 102850" name="connsiteX0"/>
                  <a:gd fmla="*/ 0 h 400555" name="connsiteY0"/>
                  <a:gd fmla="*/ 90134 w 102850" name="connsiteX1"/>
                  <a:gd fmla="*/ 0 h 400555" name="connsiteY1"/>
                  <a:gd fmla="*/ 102850 w 102850" name="connsiteX2"/>
                  <a:gd fmla="*/ 19448 h 400555" name="connsiteY2"/>
                  <a:gd fmla="*/ 102850 w 102850" name="connsiteX3"/>
                  <a:gd fmla="*/ 381108 h 400555" name="connsiteY3"/>
                  <a:gd fmla="*/ 90134 w 102850" name="connsiteX4"/>
                  <a:gd fmla="*/ 400555 h 400555" name="connsiteY4"/>
                  <a:gd fmla="*/ 12716 w 102850" name="connsiteX5"/>
                  <a:gd fmla="*/ 400555 h 400555" name="connsiteY5"/>
                  <a:gd fmla="*/ 0 w 102850" name="connsiteX6"/>
                  <a:gd fmla="*/ 381108 h 400555" name="connsiteY6"/>
                  <a:gd fmla="*/ 0 w 102850" name="connsiteX7"/>
                  <a:gd fmla="*/ 19448 h 400555" name="connsiteY7"/>
                  <a:gd fmla="*/ 12716 w 10285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2850">
                    <a:moveTo>
                      <a:pt x="12716" y="0"/>
                    </a:moveTo>
                    <a:lnTo>
                      <a:pt x="90134" y="0"/>
                    </a:lnTo>
                    <a:cubicBezTo>
                      <a:pt x="97240" y="0"/>
                      <a:pt x="102850" y="8602"/>
                      <a:pt x="102850" y="19448"/>
                    </a:cubicBezTo>
                    <a:lnTo>
                      <a:pt x="102850" y="381108"/>
                    </a:lnTo>
                    <a:cubicBezTo>
                      <a:pt x="102850" y="391953"/>
                      <a:pt x="97240" y="400555"/>
                      <a:pt x="90134" y="400555"/>
                    </a:cubicBezTo>
                    <a:lnTo>
                      <a:pt x="12716" y="400555"/>
                    </a:lnTo>
                    <a:cubicBezTo>
                      <a:pt x="5610" y="400555"/>
                      <a:pt x="0" y="391953"/>
                      <a:pt x="0" y="381108"/>
                    </a:cubicBezTo>
                    <a:lnTo>
                      <a:pt x="0" y="19448"/>
                    </a:lnTo>
                    <a:cubicBezTo>
                      <a:pt x="0" y="8602"/>
                      <a:pt x="5610" y="0"/>
                      <a:pt x="12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09d60a3-12b0-4f12-8c0a-25d62fd44b34" id="112" name="任意多边形: 形状 111">
                <a:extLst>
                  <a:ext uri="{FF2B5EF4-FFF2-40B4-BE49-F238E27FC236}">
                    <a16:creationId id="{130CFD59-FD4B-F8EB-029A-B4776B9F431D}"/>
                  </a:ext>
                </a:extLst>
              </p:cNvPr>
              <p:cNvSpPr/>
              <p:nvPr/>
            </p:nvSpPr>
            <p:spPr>
              <a:xfrm flipV="false" flipH="false">
                <a:off x="8583411" y="5156702"/>
                <a:ext cx="62908" cy="452178"/>
              </a:xfrm>
              <a:custGeom>
                <a:avLst/>
                <a:gdLst>
                  <a:gd fmla="*/ 0 w 55726" name="connsiteX0"/>
                  <a:gd fmla="*/ 0 h 400555" name="connsiteY0"/>
                  <a:gd fmla="*/ 45628 w 55726" name="connsiteX1"/>
                  <a:gd fmla="*/ 0 h 400555" name="connsiteY1"/>
                  <a:gd fmla="*/ 55726 w 55726" name="connsiteX2"/>
                  <a:gd fmla="*/ 14586 h 400555" name="connsiteY2"/>
                  <a:gd fmla="*/ 55726 w 55726" name="connsiteX3"/>
                  <a:gd fmla="*/ 385969 h 400555" name="connsiteY3"/>
                  <a:gd fmla="*/ 45628 w 55726" name="connsiteX4"/>
                  <a:gd fmla="*/ 400555 h 400555" name="connsiteY4"/>
                  <a:gd fmla="*/ 0 w 55726" name="connsiteX5"/>
                  <a:gd fmla="*/ 400555 h 400555" name="connsiteY5"/>
                  <a:gd fmla="*/ 0 w 55726" name="connsiteX6"/>
                  <a:gd fmla="*/ 0 h 400555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400555" w="55726">
                    <a:moveTo>
                      <a:pt x="0" y="0"/>
                    </a:moveTo>
                    <a:lnTo>
                      <a:pt x="45628" y="0"/>
                    </a:lnTo>
                    <a:cubicBezTo>
                      <a:pt x="51238" y="0"/>
                      <a:pt x="55726" y="6732"/>
                      <a:pt x="55726" y="14586"/>
                    </a:cubicBezTo>
                    <a:lnTo>
                      <a:pt x="55726" y="385969"/>
                    </a:lnTo>
                    <a:cubicBezTo>
                      <a:pt x="55726" y="394198"/>
                      <a:pt x="51238" y="400555"/>
                      <a:pt x="45628" y="400555"/>
                    </a:cubicBezTo>
                    <a:lnTo>
                      <a:pt x="0" y="4005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DAEA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7ee7c80-f716-4208-8a54-8f5f68610618" id="113" name="任意多边形: 形状 112">
                <a:extLst>
                  <a:ext uri="{FF2B5EF4-FFF2-40B4-BE49-F238E27FC236}">
                    <a16:creationId id="{CF1EC790-5BA4-389C-531E-244309A3EA65}"/>
                  </a:ext>
                </a:extLst>
              </p:cNvPr>
              <p:cNvSpPr/>
              <p:nvPr/>
            </p:nvSpPr>
            <p:spPr>
              <a:xfrm flipV="false" flipH="false">
                <a:off x="8585522" y="5156702"/>
                <a:ext cx="116105" cy="452178"/>
              </a:xfrm>
              <a:custGeom>
                <a:avLst/>
                <a:gdLst>
                  <a:gd fmla="*/ 12716 w 102850" name="connsiteX0"/>
                  <a:gd fmla="*/ 0 h 400555" name="connsiteY0"/>
                  <a:gd fmla="*/ 90134 w 102850" name="connsiteX1"/>
                  <a:gd fmla="*/ 0 h 400555" name="connsiteY1"/>
                  <a:gd fmla="*/ 102850 w 102850" name="connsiteX2"/>
                  <a:gd fmla="*/ 19448 h 400555" name="connsiteY2"/>
                  <a:gd fmla="*/ 102850 w 102850" name="connsiteX3"/>
                  <a:gd fmla="*/ 381108 h 400555" name="connsiteY3"/>
                  <a:gd fmla="*/ 90134 w 102850" name="connsiteX4"/>
                  <a:gd fmla="*/ 400555 h 400555" name="connsiteY4"/>
                  <a:gd fmla="*/ 12716 w 102850" name="connsiteX5"/>
                  <a:gd fmla="*/ 400555 h 400555" name="connsiteY5"/>
                  <a:gd fmla="*/ 0 w 102850" name="connsiteX6"/>
                  <a:gd fmla="*/ 381108 h 400555" name="connsiteY6"/>
                  <a:gd fmla="*/ 0 w 102850" name="connsiteX7"/>
                  <a:gd fmla="*/ 19448 h 400555" name="connsiteY7"/>
                  <a:gd fmla="*/ 12716 w 102850" name="connsiteX8"/>
                  <a:gd fmla="*/ 0 h 40055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400555" w="102850">
                    <a:moveTo>
                      <a:pt x="12716" y="0"/>
                    </a:moveTo>
                    <a:lnTo>
                      <a:pt x="90134" y="0"/>
                    </a:lnTo>
                    <a:cubicBezTo>
                      <a:pt x="97240" y="0"/>
                      <a:pt x="102850" y="8602"/>
                      <a:pt x="102850" y="19448"/>
                    </a:cubicBezTo>
                    <a:lnTo>
                      <a:pt x="102850" y="381108"/>
                    </a:lnTo>
                    <a:cubicBezTo>
                      <a:pt x="102850" y="391953"/>
                      <a:pt x="97240" y="400555"/>
                      <a:pt x="90134" y="400555"/>
                    </a:cubicBezTo>
                    <a:lnTo>
                      <a:pt x="12716" y="400555"/>
                    </a:lnTo>
                    <a:cubicBezTo>
                      <a:pt x="5610" y="400555"/>
                      <a:pt x="0" y="391953"/>
                      <a:pt x="0" y="381108"/>
                    </a:cubicBezTo>
                    <a:lnTo>
                      <a:pt x="0" y="19448"/>
                    </a:lnTo>
                    <a:cubicBezTo>
                      <a:pt x="0" y="8602"/>
                      <a:pt x="5610" y="0"/>
                      <a:pt x="12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e8899e7-b257-4370-a19a-8180c27dac73" id="91" name="任意多边形: 形状 90">
                <a:extLst>
                  <a:ext uri="{FF2B5EF4-FFF2-40B4-BE49-F238E27FC236}">
                    <a16:creationId id="{F1DAB4A5-5139-2662-D53A-D0D6CD0CE69D}"/>
                  </a:ext>
                </a:extLst>
              </p:cNvPr>
              <p:cNvSpPr/>
              <p:nvPr/>
            </p:nvSpPr>
            <p:spPr>
              <a:xfrm flipV="false" flipH="false">
                <a:off x="9501700" y="4003246"/>
                <a:ext cx="10133" cy="1736939"/>
              </a:xfrm>
              <a:custGeom>
                <a:avLst/>
                <a:gdLst>
                  <a:gd fmla="*/ 4488 w 8976" name="connsiteX0"/>
                  <a:gd fmla="*/ 1538268 h 1538641" name="connsiteY0"/>
                  <a:gd fmla="*/ 0 w 8976" name="connsiteX1"/>
                  <a:gd fmla="*/ 1533406 h 1538641" name="connsiteY1"/>
                  <a:gd fmla="*/ 0 w 8976" name="connsiteX2"/>
                  <a:gd fmla="*/ 4862 h 1538641" name="connsiteY2"/>
                  <a:gd fmla="*/ 4488 w 8976" name="connsiteX3"/>
                  <a:gd fmla="*/ 0 h 1538641" name="connsiteY3"/>
                  <a:gd fmla="*/ 8976 w 8976" name="connsiteX4"/>
                  <a:gd fmla="*/ 4862 h 1538641" name="connsiteY4"/>
                  <a:gd fmla="*/ 8976 w 8976" name="connsiteX5"/>
                  <a:gd fmla="*/ 1533780 h 1538641" name="connsiteY5"/>
                  <a:gd fmla="*/ 4488 w 8976" name="connsiteX6"/>
                  <a:gd fmla="*/ 1538642 h 1538641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538641" w="8976">
                    <a:moveTo>
                      <a:pt x="4488" y="1538268"/>
                    </a:moveTo>
                    <a:cubicBezTo>
                      <a:pt x="1870" y="1538268"/>
                      <a:pt x="0" y="1536024"/>
                      <a:pt x="0" y="1533406"/>
                    </a:cubicBezTo>
                    <a:lnTo>
                      <a:pt x="0" y="4862"/>
                    </a:lnTo>
                    <a:cubicBezTo>
                      <a:pt x="0" y="2244"/>
                      <a:pt x="2244" y="0"/>
                      <a:pt x="4488" y="0"/>
                    </a:cubicBezTo>
                    <a:cubicBezTo>
                      <a:pt x="6732" y="0"/>
                      <a:pt x="8976" y="2244"/>
                      <a:pt x="8976" y="4862"/>
                    </a:cubicBezTo>
                    <a:lnTo>
                      <a:pt x="8976" y="1533780"/>
                    </a:lnTo>
                    <a:cubicBezTo>
                      <a:pt x="8976" y="1536398"/>
                      <a:pt x="6732" y="1538642"/>
                      <a:pt x="4488" y="1538642"/>
                    </a:cubicBezTo>
                    <a:close/>
                  </a:path>
                </a:pathLst>
              </a:custGeom>
              <a:solidFill>
                <a:srgbClr val="8E98BC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1e9697a-5c15-4b99-ab79-ec38c1e721ab" id="92" name="任意多边形: 形状 91">
                <a:extLst>
                  <a:ext uri="{FF2B5EF4-FFF2-40B4-BE49-F238E27FC236}">
                    <a16:creationId id="{7A891C0E-37F9-1B26-1FBF-5ABAA50EC05B}"/>
                  </a:ext>
                </a:extLst>
              </p:cNvPr>
              <p:cNvSpPr/>
              <p:nvPr/>
            </p:nvSpPr>
            <p:spPr>
              <a:xfrm flipV="false" flipH="false">
                <a:off x="10367926" y="2601136"/>
                <a:ext cx="478487" cy="454688"/>
              </a:xfrm>
              <a:custGeom>
                <a:avLst/>
                <a:gdLst>
                  <a:gd fmla="*/ 175898 w 423861" name="connsiteX0"/>
                  <a:gd fmla="*/ 61690 h 402779" name="connsiteY0"/>
                  <a:gd fmla="*/ 319141 w 423861" name="connsiteX1"/>
                  <a:gd fmla="*/ 144345 h 402779" name="connsiteY1"/>
                  <a:gd fmla="*/ 366265 w 423861" name="connsiteX2"/>
                  <a:gd fmla="*/ 224007 h 402779" name="connsiteY2"/>
                  <a:gd fmla="*/ 423861 w 423861" name="connsiteX3"/>
                  <a:gd fmla="*/ 402780 h 402779" name="connsiteY3"/>
                  <a:gd fmla="*/ 243966 w 423861" name="connsiteX4"/>
                  <a:gd fmla="*/ 282725 h 402779" name="connsiteY4"/>
                  <a:gd fmla="*/ 188240 w 423861" name="connsiteX5"/>
                  <a:gd fmla="*/ 233731 h 402779" name="connsiteY5"/>
                  <a:gd fmla="*/ 135132 w 423861" name="connsiteX6"/>
                  <a:gd fmla="*/ 131255 h 402779" name="connsiteY6"/>
                  <a:gd fmla="*/ 96610 w 423861" name="connsiteX7"/>
                  <a:gd fmla="*/ 110311 h 402779" name="connsiteY7"/>
                  <a:gd fmla="*/ 4980 w 423861" name="connsiteX8"/>
                  <a:gd fmla="*/ 2224 h 402779" name="connsiteY8"/>
                  <a:gd fmla="*/ 175898 w 423861" name="connsiteX9"/>
                  <a:gd fmla="*/ 61316 h 402779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402779" w="423861">
                    <a:moveTo>
                      <a:pt x="175898" y="61690"/>
                    </a:moveTo>
                    <a:cubicBezTo>
                      <a:pt x="227884" y="81138"/>
                      <a:pt x="282489" y="102457"/>
                      <a:pt x="319141" y="144345"/>
                    </a:cubicBezTo>
                    <a:cubicBezTo>
                      <a:pt x="339337" y="167533"/>
                      <a:pt x="353175" y="196331"/>
                      <a:pt x="366265" y="224007"/>
                    </a:cubicBezTo>
                    <a:cubicBezTo>
                      <a:pt x="393193" y="280855"/>
                      <a:pt x="420869" y="339947"/>
                      <a:pt x="423861" y="402780"/>
                    </a:cubicBezTo>
                    <a:cubicBezTo>
                      <a:pt x="364021" y="362762"/>
                      <a:pt x="303807" y="322743"/>
                      <a:pt x="243966" y="282725"/>
                    </a:cubicBezTo>
                    <a:cubicBezTo>
                      <a:pt x="223022" y="268887"/>
                      <a:pt x="201704" y="254301"/>
                      <a:pt x="188240" y="233731"/>
                    </a:cubicBezTo>
                    <a:cubicBezTo>
                      <a:pt x="166922" y="201193"/>
                      <a:pt x="165426" y="155565"/>
                      <a:pt x="135132" y="131255"/>
                    </a:cubicBezTo>
                    <a:cubicBezTo>
                      <a:pt x="123912" y="121905"/>
                      <a:pt x="109700" y="117043"/>
                      <a:pt x="96610" y="110311"/>
                    </a:cubicBezTo>
                    <a:cubicBezTo>
                      <a:pt x="78284" y="100961"/>
                      <a:pt x="-23444" y="26908"/>
                      <a:pt x="4980" y="2224"/>
                    </a:cubicBezTo>
                    <a:cubicBezTo>
                      <a:pt x="22184" y="-12736"/>
                      <a:pt x="151962" y="52340"/>
                      <a:pt x="175898" y="61316"/>
                    </a:cubicBezTo>
                    <a:close/>
                  </a:path>
                </a:pathLst>
              </a:custGeom>
              <a:solidFill>
                <a:srgbClr val="F9EDDC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8dbb1b9-00ac-43af-8074-f75804b4aec1" id="93" name="任意多边形: 形状 92">
                <a:extLst>
                  <a:ext uri="{FF2B5EF4-FFF2-40B4-BE49-F238E27FC236}">
                    <a16:creationId id="{8899DC7F-1A96-7479-5A43-72E7DEAB3742}"/>
                  </a:ext>
                </a:extLst>
              </p:cNvPr>
              <p:cNvSpPr/>
              <p:nvPr/>
            </p:nvSpPr>
            <p:spPr>
              <a:xfrm flipV="false" flipH="false">
                <a:off x="8903171" y="3017289"/>
                <a:ext cx="3288829" cy="3116811"/>
              </a:xfrm>
              <a:custGeom>
                <a:avLst/>
                <a:gdLst>
                  <a:gd fmla="*/ 2855738 w 2913360" name="connsiteX0"/>
                  <a:gd fmla="*/ 2760607 h 2760980" name="connsiteY0"/>
                  <a:gd fmla="*/ 2638069 w 2913360" name="connsiteX1"/>
                  <a:gd fmla="*/ 2603152 h 2760980" name="connsiteY1"/>
                  <a:gd fmla="*/ 2585709 w 2913360" name="connsiteX2"/>
                  <a:gd fmla="*/ 2470008 h 2760980" name="connsiteY2"/>
                  <a:gd fmla="*/ 2525121 w 2913360" name="connsiteX3"/>
                  <a:gd fmla="*/ 2323025 h 2760980" name="connsiteY3"/>
                  <a:gd fmla="*/ 2190390 w 2913360" name="connsiteX4"/>
                  <a:gd fmla="*/ 2137895 h 2760980" name="connsiteY4"/>
                  <a:gd fmla="*/ 2038171 w 2913360" name="connsiteX5"/>
                  <a:gd fmla="*/ 2194369 h 2760980" name="connsiteY5"/>
                  <a:gd fmla="*/ 1968981 w 2913360" name="connsiteX6"/>
                  <a:gd fmla="*/ 2339481 h 2760980" name="connsiteY6"/>
                  <a:gd fmla="*/ 1965241 w 2913360" name="connsiteX7"/>
                  <a:gd fmla="*/ 2352198 h 2760980" name="connsiteY7"/>
                  <a:gd fmla="*/ 1778240 w 2913360" name="connsiteX8"/>
                  <a:gd fmla="*/ 2643171 h 2760980" name="connsiteY8"/>
                  <a:gd fmla="*/ 1571043 w 2913360" name="connsiteX9"/>
                  <a:gd fmla="*/ 2659627 h 2760980" name="connsiteY9"/>
                  <a:gd fmla="*/ 1467445 w 2913360" name="connsiteX10"/>
                  <a:gd fmla="*/ 2552288 h 2760980" name="connsiteY10"/>
                  <a:gd fmla="*/ 1467445 w 2913360" name="connsiteX11"/>
                  <a:gd fmla="*/ 2420640 h 2760980" name="connsiteY11"/>
                  <a:gd fmla="*/ 1468941 w 2913360" name="connsiteX12"/>
                  <a:gd fmla="*/ 2306195 h 2760980" name="connsiteY12"/>
                  <a:gd fmla="*/ 1290916 w 2913360" name="connsiteX13"/>
                  <a:gd fmla="*/ 2169311 h 2760980" name="connsiteY13"/>
                  <a:gd fmla="*/ 1243792 w 2913360" name="connsiteX14"/>
                  <a:gd fmla="*/ 2156595 h 2760980" name="connsiteY14"/>
                  <a:gd fmla="*/ 1050433 w 2913360" name="connsiteX15"/>
                  <a:gd fmla="*/ 2072444 h 2760980" name="connsiteY15"/>
                  <a:gd fmla="*/ 982739 w 2913360" name="connsiteX16"/>
                  <a:gd fmla="*/ 1695451 h 2760980" name="connsiteY16"/>
                  <a:gd fmla="*/ 1039587 w 2913360" name="connsiteX17"/>
                  <a:gd fmla="*/ 1545102 h 2760980" name="connsiteY17"/>
                  <a:gd fmla="*/ 1110274 w 2913360" name="connsiteX18"/>
                  <a:gd fmla="*/ 1336410 h 2760980" name="connsiteY18"/>
                  <a:gd fmla="*/ 1002187 w 2913360" name="connsiteX19"/>
                  <a:gd fmla="*/ 922390 h 2760980" name="connsiteY19"/>
                  <a:gd fmla="*/ 644642 w 2913360" name="connsiteX20"/>
                  <a:gd fmla="*/ 700233 h 2760980" name="connsiteY20"/>
                  <a:gd fmla="*/ 544783 w 2913360" name="connsiteX21"/>
                  <a:gd fmla="*/ 666947 h 2760980" name="connsiteY21"/>
                  <a:gd fmla="*/ 81022 w 2913360" name="connsiteX22"/>
                  <a:gd fmla="*/ 393926 h 2760980" name="connsiteY22"/>
                  <a:gd fmla="*/ 1733 w 2913360" name="connsiteX23"/>
                  <a:gd fmla="*/ 17681 h 2760980" name="connsiteY23"/>
                  <a:gd fmla="*/ 21555 w 2913360" name="connsiteX24"/>
                  <a:gd fmla="*/ 103 h 2760980" name="connsiteY24"/>
                  <a:gd fmla="*/ 39133 w 2913360" name="connsiteX25"/>
                  <a:gd fmla="*/ 19925 h 2760980" name="connsiteY25"/>
                  <a:gd fmla="*/ 112438 w 2913360" name="connsiteX26"/>
                  <a:gd fmla="*/ 373356 h 2760980" name="connsiteY26"/>
                  <a:gd fmla="*/ 556377 w 2913360" name="connsiteX27"/>
                  <a:gd fmla="*/ 631417 h 2760980" name="connsiteY27"/>
                  <a:gd fmla="*/ 656984 w 2913360" name="connsiteX28"/>
                  <a:gd fmla="*/ 665077 h 2760980" name="connsiteY28"/>
                  <a:gd fmla="*/ 1030611 w 2913360" name="connsiteX29"/>
                  <a:gd fmla="*/ 898454 h 2760980" name="connsiteY29"/>
                  <a:gd fmla="*/ 1146926 w 2913360" name="connsiteX30"/>
                  <a:gd fmla="*/ 1343142 h 2760980" name="connsiteY30"/>
                  <a:gd fmla="*/ 1073995 w 2913360" name="connsiteX31"/>
                  <a:gd fmla="*/ 1559688 h 2760980" name="connsiteY31"/>
                  <a:gd fmla="*/ 1018269 w 2913360" name="connsiteX32"/>
                  <a:gd fmla="*/ 1706297 h 2760980" name="connsiteY32"/>
                  <a:gd fmla="*/ 1074743 w 2913360" name="connsiteX33"/>
                  <a:gd fmla="*/ 2044394 h 2760980" name="connsiteY33"/>
                  <a:gd fmla="*/ 1253142 w 2913360" name="connsiteX34"/>
                  <a:gd fmla="*/ 2120691 h 2760980" name="connsiteY34"/>
                  <a:gd fmla="*/ 1301014 w 2913360" name="connsiteX35"/>
                  <a:gd fmla="*/ 2133781 h 2760980" name="connsiteY35"/>
                  <a:gd fmla="*/ 1504845 w 2913360" name="connsiteX36"/>
                  <a:gd fmla="*/ 2296471 h 2760980" name="connsiteY36"/>
                  <a:gd fmla="*/ 1504097 w 2913360" name="connsiteX37"/>
                  <a:gd fmla="*/ 2426624 h 2760980" name="connsiteY37"/>
                  <a:gd fmla="*/ 1502975 w 2913360" name="connsiteX38"/>
                  <a:gd fmla="*/ 2542564 h 2760980" name="connsiteY38"/>
                  <a:gd fmla="*/ 1584133 w 2913360" name="connsiteX39"/>
                  <a:gd fmla="*/ 2625218 h 2760980" name="connsiteY39"/>
                  <a:gd fmla="*/ 1758418 w 2913360" name="connsiteX40"/>
                  <a:gd fmla="*/ 2611754 h 2760980" name="connsiteY40"/>
                  <a:gd fmla="*/ 1928963 w 2913360" name="connsiteX41"/>
                  <a:gd fmla="*/ 2342099 h 2760980" name="connsiteY41"/>
                  <a:gd fmla="*/ 1932703 w 2913360" name="connsiteX42"/>
                  <a:gd fmla="*/ 2329383 h 2760980" name="connsiteY42"/>
                  <a:gd fmla="*/ 2011243 w 2913360" name="connsiteX43"/>
                  <a:gd fmla="*/ 2168563 h 2760980" name="connsiteY43"/>
                  <a:gd fmla="*/ 2188520 w 2913360" name="connsiteX44"/>
                  <a:gd fmla="*/ 2100869 h 2760980" name="connsiteY44"/>
                  <a:gd fmla="*/ 2556537 w 2913360" name="connsiteX45"/>
                  <a:gd fmla="*/ 2304325 h 2760980" name="connsiteY45"/>
                  <a:gd fmla="*/ 2620491 w 2913360" name="connsiteX46"/>
                  <a:gd fmla="*/ 2458414 h 2760980" name="connsiteY46"/>
                  <a:gd fmla="*/ 2670607 w 2913360" name="connsiteX47"/>
                  <a:gd fmla="*/ 2586322 h 2760980" name="connsiteY47"/>
                  <a:gd fmla="*/ 2889398 w 2913360" name="connsiteX48"/>
                  <a:gd fmla="*/ 2718719 h 2760980" name="connsiteY48"/>
                  <a:gd fmla="*/ 2912586 w 2913360" name="connsiteX49"/>
                  <a:gd fmla="*/ 2731435 h 2760980" name="connsiteY49"/>
                  <a:gd fmla="*/ 2899870 w 2913360" name="connsiteX50"/>
                  <a:gd fmla="*/ 2754623 h 2760980" name="connsiteY50"/>
                  <a:gd fmla="*/ 2854990 w 2913360" name="connsiteX51"/>
                  <a:gd fmla="*/ 2760981 h 2760980" name="connsiteY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b="b" l="l" r="r" t="t"/>
                <a:pathLst>
                  <a:path h="2760980" w="2913360">
                    <a:moveTo>
                      <a:pt x="2855738" y="2760607"/>
                    </a:moveTo>
                    <a:cubicBezTo>
                      <a:pt x="2765978" y="2760607"/>
                      <a:pt x="2681454" y="2687303"/>
                      <a:pt x="2638069" y="2603152"/>
                    </a:cubicBezTo>
                    <a:cubicBezTo>
                      <a:pt x="2616003" y="2560516"/>
                      <a:pt x="2600669" y="2514514"/>
                      <a:pt x="2585709" y="2470008"/>
                    </a:cubicBezTo>
                    <a:cubicBezTo>
                      <a:pt x="2568131" y="2417648"/>
                      <a:pt x="2551675" y="2368280"/>
                      <a:pt x="2525121" y="2323025"/>
                    </a:cubicBezTo>
                    <a:cubicBezTo>
                      <a:pt x="2457801" y="2208207"/>
                      <a:pt x="2323160" y="2133781"/>
                      <a:pt x="2190390" y="2137895"/>
                    </a:cubicBezTo>
                    <a:cubicBezTo>
                      <a:pt x="2126435" y="2139765"/>
                      <a:pt x="2072579" y="2159961"/>
                      <a:pt x="2038171" y="2194369"/>
                    </a:cubicBezTo>
                    <a:cubicBezTo>
                      <a:pt x="2001145" y="2231769"/>
                      <a:pt x="1984689" y="2286373"/>
                      <a:pt x="1968981" y="2339481"/>
                    </a:cubicBezTo>
                    <a:lnTo>
                      <a:pt x="1965241" y="2352198"/>
                    </a:lnTo>
                    <a:cubicBezTo>
                      <a:pt x="1934573" y="2453552"/>
                      <a:pt x="1885952" y="2578094"/>
                      <a:pt x="1778240" y="2643171"/>
                    </a:cubicBezTo>
                    <a:cubicBezTo>
                      <a:pt x="1718774" y="2679075"/>
                      <a:pt x="1637615" y="2685433"/>
                      <a:pt x="1571043" y="2659627"/>
                    </a:cubicBezTo>
                    <a:cubicBezTo>
                      <a:pt x="1518309" y="2639057"/>
                      <a:pt x="1481657" y="2600909"/>
                      <a:pt x="1467445" y="2552288"/>
                    </a:cubicBezTo>
                    <a:cubicBezTo>
                      <a:pt x="1454729" y="2508530"/>
                      <a:pt x="1461087" y="2463650"/>
                      <a:pt x="1467445" y="2420640"/>
                    </a:cubicBezTo>
                    <a:cubicBezTo>
                      <a:pt x="1473429" y="2380248"/>
                      <a:pt x="1479039" y="2341726"/>
                      <a:pt x="1468941" y="2306195"/>
                    </a:cubicBezTo>
                    <a:cubicBezTo>
                      <a:pt x="1447249" y="2229151"/>
                      <a:pt x="1360106" y="2189133"/>
                      <a:pt x="1290916" y="2169311"/>
                    </a:cubicBezTo>
                    <a:cubicBezTo>
                      <a:pt x="1275208" y="2164823"/>
                      <a:pt x="1259500" y="2160709"/>
                      <a:pt x="1243792" y="2156595"/>
                    </a:cubicBezTo>
                    <a:cubicBezTo>
                      <a:pt x="1175350" y="2139017"/>
                      <a:pt x="1105038" y="2120691"/>
                      <a:pt x="1050433" y="2072444"/>
                    </a:cubicBezTo>
                    <a:cubicBezTo>
                      <a:pt x="944965" y="1979692"/>
                      <a:pt x="946461" y="1816627"/>
                      <a:pt x="982739" y="1695451"/>
                    </a:cubicBezTo>
                    <a:cubicBezTo>
                      <a:pt x="998073" y="1643839"/>
                      <a:pt x="1019391" y="1593723"/>
                      <a:pt x="1039587" y="1545102"/>
                    </a:cubicBezTo>
                    <a:cubicBezTo>
                      <a:pt x="1068011" y="1477782"/>
                      <a:pt x="1097184" y="1408218"/>
                      <a:pt x="1110274" y="1336410"/>
                    </a:cubicBezTo>
                    <a:cubicBezTo>
                      <a:pt x="1137202" y="1190923"/>
                      <a:pt x="1096809" y="1036086"/>
                      <a:pt x="1002187" y="922390"/>
                    </a:cubicBezTo>
                    <a:cubicBezTo>
                      <a:pt x="924769" y="829264"/>
                      <a:pt x="811072" y="758577"/>
                      <a:pt x="644642" y="700233"/>
                    </a:cubicBezTo>
                    <a:cubicBezTo>
                      <a:pt x="612104" y="688639"/>
                      <a:pt x="578443" y="677793"/>
                      <a:pt x="544783" y="666947"/>
                    </a:cubicBezTo>
                    <a:cubicBezTo>
                      <a:pt x="367133" y="609351"/>
                      <a:pt x="183498" y="549511"/>
                      <a:pt x="81022" y="393926"/>
                    </a:cubicBezTo>
                    <a:cubicBezTo>
                      <a:pt x="18563" y="298930"/>
                      <a:pt x="-7243" y="175883"/>
                      <a:pt x="1733" y="17681"/>
                    </a:cubicBezTo>
                    <a:cubicBezTo>
                      <a:pt x="2481" y="7209"/>
                      <a:pt x="10335" y="-1019"/>
                      <a:pt x="21555" y="103"/>
                    </a:cubicBezTo>
                    <a:cubicBezTo>
                      <a:pt x="32027" y="851"/>
                      <a:pt x="39881" y="9453"/>
                      <a:pt x="39133" y="19925"/>
                    </a:cubicBezTo>
                    <a:cubicBezTo>
                      <a:pt x="30531" y="169899"/>
                      <a:pt x="54468" y="285466"/>
                      <a:pt x="112438" y="373356"/>
                    </a:cubicBezTo>
                    <a:cubicBezTo>
                      <a:pt x="207434" y="518095"/>
                      <a:pt x="385085" y="575691"/>
                      <a:pt x="556377" y="631417"/>
                    </a:cubicBezTo>
                    <a:cubicBezTo>
                      <a:pt x="590412" y="642263"/>
                      <a:pt x="624072" y="653483"/>
                      <a:pt x="656984" y="665077"/>
                    </a:cubicBezTo>
                    <a:cubicBezTo>
                      <a:pt x="829772" y="725665"/>
                      <a:pt x="948705" y="800092"/>
                      <a:pt x="1030611" y="898454"/>
                    </a:cubicBezTo>
                    <a:cubicBezTo>
                      <a:pt x="1132340" y="1020752"/>
                      <a:pt x="1175724" y="1186809"/>
                      <a:pt x="1146926" y="1343142"/>
                    </a:cubicBezTo>
                    <a:cubicBezTo>
                      <a:pt x="1133088" y="1419064"/>
                      <a:pt x="1102793" y="1490498"/>
                      <a:pt x="1073995" y="1559688"/>
                    </a:cubicBezTo>
                    <a:cubicBezTo>
                      <a:pt x="1053799" y="1607186"/>
                      <a:pt x="1033229" y="1656555"/>
                      <a:pt x="1018269" y="1706297"/>
                    </a:cubicBezTo>
                    <a:cubicBezTo>
                      <a:pt x="985357" y="1816627"/>
                      <a:pt x="982739" y="1963236"/>
                      <a:pt x="1074743" y="2044394"/>
                    </a:cubicBezTo>
                    <a:cubicBezTo>
                      <a:pt x="1122615" y="2086657"/>
                      <a:pt x="1188814" y="2103861"/>
                      <a:pt x="1253142" y="2120691"/>
                    </a:cubicBezTo>
                    <a:cubicBezTo>
                      <a:pt x="1269224" y="2124805"/>
                      <a:pt x="1285306" y="2128919"/>
                      <a:pt x="1301014" y="2133781"/>
                    </a:cubicBezTo>
                    <a:cubicBezTo>
                      <a:pt x="1379555" y="2156221"/>
                      <a:pt x="1478665" y="2202971"/>
                      <a:pt x="1504845" y="2296471"/>
                    </a:cubicBezTo>
                    <a:cubicBezTo>
                      <a:pt x="1516813" y="2339855"/>
                      <a:pt x="1510455" y="2383988"/>
                      <a:pt x="1504097" y="2426624"/>
                    </a:cubicBezTo>
                    <a:cubicBezTo>
                      <a:pt x="1498113" y="2467764"/>
                      <a:pt x="1492503" y="2506286"/>
                      <a:pt x="1502975" y="2542564"/>
                    </a:cubicBezTo>
                    <a:cubicBezTo>
                      <a:pt x="1513821" y="2579590"/>
                      <a:pt x="1542619" y="2609136"/>
                      <a:pt x="1584133" y="2625218"/>
                    </a:cubicBezTo>
                    <a:cubicBezTo>
                      <a:pt x="1640233" y="2647285"/>
                      <a:pt x="1708302" y="2641675"/>
                      <a:pt x="1758418" y="2611754"/>
                    </a:cubicBezTo>
                    <a:cubicBezTo>
                      <a:pt x="1855284" y="2553410"/>
                      <a:pt x="1900538" y="2437096"/>
                      <a:pt x="1928963" y="2342099"/>
                    </a:cubicBezTo>
                    <a:lnTo>
                      <a:pt x="1932703" y="2329383"/>
                    </a:lnTo>
                    <a:cubicBezTo>
                      <a:pt x="1949907" y="2271787"/>
                      <a:pt x="1967485" y="2212321"/>
                      <a:pt x="2011243" y="2168563"/>
                    </a:cubicBezTo>
                    <a:cubicBezTo>
                      <a:pt x="2052009" y="2127423"/>
                      <a:pt x="2115215" y="2103487"/>
                      <a:pt x="2188520" y="2100869"/>
                    </a:cubicBezTo>
                    <a:cubicBezTo>
                      <a:pt x="2335876" y="2096754"/>
                      <a:pt x="2482485" y="2178287"/>
                      <a:pt x="2556537" y="2304325"/>
                    </a:cubicBezTo>
                    <a:cubicBezTo>
                      <a:pt x="2584961" y="2352945"/>
                      <a:pt x="2603287" y="2406428"/>
                      <a:pt x="2620491" y="2458414"/>
                    </a:cubicBezTo>
                    <a:cubicBezTo>
                      <a:pt x="2635077" y="2501424"/>
                      <a:pt x="2650037" y="2545930"/>
                      <a:pt x="2670607" y="2586322"/>
                    </a:cubicBezTo>
                    <a:cubicBezTo>
                      <a:pt x="2713991" y="2670847"/>
                      <a:pt x="2803004" y="2743403"/>
                      <a:pt x="2889398" y="2718719"/>
                    </a:cubicBezTo>
                    <a:cubicBezTo>
                      <a:pt x="2899496" y="2715727"/>
                      <a:pt x="2909594" y="2721711"/>
                      <a:pt x="2912586" y="2731435"/>
                    </a:cubicBezTo>
                    <a:cubicBezTo>
                      <a:pt x="2915578" y="2741533"/>
                      <a:pt x="2909594" y="2751631"/>
                      <a:pt x="2899870" y="2754623"/>
                    </a:cubicBezTo>
                    <a:cubicBezTo>
                      <a:pt x="2884910" y="2759111"/>
                      <a:pt x="2869950" y="2760981"/>
                      <a:pt x="2854990" y="2760981"/>
                    </a:cubicBezTo>
                    <a:close/>
                  </a:path>
                </a:pathLst>
              </a:custGeom>
              <a:solidFill>
                <a:srgbClr val="55C5F2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f2d7956-4ff6-4448-a32e-1074e899435f" id="94" name="任意多边形: 形状 93">
                <a:extLst>
                  <a:ext uri="{FF2B5EF4-FFF2-40B4-BE49-F238E27FC236}">
                    <a16:creationId id="{08CE1DC7-087E-2361-E53A-0695BBFF8D02}"/>
                  </a:ext>
                </a:extLst>
              </p:cNvPr>
              <p:cNvSpPr/>
              <p:nvPr/>
            </p:nvSpPr>
            <p:spPr>
              <a:xfrm flipV="false" flipH="false">
                <a:off x="8880218" y="2524273"/>
                <a:ext cx="84440" cy="647658"/>
              </a:xfrm>
              <a:custGeom>
                <a:avLst/>
                <a:gdLst>
                  <a:gd fmla="*/ 0 w 74800" name="connsiteX0"/>
                  <a:gd fmla="*/ 0 h 573718" name="connsiteY0"/>
                  <a:gd fmla="*/ 74800 w 74800" name="connsiteX1"/>
                  <a:gd fmla="*/ 0 h 573718" name="connsiteY1"/>
                  <a:gd fmla="*/ 74800 w 74800" name="connsiteX2"/>
                  <a:gd fmla="*/ 573718 h 573718" name="connsiteY2"/>
                  <a:gd fmla="*/ 0 w 74800" name="connsiteX3"/>
                  <a:gd fmla="*/ 573718 h 573718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573718" w="74800">
                    <a:moveTo>
                      <a:pt x="0" y="0"/>
                    </a:moveTo>
                    <a:lnTo>
                      <a:pt x="74800" y="0"/>
                    </a:lnTo>
                    <a:lnTo>
                      <a:pt x="74800" y="573718"/>
                    </a:lnTo>
                    <a:lnTo>
                      <a:pt x="0" y="573718"/>
                    </a:lnTo>
                    <a:close/>
                  </a:path>
                </a:pathLst>
              </a:custGeom>
              <a:solidFill>
                <a:srgbClr val="B9C2DB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20f0fdb-de1c-4b2c-afa5-d5cfc2995e9b" id="101" name="任意多边形: 形状 100">
                <a:extLst>
                  <a:ext uri="{FF2B5EF4-FFF2-40B4-BE49-F238E27FC236}">
                    <a16:creationId id="{BA13240D-256A-10D9-8EB3-3D84C8056549}"/>
                  </a:ext>
                </a:extLst>
              </p:cNvPr>
              <p:cNvSpPr/>
              <p:nvPr/>
            </p:nvSpPr>
            <p:spPr>
              <a:xfrm flipV="false" flipH="false">
                <a:off x="9915293" y="3895903"/>
                <a:ext cx="126144" cy="55939"/>
              </a:xfrm>
              <a:custGeom>
                <a:avLst/>
                <a:gdLst>
                  <a:gd fmla="*/ 520 w 111743" name="connsiteX0"/>
                  <a:gd fmla="*/ 8695 h 49553" name="connsiteY0"/>
                  <a:gd fmla="*/ 12114 w 111743" name="connsiteX1"/>
                  <a:gd fmla="*/ 25899 h 49553" name="connsiteY1"/>
                  <a:gd fmla="*/ 91028 w 111743" name="connsiteX2"/>
                  <a:gd fmla="*/ 48713 h 49553" name="connsiteY2"/>
                  <a:gd fmla="*/ 111224 w 111743" name="connsiteX3"/>
                  <a:gd fmla="*/ 40859 h 49553" name="connsiteY3"/>
                  <a:gd fmla="*/ 99630 w 111743" name="connsiteX4"/>
                  <a:gd fmla="*/ 23655 h 49553" name="connsiteY4"/>
                  <a:gd fmla="*/ 20716 w 111743" name="connsiteX5"/>
                  <a:gd fmla="*/ 841 h 49553" name="connsiteY5"/>
                  <a:gd fmla="*/ 520 w 111743" name="connsiteX6"/>
                  <a:gd fmla="*/ 8695 h 49553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49553" w="111743">
                    <a:moveTo>
                      <a:pt x="520" y="8695"/>
                    </a:moveTo>
                    <a:cubicBezTo>
                      <a:pt x="-1724" y="15801"/>
                      <a:pt x="3512" y="23281"/>
                      <a:pt x="12114" y="25899"/>
                    </a:cubicBezTo>
                    <a:lnTo>
                      <a:pt x="91028" y="48713"/>
                    </a:lnTo>
                    <a:cubicBezTo>
                      <a:pt x="99630" y="51331"/>
                      <a:pt x="108980" y="47591"/>
                      <a:pt x="111224" y="40859"/>
                    </a:cubicBezTo>
                    <a:cubicBezTo>
                      <a:pt x="113468" y="33753"/>
                      <a:pt x="108232" y="26273"/>
                      <a:pt x="99630" y="23655"/>
                    </a:cubicBezTo>
                    <a:lnTo>
                      <a:pt x="20716" y="841"/>
                    </a:lnTo>
                    <a:cubicBezTo>
                      <a:pt x="12114" y="-1777"/>
                      <a:pt x="2764" y="1963"/>
                      <a:pt x="520" y="8695"/>
                    </a:cubicBez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9874695-db8b-44f2-ac74-a5a4eadbf828" id="102" name="任意多边形: 形状 101">
                <a:extLst>
                  <a:ext uri="{FF2B5EF4-FFF2-40B4-BE49-F238E27FC236}">
                    <a16:creationId id="{5C8FE4B8-CD23-8554-B25A-BA1CF645012D}"/>
                  </a:ext>
                </a:extLst>
              </p:cNvPr>
              <p:cNvSpPr/>
              <p:nvPr/>
            </p:nvSpPr>
            <p:spPr>
              <a:xfrm flipV="false" flipH="false">
                <a:off x="9931860" y="3922968"/>
                <a:ext cx="221013" cy="148254"/>
              </a:xfrm>
              <a:custGeom>
                <a:avLst/>
                <a:gdLst>
                  <a:gd fmla="*/ 77848 w 195781" name="connsiteX0"/>
                  <a:gd fmla="*/ 130954 h 131328" name="connsiteY0"/>
                  <a:gd fmla="*/ 40822 w 195781" name="connsiteX1"/>
                  <a:gd fmla="*/ 126840 h 131328" name="connsiteY1"/>
                  <a:gd fmla="*/ 24740 w 195781" name="connsiteX2"/>
                  <a:gd fmla="*/ 111880 h 131328" name="connsiteY2"/>
                  <a:gd fmla="*/ 2300 w 195781" name="connsiteX3"/>
                  <a:gd fmla="*/ 64008 h 131328" name="connsiteY3"/>
                  <a:gd fmla="*/ 16512 w 195781" name="connsiteX4"/>
                  <a:gd fmla="*/ 15762 h 131328" name="connsiteY4"/>
                  <a:gd fmla="*/ 82336 w 195781" name="connsiteX5"/>
                  <a:gd fmla="*/ 428 h 131328" name="connsiteY5"/>
                  <a:gd fmla="*/ 168357 w 195781" name="connsiteX6"/>
                  <a:gd fmla="*/ 24738 h 131328" name="connsiteY6"/>
                  <a:gd fmla="*/ 157511 w 195781" name="connsiteX7"/>
                  <a:gd fmla="*/ 101782 h 131328" name="connsiteY7"/>
                  <a:gd fmla="*/ 77848 w 195781" name="connsiteX8"/>
                  <a:gd fmla="*/ 131328 h 131328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31328" w="195781">
                    <a:moveTo>
                      <a:pt x="77848" y="130954"/>
                    </a:moveTo>
                    <a:cubicBezTo>
                      <a:pt x="64384" y="131702"/>
                      <a:pt x="50546" y="130954"/>
                      <a:pt x="40822" y="126840"/>
                    </a:cubicBezTo>
                    <a:cubicBezTo>
                      <a:pt x="33342" y="123100"/>
                      <a:pt x="28480" y="117490"/>
                      <a:pt x="24740" y="111880"/>
                    </a:cubicBezTo>
                    <a:cubicBezTo>
                      <a:pt x="14268" y="96920"/>
                      <a:pt x="6788" y="80838"/>
                      <a:pt x="2300" y="64008"/>
                    </a:cubicBezTo>
                    <a:cubicBezTo>
                      <a:pt x="-1814" y="48674"/>
                      <a:pt x="-2188" y="29600"/>
                      <a:pt x="16512" y="15762"/>
                    </a:cubicBezTo>
                    <a:cubicBezTo>
                      <a:pt x="34838" y="2671"/>
                      <a:pt x="59896" y="-1443"/>
                      <a:pt x="82336" y="428"/>
                    </a:cubicBezTo>
                    <a:cubicBezTo>
                      <a:pt x="124972" y="4167"/>
                      <a:pt x="139932" y="5664"/>
                      <a:pt x="168357" y="24738"/>
                    </a:cubicBezTo>
                    <a:cubicBezTo>
                      <a:pt x="203887" y="48674"/>
                      <a:pt x="209497" y="77846"/>
                      <a:pt x="157511" y="101782"/>
                    </a:cubicBezTo>
                    <a:cubicBezTo>
                      <a:pt x="130582" y="114124"/>
                      <a:pt x="106646" y="129458"/>
                      <a:pt x="77848" y="131328"/>
                    </a:cubicBez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161b01e-2597-4f0d-a628-56824eee3499" id="103" name="任意多边形: 形状 102">
                <a:extLst>
                  <a:ext uri="{FF2B5EF4-FFF2-40B4-BE49-F238E27FC236}">
                    <a16:creationId id="{7524B101-9DAB-820E-1E02-3B84E3A76821}"/>
                  </a:ext>
                </a:extLst>
              </p:cNvPr>
              <p:cNvSpPr/>
              <p:nvPr/>
            </p:nvSpPr>
            <p:spPr>
              <a:xfrm flipV="false" flipH="false">
                <a:off x="9829531" y="3937300"/>
                <a:ext cx="146199" cy="82073"/>
              </a:xfrm>
              <a:custGeom>
                <a:avLst/>
                <a:gdLst>
                  <a:gd fmla="*/ 122493 w 129508" name="connsiteX0"/>
                  <a:gd fmla="*/ 23261 h 72703" name="connsiteY0"/>
                  <a:gd fmla="*/ 21887 w 129508" name="connsiteX1"/>
                  <a:gd fmla="*/ 71134 h 72703" name="connsiteY1"/>
                  <a:gd fmla="*/ 2065 w 129508" name="connsiteX2"/>
                  <a:gd fmla="*/ 66272 h 72703" name="connsiteY2"/>
                  <a:gd fmla="*/ 6927 w 129508" name="connsiteX3"/>
                  <a:gd fmla="*/ 49442 h 72703" name="connsiteY3"/>
                  <a:gd fmla="*/ 107533 w 129508" name="connsiteX4"/>
                  <a:gd fmla="*/ 1569 h 72703" name="connsiteY4"/>
                  <a:gd fmla="*/ 127355 w 129508" name="connsiteX5"/>
                  <a:gd fmla="*/ 6431 h 72703" name="connsiteY5"/>
                  <a:gd fmla="*/ 122493 w 129508" name="connsiteX6"/>
                  <a:gd fmla="*/ 23261 h 72703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72703" w="129508">
                    <a:moveTo>
                      <a:pt x="122493" y="23261"/>
                    </a:moveTo>
                    <a:lnTo>
                      <a:pt x="21887" y="71134"/>
                    </a:lnTo>
                    <a:cubicBezTo>
                      <a:pt x="15155" y="74500"/>
                      <a:pt x="6179" y="72256"/>
                      <a:pt x="2065" y="66272"/>
                    </a:cubicBezTo>
                    <a:cubicBezTo>
                      <a:pt x="-2049" y="60288"/>
                      <a:pt x="195" y="52808"/>
                      <a:pt x="6927" y="49442"/>
                    </a:cubicBezTo>
                    <a:lnTo>
                      <a:pt x="107533" y="1569"/>
                    </a:lnTo>
                    <a:cubicBezTo>
                      <a:pt x="114265" y="-1797"/>
                      <a:pt x="123241" y="447"/>
                      <a:pt x="127355" y="6431"/>
                    </a:cubicBezTo>
                    <a:cubicBezTo>
                      <a:pt x="131469" y="12416"/>
                      <a:pt x="129599" y="19895"/>
                      <a:pt x="122493" y="23261"/>
                    </a:cubicBez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8d4353a-b3dc-480d-b574-99aa30b29b97" id="104" name="任意多边形: 形状 103">
                <a:extLst>
                  <a:ext uri="{FF2B5EF4-FFF2-40B4-BE49-F238E27FC236}">
                    <a16:creationId id="{00FF513F-A258-3DF9-081B-BECC87CBF950}"/>
                  </a:ext>
                </a:extLst>
              </p:cNvPr>
              <p:cNvSpPr/>
              <p:nvPr/>
            </p:nvSpPr>
            <p:spPr>
              <a:xfrm flipV="false" flipH="false">
                <a:off x="9841353" y="3976143"/>
                <a:ext cx="146099" cy="82073"/>
              </a:xfrm>
              <a:custGeom>
                <a:avLst/>
                <a:gdLst>
                  <a:gd fmla="*/ 122493 w 129420" name="connsiteX0"/>
                  <a:gd fmla="*/ 23262 h 72703" name="connsiteY0"/>
                  <a:gd fmla="*/ 21887 w 129420" name="connsiteX1"/>
                  <a:gd fmla="*/ 71134 h 72703" name="connsiteY1"/>
                  <a:gd fmla="*/ 2065 w 129420" name="connsiteX2"/>
                  <a:gd fmla="*/ 66272 h 72703" name="connsiteY2"/>
                  <a:gd fmla="*/ 6927 w 129420" name="connsiteX3"/>
                  <a:gd fmla="*/ 49442 h 72703" name="connsiteY3"/>
                  <a:gd fmla="*/ 107533 w 129420" name="connsiteX4"/>
                  <a:gd fmla="*/ 1569 h 72703" name="connsiteY4"/>
                  <a:gd fmla="*/ 127355 w 129420" name="connsiteX5"/>
                  <a:gd fmla="*/ 6431 h 72703" name="connsiteY5"/>
                  <a:gd fmla="*/ 122493 w 129420" name="connsiteX6"/>
                  <a:gd fmla="*/ 23262 h 72703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72703" w="129420">
                    <a:moveTo>
                      <a:pt x="122493" y="23262"/>
                    </a:moveTo>
                    <a:lnTo>
                      <a:pt x="21887" y="71134"/>
                    </a:lnTo>
                    <a:cubicBezTo>
                      <a:pt x="15155" y="74500"/>
                      <a:pt x="6179" y="72256"/>
                      <a:pt x="2065" y="66272"/>
                    </a:cubicBezTo>
                    <a:cubicBezTo>
                      <a:pt x="-2049" y="60288"/>
                      <a:pt x="195" y="52808"/>
                      <a:pt x="6927" y="49442"/>
                    </a:cubicBezTo>
                    <a:lnTo>
                      <a:pt x="107533" y="1569"/>
                    </a:lnTo>
                    <a:cubicBezTo>
                      <a:pt x="114265" y="-1797"/>
                      <a:pt x="123241" y="447"/>
                      <a:pt x="127355" y="6431"/>
                    </a:cubicBezTo>
                    <a:cubicBezTo>
                      <a:pt x="131469" y="12415"/>
                      <a:pt x="129225" y="19896"/>
                      <a:pt x="122493" y="23262"/>
                    </a:cubicBez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eb735b6-7ca0-4c93-81dd-3f31db9994e9" id="105" name="任意多边形: 形状 104">
                <a:extLst>
                  <a:ext uri="{FF2B5EF4-FFF2-40B4-BE49-F238E27FC236}">
                    <a16:creationId id="{D6C80243-0DFD-D9EF-7B1C-04D6DFEEBE8A}"/>
                  </a:ext>
                </a:extLst>
              </p:cNvPr>
              <p:cNvSpPr/>
              <p:nvPr/>
            </p:nvSpPr>
            <p:spPr>
              <a:xfrm flipV="false" flipH="false">
                <a:off x="9880195" y="4003586"/>
                <a:ext cx="146099" cy="82073"/>
              </a:xfrm>
              <a:custGeom>
                <a:avLst/>
                <a:gdLst>
                  <a:gd fmla="*/ 122493 w 129420" name="connsiteX0"/>
                  <a:gd fmla="*/ 23261 h 72703" name="connsiteY0"/>
                  <a:gd fmla="*/ 21887 w 129420" name="connsiteX1"/>
                  <a:gd fmla="*/ 71134 h 72703" name="connsiteY1"/>
                  <a:gd fmla="*/ 2065 w 129420" name="connsiteX2"/>
                  <a:gd fmla="*/ 66272 h 72703" name="connsiteY2"/>
                  <a:gd fmla="*/ 6927 w 129420" name="connsiteX3"/>
                  <a:gd fmla="*/ 49442 h 72703" name="connsiteY3"/>
                  <a:gd fmla="*/ 107533 w 129420" name="connsiteX4"/>
                  <a:gd fmla="*/ 1569 h 72703" name="connsiteY4"/>
                  <a:gd fmla="*/ 127355 w 129420" name="connsiteX5"/>
                  <a:gd fmla="*/ 6431 h 72703" name="connsiteY5"/>
                  <a:gd fmla="*/ 122493 w 129420" name="connsiteX6"/>
                  <a:gd fmla="*/ 23261 h 72703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72703" w="129420">
                    <a:moveTo>
                      <a:pt x="122493" y="23261"/>
                    </a:moveTo>
                    <a:lnTo>
                      <a:pt x="21887" y="71134"/>
                    </a:lnTo>
                    <a:cubicBezTo>
                      <a:pt x="15155" y="74500"/>
                      <a:pt x="6179" y="72256"/>
                      <a:pt x="2065" y="66272"/>
                    </a:cubicBezTo>
                    <a:cubicBezTo>
                      <a:pt x="-2049" y="60288"/>
                      <a:pt x="195" y="52808"/>
                      <a:pt x="6927" y="49442"/>
                    </a:cubicBezTo>
                    <a:lnTo>
                      <a:pt x="107533" y="1569"/>
                    </a:lnTo>
                    <a:cubicBezTo>
                      <a:pt x="114265" y="-1797"/>
                      <a:pt x="123241" y="447"/>
                      <a:pt x="127355" y="6431"/>
                    </a:cubicBezTo>
                    <a:cubicBezTo>
                      <a:pt x="131469" y="12415"/>
                      <a:pt x="129225" y="19895"/>
                      <a:pt x="122493" y="23261"/>
                    </a:cubicBez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ef89af8-0007-4160-bc85-5f896b875dc8" id="106" name="任意多边形: 形状 105">
                <a:extLst>
                  <a:ext uri="{FF2B5EF4-FFF2-40B4-BE49-F238E27FC236}">
                    <a16:creationId id="{939F71F0-CF88-579A-0E9F-13458054C924}"/>
                  </a:ext>
                </a:extLst>
              </p:cNvPr>
              <p:cNvSpPr/>
              <p:nvPr/>
            </p:nvSpPr>
            <p:spPr>
              <a:xfrm flipV="false" flipH="false">
                <a:off x="9931604" y="4020896"/>
                <a:ext cx="146297" cy="82073"/>
              </a:xfrm>
              <a:custGeom>
                <a:avLst/>
                <a:gdLst>
                  <a:gd fmla="*/ 122581 w 129595" name="connsiteX0"/>
                  <a:gd fmla="*/ 23261 h 72703" name="connsiteY0"/>
                  <a:gd fmla="*/ 21975 w 129595" name="connsiteX1"/>
                  <a:gd fmla="*/ 71134 h 72703" name="connsiteY1"/>
                  <a:gd fmla="*/ 2153 w 129595" name="connsiteX2"/>
                  <a:gd fmla="*/ 66272 h 72703" name="connsiteY2"/>
                  <a:gd fmla="*/ 7015 w 129595" name="connsiteX3"/>
                  <a:gd fmla="*/ 49442 h 72703" name="connsiteY3"/>
                  <a:gd fmla="*/ 107621 w 129595" name="connsiteX4"/>
                  <a:gd fmla="*/ 1569 h 72703" name="connsiteY4"/>
                  <a:gd fmla="*/ 127443 w 129595" name="connsiteX5"/>
                  <a:gd fmla="*/ 6431 h 72703" name="connsiteY5"/>
                  <a:gd fmla="*/ 122581 w 129595" name="connsiteX6"/>
                  <a:gd fmla="*/ 23261 h 72703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72703" w="129595">
                    <a:moveTo>
                      <a:pt x="122581" y="23261"/>
                    </a:moveTo>
                    <a:lnTo>
                      <a:pt x="21975" y="71134"/>
                    </a:lnTo>
                    <a:cubicBezTo>
                      <a:pt x="15243" y="74500"/>
                      <a:pt x="6267" y="72256"/>
                      <a:pt x="2153" y="66272"/>
                    </a:cubicBezTo>
                    <a:cubicBezTo>
                      <a:pt x="-1961" y="60288"/>
                      <a:pt x="-91" y="52808"/>
                      <a:pt x="7015" y="49442"/>
                    </a:cubicBezTo>
                    <a:lnTo>
                      <a:pt x="107621" y="1569"/>
                    </a:lnTo>
                    <a:cubicBezTo>
                      <a:pt x="114353" y="-1797"/>
                      <a:pt x="123329" y="447"/>
                      <a:pt x="127443" y="6431"/>
                    </a:cubicBezTo>
                    <a:cubicBezTo>
                      <a:pt x="131557" y="12415"/>
                      <a:pt x="129687" y="19895"/>
                      <a:pt x="122581" y="23261"/>
                    </a:cubicBez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1f1023e-d788-459a-947a-79bcc1637bc4" id="97" name="任意多边形: 形状 96">
                <a:extLst>
                  <a:ext uri="{FF2B5EF4-FFF2-40B4-BE49-F238E27FC236}">
                    <a16:creationId id="{1FBA3C9E-6F1E-5E8F-4727-D654F936046A}"/>
                  </a:ext>
                </a:extLst>
              </p:cNvPr>
              <p:cNvSpPr/>
              <p:nvPr/>
            </p:nvSpPr>
            <p:spPr>
              <a:xfrm flipV="false" flipH="false">
                <a:off x="10542427" y="3164754"/>
                <a:ext cx="272578" cy="473856"/>
              </a:xfrm>
              <a:custGeom>
                <a:avLst/>
                <a:gdLst>
                  <a:gd fmla="*/ 208319 w 241459" name="connsiteX0"/>
                  <a:gd fmla="*/ 0 h 419758" name="connsiteY0"/>
                  <a:gd fmla="*/ 241231 w 241459" name="connsiteX1"/>
                  <a:gd fmla="*/ 359415 h 419758" name="connsiteY1"/>
                  <a:gd fmla="*/ 195229 w 241459" name="connsiteX2"/>
                  <a:gd fmla="*/ 419256 h 419758" name="connsiteY2"/>
                  <a:gd fmla="*/ 63954 w 241459" name="connsiteX3"/>
                  <a:gd fmla="*/ 321641 h 419758" name="connsiteY3"/>
                  <a:gd fmla="*/ 0 w 241459" name="connsiteX4"/>
                  <a:gd fmla="*/ 23188 h 419758" name="connsiteY4"/>
                  <a:gd fmla="*/ 208693 w 241459" name="connsiteX5"/>
                  <a:gd fmla="*/ 0 h 419758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419758" w="241459">
                    <a:moveTo>
                      <a:pt x="208319" y="0"/>
                    </a:moveTo>
                    <a:lnTo>
                      <a:pt x="241231" y="359415"/>
                    </a:lnTo>
                    <a:cubicBezTo>
                      <a:pt x="243849" y="388214"/>
                      <a:pt x="223653" y="414393"/>
                      <a:pt x="195229" y="419256"/>
                    </a:cubicBezTo>
                    <a:cubicBezTo>
                      <a:pt x="133145" y="424866"/>
                      <a:pt x="77044" y="382977"/>
                      <a:pt x="63954" y="321641"/>
                    </a:cubicBezTo>
                    <a:lnTo>
                      <a:pt x="0" y="23188"/>
                    </a:lnTo>
                    <a:lnTo>
                      <a:pt x="208693" y="0"/>
                    </a:ln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790a84a-0eb3-4e59-91f1-24b961aac311" id="98" name="任意多边形: 形状 97">
                <a:extLst>
                  <a:ext uri="{FF2B5EF4-FFF2-40B4-BE49-F238E27FC236}">
                    <a16:creationId id="{3B1B6C60-1C71-AEA3-F853-4EC3FCB54FA0}"/>
                  </a:ext>
                </a:extLst>
              </p:cNvPr>
              <p:cNvSpPr/>
              <p:nvPr/>
            </p:nvSpPr>
            <p:spPr>
              <a:xfrm flipV="false" flipH="false">
                <a:off x="10061539" y="3462092"/>
                <a:ext cx="749395" cy="571974"/>
              </a:xfrm>
              <a:custGeom>
                <a:avLst/>
                <a:gdLst>
                  <a:gd fmla="*/ 0 w 663841" name="connsiteX0"/>
                  <a:gd fmla="*/ 424395 h 506675" name="connsiteY0"/>
                  <a:gd fmla="*/ 370261 w 663841" name="connsiteX1"/>
                  <a:gd fmla="*/ 162968 h 506675" name="connsiteY1"/>
                  <a:gd fmla="*/ 566612 w 663841" name="connsiteX2"/>
                  <a:gd fmla="*/ 651 h 506675" name="connsiteY2"/>
                  <a:gd fmla="*/ 600646 w 663841" name="connsiteX3"/>
                  <a:gd fmla="*/ 18977 h 506675" name="connsiteY3"/>
                  <a:gd fmla="*/ 653381 w 663841" name="connsiteX4"/>
                  <a:gd fmla="*/ 140154 h 506675" name="connsiteY4"/>
                  <a:gd fmla="*/ 42636 w 663841" name="connsiteX5"/>
                  <a:gd fmla="*/ 506675 h 506675" name="connsiteY5"/>
                  <a:gd fmla="*/ 0 w 663841" name="connsiteX6"/>
                  <a:gd fmla="*/ 424395 h 506675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506675" w="663841">
                    <a:moveTo>
                      <a:pt x="0" y="424395"/>
                    </a:moveTo>
                    <a:cubicBezTo>
                      <a:pt x="120054" y="345107"/>
                      <a:pt x="231881" y="263574"/>
                      <a:pt x="370261" y="162968"/>
                    </a:cubicBezTo>
                    <a:cubicBezTo>
                      <a:pt x="417012" y="115470"/>
                      <a:pt x="527342" y="30571"/>
                      <a:pt x="566612" y="651"/>
                    </a:cubicBezTo>
                    <a:cubicBezTo>
                      <a:pt x="566612" y="651"/>
                      <a:pt x="567360" y="-5333"/>
                      <a:pt x="600646" y="18977"/>
                    </a:cubicBezTo>
                    <a:cubicBezTo>
                      <a:pt x="667219" y="67972"/>
                      <a:pt x="674325" y="112478"/>
                      <a:pt x="653381" y="140154"/>
                    </a:cubicBezTo>
                    <a:cubicBezTo>
                      <a:pt x="552400" y="272924"/>
                      <a:pt x="238239" y="424395"/>
                      <a:pt x="42636" y="506675"/>
                    </a:cubicBezTo>
                    <a:lnTo>
                      <a:pt x="0" y="424395"/>
                    </a:lnTo>
                    <a:close/>
                  </a:path>
                </a:pathLst>
              </a:custGeom>
              <a:solidFill>
                <a:srgbClr val="FF9985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8dd720d-3456-4c97-8d2d-dabc4b7ab813" id="99" name="任意多边形: 形状 98">
                <a:extLst>
                  <a:ext uri="{FF2B5EF4-FFF2-40B4-BE49-F238E27FC236}">
                    <a16:creationId id="{50265A0C-63CC-A400-8E18-2A5B02E6EC3A}"/>
                  </a:ext>
                </a:extLst>
              </p:cNvPr>
              <p:cNvSpPr/>
              <p:nvPr/>
            </p:nvSpPr>
            <p:spPr>
              <a:xfrm flipV="false" flipH="false">
                <a:off x="10467268" y="2831063"/>
                <a:ext cx="416408" cy="574608"/>
              </a:xfrm>
              <a:custGeom>
                <a:avLst/>
                <a:gdLst>
                  <a:gd fmla="*/ 331746 w 368869" name="connsiteX0"/>
                  <a:gd fmla="*/ 158710 h 509008" name="connsiteY0"/>
                  <a:gd fmla="*/ 368773 w 368869" name="connsiteX1"/>
                  <a:gd fmla="*/ 440707 h 509008" name="connsiteY1"/>
                  <a:gd fmla="*/ 332120 w 368869" name="connsiteX2"/>
                  <a:gd fmla="*/ 484839 h 509008" name="connsiteY2"/>
                  <a:gd fmla="*/ 113704 w 368869" name="connsiteX3"/>
                  <a:gd fmla="*/ 508776 h 509008" name="connsiteY3"/>
                  <a:gd fmla="*/ 68449 w 368869" name="connsiteX4"/>
                  <a:gd fmla="*/ 475864 h 509008" name="connsiteY4"/>
                  <a:gd fmla="*/ 2251 w 368869" name="connsiteX5"/>
                  <a:gd fmla="*/ 93634 h 509008" name="connsiteY5"/>
                  <a:gd fmla="*/ 331746 w 368869" name="connsiteX6"/>
                  <a:gd fmla="*/ 159084 h 509008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509008" w="368869">
                    <a:moveTo>
                      <a:pt x="331746" y="158710"/>
                    </a:moveTo>
                    <a:cubicBezTo>
                      <a:pt x="354561" y="313921"/>
                      <a:pt x="355683" y="263431"/>
                      <a:pt x="368773" y="440707"/>
                    </a:cubicBezTo>
                    <a:cubicBezTo>
                      <a:pt x="370269" y="462774"/>
                      <a:pt x="354186" y="482596"/>
                      <a:pt x="332120" y="484839"/>
                    </a:cubicBezTo>
                    <a:lnTo>
                      <a:pt x="113704" y="508776"/>
                    </a:lnTo>
                    <a:cubicBezTo>
                      <a:pt x="92386" y="511020"/>
                      <a:pt x="72938" y="496808"/>
                      <a:pt x="68449" y="475864"/>
                    </a:cubicBezTo>
                    <a:cubicBezTo>
                      <a:pt x="38529" y="329255"/>
                      <a:pt x="22447" y="193118"/>
                      <a:pt x="2251" y="93634"/>
                    </a:cubicBezTo>
                    <a:cubicBezTo>
                      <a:pt x="-30661" y="-66439"/>
                      <a:pt x="307810" y="-5850"/>
                      <a:pt x="331746" y="159084"/>
                    </a:cubicBezTo>
                    <a:close/>
                  </a:path>
                </a:pathLst>
              </a:custGeom>
              <a:solidFill>
                <a:srgbClr val="F9EDDC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66616da-ff28-4fd1-8a54-8a548dfc19bd" id="100" name="任意多边形: 形状 99">
                <a:extLst>
                  <a:ext uri="{FF2B5EF4-FFF2-40B4-BE49-F238E27FC236}">
                    <a16:creationId id="{B45D98B2-336A-2E7E-FD2D-90220B3AF194}"/>
                  </a:ext>
                </a:extLst>
              </p:cNvPr>
              <p:cNvSpPr/>
              <p:nvPr/>
            </p:nvSpPr>
            <p:spPr>
              <a:xfrm flipV="false" flipH="false">
                <a:off x="10467158" y="2968312"/>
                <a:ext cx="422457" cy="445962"/>
              </a:xfrm>
              <a:custGeom>
                <a:avLst/>
                <a:gdLst>
                  <a:gd fmla="*/ 104076 w 374227" name="connsiteX0"/>
                  <a:gd fmla="*/ 395049 h 395049" name="connsiteY0"/>
                  <a:gd fmla="*/ 54334 w 374227" name="connsiteX1"/>
                  <a:gd fmla="*/ 354283 h 395049" name="connsiteY1"/>
                  <a:gd fmla="*/ 15438 w 374227" name="connsiteX2"/>
                  <a:gd fmla="*/ 111930 h 395049" name="connsiteY2"/>
                  <a:gd fmla="*/ 104 w 374227" name="connsiteX3"/>
                  <a:gd fmla="*/ 10950 h 395049" name="connsiteY3"/>
                  <a:gd fmla="*/ 7958 w 374227" name="connsiteX4"/>
                  <a:gd fmla="*/ 104 h 395049" name="connsiteY4"/>
                  <a:gd fmla="*/ 18804 w 374227" name="connsiteX5"/>
                  <a:gd fmla="*/ 7958 h 395049" name="connsiteY5"/>
                  <a:gd fmla="*/ 34138 w 374227" name="connsiteX6"/>
                  <a:gd fmla="*/ 109312 h 395049" name="connsiteY6"/>
                  <a:gd fmla="*/ 73034 w 374227" name="connsiteX7"/>
                  <a:gd fmla="*/ 350543 h 395049" name="connsiteY7"/>
                  <a:gd fmla="*/ 108190 w 374227" name="connsiteX8"/>
                  <a:gd fmla="*/ 375975 h 395049" name="connsiteY8"/>
                  <a:gd fmla="*/ 326607 w 374227" name="connsiteX9"/>
                  <a:gd fmla="*/ 352039 h 395049" name="connsiteY9"/>
                  <a:gd fmla="*/ 355031 w 374227" name="connsiteX10"/>
                  <a:gd fmla="*/ 318005 h 395049" name="connsiteY10"/>
                  <a:gd fmla="*/ 335583 w 374227" name="connsiteX11"/>
                  <a:gd fmla="*/ 142972 h 395049" name="connsiteY11"/>
                  <a:gd fmla="*/ 327355 w 374227" name="connsiteX12"/>
                  <a:gd fmla="*/ 96222 h 395049" name="connsiteY12"/>
                  <a:gd fmla="*/ 335209 w 374227" name="connsiteX13"/>
                  <a:gd fmla="*/ 85376 h 395049" name="connsiteY13"/>
                  <a:gd fmla="*/ 346055 w 374227" name="connsiteX14"/>
                  <a:gd fmla="*/ 93230 h 395049" name="connsiteY14"/>
                  <a:gd fmla="*/ 354283 w 374227" name="connsiteX15"/>
                  <a:gd fmla="*/ 139606 h 395049" name="connsiteY15"/>
                  <a:gd fmla="*/ 374105 w 374227" name="connsiteX16"/>
                  <a:gd fmla="*/ 316509 h 395049" name="connsiteY16"/>
                  <a:gd fmla="*/ 328851 w 374227" name="connsiteX17"/>
                  <a:gd fmla="*/ 370739 h 395049" name="connsiteY17"/>
                  <a:gd fmla="*/ 110434 w 374227" name="connsiteX18"/>
                  <a:gd fmla="*/ 394675 h 395049" name="connsiteY18"/>
                  <a:gd fmla="*/ 104824 w 374227" name="connsiteX19"/>
                  <a:gd fmla="*/ 394675 h 395049" name="connsiteY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b="b" l="l" r="r" t="t"/>
                <a:pathLst>
                  <a:path h="395049" w="374227">
                    <a:moveTo>
                      <a:pt x="104076" y="395049"/>
                    </a:moveTo>
                    <a:cubicBezTo>
                      <a:pt x="80140" y="395049"/>
                      <a:pt x="59196" y="378219"/>
                      <a:pt x="54334" y="354283"/>
                    </a:cubicBezTo>
                    <a:cubicBezTo>
                      <a:pt x="40870" y="287711"/>
                      <a:pt x="26658" y="190470"/>
                      <a:pt x="15438" y="111930"/>
                    </a:cubicBezTo>
                    <a:cubicBezTo>
                      <a:pt x="9828" y="73034"/>
                      <a:pt x="4592" y="37504"/>
                      <a:pt x="104" y="10950"/>
                    </a:cubicBezTo>
                    <a:cubicBezTo>
                      <a:pt x="-644" y="5714"/>
                      <a:pt x="2722" y="852"/>
                      <a:pt x="7958" y="104"/>
                    </a:cubicBezTo>
                    <a:cubicBezTo>
                      <a:pt x="13568" y="-644"/>
                      <a:pt x="17682" y="2722"/>
                      <a:pt x="18804" y="7958"/>
                    </a:cubicBezTo>
                    <a:cubicBezTo>
                      <a:pt x="23292" y="34512"/>
                      <a:pt x="28154" y="70042"/>
                      <a:pt x="34138" y="109312"/>
                    </a:cubicBezTo>
                    <a:cubicBezTo>
                      <a:pt x="45358" y="187478"/>
                      <a:pt x="59570" y="284719"/>
                      <a:pt x="73034" y="350543"/>
                    </a:cubicBezTo>
                    <a:cubicBezTo>
                      <a:pt x="76400" y="366999"/>
                      <a:pt x="91360" y="378219"/>
                      <a:pt x="108190" y="375975"/>
                    </a:cubicBezTo>
                    <a:lnTo>
                      <a:pt x="326607" y="352039"/>
                    </a:lnTo>
                    <a:cubicBezTo>
                      <a:pt x="343811" y="350169"/>
                      <a:pt x="356153" y="335209"/>
                      <a:pt x="355031" y="318005"/>
                    </a:cubicBezTo>
                    <a:cubicBezTo>
                      <a:pt x="346429" y="203187"/>
                      <a:pt x="343063" y="184486"/>
                      <a:pt x="335583" y="142972"/>
                    </a:cubicBezTo>
                    <a:cubicBezTo>
                      <a:pt x="333339" y="130630"/>
                      <a:pt x="330721" y="116044"/>
                      <a:pt x="327355" y="96222"/>
                    </a:cubicBezTo>
                    <a:cubicBezTo>
                      <a:pt x="326607" y="90986"/>
                      <a:pt x="329973" y="86124"/>
                      <a:pt x="335209" y="85376"/>
                    </a:cubicBezTo>
                    <a:cubicBezTo>
                      <a:pt x="340071" y="84628"/>
                      <a:pt x="345307" y="87994"/>
                      <a:pt x="346055" y="93230"/>
                    </a:cubicBezTo>
                    <a:cubicBezTo>
                      <a:pt x="349421" y="112678"/>
                      <a:pt x="352039" y="127264"/>
                      <a:pt x="354283" y="139606"/>
                    </a:cubicBezTo>
                    <a:cubicBezTo>
                      <a:pt x="362137" y="181868"/>
                      <a:pt x="365503" y="200943"/>
                      <a:pt x="374105" y="316509"/>
                    </a:cubicBezTo>
                    <a:cubicBezTo>
                      <a:pt x="375975" y="343811"/>
                      <a:pt x="356153" y="367747"/>
                      <a:pt x="328851" y="370739"/>
                    </a:cubicBezTo>
                    <a:lnTo>
                      <a:pt x="110434" y="394675"/>
                    </a:lnTo>
                    <a:cubicBezTo>
                      <a:pt x="108564" y="394675"/>
                      <a:pt x="106694" y="394675"/>
                      <a:pt x="104824" y="394675"/>
                    </a:cubicBezTo>
                    <a:close/>
                  </a:path>
                </a:pathLst>
              </a:custGeom>
              <a:solidFill>
                <a:srgbClr val="F7C6A4"/>
              </a:solidFill>
              <a:ln cap="flat" w="37383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</p:grpSp>
        <p:sp>
          <p:nvSpPr>
            <p:cNvPr descr="f188042a-f7dc-42dc-b3db-02e5f3d2587c" id="228" name="Title">
              <a:extLst>
                <a:ext uri="{FF2B5EF4-FFF2-40B4-BE49-F238E27FC236}">
                  <a16:creationId id="{6AEB8B93-CF90-4046-D11D-6824F709CFCA}"/>
                </a:ext>
              </a:extLst>
            </p:cNvPr>
            <p:cNvSpPr txBox="1"/>
            <p:nvPr/>
          </p:nvSpPr>
          <p:spPr>
            <a:xfrm flipV="false" flipH="false">
              <a:off x="660400" y="1130300"/>
              <a:ext cx="7321117" cy="1393973"/>
            </a:xfrm>
            <a:prstGeom prst="rect">
              <a:avLst/>
            </a:prstGeom>
            <a:noFill/>
          </p:spPr>
          <p:txBody>
            <a:bodyPr anchor="t" anchorCtr="0" rtlCol="0" vert="horz" wrap="square">
              <a:normAutofit/>
            </a:bodyPr>
            <a:lstStyle/>
            <a:p>
              <a:pPr algn="l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处理心理抵触的方法</a:t>
              </a:r>
            </a:p>
          </p:txBody>
        </p:sp>
        <p:grpSp>
          <p:nvGrpSpPr>
            <p:cNvPr descr="d3661b31-cc69-460f-9643-8a91a762fb29" id="245" name="组合 244">
              <a:extLst>
                <a:ext uri="{FF2B5EF4-FFF2-40B4-BE49-F238E27FC236}">
                  <a16:creationId id="{70A3730F-FDA2-6CF1-A547-073C5488D542}"/>
                </a:ext>
              </a:extLst>
            </p:cNvPr>
            <p:cNvGrpSpPr/>
            <p:nvPr/>
          </p:nvGrpSpPr>
          <p:grpSpPr>
            <a:xfrm>
              <a:off x="679895" y="2371641"/>
              <a:ext cx="3014774" cy="1480879"/>
              <a:chOff x="679895" y="2371641"/>
              <a:chExt cx="3014774" cy="1480879"/>
            </a:xfrm>
          </p:grpSpPr>
          <p:sp>
            <p:nvSpPr>
              <p:cNvPr descr="6b581056-52de-4be6-bcea-569da9b7c438" id="230" name="Bullet1">
                <a:extLst>
                  <a:ext uri="{FF2B5EF4-FFF2-40B4-BE49-F238E27FC236}">
                    <a16:creationId id="{0BCCBCCA-934D-3DBE-F438-5BDBE69EFF14}"/>
                  </a:ext>
                </a:extLst>
              </p:cNvPr>
              <p:cNvSpPr txBox="1"/>
              <p:nvPr/>
            </p:nvSpPr>
            <p:spPr>
              <a:xfrm flipV="false" flipH="false">
                <a:off x="1302384" y="2371641"/>
                <a:ext cx="2392285" cy="622986"/>
              </a:xfrm>
              <a:prstGeom prst="rect">
                <a:avLst/>
              </a:prstGeom>
              <a:noFill/>
            </p:spPr>
            <p:txBody>
              <a:bodyPr anchor="b" anchorCtr="0" bIns="46800" lIns="90000" rIns="90000" rtlCol="0" tIns="46800" wrap="square">
                <a:normAutofit/>
              </a:bodyPr>
              <a:lstStyle/>
              <a:p>
                <a:pPr algn="l"/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理解感受</a:t>
                </a:r>
              </a:p>
            </p:txBody>
          </p:sp>
          <p:sp>
            <p:nvSpPr>
              <p:cNvPr descr="32c3a917-9679-4e42-988b-7e58dd0b9519" id="231" name="Text1">
                <a:extLst>
                  <a:ext uri="{FF2B5EF4-FFF2-40B4-BE49-F238E27FC236}">
                    <a16:creationId id="{BC19CB43-8871-50A7-1F53-FB605567132B}"/>
                  </a:ext>
                </a:extLst>
              </p:cNvPr>
              <p:cNvSpPr/>
              <p:nvPr/>
            </p:nvSpPr>
            <p:spPr>
              <a:xfrm flipH="true" flipV="false">
                <a:off x="1302384" y="3025153"/>
                <a:ext cx="2392285" cy="827367"/>
              </a:xfrm>
              <a:prstGeom prst="rect">
                <a:avLst/>
              </a:prstGeom>
              <a:noFill/>
              <a:ln cap="rnd" w="57150">
                <a:noFill/>
                <a:prstDash val="solid"/>
                <a:round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t" anchorCtr="0" bIns="46800" compatLnSpc="1" forceAA="0" fromWordArt="0" lIns="90000" numCol="1" rIns="90000" rot="0" rtlCol="0" spcCol="0" spcFirstLastPara="0" tIns="46800" vert="horz" wrap="square">
                <a:normAutofit/>
              </a:bodyPr>
              <a:lstStyle/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理解对方的心理抵触，给予包容和支持。</a:t>
                </a:r>
              </a:p>
            </p:txBody>
          </p:sp>
          <p:sp>
            <p:nvSpPr>
              <p:cNvPr descr="8184095c-da71-43ec-b159-1a6ef5267346" id="240" name="Number1">
                <a:extLst>
                  <a:ext uri="{FF2B5EF4-FFF2-40B4-BE49-F238E27FC236}">
                    <a16:creationId id="{B4F31D30-120B-814A-7836-669CA5EF3447}"/>
                  </a:ext>
                </a:extLst>
              </p:cNvPr>
              <p:cNvSpPr/>
              <p:nvPr/>
            </p:nvSpPr>
            <p:spPr>
              <a:xfrm flipV="false" flipH="false">
                <a:off x="679895" y="2544664"/>
                <a:ext cx="541138" cy="54113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false" i="false" u="none" sz="1800">
                    <a:solidFill>
                      <a:srgbClr val="FFFFFF"/>
                    </a:solidFill>
                    <a:latin typeface="Arial"/>
                  </a:rPr>
                  <a:t>1</a:t>
                </a:r>
              </a:p>
            </p:txBody>
          </p:sp>
        </p:grpSp>
        <p:grpSp>
          <p:nvGrpSpPr>
            <p:cNvPr descr="477f0b2e-2c17-4464-a3c1-5e6b4fe6eb85" id="246" name="组合 245">
              <a:extLst>
                <a:ext uri="{FF2B5EF4-FFF2-40B4-BE49-F238E27FC236}">
                  <a16:creationId id="{6042DEDE-3C07-B174-B357-FE6BB3691F57}"/>
                </a:ext>
              </a:extLst>
            </p:cNvPr>
            <p:cNvGrpSpPr/>
            <p:nvPr/>
          </p:nvGrpSpPr>
          <p:grpSpPr>
            <a:xfrm>
              <a:off x="4480293" y="2371641"/>
              <a:ext cx="2918910" cy="1480879"/>
              <a:chOff x="4480293" y="2371641"/>
              <a:chExt cx="2918910" cy="1480879"/>
            </a:xfrm>
          </p:grpSpPr>
          <p:sp>
            <p:nvSpPr>
              <p:cNvPr descr="df61084e-6864-4408-a07d-9969c39e7fcf" id="232" name="Bullet2">
                <a:extLst>
                  <a:ext uri="{FF2B5EF4-FFF2-40B4-BE49-F238E27FC236}">
                    <a16:creationId id="{7768C912-FAAA-D511-1812-406F5B4D50FF}"/>
                  </a:ext>
                </a:extLst>
              </p:cNvPr>
              <p:cNvSpPr txBox="1"/>
              <p:nvPr/>
            </p:nvSpPr>
            <p:spPr>
              <a:xfrm flipV="false" flipH="false">
                <a:off x="5006918" y="2371641"/>
                <a:ext cx="2392285" cy="622986"/>
              </a:xfrm>
              <a:prstGeom prst="rect">
                <a:avLst/>
              </a:prstGeom>
              <a:noFill/>
            </p:spPr>
            <p:txBody>
              <a:bodyPr anchor="b" anchorCtr="0" bIns="46800" lIns="90000" rIns="90000" rtlCol="0" tIns="46800" wrap="square">
                <a:normAutofit/>
              </a:bodyPr>
              <a:lstStyle/>
              <a:p>
                <a:pPr algn="l"/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逐步引导</a:t>
                </a:r>
              </a:p>
            </p:txBody>
          </p:sp>
          <p:sp>
            <p:nvSpPr>
              <p:cNvPr descr="57ac6946-e87a-4727-8c7c-742040d64374" id="233" name="Text2">
                <a:extLst>
                  <a:ext uri="{FF2B5EF4-FFF2-40B4-BE49-F238E27FC236}">
                    <a16:creationId id="{3F929D19-2EB5-B40B-1AF5-4C3503FFD70B}"/>
                  </a:ext>
                </a:extLst>
              </p:cNvPr>
              <p:cNvSpPr/>
              <p:nvPr/>
            </p:nvSpPr>
            <p:spPr>
              <a:xfrm flipH="true" flipV="false">
                <a:off x="5006918" y="3025153"/>
                <a:ext cx="2392285" cy="827367"/>
              </a:xfrm>
              <a:prstGeom prst="rect">
                <a:avLst/>
              </a:prstGeom>
              <a:noFill/>
              <a:ln cap="rnd" w="57150">
                <a:noFill/>
                <a:prstDash val="solid"/>
                <a:round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t" anchorCtr="0" bIns="46800" compatLnSpc="1" forceAA="0" fromWordArt="0" lIns="90000" numCol="1" rIns="90000" rot="0" rtlCol="0" spcCol="0" spcFirstLastPara="0" tIns="46800" vert="horz" wrap="square">
                <a:normAutofit/>
              </a:bodyPr>
              <a:lstStyle/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通过逐步引导，帮助对方克服心理障碍。</a:t>
                </a:r>
              </a:p>
            </p:txBody>
          </p:sp>
          <p:sp>
            <p:nvSpPr>
              <p:cNvPr descr="d196f20d-2abd-4e2f-a983-d21be6dcb336" id="241" name="Number2">
                <a:extLst>
                  <a:ext uri="{FF2B5EF4-FFF2-40B4-BE49-F238E27FC236}">
                    <a16:creationId id="{5E33B2EB-9A23-CBDB-86C3-845FD4C0D533}"/>
                  </a:ext>
                </a:extLst>
              </p:cNvPr>
              <p:cNvSpPr/>
              <p:nvPr/>
            </p:nvSpPr>
            <p:spPr>
              <a:xfrm flipV="false" flipH="false">
                <a:off x="4480293" y="2544664"/>
                <a:ext cx="541138" cy="54113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false" i="false" u="none" sz="1800">
                    <a:solidFill>
                      <a:srgbClr val="FFFFFF"/>
                    </a:solidFill>
                    <a:latin typeface="Arial"/>
                  </a:rPr>
                  <a:t>2</a:t>
                </a:r>
              </a:p>
            </p:txBody>
          </p:sp>
        </p:grpSp>
        <p:grpSp>
          <p:nvGrpSpPr>
            <p:cNvPr descr="bec1f8d2-925b-4110-be2b-f27a2e3db197" id="248" name="组合 247">
              <a:extLst>
                <a:ext uri="{FF2B5EF4-FFF2-40B4-BE49-F238E27FC236}">
                  <a16:creationId id="{87D8BA8D-C7E0-9C7F-F65B-4C7ECA530557}"/>
                </a:ext>
              </a:extLst>
            </p:cNvPr>
            <p:cNvGrpSpPr/>
            <p:nvPr/>
          </p:nvGrpSpPr>
          <p:grpSpPr>
            <a:xfrm>
              <a:off x="683717" y="4633377"/>
              <a:ext cx="3010952" cy="1480879"/>
              <a:chOff x="683717" y="4633377"/>
              <a:chExt cx="3010952" cy="1480879"/>
            </a:xfrm>
          </p:grpSpPr>
          <p:sp>
            <p:nvSpPr>
              <p:cNvPr descr="44e089b5-4a3a-4e0e-8b9e-c581a02eb8e6" id="238" name="Bullet3">
                <a:extLst>
                  <a:ext uri="{FF2B5EF4-FFF2-40B4-BE49-F238E27FC236}">
                    <a16:creationId id="{B1FC901D-5649-B8D1-0C2C-091687BBA130}"/>
                  </a:ext>
                </a:extLst>
              </p:cNvPr>
              <p:cNvSpPr txBox="1"/>
              <p:nvPr/>
            </p:nvSpPr>
            <p:spPr>
              <a:xfrm flipV="false" flipH="false">
                <a:off x="1302384" y="4633377"/>
                <a:ext cx="2392285" cy="622986"/>
              </a:xfrm>
              <a:prstGeom prst="rect">
                <a:avLst/>
              </a:prstGeom>
              <a:noFill/>
            </p:spPr>
            <p:txBody>
              <a:bodyPr anchor="b" anchorCtr="0" bIns="46800" lIns="90000" rIns="90000" rtlCol="0" tIns="46800" wrap="square">
                <a:normAutofit/>
              </a:bodyPr>
              <a:lstStyle/>
              <a:p>
                <a:pPr algn="l"/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建立信任</a:t>
                </a:r>
              </a:p>
            </p:txBody>
          </p:sp>
          <p:sp>
            <p:nvSpPr>
              <p:cNvPr descr="d6ab2afb-1174-4026-b5dd-02eb212fb88c" id="239" name="Text3">
                <a:extLst>
                  <a:ext uri="{FF2B5EF4-FFF2-40B4-BE49-F238E27FC236}">
                    <a16:creationId id="{33631F87-82EC-799A-48BE-29F9473DB94F}"/>
                  </a:ext>
                </a:extLst>
              </p:cNvPr>
              <p:cNvSpPr/>
              <p:nvPr/>
            </p:nvSpPr>
            <p:spPr>
              <a:xfrm flipH="true" flipV="false">
                <a:off x="1302384" y="5286889"/>
                <a:ext cx="2392285" cy="827367"/>
              </a:xfrm>
              <a:prstGeom prst="rect">
                <a:avLst/>
              </a:prstGeom>
              <a:noFill/>
              <a:ln cap="rnd" w="57150">
                <a:noFill/>
                <a:prstDash val="solid"/>
                <a:round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t" anchorCtr="0" bIns="46800" compatLnSpc="1" forceAA="0" fromWordArt="0" lIns="90000" numCol="1" rIns="90000" rot="0" rtlCol="0" spcCol="0" spcFirstLastPara="0" tIns="46800" vert="horz" wrap="square">
                <a:normAutofit/>
              </a:bodyPr>
              <a:lstStyle/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建立良好的信任关系，减少心理抵触。</a:t>
                </a:r>
              </a:p>
            </p:txBody>
          </p:sp>
          <p:sp>
            <p:nvSpPr>
              <p:cNvPr descr="38a3c4b5-733b-40c4-90c7-e4a011a6631d" id="243" name="Number3">
                <a:extLst>
                  <a:ext uri="{FF2B5EF4-FFF2-40B4-BE49-F238E27FC236}">
                    <a16:creationId id="{E5A8EE56-D5DE-E1E1-B4C3-806A68FF3612}"/>
                  </a:ext>
                </a:extLst>
              </p:cNvPr>
              <p:cNvSpPr/>
              <p:nvPr/>
            </p:nvSpPr>
            <p:spPr>
              <a:xfrm flipV="false" flipH="false">
                <a:off x="683717" y="4766787"/>
                <a:ext cx="541138" cy="54113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false" i="false" u="none" sz="1800">
                    <a:solidFill>
                      <a:srgbClr val="FFFFFF"/>
                    </a:solidFill>
                    <a:latin typeface="Arial"/>
                  </a:rPr>
                  <a:t>3</a:t>
                </a:r>
              </a:p>
            </p:txBody>
          </p:sp>
        </p:grpSp>
        <p:grpSp>
          <p:nvGrpSpPr>
            <p:cNvPr descr="a830fc5b-7f6a-4348-9db3-d308e4e3f35f" id="247" name="组合 246">
              <a:extLst>
                <a:ext uri="{FF2B5EF4-FFF2-40B4-BE49-F238E27FC236}">
                  <a16:creationId id="{A7DD46B8-593C-CF94-5A3E-2B11D0337E89}"/>
                </a:ext>
              </a:extLst>
            </p:cNvPr>
            <p:cNvGrpSpPr/>
            <p:nvPr/>
          </p:nvGrpSpPr>
          <p:grpSpPr>
            <a:xfrm>
              <a:off x="4480293" y="4645201"/>
              <a:ext cx="2918910" cy="1480879"/>
              <a:chOff x="4480293" y="4645201"/>
              <a:chExt cx="2918910" cy="1480879"/>
            </a:xfrm>
          </p:grpSpPr>
          <p:sp>
            <p:nvSpPr>
              <p:cNvPr descr="67f1c8c5-80e9-4b60-87ff-2b50b9492f57" id="234" name="Bullet4">
                <a:extLst>
                  <a:ext uri="{FF2B5EF4-FFF2-40B4-BE49-F238E27FC236}">
                    <a16:creationId id="{253DD636-FC65-5C47-6FDF-2E4A6C83A247}"/>
                  </a:ext>
                </a:extLst>
              </p:cNvPr>
              <p:cNvSpPr txBox="1"/>
              <p:nvPr/>
            </p:nvSpPr>
            <p:spPr>
              <a:xfrm flipV="false" flipH="false">
                <a:off x="5006918" y="4645201"/>
                <a:ext cx="2392285" cy="622986"/>
              </a:xfrm>
              <a:prstGeom prst="rect">
                <a:avLst/>
              </a:prstGeom>
              <a:noFill/>
            </p:spPr>
            <p:txBody>
              <a:bodyPr anchor="b" anchorCtr="0" bIns="46800" lIns="90000" rIns="90000" rtlCol="0" tIns="46800" wrap="square">
                <a:normAutofit/>
              </a:bodyPr>
              <a:lstStyle/>
              <a:p>
                <a:pPr algn="l"/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寻求专业帮助</a:t>
                </a:r>
              </a:p>
            </p:txBody>
          </p:sp>
          <p:sp>
            <p:nvSpPr>
              <p:cNvPr descr="3889cb15-68be-4a46-a46c-7dbdf73d73a5" id="235" name="Text4">
                <a:extLst>
                  <a:ext uri="{FF2B5EF4-FFF2-40B4-BE49-F238E27FC236}">
                    <a16:creationId id="{7FEA5B75-E606-125E-2183-069B975C2A18}"/>
                  </a:ext>
                </a:extLst>
              </p:cNvPr>
              <p:cNvSpPr/>
              <p:nvPr/>
            </p:nvSpPr>
            <p:spPr>
              <a:xfrm flipH="true" flipV="false">
                <a:off x="5006918" y="5298713"/>
                <a:ext cx="2392285" cy="827367"/>
              </a:xfrm>
              <a:prstGeom prst="rect">
                <a:avLst/>
              </a:prstGeom>
              <a:noFill/>
              <a:ln cap="rnd" w="57150">
                <a:noFill/>
                <a:prstDash val="solid"/>
                <a:round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t" anchorCtr="0" bIns="46800" compatLnSpc="1" forceAA="0" fromWordArt="0" lIns="90000" numCol="1" rIns="90000" rot="0" rtlCol="0" spcCol="0" spcFirstLastPara="0" tIns="46800" vert="horz" wrap="square">
                <a:normAutofit/>
              </a:bodyPr>
              <a:lstStyle/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必要时可寻求心理咨询师的帮助，解决心理问题。</a:t>
                </a:r>
              </a:p>
            </p:txBody>
          </p:sp>
          <p:sp>
            <p:nvSpPr>
              <p:cNvPr descr="d0052c59-d326-4ee7-ae5e-41d5b53737de" id="242" name="Number4">
                <a:extLst>
                  <a:ext uri="{FF2B5EF4-FFF2-40B4-BE49-F238E27FC236}">
                    <a16:creationId id="{CED63CF0-DDA1-2D53-D7AC-F223B108897B}"/>
                  </a:ext>
                </a:extLst>
              </p:cNvPr>
              <p:cNvSpPr/>
              <p:nvPr/>
            </p:nvSpPr>
            <p:spPr>
              <a:xfrm flipV="false" flipH="false">
                <a:off x="4480293" y="4766787"/>
                <a:ext cx="541138" cy="54113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false" i="false" u="none" sz="1800">
                    <a:solidFill>
                      <a:srgbClr val="FFFFFF"/>
                    </a:solidFill>
                    <a:latin typeface="Arial"/>
                  </a:rPr>
                  <a:t>4</a:t>
                </a:r>
              </a:p>
            </p:txBody>
          </p: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结语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总结舔脚行为的正确态度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正确态度</a:t>
            </a:r>
          </a:p>
        </p:txBody>
      </p:sp>
      <p:grpSp>
        <p:nvGrpSpPr>
          <p:cNvPr descr="fc5be1f3-ae9d-4064-bb44-8e520f86f7d0" id="11" name="6b3b39ee-0d4e-4f20-a34b-91a18ec72611.source.3.zh-Hans.pptx">
            <a:extLst>
              <a:ext uri="{FF2B5EF4-FFF2-40B4-BE49-F238E27FC236}">
                <a16:creationId id="{CD917187-E712-DBEE-E150-6369D093F6DD}"/>
              </a:ext>
            </a:extLst>
          </p:cNvPr>
          <p:cNvGrpSpPr/>
          <p:nvPr/>
        </p:nvGrpSpPr>
        <p:grpSpPr>
          <a:xfrm>
            <a:off x="750798" y="1104575"/>
            <a:ext cx="10482056" cy="4458026"/>
            <a:chOff x="1315803" y="1344872"/>
            <a:chExt cx="9352046" cy="3977431"/>
          </a:xfrm>
        </p:grpSpPr>
        <p:sp>
          <p:nvSpPr>
            <p:cNvPr descr="b48fc98f-5bd4-41ff-b99c-273a7f3ac848" id="45" name="Title">
              <a:extLst>
                <a:ext uri="{FF2B5EF4-FFF2-40B4-BE49-F238E27FC236}">
                  <a16:creationId id="{D8BAE7D7-F4A2-0953-B1DD-526A51B90350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2057229" y="1344872"/>
              <a:ext cx="8075503" cy="70284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对待舔脚行为的合理观念</a:t>
              </a:r>
            </a:p>
          </p:txBody>
        </p:sp>
        <p:sp>
          <p:nvSpPr>
            <p:cNvPr descr="f0005ffe-dd12-4a48-9cda-15cc1899b2d1" id="60" name="矩形: 圆角 59">
              <a:extLst>
                <a:ext uri="{FF2B5EF4-FFF2-40B4-BE49-F238E27FC236}">
                  <a16:creationId id="{381724B8-3846-3BEE-44A4-BD0D89A144D5}"/>
                </a:ext>
              </a:extLst>
            </p:cNvPr>
            <p:cNvSpPr/>
            <p:nvPr/>
          </p:nvSpPr>
          <p:spPr>
            <a:xfrm flipV="false" flipH="false">
              <a:off x="1627969" y="2512816"/>
              <a:ext cx="2780104" cy="2389064"/>
            </a:xfrm>
            <a:prstGeom prst="round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/>
            <a:p>
              <a:pPr algn="ctr"/>
            </a:p>
          </p:txBody>
        </p:sp>
        <p:sp>
          <p:nvSpPr>
            <p:cNvPr descr="7a737358-168e-4e95-9d55-ab5c6067bc1d" id="61" name="矩形: 圆角 60">
              <a:extLst>
                <a:ext uri="{FF2B5EF4-FFF2-40B4-BE49-F238E27FC236}">
                  <a16:creationId id="{2ADE8EBB-86C6-A7DB-1942-3C5657C39EDF}"/>
                </a:ext>
              </a:extLst>
            </p:cNvPr>
            <p:cNvSpPr/>
            <p:nvPr/>
          </p:nvSpPr>
          <p:spPr>
            <a:xfrm flipV="false" flipH="false">
              <a:off x="1556752" y="2606540"/>
              <a:ext cx="2725688" cy="2337574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/>
            <a:p>
              <a:pPr algn="ctr"/>
            </a:p>
          </p:txBody>
        </p:sp>
        <p:sp>
          <p:nvSpPr>
            <p:cNvPr descr="81a6b8c5-f901-40f2-91d8-4d7ec404248f" id="78" name="矩形: 圆角 77">
              <a:extLst>
                <a:ext uri="{FF2B5EF4-FFF2-40B4-BE49-F238E27FC236}">
                  <a16:creationId id="{A1B3F2C2-6EBC-09BB-48F6-23C22FD63BA0}"/>
                </a:ext>
              </a:extLst>
            </p:cNvPr>
            <p:cNvSpPr/>
            <p:nvPr/>
          </p:nvSpPr>
          <p:spPr>
            <a:xfrm flipV="false" flipH="false">
              <a:off x="4757857" y="2512816"/>
              <a:ext cx="2780104" cy="2389064"/>
            </a:xfrm>
            <a:prstGeom prst="round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/>
            <a:p>
              <a:pPr algn="ctr"/>
            </a:p>
          </p:txBody>
        </p:sp>
        <p:sp>
          <p:nvSpPr>
            <p:cNvPr descr="b6cc929e-8cf6-4668-875b-2bd5cdd77771" id="79" name="矩形: 圆角 78">
              <a:extLst>
                <a:ext uri="{FF2B5EF4-FFF2-40B4-BE49-F238E27FC236}">
                  <a16:creationId id="{0CA72E9F-22C1-6599-C458-CF4B78ECC1A0}"/>
                </a:ext>
              </a:extLst>
            </p:cNvPr>
            <p:cNvSpPr/>
            <p:nvPr/>
          </p:nvSpPr>
          <p:spPr>
            <a:xfrm flipV="false" flipH="false">
              <a:off x="4686640" y="2606540"/>
              <a:ext cx="2725688" cy="2337574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/>
            <a:p>
              <a:pPr algn="ctr"/>
            </a:p>
          </p:txBody>
        </p:sp>
        <p:sp>
          <p:nvSpPr>
            <p:cNvPr descr="0ad72a0c-7732-48a7-a90e-d0c5d48afbc5" id="86" name="矩形: 圆角 85">
              <a:extLst>
                <a:ext uri="{FF2B5EF4-FFF2-40B4-BE49-F238E27FC236}">
                  <a16:creationId id="{0E4B91EF-6414-EC8D-DF52-E43D14D65EC9}"/>
                </a:ext>
              </a:extLst>
            </p:cNvPr>
            <p:cNvSpPr/>
            <p:nvPr/>
          </p:nvSpPr>
          <p:spPr>
            <a:xfrm flipV="false" flipH="false">
              <a:off x="7887745" y="2512816"/>
              <a:ext cx="2780104" cy="2389064"/>
            </a:xfrm>
            <a:prstGeom prst="round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/>
            <a:p>
              <a:pPr algn="ctr"/>
            </a:p>
          </p:txBody>
        </p:sp>
        <p:sp>
          <p:nvSpPr>
            <p:cNvPr descr="7616f543-6ca6-4541-986a-144dc51430da" id="87" name="矩形: 圆角 86">
              <a:extLst>
                <a:ext uri="{FF2B5EF4-FFF2-40B4-BE49-F238E27FC236}">
                  <a16:creationId id="{06FEF1DD-4AA2-6E45-2BF6-7FA52057B8B4}"/>
                </a:ext>
              </a:extLst>
            </p:cNvPr>
            <p:cNvSpPr/>
            <p:nvPr/>
          </p:nvSpPr>
          <p:spPr>
            <a:xfrm flipV="false" flipH="false">
              <a:off x="7816528" y="2606540"/>
              <a:ext cx="2725688" cy="2337574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/>
            <a:p>
              <a:pPr algn="ctr"/>
            </a:p>
          </p:txBody>
        </p:sp>
        <p:grpSp>
          <p:nvGrpSpPr>
            <p:cNvPr descr="bc64e96b-e08c-4677-8262-4e85da24dfa4" id="7" name="组合 6">
              <a:extLst>
                <a:ext uri="{FF2B5EF4-FFF2-40B4-BE49-F238E27FC236}">
                  <a16:creationId id="{A4184E0F-C371-3F41-EC7C-62282DE505A3}"/>
                </a:ext>
              </a:extLst>
            </p:cNvPr>
            <p:cNvGrpSpPr/>
            <p:nvPr/>
          </p:nvGrpSpPr>
          <p:grpSpPr>
            <a:xfrm>
              <a:off x="1315803" y="2761701"/>
              <a:ext cx="2766684" cy="2560602"/>
              <a:chOff x="1315803" y="2761701"/>
              <a:chExt cx="2766684" cy="2560602"/>
            </a:xfrm>
          </p:grpSpPr>
          <p:sp>
            <p:nvSpPr>
              <p:cNvPr descr="92d12e13-28b1-4ea8-9ccb-a694e00e3fe3" id="43" name="Icon1">
                <a:extLst>
                  <a:ext uri="{FF2B5EF4-FFF2-40B4-BE49-F238E27FC236}">
                    <a16:creationId id="{8589FA4E-BF68-994F-4B9F-3957E573A474}"/>
                  </a:ext>
                </a:extLst>
              </p:cNvPr>
              <p:cNvSpPr/>
              <p:nvPr/>
            </p:nvSpPr>
            <p:spPr>
              <a:xfrm flipV="false" flipH="false">
                <a:off x="1315803" y="4420548"/>
                <a:ext cx="977235" cy="901755"/>
              </a:xfrm>
              <a:custGeom>
                <a:avLst/>
                <a:gdLst>
                  <a:gd fmla="*/ 497692 w 1255263" name="connsiteX0"/>
                  <a:gd fmla="*/ 881945 h 1158309" name="connsiteY0"/>
                  <a:gd fmla="*/ 511396 w 1255263" name="connsiteX1"/>
                  <a:gd fmla="*/ 884231 h 1158309" name="connsiteY1"/>
                  <a:gd fmla="*/ 511396 w 1255263" name="connsiteX2"/>
                  <a:gd fmla="*/ 884326 h 1158309" name="connsiteY2"/>
                  <a:gd fmla="*/ 510063 w 1255263" name="connsiteX3"/>
                  <a:gd fmla="*/ 905472 h 1158309" name="connsiteY3"/>
                  <a:gd fmla="*/ 461199 w 1255263" name="connsiteX4"/>
                  <a:gd fmla="*/ 1043299 h 1158309" name="connsiteY4"/>
                  <a:gd fmla="*/ 427672 w 1255263" name="connsiteX5"/>
                  <a:gd fmla="*/ 1070254 h 1158309" name="connsiteY5"/>
                  <a:gd fmla="*/ 406145 w 1255263" name="connsiteX6"/>
                  <a:gd fmla="*/ 1027201 h 1158309" name="connsiteY6"/>
                  <a:gd fmla="*/ 485488 w 1255263" name="connsiteX7"/>
                  <a:gd fmla="*/ 888803 h 1158309" name="connsiteY7"/>
                  <a:gd fmla="*/ 497692 w 1255263" name="connsiteX8"/>
                  <a:gd fmla="*/ 881945 h 1158309" name="connsiteY8"/>
                  <a:gd fmla="*/ 646747 w 1255263" name="connsiteX9"/>
                  <a:gd fmla="*/ 852037 h 1158309" name="connsiteY9"/>
                  <a:gd fmla="*/ 657796 w 1255263" name="connsiteX10"/>
                  <a:gd fmla="*/ 879088 h 1158309" name="connsiteY10"/>
                  <a:gd fmla="*/ 657986 w 1255263" name="connsiteX11"/>
                  <a:gd fmla="*/ 879088 h 1158309" name="connsiteY11"/>
                  <a:gd fmla="*/ 667321 w 1255263" name="connsiteX12"/>
                  <a:gd fmla="*/ 1066254 h 1158309" name="connsiteY12"/>
                  <a:gd fmla="*/ 649223 w 1255263" name="connsiteX13"/>
                  <a:gd fmla="*/ 1108831 h 1158309" name="connsiteY13"/>
                  <a:gd fmla="*/ 609885 w 1255263" name="connsiteX14"/>
                  <a:gd fmla="*/ 1083494 h 1158309" name="connsiteY14"/>
                  <a:gd fmla="*/ 595216 w 1255263" name="connsiteX15"/>
                  <a:gd fmla="*/ 995578 h 1158309" name="connsiteY15"/>
                  <a:gd fmla="*/ 624172 w 1255263" name="connsiteX16"/>
                  <a:gd fmla="*/ 872706 h 1158309" name="connsiteY16"/>
                  <a:gd fmla="*/ 646747 w 1255263" name="connsiteX17"/>
                  <a:gd fmla="*/ 852037 h 1158309" name="connsiteY17"/>
                  <a:gd fmla="*/ 150613 w 1255263" name="connsiteX18"/>
                  <a:gd fmla="*/ 719993 h 1158309" name="connsiteY18"/>
                  <a:gd fmla="*/ 183452 w 1255263" name="connsiteX19"/>
                  <a:gd fmla="*/ 726973 h 1158309" name="connsiteY19"/>
                  <a:gd fmla="*/ 52102 w 1255263" name="connsiteX20"/>
                  <a:gd fmla="*/ 849846 h 1158309" name="connsiteY20"/>
                  <a:gd fmla="*/ 16669 w 1255263" name="connsiteX21"/>
                  <a:gd fmla="*/ 864991 h 1158309" name="connsiteY21"/>
                  <a:gd fmla="*/ 0 w 1255263" name="connsiteX22"/>
                  <a:gd fmla="*/ 833749 h 1158309" name="connsiteY22"/>
                  <a:gd fmla="*/ 150613 w 1255263" name="connsiteX23"/>
                  <a:gd fmla="*/ 719993 h 1158309" name="connsiteY23"/>
                  <a:gd fmla="*/ 858868 w 1255263" name="connsiteX24"/>
                  <a:gd fmla="*/ 672299 h 1158309" name="connsiteY24"/>
                  <a:gd fmla="*/ 900016 w 1255263" name="connsiteX25"/>
                  <a:gd fmla="*/ 721924 h 1158309" name="connsiteY25"/>
                  <a:gd fmla="*/ 873156 w 1255263" name="connsiteX26"/>
                  <a:gd fmla="*/ 759167 h 1158309" name="connsiteY26"/>
                  <a:gd fmla="*/ 833722 w 1255263" name="connsiteX27"/>
                  <a:gd fmla="*/ 714400 h 1158309" name="connsiteY27"/>
                  <a:gd fmla="*/ 858868 w 1255263" name="connsiteX28"/>
                  <a:gd fmla="*/ 672299 h 1158309" name="connsiteY28"/>
                  <a:gd fmla="*/ 229742 w 1255263" name="connsiteX29"/>
                  <a:gd fmla="*/ 651535 h 1158309" name="connsiteY29"/>
                  <a:gd fmla="*/ 251174 w 1255263" name="connsiteX30"/>
                  <a:gd fmla="*/ 672109 h 1158309" name="connsiteY30"/>
                  <a:gd fmla="*/ 251078 w 1255263" name="connsiteX31"/>
                  <a:gd fmla="*/ 672109 h 1158309" name="connsiteY31"/>
                  <a:gd fmla="*/ 222884 w 1255263" name="connsiteX32"/>
                  <a:gd fmla="*/ 703256 h 1158309" name="connsiteY32"/>
                  <a:gd fmla="*/ 198977 w 1255263" name="connsiteX33"/>
                  <a:gd fmla="*/ 680777 h 1158309" name="connsiteY33"/>
                  <a:gd fmla="*/ 229742 w 1255263" name="connsiteX34"/>
                  <a:gd fmla="*/ 651535 h 1158309" name="connsiteY34"/>
                  <a:gd fmla="*/ 1084135 w 1255263" name="connsiteX35"/>
                  <a:gd fmla="*/ 405218 h 1158309" name="connsiteY35"/>
                  <a:gd fmla="*/ 1108614 w 1255263" name="connsiteX36"/>
                  <a:gd fmla="*/ 422935 h 1158309" name="connsiteY36"/>
                  <a:gd fmla="*/ 1088230 w 1255263" name="connsiteX37"/>
                  <a:gd fmla="*/ 444461 h 1158309" name="connsiteY37"/>
                  <a:gd fmla="*/ 1088135 w 1255263" name="connsiteX38"/>
                  <a:gd fmla="*/ 444461 h 1158309" name="connsiteY38"/>
                  <a:gd fmla="*/ 923067 w 1255263" name="connsiteX39"/>
                  <a:gd fmla="*/ 435222 h 1158309" name="connsiteY39"/>
                  <a:gd fmla="*/ 1084135 w 1255263" name="connsiteX40"/>
                  <a:gd fmla="*/ 405218 h 1158309" name="connsiteY40"/>
                  <a:gd fmla="*/ 463772 w 1255263" name="connsiteX41"/>
                  <a:gd fmla="*/ 288251 h 1158309" name="connsiteY41"/>
                  <a:gd fmla="*/ 479965 w 1255263" name="connsiteX42"/>
                  <a:gd fmla="*/ 301967 h 1158309" name="connsiteY42"/>
                  <a:gd fmla="*/ 463486 w 1255263" name="connsiteX43"/>
                  <a:gd fmla="*/ 319874 h 1158309" name="connsiteY43"/>
                  <a:gd fmla="*/ 446818 w 1255263" name="connsiteX44"/>
                  <a:gd fmla="*/ 305777 h 1158309" name="connsiteY44"/>
                  <a:gd fmla="*/ 463772 w 1255263" name="connsiteX45"/>
                  <a:gd fmla="*/ 288251 h 1158309" name="connsiteY45"/>
                  <a:gd fmla="*/ 352258 w 1255263" name="connsiteX46"/>
                  <a:gd fmla="*/ 204027 h 1158309" name="connsiteY46"/>
                  <a:gd fmla="*/ 374427 w 1255263" name="connsiteX47"/>
                  <a:gd fmla="*/ 210813 h 1158309" name="connsiteY47"/>
                  <a:gd fmla="*/ 442055 w 1255263" name="connsiteX48"/>
                  <a:gd fmla="*/ 281774 h 1158309" name="connsiteY48"/>
                  <a:gd fmla="*/ 350710 w 1255263" name="connsiteX49"/>
                  <a:gd fmla="*/ 251770 h 1158309" name="connsiteY49"/>
                  <a:gd fmla="*/ 332517 w 1255263" name="connsiteX50"/>
                  <a:gd fmla="*/ 216242 h 1158309" name="connsiteY50"/>
                  <a:gd fmla="*/ 352258 w 1255263" name="connsiteX51"/>
                  <a:gd fmla="*/ 204027 h 1158309" name="connsiteY51"/>
                  <a:gd fmla="*/ 772573 w 1255263" name="connsiteX52"/>
                  <a:gd fmla="*/ 122802 h 1158309" name="connsiteY52"/>
                  <a:gd fmla="*/ 820864 w 1255263" name="connsiteX53"/>
                  <a:gd fmla="*/ 185953 h 1158309" name="connsiteY53"/>
                  <a:gd fmla="*/ 856488 w 1255263" name="connsiteX54"/>
                  <a:gd fmla="*/ 199669 h 1158309" name="connsiteY54"/>
                  <a:gd fmla="*/ 839533 w 1255263" name="connsiteX55"/>
                  <a:gd fmla="*/ 232530 h 1158309" name="connsiteY55"/>
                  <a:gd fmla="*/ 839533 w 1255263" name="connsiteX56"/>
                  <a:gd fmla="*/ 232625 h 1158309" name="connsiteY56"/>
                  <a:gd fmla="*/ 790099 w 1255263" name="connsiteX57"/>
                  <a:gd fmla="*/ 230815 h 1158309" name="connsiteY57"/>
                  <a:gd fmla="*/ 772573 w 1255263" name="connsiteX58"/>
                  <a:gd fmla="*/ 122802 h 1158309" name="connsiteY58"/>
                  <a:gd fmla="*/ 485798 w 1255263" name="connsiteX59"/>
                  <a:gd fmla="*/ 78630 h 1158309" name="connsiteY59"/>
                  <a:gd fmla="*/ 503110 w 1255263" name="connsiteX60"/>
                  <a:gd fmla="*/ 88036 h 1158309" name="connsiteY60"/>
                  <a:gd fmla="*/ 528541 w 1255263" name="connsiteX61"/>
                  <a:gd fmla="*/ 127088 h 1158309" name="connsiteY61"/>
                  <a:gd fmla="*/ 529780 w 1255263" name="connsiteX62"/>
                  <a:gd fmla="*/ 213099 h 1158309" name="connsiteY62"/>
                  <a:gd fmla="*/ 529684 w 1255263" name="connsiteX63"/>
                  <a:gd fmla="*/ 213194 h 1158309" name="connsiteY63"/>
                  <a:gd fmla="*/ 466819 w 1255263" name="connsiteX64"/>
                  <a:gd fmla="*/ 134613 h 1158309" name="connsiteY64"/>
                  <a:gd fmla="*/ 468915 w 1255263" name="connsiteX65"/>
                  <a:gd fmla="*/ 82511 h 1158309" name="connsiteY65"/>
                  <a:gd fmla="*/ 485798 w 1255263" name="connsiteX66"/>
                  <a:gd fmla="*/ 78630 h 1158309" name="connsiteY66"/>
                  <a:gd fmla="*/ 637520 w 1255263" name="connsiteX67"/>
                  <a:gd fmla="*/ 251 h 1158309" name="connsiteY67"/>
                  <a:gd fmla="*/ 682466 w 1255263" name="connsiteX68"/>
                  <a:gd fmla="*/ 9836 h 1158309" name="connsiteY68"/>
                  <a:gd fmla="*/ 738187 w 1255263" name="connsiteX69"/>
                  <a:gd fmla="*/ 97847 h 1158309" name="connsiteY69"/>
                  <a:gd fmla="*/ 737234 w 1255263" name="connsiteX70"/>
                  <a:gd fmla="*/ 188048 h 1158309" name="connsiteY70"/>
                  <a:gd fmla="*/ 836104 w 1255263" name="connsiteX71"/>
                  <a:gd fmla="*/ 268916 h 1158309" name="connsiteY71"/>
                  <a:gd fmla="*/ 910970 w 1255263" name="connsiteX72"/>
                  <a:gd fmla="*/ 261391 h 1158309" name="connsiteY72"/>
                  <a:gd fmla="*/ 968882 w 1255263" name="connsiteX73"/>
                  <a:gd fmla="*/ 300729 h 1158309" name="connsiteY73"/>
                  <a:gd fmla="*/ 935259 w 1255263" name="connsiteX74"/>
                  <a:gd fmla="*/ 355784 h 1158309" name="connsiteY74"/>
                  <a:gd fmla="*/ 883634 w 1255263" name="connsiteX75"/>
                  <a:gd fmla="*/ 379691 h 1158309" name="connsiteY75"/>
                  <a:gd fmla="*/ 872966 w 1255263" name="connsiteX76"/>
                  <a:gd fmla="*/ 461606 h 1158309" name="connsiteY76"/>
                  <a:gd fmla="*/ 992885 w 1255263" name="connsiteX77"/>
                  <a:gd fmla="*/ 494087 h 1158309" name="connsiteY77"/>
                  <a:gd fmla="*/ 1125474 w 1255263" name="connsiteX78"/>
                  <a:gd fmla="*/ 484943 h 1158309" name="connsiteY78"/>
                  <a:gd fmla="*/ 1254918 w 1255263" name="connsiteX79"/>
                  <a:gd fmla="*/ 583622 h 1158309" name="connsiteY79"/>
                  <a:gd fmla="*/ 1255013 w 1255263" name="connsiteX80"/>
                  <a:gd fmla="*/ 583526 h 1158309" name="connsiteY80"/>
                  <a:gd fmla="*/ 1135284 w 1255263" name="connsiteX81"/>
                  <a:gd fmla="*/ 718781 h 1158309" name="connsiteY81"/>
                  <a:gd fmla="*/ 941641 w 1255263" name="connsiteX82"/>
                  <a:gd fmla="*/ 670204 h 1158309" name="connsiteY82"/>
                  <a:gd fmla="*/ 897159 w 1255263" name="connsiteX83"/>
                  <a:gd fmla="*/ 642772 h 1158309" name="connsiteY83"/>
                  <a:gd fmla="*/ 813625 w 1255263" name="connsiteX84"/>
                  <a:gd fmla="*/ 634676 h 1158309" name="connsiteY84"/>
                  <a:gd fmla="*/ 790289 w 1255263" name="connsiteX85"/>
                  <a:gd fmla="*/ 725830 h 1158309" name="connsiteY85"/>
                  <a:gd fmla="*/ 875728 w 1255263" name="connsiteX86"/>
                  <a:gd fmla="*/ 842702 h 1158309" name="connsiteY86"/>
                  <a:gd fmla="*/ 981646 w 1255263" name="connsiteX87"/>
                  <a:gd fmla="*/ 930522 h 1158309" name="connsiteY87"/>
                  <a:gd fmla="*/ 995838 w 1255263" name="connsiteX88"/>
                  <a:gd fmla="*/ 1120927 h 1158309" name="connsiteY88"/>
                  <a:gd fmla="*/ 793813 w 1255263" name="connsiteX89"/>
                  <a:gd fmla="*/ 1114164 h 1158309" name="connsiteY89"/>
                  <a:gd fmla="*/ 711993 w 1255263" name="connsiteX90"/>
                  <a:gd fmla="*/ 912901 h 1158309" name="connsiteY90"/>
                  <a:gd fmla="*/ 707993 w 1255263" name="connsiteX91"/>
                  <a:gd fmla="*/ 832319 h 1158309" name="connsiteY91"/>
                  <a:gd fmla="*/ 670750 w 1255263" name="connsiteX92"/>
                  <a:gd fmla="*/ 787266 h 1158309" name="connsiteY92"/>
                  <a:gd fmla="*/ 623030 w 1255263" name="connsiteX93"/>
                  <a:gd fmla="*/ 810793 h 1158309" name="connsiteY93"/>
                  <a:gd fmla="*/ 529494 w 1255263" name="connsiteX94"/>
                  <a:gd fmla="*/ 833081 h 1158309" name="connsiteY94"/>
                  <a:gd fmla="*/ 419099 w 1255263" name="connsiteX95"/>
                  <a:gd fmla="*/ 874801 h 1158309" name="connsiteY95"/>
                  <a:gd fmla="*/ 376046 w 1255263" name="connsiteX96"/>
                  <a:gd fmla="*/ 969860 h 1158309" name="connsiteY96"/>
                  <a:gd fmla="*/ 217836 w 1255263" name="connsiteX97"/>
                  <a:gd fmla="*/ 1058538 h 1158309" name="connsiteY97"/>
                  <a:gd fmla="*/ 92773 w 1255263" name="connsiteX98"/>
                  <a:gd fmla="*/ 936904 h 1158309" name="connsiteY98"/>
                  <a:gd fmla="*/ 180879 w 1255263" name="connsiteX99"/>
                  <a:gd fmla="*/ 773645 h 1158309" name="connsiteY99"/>
                  <a:gd fmla="*/ 289655 w 1255263" name="connsiteX100"/>
                  <a:gd fmla="*/ 716876 h 1158309" name="connsiteY100"/>
                  <a:gd fmla="*/ 322516 w 1255263" name="connsiteX101"/>
                  <a:gd fmla="*/ 633247 h 1158309" name="connsiteY101"/>
                  <a:gd fmla="*/ 253269 w 1255263" name="connsiteX102"/>
                  <a:gd fmla="*/ 575144 h 1158309" name="connsiteY102"/>
                  <a:gd fmla="*/ 120110 w 1255263" name="connsiteX103"/>
                  <a:gd fmla="*/ 547808 h 1158309" name="connsiteY103"/>
                  <a:gd fmla="*/ 61912 w 1255263" name="connsiteX104"/>
                  <a:gd fmla="*/ 362165 h 1158309" name="connsiteY104"/>
                  <a:gd fmla="*/ 64865 w 1255263" name="connsiteX105"/>
                  <a:gd fmla="*/ 356355 h 1158309" name="connsiteY105"/>
                  <a:gd fmla="*/ 120491 w 1255263" name="connsiteX106"/>
                  <a:gd fmla="*/ 298443 h 1158309" name="connsiteY106"/>
                  <a:gd fmla="*/ 386048 w 1255263" name="connsiteX107"/>
                  <a:gd fmla="*/ 324923 h 1158309" name="connsiteY107"/>
                  <a:gd fmla="*/ 568547 w 1255263" name="connsiteX108"/>
                  <a:gd fmla="*/ 280346 h 1158309" name="connsiteY108"/>
                  <a:gd fmla="*/ 567404 w 1255263" name="connsiteX109"/>
                  <a:gd fmla="*/ 181857 h 1158309" name="connsiteY109"/>
                  <a:gd fmla="*/ 568832 w 1255263" name="connsiteX110"/>
                  <a:gd fmla="*/ 173761 h 1158309" name="connsiteY110"/>
                  <a:gd fmla="*/ 559498 w 1255263" name="connsiteX111"/>
                  <a:gd fmla="*/ 148139 h 1158309" name="connsiteY111"/>
                  <a:gd fmla="*/ 567594 w 1255263" name="connsiteX112"/>
                  <a:gd fmla="*/ 70415 h 1158309" name="connsiteY112"/>
                  <a:gd fmla="*/ 596360 w 1255263" name="connsiteX113"/>
                  <a:gd fmla="*/ 22599 h 1158309" name="connsiteY113"/>
                  <a:gd fmla="*/ 637520 w 1255263" name="connsiteX114"/>
                  <a:gd fmla="*/ 251 h 1158309" name="connsiteY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b="b" l="l" r="r" t="t"/>
                <a:pathLst>
                  <a:path h="1158309" w="1255263">
                    <a:moveTo>
                      <a:pt x="497692" y="881945"/>
                    </a:moveTo>
                    <a:cubicBezTo>
                      <a:pt x="502110" y="880564"/>
                      <a:pt x="506777" y="880707"/>
                      <a:pt x="511396" y="884231"/>
                    </a:cubicBezTo>
                    <a:lnTo>
                      <a:pt x="511396" y="884326"/>
                    </a:lnTo>
                    <a:cubicBezTo>
                      <a:pt x="519969" y="890899"/>
                      <a:pt x="513587" y="899281"/>
                      <a:pt x="510063" y="905472"/>
                    </a:cubicBezTo>
                    <a:cubicBezTo>
                      <a:pt x="485488" y="948525"/>
                      <a:pt x="474344" y="996150"/>
                      <a:pt x="461199" y="1043299"/>
                    </a:cubicBezTo>
                    <a:cubicBezTo>
                      <a:pt x="456913" y="1058539"/>
                      <a:pt x="447388" y="1073588"/>
                      <a:pt x="427672" y="1070254"/>
                    </a:cubicBezTo>
                    <a:cubicBezTo>
                      <a:pt x="407383" y="1066825"/>
                      <a:pt x="406431" y="1049871"/>
                      <a:pt x="406145" y="1027201"/>
                    </a:cubicBezTo>
                    <a:cubicBezTo>
                      <a:pt x="413479" y="974719"/>
                      <a:pt x="436053" y="924236"/>
                      <a:pt x="485488" y="888803"/>
                    </a:cubicBezTo>
                    <a:cubicBezTo>
                      <a:pt x="489108" y="886232"/>
                      <a:pt x="493275" y="883327"/>
                      <a:pt x="497692" y="881945"/>
                    </a:cubicBezTo>
                    <a:close/>
                    <a:moveTo>
                      <a:pt x="646747" y="852037"/>
                    </a:moveTo>
                    <a:cubicBezTo>
                      <a:pt x="660939" y="854418"/>
                      <a:pt x="659415" y="868896"/>
                      <a:pt x="657796" y="879088"/>
                    </a:cubicBezTo>
                    <a:lnTo>
                      <a:pt x="657986" y="879088"/>
                    </a:lnTo>
                    <a:cubicBezTo>
                      <a:pt x="648271" y="942238"/>
                      <a:pt x="650747" y="1004437"/>
                      <a:pt x="667321" y="1066254"/>
                    </a:cubicBezTo>
                    <a:cubicBezTo>
                      <a:pt x="672083" y="1084256"/>
                      <a:pt x="669892" y="1102639"/>
                      <a:pt x="649223" y="1108831"/>
                    </a:cubicBezTo>
                    <a:cubicBezTo>
                      <a:pt x="628744" y="1114927"/>
                      <a:pt x="616648" y="1100830"/>
                      <a:pt x="609885" y="1083494"/>
                    </a:cubicBezTo>
                    <a:cubicBezTo>
                      <a:pt x="598931" y="1055300"/>
                      <a:pt x="594169" y="1025868"/>
                      <a:pt x="595216" y="995578"/>
                    </a:cubicBezTo>
                    <a:cubicBezTo>
                      <a:pt x="595216" y="952335"/>
                      <a:pt x="604551" y="911282"/>
                      <a:pt x="624172" y="872706"/>
                    </a:cubicBezTo>
                    <a:cubicBezTo>
                      <a:pt x="629030" y="863086"/>
                      <a:pt x="633888" y="849846"/>
                      <a:pt x="646747" y="852037"/>
                    </a:cubicBezTo>
                    <a:close/>
                    <a:moveTo>
                      <a:pt x="150613" y="719993"/>
                    </a:moveTo>
                    <a:cubicBezTo>
                      <a:pt x="161567" y="720964"/>
                      <a:pt x="172582" y="723235"/>
                      <a:pt x="183452" y="726973"/>
                    </a:cubicBezTo>
                    <a:cubicBezTo>
                      <a:pt x="108680" y="745357"/>
                      <a:pt x="73247" y="790410"/>
                      <a:pt x="52102" y="849846"/>
                    </a:cubicBezTo>
                    <a:cubicBezTo>
                      <a:pt x="47435" y="862800"/>
                      <a:pt x="33147" y="871944"/>
                      <a:pt x="16669" y="864991"/>
                    </a:cubicBezTo>
                    <a:cubicBezTo>
                      <a:pt x="3239" y="859371"/>
                      <a:pt x="0" y="847560"/>
                      <a:pt x="0" y="833749"/>
                    </a:cubicBezTo>
                    <a:cubicBezTo>
                      <a:pt x="250" y="770158"/>
                      <a:pt x="73936" y="713203"/>
                      <a:pt x="150613" y="719993"/>
                    </a:cubicBezTo>
                    <a:close/>
                    <a:moveTo>
                      <a:pt x="858868" y="672299"/>
                    </a:moveTo>
                    <a:cubicBezTo>
                      <a:pt x="887348" y="673823"/>
                      <a:pt x="897159" y="696874"/>
                      <a:pt x="900016" y="721924"/>
                    </a:cubicBezTo>
                    <a:cubicBezTo>
                      <a:pt x="902302" y="741641"/>
                      <a:pt x="893730" y="758977"/>
                      <a:pt x="873156" y="759167"/>
                    </a:cubicBezTo>
                    <a:cubicBezTo>
                      <a:pt x="842104" y="759453"/>
                      <a:pt x="838199" y="733164"/>
                      <a:pt x="833722" y="714400"/>
                    </a:cubicBezTo>
                    <a:cubicBezTo>
                      <a:pt x="833627" y="691254"/>
                      <a:pt x="835437" y="671061"/>
                      <a:pt x="858868" y="672299"/>
                    </a:cubicBezTo>
                    <a:close/>
                    <a:moveTo>
                      <a:pt x="229742" y="651535"/>
                    </a:moveTo>
                    <a:cubicBezTo>
                      <a:pt x="241839" y="651249"/>
                      <a:pt x="250602" y="659631"/>
                      <a:pt x="251174" y="672109"/>
                    </a:cubicBezTo>
                    <a:lnTo>
                      <a:pt x="251078" y="672109"/>
                    </a:lnTo>
                    <a:cubicBezTo>
                      <a:pt x="251936" y="690969"/>
                      <a:pt x="240220" y="700017"/>
                      <a:pt x="222884" y="703256"/>
                    </a:cubicBezTo>
                    <a:cubicBezTo>
                      <a:pt x="208692" y="702303"/>
                      <a:pt x="197453" y="696207"/>
                      <a:pt x="198977" y="680777"/>
                    </a:cubicBezTo>
                    <a:cubicBezTo>
                      <a:pt x="200691" y="663537"/>
                      <a:pt x="212026" y="652011"/>
                      <a:pt x="229742" y="651535"/>
                    </a:cubicBezTo>
                    <a:close/>
                    <a:moveTo>
                      <a:pt x="1084135" y="405218"/>
                    </a:moveTo>
                    <a:cubicBezTo>
                      <a:pt x="1095374" y="406171"/>
                      <a:pt x="1106899" y="409219"/>
                      <a:pt x="1108614" y="422935"/>
                    </a:cubicBezTo>
                    <a:cubicBezTo>
                      <a:pt x="1110424" y="437318"/>
                      <a:pt x="1098994" y="442747"/>
                      <a:pt x="1088230" y="444461"/>
                    </a:cubicBezTo>
                    <a:lnTo>
                      <a:pt x="1088135" y="444461"/>
                    </a:lnTo>
                    <a:cubicBezTo>
                      <a:pt x="1032700" y="453224"/>
                      <a:pt x="977359" y="455320"/>
                      <a:pt x="923067" y="435222"/>
                    </a:cubicBezTo>
                    <a:cubicBezTo>
                      <a:pt x="975073" y="409028"/>
                      <a:pt x="1028604" y="400742"/>
                      <a:pt x="1084135" y="405218"/>
                    </a:cubicBezTo>
                    <a:close/>
                    <a:moveTo>
                      <a:pt x="463772" y="288251"/>
                    </a:moveTo>
                    <a:cubicBezTo>
                      <a:pt x="472440" y="288061"/>
                      <a:pt x="479203" y="293204"/>
                      <a:pt x="479965" y="301967"/>
                    </a:cubicBezTo>
                    <a:cubicBezTo>
                      <a:pt x="481012" y="313397"/>
                      <a:pt x="473869" y="318826"/>
                      <a:pt x="463486" y="319874"/>
                    </a:cubicBezTo>
                    <a:cubicBezTo>
                      <a:pt x="454152" y="319017"/>
                      <a:pt x="447675" y="314540"/>
                      <a:pt x="446818" y="305777"/>
                    </a:cubicBezTo>
                    <a:cubicBezTo>
                      <a:pt x="445770" y="294347"/>
                      <a:pt x="452914" y="288442"/>
                      <a:pt x="463772" y="288251"/>
                    </a:cubicBezTo>
                    <a:close/>
                    <a:moveTo>
                      <a:pt x="352258" y="204027"/>
                    </a:moveTo>
                    <a:cubicBezTo>
                      <a:pt x="359759" y="203550"/>
                      <a:pt x="367665" y="206241"/>
                      <a:pt x="374427" y="210813"/>
                    </a:cubicBezTo>
                    <a:cubicBezTo>
                      <a:pt x="398907" y="227386"/>
                      <a:pt x="418814" y="249199"/>
                      <a:pt x="442055" y="281774"/>
                    </a:cubicBezTo>
                    <a:cubicBezTo>
                      <a:pt x="400335" y="278059"/>
                      <a:pt x="376428" y="261962"/>
                      <a:pt x="350710" y="251770"/>
                    </a:cubicBezTo>
                    <a:cubicBezTo>
                      <a:pt x="336137" y="245960"/>
                      <a:pt x="320325" y="235387"/>
                      <a:pt x="332517" y="216242"/>
                    </a:cubicBezTo>
                    <a:cubicBezTo>
                      <a:pt x="337661" y="208146"/>
                      <a:pt x="344757" y="204503"/>
                      <a:pt x="352258" y="204027"/>
                    </a:cubicBezTo>
                    <a:close/>
                    <a:moveTo>
                      <a:pt x="772573" y="122802"/>
                    </a:moveTo>
                    <a:cubicBezTo>
                      <a:pt x="786479" y="164236"/>
                      <a:pt x="805243" y="179857"/>
                      <a:pt x="820864" y="185953"/>
                    </a:cubicBezTo>
                    <a:cubicBezTo>
                      <a:pt x="836771" y="192239"/>
                      <a:pt x="852487" y="189858"/>
                      <a:pt x="856488" y="199669"/>
                    </a:cubicBezTo>
                    <a:cubicBezTo>
                      <a:pt x="860774" y="210432"/>
                      <a:pt x="846963" y="225767"/>
                      <a:pt x="839533" y="232530"/>
                    </a:cubicBezTo>
                    <a:lnTo>
                      <a:pt x="839533" y="232625"/>
                    </a:lnTo>
                    <a:cubicBezTo>
                      <a:pt x="822579" y="248056"/>
                      <a:pt x="806101" y="246722"/>
                      <a:pt x="790099" y="230815"/>
                    </a:cubicBezTo>
                    <a:cubicBezTo>
                      <a:pt x="761714" y="202526"/>
                      <a:pt x="770096" y="167951"/>
                      <a:pt x="772573" y="122802"/>
                    </a:cubicBezTo>
                    <a:close/>
                    <a:moveTo>
                      <a:pt x="485798" y="78630"/>
                    </a:moveTo>
                    <a:cubicBezTo>
                      <a:pt x="491561" y="79987"/>
                      <a:pt x="497395" y="83559"/>
                      <a:pt x="503110" y="88036"/>
                    </a:cubicBezTo>
                    <a:cubicBezTo>
                      <a:pt x="516540" y="98608"/>
                      <a:pt x="518731" y="114991"/>
                      <a:pt x="528541" y="127088"/>
                    </a:cubicBezTo>
                    <a:cubicBezTo>
                      <a:pt x="554830" y="155377"/>
                      <a:pt x="538447" y="184333"/>
                      <a:pt x="529780" y="213099"/>
                    </a:cubicBezTo>
                    <a:lnTo>
                      <a:pt x="529684" y="213194"/>
                    </a:lnTo>
                    <a:cubicBezTo>
                      <a:pt x="504348" y="216337"/>
                      <a:pt x="492823" y="202050"/>
                      <a:pt x="466819" y="134613"/>
                    </a:cubicBezTo>
                    <a:cubicBezTo>
                      <a:pt x="460057" y="116896"/>
                      <a:pt x="450055" y="97751"/>
                      <a:pt x="468915" y="82511"/>
                    </a:cubicBezTo>
                    <a:cubicBezTo>
                      <a:pt x="474344" y="78130"/>
                      <a:pt x="480036" y="77272"/>
                      <a:pt x="485798" y="78630"/>
                    </a:cubicBezTo>
                    <a:close/>
                    <a:moveTo>
                      <a:pt x="637520" y="251"/>
                    </a:moveTo>
                    <a:cubicBezTo>
                      <a:pt x="652153" y="-1071"/>
                      <a:pt x="667417" y="2930"/>
                      <a:pt x="682466" y="9836"/>
                    </a:cubicBezTo>
                    <a:cubicBezTo>
                      <a:pt x="719042" y="26600"/>
                      <a:pt x="735329" y="59556"/>
                      <a:pt x="738187" y="97847"/>
                    </a:cubicBezTo>
                    <a:cubicBezTo>
                      <a:pt x="740378" y="127755"/>
                      <a:pt x="741521" y="158521"/>
                      <a:pt x="737234" y="188048"/>
                    </a:cubicBezTo>
                    <a:cubicBezTo>
                      <a:pt x="729614" y="241007"/>
                      <a:pt x="775334" y="281870"/>
                      <a:pt x="836104" y="268916"/>
                    </a:cubicBezTo>
                    <a:cubicBezTo>
                      <a:pt x="861345" y="263582"/>
                      <a:pt x="885920" y="262629"/>
                      <a:pt x="910970" y="261391"/>
                    </a:cubicBezTo>
                    <a:cubicBezTo>
                      <a:pt x="940307" y="259867"/>
                      <a:pt x="960500" y="273964"/>
                      <a:pt x="968882" y="300729"/>
                    </a:cubicBezTo>
                    <a:cubicBezTo>
                      <a:pt x="978026" y="329780"/>
                      <a:pt x="957071" y="344354"/>
                      <a:pt x="935259" y="355784"/>
                    </a:cubicBezTo>
                    <a:cubicBezTo>
                      <a:pt x="918495" y="364642"/>
                      <a:pt x="900017" y="370262"/>
                      <a:pt x="883634" y="379691"/>
                    </a:cubicBezTo>
                    <a:cubicBezTo>
                      <a:pt x="847534" y="400361"/>
                      <a:pt x="843629" y="432365"/>
                      <a:pt x="872966" y="461606"/>
                    </a:cubicBezTo>
                    <a:cubicBezTo>
                      <a:pt x="906589" y="495134"/>
                      <a:pt x="949737" y="496182"/>
                      <a:pt x="992885" y="494087"/>
                    </a:cubicBezTo>
                    <a:cubicBezTo>
                      <a:pt x="1037177" y="491991"/>
                      <a:pt x="1081373" y="484371"/>
                      <a:pt x="1125474" y="484943"/>
                    </a:cubicBezTo>
                    <a:cubicBezTo>
                      <a:pt x="1202912" y="485990"/>
                      <a:pt x="1251394" y="525043"/>
                      <a:pt x="1254918" y="583622"/>
                    </a:cubicBezTo>
                    <a:lnTo>
                      <a:pt x="1255013" y="583526"/>
                    </a:lnTo>
                    <a:cubicBezTo>
                      <a:pt x="1259204" y="651916"/>
                      <a:pt x="1210532" y="705922"/>
                      <a:pt x="1135284" y="718781"/>
                    </a:cubicBezTo>
                    <a:cubicBezTo>
                      <a:pt x="1063180" y="731164"/>
                      <a:pt x="1001458" y="704875"/>
                      <a:pt x="941641" y="670204"/>
                    </a:cubicBezTo>
                    <a:cubicBezTo>
                      <a:pt x="926591" y="661441"/>
                      <a:pt x="912209" y="651440"/>
                      <a:pt x="897159" y="642772"/>
                    </a:cubicBezTo>
                    <a:cubicBezTo>
                      <a:pt x="870584" y="627437"/>
                      <a:pt x="842581" y="611720"/>
                      <a:pt x="813625" y="634676"/>
                    </a:cubicBezTo>
                    <a:cubicBezTo>
                      <a:pt x="783907" y="658202"/>
                      <a:pt x="781335" y="692016"/>
                      <a:pt x="790289" y="725830"/>
                    </a:cubicBezTo>
                    <a:cubicBezTo>
                      <a:pt x="803433" y="775455"/>
                      <a:pt x="836580" y="811460"/>
                      <a:pt x="875728" y="842702"/>
                    </a:cubicBezTo>
                    <a:cubicBezTo>
                      <a:pt x="911542" y="871372"/>
                      <a:pt x="950404" y="896327"/>
                      <a:pt x="981646" y="930522"/>
                    </a:cubicBezTo>
                    <a:cubicBezTo>
                      <a:pt x="1041653" y="996149"/>
                      <a:pt x="1047083" y="1070730"/>
                      <a:pt x="995838" y="1120927"/>
                    </a:cubicBezTo>
                    <a:cubicBezTo>
                      <a:pt x="942403" y="1173219"/>
                      <a:pt x="855249" y="1170362"/>
                      <a:pt x="793813" y="1114164"/>
                    </a:cubicBezTo>
                    <a:cubicBezTo>
                      <a:pt x="734663" y="1060062"/>
                      <a:pt x="716470" y="989196"/>
                      <a:pt x="711993" y="912901"/>
                    </a:cubicBezTo>
                    <a:cubicBezTo>
                      <a:pt x="710374" y="886040"/>
                      <a:pt x="711803" y="858799"/>
                      <a:pt x="707993" y="832319"/>
                    </a:cubicBezTo>
                    <a:cubicBezTo>
                      <a:pt x="704945" y="811460"/>
                      <a:pt x="693419" y="793267"/>
                      <a:pt x="670750" y="787266"/>
                    </a:cubicBezTo>
                    <a:cubicBezTo>
                      <a:pt x="648652" y="781456"/>
                      <a:pt x="633698" y="794600"/>
                      <a:pt x="623030" y="810793"/>
                    </a:cubicBezTo>
                    <a:cubicBezTo>
                      <a:pt x="598360" y="848417"/>
                      <a:pt x="573023" y="862704"/>
                      <a:pt x="529494" y="833081"/>
                    </a:cubicBezTo>
                    <a:cubicBezTo>
                      <a:pt x="492347" y="807840"/>
                      <a:pt x="446341" y="826985"/>
                      <a:pt x="419099" y="874801"/>
                    </a:cubicBezTo>
                    <a:cubicBezTo>
                      <a:pt x="401954" y="904900"/>
                      <a:pt x="391001" y="938523"/>
                      <a:pt x="376046" y="969860"/>
                    </a:cubicBezTo>
                    <a:cubicBezTo>
                      <a:pt x="345376" y="1033868"/>
                      <a:pt x="284321" y="1067682"/>
                      <a:pt x="217836" y="1058538"/>
                    </a:cubicBezTo>
                    <a:cubicBezTo>
                      <a:pt x="159162" y="1050537"/>
                      <a:pt x="102679" y="995578"/>
                      <a:pt x="92773" y="936904"/>
                    </a:cubicBezTo>
                    <a:cubicBezTo>
                      <a:pt x="81343" y="869372"/>
                      <a:pt x="116014" y="807650"/>
                      <a:pt x="180879" y="773645"/>
                    </a:cubicBezTo>
                    <a:cubicBezTo>
                      <a:pt x="217074" y="754691"/>
                      <a:pt x="258984" y="746975"/>
                      <a:pt x="289655" y="716876"/>
                    </a:cubicBezTo>
                    <a:cubicBezTo>
                      <a:pt x="313372" y="693540"/>
                      <a:pt x="332041" y="668585"/>
                      <a:pt x="322516" y="633247"/>
                    </a:cubicBezTo>
                    <a:cubicBezTo>
                      <a:pt x="313086" y="598385"/>
                      <a:pt x="284987" y="584669"/>
                      <a:pt x="253269" y="575144"/>
                    </a:cubicBezTo>
                    <a:cubicBezTo>
                      <a:pt x="209645" y="562000"/>
                      <a:pt x="160781" y="575049"/>
                      <a:pt x="120110" y="547808"/>
                    </a:cubicBezTo>
                    <a:cubicBezTo>
                      <a:pt x="50387" y="512851"/>
                      <a:pt x="26955" y="438175"/>
                      <a:pt x="61912" y="362165"/>
                    </a:cubicBezTo>
                    <a:cubicBezTo>
                      <a:pt x="61436" y="359498"/>
                      <a:pt x="62483" y="357593"/>
                      <a:pt x="64865" y="356355"/>
                    </a:cubicBezTo>
                    <a:cubicBezTo>
                      <a:pt x="76390" y="330257"/>
                      <a:pt x="93059" y="309206"/>
                      <a:pt x="120491" y="298443"/>
                    </a:cubicBezTo>
                    <a:cubicBezTo>
                      <a:pt x="205168" y="243579"/>
                      <a:pt x="302037" y="253295"/>
                      <a:pt x="386048" y="324923"/>
                    </a:cubicBezTo>
                    <a:cubicBezTo>
                      <a:pt x="464915" y="392264"/>
                      <a:pt x="525684" y="377405"/>
                      <a:pt x="568547" y="280346"/>
                    </a:cubicBezTo>
                    <a:cubicBezTo>
                      <a:pt x="576071" y="247389"/>
                      <a:pt x="574738" y="214623"/>
                      <a:pt x="567404" y="181857"/>
                    </a:cubicBezTo>
                    <a:cubicBezTo>
                      <a:pt x="567499" y="179000"/>
                      <a:pt x="568070" y="176333"/>
                      <a:pt x="568832" y="173761"/>
                    </a:cubicBezTo>
                    <a:cubicBezTo>
                      <a:pt x="558450" y="169094"/>
                      <a:pt x="557783" y="157759"/>
                      <a:pt x="559498" y="148139"/>
                    </a:cubicBezTo>
                    <a:cubicBezTo>
                      <a:pt x="564070" y="122326"/>
                      <a:pt x="559117" y="95656"/>
                      <a:pt x="567594" y="70415"/>
                    </a:cubicBezTo>
                    <a:cubicBezTo>
                      <a:pt x="576929" y="54317"/>
                      <a:pt x="579024" y="33934"/>
                      <a:pt x="596360" y="22599"/>
                    </a:cubicBezTo>
                    <a:cubicBezTo>
                      <a:pt x="608885" y="8217"/>
                      <a:pt x="622887" y="1573"/>
                      <a:pt x="637520" y="251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826e91f-f89f-4d85-a43a-3ef2b27b0d37" id="58" name="Text1">
                <a:extLst>
                  <a:ext uri="{FF2B5EF4-FFF2-40B4-BE49-F238E27FC236}">
                    <a16:creationId id="{D2DCD39D-1FB6-F59E-5C29-853D4D837AB1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1642825" y="3337093"/>
                <a:ext cx="2439662" cy="11679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舔脚行为本身并不病态或危险，无需过度担忧。</a:t>
                </a:r>
              </a:p>
            </p:txBody>
          </p:sp>
          <p:sp>
            <p:nvSpPr>
              <p:cNvPr descr="004613ff-9fc0-425f-ac5f-70bb9e33da49" id="59" name="Bullet1">
                <a:extLst>
                  <a:ext uri="{FF2B5EF4-FFF2-40B4-BE49-F238E27FC236}">
                    <a16:creationId id="{C27F6A51-ACCE-CAF4-35CA-6750EC213BDF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1642825" y="2761701"/>
                <a:ext cx="2439662" cy="57539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2000">
                    <a:solidFill>
                      <a:srgbClr val="2F2F2F"/>
                    </a:solidFill>
                    <a:ea typeface="微软雅黑"/>
                  </a:rPr>
                  <a:t>非病态危险</a:t>
                </a:r>
              </a:p>
            </p:txBody>
          </p:sp>
        </p:grpSp>
        <p:grpSp>
          <p:nvGrpSpPr>
            <p:cNvPr descr="037387cc-4573-4639-887f-fc9e0e03dd01" id="8" name="组合 7">
              <a:extLst>
                <a:ext uri="{FF2B5EF4-FFF2-40B4-BE49-F238E27FC236}">
                  <a16:creationId id="{5612F0D5-05CC-BE94-FC0A-3986790CA61F}"/>
                </a:ext>
              </a:extLst>
            </p:cNvPr>
            <p:cNvGrpSpPr/>
            <p:nvPr/>
          </p:nvGrpSpPr>
          <p:grpSpPr>
            <a:xfrm>
              <a:off x="4445691" y="2761701"/>
              <a:ext cx="2766684" cy="2560602"/>
              <a:chOff x="4445691" y="2761701"/>
              <a:chExt cx="2766684" cy="2560602"/>
            </a:xfrm>
          </p:grpSpPr>
          <p:sp>
            <p:nvSpPr>
              <p:cNvPr descr="a7cd4c3a-f2d5-48ad-8ae2-cc6c79578d01" id="74" name="Icon2">
                <a:extLst>
                  <a:ext uri="{FF2B5EF4-FFF2-40B4-BE49-F238E27FC236}">
                    <a16:creationId id="{66EAAA8B-2B36-F59B-9ACB-9F7713DCD0EC}"/>
                  </a:ext>
                </a:extLst>
              </p:cNvPr>
              <p:cNvSpPr/>
              <p:nvPr/>
            </p:nvSpPr>
            <p:spPr>
              <a:xfrm flipV="false" flipH="false">
                <a:off x="4445691" y="4420548"/>
                <a:ext cx="977235" cy="901755"/>
              </a:xfrm>
              <a:custGeom>
                <a:avLst/>
                <a:gdLst>
                  <a:gd fmla="*/ 497692 w 1255263" name="connsiteX0"/>
                  <a:gd fmla="*/ 881945 h 1158309" name="connsiteY0"/>
                  <a:gd fmla="*/ 511396 w 1255263" name="connsiteX1"/>
                  <a:gd fmla="*/ 884231 h 1158309" name="connsiteY1"/>
                  <a:gd fmla="*/ 511396 w 1255263" name="connsiteX2"/>
                  <a:gd fmla="*/ 884326 h 1158309" name="connsiteY2"/>
                  <a:gd fmla="*/ 510063 w 1255263" name="connsiteX3"/>
                  <a:gd fmla="*/ 905472 h 1158309" name="connsiteY3"/>
                  <a:gd fmla="*/ 461199 w 1255263" name="connsiteX4"/>
                  <a:gd fmla="*/ 1043299 h 1158309" name="connsiteY4"/>
                  <a:gd fmla="*/ 427672 w 1255263" name="connsiteX5"/>
                  <a:gd fmla="*/ 1070254 h 1158309" name="connsiteY5"/>
                  <a:gd fmla="*/ 406145 w 1255263" name="connsiteX6"/>
                  <a:gd fmla="*/ 1027201 h 1158309" name="connsiteY6"/>
                  <a:gd fmla="*/ 485488 w 1255263" name="connsiteX7"/>
                  <a:gd fmla="*/ 888803 h 1158309" name="connsiteY7"/>
                  <a:gd fmla="*/ 497692 w 1255263" name="connsiteX8"/>
                  <a:gd fmla="*/ 881945 h 1158309" name="connsiteY8"/>
                  <a:gd fmla="*/ 646747 w 1255263" name="connsiteX9"/>
                  <a:gd fmla="*/ 852037 h 1158309" name="connsiteY9"/>
                  <a:gd fmla="*/ 657796 w 1255263" name="connsiteX10"/>
                  <a:gd fmla="*/ 879088 h 1158309" name="connsiteY10"/>
                  <a:gd fmla="*/ 657986 w 1255263" name="connsiteX11"/>
                  <a:gd fmla="*/ 879088 h 1158309" name="connsiteY11"/>
                  <a:gd fmla="*/ 667321 w 1255263" name="connsiteX12"/>
                  <a:gd fmla="*/ 1066254 h 1158309" name="connsiteY12"/>
                  <a:gd fmla="*/ 649223 w 1255263" name="connsiteX13"/>
                  <a:gd fmla="*/ 1108831 h 1158309" name="connsiteY13"/>
                  <a:gd fmla="*/ 609885 w 1255263" name="connsiteX14"/>
                  <a:gd fmla="*/ 1083494 h 1158309" name="connsiteY14"/>
                  <a:gd fmla="*/ 595216 w 1255263" name="connsiteX15"/>
                  <a:gd fmla="*/ 995578 h 1158309" name="connsiteY15"/>
                  <a:gd fmla="*/ 624172 w 1255263" name="connsiteX16"/>
                  <a:gd fmla="*/ 872706 h 1158309" name="connsiteY16"/>
                  <a:gd fmla="*/ 646747 w 1255263" name="connsiteX17"/>
                  <a:gd fmla="*/ 852037 h 1158309" name="connsiteY17"/>
                  <a:gd fmla="*/ 150613 w 1255263" name="connsiteX18"/>
                  <a:gd fmla="*/ 719993 h 1158309" name="connsiteY18"/>
                  <a:gd fmla="*/ 183452 w 1255263" name="connsiteX19"/>
                  <a:gd fmla="*/ 726973 h 1158309" name="connsiteY19"/>
                  <a:gd fmla="*/ 52102 w 1255263" name="connsiteX20"/>
                  <a:gd fmla="*/ 849846 h 1158309" name="connsiteY20"/>
                  <a:gd fmla="*/ 16669 w 1255263" name="connsiteX21"/>
                  <a:gd fmla="*/ 864991 h 1158309" name="connsiteY21"/>
                  <a:gd fmla="*/ 0 w 1255263" name="connsiteX22"/>
                  <a:gd fmla="*/ 833749 h 1158309" name="connsiteY22"/>
                  <a:gd fmla="*/ 150613 w 1255263" name="connsiteX23"/>
                  <a:gd fmla="*/ 719993 h 1158309" name="connsiteY23"/>
                  <a:gd fmla="*/ 858868 w 1255263" name="connsiteX24"/>
                  <a:gd fmla="*/ 672299 h 1158309" name="connsiteY24"/>
                  <a:gd fmla="*/ 900016 w 1255263" name="connsiteX25"/>
                  <a:gd fmla="*/ 721924 h 1158309" name="connsiteY25"/>
                  <a:gd fmla="*/ 873156 w 1255263" name="connsiteX26"/>
                  <a:gd fmla="*/ 759167 h 1158309" name="connsiteY26"/>
                  <a:gd fmla="*/ 833722 w 1255263" name="connsiteX27"/>
                  <a:gd fmla="*/ 714400 h 1158309" name="connsiteY27"/>
                  <a:gd fmla="*/ 858868 w 1255263" name="connsiteX28"/>
                  <a:gd fmla="*/ 672299 h 1158309" name="connsiteY28"/>
                  <a:gd fmla="*/ 229742 w 1255263" name="connsiteX29"/>
                  <a:gd fmla="*/ 651535 h 1158309" name="connsiteY29"/>
                  <a:gd fmla="*/ 251174 w 1255263" name="connsiteX30"/>
                  <a:gd fmla="*/ 672109 h 1158309" name="connsiteY30"/>
                  <a:gd fmla="*/ 251078 w 1255263" name="connsiteX31"/>
                  <a:gd fmla="*/ 672109 h 1158309" name="connsiteY31"/>
                  <a:gd fmla="*/ 222884 w 1255263" name="connsiteX32"/>
                  <a:gd fmla="*/ 703256 h 1158309" name="connsiteY32"/>
                  <a:gd fmla="*/ 198977 w 1255263" name="connsiteX33"/>
                  <a:gd fmla="*/ 680777 h 1158309" name="connsiteY33"/>
                  <a:gd fmla="*/ 229742 w 1255263" name="connsiteX34"/>
                  <a:gd fmla="*/ 651535 h 1158309" name="connsiteY34"/>
                  <a:gd fmla="*/ 1084135 w 1255263" name="connsiteX35"/>
                  <a:gd fmla="*/ 405218 h 1158309" name="connsiteY35"/>
                  <a:gd fmla="*/ 1108614 w 1255263" name="connsiteX36"/>
                  <a:gd fmla="*/ 422935 h 1158309" name="connsiteY36"/>
                  <a:gd fmla="*/ 1088230 w 1255263" name="connsiteX37"/>
                  <a:gd fmla="*/ 444461 h 1158309" name="connsiteY37"/>
                  <a:gd fmla="*/ 1088135 w 1255263" name="connsiteX38"/>
                  <a:gd fmla="*/ 444461 h 1158309" name="connsiteY38"/>
                  <a:gd fmla="*/ 923067 w 1255263" name="connsiteX39"/>
                  <a:gd fmla="*/ 435222 h 1158309" name="connsiteY39"/>
                  <a:gd fmla="*/ 1084135 w 1255263" name="connsiteX40"/>
                  <a:gd fmla="*/ 405218 h 1158309" name="connsiteY40"/>
                  <a:gd fmla="*/ 463772 w 1255263" name="connsiteX41"/>
                  <a:gd fmla="*/ 288251 h 1158309" name="connsiteY41"/>
                  <a:gd fmla="*/ 479965 w 1255263" name="connsiteX42"/>
                  <a:gd fmla="*/ 301967 h 1158309" name="connsiteY42"/>
                  <a:gd fmla="*/ 463486 w 1255263" name="connsiteX43"/>
                  <a:gd fmla="*/ 319874 h 1158309" name="connsiteY43"/>
                  <a:gd fmla="*/ 446818 w 1255263" name="connsiteX44"/>
                  <a:gd fmla="*/ 305777 h 1158309" name="connsiteY44"/>
                  <a:gd fmla="*/ 463772 w 1255263" name="connsiteX45"/>
                  <a:gd fmla="*/ 288251 h 1158309" name="connsiteY45"/>
                  <a:gd fmla="*/ 352258 w 1255263" name="connsiteX46"/>
                  <a:gd fmla="*/ 204027 h 1158309" name="connsiteY46"/>
                  <a:gd fmla="*/ 374427 w 1255263" name="connsiteX47"/>
                  <a:gd fmla="*/ 210813 h 1158309" name="connsiteY47"/>
                  <a:gd fmla="*/ 442055 w 1255263" name="connsiteX48"/>
                  <a:gd fmla="*/ 281774 h 1158309" name="connsiteY48"/>
                  <a:gd fmla="*/ 350710 w 1255263" name="connsiteX49"/>
                  <a:gd fmla="*/ 251770 h 1158309" name="connsiteY49"/>
                  <a:gd fmla="*/ 332517 w 1255263" name="connsiteX50"/>
                  <a:gd fmla="*/ 216242 h 1158309" name="connsiteY50"/>
                  <a:gd fmla="*/ 352258 w 1255263" name="connsiteX51"/>
                  <a:gd fmla="*/ 204027 h 1158309" name="connsiteY51"/>
                  <a:gd fmla="*/ 772573 w 1255263" name="connsiteX52"/>
                  <a:gd fmla="*/ 122802 h 1158309" name="connsiteY52"/>
                  <a:gd fmla="*/ 820864 w 1255263" name="connsiteX53"/>
                  <a:gd fmla="*/ 185953 h 1158309" name="connsiteY53"/>
                  <a:gd fmla="*/ 856488 w 1255263" name="connsiteX54"/>
                  <a:gd fmla="*/ 199669 h 1158309" name="connsiteY54"/>
                  <a:gd fmla="*/ 839533 w 1255263" name="connsiteX55"/>
                  <a:gd fmla="*/ 232530 h 1158309" name="connsiteY55"/>
                  <a:gd fmla="*/ 839533 w 1255263" name="connsiteX56"/>
                  <a:gd fmla="*/ 232625 h 1158309" name="connsiteY56"/>
                  <a:gd fmla="*/ 790099 w 1255263" name="connsiteX57"/>
                  <a:gd fmla="*/ 230815 h 1158309" name="connsiteY57"/>
                  <a:gd fmla="*/ 772573 w 1255263" name="connsiteX58"/>
                  <a:gd fmla="*/ 122802 h 1158309" name="connsiteY58"/>
                  <a:gd fmla="*/ 485798 w 1255263" name="connsiteX59"/>
                  <a:gd fmla="*/ 78630 h 1158309" name="connsiteY59"/>
                  <a:gd fmla="*/ 503110 w 1255263" name="connsiteX60"/>
                  <a:gd fmla="*/ 88036 h 1158309" name="connsiteY60"/>
                  <a:gd fmla="*/ 528541 w 1255263" name="connsiteX61"/>
                  <a:gd fmla="*/ 127088 h 1158309" name="connsiteY61"/>
                  <a:gd fmla="*/ 529780 w 1255263" name="connsiteX62"/>
                  <a:gd fmla="*/ 213099 h 1158309" name="connsiteY62"/>
                  <a:gd fmla="*/ 529684 w 1255263" name="connsiteX63"/>
                  <a:gd fmla="*/ 213194 h 1158309" name="connsiteY63"/>
                  <a:gd fmla="*/ 466819 w 1255263" name="connsiteX64"/>
                  <a:gd fmla="*/ 134613 h 1158309" name="connsiteY64"/>
                  <a:gd fmla="*/ 468915 w 1255263" name="connsiteX65"/>
                  <a:gd fmla="*/ 82511 h 1158309" name="connsiteY65"/>
                  <a:gd fmla="*/ 485798 w 1255263" name="connsiteX66"/>
                  <a:gd fmla="*/ 78630 h 1158309" name="connsiteY66"/>
                  <a:gd fmla="*/ 637520 w 1255263" name="connsiteX67"/>
                  <a:gd fmla="*/ 251 h 1158309" name="connsiteY67"/>
                  <a:gd fmla="*/ 682466 w 1255263" name="connsiteX68"/>
                  <a:gd fmla="*/ 9836 h 1158309" name="connsiteY68"/>
                  <a:gd fmla="*/ 738187 w 1255263" name="connsiteX69"/>
                  <a:gd fmla="*/ 97847 h 1158309" name="connsiteY69"/>
                  <a:gd fmla="*/ 737234 w 1255263" name="connsiteX70"/>
                  <a:gd fmla="*/ 188048 h 1158309" name="connsiteY70"/>
                  <a:gd fmla="*/ 836104 w 1255263" name="connsiteX71"/>
                  <a:gd fmla="*/ 268916 h 1158309" name="connsiteY71"/>
                  <a:gd fmla="*/ 910970 w 1255263" name="connsiteX72"/>
                  <a:gd fmla="*/ 261391 h 1158309" name="connsiteY72"/>
                  <a:gd fmla="*/ 968882 w 1255263" name="connsiteX73"/>
                  <a:gd fmla="*/ 300729 h 1158309" name="connsiteY73"/>
                  <a:gd fmla="*/ 935259 w 1255263" name="connsiteX74"/>
                  <a:gd fmla="*/ 355784 h 1158309" name="connsiteY74"/>
                  <a:gd fmla="*/ 883634 w 1255263" name="connsiteX75"/>
                  <a:gd fmla="*/ 379691 h 1158309" name="connsiteY75"/>
                  <a:gd fmla="*/ 872966 w 1255263" name="connsiteX76"/>
                  <a:gd fmla="*/ 461606 h 1158309" name="connsiteY76"/>
                  <a:gd fmla="*/ 992885 w 1255263" name="connsiteX77"/>
                  <a:gd fmla="*/ 494087 h 1158309" name="connsiteY77"/>
                  <a:gd fmla="*/ 1125474 w 1255263" name="connsiteX78"/>
                  <a:gd fmla="*/ 484943 h 1158309" name="connsiteY78"/>
                  <a:gd fmla="*/ 1254918 w 1255263" name="connsiteX79"/>
                  <a:gd fmla="*/ 583622 h 1158309" name="connsiteY79"/>
                  <a:gd fmla="*/ 1255013 w 1255263" name="connsiteX80"/>
                  <a:gd fmla="*/ 583526 h 1158309" name="connsiteY80"/>
                  <a:gd fmla="*/ 1135284 w 1255263" name="connsiteX81"/>
                  <a:gd fmla="*/ 718781 h 1158309" name="connsiteY81"/>
                  <a:gd fmla="*/ 941641 w 1255263" name="connsiteX82"/>
                  <a:gd fmla="*/ 670204 h 1158309" name="connsiteY82"/>
                  <a:gd fmla="*/ 897159 w 1255263" name="connsiteX83"/>
                  <a:gd fmla="*/ 642772 h 1158309" name="connsiteY83"/>
                  <a:gd fmla="*/ 813625 w 1255263" name="connsiteX84"/>
                  <a:gd fmla="*/ 634676 h 1158309" name="connsiteY84"/>
                  <a:gd fmla="*/ 790289 w 1255263" name="connsiteX85"/>
                  <a:gd fmla="*/ 725830 h 1158309" name="connsiteY85"/>
                  <a:gd fmla="*/ 875728 w 1255263" name="connsiteX86"/>
                  <a:gd fmla="*/ 842702 h 1158309" name="connsiteY86"/>
                  <a:gd fmla="*/ 981646 w 1255263" name="connsiteX87"/>
                  <a:gd fmla="*/ 930522 h 1158309" name="connsiteY87"/>
                  <a:gd fmla="*/ 995838 w 1255263" name="connsiteX88"/>
                  <a:gd fmla="*/ 1120927 h 1158309" name="connsiteY88"/>
                  <a:gd fmla="*/ 793813 w 1255263" name="connsiteX89"/>
                  <a:gd fmla="*/ 1114164 h 1158309" name="connsiteY89"/>
                  <a:gd fmla="*/ 711993 w 1255263" name="connsiteX90"/>
                  <a:gd fmla="*/ 912901 h 1158309" name="connsiteY90"/>
                  <a:gd fmla="*/ 707993 w 1255263" name="connsiteX91"/>
                  <a:gd fmla="*/ 832319 h 1158309" name="connsiteY91"/>
                  <a:gd fmla="*/ 670750 w 1255263" name="connsiteX92"/>
                  <a:gd fmla="*/ 787266 h 1158309" name="connsiteY92"/>
                  <a:gd fmla="*/ 623030 w 1255263" name="connsiteX93"/>
                  <a:gd fmla="*/ 810793 h 1158309" name="connsiteY93"/>
                  <a:gd fmla="*/ 529494 w 1255263" name="connsiteX94"/>
                  <a:gd fmla="*/ 833081 h 1158309" name="connsiteY94"/>
                  <a:gd fmla="*/ 419099 w 1255263" name="connsiteX95"/>
                  <a:gd fmla="*/ 874801 h 1158309" name="connsiteY95"/>
                  <a:gd fmla="*/ 376046 w 1255263" name="connsiteX96"/>
                  <a:gd fmla="*/ 969860 h 1158309" name="connsiteY96"/>
                  <a:gd fmla="*/ 217836 w 1255263" name="connsiteX97"/>
                  <a:gd fmla="*/ 1058538 h 1158309" name="connsiteY97"/>
                  <a:gd fmla="*/ 92773 w 1255263" name="connsiteX98"/>
                  <a:gd fmla="*/ 936904 h 1158309" name="connsiteY98"/>
                  <a:gd fmla="*/ 180879 w 1255263" name="connsiteX99"/>
                  <a:gd fmla="*/ 773645 h 1158309" name="connsiteY99"/>
                  <a:gd fmla="*/ 289655 w 1255263" name="connsiteX100"/>
                  <a:gd fmla="*/ 716876 h 1158309" name="connsiteY100"/>
                  <a:gd fmla="*/ 322516 w 1255263" name="connsiteX101"/>
                  <a:gd fmla="*/ 633247 h 1158309" name="connsiteY101"/>
                  <a:gd fmla="*/ 253269 w 1255263" name="connsiteX102"/>
                  <a:gd fmla="*/ 575144 h 1158309" name="connsiteY102"/>
                  <a:gd fmla="*/ 120110 w 1255263" name="connsiteX103"/>
                  <a:gd fmla="*/ 547808 h 1158309" name="connsiteY103"/>
                  <a:gd fmla="*/ 61912 w 1255263" name="connsiteX104"/>
                  <a:gd fmla="*/ 362165 h 1158309" name="connsiteY104"/>
                  <a:gd fmla="*/ 64865 w 1255263" name="connsiteX105"/>
                  <a:gd fmla="*/ 356355 h 1158309" name="connsiteY105"/>
                  <a:gd fmla="*/ 120491 w 1255263" name="connsiteX106"/>
                  <a:gd fmla="*/ 298443 h 1158309" name="connsiteY106"/>
                  <a:gd fmla="*/ 386048 w 1255263" name="connsiteX107"/>
                  <a:gd fmla="*/ 324923 h 1158309" name="connsiteY107"/>
                  <a:gd fmla="*/ 568547 w 1255263" name="connsiteX108"/>
                  <a:gd fmla="*/ 280346 h 1158309" name="connsiteY108"/>
                  <a:gd fmla="*/ 567404 w 1255263" name="connsiteX109"/>
                  <a:gd fmla="*/ 181857 h 1158309" name="connsiteY109"/>
                  <a:gd fmla="*/ 568832 w 1255263" name="connsiteX110"/>
                  <a:gd fmla="*/ 173761 h 1158309" name="connsiteY110"/>
                  <a:gd fmla="*/ 559498 w 1255263" name="connsiteX111"/>
                  <a:gd fmla="*/ 148139 h 1158309" name="connsiteY111"/>
                  <a:gd fmla="*/ 567594 w 1255263" name="connsiteX112"/>
                  <a:gd fmla="*/ 70415 h 1158309" name="connsiteY112"/>
                  <a:gd fmla="*/ 596360 w 1255263" name="connsiteX113"/>
                  <a:gd fmla="*/ 22599 h 1158309" name="connsiteY113"/>
                  <a:gd fmla="*/ 637520 w 1255263" name="connsiteX114"/>
                  <a:gd fmla="*/ 251 h 1158309" name="connsiteY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b="b" l="l" r="r" t="t"/>
                <a:pathLst>
                  <a:path h="1158309" w="1255263">
                    <a:moveTo>
                      <a:pt x="497692" y="881945"/>
                    </a:moveTo>
                    <a:cubicBezTo>
                      <a:pt x="502110" y="880564"/>
                      <a:pt x="506777" y="880707"/>
                      <a:pt x="511396" y="884231"/>
                    </a:cubicBezTo>
                    <a:lnTo>
                      <a:pt x="511396" y="884326"/>
                    </a:lnTo>
                    <a:cubicBezTo>
                      <a:pt x="519969" y="890899"/>
                      <a:pt x="513587" y="899281"/>
                      <a:pt x="510063" y="905472"/>
                    </a:cubicBezTo>
                    <a:cubicBezTo>
                      <a:pt x="485488" y="948525"/>
                      <a:pt x="474344" y="996150"/>
                      <a:pt x="461199" y="1043299"/>
                    </a:cubicBezTo>
                    <a:cubicBezTo>
                      <a:pt x="456913" y="1058539"/>
                      <a:pt x="447388" y="1073588"/>
                      <a:pt x="427672" y="1070254"/>
                    </a:cubicBezTo>
                    <a:cubicBezTo>
                      <a:pt x="407383" y="1066825"/>
                      <a:pt x="406431" y="1049871"/>
                      <a:pt x="406145" y="1027201"/>
                    </a:cubicBezTo>
                    <a:cubicBezTo>
                      <a:pt x="413479" y="974719"/>
                      <a:pt x="436053" y="924236"/>
                      <a:pt x="485488" y="888803"/>
                    </a:cubicBezTo>
                    <a:cubicBezTo>
                      <a:pt x="489108" y="886232"/>
                      <a:pt x="493275" y="883327"/>
                      <a:pt x="497692" y="881945"/>
                    </a:cubicBezTo>
                    <a:close/>
                    <a:moveTo>
                      <a:pt x="646747" y="852037"/>
                    </a:moveTo>
                    <a:cubicBezTo>
                      <a:pt x="660939" y="854418"/>
                      <a:pt x="659415" y="868896"/>
                      <a:pt x="657796" y="879088"/>
                    </a:cubicBezTo>
                    <a:lnTo>
                      <a:pt x="657986" y="879088"/>
                    </a:lnTo>
                    <a:cubicBezTo>
                      <a:pt x="648271" y="942238"/>
                      <a:pt x="650747" y="1004437"/>
                      <a:pt x="667321" y="1066254"/>
                    </a:cubicBezTo>
                    <a:cubicBezTo>
                      <a:pt x="672083" y="1084256"/>
                      <a:pt x="669892" y="1102639"/>
                      <a:pt x="649223" y="1108831"/>
                    </a:cubicBezTo>
                    <a:cubicBezTo>
                      <a:pt x="628744" y="1114927"/>
                      <a:pt x="616648" y="1100830"/>
                      <a:pt x="609885" y="1083494"/>
                    </a:cubicBezTo>
                    <a:cubicBezTo>
                      <a:pt x="598931" y="1055300"/>
                      <a:pt x="594169" y="1025868"/>
                      <a:pt x="595216" y="995578"/>
                    </a:cubicBezTo>
                    <a:cubicBezTo>
                      <a:pt x="595216" y="952335"/>
                      <a:pt x="604551" y="911282"/>
                      <a:pt x="624172" y="872706"/>
                    </a:cubicBezTo>
                    <a:cubicBezTo>
                      <a:pt x="629030" y="863086"/>
                      <a:pt x="633888" y="849846"/>
                      <a:pt x="646747" y="852037"/>
                    </a:cubicBezTo>
                    <a:close/>
                    <a:moveTo>
                      <a:pt x="150613" y="719993"/>
                    </a:moveTo>
                    <a:cubicBezTo>
                      <a:pt x="161567" y="720964"/>
                      <a:pt x="172582" y="723235"/>
                      <a:pt x="183452" y="726973"/>
                    </a:cubicBezTo>
                    <a:cubicBezTo>
                      <a:pt x="108680" y="745357"/>
                      <a:pt x="73247" y="790410"/>
                      <a:pt x="52102" y="849846"/>
                    </a:cubicBezTo>
                    <a:cubicBezTo>
                      <a:pt x="47435" y="862800"/>
                      <a:pt x="33147" y="871944"/>
                      <a:pt x="16669" y="864991"/>
                    </a:cubicBezTo>
                    <a:cubicBezTo>
                      <a:pt x="3239" y="859371"/>
                      <a:pt x="0" y="847560"/>
                      <a:pt x="0" y="833749"/>
                    </a:cubicBezTo>
                    <a:cubicBezTo>
                      <a:pt x="250" y="770158"/>
                      <a:pt x="73936" y="713203"/>
                      <a:pt x="150613" y="719993"/>
                    </a:cubicBezTo>
                    <a:close/>
                    <a:moveTo>
                      <a:pt x="858868" y="672299"/>
                    </a:moveTo>
                    <a:cubicBezTo>
                      <a:pt x="887348" y="673823"/>
                      <a:pt x="897159" y="696874"/>
                      <a:pt x="900016" y="721924"/>
                    </a:cubicBezTo>
                    <a:cubicBezTo>
                      <a:pt x="902302" y="741641"/>
                      <a:pt x="893730" y="758977"/>
                      <a:pt x="873156" y="759167"/>
                    </a:cubicBezTo>
                    <a:cubicBezTo>
                      <a:pt x="842104" y="759453"/>
                      <a:pt x="838199" y="733164"/>
                      <a:pt x="833722" y="714400"/>
                    </a:cubicBezTo>
                    <a:cubicBezTo>
                      <a:pt x="833627" y="691254"/>
                      <a:pt x="835437" y="671061"/>
                      <a:pt x="858868" y="672299"/>
                    </a:cubicBezTo>
                    <a:close/>
                    <a:moveTo>
                      <a:pt x="229742" y="651535"/>
                    </a:moveTo>
                    <a:cubicBezTo>
                      <a:pt x="241839" y="651249"/>
                      <a:pt x="250602" y="659631"/>
                      <a:pt x="251174" y="672109"/>
                    </a:cubicBezTo>
                    <a:lnTo>
                      <a:pt x="251078" y="672109"/>
                    </a:lnTo>
                    <a:cubicBezTo>
                      <a:pt x="251936" y="690969"/>
                      <a:pt x="240220" y="700017"/>
                      <a:pt x="222884" y="703256"/>
                    </a:cubicBezTo>
                    <a:cubicBezTo>
                      <a:pt x="208692" y="702303"/>
                      <a:pt x="197453" y="696207"/>
                      <a:pt x="198977" y="680777"/>
                    </a:cubicBezTo>
                    <a:cubicBezTo>
                      <a:pt x="200691" y="663537"/>
                      <a:pt x="212026" y="652011"/>
                      <a:pt x="229742" y="651535"/>
                    </a:cubicBezTo>
                    <a:close/>
                    <a:moveTo>
                      <a:pt x="1084135" y="405218"/>
                    </a:moveTo>
                    <a:cubicBezTo>
                      <a:pt x="1095374" y="406171"/>
                      <a:pt x="1106899" y="409219"/>
                      <a:pt x="1108614" y="422935"/>
                    </a:cubicBezTo>
                    <a:cubicBezTo>
                      <a:pt x="1110424" y="437318"/>
                      <a:pt x="1098994" y="442747"/>
                      <a:pt x="1088230" y="444461"/>
                    </a:cubicBezTo>
                    <a:lnTo>
                      <a:pt x="1088135" y="444461"/>
                    </a:lnTo>
                    <a:cubicBezTo>
                      <a:pt x="1032700" y="453224"/>
                      <a:pt x="977359" y="455320"/>
                      <a:pt x="923067" y="435222"/>
                    </a:cubicBezTo>
                    <a:cubicBezTo>
                      <a:pt x="975073" y="409028"/>
                      <a:pt x="1028604" y="400742"/>
                      <a:pt x="1084135" y="405218"/>
                    </a:cubicBezTo>
                    <a:close/>
                    <a:moveTo>
                      <a:pt x="463772" y="288251"/>
                    </a:moveTo>
                    <a:cubicBezTo>
                      <a:pt x="472440" y="288061"/>
                      <a:pt x="479203" y="293204"/>
                      <a:pt x="479965" y="301967"/>
                    </a:cubicBezTo>
                    <a:cubicBezTo>
                      <a:pt x="481012" y="313397"/>
                      <a:pt x="473869" y="318826"/>
                      <a:pt x="463486" y="319874"/>
                    </a:cubicBezTo>
                    <a:cubicBezTo>
                      <a:pt x="454152" y="319017"/>
                      <a:pt x="447675" y="314540"/>
                      <a:pt x="446818" y="305777"/>
                    </a:cubicBezTo>
                    <a:cubicBezTo>
                      <a:pt x="445770" y="294347"/>
                      <a:pt x="452914" y="288442"/>
                      <a:pt x="463772" y="288251"/>
                    </a:cubicBezTo>
                    <a:close/>
                    <a:moveTo>
                      <a:pt x="352258" y="204027"/>
                    </a:moveTo>
                    <a:cubicBezTo>
                      <a:pt x="359759" y="203550"/>
                      <a:pt x="367665" y="206241"/>
                      <a:pt x="374427" y="210813"/>
                    </a:cubicBezTo>
                    <a:cubicBezTo>
                      <a:pt x="398907" y="227386"/>
                      <a:pt x="418814" y="249199"/>
                      <a:pt x="442055" y="281774"/>
                    </a:cubicBezTo>
                    <a:cubicBezTo>
                      <a:pt x="400335" y="278059"/>
                      <a:pt x="376428" y="261962"/>
                      <a:pt x="350710" y="251770"/>
                    </a:cubicBezTo>
                    <a:cubicBezTo>
                      <a:pt x="336137" y="245960"/>
                      <a:pt x="320325" y="235387"/>
                      <a:pt x="332517" y="216242"/>
                    </a:cubicBezTo>
                    <a:cubicBezTo>
                      <a:pt x="337661" y="208146"/>
                      <a:pt x="344757" y="204503"/>
                      <a:pt x="352258" y="204027"/>
                    </a:cubicBezTo>
                    <a:close/>
                    <a:moveTo>
                      <a:pt x="772573" y="122802"/>
                    </a:moveTo>
                    <a:cubicBezTo>
                      <a:pt x="786479" y="164236"/>
                      <a:pt x="805243" y="179857"/>
                      <a:pt x="820864" y="185953"/>
                    </a:cubicBezTo>
                    <a:cubicBezTo>
                      <a:pt x="836771" y="192239"/>
                      <a:pt x="852487" y="189858"/>
                      <a:pt x="856488" y="199669"/>
                    </a:cubicBezTo>
                    <a:cubicBezTo>
                      <a:pt x="860774" y="210432"/>
                      <a:pt x="846963" y="225767"/>
                      <a:pt x="839533" y="232530"/>
                    </a:cubicBezTo>
                    <a:lnTo>
                      <a:pt x="839533" y="232625"/>
                    </a:lnTo>
                    <a:cubicBezTo>
                      <a:pt x="822579" y="248056"/>
                      <a:pt x="806101" y="246722"/>
                      <a:pt x="790099" y="230815"/>
                    </a:cubicBezTo>
                    <a:cubicBezTo>
                      <a:pt x="761714" y="202526"/>
                      <a:pt x="770096" y="167951"/>
                      <a:pt x="772573" y="122802"/>
                    </a:cubicBezTo>
                    <a:close/>
                    <a:moveTo>
                      <a:pt x="485798" y="78630"/>
                    </a:moveTo>
                    <a:cubicBezTo>
                      <a:pt x="491561" y="79987"/>
                      <a:pt x="497395" y="83559"/>
                      <a:pt x="503110" y="88036"/>
                    </a:cubicBezTo>
                    <a:cubicBezTo>
                      <a:pt x="516540" y="98608"/>
                      <a:pt x="518731" y="114991"/>
                      <a:pt x="528541" y="127088"/>
                    </a:cubicBezTo>
                    <a:cubicBezTo>
                      <a:pt x="554830" y="155377"/>
                      <a:pt x="538447" y="184333"/>
                      <a:pt x="529780" y="213099"/>
                    </a:cubicBezTo>
                    <a:lnTo>
                      <a:pt x="529684" y="213194"/>
                    </a:lnTo>
                    <a:cubicBezTo>
                      <a:pt x="504348" y="216337"/>
                      <a:pt x="492823" y="202050"/>
                      <a:pt x="466819" y="134613"/>
                    </a:cubicBezTo>
                    <a:cubicBezTo>
                      <a:pt x="460057" y="116896"/>
                      <a:pt x="450055" y="97751"/>
                      <a:pt x="468915" y="82511"/>
                    </a:cubicBezTo>
                    <a:cubicBezTo>
                      <a:pt x="474344" y="78130"/>
                      <a:pt x="480036" y="77272"/>
                      <a:pt x="485798" y="78630"/>
                    </a:cubicBezTo>
                    <a:close/>
                    <a:moveTo>
                      <a:pt x="637520" y="251"/>
                    </a:moveTo>
                    <a:cubicBezTo>
                      <a:pt x="652153" y="-1071"/>
                      <a:pt x="667417" y="2930"/>
                      <a:pt x="682466" y="9836"/>
                    </a:cubicBezTo>
                    <a:cubicBezTo>
                      <a:pt x="719042" y="26600"/>
                      <a:pt x="735329" y="59556"/>
                      <a:pt x="738187" y="97847"/>
                    </a:cubicBezTo>
                    <a:cubicBezTo>
                      <a:pt x="740378" y="127755"/>
                      <a:pt x="741521" y="158521"/>
                      <a:pt x="737234" y="188048"/>
                    </a:cubicBezTo>
                    <a:cubicBezTo>
                      <a:pt x="729614" y="241007"/>
                      <a:pt x="775334" y="281870"/>
                      <a:pt x="836104" y="268916"/>
                    </a:cubicBezTo>
                    <a:cubicBezTo>
                      <a:pt x="861345" y="263582"/>
                      <a:pt x="885920" y="262629"/>
                      <a:pt x="910970" y="261391"/>
                    </a:cubicBezTo>
                    <a:cubicBezTo>
                      <a:pt x="940307" y="259867"/>
                      <a:pt x="960500" y="273964"/>
                      <a:pt x="968882" y="300729"/>
                    </a:cubicBezTo>
                    <a:cubicBezTo>
                      <a:pt x="978026" y="329780"/>
                      <a:pt x="957071" y="344354"/>
                      <a:pt x="935259" y="355784"/>
                    </a:cubicBezTo>
                    <a:cubicBezTo>
                      <a:pt x="918495" y="364642"/>
                      <a:pt x="900017" y="370262"/>
                      <a:pt x="883634" y="379691"/>
                    </a:cubicBezTo>
                    <a:cubicBezTo>
                      <a:pt x="847534" y="400361"/>
                      <a:pt x="843629" y="432365"/>
                      <a:pt x="872966" y="461606"/>
                    </a:cubicBezTo>
                    <a:cubicBezTo>
                      <a:pt x="906589" y="495134"/>
                      <a:pt x="949737" y="496182"/>
                      <a:pt x="992885" y="494087"/>
                    </a:cubicBezTo>
                    <a:cubicBezTo>
                      <a:pt x="1037177" y="491991"/>
                      <a:pt x="1081373" y="484371"/>
                      <a:pt x="1125474" y="484943"/>
                    </a:cubicBezTo>
                    <a:cubicBezTo>
                      <a:pt x="1202912" y="485990"/>
                      <a:pt x="1251394" y="525043"/>
                      <a:pt x="1254918" y="583622"/>
                    </a:cubicBezTo>
                    <a:lnTo>
                      <a:pt x="1255013" y="583526"/>
                    </a:lnTo>
                    <a:cubicBezTo>
                      <a:pt x="1259204" y="651916"/>
                      <a:pt x="1210532" y="705922"/>
                      <a:pt x="1135284" y="718781"/>
                    </a:cubicBezTo>
                    <a:cubicBezTo>
                      <a:pt x="1063180" y="731164"/>
                      <a:pt x="1001458" y="704875"/>
                      <a:pt x="941641" y="670204"/>
                    </a:cubicBezTo>
                    <a:cubicBezTo>
                      <a:pt x="926591" y="661441"/>
                      <a:pt x="912209" y="651440"/>
                      <a:pt x="897159" y="642772"/>
                    </a:cubicBezTo>
                    <a:cubicBezTo>
                      <a:pt x="870584" y="627437"/>
                      <a:pt x="842581" y="611720"/>
                      <a:pt x="813625" y="634676"/>
                    </a:cubicBezTo>
                    <a:cubicBezTo>
                      <a:pt x="783907" y="658202"/>
                      <a:pt x="781335" y="692016"/>
                      <a:pt x="790289" y="725830"/>
                    </a:cubicBezTo>
                    <a:cubicBezTo>
                      <a:pt x="803433" y="775455"/>
                      <a:pt x="836580" y="811460"/>
                      <a:pt x="875728" y="842702"/>
                    </a:cubicBezTo>
                    <a:cubicBezTo>
                      <a:pt x="911542" y="871372"/>
                      <a:pt x="950404" y="896327"/>
                      <a:pt x="981646" y="930522"/>
                    </a:cubicBezTo>
                    <a:cubicBezTo>
                      <a:pt x="1041653" y="996149"/>
                      <a:pt x="1047083" y="1070730"/>
                      <a:pt x="995838" y="1120927"/>
                    </a:cubicBezTo>
                    <a:cubicBezTo>
                      <a:pt x="942403" y="1173219"/>
                      <a:pt x="855249" y="1170362"/>
                      <a:pt x="793813" y="1114164"/>
                    </a:cubicBezTo>
                    <a:cubicBezTo>
                      <a:pt x="734663" y="1060062"/>
                      <a:pt x="716470" y="989196"/>
                      <a:pt x="711993" y="912901"/>
                    </a:cubicBezTo>
                    <a:cubicBezTo>
                      <a:pt x="710374" y="886040"/>
                      <a:pt x="711803" y="858799"/>
                      <a:pt x="707993" y="832319"/>
                    </a:cubicBezTo>
                    <a:cubicBezTo>
                      <a:pt x="704945" y="811460"/>
                      <a:pt x="693419" y="793267"/>
                      <a:pt x="670750" y="787266"/>
                    </a:cubicBezTo>
                    <a:cubicBezTo>
                      <a:pt x="648652" y="781456"/>
                      <a:pt x="633698" y="794600"/>
                      <a:pt x="623030" y="810793"/>
                    </a:cubicBezTo>
                    <a:cubicBezTo>
                      <a:pt x="598360" y="848417"/>
                      <a:pt x="573023" y="862704"/>
                      <a:pt x="529494" y="833081"/>
                    </a:cubicBezTo>
                    <a:cubicBezTo>
                      <a:pt x="492347" y="807840"/>
                      <a:pt x="446341" y="826985"/>
                      <a:pt x="419099" y="874801"/>
                    </a:cubicBezTo>
                    <a:cubicBezTo>
                      <a:pt x="401954" y="904900"/>
                      <a:pt x="391001" y="938523"/>
                      <a:pt x="376046" y="969860"/>
                    </a:cubicBezTo>
                    <a:cubicBezTo>
                      <a:pt x="345376" y="1033868"/>
                      <a:pt x="284321" y="1067682"/>
                      <a:pt x="217836" y="1058538"/>
                    </a:cubicBezTo>
                    <a:cubicBezTo>
                      <a:pt x="159162" y="1050537"/>
                      <a:pt x="102679" y="995578"/>
                      <a:pt x="92773" y="936904"/>
                    </a:cubicBezTo>
                    <a:cubicBezTo>
                      <a:pt x="81343" y="869372"/>
                      <a:pt x="116014" y="807650"/>
                      <a:pt x="180879" y="773645"/>
                    </a:cubicBezTo>
                    <a:cubicBezTo>
                      <a:pt x="217074" y="754691"/>
                      <a:pt x="258984" y="746975"/>
                      <a:pt x="289655" y="716876"/>
                    </a:cubicBezTo>
                    <a:cubicBezTo>
                      <a:pt x="313372" y="693540"/>
                      <a:pt x="332041" y="668585"/>
                      <a:pt x="322516" y="633247"/>
                    </a:cubicBezTo>
                    <a:cubicBezTo>
                      <a:pt x="313086" y="598385"/>
                      <a:pt x="284987" y="584669"/>
                      <a:pt x="253269" y="575144"/>
                    </a:cubicBezTo>
                    <a:cubicBezTo>
                      <a:pt x="209645" y="562000"/>
                      <a:pt x="160781" y="575049"/>
                      <a:pt x="120110" y="547808"/>
                    </a:cubicBezTo>
                    <a:cubicBezTo>
                      <a:pt x="50387" y="512851"/>
                      <a:pt x="26955" y="438175"/>
                      <a:pt x="61912" y="362165"/>
                    </a:cubicBezTo>
                    <a:cubicBezTo>
                      <a:pt x="61436" y="359498"/>
                      <a:pt x="62483" y="357593"/>
                      <a:pt x="64865" y="356355"/>
                    </a:cubicBezTo>
                    <a:cubicBezTo>
                      <a:pt x="76390" y="330257"/>
                      <a:pt x="93059" y="309206"/>
                      <a:pt x="120491" y="298443"/>
                    </a:cubicBezTo>
                    <a:cubicBezTo>
                      <a:pt x="205168" y="243579"/>
                      <a:pt x="302037" y="253295"/>
                      <a:pt x="386048" y="324923"/>
                    </a:cubicBezTo>
                    <a:cubicBezTo>
                      <a:pt x="464915" y="392264"/>
                      <a:pt x="525684" y="377405"/>
                      <a:pt x="568547" y="280346"/>
                    </a:cubicBezTo>
                    <a:cubicBezTo>
                      <a:pt x="576071" y="247389"/>
                      <a:pt x="574738" y="214623"/>
                      <a:pt x="567404" y="181857"/>
                    </a:cubicBezTo>
                    <a:cubicBezTo>
                      <a:pt x="567499" y="179000"/>
                      <a:pt x="568070" y="176333"/>
                      <a:pt x="568832" y="173761"/>
                    </a:cubicBezTo>
                    <a:cubicBezTo>
                      <a:pt x="558450" y="169094"/>
                      <a:pt x="557783" y="157759"/>
                      <a:pt x="559498" y="148139"/>
                    </a:cubicBezTo>
                    <a:cubicBezTo>
                      <a:pt x="564070" y="122326"/>
                      <a:pt x="559117" y="95656"/>
                      <a:pt x="567594" y="70415"/>
                    </a:cubicBezTo>
                    <a:cubicBezTo>
                      <a:pt x="576929" y="54317"/>
                      <a:pt x="579024" y="33934"/>
                      <a:pt x="596360" y="22599"/>
                    </a:cubicBezTo>
                    <a:cubicBezTo>
                      <a:pt x="608885" y="8217"/>
                      <a:pt x="622887" y="1573"/>
                      <a:pt x="637520" y="251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f650a58-3b2a-40f8-b56c-1e0337035e19" id="76" name="Text2">
                <a:extLst>
                  <a:ext uri="{FF2B5EF4-FFF2-40B4-BE49-F238E27FC236}">
                    <a16:creationId id="{DA1AAC03-71A8-EB11-5AFF-FED012151091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4772713" y="3337093"/>
                <a:ext cx="2439662" cy="11679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只要注意卫生和健康，舔脚可以是一种安全的行为。</a:t>
                </a:r>
              </a:p>
            </p:txBody>
          </p:sp>
          <p:sp>
            <p:nvSpPr>
              <p:cNvPr descr="3b8a895f-581a-4401-9abc-0999e2521616" id="77" name="Bullet2">
                <a:extLst>
                  <a:ext uri="{FF2B5EF4-FFF2-40B4-BE49-F238E27FC236}">
                    <a16:creationId id="{3DBD50E8-8951-3325-3A06-79A458E603BA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4772713" y="2761701"/>
                <a:ext cx="2439662" cy="57539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2000">
                    <a:solidFill>
                      <a:srgbClr val="2F2F2F"/>
                    </a:solidFill>
                    <a:ea typeface="微软雅黑"/>
                  </a:rPr>
                  <a:t>注意卫生健康</a:t>
                </a:r>
              </a:p>
            </p:txBody>
          </p:sp>
        </p:grpSp>
        <p:grpSp>
          <p:nvGrpSpPr>
            <p:cNvPr descr="2b364178-cf5f-4c11-aeb9-68ad2e964fdc" id="9" name="组合 8">
              <a:extLst>
                <a:ext uri="{FF2B5EF4-FFF2-40B4-BE49-F238E27FC236}">
                  <a16:creationId id="{535D7BFC-56AF-D405-F2F8-0C7E3AECAFBA}"/>
                </a:ext>
              </a:extLst>
            </p:cNvPr>
            <p:cNvGrpSpPr/>
            <p:nvPr/>
          </p:nvGrpSpPr>
          <p:grpSpPr>
            <a:xfrm>
              <a:off x="7575579" y="2761701"/>
              <a:ext cx="2766684" cy="2560602"/>
              <a:chOff x="7575579" y="2761701"/>
              <a:chExt cx="2766684" cy="2560602"/>
            </a:xfrm>
          </p:grpSpPr>
          <p:sp>
            <p:nvSpPr>
              <p:cNvPr descr="80c024b6-19e9-4069-b944-1c9cae5b5447" id="82" name="Icon3">
                <a:extLst>
                  <a:ext uri="{FF2B5EF4-FFF2-40B4-BE49-F238E27FC236}">
                    <a16:creationId id="{8E4B00CA-4B4B-5FA4-F4A1-B37415F1BF8D}"/>
                  </a:ext>
                </a:extLst>
              </p:cNvPr>
              <p:cNvSpPr/>
              <p:nvPr/>
            </p:nvSpPr>
            <p:spPr>
              <a:xfrm flipV="false" flipH="false">
                <a:off x="7575579" y="4420548"/>
                <a:ext cx="977235" cy="901755"/>
              </a:xfrm>
              <a:custGeom>
                <a:avLst/>
                <a:gdLst>
                  <a:gd fmla="*/ 497692 w 1255263" name="connsiteX0"/>
                  <a:gd fmla="*/ 881945 h 1158309" name="connsiteY0"/>
                  <a:gd fmla="*/ 511396 w 1255263" name="connsiteX1"/>
                  <a:gd fmla="*/ 884231 h 1158309" name="connsiteY1"/>
                  <a:gd fmla="*/ 511396 w 1255263" name="connsiteX2"/>
                  <a:gd fmla="*/ 884326 h 1158309" name="connsiteY2"/>
                  <a:gd fmla="*/ 510063 w 1255263" name="connsiteX3"/>
                  <a:gd fmla="*/ 905472 h 1158309" name="connsiteY3"/>
                  <a:gd fmla="*/ 461199 w 1255263" name="connsiteX4"/>
                  <a:gd fmla="*/ 1043299 h 1158309" name="connsiteY4"/>
                  <a:gd fmla="*/ 427672 w 1255263" name="connsiteX5"/>
                  <a:gd fmla="*/ 1070254 h 1158309" name="connsiteY5"/>
                  <a:gd fmla="*/ 406145 w 1255263" name="connsiteX6"/>
                  <a:gd fmla="*/ 1027201 h 1158309" name="connsiteY6"/>
                  <a:gd fmla="*/ 485488 w 1255263" name="connsiteX7"/>
                  <a:gd fmla="*/ 888803 h 1158309" name="connsiteY7"/>
                  <a:gd fmla="*/ 497692 w 1255263" name="connsiteX8"/>
                  <a:gd fmla="*/ 881945 h 1158309" name="connsiteY8"/>
                  <a:gd fmla="*/ 646747 w 1255263" name="connsiteX9"/>
                  <a:gd fmla="*/ 852037 h 1158309" name="connsiteY9"/>
                  <a:gd fmla="*/ 657796 w 1255263" name="connsiteX10"/>
                  <a:gd fmla="*/ 879088 h 1158309" name="connsiteY10"/>
                  <a:gd fmla="*/ 657986 w 1255263" name="connsiteX11"/>
                  <a:gd fmla="*/ 879088 h 1158309" name="connsiteY11"/>
                  <a:gd fmla="*/ 667321 w 1255263" name="connsiteX12"/>
                  <a:gd fmla="*/ 1066254 h 1158309" name="connsiteY12"/>
                  <a:gd fmla="*/ 649223 w 1255263" name="connsiteX13"/>
                  <a:gd fmla="*/ 1108831 h 1158309" name="connsiteY13"/>
                  <a:gd fmla="*/ 609885 w 1255263" name="connsiteX14"/>
                  <a:gd fmla="*/ 1083494 h 1158309" name="connsiteY14"/>
                  <a:gd fmla="*/ 595216 w 1255263" name="connsiteX15"/>
                  <a:gd fmla="*/ 995578 h 1158309" name="connsiteY15"/>
                  <a:gd fmla="*/ 624172 w 1255263" name="connsiteX16"/>
                  <a:gd fmla="*/ 872706 h 1158309" name="connsiteY16"/>
                  <a:gd fmla="*/ 646747 w 1255263" name="connsiteX17"/>
                  <a:gd fmla="*/ 852037 h 1158309" name="connsiteY17"/>
                  <a:gd fmla="*/ 150613 w 1255263" name="connsiteX18"/>
                  <a:gd fmla="*/ 719993 h 1158309" name="connsiteY18"/>
                  <a:gd fmla="*/ 183452 w 1255263" name="connsiteX19"/>
                  <a:gd fmla="*/ 726973 h 1158309" name="connsiteY19"/>
                  <a:gd fmla="*/ 52102 w 1255263" name="connsiteX20"/>
                  <a:gd fmla="*/ 849846 h 1158309" name="connsiteY20"/>
                  <a:gd fmla="*/ 16669 w 1255263" name="connsiteX21"/>
                  <a:gd fmla="*/ 864991 h 1158309" name="connsiteY21"/>
                  <a:gd fmla="*/ 0 w 1255263" name="connsiteX22"/>
                  <a:gd fmla="*/ 833749 h 1158309" name="connsiteY22"/>
                  <a:gd fmla="*/ 150613 w 1255263" name="connsiteX23"/>
                  <a:gd fmla="*/ 719993 h 1158309" name="connsiteY23"/>
                  <a:gd fmla="*/ 858868 w 1255263" name="connsiteX24"/>
                  <a:gd fmla="*/ 672299 h 1158309" name="connsiteY24"/>
                  <a:gd fmla="*/ 900016 w 1255263" name="connsiteX25"/>
                  <a:gd fmla="*/ 721924 h 1158309" name="connsiteY25"/>
                  <a:gd fmla="*/ 873156 w 1255263" name="connsiteX26"/>
                  <a:gd fmla="*/ 759167 h 1158309" name="connsiteY26"/>
                  <a:gd fmla="*/ 833722 w 1255263" name="connsiteX27"/>
                  <a:gd fmla="*/ 714400 h 1158309" name="connsiteY27"/>
                  <a:gd fmla="*/ 858868 w 1255263" name="connsiteX28"/>
                  <a:gd fmla="*/ 672299 h 1158309" name="connsiteY28"/>
                  <a:gd fmla="*/ 229742 w 1255263" name="connsiteX29"/>
                  <a:gd fmla="*/ 651535 h 1158309" name="connsiteY29"/>
                  <a:gd fmla="*/ 251174 w 1255263" name="connsiteX30"/>
                  <a:gd fmla="*/ 672109 h 1158309" name="connsiteY30"/>
                  <a:gd fmla="*/ 251078 w 1255263" name="connsiteX31"/>
                  <a:gd fmla="*/ 672109 h 1158309" name="connsiteY31"/>
                  <a:gd fmla="*/ 222884 w 1255263" name="connsiteX32"/>
                  <a:gd fmla="*/ 703256 h 1158309" name="connsiteY32"/>
                  <a:gd fmla="*/ 198977 w 1255263" name="connsiteX33"/>
                  <a:gd fmla="*/ 680777 h 1158309" name="connsiteY33"/>
                  <a:gd fmla="*/ 229742 w 1255263" name="connsiteX34"/>
                  <a:gd fmla="*/ 651535 h 1158309" name="connsiteY34"/>
                  <a:gd fmla="*/ 1084135 w 1255263" name="connsiteX35"/>
                  <a:gd fmla="*/ 405218 h 1158309" name="connsiteY35"/>
                  <a:gd fmla="*/ 1108614 w 1255263" name="connsiteX36"/>
                  <a:gd fmla="*/ 422935 h 1158309" name="connsiteY36"/>
                  <a:gd fmla="*/ 1088230 w 1255263" name="connsiteX37"/>
                  <a:gd fmla="*/ 444461 h 1158309" name="connsiteY37"/>
                  <a:gd fmla="*/ 1088135 w 1255263" name="connsiteX38"/>
                  <a:gd fmla="*/ 444461 h 1158309" name="connsiteY38"/>
                  <a:gd fmla="*/ 923067 w 1255263" name="connsiteX39"/>
                  <a:gd fmla="*/ 435222 h 1158309" name="connsiteY39"/>
                  <a:gd fmla="*/ 1084135 w 1255263" name="connsiteX40"/>
                  <a:gd fmla="*/ 405218 h 1158309" name="connsiteY40"/>
                  <a:gd fmla="*/ 463772 w 1255263" name="connsiteX41"/>
                  <a:gd fmla="*/ 288251 h 1158309" name="connsiteY41"/>
                  <a:gd fmla="*/ 479965 w 1255263" name="connsiteX42"/>
                  <a:gd fmla="*/ 301967 h 1158309" name="connsiteY42"/>
                  <a:gd fmla="*/ 463486 w 1255263" name="connsiteX43"/>
                  <a:gd fmla="*/ 319874 h 1158309" name="connsiteY43"/>
                  <a:gd fmla="*/ 446818 w 1255263" name="connsiteX44"/>
                  <a:gd fmla="*/ 305777 h 1158309" name="connsiteY44"/>
                  <a:gd fmla="*/ 463772 w 1255263" name="connsiteX45"/>
                  <a:gd fmla="*/ 288251 h 1158309" name="connsiteY45"/>
                  <a:gd fmla="*/ 352258 w 1255263" name="connsiteX46"/>
                  <a:gd fmla="*/ 204027 h 1158309" name="connsiteY46"/>
                  <a:gd fmla="*/ 374427 w 1255263" name="connsiteX47"/>
                  <a:gd fmla="*/ 210813 h 1158309" name="connsiteY47"/>
                  <a:gd fmla="*/ 442055 w 1255263" name="connsiteX48"/>
                  <a:gd fmla="*/ 281774 h 1158309" name="connsiteY48"/>
                  <a:gd fmla="*/ 350710 w 1255263" name="connsiteX49"/>
                  <a:gd fmla="*/ 251770 h 1158309" name="connsiteY49"/>
                  <a:gd fmla="*/ 332517 w 1255263" name="connsiteX50"/>
                  <a:gd fmla="*/ 216242 h 1158309" name="connsiteY50"/>
                  <a:gd fmla="*/ 352258 w 1255263" name="connsiteX51"/>
                  <a:gd fmla="*/ 204027 h 1158309" name="connsiteY51"/>
                  <a:gd fmla="*/ 772573 w 1255263" name="connsiteX52"/>
                  <a:gd fmla="*/ 122802 h 1158309" name="connsiteY52"/>
                  <a:gd fmla="*/ 820864 w 1255263" name="connsiteX53"/>
                  <a:gd fmla="*/ 185953 h 1158309" name="connsiteY53"/>
                  <a:gd fmla="*/ 856488 w 1255263" name="connsiteX54"/>
                  <a:gd fmla="*/ 199669 h 1158309" name="connsiteY54"/>
                  <a:gd fmla="*/ 839533 w 1255263" name="connsiteX55"/>
                  <a:gd fmla="*/ 232530 h 1158309" name="connsiteY55"/>
                  <a:gd fmla="*/ 839533 w 1255263" name="connsiteX56"/>
                  <a:gd fmla="*/ 232625 h 1158309" name="connsiteY56"/>
                  <a:gd fmla="*/ 790099 w 1255263" name="connsiteX57"/>
                  <a:gd fmla="*/ 230815 h 1158309" name="connsiteY57"/>
                  <a:gd fmla="*/ 772573 w 1255263" name="connsiteX58"/>
                  <a:gd fmla="*/ 122802 h 1158309" name="connsiteY58"/>
                  <a:gd fmla="*/ 485798 w 1255263" name="connsiteX59"/>
                  <a:gd fmla="*/ 78630 h 1158309" name="connsiteY59"/>
                  <a:gd fmla="*/ 503110 w 1255263" name="connsiteX60"/>
                  <a:gd fmla="*/ 88036 h 1158309" name="connsiteY60"/>
                  <a:gd fmla="*/ 528541 w 1255263" name="connsiteX61"/>
                  <a:gd fmla="*/ 127088 h 1158309" name="connsiteY61"/>
                  <a:gd fmla="*/ 529780 w 1255263" name="connsiteX62"/>
                  <a:gd fmla="*/ 213099 h 1158309" name="connsiteY62"/>
                  <a:gd fmla="*/ 529684 w 1255263" name="connsiteX63"/>
                  <a:gd fmla="*/ 213194 h 1158309" name="connsiteY63"/>
                  <a:gd fmla="*/ 466819 w 1255263" name="connsiteX64"/>
                  <a:gd fmla="*/ 134613 h 1158309" name="connsiteY64"/>
                  <a:gd fmla="*/ 468915 w 1255263" name="connsiteX65"/>
                  <a:gd fmla="*/ 82511 h 1158309" name="connsiteY65"/>
                  <a:gd fmla="*/ 485798 w 1255263" name="connsiteX66"/>
                  <a:gd fmla="*/ 78630 h 1158309" name="connsiteY66"/>
                  <a:gd fmla="*/ 637520 w 1255263" name="connsiteX67"/>
                  <a:gd fmla="*/ 251 h 1158309" name="connsiteY67"/>
                  <a:gd fmla="*/ 682466 w 1255263" name="connsiteX68"/>
                  <a:gd fmla="*/ 9836 h 1158309" name="connsiteY68"/>
                  <a:gd fmla="*/ 738187 w 1255263" name="connsiteX69"/>
                  <a:gd fmla="*/ 97847 h 1158309" name="connsiteY69"/>
                  <a:gd fmla="*/ 737234 w 1255263" name="connsiteX70"/>
                  <a:gd fmla="*/ 188048 h 1158309" name="connsiteY70"/>
                  <a:gd fmla="*/ 836104 w 1255263" name="connsiteX71"/>
                  <a:gd fmla="*/ 268916 h 1158309" name="connsiteY71"/>
                  <a:gd fmla="*/ 910970 w 1255263" name="connsiteX72"/>
                  <a:gd fmla="*/ 261391 h 1158309" name="connsiteY72"/>
                  <a:gd fmla="*/ 968882 w 1255263" name="connsiteX73"/>
                  <a:gd fmla="*/ 300729 h 1158309" name="connsiteY73"/>
                  <a:gd fmla="*/ 935259 w 1255263" name="connsiteX74"/>
                  <a:gd fmla="*/ 355784 h 1158309" name="connsiteY74"/>
                  <a:gd fmla="*/ 883634 w 1255263" name="connsiteX75"/>
                  <a:gd fmla="*/ 379691 h 1158309" name="connsiteY75"/>
                  <a:gd fmla="*/ 872966 w 1255263" name="connsiteX76"/>
                  <a:gd fmla="*/ 461606 h 1158309" name="connsiteY76"/>
                  <a:gd fmla="*/ 992885 w 1255263" name="connsiteX77"/>
                  <a:gd fmla="*/ 494087 h 1158309" name="connsiteY77"/>
                  <a:gd fmla="*/ 1125474 w 1255263" name="connsiteX78"/>
                  <a:gd fmla="*/ 484943 h 1158309" name="connsiteY78"/>
                  <a:gd fmla="*/ 1254918 w 1255263" name="connsiteX79"/>
                  <a:gd fmla="*/ 583622 h 1158309" name="connsiteY79"/>
                  <a:gd fmla="*/ 1255013 w 1255263" name="connsiteX80"/>
                  <a:gd fmla="*/ 583526 h 1158309" name="connsiteY80"/>
                  <a:gd fmla="*/ 1135284 w 1255263" name="connsiteX81"/>
                  <a:gd fmla="*/ 718781 h 1158309" name="connsiteY81"/>
                  <a:gd fmla="*/ 941641 w 1255263" name="connsiteX82"/>
                  <a:gd fmla="*/ 670204 h 1158309" name="connsiteY82"/>
                  <a:gd fmla="*/ 897159 w 1255263" name="connsiteX83"/>
                  <a:gd fmla="*/ 642772 h 1158309" name="connsiteY83"/>
                  <a:gd fmla="*/ 813625 w 1255263" name="connsiteX84"/>
                  <a:gd fmla="*/ 634676 h 1158309" name="connsiteY84"/>
                  <a:gd fmla="*/ 790289 w 1255263" name="connsiteX85"/>
                  <a:gd fmla="*/ 725830 h 1158309" name="connsiteY85"/>
                  <a:gd fmla="*/ 875728 w 1255263" name="connsiteX86"/>
                  <a:gd fmla="*/ 842702 h 1158309" name="connsiteY86"/>
                  <a:gd fmla="*/ 981646 w 1255263" name="connsiteX87"/>
                  <a:gd fmla="*/ 930522 h 1158309" name="connsiteY87"/>
                  <a:gd fmla="*/ 995838 w 1255263" name="connsiteX88"/>
                  <a:gd fmla="*/ 1120927 h 1158309" name="connsiteY88"/>
                  <a:gd fmla="*/ 793813 w 1255263" name="connsiteX89"/>
                  <a:gd fmla="*/ 1114164 h 1158309" name="connsiteY89"/>
                  <a:gd fmla="*/ 711993 w 1255263" name="connsiteX90"/>
                  <a:gd fmla="*/ 912901 h 1158309" name="connsiteY90"/>
                  <a:gd fmla="*/ 707993 w 1255263" name="connsiteX91"/>
                  <a:gd fmla="*/ 832319 h 1158309" name="connsiteY91"/>
                  <a:gd fmla="*/ 670750 w 1255263" name="connsiteX92"/>
                  <a:gd fmla="*/ 787266 h 1158309" name="connsiteY92"/>
                  <a:gd fmla="*/ 623030 w 1255263" name="connsiteX93"/>
                  <a:gd fmla="*/ 810793 h 1158309" name="connsiteY93"/>
                  <a:gd fmla="*/ 529494 w 1255263" name="connsiteX94"/>
                  <a:gd fmla="*/ 833081 h 1158309" name="connsiteY94"/>
                  <a:gd fmla="*/ 419099 w 1255263" name="connsiteX95"/>
                  <a:gd fmla="*/ 874801 h 1158309" name="connsiteY95"/>
                  <a:gd fmla="*/ 376046 w 1255263" name="connsiteX96"/>
                  <a:gd fmla="*/ 969860 h 1158309" name="connsiteY96"/>
                  <a:gd fmla="*/ 217836 w 1255263" name="connsiteX97"/>
                  <a:gd fmla="*/ 1058538 h 1158309" name="connsiteY97"/>
                  <a:gd fmla="*/ 92773 w 1255263" name="connsiteX98"/>
                  <a:gd fmla="*/ 936904 h 1158309" name="connsiteY98"/>
                  <a:gd fmla="*/ 180879 w 1255263" name="connsiteX99"/>
                  <a:gd fmla="*/ 773645 h 1158309" name="connsiteY99"/>
                  <a:gd fmla="*/ 289655 w 1255263" name="connsiteX100"/>
                  <a:gd fmla="*/ 716876 h 1158309" name="connsiteY100"/>
                  <a:gd fmla="*/ 322516 w 1255263" name="connsiteX101"/>
                  <a:gd fmla="*/ 633247 h 1158309" name="connsiteY101"/>
                  <a:gd fmla="*/ 253269 w 1255263" name="connsiteX102"/>
                  <a:gd fmla="*/ 575144 h 1158309" name="connsiteY102"/>
                  <a:gd fmla="*/ 120110 w 1255263" name="connsiteX103"/>
                  <a:gd fmla="*/ 547808 h 1158309" name="connsiteY103"/>
                  <a:gd fmla="*/ 61912 w 1255263" name="connsiteX104"/>
                  <a:gd fmla="*/ 362165 h 1158309" name="connsiteY104"/>
                  <a:gd fmla="*/ 64865 w 1255263" name="connsiteX105"/>
                  <a:gd fmla="*/ 356355 h 1158309" name="connsiteY105"/>
                  <a:gd fmla="*/ 120491 w 1255263" name="connsiteX106"/>
                  <a:gd fmla="*/ 298443 h 1158309" name="connsiteY106"/>
                  <a:gd fmla="*/ 386048 w 1255263" name="connsiteX107"/>
                  <a:gd fmla="*/ 324923 h 1158309" name="connsiteY107"/>
                  <a:gd fmla="*/ 568547 w 1255263" name="connsiteX108"/>
                  <a:gd fmla="*/ 280346 h 1158309" name="connsiteY108"/>
                  <a:gd fmla="*/ 567404 w 1255263" name="connsiteX109"/>
                  <a:gd fmla="*/ 181857 h 1158309" name="connsiteY109"/>
                  <a:gd fmla="*/ 568832 w 1255263" name="connsiteX110"/>
                  <a:gd fmla="*/ 173761 h 1158309" name="connsiteY110"/>
                  <a:gd fmla="*/ 559498 w 1255263" name="connsiteX111"/>
                  <a:gd fmla="*/ 148139 h 1158309" name="connsiteY111"/>
                  <a:gd fmla="*/ 567594 w 1255263" name="connsiteX112"/>
                  <a:gd fmla="*/ 70415 h 1158309" name="connsiteY112"/>
                  <a:gd fmla="*/ 596360 w 1255263" name="connsiteX113"/>
                  <a:gd fmla="*/ 22599 h 1158309" name="connsiteY113"/>
                  <a:gd fmla="*/ 637520 w 1255263" name="connsiteX114"/>
                  <a:gd fmla="*/ 251 h 1158309" name="connsiteY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b="b" l="l" r="r" t="t"/>
                <a:pathLst>
                  <a:path h="1158309" w="1255263">
                    <a:moveTo>
                      <a:pt x="497692" y="881945"/>
                    </a:moveTo>
                    <a:cubicBezTo>
                      <a:pt x="502110" y="880564"/>
                      <a:pt x="506777" y="880707"/>
                      <a:pt x="511396" y="884231"/>
                    </a:cubicBezTo>
                    <a:lnTo>
                      <a:pt x="511396" y="884326"/>
                    </a:lnTo>
                    <a:cubicBezTo>
                      <a:pt x="519969" y="890899"/>
                      <a:pt x="513587" y="899281"/>
                      <a:pt x="510063" y="905472"/>
                    </a:cubicBezTo>
                    <a:cubicBezTo>
                      <a:pt x="485488" y="948525"/>
                      <a:pt x="474344" y="996150"/>
                      <a:pt x="461199" y="1043299"/>
                    </a:cubicBezTo>
                    <a:cubicBezTo>
                      <a:pt x="456913" y="1058539"/>
                      <a:pt x="447388" y="1073588"/>
                      <a:pt x="427672" y="1070254"/>
                    </a:cubicBezTo>
                    <a:cubicBezTo>
                      <a:pt x="407383" y="1066825"/>
                      <a:pt x="406431" y="1049871"/>
                      <a:pt x="406145" y="1027201"/>
                    </a:cubicBezTo>
                    <a:cubicBezTo>
                      <a:pt x="413479" y="974719"/>
                      <a:pt x="436053" y="924236"/>
                      <a:pt x="485488" y="888803"/>
                    </a:cubicBezTo>
                    <a:cubicBezTo>
                      <a:pt x="489108" y="886232"/>
                      <a:pt x="493275" y="883327"/>
                      <a:pt x="497692" y="881945"/>
                    </a:cubicBezTo>
                    <a:close/>
                    <a:moveTo>
                      <a:pt x="646747" y="852037"/>
                    </a:moveTo>
                    <a:cubicBezTo>
                      <a:pt x="660939" y="854418"/>
                      <a:pt x="659415" y="868896"/>
                      <a:pt x="657796" y="879088"/>
                    </a:cubicBezTo>
                    <a:lnTo>
                      <a:pt x="657986" y="879088"/>
                    </a:lnTo>
                    <a:cubicBezTo>
                      <a:pt x="648271" y="942238"/>
                      <a:pt x="650747" y="1004437"/>
                      <a:pt x="667321" y="1066254"/>
                    </a:cubicBezTo>
                    <a:cubicBezTo>
                      <a:pt x="672083" y="1084256"/>
                      <a:pt x="669892" y="1102639"/>
                      <a:pt x="649223" y="1108831"/>
                    </a:cubicBezTo>
                    <a:cubicBezTo>
                      <a:pt x="628744" y="1114927"/>
                      <a:pt x="616648" y="1100830"/>
                      <a:pt x="609885" y="1083494"/>
                    </a:cubicBezTo>
                    <a:cubicBezTo>
                      <a:pt x="598931" y="1055300"/>
                      <a:pt x="594169" y="1025868"/>
                      <a:pt x="595216" y="995578"/>
                    </a:cubicBezTo>
                    <a:cubicBezTo>
                      <a:pt x="595216" y="952335"/>
                      <a:pt x="604551" y="911282"/>
                      <a:pt x="624172" y="872706"/>
                    </a:cubicBezTo>
                    <a:cubicBezTo>
                      <a:pt x="629030" y="863086"/>
                      <a:pt x="633888" y="849846"/>
                      <a:pt x="646747" y="852037"/>
                    </a:cubicBezTo>
                    <a:close/>
                    <a:moveTo>
                      <a:pt x="150613" y="719993"/>
                    </a:moveTo>
                    <a:cubicBezTo>
                      <a:pt x="161567" y="720964"/>
                      <a:pt x="172582" y="723235"/>
                      <a:pt x="183452" y="726973"/>
                    </a:cubicBezTo>
                    <a:cubicBezTo>
                      <a:pt x="108680" y="745357"/>
                      <a:pt x="73247" y="790410"/>
                      <a:pt x="52102" y="849846"/>
                    </a:cubicBezTo>
                    <a:cubicBezTo>
                      <a:pt x="47435" y="862800"/>
                      <a:pt x="33147" y="871944"/>
                      <a:pt x="16669" y="864991"/>
                    </a:cubicBezTo>
                    <a:cubicBezTo>
                      <a:pt x="3239" y="859371"/>
                      <a:pt x="0" y="847560"/>
                      <a:pt x="0" y="833749"/>
                    </a:cubicBezTo>
                    <a:cubicBezTo>
                      <a:pt x="250" y="770158"/>
                      <a:pt x="73936" y="713203"/>
                      <a:pt x="150613" y="719993"/>
                    </a:cubicBezTo>
                    <a:close/>
                    <a:moveTo>
                      <a:pt x="858868" y="672299"/>
                    </a:moveTo>
                    <a:cubicBezTo>
                      <a:pt x="887348" y="673823"/>
                      <a:pt x="897159" y="696874"/>
                      <a:pt x="900016" y="721924"/>
                    </a:cubicBezTo>
                    <a:cubicBezTo>
                      <a:pt x="902302" y="741641"/>
                      <a:pt x="893730" y="758977"/>
                      <a:pt x="873156" y="759167"/>
                    </a:cubicBezTo>
                    <a:cubicBezTo>
                      <a:pt x="842104" y="759453"/>
                      <a:pt x="838199" y="733164"/>
                      <a:pt x="833722" y="714400"/>
                    </a:cubicBezTo>
                    <a:cubicBezTo>
                      <a:pt x="833627" y="691254"/>
                      <a:pt x="835437" y="671061"/>
                      <a:pt x="858868" y="672299"/>
                    </a:cubicBezTo>
                    <a:close/>
                    <a:moveTo>
                      <a:pt x="229742" y="651535"/>
                    </a:moveTo>
                    <a:cubicBezTo>
                      <a:pt x="241839" y="651249"/>
                      <a:pt x="250602" y="659631"/>
                      <a:pt x="251174" y="672109"/>
                    </a:cubicBezTo>
                    <a:lnTo>
                      <a:pt x="251078" y="672109"/>
                    </a:lnTo>
                    <a:cubicBezTo>
                      <a:pt x="251936" y="690969"/>
                      <a:pt x="240220" y="700017"/>
                      <a:pt x="222884" y="703256"/>
                    </a:cubicBezTo>
                    <a:cubicBezTo>
                      <a:pt x="208692" y="702303"/>
                      <a:pt x="197453" y="696207"/>
                      <a:pt x="198977" y="680777"/>
                    </a:cubicBezTo>
                    <a:cubicBezTo>
                      <a:pt x="200691" y="663537"/>
                      <a:pt x="212026" y="652011"/>
                      <a:pt x="229742" y="651535"/>
                    </a:cubicBezTo>
                    <a:close/>
                    <a:moveTo>
                      <a:pt x="1084135" y="405218"/>
                    </a:moveTo>
                    <a:cubicBezTo>
                      <a:pt x="1095374" y="406171"/>
                      <a:pt x="1106899" y="409219"/>
                      <a:pt x="1108614" y="422935"/>
                    </a:cubicBezTo>
                    <a:cubicBezTo>
                      <a:pt x="1110424" y="437318"/>
                      <a:pt x="1098994" y="442747"/>
                      <a:pt x="1088230" y="444461"/>
                    </a:cubicBezTo>
                    <a:lnTo>
                      <a:pt x="1088135" y="444461"/>
                    </a:lnTo>
                    <a:cubicBezTo>
                      <a:pt x="1032700" y="453224"/>
                      <a:pt x="977359" y="455320"/>
                      <a:pt x="923067" y="435222"/>
                    </a:cubicBezTo>
                    <a:cubicBezTo>
                      <a:pt x="975073" y="409028"/>
                      <a:pt x="1028604" y="400742"/>
                      <a:pt x="1084135" y="405218"/>
                    </a:cubicBezTo>
                    <a:close/>
                    <a:moveTo>
                      <a:pt x="463772" y="288251"/>
                    </a:moveTo>
                    <a:cubicBezTo>
                      <a:pt x="472440" y="288061"/>
                      <a:pt x="479203" y="293204"/>
                      <a:pt x="479965" y="301967"/>
                    </a:cubicBezTo>
                    <a:cubicBezTo>
                      <a:pt x="481012" y="313397"/>
                      <a:pt x="473869" y="318826"/>
                      <a:pt x="463486" y="319874"/>
                    </a:cubicBezTo>
                    <a:cubicBezTo>
                      <a:pt x="454152" y="319017"/>
                      <a:pt x="447675" y="314540"/>
                      <a:pt x="446818" y="305777"/>
                    </a:cubicBezTo>
                    <a:cubicBezTo>
                      <a:pt x="445770" y="294347"/>
                      <a:pt x="452914" y="288442"/>
                      <a:pt x="463772" y="288251"/>
                    </a:cubicBezTo>
                    <a:close/>
                    <a:moveTo>
                      <a:pt x="352258" y="204027"/>
                    </a:moveTo>
                    <a:cubicBezTo>
                      <a:pt x="359759" y="203550"/>
                      <a:pt x="367665" y="206241"/>
                      <a:pt x="374427" y="210813"/>
                    </a:cubicBezTo>
                    <a:cubicBezTo>
                      <a:pt x="398907" y="227386"/>
                      <a:pt x="418814" y="249199"/>
                      <a:pt x="442055" y="281774"/>
                    </a:cubicBezTo>
                    <a:cubicBezTo>
                      <a:pt x="400335" y="278059"/>
                      <a:pt x="376428" y="261962"/>
                      <a:pt x="350710" y="251770"/>
                    </a:cubicBezTo>
                    <a:cubicBezTo>
                      <a:pt x="336137" y="245960"/>
                      <a:pt x="320325" y="235387"/>
                      <a:pt x="332517" y="216242"/>
                    </a:cubicBezTo>
                    <a:cubicBezTo>
                      <a:pt x="337661" y="208146"/>
                      <a:pt x="344757" y="204503"/>
                      <a:pt x="352258" y="204027"/>
                    </a:cubicBezTo>
                    <a:close/>
                    <a:moveTo>
                      <a:pt x="772573" y="122802"/>
                    </a:moveTo>
                    <a:cubicBezTo>
                      <a:pt x="786479" y="164236"/>
                      <a:pt x="805243" y="179857"/>
                      <a:pt x="820864" y="185953"/>
                    </a:cubicBezTo>
                    <a:cubicBezTo>
                      <a:pt x="836771" y="192239"/>
                      <a:pt x="852487" y="189858"/>
                      <a:pt x="856488" y="199669"/>
                    </a:cubicBezTo>
                    <a:cubicBezTo>
                      <a:pt x="860774" y="210432"/>
                      <a:pt x="846963" y="225767"/>
                      <a:pt x="839533" y="232530"/>
                    </a:cubicBezTo>
                    <a:lnTo>
                      <a:pt x="839533" y="232625"/>
                    </a:lnTo>
                    <a:cubicBezTo>
                      <a:pt x="822579" y="248056"/>
                      <a:pt x="806101" y="246722"/>
                      <a:pt x="790099" y="230815"/>
                    </a:cubicBezTo>
                    <a:cubicBezTo>
                      <a:pt x="761714" y="202526"/>
                      <a:pt x="770096" y="167951"/>
                      <a:pt x="772573" y="122802"/>
                    </a:cubicBezTo>
                    <a:close/>
                    <a:moveTo>
                      <a:pt x="485798" y="78630"/>
                    </a:moveTo>
                    <a:cubicBezTo>
                      <a:pt x="491561" y="79987"/>
                      <a:pt x="497395" y="83559"/>
                      <a:pt x="503110" y="88036"/>
                    </a:cubicBezTo>
                    <a:cubicBezTo>
                      <a:pt x="516540" y="98608"/>
                      <a:pt x="518731" y="114991"/>
                      <a:pt x="528541" y="127088"/>
                    </a:cubicBezTo>
                    <a:cubicBezTo>
                      <a:pt x="554830" y="155377"/>
                      <a:pt x="538447" y="184333"/>
                      <a:pt x="529780" y="213099"/>
                    </a:cubicBezTo>
                    <a:lnTo>
                      <a:pt x="529684" y="213194"/>
                    </a:lnTo>
                    <a:cubicBezTo>
                      <a:pt x="504348" y="216337"/>
                      <a:pt x="492823" y="202050"/>
                      <a:pt x="466819" y="134613"/>
                    </a:cubicBezTo>
                    <a:cubicBezTo>
                      <a:pt x="460057" y="116896"/>
                      <a:pt x="450055" y="97751"/>
                      <a:pt x="468915" y="82511"/>
                    </a:cubicBezTo>
                    <a:cubicBezTo>
                      <a:pt x="474344" y="78130"/>
                      <a:pt x="480036" y="77272"/>
                      <a:pt x="485798" y="78630"/>
                    </a:cubicBezTo>
                    <a:close/>
                    <a:moveTo>
                      <a:pt x="637520" y="251"/>
                    </a:moveTo>
                    <a:cubicBezTo>
                      <a:pt x="652153" y="-1071"/>
                      <a:pt x="667417" y="2930"/>
                      <a:pt x="682466" y="9836"/>
                    </a:cubicBezTo>
                    <a:cubicBezTo>
                      <a:pt x="719042" y="26600"/>
                      <a:pt x="735329" y="59556"/>
                      <a:pt x="738187" y="97847"/>
                    </a:cubicBezTo>
                    <a:cubicBezTo>
                      <a:pt x="740378" y="127755"/>
                      <a:pt x="741521" y="158521"/>
                      <a:pt x="737234" y="188048"/>
                    </a:cubicBezTo>
                    <a:cubicBezTo>
                      <a:pt x="729614" y="241007"/>
                      <a:pt x="775334" y="281870"/>
                      <a:pt x="836104" y="268916"/>
                    </a:cubicBezTo>
                    <a:cubicBezTo>
                      <a:pt x="861345" y="263582"/>
                      <a:pt x="885920" y="262629"/>
                      <a:pt x="910970" y="261391"/>
                    </a:cubicBezTo>
                    <a:cubicBezTo>
                      <a:pt x="940307" y="259867"/>
                      <a:pt x="960500" y="273964"/>
                      <a:pt x="968882" y="300729"/>
                    </a:cubicBezTo>
                    <a:cubicBezTo>
                      <a:pt x="978026" y="329780"/>
                      <a:pt x="957071" y="344354"/>
                      <a:pt x="935259" y="355784"/>
                    </a:cubicBezTo>
                    <a:cubicBezTo>
                      <a:pt x="918495" y="364642"/>
                      <a:pt x="900017" y="370262"/>
                      <a:pt x="883634" y="379691"/>
                    </a:cubicBezTo>
                    <a:cubicBezTo>
                      <a:pt x="847534" y="400361"/>
                      <a:pt x="843629" y="432365"/>
                      <a:pt x="872966" y="461606"/>
                    </a:cubicBezTo>
                    <a:cubicBezTo>
                      <a:pt x="906589" y="495134"/>
                      <a:pt x="949737" y="496182"/>
                      <a:pt x="992885" y="494087"/>
                    </a:cubicBezTo>
                    <a:cubicBezTo>
                      <a:pt x="1037177" y="491991"/>
                      <a:pt x="1081373" y="484371"/>
                      <a:pt x="1125474" y="484943"/>
                    </a:cubicBezTo>
                    <a:cubicBezTo>
                      <a:pt x="1202912" y="485990"/>
                      <a:pt x="1251394" y="525043"/>
                      <a:pt x="1254918" y="583622"/>
                    </a:cubicBezTo>
                    <a:lnTo>
                      <a:pt x="1255013" y="583526"/>
                    </a:lnTo>
                    <a:cubicBezTo>
                      <a:pt x="1259204" y="651916"/>
                      <a:pt x="1210532" y="705922"/>
                      <a:pt x="1135284" y="718781"/>
                    </a:cubicBezTo>
                    <a:cubicBezTo>
                      <a:pt x="1063180" y="731164"/>
                      <a:pt x="1001458" y="704875"/>
                      <a:pt x="941641" y="670204"/>
                    </a:cubicBezTo>
                    <a:cubicBezTo>
                      <a:pt x="926591" y="661441"/>
                      <a:pt x="912209" y="651440"/>
                      <a:pt x="897159" y="642772"/>
                    </a:cubicBezTo>
                    <a:cubicBezTo>
                      <a:pt x="870584" y="627437"/>
                      <a:pt x="842581" y="611720"/>
                      <a:pt x="813625" y="634676"/>
                    </a:cubicBezTo>
                    <a:cubicBezTo>
                      <a:pt x="783907" y="658202"/>
                      <a:pt x="781335" y="692016"/>
                      <a:pt x="790289" y="725830"/>
                    </a:cubicBezTo>
                    <a:cubicBezTo>
                      <a:pt x="803433" y="775455"/>
                      <a:pt x="836580" y="811460"/>
                      <a:pt x="875728" y="842702"/>
                    </a:cubicBezTo>
                    <a:cubicBezTo>
                      <a:pt x="911542" y="871372"/>
                      <a:pt x="950404" y="896327"/>
                      <a:pt x="981646" y="930522"/>
                    </a:cubicBezTo>
                    <a:cubicBezTo>
                      <a:pt x="1041653" y="996149"/>
                      <a:pt x="1047083" y="1070730"/>
                      <a:pt x="995838" y="1120927"/>
                    </a:cubicBezTo>
                    <a:cubicBezTo>
                      <a:pt x="942403" y="1173219"/>
                      <a:pt x="855249" y="1170362"/>
                      <a:pt x="793813" y="1114164"/>
                    </a:cubicBezTo>
                    <a:cubicBezTo>
                      <a:pt x="734663" y="1060062"/>
                      <a:pt x="716470" y="989196"/>
                      <a:pt x="711993" y="912901"/>
                    </a:cubicBezTo>
                    <a:cubicBezTo>
                      <a:pt x="710374" y="886040"/>
                      <a:pt x="711803" y="858799"/>
                      <a:pt x="707993" y="832319"/>
                    </a:cubicBezTo>
                    <a:cubicBezTo>
                      <a:pt x="704945" y="811460"/>
                      <a:pt x="693419" y="793267"/>
                      <a:pt x="670750" y="787266"/>
                    </a:cubicBezTo>
                    <a:cubicBezTo>
                      <a:pt x="648652" y="781456"/>
                      <a:pt x="633698" y="794600"/>
                      <a:pt x="623030" y="810793"/>
                    </a:cubicBezTo>
                    <a:cubicBezTo>
                      <a:pt x="598360" y="848417"/>
                      <a:pt x="573023" y="862704"/>
                      <a:pt x="529494" y="833081"/>
                    </a:cubicBezTo>
                    <a:cubicBezTo>
                      <a:pt x="492347" y="807840"/>
                      <a:pt x="446341" y="826985"/>
                      <a:pt x="419099" y="874801"/>
                    </a:cubicBezTo>
                    <a:cubicBezTo>
                      <a:pt x="401954" y="904900"/>
                      <a:pt x="391001" y="938523"/>
                      <a:pt x="376046" y="969860"/>
                    </a:cubicBezTo>
                    <a:cubicBezTo>
                      <a:pt x="345376" y="1033868"/>
                      <a:pt x="284321" y="1067682"/>
                      <a:pt x="217836" y="1058538"/>
                    </a:cubicBezTo>
                    <a:cubicBezTo>
                      <a:pt x="159162" y="1050537"/>
                      <a:pt x="102679" y="995578"/>
                      <a:pt x="92773" y="936904"/>
                    </a:cubicBezTo>
                    <a:cubicBezTo>
                      <a:pt x="81343" y="869372"/>
                      <a:pt x="116014" y="807650"/>
                      <a:pt x="180879" y="773645"/>
                    </a:cubicBezTo>
                    <a:cubicBezTo>
                      <a:pt x="217074" y="754691"/>
                      <a:pt x="258984" y="746975"/>
                      <a:pt x="289655" y="716876"/>
                    </a:cubicBezTo>
                    <a:cubicBezTo>
                      <a:pt x="313372" y="693540"/>
                      <a:pt x="332041" y="668585"/>
                      <a:pt x="322516" y="633247"/>
                    </a:cubicBezTo>
                    <a:cubicBezTo>
                      <a:pt x="313086" y="598385"/>
                      <a:pt x="284987" y="584669"/>
                      <a:pt x="253269" y="575144"/>
                    </a:cubicBezTo>
                    <a:cubicBezTo>
                      <a:pt x="209645" y="562000"/>
                      <a:pt x="160781" y="575049"/>
                      <a:pt x="120110" y="547808"/>
                    </a:cubicBezTo>
                    <a:cubicBezTo>
                      <a:pt x="50387" y="512851"/>
                      <a:pt x="26955" y="438175"/>
                      <a:pt x="61912" y="362165"/>
                    </a:cubicBezTo>
                    <a:cubicBezTo>
                      <a:pt x="61436" y="359498"/>
                      <a:pt x="62483" y="357593"/>
                      <a:pt x="64865" y="356355"/>
                    </a:cubicBezTo>
                    <a:cubicBezTo>
                      <a:pt x="76390" y="330257"/>
                      <a:pt x="93059" y="309206"/>
                      <a:pt x="120491" y="298443"/>
                    </a:cubicBezTo>
                    <a:cubicBezTo>
                      <a:pt x="205168" y="243579"/>
                      <a:pt x="302037" y="253295"/>
                      <a:pt x="386048" y="324923"/>
                    </a:cubicBezTo>
                    <a:cubicBezTo>
                      <a:pt x="464915" y="392264"/>
                      <a:pt x="525684" y="377405"/>
                      <a:pt x="568547" y="280346"/>
                    </a:cubicBezTo>
                    <a:cubicBezTo>
                      <a:pt x="576071" y="247389"/>
                      <a:pt x="574738" y="214623"/>
                      <a:pt x="567404" y="181857"/>
                    </a:cubicBezTo>
                    <a:cubicBezTo>
                      <a:pt x="567499" y="179000"/>
                      <a:pt x="568070" y="176333"/>
                      <a:pt x="568832" y="173761"/>
                    </a:cubicBezTo>
                    <a:cubicBezTo>
                      <a:pt x="558450" y="169094"/>
                      <a:pt x="557783" y="157759"/>
                      <a:pt x="559498" y="148139"/>
                    </a:cubicBezTo>
                    <a:cubicBezTo>
                      <a:pt x="564070" y="122326"/>
                      <a:pt x="559117" y="95656"/>
                      <a:pt x="567594" y="70415"/>
                    </a:cubicBezTo>
                    <a:cubicBezTo>
                      <a:pt x="576929" y="54317"/>
                      <a:pt x="579024" y="33934"/>
                      <a:pt x="596360" y="22599"/>
                    </a:cubicBezTo>
                    <a:cubicBezTo>
                      <a:pt x="608885" y="8217"/>
                      <a:pt x="622887" y="1573"/>
                      <a:pt x="637520" y="251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dafc571-92ba-471e-a2cb-0fc40b1569ad" id="84" name="Text3">
                <a:extLst>
                  <a:ext uri="{FF2B5EF4-FFF2-40B4-BE49-F238E27FC236}">
                    <a16:creationId id="{A3FB90A7-2F35-1A70-B709-ACABCB1C6E2B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7902601" y="3337093"/>
                <a:ext cx="2439662" cy="11679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尊重双方的心理边界，确保互动在舒适范围内进行。</a:t>
                </a:r>
              </a:p>
            </p:txBody>
          </p:sp>
          <p:sp>
            <p:nvSpPr>
              <p:cNvPr descr="72bb2793-82c7-418b-abcd-7ec45d64e48d" id="85" name="Bullet3">
                <a:extLst>
                  <a:ext uri="{FF2B5EF4-FFF2-40B4-BE49-F238E27FC236}">
                    <a16:creationId id="{07EF77C9-1769-19EF-CD7C-54878BD9BF7C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7902601" y="2761701"/>
                <a:ext cx="2439662" cy="57539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2000">
                    <a:solidFill>
                      <a:srgbClr val="2F2F2F"/>
                    </a:solidFill>
                    <a:ea typeface="微软雅黑"/>
                  </a:rPr>
                  <a:t>尊重心理边界</a:t>
                </a:r>
              </a:p>
            </p:txBody>
          </p:sp>
        </p:grpSp>
      </p:grp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心理与文化认知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深入理解舔脚行为的心理和文化背景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恋足癖心理基础</a:t>
            </a:r>
          </a:p>
        </p:txBody>
      </p:sp>
      <p:grpSp>
        <p:nvGrpSpPr>
          <p:cNvPr descr="d88fe94d-4941-42ac-8cb4-0fac1c080f8f" id="40" name="4f60d1cc-3c61-43cd-9b44-45d73b39512f.source.5.zh-Hans.pptx">
            <a:extLst>
              <a:ext uri="{FF2B5EF4-FFF2-40B4-BE49-F238E27FC236}">
                <a16:creationId id="{FFA8F79C-320A-C7FE-916F-9A87F2A50EB8}"/>
              </a:ext>
            </a:extLst>
          </p:cNvPr>
          <p:cNvGrpSpPr/>
          <p:nvPr/>
        </p:nvGrpSpPr>
        <p:grpSpPr>
          <a:xfrm>
            <a:off x="660400" y="1130301"/>
            <a:ext cx="10858500" cy="5119549"/>
            <a:chOff x="660400" y="1130301"/>
            <a:chExt cx="10858500" cy="5119549"/>
          </a:xfrm>
        </p:grpSpPr>
        <p:sp>
          <p:nvSpPr>
            <p:cNvPr descr="28ab6758-a1d0-426b-9003-d0cfdc1d950a" id="3" name="Title">
              <a:extLst>
                <a:ext uri="{FF2B5EF4-FFF2-40B4-BE49-F238E27FC236}">
                  <a16:creationId id="{5498E9EC-F2F1-BDF7-EBD0-9D639E1A4B26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660400" y="1130301"/>
              <a:ext cx="10858500" cy="46283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anchorCtr="0" bIns="45720" lIns="91440" rIns="91440" rtlCol="0" tIns="45720" wrap="square">
              <a:normAutofit lnSpcReduction="10000"/>
            </a:bodyPr>
            <a:lstStyle/>
            <a:p>
              <a:pPr algn="ctr">
                <a:lnSpc>
                  <a:spcPct val="108000"/>
                </a:lnSpc>
              </a:pPr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恋足癖的成因与心理特点</a:t>
              </a:r>
            </a:p>
          </p:txBody>
        </p:sp>
        <p:grpSp>
          <p:nvGrpSpPr>
            <p:cNvPr descr="a7427d5b-b94a-4d55-aad1-54f8623efeb0" id="4" name="组合 3">
              <a:extLst>
                <a:ext uri="{FF2B5EF4-FFF2-40B4-BE49-F238E27FC236}">
                  <a16:creationId id="{8E6C5F66-E365-7D5C-C351-7E7308C2008F}"/>
                </a:ext>
              </a:extLst>
            </p:cNvPr>
            <p:cNvGrpSpPr/>
            <p:nvPr/>
          </p:nvGrpSpPr>
          <p:grpSpPr>
            <a:xfrm>
              <a:off x="663655" y="1843771"/>
              <a:ext cx="3436455" cy="2191619"/>
              <a:chOff x="-172789" y="1693301"/>
              <a:chExt cx="3436455" cy="2191619"/>
            </a:xfrm>
          </p:grpSpPr>
          <p:sp>
            <p:nvSpPr>
              <p:cNvPr descr="80299ad5-52c4-47b5-abc2-a5b877a7075a" id="35" name="ComponentBackground1">
                <a:extLst>
                  <a:ext uri="{FF2B5EF4-FFF2-40B4-BE49-F238E27FC236}">
                    <a16:creationId id="{381E3E4A-5197-E11C-1F02-D385A8650E2E}"/>
                  </a:ext>
                </a:extLst>
              </p:cNvPr>
              <p:cNvSpPr/>
              <p:nvPr/>
            </p:nvSpPr>
            <p:spPr>
              <a:xfrm flipV="false" flipH="false">
                <a:off x="-172789" y="1909823"/>
                <a:ext cx="3436455" cy="1975097"/>
              </a:xfrm>
              <a:custGeom>
                <a:avLst/>
                <a:gdLst>
                  <a:gd fmla="*/ 3282497 w 3764154" name="connsiteX0"/>
                  <a:gd fmla="*/ 3682374 h 3954698" name="connsiteY0"/>
                  <a:gd fmla="*/ 584731 w 3764154" name="connsiteX1"/>
                  <a:gd fmla="*/ 3924404 h 3954698" name="connsiteY1"/>
                  <a:gd fmla="*/ 425378 w 3764154" name="connsiteX2"/>
                  <a:gd fmla="*/ 3888019 h 3954698" name="connsiteY2"/>
                  <a:gd fmla="*/ 255738 w 3764154" name="connsiteX3"/>
                  <a:gd fmla="*/ 3517687 h 3954698" name="connsiteY3"/>
                  <a:gd fmla="*/ 49617 w 3764154" name="connsiteX4"/>
                  <a:gd fmla="*/ 1592113 h 3954698" name="connsiteY4"/>
                  <a:gd fmla="*/ 190301 w 3764154" name="connsiteX5"/>
                  <a:gd fmla="*/ 349576 h 3954698" name="connsiteY5"/>
                  <a:gd fmla="*/ 593209 w 3764154" name="connsiteX6"/>
                  <a:gd fmla="*/ 215845 h 3954698" name="connsiteY6"/>
                  <a:gd fmla="*/ 3089616 w 3764154" name="connsiteX7"/>
                  <a:gd fmla="*/ 3533 h 3954698" name="connsiteY7"/>
                  <a:gd fmla="*/ 3415847 w 3764154" name="connsiteX8"/>
                  <a:gd fmla="*/ 153647 h 3954698" name="connsiteY8"/>
                  <a:gd fmla="*/ 3519289 w 3764154" name="connsiteX9"/>
                  <a:gd fmla="*/ 510549 h 3954698" name="connsiteY9"/>
                  <a:gd fmla="*/ 3763414 w 3764154" name="connsiteX10"/>
                  <a:gd fmla="*/ 3199838 h 3954698" name="connsiteY10"/>
                  <a:gd fmla="*/ 3682833 w 3764154" name="connsiteX11"/>
                  <a:gd fmla="*/ 3523592 h 3954698" name="connsiteY11"/>
                  <a:gd fmla="*/ 3488904 w 3764154" name="connsiteX12"/>
                  <a:gd fmla="*/ 3622462 h 3954698" name="connsiteY12"/>
                  <a:gd fmla="*/ 3282593 w 3764154" name="connsiteX13"/>
                  <a:gd fmla="*/ 3682374 h 3954698" name="connsiteY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b="b" l="l" r="r" t="t"/>
                <a:pathLst>
                  <a:path h="3954698" w="3764154">
                    <a:moveTo>
                      <a:pt x="3282497" y="3682374"/>
                    </a:moveTo>
                    <a:cubicBezTo>
                      <a:pt x="2407340" y="3922975"/>
                      <a:pt x="1488844" y="4005653"/>
                      <a:pt x="584731" y="3924404"/>
                    </a:cubicBezTo>
                    <a:cubicBezTo>
                      <a:pt x="530058" y="3919451"/>
                      <a:pt x="473956" y="3913546"/>
                      <a:pt x="425378" y="3888019"/>
                    </a:cubicBezTo>
                    <a:cubicBezTo>
                      <a:pt x="299934" y="3822106"/>
                      <a:pt x="271454" y="3658466"/>
                      <a:pt x="255738" y="3517687"/>
                    </a:cubicBezTo>
                    <a:cubicBezTo>
                      <a:pt x="184777" y="2881703"/>
                      <a:pt x="90955" y="2230383"/>
                      <a:pt x="49617" y="1592113"/>
                    </a:cubicBezTo>
                    <a:cubicBezTo>
                      <a:pt x="-13534" y="616372"/>
                      <a:pt x="-58778" y="507596"/>
                      <a:pt x="190301" y="349576"/>
                    </a:cubicBezTo>
                    <a:cubicBezTo>
                      <a:pt x="310411" y="273376"/>
                      <a:pt x="453858" y="244135"/>
                      <a:pt x="593209" y="215845"/>
                    </a:cubicBezTo>
                    <a:cubicBezTo>
                      <a:pt x="1422074" y="46967"/>
                      <a:pt x="2243891" y="-16374"/>
                      <a:pt x="3089616" y="3533"/>
                    </a:cubicBezTo>
                    <a:cubicBezTo>
                      <a:pt x="3182580" y="5724"/>
                      <a:pt x="3330694" y="31822"/>
                      <a:pt x="3415847" y="153647"/>
                    </a:cubicBezTo>
                    <a:cubicBezTo>
                      <a:pt x="3473854" y="236800"/>
                      <a:pt x="3493476" y="337003"/>
                      <a:pt x="3519289" y="510549"/>
                    </a:cubicBezTo>
                    <a:cubicBezTo>
                      <a:pt x="3694930" y="1693268"/>
                      <a:pt x="3736649" y="2290105"/>
                      <a:pt x="3763414" y="3199838"/>
                    </a:cubicBezTo>
                    <a:cubicBezTo>
                      <a:pt x="3766748" y="3314042"/>
                      <a:pt x="3761891" y="3441011"/>
                      <a:pt x="3682833" y="3523592"/>
                    </a:cubicBezTo>
                    <a:cubicBezTo>
                      <a:pt x="3632065" y="3576646"/>
                      <a:pt x="3559103" y="3601030"/>
                      <a:pt x="3488904" y="3622462"/>
                    </a:cubicBezTo>
                    <a:cubicBezTo>
                      <a:pt x="3420419" y="3643417"/>
                      <a:pt x="3351649" y="3663419"/>
                      <a:pt x="3282593" y="3682374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073e343-2c78-45e7-b417-e851a9415a99" id="36" name="Icon1">
                <a:extLst>
                  <a:ext uri="{FF2B5EF4-FFF2-40B4-BE49-F238E27FC236}">
                    <a16:creationId id="{29891C9D-A4E7-5BF0-55E3-9E8D4807411B}"/>
                  </a:ext>
                </a:extLst>
              </p:cNvPr>
              <p:cNvSpPr/>
              <p:nvPr/>
            </p:nvSpPr>
            <p:spPr>
              <a:xfrm flipV="false" flipH="false">
                <a:off x="2755851" y="1693301"/>
                <a:ext cx="413667" cy="398482"/>
              </a:xfrm>
              <a:custGeom>
                <a:avLst/>
                <a:gdLst>
                  <a:gd fmla="*/ 71586 w 413667" name="connsiteX0"/>
                  <a:gd fmla="*/ 10131 h 398482" name="connsiteY0"/>
                  <a:gd fmla="*/ 229285 w 413667" name="connsiteX1"/>
                  <a:gd fmla="*/ 71578 h 398482" name="connsiteY1"/>
                  <a:gd fmla="*/ 234330 w 413667" name="connsiteX2"/>
                  <a:gd fmla="*/ 83085 h 398482" name="connsiteY2"/>
                  <a:gd fmla="*/ 245837 w 413667" name="connsiteX3"/>
                  <a:gd fmla="*/ 78040 h 398482" name="connsiteY3"/>
                  <a:gd fmla="*/ 403536 w 413667" name="connsiteX4"/>
                  <a:gd fmla="*/ 139487 h 398482" name="connsiteY4"/>
                  <a:gd fmla="*/ 342089 w 413667" name="connsiteX5"/>
                  <a:gd fmla="*/ 297186 h 398482" name="connsiteY5"/>
                  <a:gd fmla="*/ 330582 w 413667" name="connsiteX6"/>
                  <a:gd fmla="*/ 302231 h 398482" name="connsiteY6"/>
                  <a:gd fmla="*/ 111436 w 413667" name="connsiteX7"/>
                  <a:gd fmla="*/ 398483 h 398482" name="connsiteY7"/>
                  <a:gd fmla="*/ 10139 w 413667" name="connsiteX8"/>
                  <a:gd fmla="*/ 167830 h 398482" name="connsiteY8"/>
                  <a:gd fmla="*/ 71586 w 413667" name="connsiteX9"/>
                  <a:gd fmla="*/ 10131 h 398482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398482" w="413667">
                    <a:moveTo>
                      <a:pt x="71586" y="10131"/>
                    </a:moveTo>
                    <a:cubicBezTo>
                      <a:pt x="132126" y="-16454"/>
                      <a:pt x="202700" y="11095"/>
                      <a:pt x="229285" y="71578"/>
                    </a:cubicBezTo>
                    <a:lnTo>
                      <a:pt x="234330" y="83085"/>
                    </a:lnTo>
                    <a:lnTo>
                      <a:pt x="245837" y="78040"/>
                    </a:lnTo>
                    <a:cubicBezTo>
                      <a:pt x="306377" y="51455"/>
                      <a:pt x="376951" y="79004"/>
                      <a:pt x="403536" y="139487"/>
                    </a:cubicBezTo>
                    <a:cubicBezTo>
                      <a:pt x="430121" y="200027"/>
                      <a:pt x="402572" y="270601"/>
                      <a:pt x="342089" y="297186"/>
                    </a:cubicBezTo>
                    <a:lnTo>
                      <a:pt x="330582" y="302231"/>
                    </a:lnTo>
                    <a:lnTo>
                      <a:pt x="111436" y="398483"/>
                    </a:lnTo>
                    <a:lnTo>
                      <a:pt x="10139" y="167830"/>
                    </a:lnTo>
                    <a:cubicBezTo>
                      <a:pt x="-16446" y="107290"/>
                      <a:pt x="11046" y="36717"/>
                      <a:pt x="71586" y="10131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5596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16df0df-163f-479f-82b3-a35b07d736d9" id="37" name="Shape1">
                <a:extLst>
                  <a:ext uri="{FF2B5EF4-FFF2-40B4-BE49-F238E27FC236}">
                    <a16:creationId id="{06104433-BA4C-08FA-814B-7AFD502815C8}"/>
                  </a:ext>
                </a:extLst>
              </p:cNvPr>
              <p:cNvSpPr/>
              <p:nvPr/>
            </p:nvSpPr>
            <p:spPr>
              <a:xfrm flipV="false" flipH="false">
                <a:off x="2949810" y="2076582"/>
                <a:ext cx="260944" cy="244438"/>
              </a:xfrm>
              <a:custGeom>
                <a:avLst/>
                <a:gdLst>
                  <a:gd fmla="*/ 33285 w 260944" name="connsiteX0"/>
                  <a:gd fmla="*/ 12198 h 244438" name="connsiteY0"/>
                  <a:gd fmla="*/ 135659 w 260944" name="connsiteX1"/>
                  <a:gd fmla="*/ 33228 h 244438" name="connsiteY1"/>
                  <a:gd fmla="*/ 139910 w 260944" name="connsiteX2"/>
                  <a:gd fmla="*/ 39690 h 244438" name="connsiteY2"/>
                  <a:gd fmla="*/ 146372 w 260944" name="connsiteX3"/>
                  <a:gd fmla="*/ 35439 h 244438" name="connsiteY3"/>
                  <a:gd fmla="*/ 248746 w 260944" name="connsiteX4"/>
                  <a:gd fmla="*/ 56469 h 244438" name="connsiteY4"/>
                  <a:gd fmla="*/ 227716 w 260944" name="connsiteX5"/>
                  <a:gd fmla="*/ 158843 h 244438" name="connsiteY5"/>
                  <a:gd fmla="*/ 221254 w 260944" name="connsiteX6"/>
                  <a:gd fmla="*/ 163095 h 244438" name="connsiteY6"/>
                  <a:gd fmla="*/ 97793 w 260944" name="connsiteX7"/>
                  <a:gd fmla="*/ 244438 h 244438" name="connsiteY7"/>
                  <a:gd fmla="*/ 12198 w 260944" name="connsiteX8"/>
                  <a:gd fmla="*/ 114515 h 244438" name="connsiteY8"/>
                  <a:gd fmla="*/ 33228 w 260944" name="connsiteX9"/>
                  <a:gd fmla="*/ 12141 h 244438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244438" w="260944">
                    <a:moveTo>
                      <a:pt x="33285" y="12198"/>
                    </a:moveTo>
                    <a:cubicBezTo>
                      <a:pt x="67353" y="-10249"/>
                      <a:pt x="113211" y="-840"/>
                      <a:pt x="135659" y="33228"/>
                    </a:cubicBezTo>
                    <a:lnTo>
                      <a:pt x="139910" y="39690"/>
                    </a:lnTo>
                    <a:lnTo>
                      <a:pt x="146372" y="35439"/>
                    </a:lnTo>
                    <a:cubicBezTo>
                      <a:pt x="180440" y="12992"/>
                      <a:pt x="226299" y="22401"/>
                      <a:pt x="248746" y="56469"/>
                    </a:cubicBezTo>
                    <a:cubicBezTo>
                      <a:pt x="271194" y="90537"/>
                      <a:pt x="261784" y="136396"/>
                      <a:pt x="227716" y="158843"/>
                    </a:cubicBezTo>
                    <a:lnTo>
                      <a:pt x="221254" y="163095"/>
                    </a:lnTo>
                    <a:lnTo>
                      <a:pt x="97793" y="244438"/>
                    </a:lnTo>
                    <a:lnTo>
                      <a:pt x="12198" y="114515"/>
                    </a:lnTo>
                    <a:cubicBezTo>
                      <a:pt x="-10249" y="80447"/>
                      <a:pt x="-840" y="34589"/>
                      <a:pt x="33228" y="12141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cap="flat" w="5596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af3be66-06f1-4a46-adf1-c492e068d1d5" id="38" name="Bullet1">
                <a:extLst>
                  <a:ext uri="{FF2B5EF4-FFF2-40B4-BE49-F238E27FC236}">
                    <a16:creationId id="{9C231502-430D-592B-2C05-E104956719CA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74082" y="2076582"/>
                <a:ext cx="2875728" cy="743633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1800">
                    <a:solidFill>
                      <a:srgbClr val="000000"/>
                    </a:solidFill>
                    <a:ea typeface="微软雅黑"/>
                  </a:rPr>
                  <a:t>性指向投射</a:t>
                </a:r>
              </a:p>
            </p:txBody>
          </p:sp>
          <p:sp>
            <p:nvSpPr>
              <p:cNvPr descr="22301fa6-feaa-481d-b7bd-4877596a2cb8" id="39" name="Text1">
                <a:extLst>
                  <a:ext uri="{FF2B5EF4-FFF2-40B4-BE49-F238E27FC236}">
                    <a16:creationId id="{25192945-9315-7DE0-B7D0-F8AAB6191D7F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74086" y="2820216"/>
                <a:ext cx="2875727" cy="948954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000000"/>
                    </a:solidFill>
                    <a:ea typeface="微软雅黑"/>
                  </a:rPr>
                  <a:t>恋足癖是性指向的一种特殊投射，体现个体对特定部位的依恋。</a:t>
                </a:r>
              </a:p>
            </p:txBody>
          </p:sp>
        </p:grpSp>
        <p:grpSp>
          <p:nvGrpSpPr>
            <p:cNvPr descr="d24899bc-3fce-4d61-8f1b-e3a77a79913c" id="5" name="组合 4">
              <a:extLst>
                <a:ext uri="{FF2B5EF4-FFF2-40B4-BE49-F238E27FC236}">
                  <a16:creationId id="{2A18E41D-6ACE-71C7-77D1-C3271B03DA44}"/>
                </a:ext>
              </a:extLst>
            </p:cNvPr>
            <p:cNvGrpSpPr/>
            <p:nvPr/>
          </p:nvGrpSpPr>
          <p:grpSpPr>
            <a:xfrm>
              <a:off x="4371422" y="1843771"/>
              <a:ext cx="3436455" cy="2191619"/>
              <a:chOff x="-172789" y="1693301"/>
              <a:chExt cx="3436455" cy="2191619"/>
            </a:xfrm>
          </p:grpSpPr>
          <p:sp>
            <p:nvSpPr>
              <p:cNvPr descr="193d0d8c-74fc-4f45-b39d-b5d1ff42ed96" id="30" name="ComponentBackground2">
                <a:extLst>
                  <a:ext uri="{FF2B5EF4-FFF2-40B4-BE49-F238E27FC236}">
                    <a16:creationId id="{243DB1C2-E7D2-9F3B-3493-6A181E92EE57}"/>
                  </a:ext>
                </a:extLst>
              </p:cNvPr>
              <p:cNvSpPr/>
              <p:nvPr/>
            </p:nvSpPr>
            <p:spPr>
              <a:xfrm flipV="false" flipH="false">
                <a:off x="-172789" y="1909823"/>
                <a:ext cx="3436455" cy="1975097"/>
              </a:xfrm>
              <a:custGeom>
                <a:avLst/>
                <a:gdLst>
                  <a:gd fmla="*/ 3282497 w 3764154" name="connsiteX0"/>
                  <a:gd fmla="*/ 3682374 h 3954698" name="connsiteY0"/>
                  <a:gd fmla="*/ 584731 w 3764154" name="connsiteX1"/>
                  <a:gd fmla="*/ 3924404 h 3954698" name="connsiteY1"/>
                  <a:gd fmla="*/ 425378 w 3764154" name="connsiteX2"/>
                  <a:gd fmla="*/ 3888019 h 3954698" name="connsiteY2"/>
                  <a:gd fmla="*/ 255738 w 3764154" name="connsiteX3"/>
                  <a:gd fmla="*/ 3517687 h 3954698" name="connsiteY3"/>
                  <a:gd fmla="*/ 49617 w 3764154" name="connsiteX4"/>
                  <a:gd fmla="*/ 1592113 h 3954698" name="connsiteY4"/>
                  <a:gd fmla="*/ 190301 w 3764154" name="connsiteX5"/>
                  <a:gd fmla="*/ 349576 h 3954698" name="connsiteY5"/>
                  <a:gd fmla="*/ 593209 w 3764154" name="connsiteX6"/>
                  <a:gd fmla="*/ 215845 h 3954698" name="connsiteY6"/>
                  <a:gd fmla="*/ 3089616 w 3764154" name="connsiteX7"/>
                  <a:gd fmla="*/ 3533 h 3954698" name="connsiteY7"/>
                  <a:gd fmla="*/ 3415847 w 3764154" name="connsiteX8"/>
                  <a:gd fmla="*/ 153647 h 3954698" name="connsiteY8"/>
                  <a:gd fmla="*/ 3519289 w 3764154" name="connsiteX9"/>
                  <a:gd fmla="*/ 510549 h 3954698" name="connsiteY9"/>
                  <a:gd fmla="*/ 3763414 w 3764154" name="connsiteX10"/>
                  <a:gd fmla="*/ 3199838 h 3954698" name="connsiteY10"/>
                  <a:gd fmla="*/ 3682833 w 3764154" name="connsiteX11"/>
                  <a:gd fmla="*/ 3523592 h 3954698" name="connsiteY11"/>
                  <a:gd fmla="*/ 3488904 w 3764154" name="connsiteX12"/>
                  <a:gd fmla="*/ 3622462 h 3954698" name="connsiteY12"/>
                  <a:gd fmla="*/ 3282593 w 3764154" name="connsiteX13"/>
                  <a:gd fmla="*/ 3682374 h 3954698" name="connsiteY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b="b" l="l" r="r" t="t"/>
                <a:pathLst>
                  <a:path h="3954698" w="3764154">
                    <a:moveTo>
                      <a:pt x="3282497" y="3682374"/>
                    </a:moveTo>
                    <a:cubicBezTo>
                      <a:pt x="2407340" y="3922975"/>
                      <a:pt x="1488844" y="4005653"/>
                      <a:pt x="584731" y="3924404"/>
                    </a:cubicBezTo>
                    <a:cubicBezTo>
                      <a:pt x="530058" y="3919451"/>
                      <a:pt x="473956" y="3913546"/>
                      <a:pt x="425378" y="3888019"/>
                    </a:cubicBezTo>
                    <a:cubicBezTo>
                      <a:pt x="299934" y="3822106"/>
                      <a:pt x="271454" y="3658466"/>
                      <a:pt x="255738" y="3517687"/>
                    </a:cubicBezTo>
                    <a:cubicBezTo>
                      <a:pt x="184777" y="2881703"/>
                      <a:pt x="90955" y="2230383"/>
                      <a:pt x="49617" y="1592113"/>
                    </a:cubicBezTo>
                    <a:cubicBezTo>
                      <a:pt x="-13534" y="616372"/>
                      <a:pt x="-58778" y="507596"/>
                      <a:pt x="190301" y="349576"/>
                    </a:cubicBezTo>
                    <a:cubicBezTo>
                      <a:pt x="310411" y="273376"/>
                      <a:pt x="453858" y="244135"/>
                      <a:pt x="593209" y="215845"/>
                    </a:cubicBezTo>
                    <a:cubicBezTo>
                      <a:pt x="1422074" y="46967"/>
                      <a:pt x="2243891" y="-16374"/>
                      <a:pt x="3089616" y="3533"/>
                    </a:cubicBezTo>
                    <a:cubicBezTo>
                      <a:pt x="3182580" y="5724"/>
                      <a:pt x="3330694" y="31822"/>
                      <a:pt x="3415847" y="153647"/>
                    </a:cubicBezTo>
                    <a:cubicBezTo>
                      <a:pt x="3473854" y="236800"/>
                      <a:pt x="3493476" y="337003"/>
                      <a:pt x="3519289" y="510549"/>
                    </a:cubicBezTo>
                    <a:cubicBezTo>
                      <a:pt x="3694930" y="1693268"/>
                      <a:pt x="3736649" y="2290105"/>
                      <a:pt x="3763414" y="3199838"/>
                    </a:cubicBezTo>
                    <a:cubicBezTo>
                      <a:pt x="3766748" y="3314042"/>
                      <a:pt x="3761891" y="3441011"/>
                      <a:pt x="3682833" y="3523592"/>
                    </a:cubicBezTo>
                    <a:cubicBezTo>
                      <a:pt x="3632065" y="3576646"/>
                      <a:pt x="3559103" y="3601030"/>
                      <a:pt x="3488904" y="3622462"/>
                    </a:cubicBezTo>
                    <a:cubicBezTo>
                      <a:pt x="3420419" y="3643417"/>
                      <a:pt x="3351649" y="3663419"/>
                      <a:pt x="3282593" y="3682374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301812b-9227-40d5-a5d5-88060a23fb8f" id="31" name="Icon2">
                <a:extLst>
                  <a:ext uri="{FF2B5EF4-FFF2-40B4-BE49-F238E27FC236}">
                    <a16:creationId id="{E9CB6C74-CD42-15F9-C5B6-D7CF29C97ED6}"/>
                  </a:ext>
                </a:extLst>
              </p:cNvPr>
              <p:cNvSpPr/>
              <p:nvPr/>
            </p:nvSpPr>
            <p:spPr>
              <a:xfrm flipV="false" flipH="false">
                <a:off x="2755851" y="1693301"/>
                <a:ext cx="413667" cy="398482"/>
              </a:xfrm>
              <a:custGeom>
                <a:avLst/>
                <a:gdLst>
                  <a:gd fmla="*/ 71586 w 413667" name="connsiteX0"/>
                  <a:gd fmla="*/ 10131 h 398482" name="connsiteY0"/>
                  <a:gd fmla="*/ 229285 w 413667" name="connsiteX1"/>
                  <a:gd fmla="*/ 71578 h 398482" name="connsiteY1"/>
                  <a:gd fmla="*/ 234330 w 413667" name="connsiteX2"/>
                  <a:gd fmla="*/ 83085 h 398482" name="connsiteY2"/>
                  <a:gd fmla="*/ 245837 w 413667" name="connsiteX3"/>
                  <a:gd fmla="*/ 78040 h 398482" name="connsiteY3"/>
                  <a:gd fmla="*/ 403536 w 413667" name="connsiteX4"/>
                  <a:gd fmla="*/ 139487 h 398482" name="connsiteY4"/>
                  <a:gd fmla="*/ 342089 w 413667" name="connsiteX5"/>
                  <a:gd fmla="*/ 297186 h 398482" name="connsiteY5"/>
                  <a:gd fmla="*/ 330582 w 413667" name="connsiteX6"/>
                  <a:gd fmla="*/ 302231 h 398482" name="connsiteY6"/>
                  <a:gd fmla="*/ 111436 w 413667" name="connsiteX7"/>
                  <a:gd fmla="*/ 398483 h 398482" name="connsiteY7"/>
                  <a:gd fmla="*/ 10139 w 413667" name="connsiteX8"/>
                  <a:gd fmla="*/ 167830 h 398482" name="connsiteY8"/>
                  <a:gd fmla="*/ 71586 w 413667" name="connsiteX9"/>
                  <a:gd fmla="*/ 10131 h 398482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398482" w="413667">
                    <a:moveTo>
                      <a:pt x="71586" y="10131"/>
                    </a:moveTo>
                    <a:cubicBezTo>
                      <a:pt x="132126" y="-16454"/>
                      <a:pt x="202700" y="11095"/>
                      <a:pt x="229285" y="71578"/>
                    </a:cubicBezTo>
                    <a:lnTo>
                      <a:pt x="234330" y="83085"/>
                    </a:lnTo>
                    <a:lnTo>
                      <a:pt x="245837" y="78040"/>
                    </a:lnTo>
                    <a:cubicBezTo>
                      <a:pt x="306377" y="51455"/>
                      <a:pt x="376951" y="79004"/>
                      <a:pt x="403536" y="139487"/>
                    </a:cubicBezTo>
                    <a:cubicBezTo>
                      <a:pt x="430121" y="200027"/>
                      <a:pt x="402572" y="270601"/>
                      <a:pt x="342089" y="297186"/>
                    </a:cubicBezTo>
                    <a:lnTo>
                      <a:pt x="330582" y="302231"/>
                    </a:lnTo>
                    <a:lnTo>
                      <a:pt x="111436" y="398483"/>
                    </a:lnTo>
                    <a:lnTo>
                      <a:pt x="10139" y="167830"/>
                    </a:lnTo>
                    <a:cubicBezTo>
                      <a:pt x="-16446" y="107290"/>
                      <a:pt x="11046" y="36717"/>
                      <a:pt x="71586" y="10131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5596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3b91b6f-7010-4f85-b220-1be151af625b" id="32" name="Shape2">
                <a:extLst>
                  <a:ext uri="{FF2B5EF4-FFF2-40B4-BE49-F238E27FC236}">
                    <a16:creationId id="{9C4E3A7F-58D4-B4A2-0E5E-27EE557DC13C}"/>
                  </a:ext>
                </a:extLst>
              </p:cNvPr>
              <p:cNvSpPr/>
              <p:nvPr/>
            </p:nvSpPr>
            <p:spPr>
              <a:xfrm flipV="false" flipH="false">
                <a:off x="2949810" y="2076582"/>
                <a:ext cx="260944" cy="244438"/>
              </a:xfrm>
              <a:custGeom>
                <a:avLst/>
                <a:gdLst>
                  <a:gd fmla="*/ 33285 w 260944" name="connsiteX0"/>
                  <a:gd fmla="*/ 12198 h 244438" name="connsiteY0"/>
                  <a:gd fmla="*/ 135659 w 260944" name="connsiteX1"/>
                  <a:gd fmla="*/ 33228 h 244438" name="connsiteY1"/>
                  <a:gd fmla="*/ 139910 w 260944" name="connsiteX2"/>
                  <a:gd fmla="*/ 39690 h 244438" name="connsiteY2"/>
                  <a:gd fmla="*/ 146372 w 260944" name="connsiteX3"/>
                  <a:gd fmla="*/ 35439 h 244438" name="connsiteY3"/>
                  <a:gd fmla="*/ 248746 w 260944" name="connsiteX4"/>
                  <a:gd fmla="*/ 56469 h 244438" name="connsiteY4"/>
                  <a:gd fmla="*/ 227716 w 260944" name="connsiteX5"/>
                  <a:gd fmla="*/ 158843 h 244438" name="connsiteY5"/>
                  <a:gd fmla="*/ 221254 w 260944" name="connsiteX6"/>
                  <a:gd fmla="*/ 163095 h 244438" name="connsiteY6"/>
                  <a:gd fmla="*/ 97793 w 260944" name="connsiteX7"/>
                  <a:gd fmla="*/ 244438 h 244438" name="connsiteY7"/>
                  <a:gd fmla="*/ 12198 w 260944" name="connsiteX8"/>
                  <a:gd fmla="*/ 114515 h 244438" name="connsiteY8"/>
                  <a:gd fmla="*/ 33228 w 260944" name="connsiteX9"/>
                  <a:gd fmla="*/ 12141 h 244438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244438" w="260944">
                    <a:moveTo>
                      <a:pt x="33285" y="12198"/>
                    </a:moveTo>
                    <a:cubicBezTo>
                      <a:pt x="67353" y="-10249"/>
                      <a:pt x="113211" y="-840"/>
                      <a:pt x="135659" y="33228"/>
                    </a:cubicBezTo>
                    <a:lnTo>
                      <a:pt x="139910" y="39690"/>
                    </a:lnTo>
                    <a:lnTo>
                      <a:pt x="146372" y="35439"/>
                    </a:lnTo>
                    <a:cubicBezTo>
                      <a:pt x="180440" y="12992"/>
                      <a:pt x="226299" y="22401"/>
                      <a:pt x="248746" y="56469"/>
                    </a:cubicBezTo>
                    <a:cubicBezTo>
                      <a:pt x="271194" y="90537"/>
                      <a:pt x="261784" y="136396"/>
                      <a:pt x="227716" y="158843"/>
                    </a:cubicBezTo>
                    <a:lnTo>
                      <a:pt x="221254" y="163095"/>
                    </a:lnTo>
                    <a:lnTo>
                      <a:pt x="97793" y="244438"/>
                    </a:lnTo>
                    <a:lnTo>
                      <a:pt x="12198" y="114515"/>
                    </a:lnTo>
                    <a:cubicBezTo>
                      <a:pt x="-10249" y="80447"/>
                      <a:pt x="-840" y="34589"/>
                      <a:pt x="33228" y="12141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cap="flat" w="5596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139f9d5-8da5-4f0d-b86b-d9c605510dba" id="33" name="Bullet2">
                <a:extLst>
                  <a:ext uri="{FF2B5EF4-FFF2-40B4-BE49-F238E27FC236}">
                    <a16:creationId id="{391F47BB-3E10-740B-D692-7B0CA5009586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74082" y="2076582"/>
                <a:ext cx="2875728" cy="743633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1800">
                    <a:solidFill>
                      <a:srgbClr val="000000"/>
                    </a:solidFill>
                    <a:ea typeface="微软雅黑"/>
                  </a:rPr>
                  <a:t>成长经历</a:t>
                </a:r>
              </a:p>
            </p:txBody>
          </p:sp>
          <p:sp>
            <p:nvSpPr>
              <p:cNvPr descr="1b81e0c8-584a-4494-b563-561bbce59068" id="34" name="Text2">
                <a:extLst>
                  <a:ext uri="{FF2B5EF4-FFF2-40B4-BE49-F238E27FC236}">
                    <a16:creationId id="{768FAC15-DC3A-E32A-3567-027F52D3BFE3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74086" y="2820216"/>
                <a:ext cx="2875727" cy="948954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000000"/>
                    </a:solidFill>
                    <a:ea typeface="微软雅黑"/>
                  </a:rPr>
                  <a:t>成长经历中的某些因素可能促使个体形成恋足偏好。</a:t>
                </a:r>
              </a:p>
            </p:txBody>
          </p:sp>
        </p:grpSp>
        <p:grpSp>
          <p:nvGrpSpPr>
            <p:cNvPr descr="adcc30ad-6432-48f4-b55b-2e3f815e98a0" id="6" name="组合 5">
              <a:extLst>
                <a:ext uri="{FF2B5EF4-FFF2-40B4-BE49-F238E27FC236}">
                  <a16:creationId id="{D351518F-26FF-9AF8-881A-924B9E1DFDF8}"/>
                </a:ext>
              </a:extLst>
            </p:cNvPr>
            <p:cNvGrpSpPr/>
            <p:nvPr/>
          </p:nvGrpSpPr>
          <p:grpSpPr>
            <a:xfrm>
              <a:off x="8082445" y="1843771"/>
              <a:ext cx="3436455" cy="2191619"/>
              <a:chOff x="-172789" y="1693301"/>
              <a:chExt cx="3436455" cy="2191619"/>
            </a:xfrm>
          </p:grpSpPr>
          <p:sp>
            <p:nvSpPr>
              <p:cNvPr descr="eeb6a165-d3d5-4e3c-b1d6-d24e0db9eb36" id="25" name="ComponentBackground3">
                <a:extLst>
                  <a:ext uri="{FF2B5EF4-FFF2-40B4-BE49-F238E27FC236}">
                    <a16:creationId id="{351D2C06-12DC-37CD-E95E-539889F94721}"/>
                  </a:ext>
                </a:extLst>
              </p:cNvPr>
              <p:cNvSpPr/>
              <p:nvPr/>
            </p:nvSpPr>
            <p:spPr>
              <a:xfrm flipV="false" flipH="false">
                <a:off x="-172789" y="1909823"/>
                <a:ext cx="3436455" cy="1975097"/>
              </a:xfrm>
              <a:custGeom>
                <a:avLst/>
                <a:gdLst>
                  <a:gd fmla="*/ 3282497 w 3764154" name="connsiteX0"/>
                  <a:gd fmla="*/ 3682374 h 3954698" name="connsiteY0"/>
                  <a:gd fmla="*/ 584731 w 3764154" name="connsiteX1"/>
                  <a:gd fmla="*/ 3924404 h 3954698" name="connsiteY1"/>
                  <a:gd fmla="*/ 425378 w 3764154" name="connsiteX2"/>
                  <a:gd fmla="*/ 3888019 h 3954698" name="connsiteY2"/>
                  <a:gd fmla="*/ 255738 w 3764154" name="connsiteX3"/>
                  <a:gd fmla="*/ 3517687 h 3954698" name="connsiteY3"/>
                  <a:gd fmla="*/ 49617 w 3764154" name="connsiteX4"/>
                  <a:gd fmla="*/ 1592113 h 3954698" name="connsiteY4"/>
                  <a:gd fmla="*/ 190301 w 3764154" name="connsiteX5"/>
                  <a:gd fmla="*/ 349576 h 3954698" name="connsiteY5"/>
                  <a:gd fmla="*/ 593209 w 3764154" name="connsiteX6"/>
                  <a:gd fmla="*/ 215845 h 3954698" name="connsiteY6"/>
                  <a:gd fmla="*/ 3089616 w 3764154" name="connsiteX7"/>
                  <a:gd fmla="*/ 3533 h 3954698" name="connsiteY7"/>
                  <a:gd fmla="*/ 3415847 w 3764154" name="connsiteX8"/>
                  <a:gd fmla="*/ 153647 h 3954698" name="connsiteY8"/>
                  <a:gd fmla="*/ 3519289 w 3764154" name="connsiteX9"/>
                  <a:gd fmla="*/ 510549 h 3954698" name="connsiteY9"/>
                  <a:gd fmla="*/ 3763414 w 3764154" name="connsiteX10"/>
                  <a:gd fmla="*/ 3199838 h 3954698" name="connsiteY10"/>
                  <a:gd fmla="*/ 3682833 w 3764154" name="connsiteX11"/>
                  <a:gd fmla="*/ 3523592 h 3954698" name="connsiteY11"/>
                  <a:gd fmla="*/ 3488904 w 3764154" name="connsiteX12"/>
                  <a:gd fmla="*/ 3622462 h 3954698" name="connsiteY12"/>
                  <a:gd fmla="*/ 3282593 w 3764154" name="connsiteX13"/>
                  <a:gd fmla="*/ 3682374 h 3954698" name="connsiteY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b="b" l="l" r="r" t="t"/>
                <a:pathLst>
                  <a:path h="3954698" w="3764154">
                    <a:moveTo>
                      <a:pt x="3282497" y="3682374"/>
                    </a:moveTo>
                    <a:cubicBezTo>
                      <a:pt x="2407340" y="3922975"/>
                      <a:pt x="1488844" y="4005653"/>
                      <a:pt x="584731" y="3924404"/>
                    </a:cubicBezTo>
                    <a:cubicBezTo>
                      <a:pt x="530058" y="3919451"/>
                      <a:pt x="473956" y="3913546"/>
                      <a:pt x="425378" y="3888019"/>
                    </a:cubicBezTo>
                    <a:cubicBezTo>
                      <a:pt x="299934" y="3822106"/>
                      <a:pt x="271454" y="3658466"/>
                      <a:pt x="255738" y="3517687"/>
                    </a:cubicBezTo>
                    <a:cubicBezTo>
                      <a:pt x="184777" y="2881703"/>
                      <a:pt x="90955" y="2230383"/>
                      <a:pt x="49617" y="1592113"/>
                    </a:cubicBezTo>
                    <a:cubicBezTo>
                      <a:pt x="-13534" y="616372"/>
                      <a:pt x="-58778" y="507596"/>
                      <a:pt x="190301" y="349576"/>
                    </a:cubicBezTo>
                    <a:cubicBezTo>
                      <a:pt x="310411" y="273376"/>
                      <a:pt x="453858" y="244135"/>
                      <a:pt x="593209" y="215845"/>
                    </a:cubicBezTo>
                    <a:cubicBezTo>
                      <a:pt x="1422074" y="46967"/>
                      <a:pt x="2243891" y="-16374"/>
                      <a:pt x="3089616" y="3533"/>
                    </a:cubicBezTo>
                    <a:cubicBezTo>
                      <a:pt x="3182580" y="5724"/>
                      <a:pt x="3330694" y="31822"/>
                      <a:pt x="3415847" y="153647"/>
                    </a:cubicBezTo>
                    <a:cubicBezTo>
                      <a:pt x="3473854" y="236800"/>
                      <a:pt x="3493476" y="337003"/>
                      <a:pt x="3519289" y="510549"/>
                    </a:cubicBezTo>
                    <a:cubicBezTo>
                      <a:pt x="3694930" y="1693268"/>
                      <a:pt x="3736649" y="2290105"/>
                      <a:pt x="3763414" y="3199838"/>
                    </a:cubicBezTo>
                    <a:cubicBezTo>
                      <a:pt x="3766748" y="3314042"/>
                      <a:pt x="3761891" y="3441011"/>
                      <a:pt x="3682833" y="3523592"/>
                    </a:cubicBezTo>
                    <a:cubicBezTo>
                      <a:pt x="3632065" y="3576646"/>
                      <a:pt x="3559103" y="3601030"/>
                      <a:pt x="3488904" y="3622462"/>
                    </a:cubicBezTo>
                    <a:cubicBezTo>
                      <a:pt x="3420419" y="3643417"/>
                      <a:pt x="3351649" y="3663419"/>
                      <a:pt x="3282593" y="3682374"/>
                    </a:cubicBez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fe3aa95-3091-4f4b-915b-a06aad815fab" id="26" name="Icon3">
                <a:extLst>
                  <a:ext uri="{FF2B5EF4-FFF2-40B4-BE49-F238E27FC236}">
                    <a16:creationId id="{F6EB0B7F-8E3F-BDCE-ECD3-1AFDEFCD85F0}"/>
                  </a:ext>
                </a:extLst>
              </p:cNvPr>
              <p:cNvSpPr/>
              <p:nvPr/>
            </p:nvSpPr>
            <p:spPr>
              <a:xfrm flipV="false" flipH="false">
                <a:off x="2755851" y="1693301"/>
                <a:ext cx="413667" cy="398482"/>
              </a:xfrm>
              <a:custGeom>
                <a:avLst/>
                <a:gdLst>
                  <a:gd fmla="*/ 71586 w 413667" name="connsiteX0"/>
                  <a:gd fmla="*/ 10131 h 398482" name="connsiteY0"/>
                  <a:gd fmla="*/ 229285 w 413667" name="connsiteX1"/>
                  <a:gd fmla="*/ 71578 h 398482" name="connsiteY1"/>
                  <a:gd fmla="*/ 234330 w 413667" name="connsiteX2"/>
                  <a:gd fmla="*/ 83085 h 398482" name="connsiteY2"/>
                  <a:gd fmla="*/ 245837 w 413667" name="connsiteX3"/>
                  <a:gd fmla="*/ 78040 h 398482" name="connsiteY3"/>
                  <a:gd fmla="*/ 403536 w 413667" name="connsiteX4"/>
                  <a:gd fmla="*/ 139487 h 398482" name="connsiteY4"/>
                  <a:gd fmla="*/ 342089 w 413667" name="connsiteX5"/>
                  <a:gd fmla="*/ 297186 h 398482" name="connsiteY5"/>
                  <a:gd fmla="*/ 330582 w 413667" name="connsiteX6"/>
                  <a:gd fmla="*/ 302231 h 398482" name="connsiteY6"/>
                  <a:gd fmla="*/ 111436 w 413667" name="connsiteX7"/>
                  <a:gd fmla="*/ 398483 h 398482" name="connsiteY7"/>
                  <a:gd fmla="*/ 10139 w 413667" name="connsiteX8"/>
                  <a:gd fmla="*/ 167830 h 398482" name="connsiteY8"/>
                  <a:gd fmla="*/ 71586 w 413667" name="connsiteX9"/>
                  <a:gd fmla="*/ 10131 h 398482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398482" w="413667">
                    <a:moveTo>
                      <a:pt x="71586" y="10131"/>
                    </a:moveTo>
                    <a:cubicBezTo>
                      <a:pt x="132126" y="-16454"/>
                      <a:pt x="202700" y="11095"/>
                      <a:pt x="229285" y="71578"/>
                    </a:cubicBezTo>
                    <a:lnTo>
                      <a:pt x="234330" y="83085"/>
                    </a:lnTo>
                    <a:lnTo>
                      <a:pt x="245837" y="78040"/>
                    </a:lnTo>
                    <a:cubicBezTo>
                      <a:pt x="306377" y="51455"/>
                      <a:pt x="376951" y="79004"/>
                      <a:pt x="403536" y="139487"/>
                    </a:cubicBezTo>
                    <a:cubicBezTo>
                      <a:pt x="430121" y="200027"/>
                      <a:pt x="402572" y="270601"/>
                      <a:pt x="342089" y="297186"/>
                    </a:cubicBezTo>
                    <a:lnTo>
                      <a:pt x="330582" y="302231"/>
                    </a:lnTo>
                    <a:lnTo>
                      <a:pt x="111436" y="398483"/>
                    </a:lnTo>
                    <a:lnTo>
                      <a:pt x="10139" y="167830"/>
                    </a:lnTo>
                    <a:cubicBezTo>
                      <a:pt x="-16446" y="107290"/>
                      <a:pt x="11046" y="36717"/>
                      <a:pt x="71586" y="10131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5596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f7184ca-1a5f-40e0-b621-0132deaf50d7" id="27" name="Shape3">
                <a:extLst>
                  <a:ext uri="{FF2B5EF4-FFF2-40B4-BE49-F238E27FC236}">
                    <a16:creationId id="{8DFF23C5-088B-7505-EA0E-FB959D52DDAD}"/>
                  </a:ext>
                </a:extLst>
              </p:cNvPr>
              <p:cNvSpPr/>
              <p:nvPr/>
            </p:nvSpPr>
            <p:spPr>
              <a:xfrm flipV="false" flipH="false">
                <a:off x="2949810" y="2076582"/>
                <a:ext cx="260944" cy="244438"/>
              </a:xfrm>
              <a:custGeom>
                <a:avLst/>
                <a:gdLst>
                  <a:gd fmla="*/ 33285 w 260944" name="connsiteX0"/>
                  <a:gd fmla="*/ 12198 h 244438" name="connsiteY0"/>
                  <a:gd fmla="*/ 135659 w 260944" name="connsiteX1"/>
                  <a:gd fmla="*/ 33228 h 244438" name="connsiteY1"/>
                  <a:gd fmla="*/ 139910 w 260944" name="connsiteX2"/>
                  <a:gd fmla="*/ 39690 h 244438" name="connsiteY2"/>
                  <a:gd fmla="*/ 146372 w 260944" name="connsiteX3"/>
                  <a:gd fmla="*/ 35439 h 244438" name="connsiteY3"/>
                  <a:gd fmla="*/ 248746 w 260944" name="connsiteX4"/>
                  <a:gd fmla="*/ 56469 h 244438" name="connsiteY4"/>
                  <a:gd fmla="*/ 227716 w 260944" name="connsiteX5"/>
                  <a:gd fmla="*/ 158843 h 244438" name="connsiteY5"/>
                  <a:gd fmla="*/ 221254 w 260944" name="connsiteX6"/>
                  <a:gd fmla="*/ 163095 h 244438" name="connsiteY6"/>
                  <a:gd fmla="*/ 97793 w 260944" name="connsiteX7"/>
                  <a:gd fmla="*/ 244438 h 244438" name="connsiteY7"/>
                  <a:gd fmla="*/ 12198 w 260944" name="connsiteX8"/>
                  <a:gd fmla="*/ 114515 h 244438" name="connsiteY8"/>
                  <a:gd fmla="*/ 33228 w 260944" name="connsiteX9"/>
                  <a:gd fmla="*/ 12141 h 244438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244438" w="260944">
                    <a:moveTo>
                      <a:pt x="33285" y="12198"/>
                    </a:moveTo>
                    <a:cubicBezTo>
                      <a:pt x="67353" y="-10249"/>
                      <a:pt x="113211" y="-840"/>
                      <a:pt x="135659" y="33228"/>
                    </a:cubicBezTo>
                    <a:lnTo>
                      <a:pt x="139910" y="39690"/>
                    </a:lnTo>
                    <a:lnTo>
                      <a:pt x="146372" y="35439"/>
                    </a:lnTo>
                    <a:cubicBezTo>
                      <a:pt x="180440" y="12992"/>
                      <a:pt x="226299" y="22401"/>
                      <a:pt x="248746" y="56469"/>
                    </a:cubicBezTo>
                    <a:cubicBezTo>
                      <a:pt x="271194" y="90537"/>
                      <a:pt x="261784" y="136396"/>
                      <a:pt x="227716" y="158843"/>
                    </a:cubicBezTo>
                    <a:lnTo>
                      <a:pt x="221254" y="163095"/>
                    </a:lnTo>
                    <a:lnTo>
                      <a:pt x="97793" y="244438"/>
                    </a:lnTo>
                    <a:lnTo>
                      <a:pt x="12198" y="114515"/>
                    </a:lnTo>
                    <a:cubicBezTo>
                      <a:pt x="-10249" y="80447"/>
                      <a:pt x="-840" y="34589"/>
                      <a:pt x="33228" y="12141"/>
                    </a:cubicBez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cap="flat" w="5596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0d47d29-888a-4260-9433-2df99e771af8" id="28" name="Bullet3">
                <a:extLst>
                  <a:ext uri="{FF2B5EF4-FFF2-40B4-BE49-F238E27FC236}">
                    <a16:creationId id="{7C845E0F-073C-AB20-967B-7B7D9DD7D715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74082" y="2076582"/>
                <a:ext cx="2875728" cy="743633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1800">
                    <a:solidFill>
                      <a:srgbClr val="000000"/>
                    </a:solidFill>
                    <a:ea typeface="微软雅黑"/>
                  </a:rPr>
                  <a:t>文化熏陶</a:t>
                </a:r>
              </a:p>
            </p:txBody>
          </p:sp>
          <p:sp>
            <p:nvSpPr>
              <p:cNvPr descr="0aa81438-cf7e-4482-806c-17038923ad9e" id="29" name="Text3">
                <a:extLst>
                  <a:ext uri="{FF2B5EF4-FFF2-40B4-BE49-F238E27FC236}">
                    <a16:creationId id="{77977E9F-6044-E476-70FE-24695B0F8E50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74086" y="2820216"/>
                <a:ext cx="2875727" cy="948954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000000"/>
                    </a:solidFill>
                    <a:ea typeface="微软雅黑"/>
                  </a:rPr>
                  <a:t>不同文化对脚部的看法，会影响个体对恋足行为的态度。</a:t>
                </a:r>
              </a:p>
            </p:txBody>
          </p:sp>
        </p:grpSp>
        <p:grpSp>
          <p:nvGrpSpPr>
            <p:cNvPr descr="61ff1457-d88a-4695-a3b9-caa8fa6f8013" id="7" name="组合 6">
              <a:extLst>
                <a:ext uri="{FF2B5EF4-FFF2-40B4-BE49-F238E27FC236}">
                  <a16:creationId id="{34DDC633-AA84-EC59-1362-5FA2D496F832}"/>
                </a:ext>
              </a:extLst>
            </p:cNvPr>
            <p:cNvGrpSpPr/>
            <p:nvPr/>
          </p:nvGrpSpPr>
          <p:grpSpPr>
            <a:xfrm>
              <a:off x="2517539" y="4058231"/>
              <a:ext cx="3436455" cy="2191619"/>
              <a:chOff x="-172789" y="1693301"/>
              <a:chExt cx="3436455" cy="2191619"/>
            </a:xfrm>
          </p:grpSpPr>
          <p:sp>
            <p:nvSpPr>
              <p:cNvPr descr="7920fa31-aaac-4488-94a2-a0f4ec62bff5" id="20" name="ComponentBackground4">
                <a:extLst>
                  <a:ext uri="{FF2B5EF4-FFF2-40B4-BE49-F238E27FC236}">
                    <a16:creationId id="{D8D22C04-C25C-2B6A-F272-81DEFAD5788C}"/>
                  </a:ext>
                </a:extLst>
              </p:cNvPr>
              <p:cNvSpPr/>
              <p:nvPr/>
            </p:nvSpPr>
            <p:spPr>
              <a:xfrm flipV="false" flipH="false">
                <a:off x="-172789" y="1909823"/>
                <a:ext cx="3436455" cy="1975097"/>
              </a:xfrm>
              <a:custGeom>
                <a:avLst/>
                <a:gdLst>
                  <a:gd fmla="*/ 3282497 w 3764154" name="connsiteX0"/>
                  <a:gd fmla="*/ 3682374 h 3954698" name="connsiteY0"/>
                  <a:gd fmla="*/ 584731 w 3764154" name="connsiteX1"/>
                  <a:gd fmla="*/ 3924404 h 3954698" name="connsiteY1"/>
                  <a:gd fmla="*/ 425378 w 3764154" name="connsiteX2"/>
                  <a:gd fmla="*/ 3888019 h 3954698" name="connsiteY2"/>
                  <a:gd fmla="*/ 255738 w 3764154" name="connsiteX3"/>
                  <a:gd fmla="*/ 3517687 h 3954698" name="connsiteY3"/>
                  <a:gd fmla="*/ 49617 w 3764154" name="connsiteX4"/>
                  <a:gd fmla="*/ 1592113 h 3954698" name="connsiteY4"/>
                  <a:gd fmla="*/ 190301 w 3764154" name="connsiteX5"/>
                  <a:gd fmla="*/ 349576 h 3954698" name="connsiteY5"/>
                  <a:gd fmla="*/ 593209 w 3764154" name="connsiteX6"/>
                  <a:gd fmla="*/ 215845 h 3954698" name="connsiteY6"/>
                  <a:gd fmla="*/ 3089616 w 3764154" name="connsiteX7"/>
                  <a:gd fmla="*/ 3533 h 3954698" name="connsiteY7"/>
                  <a:gd fmla="*/ 3415847 w 3764154" name="connsiteX8"/>
                  <a:gd fmla="*/ 153647 h 3954698" name="connsiteY8"/>
                  <a:gd fmla="*/ 3519289 w 3764154" name="connsiteX9"/>
                  <a:gd fmla="*/ 510549 h 3954698" name="connsiteY9"/>
                  <a:gd fmla="*/ 3763414 w 3764154" name="connsiteX10"/>
                  <a:gd fmla="*/ 3199838 h 3954698" name="connsiteY10"/>
                  <a:gd fmla="*/ 3682833 w 3764154" name="connsiteX11"/>
                  <a:gd fmla="*/ 3523592 h 3954698" name="connsiteY11"/>
                  <a:gd fmla="*/ 3488904 w 3764154" name="connsiteX12"/>
                  <a:gd fmla="*/ 3622462 h 3954698" name="connsiteY12"/>
                  <a:gd fmla="*/ 3282593 w 3764154" name="connsiteX13"/>
                  <a:gd fmla="*/ 3682374 h 3954698" name="connsiteY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b="b" l="l" r="r" t="t"/>
                <a:pathLst>
                  <a:path h="3954698" w="3764154">
                    <a:moveTo>
                      <a:pt x="3282497" y="3682374"/>
                    </a:moveTo>
                    <a:cubicBezTo>
                      <a:pt x="2407340" y="3922975"/>
                      <a:pt x="1488844" y="4005653"/>
                      <a:pt x="584731" y="3924404"/>
                    </a:cubicBezTo>
                    <a:cubicBezTo>
                      <a:pt x="530058" y="3919451"/>
                      <a:pt x="473956" y="3913546"/>
                      <a:pt x="425378" y="3888019"/>
                    </a:cubicBezTo>
                    <a:cubicBezTo>
                      <a:pt x="299934" y="3822106"/>
                      <a:pt x="271454" y="3658466"/>
                      <a:pt x="255738" y="3517687"/>
                    </a:cubicBezTo>
                    <a:cubicBezTo>
                      <a:pt x="184777" y="2881703"/>
                      <a:pt x="90955" y="2230383"/>
                      <a:pt x="49617" y="1592113"/>
                    </a:cubicBezTo>
                    <a:cubicBezTo>
                      <a:pt x="-13534" y="616372"/>
                      <a:pt x="-58778" y="507596"/>
                      <a:pt x="190301" y="349576"/>
                    </a:cubicBezTo>
                    <a:cubicBezTo>
                      <a:pt x="310411" y="273376"/>
                      <a:pt x="453858" y="244135"/>
                      <a:pt x="593209" y="215845"/>
                    </a:cubicBezTo>
                    <a:cubicBezTo>
                      <a:pt x="1422074" y="46967"/>
                      <a:pt x="2243891" y="-16374"/>
                      <a:pt x="3089616" y="3533"/>
                    </a:cubicBezTo>
                    <a:cubicBezTo>
                      <a:pt x="3182580" y="5724"/>
                      <a:pt x="3330694" y="31822"/>
                      <a:pt x="3415847" y="153647"/>
                    </a:cubicBezTo>
                    <a:cubicBezTo>
                      <a:pt x="3473854" y="236800"/>
                      <a:pt x="3493476" y="337003"/>
                      <a:pt x="3519289" y="510549"/>
                    </a:cubicBezTo>
                    <a:cubicBezTo>
                      <a:pt x="3694930" y="1693268"/>
                      <a:pt x="3736649" y="2290105"/>
                      <a:pt x="3763414" y="3199838"/>
                    </a:cubicBezTo>
                    <a:cubicBezTo>
                      <a:pt x="3766748" y="3314042"/>
                      <a:pt x="3761891" y="3441011"/>
                      <a:pt x="3682833" y="3523592"/>
                    </a:cubicBezTo>
                    <a:cubicBezTo>
                      <a:pt x="3632065" y="3576646"/>
                      <a:pt x="3559103" y="3601030"/>
                      <a:pt x="3488904" y="3622462"/>
                    </a:cubicBezTo>
                    <a:cubicBezTo>
                      <a:pt x="3420419" y="3643417"/>
                      <a:pt x="3351649" y="3663419"/>
                      <a:pt x="3282593" y="3682374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b634a4c-d672-4165-95f6-5475320b5536" id="21" name="Icon4">
                <a:extLst>
                  <a:ext uri="{FF2B5EF4-FFF2-40B4-BE49-F238E27FC236}">
                    <a16:creationId id="{0B262D45-C67A-4EF1-BEB2-F80B1611E725}"/>
                  </a:ext>
                </a:extLst>
              </p:cNvPr>
              <p:cNvSpPr/>
              <p:nvPr/>
            </p:nvSpPr>
            <p:spPr>
              <a:xfrm flipV="false" flipH="false">
                <a:off x="2755851" y="1693301"/>
                <a:ext cx="413667" cy="398482"/>
              </a:xfrm>
              <a:custGeom>
                <a:avLst/>
                <a:gdLst>
                  <a:gd fmla="*/ 71586 w 413667" name="connsiteX0"/>
                  <a:gd fmla="*/ 10131 h 398482" name="connsiteY0"/>
                  <a:gd fmla="*/ 229285 w 413667" name="connsiteX1"/>
                  <a:gd fmla="*/ 71578 h 398482" name="connsiteY1"/>
                  <a:gd fmla="*/ 234330 w 413667" name="connsiteX2"/>
                  <a:gd fmla="*/ 83085 h 398482" name="connsiteY2"/>
                  <a:gd fmla="*/ 245837 w 413667" name="connsiteX3"/>
                  <a:gd fmla="*/ 78040 h 398482" name="connsiteY3"/>
                  <a:gd fmla="*/ 403536 w 413667" name="connsiteX4"/>
                  <a:gd fmla="*/ 139487 h 398482" name="connsiteY4"/>
                  <a:gd fmla="*/ 342089 w 413667" name="connsiteX5"/>
                  <a:gd fmla="*/ 297186 h 398482" name="connsiteY5"/>
                  <a:gd fmla="*/ 330582 w 413667" name="connsiteX6"/>
                  <a:gd fmla="*/ 302231 h 398482" name="connsiteY6"/>
                  <a:gd fmla="*/ 111436 w 413667" name="connsiteX7"/>
                  <a:gd fmla="*/ 398483 h 398482" name="connsiteY7"/>
                  <a:gd fmla="*/ 10139 w 413667" name="connsiteX8"/>
                  <a:gd fmla="*/ 167830 h 398482" name="connsiteY8"/>
                  <a:gd fmla="*/ 71586 w 413667" name="connsiteX9"/>
                  <a:gd fmla="*/ 10131 h 398482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398482" w="413667">
                    <a:moveTo>
                      <a:pt x="71586" y="10131"/>
                    </a:moveTo>
                    <a:cubicBezTo>
                      <a:pt x="132126" y="-16454"/>
                      <a:pt x="202700" y="11095"/>
                      <a:pt x="229285" y="71578"/>
                    </a:cubicBezTo>
                    <a:lnTo>
                      <a:pt x="234330" y="83085"/>
                    </a:lnTo>
                    <a:lnTo>
                      <a:pt x="245837" y="78040"/>
                    </a:lnTo>
                    <a:cubicBezTo>
                      <a:pt x="306377" y="51455"/>
                      <a:pt x="376951" y="79004"/>
                      <a:pt x="403536" y="139487"/>
                    </a:cubicBezTo>
                    <a:cubicBezTo>
                      <a:pt x="430121" y="200027"/>
                      <a:pt x="402572" y="270601"/>
                      <a:pt x="342089" y="297186"/>
                    </a:cubicBezTo>
                    <a:lnTo>
                      <a:pt x="330582" y="302231"/>
                    </a:lnTo>
                    <a:lnTo>
                      <a:pt x="111436" y="398483"/>
                    </a:lnTo>
                    <a:lnTo>
                      <a:pt x="10139" y="167830"/>
                    </a:lnTo>
                    <a:cubicBezTo>
                      <a:pt x="-16446" y="107290"/>
                      <a:pt x="11046" y="36717"/>
                      <a:pt x="71586" y="1013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w="5596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a17924b-7a51-42b7-a68f-8a1c727f60df" id="22" name="Shape4">
                <a:extLst>
                  <a:ext uri="{FF2B5EF4-FFF2-40B4-BE49-F238E27FC236}">
                    <a16:creationId id="{FA1D6632-69F3-8872-DEDE-7DC42C61CD00}"/>
                  </a:ext>
                </a:extLst>
              </p:cNvPr>
              <p:cNvSpPr/>
              <p:nvPr/>
            </p:nvSpPr>
            <p:spPr>
              <a:xfrm flipV="false" flipH="false">
                <a:off x="2949810" y="2076582"/>
                <a:ext cx="260944" cy="244438"/>
              </a:xfrm>
              <a:custGeom>
                <a:avLst/>
                <a:gdLst>
                  <a:gd fmla="*/ 33285 w 260944" name="connsiteX0"/>
                  <a:gd fmla="*/ 12198 h 244438" name="connsiteY0"/>
                  <a:gd fmla="*/ 135659 w 260944" name="connsiteX1"/>
                  <a:gd fmla="*/ 33228 h 244438" name="connsiteY1"/>
                  <a:gd fmla="*/ 139910 w 260944" name="connsiteX2"/>
                  <a:gd fmla="*/ 39690 h 244438" name="connsiteY2"/>
                  <a:gd fmla="*/ 146372 w 260944" name="connsiteX3"/>
                  <a:gd fmla="*/ 35439 h 244438" name="connsiteY3"/>
                  <a:gd fmla="*/ 248746 w 260944" name="connsiteX4"/>
                  <a:gd fmla="*/ 56469 h 244438" name="connsiteY4"/>
                  <a:gd fmla="*/ 227716 w 260944" name="connsiteX5"/>
                  <a:gd fmla="*/ 158843 h 244438" name="connsiteY5"/>
                  <a:gd fmla="*/ 221254 w 260944" name="connsiteX6"/>
                  <a:gd fmla="*/ 163095 h 244438" name="connsiteY6"/>
                  <a:gd fmla="*/ 97793 w 260944" name="connsiteX7"/>
                  <a:gd fmla="*/ 244438 h 244438" name="connsiteY7"/>
                  <a:gd fmla="*/ 12198 w 260944" name="connsiteX8"/>
                  <a:gd fmla="*/ 114515 h 244438" name="connsiteY8"/>
                  <a:gd fmla="*/ 33228 w 260944" name="connsiteX9"/>
                  <a:gd fmla="*/ 12141 h 244438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244438" w="260944">
                    <a:moveTo>
                      <a:pt x="33285" y="12198"/>
                    </a:moveTo>
                    <a:cubicBezTo>
                      <a:pt x="67353" y="-10249"/>
                      <a:pt x="113211" y="-840"/>
                      <a:pt x="135659" y="33228"/>
                    </a:cubicBezTo>
                    <a:lnTo>
                      <a:pt x="139910" y="39690"/>
                    </a:lnTo>
                    <a:lnTo>
                      <a:pt x="146372" y="35439"/>
                    </a:lnTo>
                    <a:cubicBezTo>
                      <a:pt x="180440" y="12992"/>
                      <a:pt x="226299" y="22401"/>
                      <a:pt x="248746" y="56469"/>
                    </a:cubicBezTo>
                    <a:cubicBezTo>
                      <a:pt x="271194" y="90537"/>
                      <a:pt x="261784" y="136396"/>
                      <a:pt x="227716" y="158843"/>
                    </a:cubicBezTo>
                    <a:lnTo>
                      <a:pt x="221254" y="163095"/>
                    </a:lnTo>
                    <a:lnTo>
                      <a:pt x="97793" y="244438"/>
                    </a:lnTo>
                    <a:lnTo>
                      <a:pt x="12198" y="114515"/>
                    </a:lnTo>
                    <a:cubicBezTo>
                      <a:pt x="-10249" y="80447"/>
                      <a:pt x="-840" y="34589"/>
                      <a:pt x="33228" y="12141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cap="flat" w="5596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cfb6cf7-b291-49f6-b6c8-06a3d374a0de" id="23" name="Bullet4">
                <a:extLst>
                  <a:ext uri="{FF2B5EF4-FFF2-40B4-BE49-F238E27FC236}">
                    <a16:creationId id="{436C416F-B4AD-AFEB-E8D5-82DD75C9372F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74082" y="2076582"/>
                <a:ext cx="2875728" cy="743633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1800">
                    <a:solidFill>
                      <a:srgbClr val="000000"/>
                    </a:solidFill>
                    <a:ea typeface="微软雅黑"/>
                  </a:rPr>
                  <a:t>接触频率</a:t>
                </a:r>
              </a:p>
            </p:txBody>
          </p:sp>
          <p:sp>
            <p:nvSpPr>
              <p:cNvPr descr="0deb1343-20ed-4568-a08e-fd61dcdeeb13" id="24" name="Text4">
                <a:extLst>
                  <a:ext uri="{FF2B5EF4-FFF2-40B4-BE49-F238E27FC236}">
                    <a16:creationId id="{7BBA359E-327B-2C9D-E3DD-BD77F890536A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74086" y="2820216"/>
                <a:ext cx="2875727" cy="948954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000000"/>
                    </a:solidFill>
                    <a:ea typeface="微软雅黑"/>
                  </a:rPr>
                  <a:t>接触脚部的频率，可能影响个体对脚部的性吸引力认知。</a:t>
                </a:r>
              </a:p>
            </p:txBody>
          </p:sp>
        </p:grpSp>
        <p:grpSp>
          <p:nvGrpSpPr>
            <p:cNvPr descr="185c4d31-7f6a-464c-93ae-6ffb5447c497" id="8" name="组合 7">
              <a:extLst>
                <a:ext uri="{FF2B5EF4-FFF2-40B4-BE49-F238E27FC236}">
                  <a16:creationId id="{675A53C7-1EF3-97B9-752F-225353A8E57D}"/>
                </a:ext>
              </a:extLst>
            </p:cNvPr>
            <p:cNvGrpSpPr/>
            <p:nvPr/>
          </p:nvGrpSpPr>
          <p:grpSpPr>
            <a:xfrm>
              <a:off x="6225306" y="4058231"/>
              <a:ext cx="3436455" cy="2191619"/>
              <a:chOff x="-172789" y="1693301"/>
              <a:chExt cx="3436455" cy="2191619"/>
            </a:xfrm>
          </p:grpSpPr>
          <p:sp>
            <p:nvSpPr>
              <p:cNvPr descr="32b80d99-e390-405f-b060-f34e188b9847" id="15" name="ComponentBackground5">
                <a:extLst>
                  <a:ext uri="{FF2B5EF4-FFF2-40B4-BE49-F238E27FC236}">
                    <a16:creationId id="{1D0F9C48-6E90-C060-3E13-3F0A49B86B4B}"/>
                  </a:ext>
                </a:extLst>
              </p:cNvPr>
              <p:cNvSpPr/>
              <p:nvPr/>
            </p:nvSpPr>
            <p:spPr>
              <a:xfrm flipV="false" flipH="false">
                <a:off x="-172789" y="1909823"/>
                <a:ext cx="3436455" cy="1975097"/>
              </a:xfrm>
              <a:custGeom>
                <a:avLst/>
                <a:gdLst>
                  <a:gd fmla="*/ 3282497 w 3764154" name="connsiteX0"/>
                  <a:gd fmla="*/ 3682374 h 3954698" name="connsiteY0"/>
                  <a:gd fmla="*/ 584731 w 3764154" name="connsiteX1"/>
                  <a:gd fmla="*/ 3924404 h 3954698" name="connsiteY1"/>
                  <a:gd fmla="*/ 425378 w 3764154" name="connsiteX2"/>
                  <a:gd fmla="*/ 3888019 h 3954698" name="connsiteY2"/>
                  <a:gd fmla="*/ 255738 w 3764154" name="connsiteX3"/>
                  <a:gd fmla="*/ 3517687 h 3954698" name="connsiteY3"/>
                  <a:gd fmla="*/ 49617 w 3764154" name="connsiteX4"/>
                  <a:gd fmla="*/ 1592113 h 3954698" name="connsiteY4"/>
                  <a:gd fmla="*/ 190301 w 3764154" name="connsiteX5"/>
                  <a:gd fmla="*/ 349576 h 3954698" name="connsiteY5"/>
                  <a:gd fmla="*/ 593209 w 3764154" name="connsiteX6"/>
                  <a:gd fmla="*/ 215845 h 3954698" name="connsiteY6"/>
                  <a:gd fmla="*/ 3089616 w 3764154" name="connsiteX7"/>
                  <a:gd fmla="*/ 3533 h 3954698" name="connsiteY7"/>
                  <a:gd fmla="*/ 3415847 w 3764154" name="connsiteX8"/>
                  <a:gd fmla="*/ 153647 h 3954698" name="connsiteY8"/>
                  <a:gd fmla="*/ 3519289 w 3764154" name="connsiteX9"/>
                  <a:gd fmla="*/ 510549 h 3954698" name="connsiteY9"/>
                  <a:gd fmla="*/ 3763414 w 3764154" name="connsiteX10"/>
                  <a:gd fmla="*/ 3199838 h 3954698" name="connsiteY10"/>
                  <a:gd fmla="*/ 3682833 w 3764154" name="connsiteX11"/>
                  <a:gd fmla="*/ 3523592 h 3954698" name="connsiteY11"/>
                  <a:gd fmla="*/ 3488904 w 3764154" name="connsiteX12"/>
                  <a:gd fmla="*/ 3622462 h 3954698" name="connsiteY12"/>
                  <a:gd fmla="*/ 3282593 w 3764154" name="connsiteX13"/>
                  <a:gd fmla="*/ 3682374 h 3954698" name="connsiteY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b="b" l="l" r="r" t="t"/>
                <a:pathLst>
                  <a:path h="3954698" w="3764154">
                    <a:moveTo>
                      <a:pt x="3282497" y="3682374"/>
                    </a:moveTo>
                    <a:cubicBezTo>
                      <a:pt x="2407340" y="3922975"/>
                      <a:pt x="1488844" y="4005653"/>
                      <a:pt x="584731" y="3924404"/>
                    </a:cubicBezTo>
                    <a:cubicBezTo>
                      <a:pt x="530058" y="3919451"/>
                      <a:pt x="473956" y="3913546"/>
                      <a:pt x="425378" y="3888019"/>
                    </a:cubicBezTo>
                    <a:cubicBezTo>
                      <a:pt x="299934" y="3822106"/>
                      <a:pt x="271454" y="3658466"/>
                      <a:pt x="255738" y="3517687"/>
                    </a:cubicBezTo>
                    <a:cubicBezTo>
                      <a:pt x="184777" y="2881703"/>
                      <a:pt x="90955" y="2230383"/>
                      <a:pt x="49617" y="1592113"/>
                    </a:cubicBezTo>
                    <a:cubicBezTo>
                      <a:pt x="-13534" y="616372"/>
                      <a:pt x="-58778" y="507596"/>
                      <a:pt x="190301" y="349576"/>
                    </a:cubicBezTo>
                    <a:cubicBezTo>
                      <a:pt x="310411" y="273376"/>
                      <a:pt x="453858" y="244135"/>
                      <a:pt x="593209" y="215845"/>
                    </a:cubicBezTo>
                    <a:cubicBezTo>
                      <a:pt x="1422074" y="46967"/>
                      <a:pt x="2243891" y="-16374"/>
                      <a:pt x="3089616" y="3533"/>
                    </a:cubicBezTo>
                    <a:cubicBezTo>
                      <a:pt x="3182580" y="5724"/>
                      <a:pt x="3330694" y="31822"/>
                      <a:pt x="3415847" y="153647"/>
                    </a:cubicBezTo>
                    <a:cubicBezTo>
                      <a:pt x="3473854" y="236800"/>
                      <a:pt x="3493476" y="337003"/>
                      <a:pt x="3519289" y="510549"/>
                    </a:cubicBezTo>
                    <a:cubicBezTo>
                      <a:pt x="3694930" y="1693268"/>
                      <a:pt x="3736649" y="2290105"/>
                      <a:pt x="3763414" y="3199838"/>
                    </a:cubicBezTo>
                    <a:cubicBezTo>
                      <a:pt x="3766748" y="3314042"/>
                      <a:pt x="3761891" y="3441011"/>
                      <a:pt x="3682833" y="3523592"/>
                    </a:cubicBezTo>
                    <a:cubicBezTo>
                      <a:pt x="3632065" y="3576646"/>
                      <a:pt x="3559103" y="3601030"/>
                      <a:pt x="3488904" y="3622462"/>
                    </a:cubicBezTo>
                    <a:cubicBezTo>
                      <a:pt x="3420419" y="3643417"/>
                      <a:pt x="3351649" y="3663419"/>
                      <a:pt x="3282593" y="3682374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bd59517-20c3-4538-92da-fbfe0b327b0c" id="16" name="Icon5">
                <a:extLst>
                  <a:ext uri="{FF2B5EF4-FFF2-40B4-BE49-F238E27FC236}">
                    <a16:creationId id="{198AD8DC-95F0-63E9-26B2-80E4E7D36995}"/>
                  </a:ext>
                </a:extLst>
              </p:cNvPr>
              <p:cNvSpPr/>
              <p:nvPr/>
            </p:nvSpPr>
            <p:spPr>
              <a:xfrm flipV="false" flipH="false">
                <a:off x="2755851" y="1693301"/>
                <a:ext cx="413667" cy="398482"/>
              </a:xfrm>
              <a:custGeom>
                <a:avLst/>
                <a:gdLst>
                  <a:gd fmla="*/ 71586 w 413667" name="connsiteX0"/>
                  <a:gd fmla="*/ 10131 h 398482" name="connsiteY0"/>
                  <a:gd fmla="*/ 229285 w 413667" name="connsiteX1"/>
                  <a:gd fmla="*/ 71578 h 398482" name="connsiteY1"/>
                  <a:gd fmla="*/ 234330 w 413667" name="connsiteX2"/>
                  <a:gd fmla="*/ 83085 h 398482" name="connsiteY2"/>
                  <a:gd fmla="*/ 245837 w 413667" name="connsiteX3"/>
                  <a:gd fmla="*/ 78040 h 398482" name="connsiteY3"/>
                  <a:gd fmla="*/ 403536 w 413667" name="connsiteX4"/>
                  <a:gd fmla="*/ 139487 h 398482" name="connsiteY4"/>
                  <a:gd fmla="*/ 342089 w 413667" name="connsiteX5"/>
                  <a:gd fmla="*/ 297186 h 398482" name="connsiteY5"/>
                  <a:gd fmla="*/ 330582 w 413667" name="connsiteX6"/>
                  <a:gd fmla="*/ 302231 h 398482" name="connsiteY6"/>
                  <a:gd fmla="*/ 111436 w 413667" name="connsiteX7"/>
                  <a:gd fmla="*/ 398483 h 398482" name="connsiteY7"/>
                  <a:gd fmla="*/ 10139 w 413667" name="connsiteX8"/>
                  <a:gd fmla="*/ 167830 h 398482" name="connsiteY8"/>
                  <a:gd fmla="*/ 71586 w 413667" name="connsiteX9"/>
                  <a:gd fmla="*/ 10131 h 398482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398482" w="413667">
                    <a:moveTo>
                      <a:pt x="71586" y="10131"/>
                    </a:moveTo>
                    <a:cubicBezTo>
                      <a:pt x="132126" y="-16454"/>
                      <a:pt x="202700" y="11095"/>
                      <a:pt x="229285" y="71578"/>
                    </a:cubicBezTo>
                    <a:lnTo>
                      <a:pt x="234330" y="83085"/>
                    </a:lnTo>
                    <a:lnTo>
                      <a:pt x="245837" y="78040"/>
                    </a:lnTo>
                    <a:cubicBezTo>
                      <a:pt x="306377" y="51455"/>
                      <a:pt x="376951" y="79004"/>
                      <a:pt x="403536" y="139487"/>
                    </a:cubicBezTo>
                    <a:cubicBezTo>
                      <a:pt x="430121" y="200027"/>
                      <a:pt x="402572" y="270601"/>
                      <a:pt x="342089" y="297186"/>
                    </a:cubicBezTo>
                    <a:lnTo>
                      <a:pt x="330582" y="302231"/>
                    </a:lnTo>
                    <a:lnTo>
                      <a:pt x="111436" y="398483"/>
                    </a:lnTo>
                    <a:lnTo>
                      <a:pt x="10139" y="167830"/>
                    </a:lnTo>
                    <a:cubicBezTo>
                      <a:pt x="-16446" y="107290"/>
                      <a:pt x="11046" y="36717"/>
                      <a:pt x="71586" y="10131"/>
                    </a:cubicBezTo>
                    <a:close/>
                  </a:path>
                </a:pathLst>
              </a:custGeom>
              <a:solidFill>
                <a:schemeClr val="accent5"/>
              </a:solidFill>
              <a:ln cap="flat" w="5596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cf1d0b3-8ff1-4f46-a476-94b63f25e275" id="17" name="Shape5">
                <a:extLst>
                  <a:ext uri="{FF2B5EF4-FFF2-40B4-BE49-F238E27FC236}">
                    <a16:creationId id="{39E60CE7-B47F-9D67-7F98-0226753E892C}"/>
                  </a:ext>
                </a:extLst>
              </p:cNvPr>
              <p:cNvSpPr/>
              <p:nvPr/>
            </p:nvSpPr>
            <p:spPr>
              <a:xfrm flipV="false" flipH="false">
                <a:off x="2949810" y="2076582"/>
                <a:ext cx="260944" cy="244438"/>
              </a:xfrm>
              <a:custGeom>
                <a:avLst/>
                <a:gdLst>
                  <a:gd fmla="*/ 33285 w 260944" name="connsiteX0"/>
                  <a:gd fmla="*/ 12198 h 244438" name="connsiteY0"/>
                  <a:gd fmla="*/ 135659 w 260944" name="connsiteX1"/>
                  <a:gd fmla="*/ 33228 h 244438" name="connsiteY1"/>
                  <a:gd fmla="*/ 139910 w 260944" name="connsiteX2"/>
                  <a:gd fmla="*/ 39690 h 244438" name="connsiteY2"/>
                  <a:gd fmla="*/ 146372 w 260944" name="connsiteX3"/>
                  <a:gd fmla="*/ 35439 h 244438" name="connsiteY3"/>
                  <a:gd fmla="*/ 248746 w 260944" name="connsiteX4"/>
                  <a:gd fmla="*/ 56469 h 244438" name="connsiteY4"/>
                  <a:gd fmla="*/ 227716 w 260944" name="connsiteX5"/>
                  <a:gd fmla="*/ 158843 h 244438" name="connsiteY5"/>
                  <a:gd fmla="*/ 221254 w 260944" name="connsiteX6"/>
                  <a:gd fmla="*/ 163095 h 244438" name="connsiteY6"/>
                  <a:gd fmla="*/ 97793 w 260944" name="connsiteX7"/>
                  <a:gd fmla="*/ 244438 h 244438" name="connsiteY7"/>
                  <a:gd fmla="*/ 12198 w 260944" name="connsiteX8"/>
                  <a:gd fmla="*/ 114515 h 244438" name="connsiteY8"/>
                  <a:gd fmla="*/ 33228 w 260944" name="connsiteX9"/>
                  <a:gd fmla="*/ 12141 h 244438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244438" w="260944">
                    <a:moveTo>
                      <a:pt x="33285" y="12198"/>
                    </a:moveTo>
                    <a:cubicBezTo>
                      <a:pt x="67353" y="-10249"/>
                      <a:pt x="113211" y="-840"/>
                      <a:pt x="135659" y="33228"/>
                    </a:cubicBezTo>
                    <a:lnTo>
                      <a:pt x="139910" y="39690"/>
                    </a:lnTo>
                    <a:lnTo>
                      <a:pt x="146372" y="35439"/>
                    </a:lnTo>
                    <a:cubicBezTo>
                      <a:pt x="180440" y="12992"/>
                      <a:pt x="226299" y="22401"/>
                      <a:pt x="248746" y="56469"/>
                    </a:cubicBezTo>
                    <a:cubicBezTo>
                      <a:pt x="271194" y="90537"/>
                      <a:pt x="261784" y="136396"/>
                      <a:pt x="227716" y="158843"/>
                    </a:cubicBezTo>
                    <a:lnTo>
                      <a:pt x="221254" y="163095"/>
                    </a:lnTo>
                    <a:lnTo>
                      <a:pt x="97793" y="244438"/>
                    </a:lnTo>
                    <a:lnTo>
                      <a:pt x="12198" y="114515"/>
                    </a:lnTo>
                    <a:cubicBezTo>
                      <a:pt x="-10249" y="80447"/>
                      <a:pt x="-840" y="34589"/>
                      <a:pt x="33228" y="1214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cap="flat" w="5596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dd3c4a9-0f51-4f5f-9428-63847731f4b3" id="18" name="Bullet5">
                <a:extLst>
                  <a:ext uri="{FF2B5EF4-FFF2-40B4-BE49-F238E27FC236}">
                    <a16:creationId id="{893AA976-4AA9-BC46-C6AB-E6E3ADF05A36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74082" y="2076582"/>
                <a:ext cx="2875728" cy="743633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1800">
                    <a:solidFill>
                      <a:srgbClr val="000000"/>
                    </a:solidFill>
                    <a:ea typeface="微软雅黑"/>
                  </a:rPr>
                  <a:t>非异常心理</a:t>
                </a:r>
              </a:p>
            </p:txBody>
          </p:sp>
          <p:sp>
            <p:nvSpPr>
              <p:cNvPr descr="a4c50155-b3e5-4702-8d2d-e044336f5ca6" id="19" name="Text5">
                <a:extLst>
                  <a:ext uri="{FF2B5EF4-FFF2-40B4-BE49-F238E27FC236}">
                    <a16:creationId id="{BCC73A3D-CE15-F294-1C84-2ED8EB2B153A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74086" y="2820216"/>
                <a:ext cx="2875727" cy="948954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000000"/>
                    </a:solidFill>
                    <a:ea typeface="微软雅黑"/>
                  </a:rPr>
                  <a:t>恋足癖并非异常心理，而是一种较为特殊的偏好性倾向。</a:t>
                </a:r>
              </a:p>
            </p:txBody>
          </p:sp>
        </p:grpSp>
      </p:grpSp>
    </p:spTree>
  </p:cSld>
  <p:clrMapOvr>
    <a:masterClrMapping/>
  </p:clrMapOvr>
</p:sld>
</file>

<file path=ppt/slides/slide37.xml><?xml version="1.0" encoding="utf-8"?>
<p:sld xmlns:a="http://schemas.openxmlformats.org/drawingml/2006/main" xmlns:a14="http://schemas.microsoft.com/office/drawing/2010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社会文化影响</a:t>
            </a:r>
          </a:p>
        </p:txBody>
      </p:sp>
      <p:grpSp>
        <p:nvGrpSpPr>
          <p:cNvPr descr="f9348916-74b5-404e-90be-4b2720919753" id="23" name="7308f3db-08de-4623-b8af-fc84304b925f.source.4.zh-Hans.pptx">
            <a:extLst>
              <a:ext uri="{FF2B5EF4-FFF2-40B4-BE49-F238E27FC236}">
                <a16:creationId id="{03DD606B-C9B3-E696-DB6D-7A3EEAEDA82C}"/>
              </a:ext>
            </a:extLst>
          </p:cNvPr>
          <p:cNvGrpSpPr/>
          <p:nvPr/>
        </p:nvGrpSpPr>
        <p:grpSpPr>
          <a:xfrm>
            <a:off x="658839" y="1130300"/>
            <a:ext cx="10860061" cy="4541711"/>
            <a:chOff x="658839" y="1130300"/>
            <a:chExt cx="10860061" cy="4541711"/>
          </a:xfrm>
        </p:grpSpPr>
        <p:grpSp>
          <p:nvGrpSpPr>
            <p:cNvPr descr="e5c8be5e-28f7-4d0a-83a0-d10c08050d6d" id="22" name="组合 21">
              <a:extLst>
                <a:ext uri="{FF2B5EF4-FFF2-40B4-BE49-F238E27FC236}">
                  <a16:creationId id="{0D27BB9D-9FCC-F6BA-14B0-05B630BBD51C}"/>
                </a:ext>
              </a:extLst>
            </p:cNvPr>
            <p:cNvGrpSpPr/>
            <p:nvPr/>
          </p:nvGrpSpPr>
          <p:grpSpPr>
            <a:xfrm>
              <a:off x="658839" y="2262753"/>
              <a:ext cx="4379601" cy="3409258"/>
              <a:chOff x="658839" y="2262753"/>
              <a:chExt cx="4379601" cy="3409258"/>
            </a:xfrm>
          </p:grpSpPr>
          <p:sp>
            <p:nvSpPr>
              <p:cNvPr descr="de166a90-0328-474d-8277-3b221811a8c4" id="84" name="îṥḻíďè">
                <a:extLst>
                  <a:ext uri="{FF2B5EF4-FFF2-40B4-BE49-F238E27FC236}">
                    <a16:creationId id="{FA309616-B828-59C9-0383-D96CB1265434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658839" y="5363357"/>
                <a:ext cx="4135070" cy="308654"/>
              </a:xfrm>
              <a:prstGeom prst="ellipse">
                <a:avLst/>
              </a:pr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b0c9a35-3f40-481a-a008-05e70578a301" id="85" name="ï$ḻïḓé">
                <a:extLst>
                  <a:ext uri="{FF2B5EF4-FFF2-40B4-BE49-F238E27FC236}">
                    <a16:creationId id="{1FB681DC-90B1-BE11-1DBE-DA876FA0C82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665603" y="5340009"/>
                <a:ext cx="4372837" cy="19199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3f58883-ef49-4d0c-b903-d9c720a61794" id="86" name="îşļîḍé">
                <a:extLst>
                  <a:ext uri="{FF2B5EF4-FFF2-40B4-BE49-F238E27FC236}">
                    <a16:creationId id="{6D90D938-BC56-88A0-17A1-F4621785373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029563" y="4553297"/>
                <a:ext cx="454858" cy="448950"/>
              </a:xfrm>
              <a:custGeom>
                <a:avLst/>
                <a:gdLst>
                  <a:gd fmla="*/ 96 w 97" name="T0"/>
                  <a:gd fmla="*/ 40 h 96" name="T1"/>
                  <a:gd fmla="*/ 91 w 97" name="T2"/>
                  <a:gd fmla="*/ 39 h 96" name="T3"/>
                  <a:gd fmla="*/ 93 w 97" name="T4"/>
                  <a:gd fmla="*/ 29 h 96" name="T5"/>
                  <a:gd fmla="*/ 77 w 97" name="T6"/>
                  <a:gd fmla="*/ 16 h 96" name="T7"/>
                  <a:gd fmla="*/ 73 w 97" name="T8"/>
                  <a:gd fmla="*/ 7 h 96" name="T9"/>
                  <a:gd fmla="*/ 58 w 97" name="T10"/>
                  <a:gd fmla="*/ 1 h 96" name="T11"/>
                  <a:gd fmla="*/ 53 w 97" name="T12"/>
                  <a:gd fmla="*/ 5 h 96" name="T13"/>
                  <a:gd fmla="*/ 45 w 97" name="T14"/>
                  <a:gd fmla="*/ 5 h 96" name="T15"/>
                  <a:gd fmla="*/ 24 w 97" name="T16"/>
                  <a:gd fmla="*/ 7 h 96" name="T17"/>
                  <a:gd fmla="*/ 20 w 97" name="T18"/>
                  <a:gd fmla="*/ 16 h 96" name="T19"/>
                  <a:gd fmla="*/ 15 w 97" name="T20"/>
                  <a:gd fmla="*/ 14 h 96" name="T21"/>
                  <a:gd fmla="*/ 12 w 97" name="T22"/>
                  <a:gd fmla="*/ 18 h 96" name="T23"/>
                  <a:gd fmla="*/ 5 w 97" name="T24"/>
                  <a:gd fmla="*/ 29 h 96" name="T25"/>
                  <a:gd fmla="*/ 7 w 97" name="T26"/>
                  <a:gd fmla="*/ 39 h 96" name="T27"/>
                  <a:gd fmla="*/ 2 w 97" name="T28"/>
                  <a:gd fmla="*/ 59 h 96" name="T29"/>
                  <a:gd fmla="*/ 9 w 97" name="T30"/>
                  <a:gd fmla="*/ 65 h 96" name="T31"/>
                  <a:gd fmla="*/ 10 w 97" name="T32"/>
                  <a:gd fmla="*/ 76 h 96" name="T33"/>
                  <a:gd fmla="*/ 13 w 97" name="T34"/>
                  <a:gd fmla="*/ 80 h 96" name="T35"/>
                  <a:gd fmla="*/ 17 w 97" name="T36"/>
                  <a:gd fmla="*/ 84 h 96" name="T37"/>
                  <a:gd fmla="*/ 27 w 97" name="T38"/>
                  <a:gd fmla="*/ 85 h 96" name="T39"/>
                  <a:gd fmla="*/ 44 w 97" name="T40"/>
                  <a:gd fmla="*/ 96 h 96" name="T41"/>
                  <a:gd fmla="*/ 49 w 97" name="T42"/>
                  <a:gd fmla="*/ 91 h 96" name="T43"/>
                  <a:gd fmla="*/ 53 w 97" name="T44"/>
                  <a:gd fmla="*/ 96 h 96" name="T45"/>
                  <a:gd fmla="*/ 64 w 97" name="T46"/>
                  <a:gd fmla="*/ 94 h 96" name="T47"/>
                  <a:gd fmla="*/ 71 w 97" name="T48"/>
                  <a:gd fmla="*/ 85 h 96" name="T49"/>
                  <a:gd fmla="*/ 80 w 97" name="T50"/>
                  <a:gd fmla="*/ 84 h 96" name="T51"/>
                  <a:gd fmla="*/ 89 w 97" name="T52"/>
                  <a:gd fmla="*/ 65 h 96" name="T53"/>
                  <a:gd fmla="*/ 95 w 97" name="T54"/>
                  <a:gd fmla="*/ 59 h 96" name="T55"/>
                  <a:gd fmla="*/ 96 w 97" name="T56"/>
                  <a:gd fmla="*/ 53 h 96" name="T57"/>
                  <a:gd fmla="*/ 96 w 97" name="T58"/>
                  <a:gd fmla="*/ 43 h 96" name="T59"/>
                  <a:gd fmla="*/ 15 w 97" name="T60"/>
                  <a:gd fmla="*/ 48 h 96" name="T61"/>
                  <a:gd fmla="*/ 83 w 97" name="T62"/>
                  <a:gd fmla="*/ 48 h 96" name="T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b="b" l="0" r="r" t="0"/>
                <a:pathLst>
                  <a:path h="96" w="97">
                    <a:moveTo>
                      <a:pt x="96" y="43"/>
                    </a:moveTo>
                    <a:cubicBezTo>
                      <a:pt x="96" y="40"/>
                      <a:pt x="96" y="40"/>
                      <a:pt x="96" y="40"/>
                    </a:cubicBezTo>
                    <a:cubicBezTo>
                      <a:pt x="96" y="39"/>
                      <a:pt x="96" y="38"/>
                      <a:pt x="95" y="38"/>
                    </a:cubicBezTo>
                    <a:cubicBezTo>
                      <a:pt x="91" y="39"/>
                      <a:pt x="91" y="39"/>
                      <a:pt x="91" y="39"/>
                    </a:cubicBezTo>
                    <a:cubicBezTo>
                      <a:pt x="90" y="36"/>
                      <a:pt x="90" y="33"/>
                      <a:pt x="89" y="31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0" y="23"/>
                      <a:pt x="86" y="17"/>
                      <a:pt x="80" y="12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5" y="14"/>
                      <a:pt x="73" y="12"/>
                      <a:pt x="71" y="11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0" y="5"/>
                      <a:pt x="67" y="4"/>
                      <a:pt x="64" y="3"/>
                    </a:cubicBezTo>
                    <a:cubicBezTo>
                      <a:pt x="62" y="2"/>
                      <a:pt x="60" y="2"/>
                      <a:pt x="58" y="1"/>
                    </a:cubicBezTo>
                    <a:cubicBezTo>
                      <a:pt x="57" y="1"/>
                      <a:pt x="55" y="1"/>
                      <a:pt x="53" y="0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1" y="5"/>
                      <a:pt x="50" y="5"/>
                      <a:pt x="49" y="5"/>
                    </a:cubicBezTo>
                    <a:cubicBezTo>
                      <a:pt x="47" y="5"/>
                      <a:pt x="46" y="5"/>
                      <a:pt x="45" y="5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37" y="1"/>
                      <a:pt x="30" y="3"/>
                      <a:pt x="24" y="7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4" y="12"/>
                      <a:pt x="22" y="14"/>
                      <a:pt x="20" y="16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5"/>
                      <a:pt x="14" y="15"/>
                      <a:pt x="13" y="16"/>
                    </a:cubicBezTo>
                    <a:cubicBezTo>
                      <a:pt x="13" y="17"/>
                      <a:pt x="12" y="17"/>
                      <a:pt x="12" y="18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8" y="23"/>
                      <a:pt x="6" y="26"/>
                      <a:pt x="5" y="29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33"/>
                      <a:pt x="7" y="36"/>
                      <a:pt x="7" y="39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0" y="44"/>
                      <a:pt x="0" y="52"/>
                      <a:pt x="2" y="59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7" y="60"/>
                      <a:pt x="8" y="63"/>
                      <a:pt x="9" y="65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6" y="70"/>
                      <a:pt x="8" y="73"/>
                      <a:pt x="10" y="76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2" y="79"/>
                      <a:pt x="13" y="80"/>
                      <a:pt x="13" y="80"/>
                    </a:cubicBezTo>
                    <a:cubicBezTo>
                      <a:pt x="14" y="81"/>
                      <a:pt x="15" y="82"/>
                      <a:pt x="15" y="82"/>
                    </a:cubicBezTo>
                    <a:cubicBezTo>
                      <a:pt x="17" y="84"/>
                      <a:pt x="17" y="84"/>
                      <a:pt x="17" y="84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2" y="82"/>
                      <a:pt x="24" y="84"/>
                      <a:pt x="27" y="85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30" y="93"/>
                      <a:pt x="37" y="95"/>
                      <a:pt x="44" y="96"/>
                    </a:cubicBezTo>
                    <a:cubicBezTo>
                      <a:pt x="45" y="91"/>
                      <a:pt x="45" y="91"/>
                      <a:pt x="45" y="91"/>
                    </a:cubicBezTo>
                    <a:cubicBezTo>
                      <a:pt x="46" y="91"/>
                      <a:pt x="47" y="91"/>
                      <a:pt x="49" y="91"/>
                    </a:cubicBezTo>
                    <a:cubicBezTo>
                      <a:pt x="50" y="91"/>
                      <a:pt x="51" y="91"/>
                      <a:pt x="53" y="91"/>
                    </a:cubicBezTo>
                    <a:cubicBezTo>
                      <a:pt x="53" y="96"/>
                      <a:pt x="53" y="96"/>
                      <a:pt x="53" y="96"/>
                    </a:cubicBezTo>
                    <a:cubicBezTo>
                      <a:pt x="55" y="96"/>
                      <a:pt x="57" y="95"/>
                      <a:pt x="58" y="95"/>
                    </a:cubicBezTo>
                    <a:cubicBezTo>
                      <a:pt x="60" y="95"/>
                      <a:pt x="62" y="94"/>
                      <a:pt x="64" y="94"/>
                    </a:cubicBezTo>
                    <a:cubicBezTo>
                      <a:pt x="67" y="93"/>
                      <a:pt x="70" y="91"/>
                      <a:pt x="73" y="89"/>
                    </a:cubicBezTo>
                    <a:cubicBezTo>
                      <a:pt x="71" y="85"/>
                      <a:pt x="71" y="85"/>
                      <a:pt x="71" y="85"/>
                    </a:cubicBezTo>
                    <a:cubicBezTo>
                      <a:pt x="73" y="84"/>
                      <a:pt x="75" y="82"/>
                      <a:pt x="77" y="81"/>
                    </a:cubicBezTo>
                    <a:cubicBezTo>
                      <a:pt x="80" y="84"/>
                      <a:pt x="80" y="84"/>
                      <a:pt x="80" y="84"/>
                    </a:cubicBezTo>
                    <a:cubicBezTo>
                      <a:pt x="86" y="79"/>
                      <a:pt x="90" y="74"/>
                      <a:pt x="93" y="67"/>
                    </a:cubicBezTo>
                    <a:cubicBezTo>
                      <a:pt x="89" y="65"/>
                      <a:pt x="89" y="65"/>
                      <a:pt x="89" y="65"/>
                    </a:cubicBezTo>
                    <a:cubicBezTo>
                      <a:pt x="90" y="63"/>
                      <a:pt x="90" y="60"/>
                      <a:pt x="91" y="58"/>
                    </a:cubicBezTo>
                    <a:cubicBezTo>
                      <a:pt x="95" y="59"/>
                      <a:pt x="95" y="59"/>
                      <a:pt x="95" y="59"/>
                    </a:cubicBezTo>
                    <a:cubicBezTo>
                      <a:pt x="96" y="58"/>
                      <a:pt x="96" y="57"/>
                      <a:pt x="96" y="56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97" y="52"/>
                      <a:pt x="97" y="50"/>
                      <a:pt x="97" y="48"/>
                    </a:cubicBezTo>
                    <a:cubicBezTo>
                      <a:pt x="97" y="46"/>
                      <a:pt x="97" y="45"/>
                      <a:pt x="96" y="43"/>
                    </a:cubicBezTo>
                    <a:close/>
                    <a:moveTo>
                      <a:pt x="49" y="82"/>
                    </a:moveTo>
                    <a:cubicBezTo>
                      <a:pt x="30" y="82"/>
                      <a:pt x="15" y="67"/>
                      <a:pt x="15" y="48"/>
                    </a:cubicBezTo>
                    <a:cubicBezTo>
                      <a:pt x="15" y="29"/>
                      <a:pt x="30" y="14"/>
                      <a:pt x="49" y="14"/>
                    </a:cubicBezTo>
                    <a:cubicBezTo>
                      <a:pt x="68" y="14"/>
                      <a:pt x="83" y="29"/>
                      <a:pt x="83" y="48"/>
                    </a:cubicBezTo>
                    <a:cubicBezTo>
                      <a:pt x="83" y="67"/>
                      <a:pt x="68" y="82"/>
                      <a:pt x="49" y="82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e14ddfc-9a4b-4f94-9f1a-f44af780645b" id="87" name="îSľïḑè">
                <a:extLst>
                  <a:ext uri="{FF2B5EF4-FFF2-40B4-BE49-F238E27FC236}">
                    <a16:creationId id="{6A8EFDE7-D503-899A-55B1-8AD70F140E95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870003" y="3988862"/>
                <a:ext cx="773849" cy="778280"/>
              </a:xfrm>
              <a:custGeom>
                <a:avLst/>
                <a:gdLst>
                  <a:gd fmla="*/ 163 w 165" name="T0"/>
                  <a:gd fmla="*/ 68 h 166" name="T1"/>
                  <a:gd fmla="*/ 149 w 165" name="T2"/>
                  <a:gd fmla="*/ 60 h 166" name="T3"/>
                  <a:gd fmla="*/ 145 w 165" name="T4"/>
                  <a:gd fmla="*/ 30 h 166" name="T5"/>
                  <a:gd fmla="*/ 128 w 165" name="T6"/>
                  <a:gd fmla="*/ 30 h 166" name="T7"/>
                  <a:gd fmla="*/ 123 w 165" name="T8"/>
                  <a:gd fmla="*/ 12 h 166" name="T9"/>
                  <a:gd fmla="*/ 110 w 165" name="T10"/>
                  <a:gd fmla="*/ 6 h 166" name="T11"/>
                  <a:gd fmla="*/ 95 w 165" name="T12"/>
                  <a:gd fmla="*/ 14 h 166" name="T13"/>
                  <a:gd fmla="*/ 67 w 165" name="T14"/>
                  <a:gd fmla="*/ 2 h 166" name="T15"/>
                  <a:gd fmla="*/ 59 w 165" name="T16"/>
                  <a:gd fmla="*/ 17 h 166" name="T17"/>
                  <a:gd fmla="*/ 48 w 165" name="T18"/>
                  <a:gd fmla="*/ 8 h 166" name="T19"/>
                  <a:gd fmla="*/ 29 w 165" name="T20"/>
                  <a:gd fmla="*/ 21 h 166" name="T21"/>
                  <a:gd fmla="*/ 29 w 165" name="T22"/>
                  <a:gd fmla="*/ 37 h 166" name="T23"/>
                  <a:gd fmla="*/ 5 w 165" name="T24"/>
                  <a:gd fmla="*/ 56 h 166" name="T25"/>
                  <a:gd fmla="*/ 13 w 165" name="T26"/>
                  <a:gd fmla="*/ 70 h 166" name="T27"/>
                  <a:gd fmla="*/ 1 w 165" name="T28"/>
                  <a:gd fmla="*/ 75 h 166" name="T29"/>
                  <a:gd fmla="*/ 1 w 165" name="T30"/>
                  <a:gd fmla="*/ 91 h 166" name="T31"/>
                  <a:gd fmla="*/ 13 w 165" name="T32"/>
                  <a:gd fmla="*/ 96 h 166" name="T33"/>
                  <a:gd fmla="*/ 5 w 165" name="T34"/>
                  <a:gd fmla="*/ 110 h 166" name="T35"/>
                  <a:gd fmla="*/ 29 w 165" name="T36"/>
                  <a:gd fmla="*/ 129 h 166" name="T37"/>
                  <a:gd fmla="*/ 29 w 165" name="T38"/>
                  <a:gd fmla="*/ 145 h 166" name="T39"/>
                  <a:gd fmla="*/ 48 w 165" name="T40"/>
                  <a:gd fmla="*/ 158 h 166" name="T41"/>
                  <a:gd fmla="*/ 59 w 165" name="T42"/>
                  <a:gd fmla="*/ 149 h 166" name="T43"/>
                  <a:gd fmla="*/ 67 w 165" name="T44"/>
                  <a:gd fmla="*/ 164 h 166" name="T45"/>
                  <a:gd fmla="*/ 95 w 165" name="T46"/>
                  <a:gd fmla="*/ 152 h 166" name="T47"/>
                  <a:gd fmla="*/ 110 w 165" name="T48"/>
                  <a:gd fmla="*/ 161 h 166" name="T49"/>
                  <a:gd fmla="*/ 123 w 165" name="T50"/>
                  <a:gd fmla="*/ 154 h 166" name="T51"/>
                  <a:gd fmla="*/ 128 w 165" name="T52"/>
                  <a:gd fmla="*/ 136 h 166" name="T53"/>
                  <a:gd fmla="*/ 145 w 165" name="T54"/>
                  <a:gd fmla="*/ 137 h 166" name="T55"/>
                  <a:gd fmla="*/ 149 w 165" name="T56"/>
                  <a:gd fmla="*/ 106 h 166" name="T57"/>
                  <a:gd fmla="*/ 163 w 165" name="T58"/>
                  <a:gd fmla="*/ 98 h 166" name="T59"/>
                  <a:gd fmla="*/ 165 w 165" name="T60"/>
                  <a:gd fmla="*/ 83 h 166" name="T61"/>
                  <a:gd fmla="*/ 82 w 165" name="T62"/>
                  <a:gd fmla="*/ 125 h 166" name="T63"/>
                  <a:gd fmla="*/ 82 w 165" name="T64"/>
                  <a:gd fmla="*/ 42 h 166" name="T65"/>
                  <a:gd fmla="*/ 82 w 165" name="T66"/>
                  <a:gd fmla="*/ 125 h 166" name="T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b="b" l="0" r="r" t="0"/>
                <a:pathLst>
                  <a:path h="166" w="165">
                    <a:moveTo>
                      <a:pt x="164" y="75"/>
                    </a:moveTo>
                    <a:cubicBezTo>
                      <a:pt x="164" y="73"/>
                      <a:pt x="163" y="70"/>
                      <a:pt x="163" y="68"/>
                    </a:cubicBezTo>
                    <a:cubicBezTo>
                      <a:pt x="151" y="70"/>
                      <a:pt x="151" y="70"/>
                      <a:pt x="151" y="70"/>
                    </a:cubicBezTo>
                    <a:cubicBezTo>
                      <a:pt x="151" y="67"/>
                      <a:pt x="150" y="63"/>
                      <a:pt x="149" y="60"/>
                    </a:cubicBezTo>
                    <a:cubicBezTo>
                      <a:pt x="160" y="56"/>
                      <a:pt x="160" y="56"/>
                      <a:pt x="160" y="56"/>
                    </a:cubicBezTo>
                    <a:cubicBezTo>
                      <a:pt x="157" y="46"/>
                      <a:pt x="151" y="37"/>
                      <a:pt x="145" y="30"/>
                    </a:cubicBezTo>
                    <a:cubicBezTo>
                      <a:pt x="136" y="37"/>
                      <a:pt x="136" y="37"/>
                      <a:pt x="136" y="37"/>
                    </a:cubicBezTo>
                    <a:cubicBezTo>
                      <a:pt x="133" y="35"/>
                      <a:pt x="131" y="32"/>
                      <a:pt x="128" y="30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132" y="17"/>
                      <a:pt x="128" y="15"/>
                      <a:pt x="123" y="12"/>
                    </a:cubicBezTo>
                    <a:cubicBezTo>
                      <a:pt x="121" y="11"/>
                      <a:pt x="119" y="10"/>
                      <a:pt x="117" y="8"/>
                    </a:cubicBezTo>
                    <a:cubicBezTo>
                      <a:pt x="114" y="7"/>
                      <a:pt x="112" y="6"/>
                      <a:pt x="110" y="6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2" y="16"/>
                      <a:pt x="99" y="15"/>
                      <a:pt x="95" y="14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88" y="0"/>
                      <a:pt x="77" y="0"/>
                      <a:pt x="67" y="2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6" y="15"/>
                      <a:pt x="62" y="16"/>
                      <a:pt x="59" y="17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3" y="6"/>
                      <a:pt x="50" y="7"/>
                      <a:pt x="48" y="8"/>
                    </a:cubicBezTo>
                    <a:cubicBezTo>
                      <a:pt x="46" y="10"/>
                      <a:pt x="43" y="11"/>
                      <a:pt x="41" y="12"/>
                    </a:cubicBezTo>
                    <a:cubicBezTo>
                      <a:pt x="37" y="15"/>
                      <a:pt x="33" y="17"/>
                      <a:pt x="29" y="21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4" y="32"/>
                      <a:pt x="31" y="35"/>
                      <a:pt x="29" y="37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13" y="37"/>
                      <a:pt x="8" y="46"/>
                      <a:pt x="5" y="56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5" y="63"/>
                      <a:pt x="14" y="67"/>
                      <a:pt x="13" y="70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1" y="70"/>
                      <a:pt x="1" y="73"/>
                      <a:pt x="1" y="75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3"/>
                      <a:pt x="1" y="96"/>
                      <a:pt x="2" y="98"/>
                    </a:cubicBezTo>
                    <a:cubicBezTo>
                      <a:pt x="13" y="96"/>
                      <a:pt x="13" y="96"/>
                      <a:pt x="13" y="96"/>
                    </a:cubicBezTo>
                    <a:cubicBezTo>
                      <a:pt x="14" y="100"/>
                      <a:pt x="15" y="103"/>
                      <a:pt x="16" y="106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8" y="120"/>
                      <a:pt x="13" y="129"/>
                      <a:pt x="20" y="137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1" y="132"/>
                      <a:pt x="34" y="134"/>
                      <a:pt x="37" y="136"/>
                    </a:cubicBezTo>
                    <a:cubicBezTo>
                      <a:pt x="29" y="145"/>
                      <a:pt x="29" y="145"/>
                      <a:pt x="29" y="145"/>
                    </a:cubicBezTo>
                    <a:cubicBezTo>
                      <a:pt x="33" y="149"/>
                      <a:pt x="37" y="152"/>
                      <a:pt x="41" y="154"/>
                    </a:cubicBezTo>
                    <a:cubicBezTo>
                      <a:pt x="43" y="156"/>
                      <a:pt x="46" y="157"/>
                      <a:pt x="48" y="158"/>
                    </a:cubicBezTo>
                    <a:cubicBezTo>
                      <a:pt x="50" y="159"/>
                      <a:pt x="53" y="160"/>
                      <a:pt x="55" y="161"/>
                    </a:cubicBezTo>
                    <a:cubicBezTo>
                      <a:pt x="59" y="149"/>
                      <a:pt x="59" y="149"/>
                      <a:pt x="59" y="149"/>
                    </a:cubicBezTo>
                    <a:cubicBezTo>
                      <a:pt x="62" y="150"/>
                      <a:pt x="66" y="151"/>
                      <a:pt x="69" y="152"/>
                    </a:cubicBezTo>
                    <a:cubicBezTo>
                      <a:pt x="67" y="164"/>
                      <a:pt x="67" y="164"/>
                      <a:pt x="67" y="164"/>
                    </a:cubicBezTo>
                    <a:cubicBezTo>
                      <a:pt x="77" y="166"/>
                      <a:pt x="88" y="166"/>
                      <a:pt x="98" y="164"/>
                    </a:cubicBezTo>
                    <a:cubicBezTo>
                      <a:pt x="95" y="152"/>
                      <a:pt x="95" y="152"/>
                      <a:pt x="95" y="152"/>
                    </a:cubicBezTo>
                    <a:cubicBezTo>
                      <a:pt x="99" y="151"/>
                      <a:pt x="102" y="150"/>
                      <a:pt x="106" y="149"/>
                    </a:cubicBezTo>
                    <a:cubicBezTo>
                      <a:pt x="110" y="161"/>
                      <a:pt x="110" y="161"/>
                      <a:pt x="110" y="161"/>
                    </a:cubicBezTo>
                    <a:cubicBezTo>
                      <a:pt x="112" y="160"/>
                      <a:pt x="114" y="159"/>
                      <a:pt x="117" y="158"/>
                    </a:cubicBezTo>
                    <a:cubicBezTo>
                      <a:pt x="119" y="157"/>
                      <a:pt x="121" y="156"/>
                      <a:pt x="123" y="154"/>
                    </a:cubicBezTo>
                    <a:cubicBezTo>
                      <a:pt x="128" y="152"/>
                      <a:pt x="132" y="149"/>
                      <a:pt x="136" y="145"/>
                    </a:cubicBezTo>
                    <a:cubicBezTo>
                      <a:pt x="128" y="136"/>
                      <a:pt x="128" y="136"/>
                      <a:pt x="128" y="136"/>
                    </a:cubicBezTo>
                    <a:cubicBezTo>
                      <a:pt x="131" y="134"/>
                      <a:pt x="133" y="132"/>
                      <a:pt x="136" y="129"/>
                    </a:cubicBezTo>
                    <a:cubicBezTo>
                      <a:pt x="145" y="137"/>
                      <a:pt x="145" y="137"/>
                      <a:pt x="145" y="137"/>
                    </a:cubicBezTo>
                    <a:cubicBezTo>
                      <a:pt x="151" y="129"/>
                      <a:pt x="157" y="120"/>
                      <a:pt x="160" y="110"/>
                    </a:cubicBezTo>
                    <a:cubicBezTo>
                      <a:pt x="149" y="106"/>
                      <a:pt x="149" y="106"/>
                      <a:pt x="149" y="106"/>
                    </a:cubicBezTo>
                    <a:cubicBezTo>
                      <a:pt x="150" y="103"/>
                      <a:pt x="151" y="100"/>
                      <a:pt x="151" y="96"/>
                    </a:cubicBezTo>
                    <a:cubicBezTo>
                      <a:pt x="163" y="98"/>
                      <a:pt x="163" y="98"/>
                      <a:pt x="163" y="98"/>
                    </a:cubicBezTo>
                    <a:cubicBezTo>
                      <a:pt x="163" y="96"/>
                      <a:pt x="164" y="93"/>
                      <a:pt x="164" y="91"/>
                    </a:cubicBezTo>
                    <a:cubicBezTo>
                      <a:pt x="165" y="83"/>
                      <a:pt x="165" y="83"/>
                      <a:pt x="165" y="83"/>
                    </a:cubicBezTo>
                    <a:lnTo>
                      <a:pt x="164" y="75"/>
                    </a:lnTo>
                    <a:close/>
                    <a:moveTo>
                      <a:pt x="82" y="125"/>
                    </a:moveTo>
                    <a:cubicBezTo>
                      <a:pt x="59" y="125"/>
                      <a:pt x="41" y="106"/>
                      <a:pt x="41" y="83"/>
                    </a:cubicBezTo>
                    <a:cubicBezTo>
                      <a:pt x="41" y="60"/>
                      <a:pt x="59" y="42"/>
                      <a:pt x="82" y="42"/>
                    </a:cubicBezTo>
                    <a:cubicBezTo>
                      <a:pt x="105" y="42"/>
                      <a:pt x="124" y="60"/>
                      <a:pt x="124" y="83"/>
                    </a:cubicBezTo>
                    <a:cubicBezTo>
                      <a:pt x="124" y="106"/>
                      <a:pt x="105" y="125"/>
                      <a:pt x="82" y="125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17a0d7e-a14f-4554-a09a-40f45ebbd0cf" id="88" name="íṣḷîdê">
                <a:extLst>
                  <a:ext uri="{FF2B5EF4-FFF2-40B4-BE49-F238E27FC236}">
                    <a16:creationId id="{AB88E2F4-7ACD-B1E2-2D7E-28A9D460708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221634" y="4729049"/>
                <a:ext cx="1134190" cy="623214"/>
              </a:xfrm>
              <a:custGeom>
                <a:avLst/>
                <a:gdLst>
                  <a:gd fmla="*/ 226 w 242" name="T0"/>
                  <a:gd fmla="*/ 104 h 133" name="T1"/>
                  <a:gd fmla="*/ 237 w 242" name="T2"/>
                  <a:gd fmla="*/ 86 h 133" name="T3"/>
                  <a:gd fmla="*/ 208 w 242" name="T4"/>
                  <a:gd fmla="*/ 60 h 133" name="T5"/>
                  <a:gd fmla="*/ 211 w 242" name="T6"/>
                  <a:gd fmla="*/ 39 h 133" name="T7"/>
                  <a:gd fmla="*/ 204 w 242" name="T8"/>
                  <a:gd fmla="*/ 33 h 133" name="T9"/>
                  <a:gd fmla="*/ 197 w 242" name="T10"/>
                  <a:gd fmla="*/ 26 h 133" name="T11"/>
                  <a:gd fmla="*/ 181 w 242" name="T12"/>
                  <a:gd fmla="*/ 15 h 133" name="T13"/>
                  <a:gd fmla="*/ 161 w 242" name="T14"/>
                  <a:gd fmla="*/ 22 h 133" name="T15"/>
                  <a:gd fmla="*/ 158 w 242" name="T16"/>
                  <a:gd fmla="*/ 5 h 133" name="T17"/>
                  <a:gd fmla="*/ 146 w 242" name="T18"/>
                  <a:gd fmla="*/ 2 h 133" name="T19"/>
                  <a:gd fmla="*/ 139 w 242" name="T20"/>
                  <a:gd fmla="*/ 1 h 133" name="T21"/>
                  <a:gd fmla="*/ 129 w 242" name="T22"/>
                  <a:gd fmla="*/ 0 h 133" name="T23"/>
                  <a:gd fmla="*/ 121 w 242" name="T24"/>
                  <a:gd fmla="*/ 15 h 133" name="T25"/>
                  <a:gd fmla="*/ 114 w 242" name="T26"/>
                  <a:gd fmla="*/ 0 h 133" name="T27"/>
                  <a:gd fmla="*/ 104 w 242" name="T28"/>
                  <a:gd fmla="*/ 1 h 133" name="T29"/>
                  <a:gd fmla="*/ 97 w 242" name="T30"/>
                  <a:gd fmla="*/ 2 h 133" name="T31"/>
                  <a:gd fmla="*/ 85 w 242" name="T32"/>
                  <a:gd fmla="*/ 5 h 133" name="T33"/>
                  <a:gd fmla="*/ 82 w 242" name="T34"/>
                  <a:gd fmla="*/ 22 h 133" name="T35"/>
                  <a:gd fmla="*/ 62 w 242" name="T36"/>
                  <a:gd fmla="*/ 15 h 133" name="T37"/>
                  <a:gd fmla="*/ 46 w 242" name="T38"/>
                  <a:gd fmla="*/ 26 h 133" name="T39"/>
                  <a:gd fmla="*/ 39 w 242" name="T40"/>
                  <a:gd fmla="*/ 33 h 133" name="T41"/>
                  <a:gd fmla="*/ 32 w 242" name="T42"/>
                  <a:gd fmla="*/ 39 h 133" name="T43"/>
                  <a:gd fmla="*/ 34 w 242" name="T44"/>
                  <a:gd fmla="*/ 60 h 133" name="T45"/>
                  <a:gd fmla="*/ 20 w 242" name="T46"/>
                  <a:gd fmla="*/ 56 h 133" name="T47"/>
                  <a:gd fmla="*/ 15 w 242" name="T48"/>
                  <a:gd fmla="*/ 64 h 133" name="T49"/>
                  <a:gd fmla="*/ 9 w 242" name="T50"/>
                  <a:gd fmla="*/ 77 h 133" name="T51"/>
                  <a:gd fmla="*/ 20 w 242" name="T52"/>
                  <a:gd fmla="*/ 90 h 133" name="T53"/>
                  <a:gd fmla="*/ 2 w 242" name="T54"/>
                  <a:gd fmla="*/ 102 h 133" name="T55"/>
                  <a:gd fmla="*/ 1 w 242" name="T56"/>
                  <a:gd fmla="*/ 129 h 133" name="T57"/>
                  <a:gd fmla="*/ 36 w 242" name="T58"/>
                  <a:gd fmla="*/ 133 h 133" name="T59"/>
                  <a:gd fmla="*/ 35 w 242" name="T60"/>
                  <a:gd fmla="*/ 122 h 133" name="T61"/>
                  <a:gd fmla="*/ 207 w 242" name="T62"/>
                  <a:gd fmla="*/ 122 h 133" name="T63"/>
                  <a:gd fmla="*/ 206 w 242" name="T64"/>
                  <a:gd fmla="*/ 133 h 133" name="T65"/>
                  <a:gd fmla="*/ 242 w 242" name="T66"/>
                  <a:gd fmla="*/ 129 h 133" name="T67"/>
                  <a:gd fmla="*/ 241 w 242" name="T68"/>
                  <a:gd fmla="*/ 102 h 133" name="T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b="b" l="0" r="r" t="0"/>
                <a:pathLst>
                  <a:path h="133" w="242">
                    <a:moveTo>
                      <a:pt x="241" y="102"/>
                    </a:moveTo>
                    <a:cubicBezTo>
                      <a:pt x="226" y="104"/>
                      <a:pt x="226" y="104"/>
                      <a:pt x="226" y="104"/>
                    </a:cubicBezTo>
                    <a:cubicBezTo>
                      <a:pt x="225" y="99"/>
                      <a:pt x="224" y="95"/>
                      <a:pt x="223" y="90"/>
                    </a:cubicBezTo>
                    <a:cubicBezTo>
                      <a:pt x="237" y="86"/>
                      <a:pt x="237" y="86"/>
                      <a:pt x="237" y="86"/>
                    </a:cubicBezTo>
                    <a:cubicBezTo>
                      <a:pt x="234" y="74"/>
                      <a:pt x="228" y="62"/>
                      <a:pt x="221" y="52"/>
                    </a:cubicBezTo>
                    <a:cubicBezTo>
                      <a:pt x="208" y="60"/>
                      <a:pt x="208" y="60"/>
                      <a:pt x="208" y="60"/>
                    </a:cubicBezTo>
                    <a:cubicBezTo>
                      <a:pt x="206" y="56"/>
                      <a:pt x="203" y="53"/>
                      <a:pt x="200" y="49"/>
                    </a:cubicBezTo>
                    <a:cubicBezTo>
                      <a:pt x="211" y="39"/>
                      <a:pt x="211" y="39"/>
                      <a:pt x="211" y="39"/>
                    </a:cubicBezTo>
                    <a:cubicBezTo>
                      <a:pt x="208" y="36"/>
                      <a:pt x="208" y="36"/>
                      <a:pt x="208" y="36"/>
                    </a:cubicBezTo>
                    <a:cubicBezTo>
                      <a:pt x="206" y="35"/>
                      <a:pt x="205" y="34"/>
                      <a:pt x="204" y="33"/>
                    </a:cubicBezTo>
                    <a:cubicBezTo>
                      <a:pt x="200" y="29"/>
                      <a:pt x="200" y="29"/>
                      <a:pt x="200" y="29"/>
                    </a:cubicBezTo>
                    <a:cubicBezTo>
                      <a:pt x="199" y="28"/>
                      <a:pt x="198" y="27"/>
                      <a:pt x="197" y="26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81" y="15"/>
                      <a:pt x="181" y="15"/>
                      <a:pt x="181" y="15"/>
                    </a:cubicBezTo>
                    <a:cubicBezTo>
                      <a:pt x="173" y="28"/>
                      <a:pt x="173" y="28"/>
                      <a:pt x="173" y="28"/>
                    </a:cubicBezTo>
                    <a:cubicBezTo>
                      <a:pt x="170" y="26"/>
                      <a:pt x="165" y="24"/>
                      <a:pt x="161" y="22"/>
                    </a:cubicBezTo>
                    <a:cubicBezTo>
                      <a:pt x="167" y="9"/>
                      <a:pt x="167" y="9"/>
                      <a:pt x="167" y="9"/>
                    </a:cubicBezTo>
                    <a:cubicBezTo>
                      <a:pt x="158" y="5"/>
                      <a:pt x="158" y="5"/>
                      <a:pt x="158" y="5"/>
                    </a:cubicBezTo>
                    <a:cubicBezTo>
                      <a:pt x="155" y="4"/>
                      <a:pt x="151" y="4"/>
                      <a:pt x="148" y="3"/>
                    </a:cubicBezTo>
                    <a:cubicBezTo>
                      <a:pt x="146" y="2"/>
                      <a:pt x="146" y="2"/>
                      <a:pt x="146" y="2"/>
                    </a:cubicBezTo>
                    <a:cubicBezTo>
                      <a:pt x="145" y="2"/>
                      <a:pt x="144" y="2"/>
                      <a:pt x="144" y="2"/>
                    </a:cubicBezTo>
                    <a:cubicBezTo>
                      <a:pt x="139" y="1"/>
                      <a:pt x="139" y="1"/>
                      <a:pt x="139" y="1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2" y="0"/>
                      <a:pt x="131" y="0"/>
                      <a:pt x="129" y="0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6" y="15"/>
                      <a:pt x="124" y="15"/>
                      <a:pt x="121" y="15"/>
                    </a:cubicBezTo>
                    <a:cubicBezTo>
                      <a:pt x="119" y="15"/>
                      <a:pt x="117" y="15"/>
                      <a:pt x="115" y="15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2" y="0"/>
                      <a:pt x="110" y="0"/>
                      <a:pt x="109" y="0"/>
                    </a:cubicBezTo>
                    <a:cubicBezTo>
                      <a:pt x="104" y="1"/>
                      <a:pt x="104" y="1"/>
                      <a:pt x="104" y="1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8" y="2"/>
                      <a:pt x="98" y="2"/>
                      <a:pt x="97" y="2"/>
                    </a:cubicBezTo>
                    <a:cubicBezTo>
                      <a:pt x="95" y="3"/>
                      <a:pt x="95" y="3"/>
                      <a:pt x="95" y="3"/>
                    </a:cubicBezTo>
                    <a:cubicBezTo>
                      <a:pt x="91" y="4"/>
                      <a:pt x="88" y="4"/>
                      <a:pt x="85" y="5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77" y="24"/>
                      <a:pt x="73" y="26"/>
                      <a:pt x="69" y="28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3" y="28"/>
                      <a:pt x="42" y="29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8" y="34"/>
                      <a:pt x="36" y="35"/>
                      <a:pt x="35" y="36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0" y="53"/>
                      <a:pt x="37" y="56"/>
                      <a:pt x="34" y="60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1" y="53"/>
                      <a:pt x="20" y="54"/>
                      <a:pt x="20" y="56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6" y="61"/>
                      <a:pt x="15" y="62"/>
                      <a:pt x="15" y="64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1" y="71"/>
                      <a:pt x="10" y="74"/>
                      <a:pt x="9" y="77"/>
                    </a:cubicBezTo>
                    <a:cubicBezTo>
                      <a:pt x="8" y="80"/>
                      <a:pt x="6" y="83"/>
                      <a:pt x="5" y="86"/>
                    </a:cubicBezTo>
                    <a:cubicBezTo>
                      <a:pt x="20" y="90"/>
                      <a:pt x="20" y="90"/>
                      <a:pt x="20" y="90"/>
                    </a:cubicBezTo>
                    <a:cubicBezTo>
                      <a:pt x="18" y="95"/>
                      <a:pt x="17" y="99"/>
                      <a:pt x="17" y="104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1" y="108"/>
                      <a:pt x="1" y="114"/>
                      <a:pt x="0" y="121"/>
                    </a:cubicBezTo>
                    <a:cubicBezTo>
                      <a:pt x="1" y="123"/>
                      <a:pt x="1" y="126"/>
                      <a:pt x="1" y="129"/>
                    </a:cubicBezTo>
                    <a:cubicBezTo>
                      <a:pt x="1" y="130"/>
                      <a:pt x="1" y="132"/>
                      <a:pt x="1" y="133"/>
                    </a:cubicBezTo>
                    <a:cubicBezTo>
                      <a:pt x="36" y="133"/>
                      <a:pt x="36" y="133"/>
                      <a:pt x="36" y="133"/>
                    </a:cubicBezTo>
                    <a:cubicBezTo>
                      <a:pt x="36" y="132"/>
                      <a:pt x="36" y="130"/>
                      <a:pt x="36" y="129"/>
                    </a:cubicBezTo>
                    <a:cubicBezTo>
                      <a:pt x="35" y="127"/>
                      <a:pt x="35" y="124"/>
                      <a:pt x="35" y="122"/>
                    </a:cubicBezTo>
                    <a:cubicBezTo>
                      <a:pt x="35" y="74"/>
                      <a:pt x="74" y="36"/>
                      <a:pt x="121" y="36"/>
                    </a:cubicBezTo>
                    <a:cubicBezTo>
                      <a:pt x="169" y="36"/>
                      <a:pt x="207" y="74"/>
                      <a:pt x="207" y="122"/>
                    </a:cubicBezTo>
                    <a:cubicBezTo>
                      <a:pt x="207" y="124"/>
                      <a:pt x="207" y="127"/>
                      <a:pt x="207" y="129"/>
                    </a:cubicBezTo>
                    <a:cubicBezTo>
                      <a:pt x="207" y="130"/>
                      <a:pt x="206" y="132"/>
                      <a:pt x="206" y="133"/>
                    </a:cubicBezTo>
                    <a:cubicBezTo>
                      <a:pt x="242" y="133"/>
                      <a:pt x="242" y="133"/>
                      <a:pt x="242" y="133"/>
                    </a:cubicBezTo>
                    <a:cubicBezTo>
                      <a:pt x="242" y="132"/>
                      <a:pt x="242" y="130"/>
                      <a:pt x="242" y="129"/>
                    </a:cubicBezTo>
                    <a:cubicBezTo>
                      <a:pt x="242" y="126"/>
                      <a:pt x="242" y="123"/>
                      <a:pt x="242" y="121"/>
                    </a:cubicBezTo>
                    <a:cubicBezTo>
                      <a:pt x="242" y="114"/>
                      <a:pt x="242" y="108"/>
                      <a:pt x="241" y="102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00fcaf4-e141-4908-b6c9-c2bcf7f0b2a6" id="89" name="íSļîḋè">
                <a:extLst>
                  <a:ext uri="{FF2B5EF4-FFF2-40B4-BE49-F238E27FC236}">
                    <a16:creationId id="{982C9694-9249-E253-F84A-AB26D063B91C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448445" y="4972163"/>
                <a:ext cx="657181" cy="379541"/>
              </a:xfrm>
              <a:custGeom>
                <a:avLst/>
                <a:gdLst>
                  <a:gd fmla="*/ 70 w 140" name="T0"/>
                  <a:gd fmla="*/ 0 h 81" name="T1"/>
                  <a:gd fmla="*/ 0 w 140" name="T2"/>
                  <a:gd fmla="*/ 70 h 81" name="T3"/>
                  <a:gd fmla="*/ 1 w 140" name="T4"/>
                  <a:gd fmla="*/ 77 h 81" name="T5"/>
                  <a:gd fmla="*/ 1 w 140" name="T6"/>
                  <a:gd fmla="*/ 81 h 81" name="T7"/>
                  <a:gd fmla="*/ 37 w 140" name="T8"/>
                  <a:gd fmla="*/ 81 h 81" name="T9"/>
                  <a:gd fmla="*/ 35 w 140" name="T10"/>
                  <a:gd fmla="*/ 77 h 81" name="T11"/>
                  <a:gd fmla="*/ 35 w 140" name="T12"/>
                  <a:gd fmla="*/ 69 h 81" name="T13"/>
                  <a:gd fmla="*/ 70 w 140" name="T14"/>
                  <a:gd fmla="*/ 33 h 81" name="T15"/>
                  <a:gd fmla="*/ 106 w 140" name="T16"/>
                  <a:gd fmla="*/ 69 h 81" name="T17"/>
                  <a:gd fmla="*/ 105 w 140" name="T18"/>
                  <a:gd fmla="*/ 77 h 81" name="T19"/>
                  <a:gd fmla="*/ 104 w 140" name="T20"/>
                  <a:gd fmla="*/ 81 h 81" name="T21"/>
                  <a:gd fmla="*/ 139 w 140" name="T22"/>
                  <a:gd fmla="*/ 81 h 81" name="T23"/>
                  <a:gd fmla="*/ 139 w 140" name="T24"/>
                  <a:gd fmla="*/ 77 h 81" name="T25"/>
                  <a:gd fmla="*/ 140 w 140" name="T26"/>
                  <a:gd fmla="*/ 70 h 81" name="T27"/>
                  <a:gd fmla="*/ 70 w 140" name="T28"/>
                  <a:gd fmla="*/ 0 h 81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81" w="140">
                    <a:moveTo>
                      <a:pt x="70" y="0"/>
                    </a:moveTo>
                    <a:cubicBezTo>
                      <a:pt x="32" y="0"/>
                      <a:pt x="0" y="31"/>
                      <a:pt x="0" y="70"/>
                    </a:cubicBezTo>
                    <a:cubicBezTo>
                      <a:pt x="0" y="72"/>
                      <a:pt x="0" y="75"/>
                      <a:pt x="1" y="77"/>
                    </a:cubicBezTo>
                    <a:cubicBezTo>
                      <a:pt x="1" y="78"/>
                      <a:pt x="1" y="80"/>
                      <a:pt x="1" y="81"/>
                    </a:cubicBezTo>
                    <a:cubicBezTo>
                      <a:pt x="37" y="81"/>
                      <a:pt x="37" y="81"/>
                      <a:pt x="37" y="81"/>
                    </a:cubicBezTo>
                    <a:cubicBezTo>
                      <a:pt x="36" y="80"/>
                      <a:pt x="36" y="78"/>
                      <a:pt x="35" y="77"/>
                    </a:cubicBezTo>
                    <a:cubicBezTo>
                      <a:pt x="35" y="74"/>
                      <a:pt x="35" y="72"/>
                      <a:pt x="35" y="69"/>
                    </a:cubicBezTo>
                    <a:cubicBezTo>
                      <a:pt x="35" y="49"/>
                      <a:pt x="51" y="33"/>
                      <a:pt x="70" y="33"/>
                    </a:cubicBezTo>
                    <a:cubicBezTo>
                      <a:pt x="90" y="33"/>
                      <a:pt x="106" y="49"/>
                      <a:pt x="106" y="69"/>
                    </a:cubicBezTo>
                    <a:cubicBezTo>
                      <a:pt x="106" y="72"/>
                      <a:pt x="106" y="74"/>
                      <a:pt x="105" y="77"/>
                    </a:cubicBezTo>
                    <a:cubicBezTo>
                      <a:pt x="105" y="78"/>
                      <a:pt x="105" y="80"/>
                      <a:pt x="104" y="81"/>
                    </a:cubicBezTo>
                    <a:cubicBezTo>
                      <a:pt x="139" y="81"/>
                      <a:pt x="139" y="81"/>
                      <a:pt x="139" y="81"/>
                    </a:cubicBezTo>
                    <a:cubicBezTo>
                      <a:pt x="139" y="80"/>
                      <a:pt x="139" y="78"/>
                      <a:pt x="139" y="77"/>
                    </a:cubicBezTo>
                    <a:cubicBezTo>
                      <a:pt x="140" y="75"/>
                      <a:pt x="140" y="72"/>
                      <a:pt x="140" y="70"/>
                    </a:cubicBezTo>
                    <a:cubicBezTo>
                      <a:pt x="140" y="31"/>
                      <a:pt x="109" y="0"/>
                      <a:pt x="70" y="0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5b4fcef-bd4c-4f1d-8626-51e66b2ae42b" id="90" name="iṣ1íḑè">
                <a:extLst>
                  <a:ext uri="{FF2B5EF4-FFF2-40B4-BE49-F238E27FC236}">
                    <a16:creationId id="{B4EF4279-4DAB-E14A-F0D2-A5B1A05A15DE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816076" y="3761366"/>
                <a:ext cx="735452" cy="731022"/>
              </a:xfrm>
              <a:custGeom>
                <a:avLst/>
                <a:gdLst>
                  <a:gd fmla="*/ 157 w 157" name="T0"/>
                  <a:gd fmla="*/ 78 h 156" name="T1"/>
                  <a:gd fmla="*/ 146 w 157" name="T2"/>
                  <a:gd fmla="*/ 67 h 156" name="T3"/>
                  <a:gd fmla="*/ 154 w 157" name="T4"/>
                  <a:gd fmla="*/ 55 h 156" name="T5"/>
                  <a:gd fmla="*/ 135 w 157" name="T6"/>
                  <a:gd fmla="*/ 38 h 156" name="T7"/>
                  <a:gd fmla="*/ 136 w 157" name="T8"/>
                  <a:gd fmla="*/ 25 h 156" name="T9"/>
                  <a:gd fmla="*/ 132 w 157" name="T10"/>
                  <a:gd fmla="*/ 21 h 156" name="T11"/>
                  <a:gd fmla="*/ 127 w 157" name="T12"/>
                  <a:gd fmla="*/ 16 h 156" name="T13"/>
                  <a:gd fmla="*/ 117 w 157" name="T14"/>
                  <a:gd fmla="*/ 9 h 156" name="T15"/>
                  <a:gd fmla="*/ 104 w 157" name="T16"/>
                  <a:gd fmla="*/ 14 h 156" name="T17"/>
                  <a:gd fmla="*/ 102 w 157" name="T18"/>
                  <a:gd fmla="*/ 3 h 156" name="T19"/>
                  <a:gd fmla="*/ 94 w 157" name="T20"/>
                  <a:gd fmla="*/ 1 h 156" name="T21"/>
                  <a:gd fmla="*/ 90 w 157" name="T22"/>
                  <a:gd fmla="*/ 0 h 156" name="T23"/>
                  <a:gd fmla="*/ 84 w 157" name="T24"/>
                  <a:gd fmla="*/ 0 h 156" name="T25"/>
                  <a:gd fmla="*/ 78 w 157" name="T26"/>
                  <a:gd fmla="*/ 9 h 156" name="T27"/>
                  <a:gd fmla="*/ 73 w 157" name="T28"/>
                  <a:gd fmla="*/ 0 h 156" name="T29"/>
                  <a:gd fmla="*/ 67 w 157" name="T30"/>
                  <a:gd fmla="*/ 0 h 156" name="T31"/>
                  <a:gd fmla="*/ 63 w 157" name="T32"/>
                  <a:gd fmla="*/ 1 h 156" name="T33"/>
                  <a:gd fmla="*/ 55 w 157" name="T34"/>
                  <a:gd fmla="*/ 3 h 156" name="T35"/>
                  <a:gd fmla="*/ 53 w 157" name="T36"/>
                  <a:gd fmla="*/ 14 h 156" name="T37"/>
                  <a:gd fmla="*/ 40 w 157" name="T38"/>
                  <a:gd fmla="*/ 9 h 156" name="T39"/>
                  <a:gd fmla="*/ 30 w 157" name="T40"/>
                  <a:gd fmla="*/ 16 h 156" name="T41"/>
                  <a:gd fmla="*/ 25 w 157" name="T42"/>
                  <a:gd fmla="*/ 21 h 156" name="T43"/>
                  <a:gd fmla="*/ 21 w 157" name="T44"/>
                  <a:gd fmla="*/ 25 h 156" name="T45"/>
                  <a:gd fmla="*/ 22 w 157" name="T46"/>
                  <a:gd fmla="*/ 38 h 156" name="T47"/>
                  <a:gd fmla="*/ 12 w 157" name="T48"/>
                  <a:gd fmla="*/ 36 h 156" name="T49"/>
                  <a:gd fmla="*/ 9 w 157" name="T50"/>
                  <a:gd fmla="*/ 41 h 156" name="T51"/>
                  <a:gd fmla="*/ 5 w 157" name="T52"/>
                  <a:gd fmla="*/ 49 h 156" name="T53"/>
                  <a:gd fmla="*/ 13 w 157" name="T54"/>
                  <a:gd fmla="*/ 58 h 156" name="T55"/>
                  <a:gd fmla="*/ 1 w 157" name="T56"/>
                  <a:gd fmla="*/ 65 h 156" name="T57"/>
                  <a:gd fmla="*/ 1 w 157" name="T58"/>
                  <a:gd fmla="*/ 90 h 156" name="T59"/>
                  <a:gd fmla="*/ 13 w 157" name="T60"/>
                  <a:gd fmla="*/ 97 h 156" name="T61"/>
                  <a:gd fmla="*/ 5 w 157" name="T62"/>
                  <a:gd fmla="*/ 106 h 156" name="T63"/>
                  <a:gd fmla="*/ 9 w 157" name="T64"/>
                  <a:gd fmla="*/ 114 h 156" name="T65"/>
                  <a:gd fmla="*/ 12 w 157" name="T66"/>
                  <a:gd fmla="*/ 120 h 156" name="T67"/>
                  <a:gd fmla="*/ 22 w 157" name="T68"/>
                  <a:gd fmla="*/ 117 h 156" name="T69"/>
                  <a:gd fmla="*/ 21 w 157" name="T70"/>
                  <a:gd fmla="*/ 130 h 156" name="T71"/>
                  <a:gd fmla="*/ 25 w 157" name="T72"/>
                  <a:gd fmla="*/ 135 h 156" name="T73"/>
                  <a:gd fmla="*/ 30 w 157" name="T74"/>
                  <a:gd fmla="*/ 139 h 156" name="T75"/>
                  <a:gd fmla="*/ 40 w 157" name="T76"/>
                  <a:gd fmla="*/ 146 h 156" name="T77"/>
                  <a:gd fmla="*/ 53 w 157" name="T78"/>
                  <a:gd fmla="*/ 141 h 156" name="T79"/>
                  <a:gd fmla="*/ 55 w 157" name="T80"/>
                  <a:gd fmla="*/ 153 h 156" name="T81"/>
                  <a:gd fmla="*/ 63 w 157" name="T82"/>
                  <a:gd fmla="*/ 154 h 156" name="T83"/>
                  <a:gd fmla="*/ 67 w 157" name="T84"/>
                  <a:gd fmla="*/ 155 h 156" name="T85"/>
                  <a:gd fmla="*/ 73 w 157" name="T86"/>
                  <a:gd fmla="*/ 156 h 156" name="T87"/>
                  <a:gd fmla="*/ 78 w 157" name="T88"/>
                  <a:gd fmla="*/ 146 h 156" name="T89"/>
                  <a:gd fmla="*/ 84 w 157" name="T90"/>
                  <a:gd fmla="*/ 156 h 156" name="T91"/>
                  <a:gd fmla="*/ 90 w 157" name="T92"/>
                  <a:gd fmla="*/ 155 h 156" name="T93"/>
                  <a:gd fmla="*/ 94 w 157" name="T94"/>
                  <a:gd fmla="*/ 154 h 156" name="T95"/>
                  <a:gd fmla="*/ 102 w 157" name="T96"/>
                  <a:gd fmla="*/ 153 h 156" name="T97"/>
                  <a:gd fmla="*/ 104 w 157" name="T98"/>
                  <a:gd fmla="*/ 141 h 156" name="T99"/>
                  <a:gd fmla="*/ 117 w 157" name="T100"/>
                  <a:gd fmla="*/ 146 h 156" name="T101"/>
                  <a:gd fmla="*/ 127 w 157" name="T102"/>
                  <a:gd fmla="*/ 139 h 156" name="T103"/>
                  <a:gd fmla="*/ 132 w 157" name="T104"/>
                  <a:gd fmla="*/ 135 h 156" name="T105"/>
                  <a:gd fmla="*/ 136 w 157" name="T106"/>
                  <a:gd fmla="*/ 130 h 156" name="T107"/>
                  <a:gd fmla="*/ 135 w 157" name="T108"/>
                  <a:gd fmla="*/ 117 h 156" name="T109"/>
                  <a:gd fmla="*/ 154 w 157" name="T110"/>
                  <a:gd fmla="*/ 100 h 156" name="T111"/>
                  <a:gd fmla="*/ 146 w 157" name="T112"/>
                  <a:gd fmla="*/ 89 h 156" name="T113"/>
                  <a:gd fmla="*/ 78 w 157" name="T114"/>
                  <a:gd fmla="*/ 134 h 156" name="T115"/>
                  <a:gd fmla="*/ 78 w 157" name="T116"/>
                  <a:gd fmla="*/ 23 h 156" name="T117"/>
                  <a:gd fmla="*/ 78 w 157" name="T118"/>
                  <a:gd fmla="*/ 134 h 156" name="T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b="b" l="0" r="r" t="0"/>
                <a:pathLst>
                  <a:path h="156" w="157">
                    <a:moveTo>
                      <a:pt x="156" y="90"/>
                    </a:moveTo>
                    <a:cubicBezTo>
                      <a:pt x="157" y="86"/>
                      <a:pt x="157" y="82"/>
                      <a:pt x="157" y="78"/>
                    </a:cubicBezTo>
                    <a:cubicBezTo>
                      <a:pt x="157" y="74"/>
                      <a:pt x="157" y="69"/>
                      <a:pt x="156" y="65"/>
                    </a:cubicBezTo>
                    <a:cubicBezTo>
                      <a:pt x="146" y="67"/>
                      <a:pt x="146" y="67"/>
                      <a:pt x="146" y="67"/>
                    </a:cubicBezTo>
                    <a:cubicBezTo>
                      <a:pt x="146" y="64"/>
                      <a:pt x="145" y="61"/>
                      <a:pt x="144" y="58"/>
                    </a:cubicBezTo>
                    <a:cubicBezTo>
                      <a:pt x="154" y="55"/>
                      <a:pt x="154" y="55"/>
                      <a:pt x="154" y="55"/>
                    </a:cubicBezTo>
                    <a:cubicBezTo>
                      <a:pt x="151" y="47"/>
                      <a:pt x="147" y="40"/>
                      <a:pt x="143" y="33"/>
                    </a:cubicBezTo>
                    <a:cubicBezTo>
                      <a:pt x="135" y="38"/>
                      <a:pt x="135" y="38"/>
                      <a:pt x="135" y="38"/>
                    </a:cubicBezTo>
                    <a:cubicBezTo>
                      <a:pt x="133" y="36"/>
                      <a:pt x="131" y="34"/>
                      <a:pt x="129" y="31"/>
                    </a:cubicBezTo>
                    <a:cubicBezTo>
                      <a:pt x="136" y="25"/>
                      <a:pt x="136" y="25"/>
                      <a:pt x="136" y="25"/>
                    </a:cubicBezTo>
                    <a:cubicBezTo>
                      <a:pt x="134" y="23"/>
                      <a:pt x="134" y="23"/>
                      <a:pt x="134" y="23"/>
                    </a:cubicBezTo>
                    <a:cubicBezTo>
                      <a:pt x="134" y="22"/>
                      <a:pt x="133" y="21"/>
                      <a:pt x="132" y="21"/>
                    </a:cubicBezTo>
                    <a:cubicBezTo>
                      <a:pt x="130" y="18"/>
                      <a:pt x="130" y="18"/>
                      <a:pt x="130" y="18"/>
                    </a:cubicBezTo>
                    <a:cubicBezTo>
                      <a:pt x="129" y="18"/>
                      <a:pt x="128" y="17"/>
                      <a:pt x="127" y="16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0" y="16"/>
                      <a:pt x="107" y="15"/>
                      <a:pt x="104" y="14"/>
                    </a:cubicBezTo>
                    <a:cubicBezTo>
                      <a:pt x="108" y="5"/>
                      <a:pt x="108" y="5"/>
                      <a:pt x="108" y="5"/>
                    </a:cubicBezTo>
                    <a:cubicBezTo>
                      <a:pt x="102" y="3"/>
                      <a:pt x="102" y="3"/>
                      <a:pt x="102" y="3"/>
                    </a:cubicBezTo>
                    <a:cubicBezTo>
                      <a:pt x="100" y="2"/>
                      <a:pt x="98" y="2"/>
                      <a:pt x="96" y="1"/>
                    </a:cubicBezTo>
                    <a:cubicBezTo>
                      <a:pt x="94" y="1"/>
                      <a:pt x="94" y="1"/>
                      <a:pt x="94" y="1"/>
                    </a:cubicBezTo>
                    <a:cubicBezTo>
                      <a:pt x="94" y="1"/>
                      <a:pt x="93" y="1"/>
                      <a:pt x="93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83" y="9"/>
                      <a:pt x="83" y="9"/>
                      <a:pt x="83" y="9"/>
                    </a:cubicBezTo>
                    <a:cubicBezTo>
                      <a:pt x="81" y="9"/>
                      <a:pt x="80" y="9"/>
                      <a:pt x="78" y="9"/>
                    </a:cubicBezTo>
                    <a:cubicBezTo>
                      <a:pt x="77" y="9"/>
                      <a:pt x="75" y="9"/>
                      <a:pt x="74" y="9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2" y="0"/>
                      <a:pt x="71" y="0"/>
                      <a:pt x="70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4" y="1"/>
                      <a:pt x="63" y="1"/>
                      <a:pt x="63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59" y="2"/>
                      <a:pt x="57" y="2"/>
                      <a:pt x="55" y="3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53" y="14"/>
                      <a:pt x="53" y="14"/>
                      <a:pt x="53" y="14"/>
                    </a:cubicBezTo>
                    <a:cubicBezTo>
                      <a:pt x="50" y="15"/>
                      <a:pt x="47" y="16"/>
                      <a:pt x="45" y="18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9" y="17"/>
                      <a:pt x="28" y="18"/>
                      <a:pt x="27" y="18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1"/>
                      <a:pt x="23" y="22"/>
                      <a:pt x="23" y="23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6" y="34"/>
                      <a:pt x="24" y="36"/>
                      <a:pt x="22" y="38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4"/>
                      <a:pt x="13" y="35"/>
                      <a:pt x="12" y="36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0" y="39"/>
                      <a:pt x="10" y="40"/>
                      <a:pt x="9" y="41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7" y="46"/>
                      <a:pt x="6" y="47"/>
                      <a:pt x="5" y="49"/>
                    </a:cubicBezTo>
                    <a:cubicBezTo>
                      <a:pt x="5" y="51"/>
                      <a:pt x="4" y="53"/>
                      <a:pt x="3" y="55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2" y="61"/>
                      <a:pt x="11" y="64"/>
                      <a:pt x="11" y="67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0" y="69"/>
                      <a:pt x="0" y="74"/>
                      <a:pt x="0" y="78"/>
                    </a:cubicBezTo>
                    <a:cubicBezTo>
                      <a:pt x="0" y="82"/>
                      <a:pt x="0" y="86"/>
                      <a:pt x="1" y="90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1" y="92"/>
                      <a:pt x="12" y="94"/>
                      <a:pt x="13" y="97"/>
                    </a:cubicBezTo>
                    <a:cubicBezTo>
                      <a:pt x="3" y="100"/>
                      <a:pt x="3" y="100"/>
                      <a:pt x="3" y="100"/>
                    </a:cubicBezTo>
                    <a:cubicBezTo>
                      <a:pt x="4" y="102"/>
                      <a:pt x="5" y="104"/>
                      <a:pt x="5" y="106"/>
                    </a:cubicBezTo>
                    <a:cubicBezTo>
                      <a:pt x="6" y="108"/>
                      <a:pt x="7" y="110"/>
                      <a:pt x="8" y="112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10" y="115"/>
                      <a:pt x="10" y="116"/>
                      <a:pt x="11" y="117"/>
                    </a:cubicBezTo>
                    <a:cubicBezTo>
                      <a:pt x="12" y="120"/>
                      <a:pt x="12" y="120"/>
                      <a:pt x="12" y="120"/>
                    </a:cubicBezTo>
                    <a:cubicBezTo>
                      <a:pt x="13" y="121"/>
                      <a:pt x="14" y="122"/>
                      <a:pt x="14" y="122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4" y="119"/>
                      <a:pt x="26" y="122"/>
                      <a:pt x="28" y="124"/>
                    </a:cubicBezTo>
                    <a:cubicBezTo>
                      <a:pt x="21" y="130"/>
                      <a:pt x="21" y="130"/>
                      <a:pt x="21" y="130"/>
                    </a:cubicBezTo>
                    <a:cubicBezTo>
                      <a:pt x="23" y="133"/>
                      <a:pt x="23" y="133"/>
                      <a:pt x="23" y="133"/>
                    </a:cubicBezTo>
                    <a:cubicBezTo>
                      <a:pt x="23" y="133"/>
                      <a:pt x="24" y="134"/>
                      <a:pt x="25" y="135"/>
                    </a:cubicBezTo>
                    <a:cubicBezTo>
                      <a:pt x="27" y="137"/>
                      <a:pt x="27" y="137"/>
                      <a:pt x="27" y="137"/>
                    </a:cubicBezTo>
                    <a:cubicBezTo>
                      <a:pt x="28" y="138"/>
                      <a:pt x="29" y="138"/>
                      <a:pt x="30" y="139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40" y="146"/>
                      <a:pt x="40" y="146"/>
                      <a:pt x="40" y="146"/>
                    </a:cubicBezTo>
                    <a:cubicBezTo>
                      <a:pt x="45" y="138"/>
                      <a:pt x="45" y="138"/>
                      <a:pt x="45" y="138"/>
                    </a:cubicBezTo>
                    <a:cubicBezTo>
                      <a:pt x="47" y="139"/>
                      <a:pt x="50" y="140"/>
                      <a:pt x="53" y="141"/>
                    </a:cubicBezTo>
                    <a:cubicBezTo>
                      <a:pt x="49" y="150"/>
                      <a:pt x="49" y="150"/>
                      <a:pt x="49" y="150"/>
                    </a:cubicBezTo>
                    <a:cubicBezTo>
                      <a:pt x="55" y="153"/>
                      <a:pt x="55" y="153"/>
                      <a:pt x="55" y="153"/>
                    </a:cubicBezTo>
                    <a:cubicBezTo>
                      <a:pt x="57" y="153"/>
                      <a:pt x="59" y="154"/>
                      <a:pt x="61" y="154"/>
                    </a:cubicBezTo>
                    <a:cubicBezTo>
                      <a:pt x="63" y="154"/>
                      <a:pt x="63" y="154"/>
                      <a:pt x="63" y="154"/>
                    </a:cubicBezTo>
                    <a:cubicBezTo>
                      <a:pt x="63" y="155"/>
                      <a:pt x="64" y="155"/>
                      <a:pt x="64" y="155"/>
                    </a:cubicBezTo>
                    <a:cubicBezTo>
                      <a:pt x="67" y="155"/>
                      <a:pt x="67" y="155"/>
                      <a:pt x="67" y="155"/>
                    </a:cubicBezTo>
                    <a:cubicBezTo>
                      <a:pt x="70" y="156"/>
                      <a:pt x="70" y="156"/>
                      <a:pt x="70" y="156"/>
                    </a:cubicBezTo>
                    <a:cubicBezTo>
                      <a:pt x="71" y="156"/>
                      <a:pt x="72" y="156"/>
                      <a:pt x="73" y="156"/>
                    </a:cubicBezTo>
                    <a:cubicBezTo>
                      <a:pt x="74" y="146"/>
                      <a:pt x="74" y="146"/>
                      <a:pt x="74" y="146"/>
                    </a:cubicBezTo>
                    <a:cubicBezTo>
                      <a:pt x="75" y="146"/>
                      <a:pt x="77" y="146"/>
                      <a:pt x="78" y="146"/>
                    </a:cubicBezTo>
                    <a:cubicBezTo>
                      <a:pt x="80" y="146"/>
                      <a:pt x="81" y="146"/>
                      <a:pt x="83" y="146"/>
                    </a:cubicBezTo>
                    <a:cubicBezTo>
                      <a:pt x="84" y="156"/>
                      <a:pt x="84" y="156"/>
                      <a:pt x="84" y="156"/>
                    </a:cubicBezTo>
                    <a:cubicBezTo>
                      <a:pt x="85" y="156"/>
                      <a:pt x="86" y="156"/>
                      <a:pt x="87" y="156"/>
                    </a:cubicBezTo>
                    <a:cubicBezTo>
                      <a:pt x="90" y="155"/>
                      <a:pt x="90" y="155"/>
                      <a:pt x="90" y="155"/>
                    </a:cubicBezTo>
                    <a:cubicBezTo>
                      <a:pt x="93" y="155"/>
                      <a:pt x="93" y="155"/>
                      <a:pt x="93" y="155"/>
                    </a:cubicBezTo>
                    <a:cubicBezTo>
                      <a:pt x="93" y="155"/>
                      <a:pt x="94" y="155"/>
                      <a:pt x="94" y="154"/>
                    </a:cubicBezTo>
                    <a:cubicBezTo>
                      <a:pt x="96" y="154"/>
                      <a:pt x="96" y="154"/>
                      <a:pt x="96" y="154"/>
                    </a:cubicBezTo>
                    <a:cubicBezTo>
                      <a:pt x="98" y="154"/>
                      <a:pt x="100" y="153"/>
                      <a:pt x="102" y="153"/>
                    </a:cubicBezTo>
                    <a:cubicBezTo>
                      <a:pt x="108" y="150"/>
                      <a:pt x="108" y="150"/>
                      <a:pt x="108" y="150"/>
                    </a:cubicBezTo>
                    <a:cubicBezTo>
                      <a:pt x="104" y="141"/>
                      <a:pt x="104" y="141"/>
                      <a:pt x="104" y="141"/>
                    </a:cubicBezTo>
                    <a:cubicBezTo>
                      <a:pt x="107" y="140"/>
                      <a:pt x="110" y="139"/>
                      <a:pt x="112" y="138"/>
                    </a:cubicBezTo>
                    <a:cubicBezTo>
                      <a:pt x="117" y="146"/>
                      <a:pt x="117" y="146"/>
                      <a:pt x="117" y="146"/>
                    </a:cubicBezTo>
                    <a:cubicBezTo>
                      <a:pt x="122" y="143"/>
                      <a:pt x="122" y="143"/>
                      <a:pt x="122" y="143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8" y="138"/>
                      <a:pt x="129" y="138"/>
                      <a:pt x="130" y="137"/>
                    </a:cubicBezTo>
                    <a:cubicBezTo>
                      <a:pt x="132" y="135"/>
                      <a:pt x="132" y="135"/>
                      <a:pt x="132" y="135"/>
                    </a:cubicBezTo>
                    <a:cubicBezTo>
                      <a:pt x="133" y="134"/>
                      <a:pt x="134" y="133"/>
                      <a:pt x="134" y="133"/>
                    </a:cubicBezTo>
                    <a:cubicBezTo>
                      <a:pt x="136" y="130"/>
                      <a:pt x="136" y="130"/>
                      <a:pt x="136" y="130"/>
                    </a:cubicBezTo>
                    <a:cubicBezTo>
                      <a:pt x="129" y="124"/>
                      <a:pt x="129" y="124"/>
                      <a:pt x="129" y="124"/>
                    </a:cubicBezTo>
                    <a:cubicBezTo>
                      <a:pt x="131" y="122"/>
                      <a:pt x="133" y="119"/>
                      <a:pt x="135" y="117"/>
                    </a:cubicBezTo>
                    <a:cubicBezTo>
                      <a:pt x="143" y="122"/>
                      <a:pt x="143" y="122"/>
                      <a:pt x="143" y="122"/>
                    </a:cubicBezTo>
                    <a:cubicBezTo>
                      <a:pt x="147" y="116"/>
                      <a:pt x="151" y="108"/>
                      <a:pt x="154" y="100"/>
                    </a:cubicBezTo>
                    <a:cubicBezTo>
                      <a:pt x="144" y="97"/>
                      <a:pt x="144" y="97"/>
                      <a:pt x="144" y="97"/>
                    </a:cubicBezTo>
                    <a:cubicBezTo>
                      <a:pt x="145" y="94"/>
                      <a:pt x="146" y="92"/>
                      <a:pt x="146" y="89"/>
                    </a:cubicBezTo>
                    <a:lnTo>
                      <a:pt x="156" y="90"/>
                    </a:lnTo>
                    <a:close/>
                    <a:moveTo>
                      <a:pt x="78" y="134"/>
                    </a:moveTo>
                    <a:cubicBezTo>
                      <a:pt x="48" y="134"/>
                      <a:pt x="23" y="109"/>
                      <a:pt x="23" y="78"/>
                    </a:cubicBezTo>
                    <a:cubicBezTo>
                      <a:pt x="23" y="48"/>
                      <a:pt x="48" y="23"/>
                      <a:pt x="78" y="23"/>
                    </a:cubicBezTo>
                    <a:cubicBezTo>
                      <a:pt x="109" y="23"/>
                      <a:pt x="134" y="48"/>
                      <a:pt x="134" y="78"/>
                    </a:cubicBezTo>
                    <a:cubicBezTo>
                      <a:pt x="134" y="109"/>
                      <a:pt x="109" y="134"/>
                      <a:pt x="78" y="134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0dc2448-9959-4f6a-a693-51d6e6e89efc" id="91" name="íşļíḍé">
                <a:extLst>
                  <a:ext uri="{FF2B5EF4-FFF2-40B4-BE49-F238E27FC236}">
                    <a16:creationId id="{509125B3-3D71-EC45-5C0E-3249C60EC8C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969533" y="3914881"/>
                <a:ext cx="426799" cy="426798"/>
              </a:xfrm>
              <a:custGeom>
                <a:avLst/>
                <a:gdLst>
                  <a:gd fmla="*/ 45 w 91" name="T0"/>
                  <a:gd fmla="*/ 0 h 91" name="T1"/>
                  <a:gd fmla="*/ 0 w 91" name="T2"/>
                  <a:gd fmla="*/ 45 h 91" name="T3"/>
                  <a:gd fmla="*/ 45 w 91" name="T4"/>
                  <a:gd fmla="*/ 91 h 91" name="T5"/>
                  <a:gd fmla="*/ 91 w 91" name="T6"/>
                  <a:gd fmla="*/ 45 h 91" name="T7"/>
                  <a:gd fmla="*/ 45 w 91" name="T8"/>
                  <a:gd fmla="*/ 0 h 91" name="T9"/>
                  <a:gd fmla="*/ 45 w 91" name="T10"/>
                  <a:gd fmla="*/ 68 h 91" name="T11"/>
                  <a:gd fmla="*/ 22 w 91" name="T12"/>
                  <a:gd fmla="*/ 45 h 91" name="T13"/>
                  <a:gd fmla="*/ 45 w 91" name="T14"/>
                  <a:gd fmla="*/ 21 h 91" name="T15"/>
                  <a:gd fmla="*/ 69 w 91" name="T16"/>
                  <a:gd fmla="*/ 45 h 91" name="T17"/>
                  <a:gd fmla="*/ 45 w 91" name="T18"/>
                  <a:gd fmla="*/ 68 h 91" name="T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b="b" l="0" r="r" t="0"/>
                <a:pathLst>
                  <a:path h="91" w="91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70"/>
                      <a:pt x="20" y="91"/>
                      <a:pt x="45" y="91"/>
                    </a:cubicBezTo>
                    <a:cubicBezTo>
                      <a:pt x="70" y="91"/>
                      <a:pt x="91" y="70"/>
                      <a:pt x="91" y="45"/>
                    </a:cubicBezTo>
                    <a:cubicBezTo>
                      <a:pt x="91" y="20"/>
                      <a:pt x="70" y="0"/>
                      <a:pt x="45" y="0"/>
                    </a:cubicBezTo>
                    <a:close/>
                    <a:moveTo>
                      <a:pt x="45" y="68"/>
                    </a:moveTo>
                    <a:cubicBezTo>
                      <a:pt x="33" y="68"/>
                      <a:pt x="22" y="58"/>
                      <a:pt x="22" y="45"/>
                    </a:cubicBezTo>
                    <a:cubicBezTo>
                      <a:pt x="22" y="32"/>
                      <a:pt x="33" y="21"/>
                      <a:pt x="45" y="21"/>
                    </a:cubicBezTo>
                    <a:cubicBezTo>
                      <a:pt x="58" y="21"/>
                      <a:pt x="69" y="32"/>
                      <a:pt x="69" y="45"/>
                    </a:cubicBezTo>
                    <a:cubicBezTo>
                      <a:pt x="69" y="58"/>
                      <a:pt x="58" y="68"/>
                      <a:pt x="45" y="68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63c1e92-aeda-4f34-bfaa-dc887ab042da" id="92" name="ï$ḷîḍè">
                <a:extLst>
                  <a:ext uri="{FF2B5EF4-FFF2-40B4-BE49-F238E27FC236}">
                    <a16:creationId id="{C2FA37ED-99B6-FBE0-AF80-4C9DE824DE6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801546" y="2620407"/>
                <a:ext cx="525746" cy="599585"/>
              </a:xfrm>
              <a:custGeom>
                <a:avLst/>
                <a:gdLst>
                  <a:gd fmla="*/ 85 w 112" name="T0"/>
                  <a:gd fmla="*/ 39 h 128" name="T1"/>
                  <a:gd fmla="*/ 96 w 112" name="T2"/>
                  <a:gd fmla="*/ 54 h 128" name="T3"/>
                  <a:gd fmla="*/ 102 w 112" name="T4"/>
                  <a:gd fmla="*/ 72 h 128" name="T5"/>
                  <a:gd fmla="*/ 100 w 112" name="T6"/>
                  <a:gd fmla="*/ 94 h 128" name="T7"/>
                  <a:gd fmla="*/ 40 w 112" name="T8"/>
                  <a:gd fmla="*/ 128 h 128" name="T9"/>
                  <a:gd fmla="*/ 17 w 112" name="T10"/>
                  <a:gd fmla="*/ 90 h 128" name="T11"/>
                  <a:gd fmla="*/ 16 w 112" name="T12"/>
                  <a:gd fmla="*/ 68 h 128" name="T13"/>
                  <a:gd fmla="*/ 8 w 112" name="T14"/>
                  <a:gd fmla="*/ 25 h 128" name="T15"/>
                  <a:gd fmla="*/ 35 w 112" name="T16"/>
                  <a:gd fmla="*/ 27 h 128" name="T17"/>
                  <a:gd fmla="*/ 52 w 112" name="T18"/>
                  <a:gd fmla="*/ 44 h 128" name="T19"/>
                  <a:gd fmla="*/ 85 w 112" name="T20"/>
                  <a:gd fmla="*/ 39 h 128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128" w="112">
                    <a:moveTo>
                      <a:pt x="85" y="39"/>
                    </a:moveTo>
                    <a:cubicBezTo>
                      <a:pt x="85" y="39"/>
                      <a:pt x="98" y="42"/>
                      <a:pt x="96" y="54"/>
                    </a:cubicBezTo>
                    <a:cubicBezTo>
                      <a:pt x="96" y="54"/>
                      <a:pt x="107" y="60"/>
                      <a:pt x="102" y="72"/>
                    </a:cubicBezTo>
                    <a:cubicBezTo>
                      <a:pt x="102" y="72"/>
                      <a:pt x="112" y="83"/>
                      <a:pt x="100" y="94"/>
                    </a:cubicBezTo>
                    <a:cubicBezTo>
                      <a:pt x="88" y="105"/>
                      <a:pt x="40" y="128"/>
                      <a:pt x="40" y="128"/>
                    </a:cubicBezTo>
                    <a:cubicBezTo>
                      <a:pt x="17" y="90"/>
                      <a:pt x="17" y="90"/>
                      <a:pt x="17" y="90"/>
                    </a:cubicBezTo>
                    <a:cubicBezTo>
                      <a:pt x="17" y="90"/>
                      <a:pt x="12" y="79"/>
                      <a:pt x="16" y="68"/>
                    </a:cubicBezTo>
                    <a:cubicBezTo>
                      <a:pt x="19" y="58"/>
                      <a:pt x="16" y="36"/>
                      <a:pt x="8" y="25"/>
                    </a:cubicBezTo>
                    <a:cubicBezTo>
                      <a:pt x="0" y="14"/>
                      <a:pt x="28" y="0"/>
                      <a:pt x="35" y="27"/>
                    </a:cubicBezTo>
                    <a:cubicBezTo>
                      <a:pt x="42" y="53"/>
                      <a:pt x="44" y="52"/>
                      <a:pt x="52" y="44"/>
                    </a:cubicBezTo>
                    <a:cubicBezTo>
                      <a:pt x="60" y="36"/>
                      <a:pt x="73" y="22"/>
                      <a:pt x="85" y="39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2aff4c3-58ee-4178-9c15-53b0e4193e66" id="93" name="ís1íḑé">
                <a:extLst>
                  <a:ext uri="{FF2B5EF4-FFF2-40B4-BE49-F238E27FC236}">
                    <a16:creationId id="{BA1B5115-08C3-22F2-89BC-127C4A556FD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128160" y="3055579"/>
                <a:ext cx="262872" cy="299793"/>
              </a:xfrm>
              <a:custGeom>
                <a:avLst/>
                <a:gdLst>
                  <a:gd fmla="*/ 31 w 56" name="T0"/>
                  <a:gd fmla="*/ 4 h 64" name="T1"/>
                  <a:gd fmla="*/ 54 w 56" name="T2"/>
                  <a:gd fmla="*/ 42 h 64" name="T3"/>
                  <a:gd fmla="*/ 51 w 56" name="T4"/>
                  <a:gd fmla="*/ 52 h 64" name="T5"/>
                  <a:gd fmla="*/ 37 w 56" name="T6"/>
                  <a:gd fmla="*/ 62 h 64" name="T7"/>
                  <a:gd fmla="*/ 26 w 56" name="T8"/>
                  <a:gd fmla="*/ 60 h 64" name="T9"/>
                  <a:gd fmla="*/ 2 w 56" name="T10"/>
                  <a:gd fmla="*/ 23 h 64" name="T11"/>
                  <a:gd fmla="*/ 5 w 56" name="T12"/>
                  <a:gd fmla="*/ 12 h 64" name="T13"/>
                  <a:gd fmla="*/ 20 w 56" name="T14"/>
                  <a:gd fmla="*/ 3 h 64" name="T15"/>
                  <a:gd fmla="*/ 31 w 56" name="T16"/>
                  <a:gd fmla="*/ 4 h 64" name="T17"/>
                  <a:gd fmla="*/ 40 w 56" name="T18"/>
                  <a:gd fmla="*/ 45 h 64" name="T19"/>
                  <a:gd fmla="*/ 32 w 56" name="T20"/>
                  <a:gd fmla="*/ 44 h 64" name="T21"/>
                  <a:gd fmla="*/ 30 w 56" name="T22"/>
                  <a:gd fmla="*/ 52 h 64" name="T23"/>
                  <a:gd fmla="*/ 38 w 56" name="T24"/>
                  <a:gd fmla="*/ 53 h 64" name="T25"/>
                  <a:gd fmla="*/ 40 w 56" name="T26"/>
                  <a:gd fmla="*/ 45 h 64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64" w="56">
                    <a:moveTo>
                      <a:pt x="31" y="4"/>
                    </a:moveTo>
                    <a:cubicBezTo>
                      <a:pt x="54" y="42"/>
                      <a:pt x="54" y="42"/>
                      <a:pt x="54" y="42"/>
                    </a:cubicBezTo>
                    <a:cubicBezTo>
                      <a:pt x="56" y="45"/>
                      <a:pt x="55" y="50"/>
                      <a:pt x="51" y="5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64"/>
                      <a:pt x="28" y="63"/>
                      <a:pt x="26" y="60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0" y="19"/>
                      <a:pt x="1" y="15"/>
                      <a:pt x="5" y="1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4" y="0"/>
                      <a:pt x="28" y="1"/>
                      <a:pt x="31" y="4"/>
                    </a:cubicBezTo>
                    <a:close/>
                    <a:moveTo>
                      <a:pt x="40" y="45"/>
                    </a:moveTo>
                    <a:cubicBezTo>
                      <a:pt x="39" y="43"/>
                      <a:pt x="35" y="42"/>
                      <a:pt x="32" y="44"/>
                    </a:cubicBezTo>
                    <a:cubicBezTo>
                      <a:pt x="30" y="46"/>
                      <a:pt x="29" y="49"/>
                      <a:pt x="30" y="52"/>
                    </a:cubicBezTo>
                    <a:cubicBezTo>
                      <a:pt x="32" y="54"/>
                      <a:pt x="35" y="55"/>
                      <a:pt x="38" y="53"/>
                    </a:cubicBezTo>
                    <a:cubicBezTo>
                      <a:pt x="41" y="51"/>
                      <a:pt x="42" y="48"/>
                      <a:pt x="40" y="45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cc19a58-dafd-47c7-85e9-441d1db5c371" id="94" name="îśḷíḍé">
                <a:extLst>
                  <a:ext uri="{FF2B5EF4-FFF2-40B4-BE49-F238E27FC236}">
                    <a16:creationId id="{78C43F72-A06A-8E06-F8B7-81586F5D120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564530" y="2959197"/>
                <a:ext cx="468149" cy="426798"/>
              </a:xfrm>
              <a:custGeom>
                <a:avLst/>
                <a:gdLst>
                  <a:gd fmla="*/ 43 w 100" name="T0"/>
                  <a:gd fmla="*/ 9 h 91" name="T1"/>
                  <a:gd fmla="*/ 76 w 100" name="T2"/>
                  <a:gd fmla="*/ 10 h 91" name="T3"/>
                  <a:gd fmla="*/ 77 w 100" name="T4"/>
                  <a:gd fmla="*/ 11 h 91" name="T5"/>
                  <a:gd fmla="*/ 77 w 100" name="T6"/>
                  <a:gd fmla="*/ 11 h 91" name="T7"/>
                  <a:gd fmla="*/ 82 w 100" name="T8"/>
                  <a:gd fmla="*/ 85 h 91" name="T9"/>
                  <a:gd fmla="*/ 38 w 100" name="T10"/>
                  <a:gd fmla="*/ 89 h 91" name="T11"/>
                  <a:gd fmla="*/ 14 w 100" name="T12"/>
                  <a:gd fmla="*/ 79 h 91" name="T13"/>
                  <a:gd fmla="*/ 14 w 100" name="T14"/>
                  <a:gd fmla="*/ 78 h 91" name="T15"/>
                  <a:gd fmla="*/ 8 w 100" name="T16"/>
                  <a:gd fmla="*/ 74 h 91" name="T17"/>
                  <a:gd fmla="*/ 8 w 100" name="T18"/>
                  <a:gd fmla="*/ 74 h 91" name="T19"/>
                  <a:gd fmla="*/ 10 w 100" name="T20"/>
                  <a:gd fmla="*/ 42 h 91" name="T21"/>
                  <a:gd fmla="*/ 42 w 100" name="T22"/>
                  <a:gd fmla="*/ 42 h 91" name="T23"/>
                  <a:gd fmla="*/ 42 w 100" name="T24"/>
                  <a:gd fmla="*/ 42 h 91" name="T25"/>
                  <a:gd fmla="*/ 42 w 100" name="T26"/>
                  <a:gd fmla="*/ 42 h 91" name="T27"/>
                  <a:gd fmla="*/ 43 w 100" name="T28"/>
                  <a:gd fmla="*/ 9 h 91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91" w="100">
                    <a:moveTo>
                      <a:pt x="43" y="9"/>
                    </a:moveTo>
                    <a:cubicBezTo>
                      <a:pt x="53" y="0"/>
                      <a:pt x="67" y="1"/>
                      <a:pt x="76" y="10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81" y="16"/>
                      <a:pt x="100" y="41"/>
                      <a:pt x="82" y="85"/>
                    </a:cubicBezTo>
                    <a:cubicBezTo>
                      <a:pt x="64" y="91"/>
                      <a:pt x="49" y="91"/>
                      <a:pt x="38" y="89"/>
                    </a:cubicBezTo>
                    <a:cubicBezTo>
                      <a:pt x="26" y="87"/>
                      <a:pt x="18" y="82"/>
                      <a:pt x="14" y="79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1" y="76"/>
                      <a:pt x="9" y="75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0" y="64"/>
                      <a:pt x="1" y="50"/>
                      <a:pt x="10" y="42"/>
                    </a:cubicBezTo>
                    <a:cubicBezTo>
                      <a:pt x="19" y="33"/>
                      <a:pt x="34" y="34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33" y="33"/>
                      <a:pt x="34" y="18"/>
                      <a:pt x="43" y="9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c20617a-5c0e-4e29-bd8c-16916c96ac06" id="95" name="îṡľiďe">
                <a:extLst>
                  <a:ext uri="{FF2B5EF4-FFF2-40B4-BE49-F238E27FC236}">
                    <a16:creationId id="{0A79E795-D13B-1A71-504E-ACAF1E514CF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588111" y="2488984"/>
                <a:ext cx="422367" cy="317515"/>
              </a:xfrm>
              <a:custGeom>
                <a:avLst/>
                <a:gdLst>
                  <a:gd fmla="*/ 56 w 90" name="T0"/>
                  <a:gd fmla="*/ 56 h 68" name="T1"/>
                  <a:gd fmla="*/ 43 w 90" name="T2"/>
                  <a:gd fmla="*/ 62 h 68" name="T3"/>
                  <a:gd fmla="*/ 30 w 90" name="T4"/>
                  <a:gd fmla="*/ 63 h 68" name="T5"/>
                  <a:gd fmla="*/ 15 w 90" name="T6"/>
                  <a:gd fmla="*/ 59 h 68" name="T7"/>
                  <a:gd fmla="*/ 0 w 90" name="T8"/>
                  <a:gd fmla="*/ 12 h 68" name="T9"/>
                  <a:gd fmla="*/ 30 w 90" name="T10"/>
                  <a:gd fmla="*/ 1 h 68" name="T11"/>
                  <a:gd fmla="*/ 45 w 90" name="T12"/>
                  <a:gd fmla="*/ 4 h 68" name="T13"/>
                  <a:gd fmla="*/ 76 w 90" name="T14"/>
                  <a:gd fmla="*/ 5 h 68" name="T15"/>
                  <a:gd fmla="*/ 71 w 90" name="T16"/>
                  <a:gd fmla="*/ 23 h 68" name="T17"/>
                  <a:gd fmla="*/ 57 w 90" name="T18"/>
                  <a:gd fmla="*/ 33 h 68" name="T19"/>
                  <a:gd fmla="*/ 56 w 90" name="T20"/>
                  <a:gd fmla="*/ 56 h 68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68" w="90">
                    <a:moveTo>
                      <a:pt x="56" y="56"/>
                    </a:moveTo>
                    <a:cubicBezTo>
                      <a:pt x="56" y="56"/>
                      <a:pt x="51" y="65"/>
                      <a:pt x="43" y="62"/>
                    </a:cubicBezTo>
                    <a:cubicBezTo>
                      <a:pt x="43" y="62"/>
                      <a:pt x="38" y="68"/>
                      <a:pt x="30" y="63"/>
                    </a:cubicBezTo>
                    <a:cubicBezTo>
                      <a:pt x="30" y="63"/>
                      <a:pt x="21" y="68"/>
                      <a:pt x="15" y="59"/>
                    </a:cubicBezTo>
                    <a:cubicBezTo>
                      <a:pt x="9" y="49"/>
                      <a:pt x="0" y="12"/>
                      <a:pt x="0" y="12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8" y="0"/>
                      <a:pt x="45" y="4"/>
                    </a:cubicBezTo>
                    <a:cubicBezTo>
                      <a:pt x="52" y="8"/>
                      <a:pt x="67" y="9"/>
                      <a:pt x="76" y="5"/>
                    </a:cubicBezTo>
                    <a:cubicBezTo>
                      <a:pt x="85" y="1"/>
                      <a:pt x="90" y="22"/>
                      <a:pt x="71" y="23"/>
                    </a:cubicBezTo>
                    <a:cubicBezTo>
                      <a:pt x="52" y="24"/>
                      <a:pt x="52" y="26"/>
                      <a:pt x="57" y="33"/>
                    </a:cubicBezTo>
                    <a:cubicBezTo>
                      <a:pt x="61" y="39"/>
                      <a:pt x="69" y="50"/>
                      <a:pt x="56" y="56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f568f4b-44cf-4153-80a1-18b0b9d32bc6" id="96" name="ïṡļïḍe">
                <a:extLst>
                  <a:ext uri="{FF2B5EF4-FFF2-40B4-BE49-F238E27FC236}">
                    <a16:creationId id="{F7C2FF9A-2C46-14AA-4C63-DFE83E6F763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877103" y="2382159"/>
                <a:ext cx="211184" cy="163927"/>
              </a:xfrm>
              <a:custGeom>
                <a:avLst/>
                <a:gdLst>
                  <a:gd fmla="*/ 41 w 45" name="T0"/>
                  <a:gd fmla="*/ 23 h 35" name="T1"/>
                  <a:gd fmla="*/ 12 w 45" name="T2"/>
                  <a:gd fmla="*/ 34 h 35" name="T3"/>
                  <a:gd fmla="*/ 5 w 45" name="T4"/>
                  <a:gd fmla="*/ 31 h 35" name="T5"/>
                  <a:gd fmla="*/ 1 w 45" name="T6"/>
                  <a:gd fmla="*/ 19 h 35" name="T7"/>
                  <a:gd fmla="*/ 3 w 45" name="T8"/>
                  <a:gd fmla="*/ 12 h 35" name="T9"/>
                  <a:gd fmla="*/ 33 w 45" name="T10"/>
                  <a:gd fmla="*/ 1 h 35" name="T11"/>
                  <a:gd fmla="*/ 39 w 45" name="T12"/>
                  <a:gd fmla="*/ 5 h 35" name="T13"/>
                  <a:gd fmla="*/ 44 w 45" name="T14"/>
                  <a:gd fmla="*/ 16 h 35" name="T15"/>
                  <a:gd fmla="*/ 41 w 45" name="T16"/>
                  <a:gd fmla="*/ 23 h 35" name="T17"/>
                  <a:gd fmla="*/ 11 w 45" name="T18"/>
                  <a:gd fmla="*/ 24 h 35" name="T19"/>
                  <a:gd fmla="*/ 13 w 45" name="T20"/>
                  <a:gd fmla="*/ 19 h 35" name="T21"/>
                  <a:gd fmla="*/ 8 w 45" name="T22"/>
                  <a:gd fmla="*/ 16 h 35" name="T23"/>
                  <a:gd fmla="*/ 6 w 45" name="T24"/>
                  <a:gd fmla="*/ 22 h 35" name="T25"/>
                  <a:gd fmla="*/ 11 w 45" name="T26"/>
                  <a:gd fmla="*/ 24 h 35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35" w="45">
                    <a:moveTo>
                      <a:pt x="41" y="23"/>
                    </a:moveTo>
                    <a:cubicBezTo>
                      <a:pt x="12" y="34"/>
                      <a:pt x="12" y="34"/>
                      <a:pt x="12" y="34"/>
                    </a:cubicBezTo>
                    <a:cubicBezTo>
                      <a:pt x="9" y="35"/>
                      <a:pt x="6" y="34"/>
                      <a:pt x="5" y="3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6"/>
                      <a:pt x="1" y="13"/>
                      <a:pt x="3" y="12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5" y="0"/>
                      <a:pt x="38" y="2"/>
                      <a:pt x="39" y="5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5" y="19"/>
                      <a:pt x="44" y="22"/>
                      <a:pt x="41" y="23"/>
                    </a:cubicBezTo>
                    <a:close/>
                    <a:moveTo>
                      <a:pt x="11" y="24"/>
                    </a:moveTo>
                    <a:cubicBezTo>
                      <a:pt x="13" y="24"/>
                      <a:pt x="14" y="21"/>
                      <a:pt x="13" y="19"/>
                    </a:cubicBezTo>
                    <a:cubicBezTo>
                      <a:pt x="13" y="17"/>
                      <a:pt x="10" y="15"/>
                      <a:pt x="8" y="16"/>
                    </a:cubicBezTo>
                    <a:cubicBezTo>
                      <a:pt x="6" y="17"/>
                      <a:pt x="5" y="19"/>
                      <a:pt x="6" y="22"/>
                    </a:cubicBezTo>
                    <a:cubicBezTo>
                      <a:pt x="7" y="24"/>
                      <a:pt x="9" y="25"/>
                      <a:pt x="11" y="24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e2bfb36-e87a-417c-8e5c-a52bbfb46f08" id="97" name="iṩļîḓé">
                <a:extLst>
                  <a:ext uri="{FF2B5EF4-FFF2-40B4-BE49-F238E27FC236}">
                    <a16:creationId id="{5FA77BE0-906A-B115-8C71-23F9223CD1D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168215" y="4632654"/>
                <a:ext cx="525746" cy="599585"/>
              </a:xfrm>
              <a:custGeom>
                <a:avLst/>
                <a:gdLst>
                  <a:gd fmla="*/ 27 w 112" name="T0"/>
                  <a:gd fmla="*/ 39 h 128" name="T1"/>
                  <a:gd fmla="*/ 16 w 112" name="T2"/>
                  <a:gd fmla="*/ 54 h 128" name="T3"/>
                  <a:gd fmla="*/ 9 w 112" name="T4"/>
                  <a:gd fmla="*/ 72 h 128" name="T5"/>
                  <a:gd fmla="*/ 12 w 112" name="T6"/>
                  <a:gd fmla="*/ 94 h 128" name="T7"/>
                  <a:gd fmla="*/ 71 w 112" name="T8"/>
                  <a:gd fmla="*/ 128 h 128" name="T9"/>
                  <a:gd fmla="*/ 95 w 112" name="T10"/>
                  <a:gd fmla="*/ 90 h 128" name="T11"/>
                  <a:gd fmla="*/ 96 w 112" name="T12"/>
                  <a:gd fmla="*/ 69 h 128" name="T13"/>
                  <a:gd fmla="*/ 104 w 112" name="T14"/>
                  <a:gd fmla="*/ 25 h 128" name="T15"/>
                  <a:gd fmla="*/ 77 w 112" name="T16"/>
                  <a:gd fmla="*/ 27 h 128" name="T17"/>
                  <a:gd fmla="*/ 60 w 112" name="T18"/>
                  <a:gd fmla="*/ 44 h 128" name="T19"/>
                  <a:gd fmla="*/ 27 w 112" name="T20"/>
                  <a:gd fmla="*/ 39 h 128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128" w="112">
                    <a:moveTo>
                      <a:pt x="27" y="39"/>
                    </a:moveTo>
                    <a:cubicBezTo>
                      <a:pt x="27" y="39"/>
                      <a:pt x="14" y="42"/>
                      <a:pt x="16" y="54"/>
                    </a:cubicBezTo>
                    <a:cubicBezTo>
                      <a:pt x="16" y="54"/>
                      <a:pt x="5" y="60"/>
                      <a:pt x="9" y="72"/>
                    </a:cubicBezTo>
                    <a:cubicBezTo>
                      <a:pt x="9" y="72"/>
                      <a:pt x="0" y="83"/>
                      <a:pt x="12" y="94"/>
                    </a:cubicBezTo>
                    <a:cubicBezTo>
                      <a:pt x="23" y="105"/>
                      <a:pt x="71" y="128"/>
                      <a:pt x="71" y="128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5" y="90"/>
                      <a:pt x="99" y="79"/>
                      <a:pt x="96" y="69"/>
                    </a:cubicBezTo>
                    <a:cubicBezTo>
                      <a:pt x="92" y="58"/>
                      <a:pt x="96" y="36"/>
                      <a:pt x="104" y="25"/>
                    </a:cubicBezTo>
                    <a:cubicBezTo>
                      <a:pt x="112" y="14"/>
                      <a:pt x="84" y="0"/>
                      <a:pt x="77" y="27"/>
                    </a:cubicBezTo>
                    <a:cubicBezTo>
                      <a:pt x="70" y="53"/>
                      <a:pt x="67" y="52"/>
                      <a:pt x="60" y="44"/>
                    </a:cubicBezTo>
                    <a:cubicBezTo>
                      <a:pt x="52" y="36"/>
                      <a:pt x="39" y="22"/>
                      <a:pt x="27" y="39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b5fabb6-58cb-4eb4-9076-3eda7d93d5d6" id="98" name="iŝļíḑê">
                <a:extLst>
                  <a:ext uri="{FF2B5EF4-FFF2-40B4-BE49-F238E27FC236}">
                    <a16:creationId id="{998DE6B4-2B45-90F0-DD43-98393DB1530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056513" y="5028441"/>
                <a:ext cx="267303" cy="299793"/>
              </a:xfrm>
              <a:custGeom>
                <a:avLst/>
                <a:gdLst>
                  <a:gd fmla="*/ 37 w 57" name="T0"/>
                  <a:gd fmla="*/ 3 h 64" name="T1"/>
                  <a:gd fmla="*/ 52 w 57" name="T2"/>
                  <a:gd fmla="*/ 12 h 64" name="T3"/>
                  <a:gd fmla="*/ 55 w 57" name="T4"/>
                  <a:gd fmla="*/ 23 h 64" name="T5"/>
                  <a:gd fmla="*/ 31 w 57" name="T6"/>
                  <a:gd fmla="*/ 60 h 64" name="T7"/>
                  <a:gd fmla="*/ 20 w 57" name="T8"/>
                  <a:gd fmla="*/ 62 h 64" name="T9"/>
                  <a:gd fmla="*/ 5 w 57" name="T10"/>
                  <a:gd fmla="*/ 52 h 64" name="T11"/>
                  <a:gd fmla="*/ 2 w 57" name="T12"/>
                  <a:gd fmla="*/ 42 h 64" name="T13"/>
                  <a:gd fmla="*/ 26 w 57" name="T14"/>
                  <a:gd fmla="*/ 5 h 64" name="T15"/>
                  <a:gd fmla="*/ 37 w 57" name="T16"/>
                  <a:gd fmla="*/ 3 h 64" name="T17"/>
                  <a:gd fmla="*/ 19 w 57" name="T18"/>
                  <a:gd fmla="*/ 53 h 64" name="T19"/>
                  <a:gd fmla="*/ 27 w 57" name="T20"/>
                  <a:gd fmla="*/ 52 h 64" name="T21"/>
                  <a:gd fmla="*/ 24 w 57" name="T22"/>
                  <a:gd fmla="*/ 44 h 64" name="T23"/>
                  <a:gd fmla="*/ 16 w 57" name="T24"/>
                  <a:gd fmla="*/ 45 h 64" name="T25"/>
                  <a:gd fmla="*/ 19 w 57" name="T26"/>
                  <a:gd fmla="*/ 53 h 64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64" w="57">
                    <a:moveTo>
                      <a:pt x="37" y="3"/>
                    </a:moveTo>
                    <a:cubicBezTo>
                      <a:pt x="52" y="12"/>
                      <a:pt x="52" y="12"/>
                      <a:pt x="52" y="12"/>
                    </a:cubicBezTo>
                    <a:cubicBezTo>
                      <a:pt x="55" y="15"/>
                      <a:pt x="57" y="19"/>
                      <a:pt x="55" y="23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29" y="63"/>
                      <a:pt x="24" y="64"/>
                      <a:pt x="20" y="62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2" y="50"/>
                      <a:pt x="0" y="45"/>
                      <a:pt x="2" y="42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8" y="1"/>
                      <a:pt x="33" y="0"/>
                      <a:pt x="37" y="3"/>
                    </a:cubicBezTo>
                    <a:close/>
                    <a:moveTo>
                      <a:pt x="19" y="53"/>
                    </a:moveTo>
                    <a:cubicBezTo>
                      <a:pt x="21" y="55"/>
                      <a:pt x="25" y="54"/>
                      <a:pt x="27" y="52"/>
                    </a:cubicBezTo>
                    <a:cubicBezTo>
                      <a:pt x="28" y="49"/>
                      <a:pt x="27" y="46"/>
                      <a:pt x="24" y="44"/>
                    </a:cubicBezTo>
                    <a:cubicBezTo>
                      <a:pt x="22" y="42"/>
                      <a:pt x="18" y="43"/>
                      <a:pt x="16" y="45"/>
                    </a:cubicBezTo>
                    <a:cubicBezTo>
                      <a:pt x="15" y="48"/>
                      <a:pt x="16" y="51"/>
                      <a:pt x="19" y="53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4471cea-5011-4404-a3c6-4dcb451276a9" id="99" name="ïṣḷíḋê">
                <a:extLst>
                  <a:ext uri="{FF2B5EF4-FFF2-40B4-BE49-F238E27FC236}">
                    <a16:creationId id="{86D4D833-3345-43B2-CBF1-534838BA2BB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32433" y="4835960"/>
                <a:ext cx="465197" cy="426798"/>
              </a:xfrm>
              <a:custGeom>
                <a:avLst/>
                <a:gdLst>
                  <a:gd fmla="*/ 56 w 99" name="T0"/>
                  <a:gd fmla="*/ 9 h 91" name="T1"/>
                  <a:gd fmla="*/ 24 w 99" name="T2"/>
                  <a:gd fmla="*/ 10 h 91" name="T3"/>
                  <a:gd fmla="*/ 23 w 99" name="T4"/>
                  <a:gd fmla="*/ 11 h 91" name="T5"/>
                  <a:gd fmla="*/ 23 w 99" name="T6"/>
                  <a:gd fmla="*/ 11 h 91" name="T7"/>
                  <a:gd fmla="*/ 18 w 99" name="T8"/>
                  <a:gd fmla="*/ 85 h 91" name="T9"/>
                  <a:gd fmla="*/ 62 w 99" name="T10"/>
                  <a:gd fmla="*/ 89 h 91" name="T11"/>
                  <a:gd fmla="*/ 86 w 99" name="T12"/>
                  <a:gd fmla="*/ 79 h 91" name="T13"/>
                  <a:gd fmla="*/ 86 w 99" name="T14"/>
                  <a:gd fmla="*/ 78 h 91" name="T15"/>
                  <a:gd fmla="*/ 91 w 99" name="T16"/>
                  <a:gd fmla="*/ 74 h 91" name="T17"/>
                  <a:gd fmla="*/ 92 w 99" name="T18"/>
                  <a:gd fmla="*/ 74 h 91" name="T19"/>
                  <a:gd fmla="*/ 89 w 99" name="T20"/>
                  <a:gd fmla="*/ 42 h 91" name="T21"/>
                  <a:gd fmla="*/ 57 w 99" name="T22"/>
                  <a:gd fmla="*/ 42 h 91" name="T23"/>
                  <a:gd fmla="*/ 57 w 99" name="T24"/>
                  <a:gd fmla="*/ 42 h 91" name="T25"/>
                  <a:gd fmla="*/ 58 w 99" name="T26"/>
                  <a:gd fmla="*/ 42 h 91" name="T27"/>
                  <a:gd fmla="*/ 56 w 99" name="T28"/>
                  <a:gd fmla="*/ 9 h 91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91" w="99">
                    <a:moveTo>
                      <a:pt x="56" y="9"/>
                    </a:moveTo>
                    <a:cubicBezTo>
                      <a:pt x="47" y="0"/>
                      <a:pt x="32" y="1"/>
                      <a:pt x="24" y="10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6"/>
                      <a:pt x="0" y="41"/>
                      <a:pt x="18" y="85"/>
                    </a:cubicBezTo>
                    <a:cubicBezTo>
                      <a:pt x="36" y="91"/>
                      <a:pt x="51" y="91"/>
                      <a:pt x="62" y="89"/>
                    </a:cubicBezTo>
                    <a:cubicBezTo>
                      <a:pt x="73" y="87"/>
                      <a:pt x="81" y="82"/>
                      <a:pt x="86" y="79"/>
                    </a:cubicBezTo>
                    <a:cubicBezTo>
                      <a:pt x="86" y="78"/>
                      <a:pt x="86" y="78"/>
                      <a:pt x="86" y="78"/>
                    </a:cubicBezTo>
                    <a:cubicBezTo>
                      <a:pt x="89" y="76"/>
                      <a:pt x="91" y="75"/>
                      <a:pt x="91" y="74"/>
                    </a:cubicBezTo>
                    <a:cubicBezTo>
                      <a:pt x="92" y="74"/>
                      <a:pt x="92" y="74"/>
                      <a:pt x="92" y="74"/>
                    </a:cubicBezTo>
                    <a:cubicBezTo>
                      <a:pt x="99" y="64"/>
                      <a:pt x="99" y="50"/>
                      <a:pt x="89" y="42"/>
                    </a:cubicBezTo>
                    <a:cubicBezTo>
                      <a:pt x="80" y="33"/>
                      <a:pt x="66" y="34"/>
                      <a:pt x="57" y="42"/>
                    </a:cubicBezTo>
                    <a:cubicBezTo>
                      <a:pt x="57" y="42"/>
                      <a:pt x="57" y="42"/>
                      <a:pt x="57" y="42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66" y="33"/>
                      <a:pt x="66" y="18"/>
                      <a:pt x="56" y="9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e8c87f2-363f-4342-97d3-70de34308505" id="100" name="îşľïḑê">
                <a:extLst>
                  <a:ext uri="{FF2B5EF4-FFF2-40B4-BE49-F238E27FC236}">
                    <a16:creationId id="{C00C0C08-CB77-26BF-57DC-D65F5A536B5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933856" y="4196497"/>
                <a:ext cx="313083" cy="314561"/>
              </a:xfrm>
              <a:custGeom>
                <a:avLst/>
                <a:gdLst>
                  <a:gd fmla="*/ 10 w 67" name="T0"/>
                  <a:gd fmla="*/ 21 h 67" name="T1"/>
                  <a:gd fmla="*/ 5 w 67" name="T2"/>
                  <a:gd fmla="*/ 45 h 67" name="T3"/>
                  <a:gd fmla="*/ 6 w 67" name="T4"/>
                  <a:gd fmla="*/ 45 h 67" name="T5"/>
                  <a:gd fmla="*/ 6 w 67" name="T6"/>
                  <a:gd fmla="*/ 45 h 67" name="T7"/>
                  <a:gd fmla="*/ 56 w 67" name="T8"/>
                  <a:gd fmla="*/ 62 h 67" name="T9"/>
                  <a:gd fmla="*/ 67 w 67" name="T10"/>
                  <a:gd fmla="*/ 32 h 67" name="T11"/>
                  <a:gd fmla="*/ 64 w 67" name="T12"/>
                  <a:gd fmla="*/ 14 h 67" name="T13"/>
                  <a:gd fmla="*/ 64 w 67" name="T14"/>
                  <a:gd fmla="*/ 14 h 67" name="T15"/>
                  <a:gd fmla="*/ 62 w 67" name="T16"/>
                  <a:gd fmla="*/ 9 h 67" name="T17"/>
                  <a:gd fmla="*/ 62 w 67" name="T18"/>
                  <a:gd fmla="*/ 9 h 67" name="T19"/>
                  <a:gd fmla="*/ 39 w 67" name="T20"/>
                  <a:gd fmla="*/ 5 h 67" name="T21"/>
                  <a:gd fmla="*/ 34 w 67" name="T22"/>
                  <a:gd fmla="*/ 27 h 67" name="T23"/>
                  <a:gd fmla="*/ 34 w 67" name="T24"/>
                  <a:gd fmla="*/ 27 h 67" name="T25"/>
                  <a:gd fmla="*/ 33 w 67" name="T26"/>
                  <a:gd fmla="*/ 27 h 67" name="T27"/>
                  <a:gd fmla="*/ 10 w 67" name="T28"/>
                  <a:gd fmla="*/ 21 h 67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67" w="67">
                    <a:moveTo>
                      <a:pt x="10" y="21"/>
                    </a:moveTo>
                    <a:cubicBezTo>
                      <a:pt x="3" y="26"/>
                      <a:pt x="0" y="37"/>
                      <a:pt x="5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8" y="49"/>
                      <a:pt x="22" y="67"/>
                      <a:pt x="56" y="62"/>
                    </a:cubicBezTo>
                    <a:cubicBezTo>
                      <a:pt x="64" y="51"/>
                      <a:pt x="66" y="41"/>
                      <a:pt x="67" y="32"/>
                    </a:cubicBezTo>
                    <a:cubicBezTo>
                      <a:pt x="67" y="24"/>
                      <a:pt x="66" y="18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3" y="11"/>
                      <a:pt x="62" y="10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57" y="2"/>
                      <a:pt x="47" y="0"/>
                      <a:pt x="39" y="5"/>
                    </a:cubicBezTo>
                    <a:cubicBezTo>
                      <a:pt x="32" y="9"/>
                      <a:pt x="29" y="19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29" y="19"/>
                      <a:pt x="18" y="17"/>
                      <a:pt x="10" y="21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40ef2d7-1755-4bbd-97eb-7547fedd2913" id="101" name="ïṡḻïďè">
                <a:extLst>
                  <a:ext uri="{FF2B5EF4-FFF2-40B4-BE49-F238E27FC236}">
                    <a16:creationId id="{B6BB70A0-6C11-35FD-1D61-D6CA861386B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798643" y="3213678"/>
                <a:ext cx="398738" cy="772373"/>
              </a:xfrm>
              <a:custGeom>
                <a:avLst/>
                <a:gdLst>
                  <a:gd fmla="*/ 65 w 85" name="T0"/>
                  <a:gd fmla="*/ 6 h 165" name="T1"/>
                  <a:gd fmla="*/ 18 w 85" name="T2"/>
                  <a:gd fmla="*/ 165 h 165" name="T3"/>
                  <a:gd fmla="*/ 0 w 85" name="T4"/>
                  <a:gd fmla="*/ 157 h 165" name="T5"/>
                  <a:gd fmla="*/ 52 w 85" name="T6"/>
                  <a:gd fmla="*/ 35 h 165" name="T7"/>
                  <a:gd fmla="*/ 49 w 85" name="T8"/>
                  <a:gd fmla="*/ 0 h 165" name="T9"/>
                  <a:gd fmla="*/ 65 w 85" name="T10"/>
                  <a:gd fmla="*/ 6 h 165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165" w="85">
                    <a:moveTo>
                      <a:pt x="65" y="6"/>
                    </a:moveTo>
                    <a:cubicBezTo>
                      <a:pt x="85" y="35"/>
                      <a:pt x="71" y="120"/>
                      <a:pt x="18" y="165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26" y="124"/>
                      <a:pt x="47" y="77"/>
                      <a:pt x="52" y="35"/>
                    </a:cubicBezTo>
                    <a:cubicBezTo>
                      <a:pt x="53" y="23"/>
                      <a:pt x="54" y="11"/>
                      <a:pt x="49" y="0"/>
                    </a:cubicBezTo>
                    <a:lnTo>
                      <a:pt x="65" y="6"/>
                    </a:lnTo>
                    <a:close/>
                  </a:path>
                </a:pathLst>
              </a:custGeom>
              <a:solidFill>
                <a:srgbClr val="DD1B4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bbcb950-a053-4009-bbbf-314a0a8e5c55" id="102" name="iṥļíḑe">
                <a:extLst>
                  <a:ext uri="{FF2B5EF4-FFF2-40B4-BE49-F238E27FC236}">
                    <a16:creationId id="{70CC2181-C45C-6A47-1190-870E8665D4A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948476" y="3170034"/>
                <a:ext cx="379541" cy="791571"/>
              </a:xfrm>
              <a:custGeom>
                <a:avLst/>
                <a:gdLst>
                  <a:gd fmla="*/ 76 w 81" name="T0"/>
                  <a:gd fmla="*/ 12 h 169" name="T1"/>
                  <a:gd fmla="*/ 79 w 81" name="T2"/>
                  <a:gd fmla="*/ 47 h 169" name="T3"/>
                  <a:gd fmla="*/ 27 w 81" name="T4"/>
                  <a:gd fmla="*/ 169 h 169" name="T5"/>
                  <a:gd fmla="*/ 0 w 81" name="T6"/>
                  <a:gd fmla="*/ 159 h 169" name="T7"/>
                  <a:gd fmla="*/ 48 w 81" name="T8"/>
                  <a:gd fmla="*/ 43 h 169" name="T9"/>
                  <a:gd fmla="*/ 49 w 81" name="T10"/>
                  <a:gd fmla="*/ 0 h 169" name="T11"/>
                  <a:gd fmla="*/ 49 w 81" name="T12"/>
                  <a:gd fmla="*/ 0 h 169" name="T13"/>
                  <a:gd fmla="*/ 76 w 81" name="T14"/>
                  <a:gd fmla="*/ 12 h 169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169" w="81">
                    <a:moveTo>
                      <a:pt x="76" y="12"/>
                    </a:moveTo>
                    <a:cubicBezTo>
                      <a:pt x="81" y="23"/>
                      <a:pt x="80" y="35"/>
                      <a:pt x="79" y="47"/>
                    </a:cubicBezTo>
                    <a:cubicBezTo>
                      <a:pt x="74" y="89"/>
                      <a:pt x="53" y="136"/>
                      <a:pt x="27" y="169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26" y="127"/>
                      <a:pt x="44" y="84"/>
                      <a:pt x="48" y="43"/>
                    </a:cubicBezTo>
                    <a:cubicBezTo>
                      <a:pt x="50" y="28"/>
                      <a:pt x="50" y="4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lnTo>
                      <a:pt x="76" y="12"/>
                    </a:ln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567fd23-414f-45ff-8ce5-fd2c63931706" id="103" name="îşľiḋê">
                <a:extLst>
                  <a:ext uri="{FF2B5EF4-FFF2-40B4-BE49-F238E27FC236}">
                    <a16:creationId id="{8FFC251D-4F63-D034-8703-51837212707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094771" y="3182549"/>
                <a:ext cx="366250" cy="744313"/>
              </a:xfrm>
              <a:custGeom>
                <a:avLst/>
                <a:gdLst>
                  <a:gd fmla="*/ 13 w 78" name="T0"/>
                  <a:gd fmla="*/ 153 h 159" name="T1"/>
                  <a:gd fmla="*/ 0 w 78" name="T2"/>
                  <a:gd fmla="*/ 148 h 159" name="T3"/>
                  <a:gd fmla="*/ 0 w 78" name="T4"/>
                  <a:gd fmla="*/ 148 h 159" name="T5"/>
                  <a:gd fmla="*/ 43 w 78" name="T6"/>
                  <a:gd fmla="*/ 71 h 159" name="T7"/>
                  <a:gd fmla="*/ 47 w 78" name="T8"/>
                  <a:gd fmla="*/ 45 h 159" name="T9"/>
                  <a:gd fmla="*/ 43 w 78" name="T10"/>
                  <a:gd fmla="*/ 5 h 159" name="T11"/>
                  <a:gd fmla="*/ 77 w 78" name="T12"/>
                  <a:gd fmla="*/ 13 h 159" name="T13"/>
                  <a:gd fmla="*/ 77 w 78" name="T14"/>
                  <a:gd fmla="*/ 0 h 159" name="T15"/>
                  <a:gd fmla="*/ 76 w 78" name="T16"/>
                  <a:gd fmla="*/ 43 h 159" name="T17"/>
                  <a:gd fmla="*/ 28 w 78" name="T18"/>
                  <a:gd fmla="*/ 159 h 159" name="T19"/>
                  <a:gd fmla="*/ 13 w 78" name="T20"/>
                  <a:gd fmla="*/ 153 h 159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159" w="78">
                    <a:moveTo>
                      <a:pt x="13" y="153"/>
                    </a:move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5" y="141"/>
                      <a:pt x="36" y="104"/>
                      <a:pt x="43" y="71"/>
                    </a:cubicBezTo>
                    <a:cubicBezTo>
                      <a:pt x="45" y="61"/>
                      <a:pt x="46" y="52"/>
                      <a:pt x="47" y="45"/>
                    </a:cubicBezTo>
                    <a:cubicBezTo>
                      <a:pt x="48" y="25"/>
                      <a:pt x="46" y="12"/>
                      <a:pt x="43" y="5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77" y="13"/>
                      <a:pt x="77" y="7"/>
                      <a:pt x="77" y="0"/>
                    </a:cubicBezTo>
                    <a:cubicBezTo>
                      <a:pt x="78" y="4"/>
                      <a:pt x="78" y="28"/>
                      <a:pt x="76" y="43"/>
                    </a:cubicBezTo>
                    <a:cubicBezTo>
                      <a:pt x="72" y="84"/>
                      <a:pt x="54" y="127"/>
                      <a:pt x="28" y="159"/>
                    </a:cubicBezTo>
                    <a:lnTo>
                      <a:pt x="13" y="153"/>
                    </a:lnTo>
                    <a:close/>
                  </a:path>
                </a:pathLst>
              </a:custGeom>
              <a:solidFill>
                <a:srgbClr val="DD1B4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f0729d6-ed77-44d6-83ad-f729e8e4c544" id="104" name="ï$ḷiḍe">
                <a:extLst>
                  <a:ext uri="{FF2B5EF4-FFF2-40B4-BE49-F238E27FC236}">
                    <a16:creationId id="{DD8C66F2-1029-8BAC-C1D7-850AB113894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138558" y="2992945"/>
                <a:ext cx="174263" cy="243675"/>
              </a:xfrm>
              <a:custGeom>
                <a:avLst/>
                <a:gdLst>
                  <a:gd fmla="*/ 37 w 37" name="T0"/>
                  <a:gd fmla="*/ 39 h 52" name="T1"/>
                  <a:gd fmla="*/ 37 w 37" name="T2"/>
                  <a:gd fmla="*/ 39 h 52" name="T3"/>
                  <a:gd fmla="*/ 37 w 37" name="T4"/>
                  <a:gd fmla="*/ 52 h 52" name="T5"/>
                  <a:gd fmla="*/ 3 w 37" name="T6"/>
                  <a:gd fmla="*/ 44 h 52" name="T7"/>
                  <a:gd fmla="*/ 0 w 37" name="T8"/>
                  <a:gd fmla="*/ 0 h 52" name="T9"/>
                  <a:gd fmla="*/ 34 w 37" name="T10"/>
                  <a:gd fmla="*/ 8 h 52" name="T11"/>
                  <a:gd fmla="*/ 37 w 37" name="T12"/>
                  <a:gd fmla="*/ 39 h 52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52" w="37">
                    <a:moveTo>
                      <a:pt x="37" y="39"/>
                    </a:moveTo>
                    <a:cubicBezTo>
                      <a:pt x="37" y="39"/>
                      <a:pt x="37" y="39"/>
                      <a:pt x="37" y="39"/>
                    </a:cubicBezTo>
                    <a:cubicBezTo>
                      <a:pt x="37" y="46"/>
                      <a:pt x="37" y="52"/>
                      <a:pt x="37" y="52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12" y="26"/>
                      <a:pt x="0" y="0"/>
                      <a:pt x="0" y="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6" y="15"/>
                      <a:pt x="37" y="29"/>
                      <a:pt x="37" y="39"/>
                    </a:cubicBezTo>
                    <a:close/>
                  </a:path>
                </a:pathLst>
              </a:custGeom>
              <a:solidFill>
                <a:srgbClr val="BC0D3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8b2ca9c-1fcb-4e8c-b484-50b08a712652" id="105" name="ïŝ1ïḓe">
                <a:extLst>
                  <a:ext uri="{FF2B5EF4-FFF2-40B4-BE49-F238E27FC236}">
                    <a16:creationId id="{24A6987D-D404-0DE3-C345-BE85E37C1306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288442" y="2532698"/>
                <a:ext cx="1735252" cy="936299"/>
              </a:xfrm>
              <a:custGeom>
                <a:avLst/>
                <a:gdLst>
                  <a:gd fmla="*/ 365 w 370" name="T0"/>
                  <a:gd fmla="*/ 160 h 200" name="T1"/>
                  <a:gd fmla="*/ 369 w 370" name="T2"/>
                  <a:gd fmla="*/ 200 h 200" name="T3"/>
                  <a:gd fmla="*/ 368 w 370" name="T4"/>
                  <a:gd fmla="*/ 200 h 200" name="T5"/>
                  <a:gd fmla="*/ 5 w 370" name="T6"/>
                  <a:gd fmla="*/ 56 h 200" name="T7"/>
                  <a:gd fmla="*/ 0 w 370" name="T8"/>
                  <a:gd fmla="*/ 0 h 200" name="T9"/>
                  <a:gd fmla="*/ 237 w 370" name="T10"/>
                  <a:gd fmla="*/ 127 h 200" name="T11"/>
                  <a:gd fmla="*/ 365 w 370" name="T12"/>
                  <a:gd fmla="*/ 160 h 200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200" w="370">
                    <a:moveTo>
                      <a:pt x="365" y="160"/>
                    </a:moveTo>
                    <a:cubicBezTo>
                      <a:pt x="368" y="167"/>
                      <a:pt x="370" y="180"/>
                      <a:pt x="369" y="200"/>
                    </a:cubicBezTo>
                    <a:cubicBezTo>
                      <a:pt x="368" y="200"/>
                      <a:pt x="368" y="200"/>
                      <a:pt x="368" y="200"/>
                    </a:cubicBezTo>
                    <a:cubicBezTo>
                      <a:pt x="243" y="165"/>
                      <a:pt x="121" y="117"/>
                      <a:pt x="5" y="56"/>
                    </a:cubicBezTo>
                    <a:cubicBezTo>
                      <a:pt x="5" y="36"/>
                      <a:pt x="4" y="17"/>
                      <a:pt x="0" y="0"/>
                    </a:cubicBezTo>
                    <a:cubicBezTo>
                      <a:pt x="72" y="72"/>
                      <a:pt x="237" y="127"/>
                      <a:pt x="237" y="127"/>
                    </a:cubicBezTo>
                    <a:lnTo>
                      <a:pt x="365" y="160"/>
                    </a:ln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45d3a48-09c0-4a09-a58d-b082d17fc465" id="106" name="íš1îḓe">
                <a:extLst>
                  <a:ext uri="{FF2B5EF4-FFF2-40B4-BE49-F238E27FC236}">
                    <a16:creationId id="{DB4180B0-2D0C-FABB-FE01-6DE63344D5E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258348" y="2811503"/>
                <a:ext cx="2147283" cy="1162250"/>
              </a:xfrm>
              <a:custGeom>
                <a:avLst/>
                <a:gdLst>
                  <a:gd fmla="*/ 411 w 458" name="T0"/>
                  <a:gd fmla="*/ 247 h 248" name="T1"/>
                  <a:gd fmla="*/ 411 w 458" name="T2"/>
                  <a:gd fmla="*/ 247 h 248" name="T3"/>
                  <a:gd fmla="*/ 410 w 458" name="T4"/>
                  <a:gd fmla="*/ 248 h 248" name="T5"/>
                  <a:gd fmla="*/ 402 w 458" name="T6"/>
                  <a:gd fmla="*/ 246 h 248" name="T7"/>
                  <a:gd fmla="*/ 272 w 458" name="T8"/>
                  <a:gd fmla="*/ 217 h 248" name="T9"/>
                  <a:gd fmla="*/ 0 w 458" name="T10"/>
                  <a:gd fmla="*/ 233 h 248" name="T11"/>
                  <a:gd fmla="*/ 84 w 458" name="T12"/>
                  <a:gd fmla="*/ 79 h 248" name="T13"/>
                  <a:gd fmla="*/ 94 w 458" name="T14"/>
                  <a:gd fmla="*/ 0 h 248" name="T15"/>
                  <a:gd fmla="*/ 457 w 458" name="T16"/>
                  <a:gd fmla="*/ 144 h 248" name="T17"/>
                  <a:gd fmla="*/ 458 w 458" name="T18"/>
                  <a:gd fmla="*/ 144 h 248" name="T19"/>
                  <a:gd fmla="*/ 454 w 458" name="T20"/>
                  <a:gd fmla="*/ 170 h 248" name="T21"/>
                  <a:gd fmla="*/ 411 w 458" name="T22"/>
                  <a:gd fmla="*/ 247 h 248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248" w="458">
                    <a:moveTo>
                      <a:pt x="411" y="247"/>
                    </a:moveTo>
                    <a:cubicBezTo>
                      <a:pt x="411" y="247"/>
                      <a:pt x="411" y="247"/>
                      <a:pt x="411" y="247"/>
                    </a:cubicBezTo>
                    <a:cubicBezTo>
                      <a:pt x="410" y="248"/>
                      <a:pt x="410" y="248"/>
                      <a:pt x="410" y="248"/>
                    </a:cubicBezTo>
                    <a:cubicBezTo>
                      <a:pt x="407" y="247"/>
                      <a:pt x="405" y="246"/>
                      <a:pt x="402" y="246"/>
                    </a:cubicBezTo>
                    <a:cubicBezTo>
                      <a:pt x="355" y="231"/>
                      <a:pt x="312" y="222"/>
                      <a:pt x="272" y="217"/>
                    </a:cubicBezTo>
                    <a:cubicBezTo>
                      <a:pt x="130" y="197"/>
                      <a:pt x="32" y="222"/>
                      <a:pt x="0" y="233"/>
                    </a:cubicBezTo>
                    <a:cubicBezTo>
                      <a:pt x="35" y="208"/>
                      <a:pt x="68" y="150"/>
                      <a:pt x="84" y="79"/>
                    </a:cubicBezTo>
                    <a:cubicBezTo>
                      <a:pt x="91" y="52"/>
                      <a:pt x="94" y="25"/>
                      <a:pt x="94" y="0"/>
                    </a:cubicBezTo>
                    <a:cubicBezTo>
                      <a:pt x="210" y="61"/>
                      <a:pt x="332" y="109"/>
                      <a:pt x="457" y="144"/>
                    </a:cubicBezTo>
                    <a:cubicBezTo>
                      <a:pt x="458" y="144"/>
                      <a:pt x="458" y="144"/>
                      <a:pt x="458" y="144"/>
                    </a:cubicBezTo>
                    <a:cubicBezTo>
                      <a:pt x="457" y="151"/>
                      <a:pt x="456" y="160"/>
                      <a:pt x="454" y="170"/>
                    </a:cubicBezTo>
                    <a:cubicBezTo>
                      <a:pt x="447" y="203"/>
                      <a:pt x="416" y="240"/>
                      <a:pt x="411" y="2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fdd62ac-5af8-495c-8f8a-f6c43170a1ea" id="107" name="îṡḻídé">
                <a:extLst>
                  <a:ext uri="{FF2B5EF4-FFF2-40B4-BE49-F238E27FC236}">
                    <a16:creationId id="{6F5331BA-BC38-EC55-D9C7-6FF5759031B6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261669" y="2888343"/>
                <a:ext cx="726592" cy="345574"/>
              </a:xfrm>
              <a:custGeom>
                <a:avLst/>
                <a:gdLst>
                  <a:gd fmla="*/ 143 w 155" name="T0"/>
                  <a:gd fmla="*/ 30 h 74" name="T1"/>
                  <a:gd fmla="*/ 146 w 155" name="T2"/>
                  <a:gd fmla="*/ 74 h 74" name="T3"/>
                  <a:gd fmla="*/ 144 w 155" name="T4"/>
                  <a:gd fmla="*/ 68 h 74" name="T5"/>
                  <a:gd fmla="*/ 17 w 155" name="T6"/>
                  <a:gd fmla="*/ 35 h 74" name="T7"/>
                  <a:gd fmla="*/ 0 w 155" name="T8"/>
                  <a:gd fmla="*/ 0 h 74" name="T9"/>
                  <a:gd fmla="*/ 143 w 155" name="T10"/>
                  <a:gd fmla="*/ 30 h 74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74" w="155">
                    <a:moveTo>
                      <a:pt x="143" y="30"/>
                    </a:moveTo>
                    <a:cubicBezTo>
                      <a:pt x="143" y="30"/>
                      <a:pt x="155" y="56"/>
                      <a:pt x="146" y="74"/>
                    </a:cubicBezTo>
                    <a:cubicBezTo>
                      <a:pt x="145" y="70"/>
                      <a:pt x="144" y="68"/>
                      <a:pt x="144" y="68"/>
                    </a:cubicBezTo>
                    <a:cubicBezTo>
                      <a:pt x="98" y="60"/>
                      <a:pt x="56" y="49"/>
                      <a:pt x="17" y="35"/>
                    </a:cubicBezTo>
                    <a:cubicBezTo>
                      <a:pt x="16" y="25"/>
                      <a:pt x="12" y="5"/>
                      <a:pt x="0" y="0"/>
                    </a:cubicBezTo>
                    <a:lnTo>
                      <a:pt x="143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bb6c276-4604-4b80-9788-73bf14e802af" id="108" name="îsḻîḓê">
                <a:extLst>
                  <a:ext uri="{FF2B5EF4-FFF2-40B4-BE49-F238E27FC236}">
                    <a16:creationId id="{0CE6FFE5-EA19-C893-5AE3-E9D2F922AA4D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297200" y="3050276"/>
                <a:ext cx="604016" cy="181648"/>
              </a:xfrm>
              <a:custGeom>
                <a:avLst/>
                <a:gdLst>
                  <a:gd fmla="*/ 129 w 129" name="T0"/>
                  <a:gd fmla="*/ 39 h 39" name="T1"/>
                  <a:gd fmla="*/ 1 w 129" name="T2"/>
                  <a:gd fmla="*/ 6 h 39" name="T3"/>
                  <a:gd fmla="*/ 0 w 129" name="T4"/>
                  <a:gd fmla="*/ 0 h 39" name="T5"/>
                  <a:gd fmla="*/ 127 w 129" name="T6"/>
                  <a:gd fmla="*/ 33 h 39" name="T7"/>
                  <a:gd fmla="*/ 129 w 129" name="T8"/>
                  <a:gd fmla="*/ 39 h 39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39" w="129">
                    <a:moveTo>
                      <a:pt x="129" y="39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4"/>
                      <a:pt x="0" y="0"/>
                    </a:cubicBezTo>
                    <a:cubicBezTo>
                      <a:pt x="39" y="14"/>
                      <a:pt x="81" y="25"/>
                      <a:pt x="127" y="33"/>
                    </a:cubicBezTo>
                    <a:cubicBezTo>
                      <a:pt x="127" y="33"/>
                      <a:pt x="128" y="35"/>
                      <a:pt x="1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1d0d1dc-3093-46a1-bc6a-b2749ea3b579" id="109" name="i$ḻîdè">
                <a:extLst>
                  <a:ext uri="{FF2B5EF4-FFF2-40B4-BE49-F238E27FC236}">
                    <a16:creationId id="{8C55327B-563A-1C68-BAB1-D8315D46AC3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362772" y="3887412"/>
                <a:ext cx="163926" cy="155065"/>
              </a:xfrm>
              <a:custGeom>
                <a:avLst/>
                <a:gdLst>
                  <a:gd fmla="*/ 22 w 35" name="T0"/>
                  <a:gd fmla="*/ 1 h 33" name="T1"/>
                  <a:gd fmla="*/ 35 w 35" name="T2"/>
                  <a:gd fmla="*/ 6 h 33" name="T3"/>
                  <a:gd fmla="*/ 24 w 35" name="T4"/>
                  <a:gd fmla="*/ 33 h 33" name="T5"/>
                  <a:gd fmla="*/ 0 w 35" name="T6"/>
                  <a:gd fmla="*/ 26 h 33" name="T7"/>
                  <a:gd fmla="*/ 13 w 35" name="T8"/>
                  <a:gd fmla="*/ 0 h 33" name="T9"/>
                  <a:gd fmla="*/ 21 w 35" name="T10"/>
                  <a:gd fmla="*/ 2 h 33" name="T11"/>
                  <a:gd fmla="*/ 22 w 35" name="T12"/>
                  <a:gd fmla="*/ 1 h 33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33" w="35">
                    <a:moveTo>
                      <a:pt x="22" y="1"/>
                    </a:moveTo>
                    <a:cubicBezTo>
                      <a:pt x="35" y="6"/>
                      <a:pt x="35" y="6"/>
                      <a:pt x="35" y="6"/>
                    </a:cubicBezTo>
                    <a:cubicBezTo>
                      <a:pt x="30" y="22"/>
                      <a:pt x="24" y="33"/>
                      <a:pt x="24" y="33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5" y="23"/>
                      <a:pt x="12" y="17"/>
                      <a:pt x="13" y="0"/>
                    </a:cubicBezTo>
                    <a:cubicBezTo>
                      <a:pt x="16" y="0"/>
                      <a:pt x="18" y="1"/>
                      <a:pt x="21" y="2"/>
                    </a:cubicBezTo>
                    <a:cubicBezTo>
                      <a:pt x="21" y="2"/>
                      <a:pt x="21" y="2"/>
                      <a:pt x="22" y="1"/>
                    </a:cubicBezTo>
                    <a:close/>
                  </a:path>
                </a:pathLst>
              </a:custGeom>
              <a:solidFill>
                <a:srgbClr val="BC0D3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baf1519-788e-4bc9-870f-86edbeeea3ed" id="110" name="ïSļiḓé">
                <a:extLst>
                  <a:ext uri="{FF2B5EF4-FFF2-40B4-BE49-F238E27FC236}">
                    <a16:creationId id="{E5E96523-BB2D-CC17-8134-1B4535C262C5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471950" y="3782285"/>
                <a:ext cx="633553" cy="267302"/>
              </a:xfrm>
              <a:custGeom>
                <a:avLst/>
                <a:gdLst>
                  <a:gd fmla="*/ 9 w 135" name="T0"/>
                  <a:gd fmla="*/ 31 h 57" name="T1"/>
                  <a:gd fmla="*/ 4 w 135" name="T2"/>
                  <a:gd fmla="*/ 30 h 57" name="T3"/>
                  <a:gd fmla="*/ 5 w 135" name="T4"/>
                  <a:gd fmla="*/ 0 h 57" name="T5"/>
                  <a:gd fmla="*/ 135 w 135" name="T6"/>
                  <a:gd fmla="*/ 29 h 57" name="T7"/>
                  <a:gd fmla="*/ 122 w 135" name="T8"/>
                  <a:gd fmla="*/ 55 h 57" name="T9"/>
                  <a:gd fmla="*/ 117 w 135" name="T10"/>
                  <a:gd fmla="*/ 57 h 57" name="T11"/>
                  <a:gd fmla="*/ 89 w 135" name="T12"/>
                  <a:gd fmla="*/ 50 h 57" name="T13"/>
                  <a:gd fmla="*/ 9 w 135" name="T14"/>
                  <a:gd fmla="*/ 31 h 57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57" w="135">
                    <a:moveTo>
                      <a:pt x="9" y="31"/>
                    </a:move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0" y="12"/>
                      <a:pt x="5" y="0"/>
                    </a:cubicBezTo>
                    <a:cubicBezTo>
                      <a:pt x="45" y="5"/>
                      <a:pt x="88" y="14"/>
                      <a:pt x="135" y="29"/>
                    </a:cubicBezTo>
                    <a:cubicBezTo>
                      <a:pt x="134" y="46"/>
                      <a:pt x="127" y="52"/>
                      <a:pt x="122" y="55"/>
                    </a:cubicBezTo>
                    <a:cubicBezTo>
                      <a:pt x="119" y="57"/>
                      <a:pt x="117" y="57"/>
                      <a:pt x="117" y="57"/>
                    </a:cubicBezTo>
                    <a:cubicBezTo>
                      <a:pt x="89" y="50"/>
                      <a:pt x="89" y="50"/>
                      <a:pt x="89" y="50"/>
                    </a:cubicBezTo>
                    <a:lnTo>
                      <a:pt x="9" y="31"/>
                    </a:lnTo>
                    <a:close/>
                  </a:path>
                </a:pathLst>
              </a:custGeom>
              <a:solidFill>
                <a:srgbClr val="E0E2E2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38ccb41-d08e-4586-abbe-6f308ee0d1bf" id="111" name="îṩľiḍè">
                <a:extLst>
                  <a:ext uri="{FF2B5EF4-FFF2-40B4-BE49-F238E27FC236}">
                    <a16:creationId id="{7B2002AD-8F3A-3601-0A63-98213E1671B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674522" y="3935876"/>
                <a:ext cx="412031" cy="258442"/>
              </a:xfrm>
              <a:custGeom>
                <a:avLst/>
                <a:gdLst>
                  <a:gd fmla="*/ 69 w 88" name="T0"/>
                  <a:gd fmla="*/ 52 h 55" name="T1"/>
                  <a:gd fmla="*/ 49 w 88" name="T2"/>
                  <a:gd fmla="*/ 25 h 55" name="T3"/>
                  <a:gd fmla="*/ 38 w 88" name="T4"/>
                  <a:gd fmla="*/ 20 h 55" name="T5"/>
                  <a:gd fmla="*/ 25 w 88" name="T6"/>
                  <a:gd fmla="*/ 18 h 55" name="T7"/>
                  <a:gd fmla="*/ 0 w 88" name="T8"/>
                  <a:gd fmla="*/ 27 h 55" name="T9"/>
                  <a:gd fmla="*/ 0 w 88" name="T10"/>
                  <a:gd fmla="*/ 27 h 55" name="T11"/>
                  <a:gd fmla="*/ 0 w 88" name="T12"/>
                  <a:gd fmla="*/ 26 h 55" name="T13"/>
                  <a:gd fmla="*/ 8 w 88" name="T14"/>
                  <a:gd fmla="*/ 0 h 55" name="T15"/>
                  <a:gd fmla="*/ 88 w 88" name="T16"/>
                  <a:gd fmla="*/ 19 h 55" name="T17"/>
                  <a:gd fmla="*/ 85 w 88" name="T18"/>
                  <a:gd fmla="*/ 26 h 55" name="T19"/>
                  <a:gd fmla="*/ 80 w 88" name="T20"/>
                  <a:gd fmla="*/ 35 h 55" name="T21"/>
                  <a:gd fmla="*/ 70 w 88" name="T22"/>
                  <a:gd fmla="*/ 55 h 55" name="T23"/>
                  <a:gd fmla="*/ 69 w 88" name="T24"/>
                  <a:gd fmla="*/ 52 h 55" name="T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b="b" l="0" r="r" t="0"/>
                <a:pathLst>
                  <a:path h="55" w="88">
                    <a:moveTo>
                      <a:pt x="69" y="52"/>
                    </a:moveTo>
                    <a:cubicBezTo>
                      <a:pt x="67" y="41"/>
                      <a:pt x="59" y="32"/>
                      <a:pt x="49" y="25"/>
                    </a:cubicBezTo>
                    <a:cubicBezTo>
                      <a:pt x="45" y="23"/>
                      <a:pt x="42" y="21"/>
                      <a:pt x="38" y="20"/>
                    </a:cubicBezTo>
                    <a:cubicBezTo>
                      <a:pt x="34" y="19"/>
                      <a:pt x="30" y="18"/>
                      <a:pt x="25" y="18"/>
                    </a:cubicBezTo>
                    <a:cubicBezTo>
                      <a:pt x="16" y="18"/>
                      <a:pt x="7" y="21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" y="18"/>
                      <a:pt x="5" y="9"/>
                      <a:pt x="8" y="0"/>
                    </a:cubicBezTo>
                    <a:cubicBezTo>
                      <a:pt x="88" y="19"/>
                      <a:pt x="88" y="19"/>
                      <a:pt x="88" y="19"/>
                    </a:cubicBezTo>
                    <a:cubicBezTo>
                      <a:pt x="87" y="21"/>
                      <a:pt x="86" y="23"/>
                      <a:pt x="85" y="26"/>
                    </a:cubicBezTo>
                    <a:cubicBezTo>
                      <a:pt x="84" y="29"/>
                      <a:pt x="82" y="32"/>
                      <a:pt x="80" y="35"/>
                    </a:cubicBezTo>
                    <a:cubicBezTo>
                      <a:pt x="77" y="41"/>
                      <a:pt x="73" y="48"/>
                      <a:pt x="70" y="55"/>
                    </a:cubicBezTo>
                    <a:cubicBezTo>
                      <a:pt x="70" y="54"/>
                      <a:pt x="70" y="53"/>
                      <a:pt x="69" y="52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ca9a16b-d001-4671-91a5-e1e763e70aea" id="112" name="îṣlïḑê">
                <a:extLst>
                  <a:ext uri="{FF2B5EF4-FFF2-40B4-BE49-F238E27FC236}">
                    <a16:creationId id="{E59BDB76-B1E6-C7C7-3FDC-F1536CA4E07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725993" y="4042284"/>
                <a:ext cx="732498" cy="890518"/>
              </a:xfrm>
              <a:custGeom>
                <a:avLst/>
                <a:gdLst>
                  <a:gd fmla="*/ 136 w 156" name="T0"/>
                  <a:gd fmla="*/ 7 h 190" name="T1"/>
                  <a:gd fmla="*/ 156 w 156" name="T2"/>
                  <a:gd fmla="*/ 34 h 190" name="T3"/>
                  <a:gd fmla="*/ 137 w 156" name="T4"/>
                  <a:gd fmla="*/ 68 h 190" name="T5"/>
                  <a:gd fmla="*/ 54 w 156" name="T6"/>
                  <a:gd fmla="*/ 183 h 190" name="T7"/>
                  <a:gd fmla="*/ 47 w 156" name="T8"/>
                  <a:gd fmla="*/ 189 h 190" name="T9"/>
                  <a:gd fmla="*/ 37 w 156" name="T10"/>
                  <a:gd fmla="*/ 188 h 190" name="T11"/>
                  <a:gd fmla="*/ 1 w 156" name="T12"/>
                  <a:gd fmla="*/ 171 h 190" name="T13"/>
                  <a:gd fmla="*/ 1 w 156" name="T14"/>
                  <a:gd fmla="*/ 171 h 190" name="T15"/>
                  <a:gd fmla="*/ 0 w 156" name="T16"/>
                  <a:gd fmla="*/ 170 h 190" name="T17"/>
                  <a:gd fmla="*/ 1 w 156" name="T18"/>
                  <a:gd fmla="*/ 170 h 190" name="T19"/>
                  <a:gd fmla="*/ 112 w 156" name="T20"/>
                  <a:gd fmla="*/ 0 h 190" name="T21"/>
                  <a:gd fmla="*/ 125 w 156" name="T22"/>
                  <a:gd fmla="*/ 2 h 190" name="T23"/>
                  <a:gd fmla="*/ 136 w 156" name="T24"/>
                  <a:gd fmla="*/ 7 h 190" name="T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b="b" l="0" r="r" t="0"/>
                <a:pathLst>
                  <a:path h="190" w="156">
                    <a:moveTo>
                      <a:pt x="136" y="7"/>
                    </a:moveTo>
                    <a:cubicBezTo>
                      <a:pt x="146" y="14"/>
                      <a:pt x="154" y="23"/>
                      <a:pt x="156" y="34"/>
                    </a:cubicBezTo>
                    <a:cubicBezTo>
                      <a:pt x="151" y="46"/>
                      <a:pt x="144" y="57"/>
                      <a:pt x="137" y="68"/>
                    </a:cubicBezTo>
                    <a:cubicBezTo>
                      <a:pt x="111" y="108"/>
                      <a:pt x="84" y="146"/>
                      <a:pt x="54" y="183"/>
                    </a:cubicBezTo>
                    <a:cubicBezTo>
                      <a:pt x="52" y="185"/>
                      <a:pt x="50" y="188"/>
                      <a:pt x="47" y="189"/>
                    </a:cubicBezTo>
                    <a:cubicBezTo>
                      <a:pt x="44" y="190"/>
                      <a:pt x="40" y="189"/>
                      <a:pt x="37" y="188"/>
                    </a:cubicBezTo>
                    <a:cubicBezTo>
                      <a:pt x="24" y="185"/>
                      <a:pt x="11" y="181"/>
                      <a:pt x="1" y="171"/>
                    </a:cubicBezTo>
                    <a:cubicBezTo>
                      <a:pt x="1" y="171"/>
                      <a:pt x="1" y="171"/>
                      <a:pt x="1" y="171"/>
                    </a:cubicBezTo>
                    <a:cubicBezTo>
                      <a:pt x="0" y="170"/>
                      <a:pt x="0" y="170"/>
                      <a:pt x="0" y="170"/>
                    </a:cubicBezTo>
                    <a:cubicBezTo>
                      <a:pt x="1" y="170"/>
                      <a:pt x="1" y="170"/>
                      <a:pt x="1" y="170"/>
                    </a:cubicBezTo>
                    <a:cubicBezTo>
                      <a:pt x="40" y="115"/>
                      <a:pt x="77" y="58"/>
                      <a:pt x="112" y="0"/>
                    </a:cubicBezTo>
                    <a:cubicBezTo>
                      <a:pt x="117" y="0"/>
                      <a:pt x="121" y="1"/>
                      <a:pt x="125" y="2"/>
                    </a:cubicBezTo>
                    <a:cubicBezTo>
                      <a:pt x="129" y="3"/>
                      <a:pt x="132" y="5"/>
                      <a:pt x="13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776b658-5899-496c-87ca-a698955a85a7" id="113" name="íšḻíḍé">
                <a:extLst>
                  <a:ext uri="{FF2B5EF4-FFF2-40B4-BE49-F238E27FC236}">
                    <a16:creationId id="{37B44034-B17E-A93A-F123-188884AB90FE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928897" y="2491270"/>
                <a:ext cx="1125330" cy="666042"/>
              </a:xfrm>
              <a:custGeom>
                <a:avLst/>
                <a:gdLst>
                  <a:gd fmla="*/ 239 w 240" name="T0"/>
                  <a:gd fmla="*/ 136 h 142" name="T1"/>
                  <a:gd fmla="*/ 240 w 240" name="T2"/>
                  <a:gd fmla="*/ 142 h 142" name="T3"/>
                  <a:gd fmla="*/ 3 w 240" name="T4"/>
                  <a:gd fmla="*/ 15 h 142" name="T5"/>
                  <a:gd fmla="*/ 3 w 240" name="T6"/>
                  <a:gd fmla="*/ 15 h 142" name="T7"/>
                  <a:gd fmla="*/ 0 w 240" name="T8"/>
                  <a:gd fmla="*/ 0 h 142" name="T9"/>
                  <a:gd fmla="*/ 201 w 240" name="T10"/>
                  <a:gd fmla="*/ 121 h 142" name="T11"/>
                  <a:gd fmla="*/ 201 w 240" name="T12"/>
                  <a:gd fmla="*/ 121 h 142" name="T13"/>
                  <a:gd fmla="*/ 239 w 240" name="T14"/>
                  <a:gd fmla="*/ 136 h 142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142" w="240">
                    <a:moveTo>
                      <a:pt x="239" y="136"/>
                    </a:moveTo>
                    <a:cubicBezTo>
                      <a:pt x="240" y="140"/>
                      <a:pt x="240" y="142"/>
                      <a:pt x="240" y="142"/>
                    </a:cubicBezTo>
                    <a:cubicBezTo>
                      <a:pt x="240" y="142"/>
                      <a:pt x="75" y="87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0"/>
                      <a:pt x="1" y="5"/>
                      <a:pt x="0" y="0"/>
                    </a:cubicBezTo>
                    <a:cubicBezTo>
                      <a:pt x="17" y="15"/>
                      <a:pt x="89" y="75"/>
                      <a:pt x="201" y="121"/>
                    </a:cubicBezTo>
                    <a:cubicBezTo>
                      <a:pt x="201" y="121"/>
                      <a:pt x="201" y="121"/>
                      <a:pt x="201" y="121"/>
                    </a:cubicBezTo>
                    <a:cubicBezTo>
                      <a:pt x="213" y="126"/>
                      <a:pt x="226" y="131"/>
                      <a:pt x="239" y="1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de2a51b-1a55-4c9a-825e-86aea97027ae" id="114" name="ïS1íḍê">
                <a:extLst>
                  <a:ext uri="{FF2B5EF4-FFF2-40B4-BE49-F238E27FC236}">
                    <a16:creationId id="{FA3F52E5-2DEB-16B5-BBBB-3BFFE2C7EB0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916431" y="2894248"/>
                <a:ext cx="178695" cy="191985"/>
              </a:xfrm>
              <a:custGeom>
                <a:avLst/>
                <a:gdLst>
                  <a:gd fmla="*/ 21 w 38" name="T0"/>
                  <a:gd fmla="*/ 6 h 41" name="T1"/>
                  <a:gd fmla="*/ 38 w 38" name="T2"/>
                  <a:gd fmla="*/ 41 h 41" name="T3"/>
                  <a:gd fmla="*/ 0 w 38" name="T4"/>
                  <a:gd fmla="*/ 26 h 41" name="T5"/>
                  <a:gd fmla="*/ 0 w 38" name="T6"/>
                  <a:gd fmla="*/ 26 h 41" name="T7"/>
                  <a:gd fmla="*/ 21 w 38" name="T8"/>
                  <a:gd fmla="*/ 6 h 41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41" w="38">
                    <a:moveTo>
                      <a:pt x="21" y="6"/>
                    </a:moveTo>
                    <a:cubicBezTo>
                      <a:pt x="33" y="11"/>
                      <a:pt x="37" y="31"/>
                      <a:pt x="38" y="41"/>
                    </a:cubicBezTo>
                    <a:cubicBezTo>
                      <a:pt x="25" y="36"/>
                      <a:pt x="12" y="31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5"/>
                      <a:pt x="5" y="0"/>
                      <a:pt x="21" y="6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8e9753f-c700-4be5-8a4e-4c213c6b2ea4" id="115" name="íSľíḓê">
                <a:extLst>
                  <a:ext uri="{FF2B5EF4-FFF2-40B4-BE49-F238E27FC236}">
                    <a16:creationId id="{C25DC849-0E9D-5B92-2CE3-D10606E4EA1D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936322" y="4053026"/>
                <a:ext cx="553804" cy="800431"/>
              </a:xfrm>
              <a:custGeom>
                <a:avLst/>
                <a:gdLst>
                  <a:gd fmla="*/ 93 w 118" name="T0"/>
                  <a:gd fmla="*/ 9 h 171" name="T1"/>
                  <a:gd fmla="*/ 93 w 118" name="T2"/>
                  <a:gd fmla="*/ 9 h 171" name="T3"/>
                  <a:gd fmla="*/ 118 w 118" name="T4"/>
                  <a:gd fmla="*/ 0 h 171" name="T5"/>
                  <a:gd fmla="*/ 7 w 118" name="T6"/>
                  <a:gd fmla="*/ 170 h 171" name="T7"/>
                  <a:gd fmla="*/ 6 w 118" name="T8"/>
                  <a:gd fmla="*/ 170 h 171" name="T9"/>
                  <a:gd fmla="*/ 7 w 118" name="T10"/>
                  <a:gd fmla="*/ 171 h 171" name="T11"/>
                  <a:gd fmla="*/ 6 w 118" name="T12"/>
                  <a:gd fmla="*/ 171 h 171" name="T13"/>
                  <a:gd fmla="*/ 2 w 118" name="T14"/>
                  <a:gd fmla="*/ 165 h 171" name="T15"/>
                  <a:gd fmla="*/ 0 w 118" name="T16"/>
                  <a:gd fmla="*/ 159 h 171" name="T17"/>
                  <a:gd fmla="*/ 2 w 118" name="T18"/>
                  <a:gd fmla="*/ 151 h 171" name="T19"/>
                  <a:gd fmla="*/ 93 w 118" name="T20"/>
                  <a:gd fmla="*/ 8 h 171" name="T21"/>
                  <a:gd fmla="*/ 93 w 118" name="T22"/>
                  <a:gd fmla="*/ 9 h 171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171" w="118">
                    <a:moveTo>
                      <a:pt x="93" y="9"/>
                    </a:moveTo>
                    <a:cubicBezTo>
                      <a:pt x="93" y="9"/>
                      <a:pt x="93" y="9"/>
                      <a:pt x="93" y="9"/>
                    </a:cubicBezTo>
                    <a:cubicBezTo>
                      <a:pt x="100" y="3"/>
                      <a:pt x="109" y="0"/>
                      <a:pt x="118" y="0"/>
                    </a:cubicBezTo>
                    <a:cubicBezTo>
                      <a:pt x="83" y="58"/>
                      <a:pt x="46" y="115"/>
                      <a:pt x="7" y="170"/>
                    </a:cubicBezTo>
                    <a:cubicBezTo>
                      <a:pt x="6" y="170"/>
                      <a:pt x="6" y="170"/>
                      <a:pt x="6" y="170"/>
                    </a:cubicBezTo>
                    <a:cubicBezTo>
                      <a:pt x="7" y="171"/>
                      <a:pt x="7" y="171"/>
                      <a:pt x="7" y="171"/>
                    </a:cubicBezTo>
                    <a:cubicBezTo>
                      <a:pt x="6" y="171"/>
                      <a:pt x="6" y="171"/>
                      <a:pt x="6" y="171"/>
                    </a:cubicBezTo>
                    <a:cubicBezTo>
                      <a:pt x="5" y="169"/>
                      <a:pt x="4" y="167"/>
                      <a:pt x="2" y="165"/>
                    </a:cubicBezTo>
                    <a:cubicBezTo>
                      <a:pt x="1" y="163"/>
                      <a:pt x="0" y="161"/>
                      <a:pt x="0" y="159"/>
                    </a:cubicBezTo>
                    <a:cubicBezTo>
                      <a:pt x="0" y="156"/>
                      <a:pt x="1" y="154"/>
                      <a:pt x="2" y="151"/>
                    </a:cubicBezTo>
                    <a:cubicBezTo>
                      <a:pt x="28" y="101"/>
                      <a:pt x="63" y="56"/>
                      <a:pt x="93" y="8"/>
                    </a:cubicBezTo>
                    <a:lnTo>
                      <a:pt x="93" y="9"/>
                    </a:lnTo>
                    <a:close/>
                  </a:path>
                </a:pathLst>
              </a:custGeom>
              <a:solidFill>
                <a:srgbClr val="E0E2E2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e9f8587-aa95-42d7-8959-bbdc5eb947d8" id="116" name="iś1ïḋe">
                <a:extLst>
                  <a:ext uri="{FF2B5EF4-FFF2-40B4-BE49-F238E27FC236}">
                    <a16:creationId id="{2C8FE339-E0F6-D3B7-672D-B1CFCFA53BA5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990002" y="2262753"/>
                <a:ext cx="983556" cy="1819430"/>
              </a:xfrm>
              <a:custGeom>
                <a:avLst/>
                <a:gdLst>
                  <a:gd fmla="*/ 167 w 210" name="T0"/>
                  <a:gd fmla="*/ 46 h 388" name="T1"/>
                  <a:gd fmla="*/ 144 w 210" name="T2"/>
                  <a:gd fmla="*/ 30 h 388" name="T3"/>
                  <a:gd fmla="*/ 33 w 210" name="T4"/>
                  <a:gd fmla="*/ 181 h 388" name="T5"/>
                  <a:gd fmla="*/ 67 w 210" name="T6"/>
                  <a:gd fmla="*/ 366 h 388" name="T7"/>
                  <a:gd fmla="*/ 78 w 210" name="T8"/>
                  <a:gd fmla="*/ 366 h 388" name="T9"/>
                  <a:gd fmla="*/ 158 w 210" name="T10"/>
                  <a:gd fmla="*/ 276 h 388" name="T11"/>
                  <a:gd fmla="*/ 178 w 210" name="T12"/>
                  <a:gd fmla="*/ 214 h 388" name="T13"/>
                  <a:gd fmla="*/ 185 w 210" name="T14"/>
                  <a:gd fmla="*/ 169 h 388" name="T15"/>
                  <a:gd fmla="*/ 167 w 210" name="T16"/>
                  <a:gd fmla="*/ 46 h 388" name="T17"/>
                  <a:gd fmla="*/ 202 w 210" name="T18"/>
                  <a:gd fmla="*/ 68 h 388" name="T19"/>
                  <a:gd fmla="*/ 205 w 210" name="T20"/>
                  <a:gd fmla="*/ 83 h 388" name="T21"/>
                  <a:gd fmla="*/ 205 w 210" name="T22"/>
                  <a:gd fmla="*/ 83 h 388" name="T23"/>
                  <a:gd fmla="*/ 210 w 210" name="T24"/>
                  <a:gd fmla="*/ 139 h 388" name="T25"/>
                  <a:gd fmla="*/ 200 w 210" name="T26"/>
                  <a:gd fmla="*/ 218 h 388" name="T27"/>
                  <a:gd fmla="*/ 116 w 210" name="T28"/>
                  <a:gd fmla="*/ 372 h 388" name="T29"/>
                  <a:gd fmla="*/ 69 w 210" name="T30"/>
                  <a:gd fmla="*/ 384 h 388" name="T31"/>
                  <a:gd fmla="*/ 24 w 210" name="T32"/>
                  <a:gd fmla="*/ 177 h 388" name="T33"/>
                  <a:gd fmla="*/ 155 w 210" name="T34"/>
                  <a:gd fmla="*/ 11 h 388" name="T35"/>
                  <a:gd fmla="*/ 202 w 210" name="T36"/>
                  <a:gd fmla="*/ 68 h 388" name="T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b="b" l="0" r="r" t="0"/>
                <a:pathLst>
                  <a:path h="388" w="210">
                    <a:moveTo>
                      <a:pt x="167" y="46"/>
                    </a:moveTo>
                    <a:cubicBezTo>
                      <a:pt x="161" y="38"/>
                      <a:pt x="153" y="32"/>
                      <a:pt x="144" y="30"/>
                    </a:cubicBezTo>
                    <a:cubicBezTo>
                      <a:pt x="104" y="21"/>
                      <a:pt x="55" y="88"/>
                      <a:pt x="33" y="181"/>
                    </a:cubicBezTo>
                    <a:cubicBezTo>
                      <a:pt x="12" y="274"/>
                      <a:pt x="27" y="356"/>
                      <a:pt x="67" y="366"/>
                    </a:cubicBezTo>
                    <a:cubicBezTo>
                      <a:pt x="70" y="366"/>
                      <a:pt x="74" y="367"/>
                      <a:pt x="78" y="366"/>
                    </a:cubicBezTo>
                    <a:cubicBezTo>
                      <a:pt x="105" y="363"/>
                      <a:pt x="136" y="328"/>
                      <a:pt x="158" y="276"/>
                    </a:cubicBezTo>
                    <a:cubicBezTo>
                      <a:pt x="166" y="257"/>
                      <a:pt x="172" y="237"/>
                      <a:pt x="178" y="214"/>
                    </a:cubicBezTo>
                    <a:cubicBezTo>
                      <a:pt x="181" y="199"/>
                      <a:pt x="184" y="183"/>
                      <a:pt x="185" y="169"/>
                    </a:cubicBezTo>
                    <a:cubicBezTo>
                      <a:pt x="191" y="115"/>
                      <a:pt x="184" y="70"/>
                      <a:pt x="167" y="46"/>
                    </a:cubicBezTo>
                    <a:close/>
                    <a:moveTo>
                      <a:pt x="202" y="68"/>
                    </a:moveTo>
                    <a:cubicBezTo>
                      <a:pt x="203" y="73"/>
                      <a:pt x="204" y="78"/>
                      <a:pt x="205" y="83"/>
                    </a:cubicBezTo>
                    <a:cubicBezTo>
                      <a:pt x="205" y="83"/>
                      <a:pt x="205" y="83"/>
                      <a:pt x="205" y="83"/>
                    </a:cubicBezTo>
                    <a:cubicBezTo>
                      <a:pt x="209" y="100"/>
                      <a:pt x="210" y="119"/>
                      <a:pt x="210" y="139"/>
                    </a:cubicBezTo>
                    <a:cubicBezTo>
                      <a:pt x="210" y="164"/>
                      <a:pt x="207" y="191"/>
                      <a:pt x="200" y="218"/>
                    </a:cubicBezTo>
                    <a:cubicBezTo>
                      <a:pt x="184" y="289"/>
                      <a:pt x="151" y="347"/>
                      <a:pt x="116" y="372"/>
                    </a:cubicBezTo>
                    <a:cubicBezTo>
                      <a:pt x="100" y="383"/>
                      <a:pt x="84" y="388"/>
                      <a:pt x="69" y="384"/>
                    </a:cubicBezTo>
                    <a:cubicBezTo>
                      <a:pt x="20" y="373"/>
                      <a:pt x="0" y="280"/>
                      <a:pt x="24" y="177"/>
                    </a:cubicBezTo>
                    <a:cubicBezTo>
                      <a:pt x="47" y="74"/>
                      <a:pt x="106" y="0"/>
                      <a:pt x="155" y="11"/>
                    </a:cubicBezTo>
                    <a:cubicBezTo>
                      <a:pt x="177" y="16"/>
                      <a:pt x="193" y="37"/>
                      <a:pt x="202" y="68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31fcff4-866e-437a-95b5-b7a2d2424628" id="117" name="iśľiḓé">
                <a:extLst>
                  <a:ext uri="{FF2B5EF4-FFF2-40B4-BE49-F238E27FC236}">
                    <a16:creationId id="{D29A8A08-E578-DE6B-F8CD-7F0B81D99FB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073905" y="2470569"/>
                <a:ext cx="637982" cy="1500439"/>
              </a:xfrm>
              <a:custGeom>
                <a:avLst/>
                <a:gdLst>
                  <a:gd fmla="*/ 112 w 136" name="T0"/>
                  <a:gd fmla="*/ 0 h 320" name="T1"/>
                  <a:gd fmla="*/ 130 w 136" name="T2"/>
                  <a:gd fmla="*/ 123 h 320" name="T3"/>
                  <a:gd fmla="*/ 79 w 136" name="T4"/>
                  <a:gd fmla="*/ 117 h 320" name="T5"/>
                  <a:gd fmla="*/ 72 w 136" name="T6"/>
                  <a:gd fmla="*/ 130 h 320" name="T7"/>
                  <a:gd fmla="*/ 64 w 136" name="T8"/>
                  <a:gd fmla="*/ 130 h 320" name="T9"/>
                  <a:gd fmla="*/ 62 w 136" name="T10"/>
                  <a:gd fmla="*/ 130 h 320" name="T11"/>
                  <a:gd fmla="*/ 62 w 136" name="T12"/>
                  <a:gd fmla="*/ 130 h 320" name="T13"/>
                  <a:gd fmla="*/ 46 w 136" name="T14"/>
                  <a:gd fmla="*/ 155 h 320" name="T15"/>
                  <a:gd fmla="*/ 49 w 136" name="T16"/>
                  <a:gd fmla="*/ 185 h 320" name="T17"/>
                  <a:gd fmla="*/ 56 w 136" name="T18"/>
                  <a:gd fmla="*/ 190 h 320" name="T19"/>
                  <a:gd fmla="*/ 57 w 136" name="T20"/>
                  <a:gd fmla="*/ 204 h 320" name="T21"/>
                  <a:gd fmla="*/ 103 w 136" name="T22"/>
                  <a:gd fmla="*/ 230 h 320" name="T23"/>
                  <a:gd fmla="*/ 103 w 136" name="T24"/>
                  <a:gd fmla="*/ 230 h 320" name="T25"/>
                  <a:gd fmla="*/ 23 w 136" name="T26"/>
                  <a:gd fmla="*/ 320 h 320" name="T27"/>
                  <a:gd fmla="*/ 9 w 136" name="T28"/>
                  <a:gd fmla="*/ 289 h 320" name="T29"/>
                  <a:gd fmla="*/ 5 w 136" name="T30"/>
                  <a:gd fmla="*/ 181 h 320" name="T31"/>
                  <a:gd fmla="*/ 37 w 136" name="T32"/>
                  <a:gd fmla="*/ 77 h 320" name="T33"/>
                  <a:gd fmla="*/ 112 w 136" name="T34"/>
                  <a:gd fmla="*/ 0 h 320" name="T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b="b" l="0" r="r" t="0"/>
                <a:pathLst>
                  <a:path h="320" w="136">
                    <a:moveTo>
                      <a:pt x="112" y="0"/>
                    </a:moveTo>
                    <a:cubicBezTo>
                      <a:pt x="129" y="24"/>
                      <a:pt x="136" y="69"/>
                      <a:pt x="130" y="123"/>
                    </a:cubicBezTo>
                    <a:cubicBezTo>
                      <a:pt x="79" y="117"/>
                      <a:pt x="79" y="117"/>
                      <a:pt x="79" y="117"/>
                    </a:cubicBezTo>
                    <a:cubicBezTo>
                      <a:pt x="79" y="117"/>
                      <a:pt x="76" y="122"/>
                      <a:pt x="72" y="130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57" y="131"/>
                      <a:pt x="50" y="141"/>
                      <a:pt x="46" y="155"/>
                    </a:cubicBezTo>
                    <a:cubicBezTo>
                      <a:pt x="42" y="170"/>
                      <a:pt x="43" y="183"/>
                      <a:pt x="49" y="185"/>
                    </a:cubicBezTo>
                    <a:cubicBezTo>
                      <a:pt x="56" y="190"/>
                      <a:pt x="56" y="190"/>
                      <a:pt x="56" y="190"/>
                    </a:cubicBezTo>
                    <a:cubicBezTo>
                      <a:pt x="56" y="194"/>
                      <a:pt x="56" y="199"/>
                      <a:pt x="57" y="204"/>
                    </a:cubicBezTo>
                    <a:cubicBezTo>
                      <a:pt x="103" y="230"/>
                      <a:pt x="103" y="230"/>
                      <a:pt x="103" y="230"/>
                    </a:cubicBezTo>
                    <a:cubicBezTo>
                      <a:pt x="103" y="230"/>
                      <a:pt x="103" y="230"/>
                      <a:pt x="103" y="230"/>
                    </a:cubicBezTo>
                    <a:cubicBezTo>
                      <a:pt x="81" y="282"/>
                      <a:pt x="50" y="317"/>
                      <a:pt x="23" y="320"/>
                    </a:cubicBezTo>
                    <a:cubicBezTo>
                      <a:pt x="16" y="311"/>
                      <a:pt x="12" y="300"/>
                      <a:pt x="9" y="289"/>
                    </a:cubicBezTo>
                    <a:cubicBezTo>
                      <a:pt x="0" y="254"/>
                      <a:pt x="0" y="217"/>
                      <a:pt x="5" y="181"/>
                    </a:cubicBezTo>
                    <a:cubicBezTo>
                      <a:pt x="10" y="145"/>
                      <a:pt x="20" y="109"/>
                      <a:pt x="37" y="77"/>
                    </a:cubicBezTo>
                    <a:cubicBezTo>
                      <a:pt x="54" y="45"/>
                      <a:pt x="80" y="17"/>
                      <a:pt x="112" y="0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1a12b3f-2ff7-4f26-9f27-d64cfdafe4d6" id="118" name="ïSḻïḍê">
                <a:extLst>
                  <a:ext uri="{FF2B5EF4-FFF2-40B4-BE49-F238E27FC236}">
                    <a16:creationId id="{BF63403A-0257-68D0-5147-47EB97CF6E96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096727" y="3009125"/>
                <a:ext cx="347051" cy="528698"/>
              </a:xfrm>
              <a:custGeom>
                <a:avLst/>
                <a:gdLst>
                  <a:gd fmla="*/ 23 w 74" name="T0"/>
                  <a:gd fmla="*/ 0 h 113" name="T1"/>
                  <a:gd fmla="*/ 74 w 74" name="T2"/>
                  <a:gd fmla="*/ 6 h 113" name="T3"/>
                  <a:gd fmla="*/ 67 w 74" name="T4"/>
                  <a:gd fmla="*/ 51 h 113" name="T5"/>
                  <a:gd fmla="*/ 47 w 74" name="T6"/>
                  <a:gd fmla="*/ 113 h 113" name="T7"/>
                  <a:gd fmla="*/ 47 w 74" name="T8"/>
                  <a:gd fmla="*/ 113 h 113" name="T9"/>
                  <a:gd fmla="*/ 1 w 74" name="T10"/>
                  <a:gd fmla="*/ 87 h 113" name="T11"/>
                  <a:gd fmla="*/ 0 w 74" name="T12"/>
                  <a:gd fmla="*/ 73 h 113" name="T13"/>
                  <a:gd fmla="*/ 8 w 74" name="T14"/>
                  <a:gd fmla="*/ 78 h 113" name="T15"/>
                  <a:gd fmla="*/ 24 w 74" name="T16"/>
                  <a:gd fmla="*/ 47 h 113" name="T17"/>
                  <a:gd fmla="*/ 24 w 74" name="T18"/>
                  <a:gd fmla="*/ 13 h 113" name="T19"/>
                  <a:gd fmla="*/ 16 w 74" name="T20"/>
                  <a:gd fmla="*/ 13 h 113" name="T21"/>
                  <a:gd fmla="*/ 23 w 74" name="T22"/>
                  <a:gd fmla="*/ 0 h 113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113" w="74">
                    <a:moveTo>
                      <a:pt x="23" y="0"/>
                    </a:moveTo>
                    <a:cubicBezTo>
                      <a:pt x="74" y="6"/>
                      <a:pt x="74" y="6"/>
                      <a:pt x="74" y="6"/>
                    </a:cubicBezTo>
                    <a:cubicBezTo>
                      <a:pt x="73" y="20"/>
                      <a:pt x="70" y="36"/>
                      <a:pt x="67" y="51"/>
                    </a:cubicBezTo>
                    <a:cubicBezTo>
                      <a:pt x="61" y="74"/>
                      <a:pt x="55" y="94"/>
                      <a:pt x="47" y="113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0" y="82"/>
                      <a:pt x="0" y="77"/>
                      <a:pt x="0" y="73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8" y="78"/>
                      <a:pt x="19" y="67"/>
                      <a:pt x="24" y="47"/>
                    </a:cubicBezTo>
                    <a:cubicBezTo>
                      <a:pt x="30" y="27"/>
                      <a:pt x="24" y="13"/>
                      <a:pt x="24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20" y="5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2f23dd8-b1be-47f4-af08-d52ea56c47f1" id="119" name="išľidé">
                <a:extLst>
                  <a:ext uri="{FF2B5EF4-FFF2-40B4-BE49-F238E27FC236}">
                    <a16:creationId id="{674080D3-7FA7-4DDF-6979-D33970E3F3F9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190554" y="2368209"/>
                <a:ext cx="726592" cy="1621538"/>
              </a:xfrm>
              <a:custGeom>
                <a:avLst/>
                <a:gdLst>
                  <a:gd fmla="*/ 132 w 155" name="T0"/>
                  <a:gd fmla="*/ 9 h 346" name="T1"/>
                  <a:gd fmla="*/ 155 w 155" name="T2"/>
                  <a:gd fmla="*/ 25 h 346" name="T3"/>
                  <a:gd fmla="*/ 80 w 155" name="T4"/>
                  <a:gd fmla="*/ 102 h 346" name="T5"/>
                  <a:gd fmla="*/ 48 w 155" name="T6"/>
                  <a:gd fmla="*/ 206 h 346" name="T7"/>
                  <a:gd fmla="*/ 52 w 155" name="T8"/>
                  <a:gd fmla="*/ 314 h 346" name="T9"/>
                  <a:gd fmla="*/ 66 w 155" name="T10"/>
                  <a:gd fmla="*/ 345 h 346" name="T11"/>
                  <a:gd fmla="*/ 55 w 155" name="T12"/>
                  <a:gd fmla="*/ 345 h 346" name="T13"/>
                  <a:gd fmla="*/ 21 w 155" name="T14"/>
                  <a:gd fmla="*/ 160 h 346" name="T15"/>
                  <a:gd fmla="*/ 132 w 155" name="T16"/>
                  <a:gd fmla="*/ 9 h 346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346" w="155">
                    <a:moveTo>
                      <a:pt x="132" y="9"/>
                    </a:moveTo>
                    <a:cubicBezTo>
                      <a:pt x="141" y="11"/>
                      <a:pt x="149" y="17"/>
                      <a:pt x="155" y="25"/>
                    </a:cubicBezTo>
                    <a:cubicBezTo>
                      <a:pt x="123" y="42"/>
                      <a:pt x="97" y="70"/>
                      <a:pt x="80" y="102"/>
                    </a:cubicBezTo>
                    <a:cubicBezTo>
                      <a:pt x="63" y="134"/>
                      <a:pt x="53" y="170"/>
                      <a:pt x="48" y="206"/>
                    </a:cubicBezTo>
                    <a:cubicBezTo>
                      <a:pt x="43" y="242"/>
                      <a:pt x="43" y="279"/>
                      <a:pt x="52" y="314"/>
                    </a:cubicBezTo>
                    <a:cubicBezTo>
                      <a:pt x="55" y="325"/>
                      <a:pt x="59" y="336"/>
                      <a:pt x="66" y="345"/>
                    </a:cubicBezTo>
                    <a:cubicBezTo>
                      <a:pt x="62" y="346"/>
                      <a:pt x="58" y="345"/>
                      <a:pt x="55" y="345"/>
                    </a:cubicBezTo>
                    <a:cubicBezTo>
                      <a:pt x="15" y="335"/>
                      <a:pt x="0" y="253"/>
                      <a:pt x="21" y="160"/>
                    </a:cubicBezTo>
                    <a:cubicBezTo>
                      <a:pt x="43" y="67"/>
                      <a:pt x="92" y="0"/>
                      <a:pt x="132" y="9"/>
                    </a:cubicBezTo>
                    <a:close/>
                  </a:path>
                </a:pathLst>
              </a:custGeom>
              <a:solidFill>
                <a:srgbClr val="E0E2E2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dcb1d96-0e84-42c1-b901-8a1ae15e70d0" id="120" name="îŝḻîďè">
                <a:extLst>
                  <a:ext uri="{FF2B5EF4-FFF2-40B4-BE49-F238E27FC236}">
                    <a16:creationId id="{C3BA3003-C12D-39B4-0802-639A33C4753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307712" y="3079182"/>
                <a:ext cx="140297" cy="304223"/>
              </a:xfrm>
              <a:custGeom>
                <a:avLst/>
                <a:gdLst>
                  <a:gd fmla="*/ 24 w 30" name="T0"/>
                  <a:gd fmla="*/ 0 h 65" name="T1"/>
                  <a:gd fmla="*/ 24 w 30" name="T2"/>
                  <a:gd fmla="*/ 34 h 65" name="T3"/>
                  <a:gd fmla="*/ 8 w 30" name="T4"/>
                  <a:gd fmla="*/ 65 h 65" name="T5"/>
                  <a:gd fmla="*/ 0 w 30" name="T6"/>
                  <a:gd fmla="*/ 60 h 65" name="T7"/>
                  <a:gd fmla="*/ 1 w 30" name="T8"/>
                  <a:gd fmla="*/ 50 h 65" name="T9"/>
                  <a:gd fmla="*/ 10 w 30" name="T10"/>
                  <a:gd fmla="*/ 30 h 65" name="T11"/>
                  <a:gd fmla="*/ 12 w 30" name="T12"/>
                  <a:gd fmla="*/ 7 h 65" name="T13"/>
                  <a:gd fmla="*/ 16 w 30" name="T14"/>
                  <a:gd fmla="*/ 0 h 65" name="T15"/>
                  <a:gd fmla="*/ 24 w 30" name="T16"/>
                  <a:gd fmla="*/ 0 h 65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65" w="30">
                    <a:moveTo>
                      <a:pt x="24" y="0"/>
                    </a:moveTo>
                    <a:cubicBezTo>
                      <a:pt x="24" y="0"/>
                      <a:pt x="30" y="14"/>
                      <a:pt x="24" y="34"/>
                    </a:cubicBezTo>
                    <a:cubicBezTo>
                      <a:pt x="19" y="54"/>
                      <a:pt x="8" y="65"/>
                      <a:pt x="8" y="65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57"/>
                      <a:pt x="1" y="53"/>
                      <a:pt x="1" y="50"/>
                    </a:cubicBezTo>
                    <a:cubicBezTo>
                      <a:pt x="4" y="46"/>
                      <a:pt x="8" y="38"/>
                      <a:pt x="10" y="30"/>
                    </a:cubicBezTo>
                    <a:cubicBezTo>
                      <a:pt x="13" y="21"/>
                      <a:pt x="13" y="13"/>
                      <a:pt x="12" y="7"/>
                    </a:cubicBezTo>
                    <a:cubicBezTo>
                      <a:pt x="13" y="4"/>
                      <a:pt x="15" y="2"/>
                      <a:pt x="16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d4e1ef0-945c-4a59-b091-71b304d3b905" id="121" name="iṣļîdê">
                <a:extLst>
                  <a:ext uri="{FF2B5EF4-FFF2-40B4-BE49-F238E27FC236}">
                    <a16:creationId id="{033EACAA-19D1-709C-CEDA-9554741E7084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384857" y="3080927"/>
                <a:ext cx="36921" cy="32490"/>
              </a:xfrm>
              <a:custGeom>
                <a:avLst/>
                <a:gdLst>
                  <a:gd fmla="*/ 0 w 8" name="T0"/>
                  <a:gd fmla="*/ 0 h 7" name="T1"/>
                  <a:gd fmla="*/ 8 w 8" name="T2"/>
                  <a:gd fmla="*/ 0 h 7" name="T3"/>
                  <a:gd fmla="*/ 4 w 8" name="T4"/>
                  <a:gd fmla="*/ 7 h 7" name="T5"/>
                  <a:gd fmla="*/ 0 w 8" name="T6"/>
                  <a:gd fmla="*/ 0 h 7" name="T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b="b" l="0" r="r" t="0"/>
                <a:pathLst>
                  <a:path h="7" w="8">
                    <a:moveTo>
                      <a:pt x="0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2"/>
                      <a:pt x="5" y="4"/>
                      <a:pt x="4" y="7"/>
                    </a:cubicBezTo>
                    <a:cubicBezTo>
                      <a:pt x="4" y="3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a8eabfa-9ec0-4cf4-a658-80ff072478f6" id="122" name="ïṧḻíḋê">
                <a:extLst>
                  <a:ext uri="{FF2B5EF4-FFF2-40B4-BE49-F238E27FC236}">
                    <a16:creationId id="{91F688E6-8E31-4EE0-6C5D-4A1FF1B0542C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389033" y="3115136"/>
                <a:ext cx="56119" cy="200846"/>
              </a:xfrm>
              <a:custGeom>
                <a:avLst/>
                <a:gdLst>
                  <a:gd fmla="*/ 11 w 12" name="T0"/>
                  <a:gd fmla="*/ 0 h 43" name="T1"/>
                  <a:gd fmla="*/ 9 w 12" name="T2"/>
                  <a:gd fmla="*/ 23 h 43" name="T3"/>
                  <a:gd fmla="*/ 0 w 12" name="T4"/>
                  <a:gd fmla="*/ 43 h 43" name="T5"/>
                  <a:gd fmla="*/ 11 w 12" name="T6"/>
                  <a:gd fmla="*/ 0 h 43" name="T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b="b" l="0" r="r" t="0"/>
                <a:pathLst>
                  <a:path h="43" w="12">
                    <a:moveTo>
                      <a:pt x="11" y="0"/>
                    </a:moveTo>
                    <a:cubicBezTo>
                      <a:pt x="12" y="6"/>
                      <a:pt x="12" y="14"/>
                      <a:pt x="9" y="23"/>
                    </a:cubicBezTo>
                    <a:cubicBezTo>
                      <a:pt x="7" y="31"/>
                      <a:pt x="3" y="39"/>
                      <a:pt x="0" y="43"/>
                    </a:cubicBezTo>
                    <a:cubicBezTo>
                      <a:pt x="1" y="26"/>
                      <a:pt x="6" y="11"/>
                      <a:pt x="11" y="0"/>
                    </a:cubicBezTo>
                    <a:close/>
                  </a:path>
                </a:pathLst>
              </a:custGeom>
              <a:solidFill>
                <a:srgbClr val="D61A42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ad48692-1bc3-4189-ab7c-77f6964386b6" id="123" name="iśḻiḍé">
                <a:extLst>
                  <a:ext uri="{FF2B5EF4-FFF2-40B4-BE49-F238E27FC236}">
                    <a16:creationId id="{E0C57C39-15B8-1494-62DA-D88C06939F7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393715" y="3085985"/>
                <a:ext cx="121099" cy="256965"/>
              </a:xfrm>
              <a:custGeom>
                <a:avLst/>
                <a:gdLst>
                  <a:gd fmla="*/ 22 w 26" name="T0"/>
                  <a:gd fmla="*/ 0 h 55" name="T1"/>
                  <a:gd fmla="*/ 26 w 26" name="T2"/>
                  <a:gd fmla="*/ 7 h 55" name="T3"/>
                  <a:gd fmla="*/ 15 w 26" name="T4"/>
                  <a:gd fmla="*/ 50 h 55" name="T5"/>
                  <a:gd fmla="*/ 7 w 26" name="T6"/>
                  <a:gd fmla="*/ 55 h 55" name="T7"/>
                  <a:gd fmla="*/ 4 w 26" name="T8"/>
                  <a:gd fmla="*/ 25 h 55" name="T9"/>
                  <a:gd fmla="*/ 20 w 26" name="T10"/>
                  <a:gd fmla="*/ 0 h 55" name="T11"/>
                  <a:gd fmla="*/ 20 w 26" name="T12"/>
                  <a:gd fmla="*/ 0 h 55" name="T13"/>
                  <a:gd fmla="*/ 22 w 26" name="T14"/>
                  <a:gd fmla="*/ 0 h 55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55" w="26">
                    <a:moveTo>
                      <a:pt x="22" y="0"/>
                    </a:moveTo>
                    <a:cubicBezTo>
                      <a:pt x="24" y="0"/>
                      <a:pt x="26" y="3"/>
                      <a:pt x="26" y="7"/>
                    </a:cubicBezTo>
                    <a:cubicBezTo>
                      <a:pt x="21" y="18"/>
                      <a:pt x="16" y="33"/>
                      <a:pt x="15" y="50"/>
                    </a:cubicBezTo>
                    <a:cubicBezTo>
                      <a:pt x="12" y="54"/>
                      <a:pt x="9" y="55"/>
                      <a:pt x="7" y="55"/>
                    </a:cubicBezTo>
                    <a:cubicBezTo>
                      <a:pt x="1" y="53"/>
                      <a:pt x="0" y="40"/>
                      <a:pt x="4" y="25"/>
                    </a:cubicBezTo>
                    <a:cubicBezTo>
                      <a:pt x="8" y="11"/>
                      <a:pt x="15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D61A42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ce0e112-6065-4950-b910-652585a48be2" id="124" name="iṧḷîḋé">
                <a:extLst>
                  <a:ext uri="{FF2B5EF4-FFF2-40B4-BE49-F238E27FC236}">
                    <a16:creationId id="{41810C99-1EF8-DD55-C16C-A4CEFBABA60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433806" y="3319664"/>
                <a:ext cx="36921" cy="47258"/>
              </a:xfrm>
              <a:custGeom>
                <a:avLst/>
                <a:gdLst>
                  <a:gd fmla="*/ 8 w 8" name="T0"/>
                  <a:gd fmla="*/ 0 h 10" name="T1"/>
                  <a:gd fmla="*/ 7 w 8" name="T2"/>
                  <a:gd fmla="*/ 10 h 10" name="T3"/>
                  <a:gd fmla="*/ 0 w 8" name="T4"/>
                  <a:gd fmla="*/ 5 h 10" name="T5"/>
                  <a:gd fmla="*/ 8 w 8" name="T6"/>
                  <a:gd fmla="*/ 0 h 10" name="T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b="b" l="0" r="r" t="0"/>
                <a:pathLst>
                  <a:path h="10" w="8">
                    <a:moveTo>
                      <a:pt x="8" y="0"/>
                    </a:moveTo>
                    <a:cubicBezTo>
                      <a:pt x="8" y="3"/>
                      <a:pt x="7" y="7"/>
                      <a:pt x="7" y="1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5" y="4"/>
                      <a:pt x="8" y="0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f912408-384e-4593-8e05-749bd1579b3d" id="125" name="ïšḻíďè">
                <a:extLst>
                  <a:ext uri="{FF2B5EF4-FFF2-40B4-BE49-F238E27FC236}">
                    <a16:creationId id="{8DE6A076-EC5E-A42A-8AB2-C36EEBC1C70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201596" y="4266059"/>
                <a:ext cx="680810" cy="1270057"/>
              </a:xfrm>
              <a:custGeom>
                <a:avLst/>
                <a:gdLst>
                  <a:gd fmla="*/ 107 w 145" name="T0"/>
                  <a:gd fmla="*/ 270 h 271" name="T1"/>
                  <a:gd fmla="*/ 103 w 145" name="T2"/>
                  <a:gd fmla="*/ 269 h 271" name="T3"/>
                  <a:gd fmla="*/ 103 w 145" name="T4"/>
                  <a:gd fmla="*/ 268 h 271" name="T5"/>
                  <a:gd fmla="*/ 100 w 145" name="T6"/>
                  <a:gd fmla="*/ 218 h 271" name="T7"/>
                  <a:gd fmla="*/ 100 w 145" name="T8"/>
                  <a:gd fmla="*/ 161 h 271" name="T9"/>
                  <a:gd fmla="*/ 83 w 145" name="T10"/>
                  <a:gd fmla="*/ 56 h 271" name="T11"/>
                  <a:gd fmla="*/ 82 w 145" name="T12"/>
                  <a:gd fmla="*/ 53 h 271" name="T13"/>
                  <a:gd fmla="*/ 73 w 145" name="T14"/>
                  <a:gd fmla="*/ 51 h 271" name="T15"/>
                  <a:gd fmla="*/ 72 w 145" name="T16"/>
                  <a:gd fmla="*/ 51 h 271" name="T17"/>
                  <a:gd fmla="*/ 54 w 145" name="T18"/>
                  <a:gd fmla="*/ 111 h 271" name="T19"/>
                  <a:gd fmla="*/ 35 w 145" name="T20"/>
                  <a:gd fmla="*/ 208 h 271" name="T21"/>
                  <a:gd fmla="*/ 30 w 145" name="T22"/>
                  <a:gd fmla="*/ 242 h 271" name="T23"/>
                  <a:gd fmla="*/ 24 w 145" name="T24"/>
                  <a:gd fmla="*/ 269 h 271" name="T25"/>
                  <a:gd fmla="*/ 23 w 145" name="T26"/>
                  <a:gd fmla="*/ 269 h 271" name="T27"/>
                  <a:gd fmla="*/ 21 w 145" name="T28"/>
                  <a:gd fmla="*/ 269 h 271" name="T29"/>
                  <a:gd fmla="*/ 10 w 145" name="T30"/>
                  <a:gd fmla="*/ 265 h 271" name="T31"/>
                  <a:gd fmla="*/ 0 w 145" name="T32"/>
                  <a:gd fmla="*/ 259 h 271" name="T33"/>
                  <a:gd fmla="*/ 1 w 145" name="T34"/>
                  <a:gd fmla="*/ 253 h 271" name="T35"/>
                  <a:gd fmla="*/ 30 w 145" name="T36"/>
                  <a:gd fmla="*/ 0 h 271" name="T37"/>
                  <a:gd fmla="*/ 31 w 145" name="T38"/>
                  <a:gd fmla="*/ 1 h 271" name="T39"/>
                  <a:gd fmla="*/ 34 w 145" name="T40"/>
                  <a:gd fmla="*/ 6 h 271" name="T41"/>
                  <a:gd fmla="*/ 57 w 145" name="T42"/>
                  <a:gd fmla="*/ 34 h 271" name="T43"/>
                  <a:gd fmla="*/ 59 w 145" name="T44"/>
                  <a:gd fmla="*/ 36 h 271" name="T45"/>
                  <a:gd fmla="*/ 64 w 145" name="T46"/>
                  <a:gd fmla="*/ 34 h 271" name="T47"/>
                  <a:gd fmla="*/ 85 w 145" name="T48"/>
                  <a:gd fmla="*/ 17 h 271" name="T49"/>
                  <a:gd fmla="*/ 88 w 145" name="T50"/>
                  <a:gd fmla="*/ 16 h 271" name="T51"/>
                  <a:gd fmla="*/ 90 w 145" name="T52"/>
                  <a:gd fmla="*/ 17 h 271" name="T53"/>
                  <a:gd fmla="*/ 115 w 145" name="T54"/>
                  <a:gd fmla="*/ 37 h 271" name="T55"/>
                  <a:gd fmla="*/ 133 w 145" name="T56"/>
                  <a:gd fmla="*/ 6 h 271" name="T57"/>
                  <a:gd fmla="*/ 134 w 145" name="T58"/>
                  <a:gd fmla="*/ 2 h 271" name="T59"/>
                  <a:gd fmla="*/ 138 w 145" name="T60"/>
                  <a:gd fmla="*/ 109 h 271" name="T61"/>
                  <a:gd fmla="*/ 130 w 145" name="T62"/>
                  <a:gd fmla="*/ 257 h 271" name="T63"/>
                  <a:gd fmla="*/ 130 w 145" name="T64"/>
                  <a:gd fmla="*/ 266 h 271" name="T65"/>
                  <a:gd fmla="*/ 130 w 145" name="T66"/>
                  <a:gd fmla="*/ 266 h 271" name="T67"/>
                  <a:gd fmla="*/ 107 w 145" name="T68"/>
                  <a:gd fmla="*/ 270 h 271" name="T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b="b" l="0" r="r" t="0"/>
                <a:pathLst>
                  <a:path h="271" w="145">
                    <a:moveTo>
                      <a:pt x="107" y="270"/>
                    </a:moveTo>
                    <a:cubicBezTo>
                      <a:pt x="105" y="269"/>
                      <a:pt x="104" y="269"/>
                      <a:pt x="103" y="269"/>
                    </a:cubicBezTo>
                    <a:cubicBezTo>
                      <a:pt x="103" y="268"/>
                      <a:pt x="103" y="268"/>
                      <a:pt x="103" y="268"/>
                    </a:cubicBezTo>
                    <a:cubicBezTo>
                      <a:pt x="101" y="252"/>
                      <a:pt x="100" y="235"/>
                      <a:pt x="100" y="218"/>
                    </a:cubicBezTo>
                    <a:cubicBezTo>
                      <a:pt x="100" y="199"/>
                      <a:pt x="100" y="180"/>
                      <a:pt x="100" y="161"/>
                    </a:cubicBezTo>
                    <a:cubicBezTo>
                      <a:pt x="99" y="125"/>
                      <a:pt x="93" y="90"/>
                      <a:pt x="83" y="56"/>
                    </a:cubicBezTo>
                    <a:cubicBezTo>
                      <a:pt x="82" y="55"/>
                      <a:pt x="82" y="54"/>
                      <a:pt x="82" y="53"/>
                    </a:cubicBezTo>
                    <a:cubicBezTo>
                      <a:pt x="80" y="51"/>
                      <a:pt x="76" y="51"/>
                      <a:pt x="73" y="51"/>
                    </a:cubicBezTo>
                    <a:cubicBezTo>
                      <a:pt x="72" y="51"/>
                      <a:pt x="72" y="51"/>
                      <a:pt x="72" y="51"/>
                    </a:cubicBezTo>
                    <a:cubicBezTo>
                      <a:pt x="68" y="72"/>
                      <a:pt x="60" y="91"/>
                      <a:pt x="54" y="111"/>
                    </a:cubicBezTo>
                    <a:cubicBezTo>
                      <a:pt x="44" y="143"/>
                      <a:pt x="39" y="175"/>
                      <a:pt x="35" y="208"/>
                    </a:cubicBezTo>
                    <a:cubicBezTo>
                      <a:pt x="33" y="220"/>
                      <a:pt x="32" y="231"/>
                      <a:pt x="30" y="242"/>
                    </a:cubicBezTo>
                    <a:cubicBezTo>
                      <a:pt x="28" y="251"/>
                      <a:pt x="24" y="260"/>
                      <a:pt x="24" y="269"/>
                    </a:cubicBezTo>
                    <a:cubicBezTo>
                      <a:pt x="23" y="269"/>
                      <a:pt x="23" y="269"/>
                      <a:pt x="23" y="269"/>
                    </a:cubicBezTo>
                    <a:cubicBezTo>
                      <a:pt x="22" y="269"/>
                      <a:pt x="22" y="269"/>
                      <a:pt x="21" y="269"/>
                    </a:cubicBezTo>
                    <a:cubicBezTo>
                      <a:pt x="17" y="268"/>
                      <a:pt x="13" y="267"/>
                      <a:pt x="10" y="265"/>
                    </a:cubicBezTo>
                    <a:cubicBezTo>
                      <a:pt x="6" y="264"/>
                      <a:pt x="3" y="262"/>
                      <a:pt x="0" y="259"/>
                    </a:cubicBezTo>
                    <a:cubicBezTo>
                      <a:pt x="0" y="257"/>
                      <a:pt x="0" y="255"/>
                      <a:pt x="1" y="253"/>
                    </a:cubicBezTo>
                    <a:cubicBezTo>
                      <a:pt x="6" y="168"/>
                      <a:pt x="16" y="83"/>
                      <a:pt x="30" y="0"/>
                    </a:cubicBezTo>
                    <a:cubicBezTo>
                      <a:pt x="30" y="0"/>
                      <a:pt x="30" y="1"/>
                      <a:pt x="31" y="1"/>
                    </a:cubicBezTo>
                    <a:cubicBezTo>
                      <a:pt x="31" y="3"/>
                      <a:pt x="32" y="4"/>
                      <a:pt x="34" y="6"/>
                    </a:cubicBezTo>
                    <a:cubicBezTo>
                      <a:pt x="41" y="15"/>
                      <a:pt x="49" y="24"/>
                      <a:pt x="57" y="34"/>
                    </a:cubicBezTo>
                    <a:cubicBezTo>
                      <a:pt x="58" y="35"/>
                      <a:pt x="58" y="36"/>
                      <a:pt x="59" y="36"/>
                    </a:cubicBezTo>
                    <a:cubicBezTo>
                      <a:pt x="61" y="36"/>
                      <a:pt x="63" y="35"/>
                      <a:pt x="64" y="34"/>
                    </a:cubicBezTo>
                    <a:cubicBezTo>
                      <a:pt x="71" y="28"/>
                      <a:pt x="78" y="23"/>
                      <a:pt x="85" y="17"/>
                    </a:cubicBezTo>
                    <a:cubicBezTo>
                      <a:pt x="86" y="17"/>
                      <a:pt x="86" y="16"/>
                      <a:pt x="88" y="16"/>
                    </a:cubicBezTo>
                    <a:cubicBezTo>
                      <a:pt x="88" y="16"/>
                      <a:pt x="89" y="17"/>
                      <a:pt x="90" y="17"/>
                    </a:cubicBezTo>
                    <a:cubicBezTo>
                      <a:pt x="98" y="23"/>
                      <a:pt x="107" y="30"/>
                      <a:pt x="115" y="37"/>
                    </a:cubicBezTo>
                    <a:cubicBezTo>
                      <a:pt x="121" y="27"/>
                      <a:pt x="127" y="17"/>
                      <a:pt x="133" y="6"/>
                    </a:cubicBezTo>
                    <a:cubicBezTo>
                      <a:pt x="133" y="5"/>
                      <a:pt x="134" y="4"/>
                      <a:pt x="134" y="2"/>
                    </a:cubicBezTo>
                    <a:cubicBezTo>
                      <a:pt x="145" y="37"/>
                      <a:pt x="141" y="74"/>
                      <a:pt x="138" y="109"/>
                    </a:cubicBezTo>
                    <a:cubicBezTo>
                      <a:pt x="134" y="158"/>
                      <a:pt x="132" y="208"/>
                      <a:pt x="130" y="257"/>
                    </a:cubicBezTo>
                    <a:cubicBezTo>
                      <a:pt x="130" y="260"/>
                      <a:pt x="130" y="263"/>
                      <a:pt x="130" y="266"/>
                    </a:cubicBezTo>
                    <a:cubicBezTo>
                      <a:pt x="130" y="266"/>
                      <a:pt x="130" y="266"/>
                      <a:pt x="130" y="266"/>
                    </a:cubicBezTo>
                    <a:cubicBezTo>
                      <a:pt x="123" y="270"/>
                      <a:pt x="115" y="271"/>
                      <a:pt x="107" y="270"/>
                    </a:cubicBezTo>
                    <a:close/>
                  </a:path>
                </a:pathLst>
              </a:custGeom>
              <a:solidFill>
                <a:srgbClr val="19414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69e3374-9d5f-4a44-8ac4-4bbb03e02774" id="126" name="iṥ1ïḋê">
                <a:extLst>
                  <a:ext uri="{FF2B5EF4-FFF2-40B4-BE49-F238E27FC236}">
                    <a16:creationId id="{B93112E7-0A73-8ED5-4359-470F0DD2726E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703789" y="3562569"/>
                <a:ext cx="717730" cy="370680"/>
              </a:xfrm>
              <a:custGeom>
                <a:avLst/>
                <a:gdLst>
                  <a:gd fmla="*/ 139 w 153" name="T0"/>
                  <a:gd fmla="*/ 64 h 79" name="T1"/>
                  <a:gd fmla="*/ 153 w 153" name="T2"/>
                  <a:gd fmla="*/ 69 h 79" name="T3"/>
                  <a:gd fmla="*/ 126 w 153" name="T4"/>
                  <a:gd fmla="*/ 75 h 79" name="T5"/>
                  <a:gd fmla="*/ 64 w 153" name="T6"/>
                  <a:gd fmla="*/ 78 h 79" name="T7"/>
                  <a:gd fmla="*/ 52 w 153" name="T8"/>
                  <a:gd fmla="*/ 77 h 79" name="T9"/>
                  <a:gd fmla="*/ 43 w 153" name="T10"/>
                  <a:gd fmla="*/ 72 h 79" name="T11"/>
                  <a:gd fmla="*/ 18 w 153" name="T12"/>
                  <a:gd fmla="*/ 51 h 79" name="T13"/>
                  <a:gd fmla="*/ 4 w 153" name="T14"/>
                  <a:gd fmla="*/ 31 h 79" name="T15"/>
                  <a:gd fmla="*/ 3 w 153" name="T16"/>
                  <a:gd fmla="*/ 11 h 79" name="T17"/>
                  <a:gd fmla="*/ 16 w 153" name="T18"/>
                  <a:gd fmla="*/ 0 h 79" name="T19"/>
                  <a:gd fmla="*/ 27 w 153" name="T20"/>
                  <a:gd fmla="*/ 6 h 79" name="T21"/>
                  <a:gd fmla="*/ 32 w 153" name="T22"/>
                  <a:gd fmla="*/ 14 h 79" name="T23"/>
                  <a:gd fmla="*/ 47 w 153" name="T24"/>
                  <a:gd fmla="*/ 42 h 79" name="T25"/>
                  <a:gd fmla="*/ 58 w 153" name="T26"/>
                  <a:gd fmla="*/ 49 h 79" name="T27"/>
                  <a:gd fmla="*/ 67 w 153" name="T28"/>
                  <a:gd fmla="*/ 51 h 79" name="T29"/>
                  <a:gd fmla="*/ 111 w 153" name="T30"/>
                  <a:gd fmla="*/ 58 h 79" name="T31"/>
                  <a:gd fmla="*/ 139 w 153" name="T32"/>
                  <a:gd fmla="*/ 64 h 79" name="T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b="b" l="0" r="r" t="0"/>
                <a:pathLst>
                  <a:path h="79" w="153">
                    <a:moveTo>
                      <a:pt x="139" y="64"/>
                    </a:moveTo>
                    <a:cubicBezTo>
                      <a:pt x="144" y="65"/>
                      <a:pt x="149" y="66"/>
                      <a:pt x="153" y="69"/>
                    </a:cubicBezTo>
                    <a:cubicBezTo>
                      <a:pt x="144" y="72"/>
                      <a:pt x="135" y="73"/>
                      <a:pt x="126" y="75"/>
                    </a:cubicBezTo>
                    <a:cubicBezTo>
                      <a:pt x="106" y="78"/>
                      <a:pt x="85" y="77"/>
                      <a:pt x="64" y="78"/>
                    </a:cubicBezTo>
                    <a:cubicBezTo>
                      <a:pt x="60" y="78"/>
                      <a:pt x="56" y="79"/>
                      <a:pt x="52" y="77"/>
                    </a:cubicBezTo>
                    <a:cubicBezTo>
                      <a:pt x="48" y="76"/>
                      <a:pt x="45" y="74"/>
                      <a:pt x="43" y="72"/>
                    </a:cubicBezTo>
                    <a:cubicBezTo>
                      <a:pt x="34" y="65"/>
                      <a:pt x="25" y="59"/>
                      <a:pt x="18" y="51"/>
                    </a:cubicBezTo>
                    <a:cubicBezTo>
                      <a:pt x="12" y="46"/>
                      <a:pt x="7" y="39"/>
                      <a:pt x="4" y="31"/>
                    </a:cubicBezTo>
                    <a:cubicBezTo>
                      <a:pt x="2" y="25"/>
                      <a:pt x="0" y="18"/>
                      <a:pt x="3" y="11"/>
                    </a:cubicBezTo>
                    <a:cubicBezTo>
                      <a:pt x="5" y="5"/>
                      <a:pt x="10" y="1"/>
                      <a:pt x="16" y="0"/>
                    </a:cubicBezTo>
                    <a:cubicBezTo>
                      <a:pt x="20" y="1"/>
                      <a:pt x="24" y="3"/>
                      <a:pt x="27" y="6"/>
                    </a:cubicBezTo>
                    <a:cubicBezTo>
                      <a:pt x="29" y="8"/>
                      <a:pt x="31" y="11"/>
                      <a:pt x="32" y="14"/>
                    </a:cubicBezTo>
                    <a:cubicBezTo>
                      <a:pt x="37" y="23"/>
                      <a:pt x="42" y="32"/>
                      <a:pt x="47" y="42"/>
                    </a:cubicBezTo>
                    <a:cubicBezTo>
                      <a:pt x="49" y="46"/>
                      <a:pt x="53" y="47"/>
                      <a:pt x="58" y="49"/>
                    </a:cubicBezTo>
                    <a:cubicBezTo>
                      <a:pt x="61" y="51"/>
                      <a:pt x="63" y="50"/>
                      <a:pt x="67" y="51"/>
                    </a:cubicBezTo>
                    <a:cubicBezTo>
                      <a:pt x="81" y="52"/>
                      <a:pt x="97" y="56"/>
                      <a:pt x="111" y="58"/>
                    </a:cubicBezTo>
                    <a:cubicBezTo>
                      <a:pt x="121" y="59"/>
                      <a:pt x="129" y="63"/>
                      <a:pt x="139" y="64"/>
                    </a:cubicBezTo>
                    <a:close/>
                  </a:path>
                </a:pathLst>
              </a:custGeom>
              <a:solidFill>
                <a:srgbClr val="2C637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fe8e411-0d45-48a8-b552-54633b7c2cad" id="127" name="îṩ1îḑê">
                <a:extLst>
                  <a:ext uri="{FF2B5EF4-FFF2-40B4-BE49-F238E27FC236}">
                    <a16:creationId id="{17A8A8BD-310D-BB19-81D8-E2137FDE994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191398" y="5489401"/>
                <a:ext cx="131437" cy="75318"/>
              </a:xfrm>
              <a:custGeom>
                <a:avLst/>
                <a:gdLst>
                  <a:gd fmla="*/ 23 w 28" name="T0"/>
                  <a:gd fmla="*/ 1 h 16" name="T1"/>
                  <a:gd fmla="*/ 28 w 28" name="T2"/>
                  <a:gd fmla="*/ 6 h 16" name="T3"/>
                  <a:gd fmla="*/ 24 w 28" name="T4"/>
                  <a:gd fmla="*/ 11 h 16" name="T5"/>
                  <a:gd fmla="*/ 10 w 28" name="T6"/>
                  <a:gd fmla="*/ 16 h 16" name="T7"/>
                  <a:gd fmla="*/ 6 w 28" name="T8"/>
                  <a:gd fmla="*/ 14 h 16" name="T9"/>
                  <a:gd fmla="*/ 4 w 28" name="T10"/>
                  <a:gd fmla="*/ 12 h 16" name="T11"/>
                  <a:gd fmla="*/ 0 w 28" name="T12"/>
                  <a:gd fmla="*/ 4 h 16" name="T13"/>
                  <a:gd fmla="*/ 23 w 28" name="T14"/>
                  <a:gd fmla="*/ 0 h 16" name="T15"/>
                  <a:gd fmla="*/ 23 w 28" name="T16"/>
                  <a:gd fmla="*/ 0 h 16" name="T17"/>
                  <a:gd fmla="*/ 23 w 28" name="T18"/>
                  <a:gd fmla="*/ 1 h 16" name="T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b="b" l="0" r="r" t="0"/>
                <a:pathLst>
                  <a:path h="16" w="28">
                    <a:moveTo>
                      <a:pt x="23" y="1"/>
                    </a:moveTo>
                    <a:cubicBezTo>
                      <a:pt x="28" y="6"/>
                      <a:pt x="28" y="6"/>
                      <a:pt x="28" y="6"/>
                    </a:cubicBezTo>
                    <a:cubicBezTo>
                      <a:pt x="27" y="8"/>
                      <a:pt x="25" y="10"/>
                      <a:pt x="24" y="11"/>
                    </a:cubicBezTo>
                    <a:cubicBezTo>
                      <a:pt x="20" y="15"/>
                      <a:pt x="15" y="16"/>
                      <a:pt x="10" y="16"/>
                    </a:cubicBezTo>
                    <a:cubicBezTo>
                      <a:pt x="9" y="16"/>
                      <a:pt x="7" y="15"/>
                      <a:pt x="6" y="14"/>
                    </a:cubicBezTo>
                    <a:cubicBezTo>
                      <a:pt x="5" y="14"/>
                      <a:pt x="5" y="13"/>
                      <a:pt x="4" y="12"/>
                    </a:cubicBezTo>
                    <a:cubicBezTo>
                      <a:pt x="3" y="9"/>
                      <a:pt x="1" y="6"/>
                      <a:pt x="0" y="4"/>
                    </a:cubicBezTo>
                    <a:cubicBezTo>
                      <a:pt x="8" y="5"/>
                      <a:pt x="16" y="4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lnTo>
                      <a:pt x="23" y="1"/>
                    </a:lnTo>
                    <a:close/>
                  </a:path>
                </a:pathLst>
              </a:custGeom>
              <a:solidFill>
                <a:srgbClr val="18252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d223227-ba3a-484d-a6e6-05ad68dc1b8d" id="128" name="îśḷîḍé">
                <a:extLst>
                  <a:ext uri="{FF2B5EF4-FFF2-40B4-BE49-F238E27FC236}">
                    <a16:creationId id="{5BF2B7C9-890B-2501-5D2D-C1FC4413AB7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713309" y="3632968"/>
                <a:ext cx="552327" cy="392833"/>
              </a:xfrm>
              <a:custGeom>
                <a:avLst/>
                <a:gdLst>
                  <a:gd fmla="*/ 92 w 118" name="T0"/>
                  <a:gd fmla="*/ 56 h 84" name="T1"/>
                  <a:gd fmla="*/ 72 w 118" name="T2"/>
                  <a:gd fmla="*/ 79 h 84" name="T3"/>
                  <a:gd fmla="*/ 66 w 118" name="T4"/>
                  <a:gd fmla="*/ 83 h 84" name="T5"/>
                  <a:gd fmla="*/ 60 w 118" name="T6"/>
                  <a:gd fmla="*/ 83 h 84" name="T7"/>
                  <a:gd fmla="*/ 0 w 118" name="T8"/>
                  <a:gd fmla="*/ 66 h 84" name="T9"/>
                  <a:gd fmla="*/ 58 w 118" name="T10"/>
                  <a:gd fmla="*/ 53 h 84" name="T11"/>
                  <a:gd fmla="*/ 58 w 118" name="T12"/>
                  <a:gd fmla="*/ 53 h 84" name="T13"/>
                  <a:gd fmla="*/ 65 w 118" name="T14"/>
                  <a:gd fmla="*/ 47 h 84" name="T15"/>
                  <a:gd fmla="*/ 94 w 118" name="T16"/>
                  <a:gd fmla="*/ 13 h 84" name="T17"/>
                  <a:gd fmla="*/ 109 w 118" name="T18"/>
                  <a:gd fmla="*/ 1 h 84" name="T19"/>
                  <a:gd fmla="*/ 114 w 118" name="T20"/>
                  <a:gd fmla="*/ 0 h 84" name="T21"/>
                  <a:gd fmla="*/ 118 w 118" name="T22"/>
                  <a:gd fmla="*/ 13 h 84" name="T23"/>
                  <a:gd fmla="*/ 115 w 118" name="T24"/>
                  <a:gd fmla="*/ 22 h 84" name="T25"/>
                  <a:gd fmla="*/ 92 w 118" name="T26"/>
                  <a:gd fmla="*/ 56 h 84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84" w="118">
                    <a:moveTo>
                      <a:pt x="92" y="56"/>
                    </a:moveTo>
                    <a:cubicBezTo>
                      <a:pt x="85" y="63"/>
                      <a:pt x="79" y="71"/>
                      <a:pt x="72" y="79"/>
                    </a:cubicBezTo>
                    <a:cubicBezTo>
                      <a:pt x="70" y="81"/>
                      <a:pt x="68" y="82"/>
                      <a:pt x="66" y="83"/>
                    </a:cubicBezTo>
                    <a:cubicBezTo>
                      <a:pt x="64" y="84"/>
                      <a:pt x="62" y="83"/>
                      <a:pt x="60" y="83"/>
                    </a:cubicBezTo>
                    <a:cubicBezTo>
                      <a:pt x="40" y="78"/>
                      <a:pt x="19" y="74"/>
                      <a:pt x="0" y="66"/>
                    </a:cubicBezTo>
                    <a:cubicBezTo>
                      <a:pt x="19" y="62"/>
                      <a:pt x="38" y="57"/>
                      <a:pt x="58" y="53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61" y="52"/>
                      <a:pt x="63" y="50"/>
                      <a:pt x="65" y="47"/>
                    </a:cubicBezTo>
                    <a:cubicBezTo>
                      <a:pt x="74" y="36"/>
                      <a:pt x="84" y="25"/>
                      <a:pt x="94" y="13"/>
                    </a:cubicBezTo>
                    <a:cubicBezTo>
                      <a:pt x="98" y="8"/>
                      <a:pt x="103" y="3"/>
                      <a:pt x="109" y="1"/>
                    </a:cubicBezTo>
                    <a:cubicBezTo>
                      <a:pt x="110" y="1"/>
                      <a:pt x="112" y="0"/>
                      <a:pt x="114" y="0"/>
                    </a:cubicBezTo>
                    <a:cubicBezTo>
                      <a:pt x="116" y="4"/>
                      <a:pt x="118" y="8"/>
                      <a:pt x="118" y="13"/>
                    </a:cubicBezTo>
                    <a:cubicBezTo>
                      <a:pt x="117" y="16"/>
                      <a:pt x="116" y="19"/>
                      <a:pt x="115" y="22"/>
                    </a:cubicBezTo>
                    <a:cubicBezTo>
                      <a:pt x="110" y="35"/>
                      <a:pt x="102" y="46"/>
                      <a:pt x="92" y="56"/>
                    </a:cubicBezTo>
                    <a:close/>
                  </a:path>
                </a:pathLst>
              </a:custGeom>
              <a:solidFill>
                <a:srgbClr val="2C637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71c090b-a400-47e8-841b-08bc47ed561b" id="129" name="îs1iďé">
                <a:extLst>
                  <a:ext uri="{FF2B5EF4-FFF2-40B4-BE49-F238E27FC236}">
                    <a16:creationId id="{034731B4-74DF-D82E-2311-2B86BDF08F9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81711" y="3519568"/>
                <a:ext cx="94516" cy="79747"/>
              </a:xfrm>
              <a:custGeom>
                <a:avLst/>
                <a:gdLst>
                  <a:gd fmla="*/ 12 w 20" name="T0"/>
                  <a:gd fmla="*/ 1 h 17" name="T1"/>
                  <a:gd fmla="*/ 19 w 20" name="T2"/>
                  <a:gd fmla="*/ 13 h 17" name="T3"/>
                  <a:gd fmla="*/ 20 w 20" name="T4"/>
                  <a:gd fmla="*/ 14 h 17" name="T5"/>
                  <a:gd fmla="*/ 20 w 20" name="T6"/>
                  <a:gd fmla="*/ 14 h 17" name="T7"/>
                  <a:gd fmla="*/ 19 w 20" name="T8"/>
                  <a:gd fmla="*/ 15 h 17" name="T9"/>
                  <a:gd fmla="*/ 10 w 20" name="T10"/>
                  <a:gd fmla="*/ 16 h 17" name="T11"/>
                  <a:gd fmla="*/ 1 w 20" name="T12"/>
                  <a:gd fmla="*/ 17 h 17" name="T13"/>
                  <a:gd fmla="*/ 0 w 20" name="T14"/>
                  <a:gd fmla="*/ 9 h 17" name="T15"/>
                  <a:gd fmla="*/ 2 w 20" name="T16"/>
                  <a:gd fmla="*/ 8 h 17" name="T17"/>
                  <a:gd fmla="*/ 4 w 20" name="T18"/>
                  <a:gd fmla="*/ 6 h 17" name="T19"/>
                  <a:gd fmla="*/ 10 w 20" name="T20"/>
                  <a:gd fmla="*/ 1 h 17" name="T21"/>
                  <a:gd fmla="*/ 12 w 20" name="T22"/>
                  <a:gd fmla="*/ 0 h 17" name="T23"/>
                  <a:gd fmla="*/ 12 w 20" name="T24"/>
                  <a:gd fmla="*/ 1 h 17" name="T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b="b" l="0" r="r" t="0"/>
                <a:pathLst>
                  <a:path h="17" w="20">
                    <a:moveTo>
                      <a:pt x="12" y="1"/>
                    </a:moveTo>
                    <a:cubicBezTo>
                      <a:pt x="15" y="5"/>
                      <a:pt x="17" y="9"/>
                      <a:pt x="19" y="13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6" y="16"/>
                      <a:pt x="13" y="16"/>
                      <a:pt x="10" y="16"/>
                    </a:cubicBezTo>
                    <a:cubicBezTo>
                      <a:pt x="7" y="17"/>
                      <a:pt x="4" y="17"/>
                      <a:pt x="1" y="1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2" y="9"/>
                      <a:pt x="2" y="8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6" y="5"/>
                      <a:pt x="8" y="3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1a97f3e-c1c0-4793-9f11-230845aec6a5" id="130" name="ïṥlïdê">
                <a:extLst>
                  <a:ext uri="{FF2B5EF4-FFF2-40B4-BE49-F238E27FC236}">
                    <a16:creationId id="{C510E425-CFC2-78D3-C664-E690AC1C2E24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571403" y="3523837"/>
                <a:ext cx="107808" cy="88608"/>
              </a:xfrm>
              <a:custGeom>
                <a:avLst/>
                <a:gdLst>
                  <a:gd fmla="*/ 1 w 23" name="T0"/>
                  <a:gd fmla="*/ 16 h 19" name="T1"/>
                  <a:gd fmla="*/ 1 w 23" name="T2"/>
                  <a:gd fmla="*/ 16 h 19" name="T3"/>
                  <a:gd fmla="*/ 0 w 23" name="T4"/>
                  <a:gd fmla="*/ 14 h 19" name="T5"/>
                  <a:gd fmla="*/ 1 w 23" name="T6"/>
                  <a:gd fmla="*/ 3 h 19" name="T7"/>
                  <a:gd fmla="*/ 3 w 23" name="T8"/>
                  <a:gd fmla="*/ 0 h 19" name="T9"/>
                  <a:gd fmla="*/ 5 w 23" name="T10"/>
                  <a:gd fmla="*/ 3 h 19" name="T11"/>
                  <a:gd fmla="*/ 22 w 23" name="T12"/>
                  <a:gd fmla="*/ 10 h 19" name="T13"/>
                  <a:gd fmla="*/ 23 w 23" name="T14"/>
                  <a:gd fmla="*/ 18 h 19" name="T15"/>
                  <a:gd fmla="*/ 9 w 23" name="T16"/>
                  <a:gd fmla="*/ 18 h 19" name="T17"/>
                  <a:gd fmla="*/ 2 w 23" name="T18"/>
                  <a:gd fmla="*/ 17 h 19" name="T19"/>
                  <a:gd fmla="*/ 1 w 23" name="T20"/>
                  <a:gd fmla="*/ 16 h 19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19" w="23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1" y="10"/>
                      <a:pt x="1" y="6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5" y="3"/>
                    </a:cubicBezTo>
                    <a:cubicBezTo>
                      <a:pt x="10" y="7"/>
                      <a:pt x="16" y="10"/>
                      <a:pt x="22" y="10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8" y="19"/>
                      <a:pt x="14" y="19"/>
                      <a:pt x="9" y="18"/>
                    </a:cubicBezTo>
                    <a:cubicBezTo>
                      <a:pt x="7" y="18"/>
                      <a:pt x="4" y="18"/>
                      <a:pt x="2" y="17"/>
                    </a:cubicBezTo>
                    <a:cubicBezTo>
                      <a:pt x="2" y="17"/>
                      <a:pt x="1" y="17"/>
                      <a:pt x="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36cfd5b-0955-4d60-99d2-8e205efed6f9" id="131" name="ïšḷiḓé">
                <a:extLst>
                  <a:ext uri="{FF2B5EF4-FFF2-40B4-BE49-F238E27FC236}">
                    <a16:creationId id="{2E2EDBB6-56C0-2FDD-FE50-4036C4B2633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315400" y="3590163"/>
                <a:ext cx="510977" cy="849166"/>
              </a:xfrm>
              <a:custGeom>
                <a:avLst/>
                <a:gdLst>
                  <a:gd fmla="*/ 105 w 109" name="T0"/>
                  <a:gd fmla="*/ 146 h 181" name="T1"/>
                  <a:gd fmla="*/ 104 w 109" name="T2"/>
                  <a:gd fmla="*/ 150 h 181" name="T3"/>
                  <a:gd fmla="*/ 86 w 109" name="T4"/>
                  <a:gd fmla="*/ 181 h 181" name="T5"/>
                  <a:gd fmla="*/ 61 w 109" name="T6"/>
                  <a:gd fmla="*/ 161 h 181" name="T7"/>
                  <a:gd fmla="*/ 59 w 109" name="T8"/>
                  <a:gd fmla="*/ 160 h 181" name="T9"/>
                  <a:gd fmla="*/ 56 w 109" name="T10"/>
                  <a:gd fmla="*/ 161 h 181" name="T11"/>
                  <a:gd fmla="*/ 35 w 109" name="T12"/>
                  <a:gd fmla="*/ 178 h 181" name="T13"/>
                  <a:gd fmla="*/ 30 w 109" name="T14"/>
                  <a:gd fmla="*/ 180 h 181" name="T15"/>
                  <a:gd fmla="*/ 28 w 109" name="T16"/>
                  <a:gd fmla="*/ 178 h 181" name="T17"/>
                  <a:gd fmla="*/ 5 w 109" name="T18"/>
                  <a:gd fmla="*/ 150 h 181" name="T19"/>
                  <a:gd fmla="*/ 2 w 109" name="T20"/>
                  <a:gd fmla="*/ 145 h 181" name="T21"/>
                  <a:gd fmla="*/ 1 w 109" name="T22"/>
                  <a:gd fmla="*/ 144 h 181" name="T23"/>
                  <a:gd fmla="*/ 0 w 109" name="T24"/>
                  <a:gd fmla="*/ 137 h 181" name="T25"/>
                  <a:gd fmla="*/ 4 w 109" name="T26"/>
                  <a:gd fmla="*/ 96 h 181" name="T27"/>
                  <a:gd fmla="*/ 2 w 109" name="T28"/>
                  <a:gd fmla="*/ 57 h 181" name="T29"/>
                  <a:gd fmla="*/ 2 w 109" name="T30"/>
                  <a:gd fmla="*/ 57 h 181" name="T31"/>
                  <a:gd fmla="*/ 25 w 109" name="T32"/>
                  <a:gd fmla="*/ 23 h 181" name="T33"/>
                  <a:gd fmla="*/ 28 w 109" name="T34"/>
                  <a:gd fmla="*/ 14 h 181" name="T35"/>
                  <a:gd fmla="*/ 24 w 109" name="T36"/>
                  <a:gd fmla="*/ 1 h 181" name="T37"/>
                  <a:gd fmla="*/ 41 w 109" name="T38"/>
                  <a:gd fmla="*/ 1 h 181" name="T39"/>
                  <a:gd fmla="*/ 42 w 109" name="T40"/>
                  <a:gd fmla="*/ 2 h 181" name="T41"/>
                  <a:gd fmla="*/ 49 w 109" name="T42"/>
                  <a:gd fmla="*/ 3 h 181" name="T43"/>
                  <a:gd fmla="*/ 63 w 109" name="T44"/>
                  <a:gd fmla="*/ 3 h 181" name="T45"/>
                  <a:gd fmla="*/ 72 w 109" name="T46"/>
                  <a:gd fmla="*/ 2 h 181" name="T47"/>
                  <a:gd fmla="*/ 81 w 109" name="T48"/>
                  <a:gd fmla="*/ 1 h 181" name="T49"/>
                  <a:gd fmla="*/ 82 w 109" name="T50"/>
                  <a:gd fmla="*/ 0 h 181" name="T51"/>
                  <a:gd fmla="*/ 82 w 109" name="T52"/>
                  <a:gd fmla="*/ 0 h 181" name="T53"/>
                  <a:gd fmla="*/ 83 w 109" name="T54"/>
                  <a:gd fmla="*/ 0 h 181" name="T55"/>
                  <a:gd fmla="*/ 101 w 109" name="T56"/>
                  <a:gd fmla="*/ 4 h 181" name="T57"/>
                  <a:gd fmla="*/ 107 w 109" name="T58"/>
                  <a:gd fmla="*/ 4 h 181" name="T59"/>
                  <a:gd fmla="*/ 94 w 109" name="T60"/>
                  <a:gd fmla="*/ 15 h 181" name="T61"/>
                  <a:gd fmla="*/ 95 w 109" name="T62"/>
                  <a:gd fmla="*/ 35 h 181" name="T63"/>
                  <a:gd fmla="*/ 109 w 109" name="T64"/>
                  <a:gd fmla="*/ 55 h 181" name="T65"/>
                  <a:gd fmla="*/ 108 w 109" name="T66"/>
                  <a:gd fmla="*/ 56 h 181" name="T67"/>
                  <a:gd fmla="*/ 107 w 109" name="T68"/>
                  <a:gd fmla="*/ 135 h 181" name="T69"/>
                  <a:gd fmla="*/ 106 w 109" name="T70"/>
                  <a:gd fmla="*/ 144 h 181" name="T71"/>
                  <a:gd fmla="*/ 105 w 109" name="T72"/>
                  <a:gd fmla="*/ 146 h 181" name="T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b="b" l="0" r="r" t="0"/>
                <a:pathLst>
                  <a:path h="181" w="109">
                    <a:moveTo>
                      <a:pt x="105" y="146"/>
                    </a:moveTo>
                    <a:cubicBezTo>
                      <a:pt x="105" y="148"/>
                      <a:pt x="104" y="149"/>
                      <a:pt x="104" y="150"/>
                    </a:cubicBezTo>
                    <a:cubicBezTo>
                      <a:pt x="98" y="161"/>
                      <a:pt x="92" y="171"/>
                      <a:pt x="86" y="181"/>
                    </a:cubicBezTo>
                    <a:cubicBezTo>
                      <a:pt x="78" y="174"/>
                      <a:pt x="69" y="167"/>
                      <a:pt x="61" y="161"/>
                    </a:cubicBezTo>
                    <a:cubicBezTo>
                      <a:pt x="60" y="161"/>
                      <a:pt x="59" y="160"/>
                      <a:pt x="59" y="160"/>
                    </a:cubicBezTo>
                    <a:cubicBezTo>
                      <a:pt x="57" y="160"/>
                      <a:pt x="57" y="161"/>
                      <a:pt x="56" y="161"/>
                    </a:cubicBezTo>
                    <a:cubicBezTo>
                      <a:pt x="49" y="167"/>
                      <a:pt x="42" y="172"/>
                      <a:pt x="35" y="178"/>
                    </a:cubicBezTo>
                    <a:cubicBezTo>
                      <a:pt x="34" y="179"/>
                      <a:pt x="32" y="180"/>
                      <a:pt x="30" y="180"/>
                    </a:cubicBezTo>
                    <a:cubicBezTo>
                      <a:pt x="29" y="180"/>
                      <a:pt x="29" y="179"/>
                      <a:pt x="28" y="178"/>
                    </a:cubicBezTo>
                    <a:cubicBezTo>
                      <a:pt x="20" y="168"/>
                      <a:pt x="12" y="159"/>
                      <a:pt x="5" y="150"/>
                    </a:cubicBezTo>
                    <a:cubicBezTo>
                      <a:pt x="3" y="148"/>
                      <a:pt x="2" y="147"/>
                      <a:pt x="2" y="145"/>
                    </a:cubicBezTo>
                    <a:cubicBezTo>
                      <a:pt x="1" y="145"/>
                      <a:pt x="1" y="144"/>
                      <a:pt x="1" y="144"/>
                    </a:cubicBezTo>
                    <a:cubicBezTo>
                      <a:pt x="0" y="142"/>
                      <a:pt x="0" y="139"/>
                      <a:pt x="0" y="137"/>
                    </a:cubicBezTo>
                    <a:cubicBezTo>
                      <a:pt x="1" y="123"/>
                      <a:pt x="3" y="110"/>
                      <a:pt x="4" y="96"/>
                    </a:cubicBezTo>
                    <a:cubicBezTo>
                      <a:pt x="4" y="83"/>
                      <a:pt x="4" y="70"/>
                      <a:pt x="2" y="57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12" y="47"/>
                      <a:pt x="20" y="36"/>
                      <a:pt x="25" y="23"/>
                    </a:cubicBezTo>
                    <a:cubicBezTo>
                      <a:pt x="26" y="20"/>
                      <a:pt x="27" y="17"/>
                      <a:pt x="28" y="14"/>
                    </a:cubicBezTo>
                    <a:cubicBezTo>
                      <a:pt x="28" y="9"/>
                      <a:pt x="26" y="5"/>
                      <a:pt x="24" y="1"/>
                    </a:cubicBezTo>
                    <a:cubicBezTo>
                      <a:pt x="29" y="1"/>
                      <a:pt x="35" y="2"/>
                      <a:pt x="41" y="1"/>
                    </a:cubicBezTo>
                    <a:cubicBezTo>
                      <a:pt x="41" y="2"/>
                      <a:pt x="42" y="2"/>
                      <a:pt x="42" y="2"/>
                    </a:cubicBezTo>
                    <a:cubicBezTo>
                      <a:pt x="44" y="3"/>
                      <a:pt x="47" y="3"/>
                      <a:pt x="49" y="3"/>
                    </a:cubicBezTo>
                    <a:cubicBezTo>
                      <a:pt x="54" y="4"/>
                      <a:pt x="58" y="4"/>
                      <a:pt x="63" y="3"/>
                    </a:cubicBezTo>
                    <a:cubicBezTo>
                      <a:pt x="66" y="3"/>
                      <a:pt x="69" y="3"/>
                      <a:pt x="72" y="2"/>
                    </a:cubicBezTo>
                    <a:cubicBezTo>
                      <a:pt x="75" y="2"/>
                      <a:pt x="78" y="2"/>
                      <a:pt x="81" y="1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8" y="3"/>
                      <a:pt x="95" y="3"/>
                      <a:pt x="101" y="4"/>
                    </a:cubicBezTo>
                    <a:cubicBezTo>
                      <a:pt x="103" y="4"/>
                      <a:pt x="105" y="4"/>
                      <a:pt x="107" y="4"/>
                    </a:cubicBezTo>
                    <a:cubicBezTo>
                      <a:pt x="101" y="5"/>
                      <a:pt x="96" y="9"/>
                      <a:pt x="94" y="15"/>
                    </a:cubicBezTo>
                    <a:cubicBezTo>
                      <a:pt x="91" y="22"/>
                      <a:pt x="93" y="29"/>
                      <a:pt x="95" y="35"/>
                    </a:cubicBezTo>
                    <a:cubicBezTo>
                      <a:pt x="98" y="43"/>
                      <a:pt x="103" y="50"/>
                      <a:pt x="109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7" y="82"/>
                      <a:pt x="106" y="109"/>
                      <a:pt x="107" y="135"/>
                    </a:cubicBezTo>
                    <a:cubicBezTo>
                      <a:pt x="107" y="138"/>
                      <a:pt x="107" y="141"/>
                      <a:pt x="106" y="144"/>
                    </a:cubicBezTo>
                    <a:cubicBezTo>
                      <a:pt x="106" y="145"/>
                      <a:pt x="105" y="146"/>
                      <a:pt x="105" y="146"/>
                    </a:cubicBezTo>
                    <a:close/>
                  </a:path>
                </a:pathLst>
              </a:custGeom>
              <a:solidFill>
                <a:srgbClr val="2C637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76d146e-407c-4508-9363-b18e3d75991d" id="132" name="îślïḋè">
                <a:extLst>
                  <a:ext uri="{FF2B5EF4-FFF2-40B4-BE49-F238E27FC236}">
                    <a16:creationId id="{FFC0E04F-1966-A180-1193-16F8DD20A8E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64618" y="3216254"/>
                <a:ext cx="295363" cy="351480"/>
              </a:xfrm>
              <a:custGeom>
                <a:avLst/>
                <a:gdLst>
                  <a:gd fmla="*/ 24 w 63" name="T0"/>
                  <a:gd fmla="*/ 6 h 75" name="T1"/>
                  <a:gd fmla="*/ 38 w 63" name="T2"/>
                  <a:gd fmla="*/ 3 h 75" name="T3"/>
                  <a:gd fmla="*/ 43 w 63" name="T4"/>
                  <a:gd fmla="*/ 1 h 75" name="T5"/>
                  <a:gd fmla="*/ 49 w 63" name="T6"/>
                  <a:gd fmla="*/ 0 h 75" name="T7"/>
                  <a:gd fmla="*/ 53 w 63" name="T8"/>
                  <a:gd fmla="*/ 7 h 75" name="T9"/>
                  <a:gd fmla="*/ 61 w 63" name="T10"/>
                  <a:gd fmla="*/ 35 h 75" name="T11"/>
                  <a:gd fmla="*/ 55 w 63" name="T12"/>
                  <a:gd fmla="*/ 61 h 75" name="T13"/>
                  <a:gd fmla="*/ 48 w 63" name="T14"/>
                  <a:gd fmla="*/ 66 h 75" name="T15"/>
                  <a:gd fmla="*/ 46 w 63" name="T16"/>
                  <a:gd fmla="*/ 67 h 75" name="T17"/>
                  <a:gd fmla="*/ 40 w 63" name="T18"/>
                  <a:gd fmla="*/ 72 h 75" name="T19"/>
                  <a:gd fmla="*/ 38 w 63" name="T20"/>
                  <a:gd fmla="*/ 74 h 75" name="T21"/>
                  <a:gd fmla="*/ 36 w 63" name="T22"/>
                  <a:gd fmla="*/ 75 h 75" name="T23"/>
                  <a:gd fmla="*/ 19 w 63" name="T24"/>
                  <a:gd fmla="*/ 68 h 75" name="T25"/>
                  <a:gd fmla="*/ 17 w 63" name="T26"/>
                  <a:gd fmla="*/ 65 h 75" name="T27"/>
                  <a:gd fmla="*/ 12 w 63" name="T28"/>
                  <a:gd fmla="*/ 58 h 75" name="T29"/>
                  <a:gd fmla="*/ 3 w 63" name="T30"/>
                  <a:gd fmla="*/ 47 h 75" name="T31"/>
                  <a:gd fmla="*/ 2 w 63" name="T32"/>
                  <a:gd fmla="*/ 32 h 75" name="T33"/>
                  <a:gd fmla="*/ 10 w 63" name="T34"/>
                  <a:gd fmla="*/ 18 h 75" name="T35"/>
                  <a:gd fmla="*/ 16 w 63" name="T36"/>
                  <a:gd fmla="*/ 10 h 75" name="T37"/>
                  <a:gd fmla="*/ 24 w 63" name="T38"/>
                  <a:gd fmla="*/ 6 h 75" name="T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b="b" l="0" r="r" t="0"/>
                <a:pathLst>
                  <a:path h="75" w="63">
                    <a:moveTo>
                      <a:pt x="24" y="6"/>
                    </a:moveTo>
                    <a:cubicBezTo>
                      <a:pt x="28" y="4"/>
                      <a:pt x="33" y="5"/>
                      <a:pt x="38" y="3"/>
                    </a:cubicBezTo>
                    <a:cubicBezTo>
                      <a:pt x="40" y="3"/>
                      <a:pt x="41" y="1"/>
                      <a:pt x="43" y="1"/>
                    </a:cubicBezTo>
                    <a:cubicBezTo>
                      <a:pt x="45" y="0"/>
                      <a:pt x="47" y="0"/>
                      <a:pt x="49" y="0"/>
                    </a:cubicBezTo>
                    <a:cubicBezTo>
                      <a:pt x="51" y="2"/>
                      <a:pt x="52" y="5"/>
                      <a:pt x="53" y="7"/>
                    </a:cubicBezTo>
                    <a:cubicBezTo>
                      <a:pt x="55" y="17"/>
                      <a:pt x="59" y="25"/>
                      <a:pt x="61" y="35"/>
                    </a:cubicBezTo>
                    <a:cubicBezTo>
                      <a:pt x="63" y="44"/>
                      <a:pt x="62" y="55"/>
                      <a:pt x="55" y="61"/>
                    </a:cubicBezTo>
                    <a:cubicBezTo>
                      <a:pt x="53" y="63"/>
                      <a:pt x="50" y="65"/>
                      <a:pt x="48" y="66"/>
                    </a:cubicBezTo>
                    <a:cubicBezTo>
                      <a:pt x="47" y="67"/>
                      <a:pt x="47" y="67"/>
                      <a:pt x="46" y="67"/>
                    </a:cubicBezTo>
                    <a:cubicBezTo>
                      <a:pt x="44" y="69"/>
                      <a:pt x="42" y="71"/>
                      <a:pt x="40" y="72"/>
                    </a:cubicBezTo>
                    <a:cubicBezTo>
                      <a:pt x="40" y="73"/>
                      <a:pt x="39" y="74"/>
                      <a:pt x="38" y="74"/>
                    </a:cubicBezTo>
                    <a:cubicBezTo>
                      <a:pt x="38" y="75"/>
                      <a:pt x="37" y="75"/>
                      <a:pt x="36" y="75"/>
                    </a:cubicBezTo>
                    <a:cubicBezTo>
                      <a:pt x="30" y="75"/>
                      <a:pt x="24" y="72"/>
                      <a:pt x="19" y="68"/>
                    </a:cubicBezTo>
                    <a:cubicBezTo>
                      <a:pt x="18" y="67"/>
                      <a:pt x="18" y="66"/>
                      <a:pt x="17" y="65"/>
                    </a:cubicBezTo>
                    <a:cubicBezTo>
                      <a:pt x="15" y="63"/>
                      <a:pt x="14" y="60"/>
                      <a:pt x="12" y="58"/>
                    </a:cubicBezTo>
                    <a:cubicBezTo>
                      <a:pt x="9" y="54"/>
                      <a:pt x="5" y="51"/>
                      <a:pt x="3" y="47"/>
                    </a:cubicBezTo>
                    <a:cubicBezTo>
                      <a:pt x="0" y="43"/>
                      <a:pt x="1" y="37"/>
                      <a:pt x="2" y="32"/>
                    </a:cubicBezTo>
                    <a:cubicBezTo>
                      <a:pt x="4" y="27"/>
                      <a:pt x="7" y="23"/>
                      <a:pt x="10" y="18"/>
                    </a:cubicBezTo>
                    <a:cubicBezTo>
                      <a:pt x="12" y="15"/>
                      <a:pt x="13" y="13"/>
                      <a:pt x="16" y="10"/>
                    </a:cubicBezTo>
                    <a:cubicBezTo>
                      <a:pt x="18" y="8"/>
                      <a:pt x="21" y="7"/>
                      <a:pt x="24" y="6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897f3dd-09f1-4da6-bc53-182e2cd61471" id="133" name="ïš1idê">
                <a:extLst>
                  <a:ext uri="{FF2B5EF4-FFF2-40B4-BE49-F238E27FC236}">
                    <a16:creationId id="{AC4DB39B-E898-AC2F-94B8-B7063311D82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721390" y="5478690"/>
                <a:ext cx="177217" cy="150634"/>
              </a:xfrm>
              <a:custGeom>
                <a:avLst/>
                <a:gdLst>
                  <a:gd fmla="*/ 26 w 38" name="T0"/>
                  <a:gd fmla="*/ 12 h 32" name="T1"/>
                  <a:gd fmla="*/ 37 w 38" name="T2"/>
                  <a:gd fmla="*/ 16 h 32" name="T3"/>
                  <a:gd fmla="*/ 37 w 38" name="T4"/>
                  <a:gd fmla="*/ 23 h 32" name="T5"/>
                  <a:gd fmla="*/ 32 w 38" name="T6"/>
                  <a:gd fmla="*/ 30 h 32" name="T7"/>
                  <a:gd fmla="*/ 22 w 38" name="T8"/>
                  <a:gd fmla="*/ 29 h 32" name="T9"/>
                  <a:gd fmla="*/ 14 w 38" name="T10"/>
                  <a:gd fmla="*/ 23 h 32" name="T11"/>
                  <a:gd fmla="*/ 5 w 38" name="T12"/>
                  <a:gd fmla="*/ 15 h 32" name="T13"/>
                  <a:gd fmla="*/ 0 w 38" name="T14"/>
                  <a:gd fmla="*/ 5 h 32" name="T15"/>
                  <a:gd fmla="*/ 1 w 38" name="T16"/>
                  <a:gd fmla="*/ 3 h 32" name="T17"/>
                  <a:gd fmla="*/ 4 w 38" name="T18"/>
                  <a:gd fmla="*/ 2 h 32" name="T19"/>
                  <a:gd fmla="*/ 14 w 38" name="T20"/>
                  <a:gd fmla="*/ 0 h 32" name="T21"/>
                  <a:gd fmla="*/ 17 w 38" name="T22"/>
                  <a:gd fmla="*/ 0 h 32" name="T23"/>
                  <a:gd fmla="*/ 16 w 38" name="T24"/>
                  <a:gd fmla="*/ 6 h 32" name="T25"/>
                  <a:gd fmla="*/ 26 w 38" name="T26"/>
                  <a:gd fmla="*/ 12 h 32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32" w="38">
                    <a:moveTo>
                      <a:pt x="26" y="12"/>
                    </a:moveTo>
                    <a:cubicBezTo>
                      <a:pt x="29" y="14"/>
                      <a:pt x="33" y="15"/>
                      <a:pt x="37" y="16"/>
                    </a:cubicBezTo>
                    <a:cubicBezTo>
                      <a:pt x="37" y="18"/>
                      <a:pt x="38" y="21"/>
                      <a:pt x="37" y="23"/>
                    </a:cubicBezTo>
                    <a:cubicBezTo>
                      <a:pt x="37" y="26"/>
                      <a:pt x="35" y="29"/>
                      <a:pt x="32" y="30"/>
                    </a:cubicBezTo>
                    <a:cubicBezTo>
                      <a:pt x="29" y="32"/>
                      <a:pt x="25" y="31"/>
                      <a:pt x="22" y="29"/>
                    </a:cubicBezTo>
                    <a:cubicBezTo>
                      <a:pt x="19" y="28"/>
                      <a:pt x="16" y="25"/>
                      <a:pt x="14" y="23"/>
                    </a:cubicBezTo>
                    <a:cubicBezTo>
                      <a:pt x="11" y="20"/>
                      <a:pt x="7" y="18"/>
                      <a:pt x="5" y="15"/>
                    </a:cubicBezTo>
                    <a:cubicBezTo>
                      <a:pt x="2" y="13"/>
                      <a:pt x="0" y="9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7" y="1"/>
                      <a:pt x="10" y="0"/>
                      <a:pt x="14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2"/>
                      <a:pt x="16" y="4"/>
                      <a:pt x="16" y="6"/>
                    </a:cubicBezTo>
                    <a:cubicBezTo>
                      <a:pt x="19" y="9"/>
                      <a:pt x="22" y="11"/>
                      <a:pt x="26" y="12"/>
                    </a:cubicBezTo>
                    <a:close/>
                  </a:path>
                </a:pathLst>
              </a:custGeom>
              <a:solidFill>
                <a:srgbClr val="18252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dddc443-01aa-450d-97b3-0eedf49203d3" id="134" name="išļíḑe">
                <a:extLst>
                  <a:ext uri="{FF2B5EF4-FFF2-40B4-BE49-F238E27FC236}">
                    <a16:creationId id="{A9C5FD21-0B76-2CF1-776B-DE72CEE803F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695639" y="3621800"/>
                <a:ext cx="149158" cy="262873"/>
              </a:xfrm>
              <a:custGeom>
                <a:avLst/>
                <a:gdLst>
                  <a:gd fmla="*/ 26 w 32" name="T0"/>
                  <a:gd fmla="*/ 1 h 56" name="T1"/>
                  <a:gd fmla="*/ 25 w 32" name="T2"/>
                  <a:gd fmla="*/ 2 h 56" name="T3"/>
                  <a:gd fmla="*/ 20 w 32" name="T4"/>
                  <a:gd fmla="*/ 30 h 56" name="T5"/>
                  <a:gd fmla="*/ 1 w 32" name="T6"/>
                  <a:gd fmla="*/ 54 h 56" name="T7"/>
                  <a:gd fmla="*/ 2 w 32" name="T8"/>
                  <a:gd fmla="*/ 55 h 56" name="T9"/>
                  <a:gd fmla="*/ 24 w 32" name="T10"/>
                  <a:gd fmla="*/ 27 h 56" name="T11"/>
                  <a:gd fmla="*/ 26 w 32" name="T12"/>
                  <a:gd fmla="*/ 1 h 56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56" w="32">
                    <a:moveTo>
                      <a:pt x="26" y="1"/>
                    </a:moveTo>
                    <a:cubicBezTo>
                      <a:pt x="26" y="0"/>
                      <a:pt x="24" y="1"/>
                      <a:pt x="25" y="2"/>
                    </a:cubicBezTo>
                    <a:cubicBezTo>
                      <a:pt x="31" y="11"/>
                      <a:pt x="26" y="22"/>
                      <a:pt x="20" y="30"/>
                    </a:cubicBezTo>
                    <a:cubicBezTo>
                      <a:pt x="14" y="38"/>
                      <a:pt x="7" y="46"/>
                      <a:pt x="1" y="54"/>
                    </a:cubicBezTo>
                    <a:cubicBezTo>
                      <a:pt x="0" y="55"/>
                      <a:pt x="1" y="56"/>
                      <a:pt x="2" y="55"/>
                    </a:cubicBezTo>
                    <a:cubicBezTo>
                      <a:pt x="10" y="46"/>
                      <a:pt x="18" y="37"/>
                      <a:pt x="24" y="27"/>
                    </a:cubicBezTo>
                    <a:cubicBezTo>
                      <a:pt x="29" y="19"/>
                      <a:pt x="32" y="9"/>
                      <a:pt x="26" y="1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d5365bf-0e4a-4573-ab45-6ad08cd7eaeb" id="135" name="íSľiḑè">
                <a:extLst>
                  <a:ext uri="{FF2B5EF4-FFF2-40B4-BE49-F238E27FC236}">
                    <a16:creationId id="{58E2790F-D7EC-6496-3C0E-2C2D27C37759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335000" y="3605980"/>
                <a:ext cx="94516" cy="233337"/>
              </a:xfrm>
              <a:custGeom>
                <a:avLst/>
                <a:gdLst>
                  <a:gd fmla="*/ 19 w 20" name="T0"/>
                  <a:gd fmla="*/ 48 h 50" name="T1"/>
                  <a:gd fmla="*/ 8 w 20" name="T2"/>
                  <a:gd fmla="*/ 26 h 50" name="T3"/>
                  <a:gd fmla="*/ 5 w 20" name="T4"/>
                  <a:gd fmla="*/ 1 h 50" name="T5"/>
                  <a:gd fmla="*/ 3 w 20" name="T6"/>
                  <a:gd fmla="*/ 1 h 50" name="T7"/>
                  <a:gd fmla="*/ 5 w 20" name="T8"/>
                  <a:gd fmla="*/ 25 h 50" name="T9"/>
                  <a:gd fmla="*/ 18 w 20" name="T10"/>
                  <a:gd fmla="*/ 49 h 50" name="T11"/>
                  <a:gd fmla="*/ 19 w 20" name="T12"/>
                  <a:gd fmla="*/ 48 h 50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50" w="20">
                    <a:moveTo>
                      <a:pt x="19" y="48"/>
                    </a:moveTo>
                    <a:cubicBezTo>
                      <a:pt x="15" y="41"/>
                      <a:pt x="11" y="34"/>
                      <a:pt x="8" y="26"/>
                    </a:cubicBezTo>
                    <a:cubicBezTo>
                      <a:pt x="5" y="19"/>
                      <a:pt x="2" y="10"/>
                      <a:pt x="5" y="1"/>
                    </a:cubicBezTo>
                    <a:cubicBezTo>
                      <a:pt x="5" y="0"/>
                      <a:pt x="3" y="0"/>
                      <a:pt x="3" y="1"/>
                    </a:cubicBezTo>
                    <a:cubicBezTo>
                      <a:pt x="0" y="9"/>
                      <a:pt x="2" y="18"/>
                      <a:pt x="5" y="25"/>
                    </a:cubicBezTo>
                    <a:cubicBezTo>
                      <a:pt x="8" y="34"/>
                      <a:pt x="13" y="42"/>
                      <a:pt x="18" y="49"/>
                    </a:cubicBezTo>
                    <a:cubicBezTo>
                      <a:pt x="18" y="50"/>
                      <a:pt x="20" y="49"/>
                      <a:pt x="19" y="48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3e6d17e-d084-4a41-a2bc-a226d53055e1" id="136" name="isḻïḋé">
                <a:extLst>
                  <a:ext uri="{FF2B5EF4-FFF2-40B4-BE49-F238E27FC236}">
                    <a16:creationId id="{F0BCC5DF-49B0-EBD8-D455-47FB5BF2866C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342384" y="3769839"/>
                <a:ext cx="70887" cy="69411"/>
              </a:xfrm>
              <a:custGeom>
                <a:avLst/>
                <a:gdLst>
                  <a:gd fmla="*/ 14 w 15" name="T0"/>
                  <a:gd fmla="*/ 12 h 15" name="T1"/>
                  <a:gd fmla="*/ 2 w 15" name="T2"/>
                  <a:gd fmla="*/ 1 h 15" name="T3"/>
                  <a:gd fmla="*/ 0 w 15" name="T4"/>
                  <a:gd fmla="*/ 2 h 15" name="T5"/>
                  <a:gd fmla="*/ 13 w 15" name="T6"/>
                  <a:gd fmla="*/ 14 h 15" name="T7"/>
                  <a:gd fmla="*/ 14 w 15" name="T8"/>
                  <a:gd fmla="*/ 12 h 15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5" w="15">
                    <a:moveTo>
                      <a:pt x="14" y="12"/>
                    </a:moveTo>
                    <a:cubicBezTo>
                      <a:pt x="10" y="9"/>
                      <a:pt x="5" y="5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4" y="7"/>
                      <a:pt x="9" y="11"/>
                      <a:pt x="13" y="14"/>
                    </a:cubicBezTo>
                    <a:cubicBezTo>
                      <a:pt x="14" y="15"/>
                      <a:pt x="15" y="13"/>
                      <a:pt x="14" y="12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7946549-4e1f-4b4f-9f2a-43bd4d809110" id="137" name="îṩḷíḍè">
                <a:extLst>
                  <a:ext uri="{FF2B5EF4-FFF2-40B4-BE49-F238E27FC236}">
                    <a16:creationId id="{745F3ED6-52A5-DEC0-FF53-8B55516D0E7E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733598" y="3828187"/>
                <a:ext cx="88608" cy="57596"/>
              </a:xfrm>
              <a:custGeom>
                <a:avLst/>
                <a:gdLst>
                  <a:gd fmla="*/ 17 w 19" name="T0"/>
                  <a:gd fmla="*/ 1 h 12" name="T1"/>
                  <a:gd fmla="*/ 1 w 19" name="T2"/>
                  <a:gd fmla="*/ 9 h 12" name="T3"/>
                  <a:gd fmla="*/ 2 w 19" name="T4"/>
                  <a:gd fmla="*/ 11 h 12" name="T5"/>
                  <a:gd fmla="*/ 18 w 19" name="T6"/>
                  <a:gd fmla="*/ 3 h 12" name="T7"/>
                  <a:gd fmla="*/ 17 w 19" name="T8"/>
                  <a:gd fmla="*/ 1 h 12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2" w="19">
                    <a:moveTo>
                      <a:pt x="17" y="1"/>
                    </a:moveTo>
                    <a:cubicBezTo>
                      <a:pt x="12" y="5"/>
                      <a:pt x="7" y="8"/>
                      <a:pt x="1" y="9"/>
                    </a:cubicBezTo>
                    <a:cubicBezTo>
                      <a:pt x="0" y="10"/>
                      <a:pt x="0" y="12"/>
                      <a:pt x="2" y="11"/>
                    </a:cubicBezTo>
                    <a:cubicBezTo>
                      <a:pt x="8" y="10"/>
                      <a:pt x="13" y="7"/>
                      <a:pt x="18" y="3"/>
                    </a:cubicBezTo>
                    <a:cubicBezTo>
                      <a:pt x="19" y="2"/>
                      <a:pt x="18" y="0"/>
                      <a:pt x="17" y="1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378a5ba-933a-4420-bfbc-79b6b9dda45e" id="138" name="îṥḷíḍè">
                <a:extLst>
                  <a:ext uri="{FF2B5EF4-FFF2-40B4-BE49-F238E27FC236}">
                    <a16:creationId id="{8D8D5A2C-28CC-05E5-7451-431204107226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40593" y="4066239"/>
                <a:ext cx="196416" cy="131437"/>
              </a:xfrm>
              <a:custGeom>
                <a:avLst/>
                <a:gdLst>
                  <a:gd fmla="*/ 40 w 42" name="T0"/>
                  <a:gd fmla="*/ 0 h 28" name="T1"/>
                  <a:gd fmla="*/ 1 w 42" name="T2"/>
                  <a:gd fmla="*/ 26 h 28" name="T3"/>
                  <a:gd fmla="*/ 3 w 42" name="T4"/>
                  <a:gd fmla="*/ 28 h 28" name="T5"/>
                  <a:gd fmla="*/ 41 w 42" name="T6"/>
                  <a:gd fmla="*/ 2 h 28" name="T7"/>
                  <a:gd fmla="*/ 40 w 42" name="T8"/>
                  <a:gd fmla="*/ 0 h 28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28" w="42">
                    <a:moveTo>
                      <a:pt x="40" y="0"/>
                    </a:moveTo>
                    <a:cubicBezTo>
                      <a:pt x="26" y="8"/>
                      <a:pt x="13" y="16"/>
                      <a:pt x="1" y="26"/>
                    </a:cubicBezTo>
                    <a:cubicBezTo>
                      <a:pt x="0" y="27"/>
                      <a:pt x="2" y="28"/>
                      <a:pt x="3" y="28"/>
                    </a:cubicBezTo>
                    <a:cubicBezTo>
                      <a:pt x="15" y="18"/>
                      <a:pt x="27" y="9"/>
                      <a:pt x="41" y="2"/>
                    </a:cubicBezTo>
                    <a:cubicBezTo>
                      <a:pt x="42" y="1"/>
                      <a:pt x="41" y="0"/>
                      <a:pt x="40" y="0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3f58740-3cd4-4605-9006-809cecca8eb8" id="139" name="iṡ1ïḋè">
                <a:extLst>
                  <a:ext uri="{FF2B5EF4-FFF2-40B4-BE49-F238E27FC236}">
                    <a16:creationId id="{DD2F5DB2-BF4A-8FDB-3D20-6E00E82DB9C4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93989" y="4131096"/>
                <a:ext cx="84180" cy="62026"/>
              </a:xfrm>
              <a:custGeom>
                <a:avLst/>
                <a:gdLst>
                  <a:gd fmla="*/ 16 w 18" name="T0"/>
                  <a:gd fmla="*/ 1 h 13" name="T1"/>
                  <a:gd fmla="*/ 1 w 18" name="T2"/>
                  <a:gd fmla="*/ 11 h 13" name="T3"/>
                  <a:gd fmla="*/ 2 w 18" name="T4"/>
                  <a:gd fmla="*/ 13 h 13" name="T5"/>
                  <a:gd fmla="*/ 17 w 18" name="T6"/>
                  <a:gd fmla="*/ 3 h 13" name="T7"/>
                  <a:gd fmla="*/ 16 w 18" name="T8"/>
                  <a:gd fmla="*/ 1 h 13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3" w="18">
                    <a:moveTo>
                      <a:pt x="16" y="1"/>
                    </a:moveTo>
                    <a:cubicBezTo>
                      <a:pt x="11" y="4"/>
                      <a:pt x="6" y="8"/>
                      <a:pt x="1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7" y="9"/>
                      <a:pt x="12" y="6"/>
                      <a:pt x="17" y="3"/>
                    </a:cubicBezTo>
                    <a:cubicBezTo>
                      <a:pt x="18" y="2"/>
                      <a:pt x="17" y="0"/>
                      <a:pt x="16" y="1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4751756-dfad-4e67-b509-c14416ab0e6e" id="140" name="iṡľídè">
                <a:extLst>
                  <a:ext uri="{FF2B5EF4-FFF2-40B4-BE49-F238E27FC236}">
                    <a16:creationId id="{9E64B610-B88E-5959-EB44-B85F744CACC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500574" y="4172755"/>
                <a:ext cx="42828" cy="28060"/>
              </a:xfrm>
              <a:custGeom>
                <a:avLst/>
                <a:gdLst>
                  <a:gd fmla="*/ 7 w 9" name="T0"/>
                  <a:gd fmla="*/ 1 h 6" name="T1"/>
                  <a:gd fmla="*/ 1 w 9" name="T2"/>
                  <a:gd fmla="*/ 4 h 6" name="T3"/>
                  <a:gd fmla="*/ 2 w 9" name="T4"/>
                  <a:gd fmla="*/ 5 h 6" name="T5"/>
                  <a:gd fmla="*/ 8 w 9" name="T6"/>
                  <a:gd fmla="*/ 2 h 6" name="T7"/>
                  <a:gd fmla="*/ 7 w 9" name="T8"/>
                  <a:gd fmla="*/ 1 h 6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6" w="9">
                    <a:moveTo>
                      <a:pt x="7" y="1"/>
                    </a:moveTo>
                    <a:cubicBezTo>
                      <a:pt x="5" y="2"/>
                      <a:pt x="3" y="3"/>
                      <a:pt x="1" y="4"/>
                    </a:cubicBezTo>
                    <a:cubicBezTo>
                      <a:pt x="0" y="4"/>
                      <a:pt x="1" y="6"/>
                      <a:pt x="2" y="5"/>
                    </a:cubicBezTo>
                    <a:cubicBezTo>
                      <a:pt x="4" y="4"/>
                      <a:pt x="6" y="3"/>
                      <a:pt x="8" y="2"/>
                    </a:cubicBezTo>
                    <a:cubicBezTo>
                      <a:pt x="9" y="2"/>
                      <a:pt x="8" y="0"/>
                      <a:pt x="7" y="1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24aec2c-a0fe-49ce-9b71-e42643d99900" id="141" name="îṣ1ïḓê">
                <a:extLst>
                  <a:ext uri="{FF2B5EF4-FFF2-40B4-BE49-F238E27FC236}">
                    <a16:creationId id="{0FA131DD-6006-3970-39D4-C20B7F70465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613972" y="3249113"/>
                <a:ext cx="101900" cy="318991"/>
              </a:xfrm>
              <a:custGeom>
                <a:avLst/>
                <a:gdLst>
                  <a:gd fmla="*/ 21 w 22" name="T0"/>
                  <a:gd fmla="*/ 66 h 68" name="T1"/>
                  <a:gd fmla="*/ 14 w 22" name="T2"/>
                  <a:gd fmla="*/ 55 h 68" name="T3"/>
                  <a:gd fmla="*/ 4 w 22" name="T4"/>
                  <a:gd fmla="*/ 38 h 68" name="T5"/>
                  <a:gd fmla="*/ 14 w 22" name="T6"/>
                  <a:gd fmla="*/ 2 h 68" name="T7"/>
                  <a:gd fmla="*/ 13 w 22" name="T8"/>
                  <a:gd fmla="*/ 1 h 68" name="T9"/>
                  <a:gd fmla="*/ 1 w 22" name="T10"/>
                  <a:gd fmla="*/ 33 h 68" name="T11"/>
                  <a:gd fmla="*/ 8 w 22" name="T12"/>
                  <a:gd fmla="*/ 50 h 68" name="T13"/>
                  <a:gd fmla="*/ 19 w 22" name="T14"/>
                  <a:gd fmla="*/ 67 h 68" name="T15"/>
                  <a:gd fmla="*/ 21 w 22" name="T16"/>
                  <a:gd fmla="*/ 66 h 68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68" w="22">
                    <a:moveTo>
                      <a:pt x="21" y="66"/>
                    </a:moveTo>
                    <a:cubicBezTo>
                      <a:pt x="20" y="62"/>
                      <a:pt x="17" y="58"/>
                      <a:pt x="14" y="55"/>
                    </a:cubicBezTo>
                    <a:cubicBezTo>
                      <a:pt x="10" y="50"/>
                      <a:pt x="6" y="45"/>
                      <a:pt x="4" y="38"/>
                    </a:cubicBezTo>
                    <a:cubicBezTo>
                      <a:pt x="1" y="25"/>
                      <a:pt x="5" y="12"/>
                      <a:pt x="14" y="2"/>
                    </a:cubicBezTo>
                    <a:cubicBezTo>
                      <a:pt x="15" y="2"/>
                      <a:pt x="14" y="0"/>
                      <a:pt x="13" y="1"/>
                    </a:cubicBezTo>
                    <a:cubicBezTo>
                      <a:pt x="4" y="9"/>
                      <a:pt x="0" y="21"/>
                      <a:pt x="1" y="33"/>
                    </a:cubicBezTo>
                    <a:cubicBezTo>
                      <a:pt x="2" y="39"/>
                      <a:pt x="4" y="45"/>
                      <a:pt x="8" y="50"/>
                    </a:cubicBezTo>
                    <a:cubicBezTo>
                      <a:pt x="12" y="56"/>
                      <a:pt x="17" y="60"/>
                      <a:pt x="19" y="67"/>
                    </a:cubicBezTo>
                    <a:cubicBezTo>
                      <a:pt x="20" y="68"/>
                      <a:pt x="22" y="67"/>
                      <a:pt x="21" y="66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2405732-4918-4f89-a0d8-ebbaebd2dd17" id="142" name="iṥḷïḑè">
                <a:extLst>
                  <a:ext uri="{FF2B5EF4-FFF2-40B4-BE49-F238E27FC236}">
                    <a16:creationId id="{2D3AAD3E-5637-B62C-11A6-93B70D46D9B4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594774" y="3253529"/>
                <a:ext cx="8861" cy="304223"/>
              </a:xfrm>
              <a:custGeom>
                <a:avLst/>
                <a:gdLst>
                  <a:gd fmla="*/ 0 w 2" name="T0"/>
                  <a:gd fmla="*/ 1 h 65" name="T1"/>
                  <a:gd fmla="*/ 0 w 2" name="T2"/>
                  <a:gd fmla="*/ 64 h 65" name="T3"/>
                  <a:gd fmla="*/ 2 w 2" name="T4"/>
                  <a:gd fmla="*/ 64 h 65" name="T5"/>
                  <a:gd fmla="*/ 2 w 2" name="T6"/>
                  <a:gd fmla="*/ 1 h 65" name="T7"/>
                  <a:gd fmla="*/ 0 w 2" name="T8"/>
                  <a:gd fmla="*/ 1 h 65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65" w="2">
                    <a:moveTo>
                      <a:pt x="0" y="1"/>
                    </a:moveTo>
                    <a:cubicBezTo>
                      <a:pt x="0" y="22"/>
                      <a:pt x="0" y="43"/>
                      <a:pt x="0" y="64"/>
                    </a:cubicBezTo>
                    <a:cubicBezTo>
                      <a:pt x="0" y="65"/>
                      <a:pt x="2" y="65"/>
                      <a:pt x="2" y="64"/>
                    </a:cubicBezTo>
                    <a:cubicBezTo>
                      <a:pt x="2" y="43"/>
                      <a:pt x="2" y="22"/>
                      <a:pt x="2" y="1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f2c72ee-fb2d-45bc-8899-39ede3d8c5cd" id="143" name="ïṡ1ïḍê">
                <a:extLst>
                  <a:ext uri="{FF2B5EF4-FFF2-40B4-BE49-F238E27FC236}">
                    <a16:creationId id="{7076A87E-8902-CFBC-1BD6-4C7E26757D7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97325" y="3224710"/>
                <a:ext cx="90086" cy="323423"/>
              </a:xfrm>
              <a:custGeom>
                <a:avLst/>
                <a:gdLst>
                  <a:gd fmla="*/ 15 w 19" name="T0"/>
                  <a:gd fmla="*/ 20 h 69" name="T1"/>
                  <a:gd fmla="*/ 5 w 19" name="T2"/>
                  <a:gd fmla="*/ 1 h 69" name="T3"/>
                  <a:gd fmla="*/ 3 w 19" name="T4"/>
                  <a:gd fmla="*/ 2 h 69" name="T5"/>
                  <a:gd fmla="*/ 13 w 19" name="T6"/>
                  <a:gd fmla="*/ 21 h 69" name="T7"/>
                  <a:gd fmla="*/ 15 w 19" name="T8"/>
                  <a:gd fmla="*/ 42 h 69" name="T9"/>
                  <a:gd fmla="*/ 0 w 19" name="T10"/>
                  <a:gd fmla="*/ 67 h 69" name="T11"/>
                  <a:gd fmla="*/ 2 w 19" name="T12"/>
                  <a:gd fmla="*/ 68 h 69" name="T13"/>
                  <a:gd fmla="*/ 18 w 19" name="T14"/>
                  <a:gd fmla="*/ 38 h 69" name="T15"/>
                  <a:gd fmla="*/ 15 w 19" name="T16"/>
                  <a:gd fmla="*/ 20 h 69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69" w="19">
                    <a:moveTo>
                      <a:pt x="15" y="20"/>
                    </a:moveTo>
                    <a:cubicBezTo>
                      <a:pt x="12" y="13"/>
                      <a:pt x="9" y="7"/>
                      <a:pt x="5" y="1"/>
                    </a:cubicBezTo>
                    <a:cubicBezTo>
                      <a:pt x="4" y="0"/>
                      <a:pt x="3" y="1"/>
                      <a:pt x="3" y="2"/>
                    </a:cubicBezTo>
                    <a:cubicBezTo>
                      <a:pt x="8" y="8"/>
                      <a:pt x="11" y="14"/>
                      <a:pt x="13" y="21"/>
                    </a:cubicBezTo>
                    <a:cubicBezTo>
                      <a:pt x="16" y="28"/>
                      <a:pt x="18" y="35"/>
                      <a:pt x="15" y="42"/>
                    </a:cubicBezTo>
                    <a:cubicBezTo>
                      <a:pt x="11" y="51"/>
                      <a:pt x="2" y="57"/>
                      <a:pt x="0" y="67"/>
                    </a:cubicBezTo>
                    <a:cubicBezTo>
                      <a:pt x="0" y="68"/>
                      <a:pt x="2" y="69"/>
                      <a:pt x="2" y="68"/>
                    </a:cubicBezTo>
                    <a:cubicBezTo>
                      <a:pt x="4" y="56"/>
                      <a:pt x="16" y="49"/>
                      <a:pt x="18" y="38"/>
                    </a:cubicBezTo>
                    <a:cubicBezTo>
                      <a:pt x="19" y="32"/>
                      <a:pt x="17" y="26"/>
                      <a:pt x="15" y="20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301f13b-cf6c-4031-a778-998c779c77a2" id="144" name="íṩľïḍe">
                <a:extLst>
                  <a:ext uri="{FF2B5EF4-FFF2-40B4-BE49-F238E27FC236}">
                    <a16:creationId id="{3B85239B-C668-07C1-9584-3D2846E87AD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137508" y="3904931"/>
                <a:ext cx="183125" cy="118145"/>
              </a:xfrm>
              <a:custGeom>
                <a:avLst/>
                <a:gdLst>
                  <a:gd fmla="*/ 3 w 39" name="T0"/>
                  <a:gd fmla="*/ 5 h 25" name="T1"/>
                  <a:gd fmla="*/ 19 w 39" name="T2"/>
                  <a:gd fmla="*/ 7 h 25" name="T3"/>
                  <a:gd fmla="*/ 14 w 39" name="T4"/>
                  <a:gd fmla="*/ 0 h 25" name="T5"/>
                  <a:gd fmla="*/ 38 w 39" name="T6"/>
                  <a:gd fmla="*/ 8 h 25" name="T7"/>
                  <a:gd fmla="*/ 39 w 39" name="T8"/>
                  <a:gd fmla="*/ 25 h 25" name="T9"/>
                  <a:gd fmla="*/ 12 w 39" name="T10"/>
                  <a:gd fmla="*/ 19 h 25" name="T11"/>
                  <a:gd fmla="*/ 0 w 39" name="T12"/>
                  <a:gd fmla="*/ 8 h 25" name="T13"/>
                  <a:gd fmla="*/ 1 w 39" name="T14"/>
                  <a:gd fmla="*/ 6 h 25" name="T15"/>
                  <a:gd fmla="*/ 3 w 39" name="T16"/>
                  <a:gd fmla="*/ 5 h 25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25" w="39">
                    <a:moveTo>
                      <a:pt x="3" y="5"/>
                    </a:moveTo>
                    <a:cubicBezTo>
                      <a:pt x="8" y="5"/>
                      <a:pt x="14" y="6"/>
                      <a:pt x="19" y="7"/>
                    </a:cubicBezTo>
                    <a:cubicBezTo>
                      <a:pt x="17" y="5"/>
                      <a:pt x="15" y="3"/>
                      <a:pt x="14" y="0"/>
                    </a:cubicBezTo>
                    <a:cubicBezTo>
                      <a:pt x="22" y="1"/>
                      <a:pt x="29" y="8"/>
                      <a:pt x="38" y="8"/>
                    </a:cubicBezTo>
                    <a:cubicBezTo>
                      <a:pt x="38" y="14"/>
                      <a:pt x="39" y="19"/>
                      <a:pt x="39" y="25"/>
                    </a:cubicBezTo>
                    <a:cubicBezTo>
                      <a:pt x="30" y="25"/>
                      <a:pt x="20" y="23"/>
                      <a:pt x="12" y="19"/>
                    </a:cubicBezTo>
                    <a:cubicBezTo>
                      <a:pt x="7" y="17"/>
                      <a:pt x="1" y="14"/>
                      <a:pt x="0" y="8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1" y="5"/>
                      <a:pt x="2" y="5"/>
                      <a:pt x="3" y="5"/>
                    </a:cubicBezTo>
                    <a:close/>
                  </a:path>
                </a:pathLst>
              </a:custGeom>
              <a:solidFill>
                <a:srgbClr val="FFD0B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518deb6-c6f2-4175-980c-b4ccbd9dadbe" id="145" name="íṡḷïḑê">
                <a:extLst>
                  <a:ext uri="{FF2B5EF4-FFF2-40B4-BE49-F238E27FC236}">
                    <a16:creationId id="{8A965ECE-C538-24E7-87B4-B38A0F4F4C8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588132" y="5196182"/>
                <a:ext cx="355913" cy="121099"/>
              </a:xfrm>
              <a:custGeom>
                <a:avLst/>
                <a:gdLst>
                  <a:gd fmla="*/ 10 w 76" name="T0"/>
                  <a:gd fmla="*/ 25 h 26" name="T1"/>
                  <a:gd fmla="*/ 5 w 76" name="T2"/>
                  <a:gd fmla="*/ 24 h 26" name="T3"/>
                  <a:gd fmla="*/ 1 w 76" name="T4"/>
                  <a:gd fmla="*/ 19 h 26" name="T5"/>
                  <a:gd fmla="*/ 1 w 76" name="T6"/>
                  <a:gd fmla="*/ 17 h 26" name="T7"/>
                  <a:gd fmla="*/ 2 w 76" name="T8"/>
                  <a:gd fmla="*/ 16 h 26" name="T9"/>
                  <a:gd fmla="*/ 42 w 76" name="T10"/>
                  <a:gd fmla="*/ 2 h 26" name="T11"/>
                  <a:gd fmla="*/ 45 w 76" name="T12"/>
                  <a:gd fmla="*/ 2 h 26" name="T13"/>
                  <a:gd fmla="*/ 73 w 76" name="T14"/>
                  <a:gd fmla="*/ 0 h 26" name="T15"/>
                  <a:gd fmla="*/ 73 w 76" name="T16"/>
                  <a:gd fmla="*/ 0 h 26" name="T17"/>
                  <a:gd fmla="*/ 73 w 76" name="T18"/>
                  <a:gd fmla="*/ 1 h 26" name="T19"/>
                  <a:gd fmla="*/ 76 w 76" name="T20"/>
                  <a:gd fmla="*/ 18 h 26" name="T21"/>
                  <a:gd fmla="*/ 76 w 76" name="T22"/>
                  <a:gd fmla="*/ 19 h 26" name="T23"/>
                  <a:gd fmla="*/ 73 w 76" name="T24"/>
                  <a:gd fmla="*/ 20 h 26" name="T25"/>
                  <a:gd fmla="*/ 51 w 76" name="T26"/>
                  <a:gd fmla="*/ 23 h 26" name="T27"/>
                  <a:gd fmla="*/ 10 w 76" name="T28"/>
                  <a:gd fmla="*/ 25 h 26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26" w="76">
                    <a:moveTo>
                      <a:pt x="10" y="25"/>
                    </a:moveTo>
                    <a:cubicBezTo>
                      <a:pt x="8" y="25"/>
                      <a:pt x="6" y="25"/>
                      <a:pt x="5" y="24"/>
                    </a:cubicBezTo>
                    <a:cubicBezTo>
                      <a:pt x="3" y="23"/>
                      <a:pt x="1" y="21"/>
                      <a:pt x="1" y="19"/>
                    </a:cubicBezTo>
                    <a:cubicBezTo>
                      <a:pt x="0" y="18"/>
                      <a:pt x="0" y="17"/>
                      <a:pt x="1" y="17"/>
                    </a:cubicBezTo>
                    <a:cubicBezTo>
                      <a:pt x="1" y="16"/>
                      <a:pt x="2" y="16"/>
                      <a:pt x="2" y="16"/>
                    </a:cubicBezTo>
                    <a:cubicBezTo>
                      <a:pt x="16" y="12"/>
                      <a:pt x="29" y="7"/>
                      <a:pt x="42" y="2"/>
                    </a:cubicBezTo>
                    <a:cubicBezTo>
                      <a:pt x="43" y="2"/>
                      <a:pt x="44" y="2"/>
                      <a:pt x="45" y="2"/>
                    </a:cubicBezTo>
                    <a:cubicBezTo>
                      <a:pt x="54" y="2"/>
                      <a:pt x="64" y="2"/>
                      <a:pt x="73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5" y="6"/>
                      <a:pt x="76" y="12"/>
                      <a:pt x="76" y="18"/>
                    </a:cubicBezTo>
                    <a:cubicBezTo>
                      <a:pt x="76" y="18"/>
                      <a:pt x="76" y="19"/>
                      <a:pt x="76" y="19"/>
                    </a:cubicBezTo>
                    <a:cubicBezTo>
                      <a:pt x="75" y="20"/>
                      <a:pt x="74" y="20"/>
                      <a:pt x="73" y="20"/>
                    </a:cubicBezTo>
                    <a:cubicBezTo>
                      <a:pt x="66" y="21"/>
                      <a:pt x="58" y="22"/>
                      <a:pt x="51" y="23"/>
                    </a:cubicBezTo>
                    <a:cubicBezTo>
                      <a:pt x="37" y="24"/>
                      <a:pt x="24" y="26"/>
                      <a:pt x="10" y="25"/>
                    </a:cubicBezTo>
                    <a:close/>
                  </a:path>
                </a:pathLst>
              </a:custGeom>
              <a:solidFill>
                <a:srgbClr val="18252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afcc5bf-3781-45f4-af25-83c005332ed6" id="146" name="iṥ1íde">
                <a:extLst>
                  <a:ext uri="{FF2B5EF4-FFF2-40B4-BE49-F238E27FC236}">
                    <a16:creationId id="{494A3504-98FC-97FD-F91E-2A5BA537D240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26192" y="3169363"/>
                <a:ext cx="383970" cy="289454"/>
              </a:xfrm>
              <a:custGeom>
                <a:avLst/>
                <a:gdLst>
                  <a:gd fmla="*/ 71 w 82" name="T0"/>
                  <a:gd fmla="*/ 48 h 62" name="T1"/>
                  <a:gd fmla="*/ 58 w 82" name="T2"/>
                  <a:gd fmla="*/ 62 h 62" name="T3"/>
                  <a:gd fmla="*/ 58 w 82" name="T4"/>
                  <a:gd fmla="*/ 62 h 62" name="T5"/>
                  <a:gd fmla="*/ 58 w 82" name="T6"/>
                  <a:gd fmla="*/ 62 h 62" name="T7"/>
                  <a:gd fmla="*/ 52 w 82" name="T8"/>
                  <a:gd fmla="*/ 62 h 62" name="T9"/>
                  <a:gd fmla="*/ 50 w 82" name="T10"/>
                  <a:gd fmla="*/ 61 h 62" name="T11"/>
                  <a:gd fmla="*/ 50 w 82" name="T12"/>
                  <a:gd fmla="*/ 57 h 62" name="T13"/>
                  <a:gd fmla="*/ 55 w 82" name="T14"/>
                  <a:gd fmla="*/ 47 h 62" name="T15"/>
                  <a:gd fmla="*/ 55 w 82" name="T16"/>
                  <a:gd fmla="*/ 38 h 62" name="T17"/>
                  <a:gd fmla="*/ 53 w 82" name="T18"/>
                  <a:gd fmla="*/ 35 h 62" name="T19"/>
                  <a:gd fmla="*/ 47 w 82" name="T20"/>
                  <a:gd fmla="*/ 38 h 62" name="T21"/>
                  <a:gd fmla="*/ 44 w 82" name="T22"/>
                  <a:gd fmla="*/ 50 h 62" name="T23"/>
                  <a:gd fmla="*/ 43 w 82" name="T24"/>
                  <a:gd fmla="*/ 51 h 62" name="T25"/>
                  <a:gd fmla="*/ 41 w 82" name="T26"/>
                  <a:gd fmla="*/ 51 h 62" name="T27"/>
                  <a:gd fmla="*/ 37 w 82" name="T28"/>
                  <a:gd fmla="*/ 35 h 62" name="T29"/>
                  <a:gd fmla="*/ 38 w 82" name="T30"/>
                  <a:gd fmla="*/ 26 h 62" name="T31"/>
                  <a:gd fmla="*/ 31 w 82" name="T32"/>
                  <a:gd fmla="*/ 22 h 62" name="T33"/>
                  <a:gd fmla="*/ 24 w 82" name="T34"/>
                  <a:gd fmla="*/ 22 h 62" name="T35"/>
                  <a:gd fmla="*/ 11 w 82" name="T36"/>
                  <a:gd fmla="*/ 21 h 62" name="T37"/>
                  <a:gd fmla="*/ 11 w 82" name="T38"/>
                  <a:gd fmla="*/ 21 h 62" name="T39"/>
                  <a:gd fmla="*/ 3 w 82" name="T40"/>
                  <a:gd fmla="*/ 16 h 62" name="T41"/>
                  <a:gd fmla="*/ 1 w 82" name="T42"/>
                  <a:gd fmla="*/ 8 h 62" name="T43"/>
                  <a:gd fmla="*/ 9 w 82" name="T44"/>
                  <a:gd fmla="*/ 1 h 62" name="T45"/>
                  <a:gd fmla="*/ 21 w 82" name="T46"/>
                  <a:gd fmla="*/ 1 h 62" name="T47"/>
                  <a:gd fmla="*/ 46 w 82" name="T48"/>
                  <a:gd fmla="*/ 1 h 62" name="T49"/>
                  <a:gd fmla="*/ 54 w 82" name="T50"/>
                  <a:gd fmla="*/ 2 h 62" name="T51"/>
                  <a:gd fmla="*/ 61 w 82" name="T52"/>
                  <a:gd fmla="*/ 15 h 62" name="T53"/>
                  <a:gd fmla="*/ 75 w 82" name="T54"/>
                  <a:gd fmla="*/ 16 h 62" name="T55"/>
                  <a:gd fmla="*/ 81 w 82" name="T56"/>
                  <a:gd fmla="*/ 33 h 62" name="T57"/>
                  <a:gd fmla="*/ 71 w 82" name="T58"/>
                  <a:gd fmla="*/ 48 h 62" name="T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b="b" l="0" r="r" t="0"/>
                <a:pathLst>
                  <a:path h="62" w="82">
                    <a:moveTo>
                      <a:pt x="71" y="48"/>
                    </a:moveTo>
                    <a:cubicBezTo>
                      <a:pt x="67" y="53"/>
                      <a:pt x="62" y="57"/>
                      <a:pt x="58" y="62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6" y="62"/>
                      <a:pt x="54" y="62"/>
                      <a:pt x="52" y="62"/>
                    </a:cubicBezTo>
                    <a:cubicBezTo>
                      <a:pt x="51" y="62"/>
                      <a:pt x="51" y="62"/>
                      <a:pt x="50" y="61"/>
                    </a:cubicBezTo>
                    <a:cubicBezTo>
                      <a:pt x="49" y="60"/>
                      <a:pt x="50" y="58"/>
                      <a:pt x="50" y="57"/>
                    </a:cubicBezTo>
                    <a:cubicBezTo>
                      <a:pt x="52" y="54"/>
                      <a:pt x="54" y="50"/>
                      <a:pt x="55" y="47"/>
                    </a:cubicBezTo>
                    <a:cubicBezTo>
                      <a:pt x="56" y="44"/>
                      <a:pt x="56" y="41"/>
                      <a:pt x="55" y="38"/>
                    </a:cubicBezTo>
                    <a:cubicBezTo>
                      <a:pt x="55" y="37"/>
                      <a:pt x="54" y="35"/>
                      <a:pt x="53" y="35"/>
                    </a:cubicBezTo>
                    <a:cubicBezTo>
                      <a:pt x="51" y="34"/>
                      <a:pt x="49" y="36"/>
                      <a:pt x="47" y="38"/>
                    </a:cubicBezTo>
                    <a:cubicBezTo>
                      <a:pt x="45" y="42"/>
                      <a:pt x="45" y="46"/>
                      <a:pt x="44" y="50"/>
                    </a:cubicBezTo>
                    <a:cubicBezTo>
                      <a:pt x="44" y="50"/>
                      <a:pt x="43" y="51"/>
                      <a:pt x="43" y="51"/>
                    </a:cubicBezTo>
                    <a:cubicBezTo>
                      <a:pt x="42" y="52"/>
                      <a:pt x="41" y="51"/>
                      <a:pt x="41" y="51"/>
                    </a:cubicBezTo>
                    <a:cubicBezTo>
                      <a:pt x="37" y="47"/>
                      <a:pt x="35" y="41"/>
                      <a:pt x="37" y="35"/>
                    </a:cubicBezTo>
                    <a:cubicBezTo>
                      <a:pt x="37" y="32"/>
                      <a:pt x="39" y="29"/>
                      <a:pt x="38" y="26"/>
                    </a:cubicBezTo>
                    <a:cubicBezTo>
                      <a:pt x="36" y="23"/>
                      <a:pt x="34" y="22"/>
                      <a:pt x="31" y="22"/>
                    </a:cubicBezTo>
                    <a:cubicBezTo>
                      <a:pt x="29" y="22"/>
                      <a:pt x="26" y="22"/>
                      <a:pt x="24" y="22"/>
                    </a:cubicBezTo>
                    <a:cubicBezTo>
                      <a:pt x="19" y="23"/>
                      <a:pt x="15" y="22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8" y="20"/>
                      <a:pt x="5" y="18"/>
                      <a:pt x="3" y="16"/>
                    </a:cubicBezTo>
                    <a:cubicBezTo>
                      <a:pt x="1" y="14"/>
                      <a:pt x="0" y="11"/>
                      <a:pt x="1" y="8"/>
                    </a:cubicBezTo>
                    <a:cubicBezTo>
                      <a:pt x="2" y="4"/>
                      <a:pt x="6" y="2"/>
                      <a:pt x="9" y="1"/>
                    </a:cubicBezTo>
                    <a:cubicBezTo>
                      <a:pt x="13" y="0"/>
                      <a:pt x="17" y="1"/>
                      <a:pt x="21" y="1"/>
                    </a:cubicBezTo>
                    <a:cubicBezTo>
                      <a:pt x="29" y="2"/>
                      <a:pt x="38" y="1"/>
                      <a:pt x="46" y="1"/>
                    </a:cubicBezTo>
                    <a:cubicBezTo>
                      <a:pt x="49" y="1"/>
                      <a:pt x="52" y="1"/>
                      <a:pt x="54" y="2"/>
                    </a:cubicBezTo>
                    <a:cubicBezTo>
                      <a:pt x="59" y="4"/>
                      <a:pt x="61" y="10"/>
                      <a:pt x="61" y="15"/>
                    </a:cubicBezTo>
                    <a:cubicBezTo>
                      <a:pt x="66" y="14"/>
                      <a:pt x="71" y="13"/>
                      <a:pt x="75" y="16"/>
                    </a:cubicBezTo>
                    <a:cubicBezTo>
                      <a:pt x="80" y="19"/>
                      <a:pt x="82" y="27"/>
                      <a:pt x="81" y="33"/>
                    </a:cubicBezTo>
                    <a:cubicBezTo>
                      <a:pt x="79" y="39"/>
                      <a:pt x="75" y="44"/>
                      <a:pt x="71" y="48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b50b0d6-b767-4649-8918-31e6e99f84f1" id="147" name="íṧḻïḍê">
                <a:extLst>
                  <a:ext uri="{FF2B5EF4-FFF2-40B4-BE49-F238E27FC236}">
                    <a16:creationId id="{35D2D78C-6987-0E67-7C4B-6863CF88A158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129092" y="4422757"/>
                <a:ext cx="601062" cy="778280"/>
              </a:xfrm>
              <a:custGeom>
                <a:avLst/>
                <a:gdLst>
                  <a:gd fmla="*/ 104 w 128" name="T0"/>
                  <a:gd fmla="*/ 165 h 166" name="T1"/>
                  <a:gd fmla="*/ 99 w 128" name="T2"/>
                  <a:gd fmla="*/ 164 h 166" name="T3"/>
                  <a:gd fmla="*/ 97 w 128" name="T4"/>
                  <a:gd fmla="*/ 160 h 166" name="T5"/>
                  <a:gd fmla="*/ 92 w 128" name="T6"/>
                  <a:gd fmla="*/ 155 h 166" name="T7"/>
                  <a:gd fmla="*/ 13 w 128" name="T8"/>
                  <a:gd fmla="*/ 110 h 166" name="T9"/>
                  <a:gd fmla="*/ 9 w 128" name="T10"/>
                  <a:gd fmla="*/ 108 h 166" name="T11"/>
                  <a:gd fmla="*/ 7 w 128" name="T12"/>
                  <a:gd fmla="*/ 103 h 166" name="T13"/>
                  <a:gd fmla="*/ 3 w 128" name="T14"/>
                  <a:gd fmla="*/ 84 h 166" name="T15"/>
                  <a:gd fmla="*/ 1 w 128" name="T16"/>
                  <a:gd fmla="*/ 34 h 166" name="T17"/>
                  <a:gd fmla="*/ 0 w 128" name="T18"/>
                  <a:gd fmla="*/ 0 h 166" name="T19"/>
                  <a:gd fmla="*/ 28 w 128" name="T20"/>
                  <a:gd fmla="*/ 12 h 166" name="T21"/>
                  <a:gd fmla="*/ 49 w 128" name="T22"/>
                  <a:gd fmla="*/ 9 h 166" name="T23"/>
                  <a:gd fmla="*/ 59 w 128" name="T24"/>
                  <a:gd fmla="*/ 6 h 166" name="T25"/>
                  <a:gd fmla="*/ 43 w 128" name="T26"/>
                  <a:gd fmla="*/ 81 h 166" name="T27"/>
                  <a:gd fmla="*/ 98 w 128" name="T28"/>
                  <a:gd fmla="*/ 121 h 166" name="T29"/>
                  <a:gd fmla="*/ 119 w 128" name="T30"/>
                  <a:gd fmla="*/ 134 h 166" name="T31"/>
                  <a:gd fmla="*/ 125 w 128" name="T32"/>
                  <a:gd fmla="*/ 136 h 166" name="T33"/>
                  <a:gd fmla="*/ 123 w 128" name="T34"/>
                  <a:gd fmla="*/ 145 h 166" name="T35"/>
                  <a:gd fmla="*/ 122 w 128" name="T36"/>
                  <a:gd fmla="*/ 146 h 166" name="T37"/>
                  <a:gd fmla="*/ 108 w 128" name="T38"/>
                  <a:gd fmla="*/ 161 h 166" name="T39"/>
                  <a:gd fmla="*/ 107 w 128" name="T40"/>
                  <a:gd fmla="*/ 163 h 166" name="T41"/>
                  <a:gd fmla="*/ 104 w 128" name="T42"/>
                  <a:gd fmla="*/ 165 h 166" name="T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b="b" l="0" r="r" t="0"/>
                <a:pathLst>
                  <a:path h="166" w="128">
                    <a:moveTo>
                      <a:pt x="104" y="165"/>
                    </a:moveTo>
                    <a:cubicBezTo>
                      <a:pt x="102" y="166"/>
                      <a:pt x="100" y="165"/>
                      <a:pt x="99" y="164"/>
                    </a:cubicBezTo>
                    <a:cubicBezTo>
                      <a:pt x="98" y="163"/>
                      <a:pt x="98" y="161"/>
                      <a:pt x="97" y="160"/>
                    </a:cubicBezTo>
                    <a:cubicBezTo>
                      <a:pt x="96" y="158"/>
                      <a:pt x="94" y="156"/>
                      <a:pt x="92" y="155"/>
                    </a:cubicBezTo>
                    <a:cubicBezTo>
                      <a:pt x="67" y="139"/>
                      <a:pt x="40" y="124"/>
                      <a:pt x="13" y="110"/>
                    </a:cubicBezTo>
                    <a:cubicBezTo>
                      <a:pt x="12" y="110"/>
                      <a:pt x="11" y="109"/>
                      <a:pt x="9" y="108"/>
                    </a:cubicBezTo>
                    <a:cubicBezTo>
                      <a:pt x="8" y="107"/>
                      <a:pt x="7" y="105"/>
                      <a:pt x="7" y="103"/>
                    </a:cubicBezTo>
                    <a:cubicBezTo>
                      <a:pt x="4" y="97"/>
                      <a:pt x="4" y="90"/>
                      <a:pt x="3" y="84"/>
                    </a:cubicBezTo>
                    <a:cubicBezTo>
                      <a:pt x="3" y="67"/>
                      <a:pt x="2" y="50"/>
                      <a:pt x="1" y="34"/>
                    </a:cubicBezTo>
                    <a:cubicBezTo>
                      <a:pt x="1" y="23"/>
                      <a:pt x="0" y="12"/>
                      <a:pt x="0" y="0"/>
                    </a:cubicBezTo>
                    <a:cubicBezTo>
                      <a:pt x="8" y="6"/>
                      <a:pt x="18" y="11"/>
                      <a:pt x="28" y="12"/>
                    </a:cubicBezTo>
                    <a:cubicBezTo>
                      <a:pt x="35" y="12"/>
                      <a:pt x="42" y="11"/>
                      <a:pt x="49" y="9"/>
                    </a:cubicBezTo>
                    <a:cubicBezTo>
                      <a:pt x="52" y="8"/>
                      <a:pt x="55" y="7"/>
                      <a:pt x="59" y="6"/>
                    </a:cubicBezTo>
                    <a:cubicBezTo>
                      <a:pt x="46" y="29"/>
                      <a:pt x="54" y="58"/>
                      <a:pt x="43" y="81"/>
                    </a:cubicBezTo>
                    <a:cubicBezTo>
                      <a:pt x="62" y="93"/>
                      <a:pt x="81" y="106"/>
                      <a:pt x="98" y="121"/>
                    </a:cubicBezTo>
                    <a:cubicBezTo>
                      <a:pt x="104" y="127"/>
                      <a:pt x="111" y="134"/>
                      <a:pt x="119" y="134"/>
                    </a:cubicBezTo>
                    <a:cubicBezTo>
                      <a:pt x="121" y="134"/>
                      <a:pt x="123" y="134"/>
                      <a:pt x="125" y="136"/>
                    </a:cubicBezTo>
                    <a:cubicBezTo>
                      <a:pt x="128" y="138"/>
                      <a:pt x="125" y="142"/>
                      <a:pt x="123" y="145"/>
                    </a:cubicBezTo>
                    <a:cubicBezTo>
                      <a:pt x="122" y="145"/>
                      <a:pt x="122" y="146"/>
                      <a:pt x="122" y="146"/>
                    </a:cubicBezTo>
                    <a:cubicBezTo>
                      <a:pt x="117" y="151"/>
                      <a:pt x="113" y="156"/>
                      <a:pt x="108" y="161"/>
                    </a:cubicBezTo>
                    <a:cubicBezTo>
                      <a:pt x="108" y="162"/>
                      <a:pt x="107" y="162"/>
                      <a:pt x="107" y="163"/>
                    </a:cubicBezTo>
                    <a:cubicBezTo>
                      <a:pt x="106" y="164"/>
                      <a:pt x="105" y="164"/>
                      <a:pt x="104" y="165"/>
                    </a:cubicBezTo>
                    <a:close/>
                  </a:path>
                </a:pathLst>
              </a:custGeom>
              <a:solidFill>
                <a:srgbClr val="19414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d502d6d-7934-4974-968a-39bc8d8e0e7e" id="148" name="íṥliḍè">
                <a:extLst>
                  <a:ext uri="{FF2B5EF4-FFF2-40B4-BE49-F238E27FC236}">
                    <a16:creationId id="{DE22E539-A145-F67A-7507-E9E0C7A09005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428980" y="3271264"/>
                <a:ext cx="267303" cy="299793"/>
              </a:xfrm>
              <a:custGeom>
                <a:avLst/>
                <a:gdLst>
                  <a:gd fmla="*/ 57 w 57" name="T0"/>
                  <a:gd fmla="*/ 49 h 64" name="T1"/>
                  <a:gd fmla="*/ 57 w 57" name="T2"/>
                  <a:gd fmla="*/ 51 h 64" name="T3"/>
                  <a:gd fmla="*/ 57 w 57" name="T4"/>
                  <a:gd fmla="*/ 52 h 64" name="T5"/>
                  <a:gd fmla="*/ 55 w 57" name="T6"/>
                  <a:gd fmla="*/ 53 h 64" name="T7"/>
                  <a:gd fmla="*/ 29 w 57" name="T8"/>
                  <a:gd fmla="*/ 64 h 64" name="T9"/>
                  <a:gd fmla="*/ 29 w 57" name="T10"/>
                  <a:gd fmla="*/ 62 h 64" name="T11"/>
                  <a:gd fmla="*/ 29 w 57" name="T12"/>
                  <a:gd fmla="*/ 61 h 64" name="T13"/>
                  <a:gd fmla="*/ 29 w 57" name="T14"/>
                  <a:gd fmla="*/ 57 h 64" name="T15"/>
                  <a:gd fmla="*/ 29 w 57" name="T16"/>
                  <a:gd fmla="*/ 56 h 64" name="T17"/>
                  <a:gd fmla="*/ 12 w 57" name="T18"/>
                  <a:gd fmla="*/ 60 h 64" name="T19"/>
                  <a:gd fmla="*/ 10 w 57" name="T20"/>
                  <a:gd fmla="*/ 59 h 64" name="T21"/>
                  <a:gd fmla="*/ 8 w 57" name="T22"/>
                  <a:gd fmla="*/ 57 h 64" name="T23"/>
                  <a:gd fmla="*/ 3 w 57" name="T24"/>
                  <a:gd fmla="*/ 40 h 64" name="T25"/>
                  <a:gd fmla="*/ 0 w 57" name="T26"/>
                  <a:gd fmla="*/ 38 h 64" name="T27"/>
                  <a:gd fmla="*/ 2 w 57" name="T28"/>
                  <a:gd fmla="*/ 34 h 64" name="T29"/>
                  <a:gd fmla="*/ 5 w 57" name="T30"/>
                  <a:gd fmla="*/ 33 h 64" name="T31"/>
                  <a:gd fmla="*/ 8 w 57" name="T32"/>
                  <a:gd fmla="*/ 26 h 64" name="T33"/>
                  <a:gd fmla="*/ 7 w 57" name="T34"/>
                  <a:gd fmla="*/ 18 h 64" name="T35"/>
                  <a:gd fmla="*/ 10 w 57" name="T36"/>
                  <a:gd fmla="*/ 0 h 64" name="T37"/>
                  <a:gd fmla="*/ 23 w 57" name="T38"/>
                  <a:gd fmla="*/ 1 h 64" name="T39"/>
                  <a:gd fmla="*/ 30 w 57" name="T40"/>
                  <a:gd fmla="*/ 1 h 64" name="T41"/>
                  <a:gd fmla="*/ 37 w 57" name="T42"/>
                  <a:gd fmla="*/ 5 h 64" name="T43"/>
                  <a:gd fmla="*/ 36 w 57" name="T44"/>
                  <a:gd fmla="*/ 14 h 64" name="T45"/>
                  <a:gd fmla="*/ 40 w 57" name="T46"/>
                  <a:gd fmla="*/ 30 h 64" name="T47"/>
                  <a:gd fmla="*/ 42 w 57" name="T48"/>
                  <a:gd fmla="*/ 30 h 64" name="T49"/>
                  <a:gd fmla="*/ 43 w 57" name="T50"/>
                  <a:gd fmla="*/ 29 h 64" name="T51"/>
                  <a:gd fmla="*/ 46 w 57" name="T52"/>
                  <a:gd fmla="*/ 17 h 64" name="T53"/>
                  <a:gd fmla="*/ 52 w 57" name="T54"/>
                  <a:gd fmla="*/ 14 h 64" name="T55"/>
                  <a:gd fmla="*/ 54 w 57" name="T56"/>
                  <a:gd fmla="*/ 17 h 64" name="T57"/>
                  <a:gd fmla="*/ 54 w 57" name="T58"/>
                  <a:gd fmla="*/ 26 h 64" name="T59"/>
                  <a:gd fmla="*/ 49 w 57" name="T60"/>
                  <a:gd fmla="*/ 36 h 64" name="T61"/>
                  <a:gd fmla="*/ 49 w 57" name="T62"/>
                  <a:gd fmla="*/ 40 h 64" name="T63"/>
                  <a:gd fmla="*/ 51 w 57" name="T64"/>
                  <a:gd fmla="*/ 41 h 64" name="T65"/>
                  <a:gd fmla="*/ 57 w 57" name="T66"/>
                  <a:gd fmla="*/ 41 h 64" name="T67"/>
                  <a:gd fmla="*/ 57 w 57" name="T68"/>
                  <a:gd fmla="*/ 41 h 64" name="T69"/>
                  <a:gd fmla="*/ 57 w 57" name="T70"/>
                  <a:gd fmla="*/ 49 h 64" name="T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b="b" l="0" r="r" t="0"/>
                <a:pathLst>
                  <a:path h="64" w="57">
                    <a:moveTo>
                      <a:pt x="57" y="49"/>
                    </a:moveTo>
                    <a:cubicBezTo>
                      <a:pt x="57" y="50"/>
                      <a:pt x="57" y="50"/>
                      <a:pt x="57" y="51"/>
                    </a:cubicBezTo>
                    <a:cubicBezTo>
                      <a:pt x="57" y="51"/>
                      <a:pt x="57" y="51"/>
                      <a:pt x="57" y="52"/>
                    </a:cubicBezTo>
                    <a:cubicBezTo>
                      <a:pt x="57" y="52"/>
                      <a:pt x="56" y="53"/>
                      <a:pt x="55" y="53"/>
                    </a:cubicBezTo>
                    <a:cubicBezTo>
                      <a:pt x="46" y="57"/>
                      <a:pt x="37" y="61"/>
                      <a:pt x="29" y="64"/>
                    </a:cubicBezTo>
                    <a:cubicBezTo>
                      <a:pt x="29" y="64"/>
                      <a:pt x="29" y="63"/>
                      <a:pt x="29" y="62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29" y="60"/>
                      <a:pt x="29" y="58"/>
                      <a:pt x="29" y="57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23" y="58"/>
                      <a:pt x="18" y="60"/>
                      <a:pt x="12" y="60"/>
                    </a:cubicBezTo>
                    <a:cubicBezTo>
                      <a:pt x="11" y="60"/>
                      <a:pt x="10" y="60"/>
                      <a:pt x="10" y="59"/>
                    </a:cubicBezTo>
                    <a:cubicBezTo>
                      <a:pt x="9" y="59"/>
                      <a:pt x="9" y="58"/>
                      <a:pt x="8" y="57"/>
                    </a:cubicBezTo>
                    <a:cubicBezTo>
                      <a:pt x="8" y="51"/>
                      <a:pt x="7" y="44"/>
                      <a:pt x="3" y="40"/>
                    </a:cubicBezTo>
                    <a:cubicBezTo>
                      <a:pt x="2" y="40"/>
                      <a:pt x="0" y="39"/>
                      <a:pt x="0" y="38"/>
                    </a:cubicBezTo>
                    <a:cubicBezTo>
                      <a:pt x="0" y="36"/>
                      <a:pt x="1" y="35"/>
                      <a:pt x="2" y="34"/>
                    </a:cubicBezTo>
                    <a:cubicBezTo>
                      <a:pt x="3" y="34"/>
                      <a:pt x="4" y="33"/>
                      <a:pt x="5" y="33"/>
                    </a:cubicBezTo>
                    <a:cubicBezTo>
                      <a:pt x="7" y="31"/>
                      <a:pt x="8" y="28"/>
                      <a:pt x="8" y="26"/>
                    </a:cubicBezTo>
                    <a:cubicBezTo>
                      <a:pt x="8" y="23"/>
                      <a:pt x="7" y="21"/>
                      <a:pt x="7" y="18"/>
                    </a:cubicBezTo>
                    <a:cubicBezTo>
                      <a:pt x="6" y="12"/>
                      <a:pt x="7" y="5"/>
                      <a:pt x="10" y="0"/>
                    </a:cubicBezTo>
                    <a:cubicBezTo>
                      <a:pt x="14" y="1"/>
                      <a:pt x="18" y="2"/>
                      <a:pt x="23" y="1"/>
                    </a:cubicBezTo>
                    <a:cubicBezTo>
                      <a:pt x="25" y="1"/>
                      <a:pt x="28" y="1"/>
                      <a:pt x="30" y="1"/>
                    </a:cubicBezTo>
                    <a:cubicBezTo>
                      <a:pt x="33" y="1"/>
                      <a:pt x="35" y="2"/>
                      <a:pt x="37" y="5"/>
                    </a:cubicBezTo>
                    <a:cubicBezTo>
                      <a:pt x="38" y="8"/>
                      <a:pt x="36" y="11"/>
                      <a:pt x="36" y="14"/>
                    </a:cubicBezTo>
                    <a:cubicBezTo>
                      <a:pt x="34" y="20"/>
                      <a:pt x="36" y="26"/>
                      <a:pt x="40" y="30"/>
                    </a:cubicBezTo>
                    <a:cubicBezTo>
                      <a:pt x="40" y="30"/>
                      <a:pt x="41" y="31"/>
                      <a:pt x="42" y="30"/>
                    </a:cubicBezTo>
                    <a:cubicBezTo>
                      <a:pt x="42" y="30"/>
                      <a:pt x="43" y="29"/>
                      <a:pt x="43" y="29"/>
                    </a:cubicBezTo>
                    <a:cubicBezTo>
                      <a:pt x="44" y="25"/>
                      <a:pt x="44" y="21"/>
                      <a:pt x="46" y="17"/>
                    </a:cubicBezTo>
                    <a:cubicBezTo>
                      <a:pt x="48" y="15"/>
                      <a:pt x="50" y="13"/>
                      <a:pt x="52" y="14"/>
                    </a:cubicBezTo>
                    <a:cubicBezTo>
                      <a:pt x="53" y="14"/>
                      <a:pt x="54" y="16"/>
                      <a:pt x="54" y="17"/>
                    </a:cubicBezTo>
                    <a:cubicBezTo>
                      <a:pt x="55" y="20"/>
                      <a:pt x="55" y="23"/>
                      <a:pt x="54" y="26"/>
                    </a:cubicBezTo>
                    <a:cubicBezTo>
                      <a:pt x="53" y="29"/>
                      <a:pt x="51" y="33"/>
                      <a:pt x="49" y="36"/>
                    </a:cubicBezTo>
                    <a:cubicBezTo>
                      <a:pt x="49" y="37"/>
                      <a:pt x="48" y="39"/>
                      <a:pt x="49" y="40"/>
                    </a:cubicBezTo>
                    <a:cubicBezTo>
                      <a:pt x="50" y="41"/>
                      <a:pt x="50" y="41"/>
                      <a:pt x="51" y="41"/>
                    </a:cubicBezTo>
                    <a:cubicBezTo>
                      <a:pt x="53" y="41"/>
                      <a:pt x="55" y="41"/>
                      <a:pt x="57" y="41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44"/>
                      <a:pt x="57" y="47"/>
                      <a:pt x="57" y="49"/>
                    </a:cubicBezTo>
                    <a:close/>
                  </a:path>
                </a:pathLst>
              </a:custGeom>
              <a:solidFill>
                <a:srgbClr val="FFD0B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d4625bc-a8f0-412c-8972-433f554cf77d" id="149" name="ís1íďé">
                <a:extLst>
                  <a:ext uri="{FF2B5EF4-FFF2-40B4-BE49-F238E27FC236}">
                    <a16:creationId id="{4DF4510B-D970-42C2-69BF-92E4E12CF81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97205" y="3615414"/>
                <a:ext cx="754650" cy="435659"/>
              </a:xfrm>
              <a:custGeom>
                <a:avLst/>
                <a:gdLst>
                  <a:gd fmla="*/ 80 w 161" name="T0"/>
                  <a:gd fmla="*/ 83 h 93" name="T1"/>
                  <a:gd fmla="*/ 5 w 161" name="T2"/>
                  <a:gd fmla="*/ 89 h 93" name="T3"/>
                  <a:gd fmla="*/ 3 w 161" name="T4"/>
                  <a:gd fmla="*/ 89 h 93" name="T5"/>
                  <a:gd fmla="*/ 2 w 161" name="T6"/>
                  <a:gd fmla="*/ 86 h 93" name="T7"/>
                  <a:gd fmla="*/ 1 w 161" name="T8"/>
                  <a:gd fmla="*/ 78 h 93" name="T9"/>
                  <a:gd fmla="*/ 0 w 161" name="T10"/>
                  <a:gd fmla="*/ 61 h 93" name="T11"/>
                  <a:gd fmla="*/ 0 w 161" name="T12"/>
                  <a:gd fmla="*/ 58 h 93" name="T13"/>
                  <a:gd fmla="*/ 0 w 161" name="T14"/>
                  <a:gd fmla="*/ 57 h 93" name="T15"/>
                  <a:gd fmla="*/ 71 w 161" name="T16"/>
                  <a:gd fmla="*/ 55 h 93" name="T17"/>
                  <a:gd fmla="*/ 78 w 161" name="T18"/>
                  <a:gd fmla="*/ 53 h 93" name="T19"/>
                  <a:gd fmla="*/ 83 w 161" name="T20"/>
                  <a:gd fmla="*/ 49 h 93" name="T21"/>
                  <a:gd fmla="*/ 101 w 161" name="T22"/>
                  <a:gd fmla="*/ 31 h 93" name="T23"/>
                  <a:gd fmla="*/ 140 w 161" name="T24"/>
                  <a:gd fmla="*/ 3 h 93" name="T25"/>
                  <a:gd fmla="*/ 152 w 161" name="T26"/>
                  <a:gd fmla="*/ 1 h 93" name="T27"/>
                  <a:gd fmla="*/ 157 w 161" name="T28"/>
                  <a:gd fmla="*/ 3 h 93" name="T29"/>
                  <a:gd fmla="*/ 159 w 161" name="T30"/>
                  <a:gd fmla="*/ 19 h 93" name="T31"/>
                  <a:gd fmla="*/ 107 w 161" name="T32"/>
                  <a:gd fmla="*/ 76 h 93" name="T33"/>
                  <a:gd fmla="*/ 89 w 161" name="T34"/>
                  <a:gd fmla="*/ 81 h 93" name="T35"/>
                  <a:gd fmla="*/ 80 w 161" name="T36"/>
                  <a:gd fmla="*/ 83 h 93" name="T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b="b" l="0" r="r" t="0"/>
                <a:pathLst>
                  <a:path h="93" w="161">
                    <a:moveTo>
                      <a:pt x="80" y="83"/>
                    </a:moveTo>
                    <a:cubicBezTo>
                      <a:pt x="56" y="89"/>
                      <a:pt x="30" y="93"/>
                      <a:pt x="5" y="89"/>
                    </a:cubicBezTo>
                    <a:cubicBezTo>
                      <a:pt x="4" y="89"/>
                      <a:pt x="3" y="89"/>
                      <a:pt x="3" y="89"/>
                    </a:cubicBezTo>
                    <a:cubicBezTo>
                      <a:pt x="2" y="88"/>
                      <a:pt x="2" y="87"/>
                      <a:pt x="2" y="86"/>
                    </a:cubicBezTo>
                    <a:cubicBezTo>
                      <a:pt x="2" y="83"/>
                      <a:pt x="2" y="81"/>
                      <a:pt x="1" y="78"/>
                    </a:cubicBezTo>
                    <a:cubicBezTo>
                      <a:pt x="1" y="72"/>
                      <a:pt x="0" y="67"/>
                      <a:pt x="0" y="61"/>
                    </a:cubicBezTo>
                    <a:cubicBezTo>
                      <a:pt x="0" y="60"/>
                      <a:pt x="0" y="59"/>
                      <a:pt x="0" y="58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24" y="59"/>
                      <a:pt x="48" y="58"/>
                      <a:pt x="71" y="55"/>
                    </a:cubicBezTo>
                    <a:cubicBezTo>
                      <a:pt x="74" y="54"/>
                      <a:pt x="76" y="54"/>
                      <a:pt x="78" y="53"/>
                    </a:cubicBezTo>
                    <a:cubicBezTo>
                      <a:pt x="80" y="52"/>
                      <a:pt x="82" y="50"/>
                      <a:pt x="83" y="49"/>
                    </a:cubicBezTo>
                    <a:cubicBezTo>
                      <a:pt x="89" y="43"/>
                      <a:pt x="95" y="37"/>
                      <a:pt x="101" y="31"/>
                    </a:cubicBezTo>
                    <a:cubicBezTo>
                      <a:pt x="113" y="20"/>
                      <a:pt x="125" y="10"/>
                      <a:pt x="140" y="3"/>
                    </a:cubicBezTo>
                    <a:cubicBezTo>
                      <a:pt x="144" y="2"/>
                      <a:pt x="148" y="0"/>
                      <a:pt x="152" y="1"/>
                    </a:cubicBezTo>
                    <a:cubicBezTo>
                      <a:pt x="154" y="1"/>
                      <a:pt x="155" y="2"/>
                      <a:pt x="157" y="3"/>
                    </a:cubicBezTo>
                    <a:cubicBezTo>
                      <a:pt x="161" y="7"/>
                      <a:pt x="160" y="14"/>
                      <a:pt x="159" y="19"/>
                    </a:cubicBezTo>
                    <a:cubicBezTo>
                      <a:pt x="152" y="45"/>
                      <a:pt x="132" y="67"/>
                      <a:pt x="107" y="76"/>
                    </a:cubicBezTo>
                    <a:cubicBezTo>
                      <a:pt x="101" y="78"/>
                      <a:pt x="95" y="79"/>
                      <a:pt x="89" y="81"/>
                    </a:cubicBezTo>
                    <a:cubicBezTo>
                      <a:pt x="86" y="81"/>
                      <a:pt x="83" y="82"/>
                      <a:pt x="80" y="83"/>
                    </a:cubicBezTo>
                    <a:close/>
                  </a:path>
                </a:pathLst>
              </a:custGeom>
              <a:solidFill>
                <a:srgbClr val="2C637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af95235-b0cd-4ded-9db9-ce6614072546" id="150" name="iṩlîḍé">
                <a:extLst>
                  <a:ext uri="{FF2B5EF4-FFF2-40B4-BE49-F238E27FC236}">
                    <a16:creationId id="{948FD42B-5E0D-C1FA-6AB3-C5952A58886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294432" y="3573207"/>
                <a:ext cx="627645" cy="918576"/>
              </a:xfrm>
              <a:custGeom>
                <a:avLst/>
                <a:gdLst>
                  <a:gd fmla="*/ 124 w 134" name="T0"/>
                  <a:gd fmla="*/ 0 h 196" name="T1"/>
                  <a:gd fmla="*/ 126 w 134" name="T2"/>
                  <a:gd fmla="*/ 54 h 196" name="T3"/>
                  <a:gd fmla="*/ 105 w 134" name="T4"/>
                  <a:gd fmla="*/ 107 h 196" name="T5"/>
                  <a:gd fmla="*/ 104 w 134" name="T6"/>
                  <a:gd fmla="*/ 175 h 196" name="T7"/>
                  <a:gd fmla="*/ 103 w 134" name="T8"/>
                  <a:gd fmla="*/ 183 h 196" name="T9"/>
                  <a:gd fmla="*/ 93 w 134" name="T10"/>
                  <a:gd fmla="*/ 188 h 196" name="T11"/>
                  <a:gd fmla="*/ 85 w 134" name="T12"/>
                  <a:gd fmla="*/ 190 h 196" name="T13"/>
                  <a:gd fmla="*/ 75 w 134" name="T14"/>
                  <a:gd fmla="*/ 193 h 196" name="T15"/>
                  <a:gd fmla="*/ 54 w 134" name="T16"/>
                  <a:gd fmla="*/ 196 h 196" name="T17"/>
                  <a:gd fmla="*/ 26 w 134" name="T18"/>
                  <a:gd fmla="*/ 184 h 196" name="T19"/>
                  <a:gd fmla="*/ 26 w 134" name="T20"/>
                  <a:gd fmla="*/ 184 h 196" name="T21"/>
                  <a:gd fmla="*/ 4 w 134" name="T22"/>
                  <a:gd fmla="*/ 167 h 196" name="T23"/>
                  <a:gd fmla="*/ 0 w 134" name="T24"/>
                  <a:gd fmla="*/ 164 h 196" name="T25"/>
                  <a:gd fmla="*/ 28 w 134" name="T26"/>
                  <a:gd fmla="*/ 115 h 196" name="T27"/>
                  <a:gd fmla="*/ 35 w 134" name="T28"/>
                  <a:gd fmla="*/ 89 h 196" name="T29"/>
                  <a:gd fmla="*/ 44 w 134" name="T30"/>
                  <a:gd fmla="*/ 87 h 196" name="T31"/>
                  <a:gd fmla="*/ 62 w 134" name="T32"/>
                  <a:gd fmla="*/ 82 h 196" name="T33"/>
                  <a:gd fmla="*/ 114 w 134" name="T34"/>
                  <a:gd fmla="*/ 25 h 196" name="T35"/>
                  <a:gd fmla="*/ 112 w 134" name="T36"/>
                  <a:gd fmla="*/ 9 h 196" name="T37"/>
                  <a:gd fmla="*/ 107 w 134" name="T38"/>
                  <a:gd fmla="*/ 7 h 196" name="T39"/>
                  <a:gd fmla="*/ 108 w 134" name="T40"/>
                  <a:gd fmla="*/ 7 h 196" name="T41"/>
                  <a:gd fmla="*/ 122 w 134" name="T42"/>
                  <a:gd fmla="*/ 1 h 196" name="T43"/>
                  <a:gd fmla="*/ 123 w 134" name="T44"/>
                  <a:gd fmla="*/ 0 h 196" name="T45"/>
                  <a:gd fmla="*/ 123 w 134" name="T46"/>
                  <a:gd fmla="*/ 0 h 196" name="T47"/>
                  <a:gd fmla="*/ 124 w 134" name="T48"/>
                  <a:gd fmla="*/ 0 h 196" name="T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b="b" l="0" r="r" t="0"/>
                <a:pathLst>
                  <a:path h="196" w="134">
                    <a:moveTo>
                      <a:pt x="124" y="0"/>
                    </a:moveTo>
                    <a:cubicBezTo>
                      <a:pt x="134" y="15"/>
                      <a:pt x="132" y="37"/>
                      <a:pt x="126" y="54"/>
                    </a:cubicBezTo>
                    <a:cubicBezTo>
                      <a:pt x="119" y="72"/>
                      <a:pt x="109" y="89"/>
                      <a:pt x="105" y="107"/>
                    </a:cubicBezTo>
                    <a:cubicBezTo>
                      <a:pt x="100" y="129"/>
                      <a:pt x="104" y="152"/>
                      <a:pt x="104" y="175"/>
                    </a:cubicBezTo>
                    <a:cubicBezTo>
                      <a:pt x="104" y="178"/>
                      <a:pt x="104" y="181"/>
                      <a:pt x="103" y="183"/>
                    </a:cubicBezTo>
                    <a:cubicBezTo>
                      <a:pt x="101" y="186"/>
                      <a:pt x="97" y="187"/>
                      <a:pt x="93" y="188"/>
                    </a:cubicBezTo>
                    <a:cubicBezTo>
                      <a:pt x="91" y="189"/>
                      <a:pt x="88" y="190"/>
                      <a:pt x="85" y="190"/>
                    </a:cubicBezTo>
                    <a:cubicBezTo>
                      <a:pt x="81" y="191"/>
                      <a:pt x="78" y="192"/>
                      <a:pt x="75" y="193"/>
                    </a:cubicBezTo>
                    <a:cubicBezTo>
                      <a:pt x="68" y="195"/>
                      <a:pt x="61" y="196"/>
                      <a:pt x="54" y="196"/>
                    </a:cubicBezTo>
                    <a:cubicBezTo>
                      <a:pt x="44" y="195"/>
                      <a:pt x="34" y="190"/>
                      <a:pt x="26" y="184"/>
                    </a:cubicBezTo>
                    <a:cubicBezTo>
                      <a:pt x="26" y="184"/>
                      <a:pt x="26" y="184"/>
                      <a:pt x="26" y="184"/>
                    </a:cubicBezTo>
                    <a:cubicBezTo>
                      <a:pt x="18" y="179"/>
                      <a:pt x="11" y="174"/>
                      <a:pt x="4" y="167"/>
                    </a:cubicBezTo>
                    <a:cubicBezTo>
                      <a:pt x="3" y="166"/>
                      <a:pt x="1" y="165"/>
                      <a:pt x="0" y="164"/>
                    </a:cubicBezTo>
                    <a:cubicBezTo>
                      <a:pt x="11" y="148"/>
                      <a:pt x="20" y="132"/>
                      <a:pt x="28" y="115"/>
                    </a:cubicBezTo>
                    <a:cubicBezTo>
                      <a:pt x="32" y="107"/>
                      <a:pt x="36" y="98"/>
                      <a:pt x="35" y="89"/>
                    </a:cubicBezTo>
                    <a:cubicBezTo>
                      <a:pt x="38" y="88"/>
                      <a:pt x="41" y="87"/>
                      <a:pt x="44" y="87"/>
                    </a:cubicBezTo>
                    <a:cubicBezTo>
                      <a:pt x="50" y="85"/>
                      <a:pt x="56" y="84"/>
                      <a:pt x="62" y="82"/>
                    </a:cubicBezTo>
                    <a:cubicBezTo>
                      <a:pt x="87" y="73"/>
                      <a:pt x="107" y="51"/>
                      <a:pt x="114" y="25"/>
                    </a:cubicBezTo>
                    <a:cubicBezTo>
                      <a:pt x="115" y="20"/>
                      <a:pt x="116" y="13"/>
                      <a:pt x="112" y="9"/>
                    </a:cubicBezTo>
                    <a:cubicBezTo>
                      <a:pt x="110" y="8"/>
                      <a:pt x="109" y="7"/>
                      <a:pt x="107" y="7"/>
                    </a:cubicBezTo>
                    <a:cubicBezTo>
                      <a:pt x="107" y="7"/>
                      <a:pt x="108" y="7"/>
                      <a:pt x="108" y="7"/>
                    </a:cubicBezTo>
                    <a:cubicBezTo>
                      <a:pt x="113" y="5"/>
                      <a:pt x="117" y="3"/>
                      <a:pt x="122" y="1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23" y="0"/>
                      <a:pt x="123" y="0"/>
                      <a:pt x="123" y="0"/>
                    </a:cubicBez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2C637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6e5d2b9-af30-44e7-acbe-01deeea01f72" id="151" name="ïṣḷiḓe">
                <a:extLst>
                  <a:ext uri="{FF2B5EF4-FFF2-40B4-BE49-F238E27FC236}">
                    <a16:creationId id="{39043FFC-6335-6049-33D7-F3EA4932C519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402478" y="3503590"/>
                <a:ext cx="155067" cy="88608"/>
              </a:xfrm>
              <a:custGeom>
                <a:avLst/>
                <a:gdLst>
                  <a:gd fmla="*/ 33 w 33" name="T0"/>
                  <a:gd fmla="*/ 4 h 19" name="T1"/>
                  <a:gd fmla="*/ 33 w 33" name="T2"/>
                  <a:gd fmla="*/ 5 h 19" name="T3"/>
                  <a:gd fmla="*/ 33 w 33" name="T4"/>
                  <a:gd fmla="*/ 5 h 19" name="T5"/>
                  <a:gd fmla="*/ 32 w 33" name="T6"/>
                  <a:gd fmla="*/ 6 h 19" name="T7"/>
                  <a:gd fmla="*/ 7 w 33" name="T8"/>
                  <a:gd fmla="*/ 17 h 19" name="T9"/>
                  <a:gd fmla="*/ 1 w 33" name="T10"/>
                  <a:gd fmla="*/ 19 h 19" name="T11"/>
                  <a:gd fmla="*/ 0 w 33" name="T12"/>
                  <a:gd fmla="*/ 19 h 19" name="T13"/>
                  <a:gd fmla="*/ 0 w 33" name="T14"/>
                  <a:gd fmla="*/ 18 h 19" name="T15"/>
                  <a:gd fmla="*/ 0 w 33" name="T16"/>
                  <a:gd fmla="*/ 18 h 19" name="T17"/>
                  <a:gd fmla="*/ 2 w 33" name="T18"/>
                  <a:gd fmla="*/ 11 h 19" name="T19"/>
                  <a:gd fmla="*/ 2 w 33" name="T20"/>
                  <a:gd fmla="*/ 13 h 19" name="T21"/>
                  <a:gd fmla="*/ 28 w 33" name="T22"/>
                  <a:gd fmla="*/ 2 h 19" name="T23"/>
                  <a:gd fmla="*/ 30 w 33" name="T24"/>
                  <a:gd fmla="*/ 1 h 19" name="T25"/>
                  <a:gd fmla="*/ 30 w 33" name="T26"/>
                  <a:gd fmla="*/ 0 h 19" name="T27"/>
                  <a:gd fmla="*/ 33 w 33" name="T28"/>
                  <a:gd fmla="*/ 4 h 19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19" w="33">
                    <a:moveTo>
                      <a:pt x="33" y="4"/>
                    </a:move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24" y="10"/>
                      <a:pt x="15" y="13"/>
                      <a:pt x="7" y="17"/>
                    </a:cubicBezTo>
                    <a:cubicBezTo>
                      <a:pt x="5" y="18"/>
                      <a:pt x="3" y="19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7"/>
                      <a:pt x="1" y="13"/>
                      <a:pt x="2" y="11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10" y="10"/>
                      <a:pt x="19" y="6"/>
                      <a:pt x="28" y="2"/>
                    </a:cubicBezTo>
                    <a:cubicBezTo>
                      <a:pt x="29" y="2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1"/>
                      <a:pt x="32" y="3"/>
                      <a:pt x="3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036c433-d292-49cb-a5ad-f8de12c73f3b" id="152" name="ís1íďé">
                <a:extLst>
                  <a:ext uri="{FF2B5EF4-FFF2-40B4-BE49-F238E27FC236}">
                    <a16:creationId id="{90CD722F-551B-60F0-861F-8DFFD75AC39E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069982" y="5087818"/>
                <a:ext cx="267303" cy="249581"/>
              </a:xfrm>
              <a:custGeom>
                <a:avLst/>
                <a:gdLst>
                  <a:gd fmla="*/ 56 w 57" name="T0"/>
                  <a:gd fmla="*/ 12 h 53" name="T1"/>
                  <a:gd fmla="*/ 57 w 57" name="T2"/>
                  <a:gd fmla="*/ 16 h 53" name="T3"/>
                  <a:gd fmla="*/ 56 w 57" name="T4"/>
                  <a:gd fmla="*/ 18 h 53" name="T5"/>
                  <a:gd fmla="*/ 29 w 57" name="T6"/>
                  <a:gd fmla="*/ 49 h 53" name="T7"/>
                  <a:gd fmla="*/ 24 w 57" name="T8"/>
                  <a:gd fmla="*/ 53 h 53" name="T9"/>
                  <a:gd fmla="*/ 20 w 57" name="T10"/>
                  <a:gd fmla="*/ 53 h 53" name="T11"/>
                  <a:gd fmla="*/ 5 w 57" name="T12"/>
                  <a:gd fmla="*/ 50 h 53" name="T13"/>
                  <a:gd fmla="*/ 0 w 57" name="T14"/>
                  <a:gd fmla="*/ 48 h 53" name="T15"/>
                  <a:gd fmla="*/ 1 w 57" name="T16"/>
                  <a:gd fmla="*/ 44 h 53" name="T17"/>
                  <a:gd fmla="*/ 6 w 57" name="T18"/>
                  <a:gd fmla="*/ 39 h 53" name="T19"/>
                  <a:gd fmla="*/ 14 w 57" name="T20"/>
                  <a:gd fmla="*/ 38 h 53" name="T21"/>
                  <a:gd fmla="*/ 17 w 57" name="T22"/>
                  <a:gd fmla="*/ 37 h 53" name="T23"/>
                  <a:gd fmla="*/ 19 w 57" name="T24"/>
                  <a:gd fmla="*/ 34 h 53" name="T25"/>
                  <a:gd fmla="*/ 31 w 57" name="T26"/>
                  <a:gd fmla="*/ 17 h 53" name="T27"/>
                  <a:gd fmla="*/ 31 w 57" name="T28"/>
                  <a:gd fmla="*/ 17 h 53" name="T29"/>
                  <a:gd fmla="*/ 32 w 57" name="T30"/>
                  <a:gd fmla="*/ 15 h 53" name="T31"/>
                  <a:gd fmla="*/ 46 w 57" name="T32"/>
                  <a:gd fmla="*/ 0 h 53" name="T33"/>
                  <a:gd fmla="*/ 56 w 57" name="T34"/>
                  <a:gd fmla="*/ 12 h 53" name="T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b="b" l="0" r="r" t="0"/>
                <a:pathLst>
                  <a:path h="53" w="57">
                    <a:moveTo>
                      <a:pt x="56" y="12"/>
                    </a:moveTo>
                    <a:cubicBezTo>
                      <a:pt x="57" y="13"/>
                      <a:pt x="57" y="15"/>
                      <a:pt x="57" y="16"/>
                    </a:cubicBezTo>
                    <a:cubicBezTo>
                      <a:pt x="57" y="17"/>
                      <a:pt x="56" y="18"/>
                      <a:pt x="56" y="18"/>
                    </a:cubicBezTo>
                    <a:cubicBezTo>
                      <a:pt x="48" y="30"/>
                      <a:pt x="38" y="39"/>
                      <a:pt x="29" y="49"/>
                    </a:cubicBezTo>
                    <a:cubicBezTo>
                      <a:pt x="27" y="51"/>
                      <a:pt x="26" y="52"/>
                      <a:pt x="24" y="53"/>
                    </a:cubicBezTo>
                    <a:cubicBezTo>
                      <a:pt x="23" y="53"/>
                      <a:pt x="22" y="53"/>
                      <a:pt x="20" y="53"/>
                    </a:cubicBezTo>
                    <a:cubicBezTo>
                      <a:pt x="15" y="52"/>
                      <a:pt x="10" y="51"/>
                      <a:pt x="5" y="50"/>
                    </a:cubicBezTo>
                    <a:cubicBezTo>
                      <a:pt x="3" y="50"/>
                      <a:pt x="1" y="49"/>
                      <a:pt x="0" y="48"/>
                    </a:cubicBezTo>
                    <a:cubicBezTo>
                      <a:pt x="0" y="46"/>
                      <a:pt x="0" y="45"/>
                      <a:pt x="1" y="44"/>
                    </a:cubicBezTo>
                    <a:cubicBezTo>
                      <a:pt x="2" y="42"/>
                      <a:pt x="4" y="40"/>
                      <a:pt x="6" y="39"/>
                    </a:cubicBezTo>
                    <a:cubicBezTo>
                      <a:pt x="9" y="38"/>
                      <a:pt x="11" y="38"/>
                      <a:pt x="14" y="38"/>
                    </a:cubicBezTo>
                    <a:cubicBezTo>
                      <a:pt x="15" y="37"/>
                      <a:pt x="16" y="37"/>
                      <a:pt x="17" y="37"/>
                    </a:cubicBezTo>
                    <a:cubicBezTo>
                      <a:pt x="18" y="36"/>
                      <a:pt x="19" y="35"/>
                      <a:pt x="19" y="34"/>
                    </a:cubicBezTo>
                    <a:cubicBezTo>
                      <a:pt x="23" y="29"/>
                      <a:pt x="27" y="23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6"/>
                      <a:pt x="32" y="16"/>
                      <a:pt x="32" y="15"/>
                    </a:cubicBezTo>
                    <a:cubicBezTo>
                      <a:pt x="37" y="10"/>
                      <a:pt x="41" y="5"/>
                      <a:pt x="46" y="0"/>
                    </a:cubicBezTo>
                    <a:cubicBezTo>
                      <a:pt x="49" y="4"/>
                      <a:pt x="53" y="8"/>
                      <a:pt x="56" y="12"/>
                    </a:cubicBezTo>
                    <a:close/>
                  </a:path>
                </a:pathLst>
              </a:custGeom>
              <a:solidFill>
                <a:srgbClr val="18252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aee15e4-52b5-4834-8b82-6fa2ba8ea98e" id="153" name="íśļiḑè">
                <a:extLst>
                  <a:ext uri="{FF2B5EF4-FFF2-40B4-BE49-F238E27FC236}">
                    <a16:creationId id="{48538624-8B07-CC3D-AC36-AA9D33311939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630026" y="4378693"/>
                <a:ext cx="394310" cy="829968"/>
              </a:xfrm>
              <a:custGeom>
                <a:avLst/>
                <a:gdLst>
                  <a:gd fmla="*/ 48 w 84" name="T0"/>
                  <a:gd fmla="*/ 170 h 177" name="T1"/>
                  <a:gd fmla="*/ 38 w 84" name="T2"/>
                  <a:gd fmla="*/ 137 h 177" name="T3"/>
                  <a:gd fmla="*/ 13 w 84" name="T4"/>
                  <a:gd fmla="*/ 95 h 177" name="T5"/>
                  <a:gd fmla="*/ 2 w 84" name="T6"/>
                  <a:gd fmla="*/ 65 h 177" name="T7"/>
                  <a:gd fmla="*/ 7 w 84" name="T8"/>
                  <a:gd fmla="*/ 54 h 177" name="T9"/>
                  <a:gd fmla="*/ 40 w 84" name="T10"/>
                  <a:gd fmla="*/ 0 h 177" name="T11"/>
                  <a:gd fmla="*/ 62 w 84" name="T12"/>
                  <a:gd fmla="*/ 17 h 177" name="T13"/>
                  <a:gd fmla="*/ 62 w 84" name="T14"/>
                  <a:gd fmla="*/ 17 h 177" name="T15"/>
                  <a:gd fmla="*/ 63 w 84" name="T16"/>
                  <a:gd fmla="*/ 51 h 177" name="T17"/>
                  <a:gd fmla="*/ 47 w 84" name="T18"/>
                  <a:gd fmla="*/ 67 h 177" name="T19"/>
                  <a:gd fmla="*/ 44 w 84" name="T20"/>
                  <a:gd fmla="*/ 69 h 177" name="T21"/>
                  <a:gd fmla="*/ 46 w 84" name="T22"/>
                  <a:gd fmla="*/ 80 h 177" name="T23"/>
                  <a:gd fmla="*/ 65 w 84" name="T24"/>
                  <a:gd fmla="*/ 122 h 177" name="T25"/>
                  <a:gd fmla="*/ 70 w 84" name="T26"/>
                  <a:gd fmla="*/ 137 h 177" name="T27"/>
                  <a:gd fmla="*/ 73 w 84" name="T28"/>
                  <a:gd fmla="*/ 145 h 177" name="T29"/>
                  <a:gd fmla="*/ 84 w 84" name="T30"/>
                  <a:gd fmla="*/ 172 h 177" name="T31"/>
                  <a:gd fmla="*/ 83 w 84" name="T32"/>
                  <a:gd fmla="*/ 174 h 177" name="T33"/>
                  <a:gd fmla="*/ 81 w 84" name="T34"/>
                  <a:gd fmla="*/ 175 h 177" name="T35"/>
                  <a:gd fmla="*/ 81 w 84" name="T36"/>
                  <a:gd fmla="*/ 175 h 177" name="T37"/>
                  <a:gd fmla="*/ 53 w 84" name="T38"/>
                  <a:gd fmla="*/ 177 h 177" name="T39"/>
                  <a:gd fmla="*/ 50 w 84" name="T40"/>
                  <a:gd fmla="*/ 177 h 177" name="T41"/>
                  <a:gd fmla="*/ 49 w 84" name="T42"/>
                  <a:gd fmla="*/ 176 h 177" name="T43"/>
                  <a:gd fmla="*/ 48 w 84" name="T44"/>
                  <a:gd fmla="*/ 170 h 177" name="T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b="b" l="0" r="r" t="0"/>
                <a:pathLst>
                  <a:path h="177" w="84">
                    <a:moveTo>
                      <a:pt x="48" y="170"/>
                    </a:moveTo>
                    <a:cubicBezTo>
                      <a:pt x="48" y="164"/>
                      <a:pt x="41" y="143"/>
                      <a:pt x="38" y="137"/>
                    </a:cubicBezTo>
                    <a:cubicBezTo>
                      <a:pt x="31" y="122"/>
                      <a:pt x="23" y="108"/>
                      <a:pt x="13" y="95"/>
                    </a:cubicBezTo>
                    <a:cubicBezTo>
                      <a:pt x="7" y="86"/>
                      <a:pt x="0" y="76"/>
                      <a:pt x="2" y="65"/>
                    </a:cubicBezTo>
                    <a:cubicBezTo>
                      <a:pt x="3" y="61"/>
                      <a:pt x="5" y="58"/>
                      <a:pt x="7" y="54"/>
                    </a:cubicBezTo>
                    <a:cubicBezTo>
                      <a:pt x="18" y="36"/>
                      <a:pt x="29" y="18"/>
                      <a:pt x="40" y="0"/>
                    </a:cubicBezTo>
                    <a:cubicBezTo>
                      <a:pt x="47" y="7"/>
                      <a:pt x="54" y="12"/>
                      <a:pt x="62" y="17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2" y="29"/>
                      <a:pt x="63" y="40"/>
                      <a:pt x="63" y="51"/>
                    </a:cubicBezTo>
                    <a:cubicBezTo>
                      <a:pt x="58" y="56"/>
                      <a:pt x="52" y="61"/>
                      <a:pt x="47" y="67"/>
                    </a:cubicBezTo>
                    <a:cubicBezTo>
                      <a:pt x="46" y="67"/>
                      <a:pt x="45" y="68"/>
                      <a:pt x="44" y="69"/>
                    </a:cubicBezTo>
                    <a:cubicBezTo>
                      <a:pt x="42" y="73"/>
                      <a:pt x="44" y="77"/>
                      <a:pt x="46" y="80"/>
                    </a:cubicBezTo>
                    <a:cubicBezTo>
                      <a:pt x="54" y="93"/>
                      <a:pt x="60" y="107"/>
                      <a:pt x="65" y="122"/>
                    </a:cubicBezTo>
                    <a:cubicBezTo>
                      <a:pt x="67" y="127"/>
                      <a:pt x="69" y="132"/>
                      <a:pt x="70" y="137"/>
                    </a:cubicBezTo>
                    <a:cubicBezTo>
                      <a:pt x="71" y="140"/>
                      <a:pt x="72" y="142"/>
                      <a:pt x="73" y="145"/>
                    </a:cubicBezTo>
                    <a:cubicBezTo>
                      <a:pt x="75" y="149"/>
                      <a:pt x="83" y="167"/>
                      <a:pt x="84" y="172"/>
                    </a:cubicBezTo>
                    <a:cubicBezTo>
                      <a:pt x="84" y="173"/>
                      <a:pt x="84" y="174"/>
                      <a:pt x="83" y="174"/>
                    </a:cubicBezTo>
                    <a:cubicBezTo>
                      <a:pt x="83" y="175"/>
                      <a:pt x="82" y="175"/>
                      <a:pt x="81" y="175"/>
                    </a:cubicBezTo>
                    <a:cubicBezTo>
                      <a:pt x="81" y="175"/>
                      <a:pt x="81" y="175"/>
                      <a:pt x="81" y="175"/>
                    </a:cubicBezTo>
                    <a:cubicBezTo>
                      <a:pt x="72" y="177"/>
                      <a:pt x="62" y="177"/>
                      <a:pt x="53" y="177"/>
                    </a:cubicBezTo>
                    <a:cubicBezTo>
                      <a:pt x="52" y="177"/>
                      <a:pt x="51" y="177"/>
                      <a:pt x="50" y="177"/>
                    </a:cubicBezTo>
                    <a:cubicBezTo>
                      <a:pt x="50" y="177"/>
                      <a:pt x="49" y="176"/>
                      <a:pt x="49" y="176"/>
                    </a:cubicBezTo>
                    <a:cubicBezTo>
                      <a:pt x="47" y="175"/>
                      <a:pt x="48" y="172"/>
                      <a:pt x="48" y="170"/>
                    </a:cubicBezTo>
                    <a:close/>
                  </a:path>
                </a:pathLst>
              </a:custGeom>
              <a:solidFill>
                <a:srgbClr val="19414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167bca7-4090-473d-abef-2bd78fa1ff31" id="154" name="išľiḑè">
                <a:extLst>
                  <a:ext uri="{FF2B5EF4-FFF2-40B4-BE49-F238E27FC236}">
                    <a16:creationId id="{EE16D49A-C33F-6EC5-EFC4-44C3E9EE56F5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81471" y="3533060"/>
                <a:ext cx="318991" cy="206754"/>
              </a:xfrm>
              <a:custGeom>
                <a:avLst/>
                <a:gdLst>
                  <a:gd fmla="*/ 65 w 68" name="T0"/>
                  <a:gd fmla="*/ 0 h 44" name="T1"/>
                  <a:gd fmla="*/ 68 w 68" name="T2"/>
                  <a:gd fmla="*/ 6 h 44" name="T3"/>
                  <a:gd fmla="*/ 68 w 68" name="T4"/>
                  <a:gd fmla="*/ 7 h 44" name="T5"/>
                  <a:gd fmla="*/ 68 w 68" name="T6"/>
                  <a:gd fmla="*/ 7 h 44" name="T7"/>
                  <a:gd fmla="*/ 67 w 68" name="T8"/>
                  <a:gd fmla="*/ 8 h 44" name="T9"/>
                  <a:gd fmla="*/ 53 w 68" name="T10"/>
                  <a:gd fmla="*/ 14 h 44" name="T11"/>
                  <a:gd fmla="*/ 52 w 68" name="T12"/>
                  <a:gd fmla="*/ 14 h 44" name="T13"/>
                  <a:gd fmla="*/ 40 w 68" name="T14"/>
                  <a:gd fmla="*/ 16 h 44" name="T15"/>
                  <a:gd fmla="*/ 1 w 68" name="T16"/>
                  <a:gd fmla="*/ 44 h 44" name="T17"/>
                  <a:gd fmla="*/ 0 w 68" name="T18"/>
                  <a:gd fmla="*/ 43 h 44" name="T19"/>
                  <a:gd fmla="*/ 2 w 68" name="T20"/>
                  <a:gd fmla="*/ 37 h 44" name="T21"/>
                  <a:gd fmla="*/ 3 w 68" name="T22"/>
                  <a:gd fmla="*/ 33 h 44" name="T23"/>
                  <a:gd fmla="*/ 7 w 68" name="T24"/>
                  <a:gd fmla="*/ 29 h 44" name="T25"/>
                  <a:gd fmla="*/ 32 w 68" name="T26"/>
                  <a:gd fmla="*/ 13 h 44" name="T27"/>
                  <a:gd fmla="*/ 32 w 68" name="T28"/>
                  <a:gd fmla="*/ 14 h 44" name="T29"/>
                  <a:gd fmla="*/ 33 w 68" name="T30"/>
                  <a:gd fmla="*/ 14 h 44" name="T31"/>
                  <a:gd fmla="*/ 39 w 68" name="T32"/>
                  <a:gd fmla="*/ 12 h 44" name="T33"/>
                  <a:gd fmla="*/ 64 w 68" name="T34"/>
                  <a:gd fmla="*/ 1 h 44" name="T35"/>
                  <a:gd fmla="*/ 65 w 68" name="T36"/>
                  <a:gd fmla="*/ 0 h 44" name="T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b="b" l="0" r="r" t="0"/>
                <a:pathLst>
                  <a:path h="44" w="68">
                    <a:moveTo>
                      <a:pt x="65" y="0"/>
                    </a:moveTo>
                    <a:cubicBezTo>
                      <a:pt x="66" y="2"/>
                      <a:pt x="67" y="4"/>
                      <a:pt x="68" y="6"/>
                    </a:cubicBezTo>
                    <a:cubicBezTo>
                      <a:pt x="68" y="7"/>
                      <a:pt x="68" y="7"/>
                      <a:pt x="68" y="7"/>
                    </a:cubicBezTo>
                    <a:cubicBezTo>
                      <a:pt x="68" y="7"/>
                      <a:pt x="68" y="7"/>
                      <a:pt x="68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2" y="10"/>
                      <a:pt x="58" y="12"/>
                      <a:pt x="53" y="14"/>
                    </a:cubicBezTo>
                    <a:cubicBezTo>
                      <a:pt x="53" y="14"/>
                      <a:pt x="52" y="14"/>
                      <a:pt x="52" y="14"/>
                    </a:cubicBezTo>
                    <a:cubicBezTo>
                      <a:pt x="48" y="13"/>
                      <a:pt x="44" y="15"/>
                      <a:pt x="40" y="16"/>
                    </a:cubicBezTo>
                    <a:cubicBezTo>
                      <a:pt x="25" y="23"/>
                      <a:pt x="13" y="33"/>
                      <a:pt x="1" y="44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1"/>
                      <a:pt x="1" y="39"/>
                      <a:pt x="2" y="37"/>
                    </a:cubicBezTo>
                    <a:cubicBezTo>
                      <a:pt x="2" y="36"/>
                      <a:pt x="2" y="34"/>
                      <a:pt x="3" y="33"/>
                    </a:cubicBezTo>
                    <a:cubicBezTo>
                      <a:pt x="4" y="31"/>
                      <a:pt x="6" y="30"/>
                      <a:pt x="7" y="29"/>
                    </a:cubicBezTo>
                    <a:cubicBezTo>
                      <a:pt x="15" y="23"/>
                      <a:pt x="23" y="18"/>
                      <a:pt x="32" y="13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5" y="14"/>
                      <a:pt x="37" y="13"/>
                      <a:pt x="39" y="12"/>
                    </a:cubicBezTo>
                    <a:cubicBezTo>
                      <a:pt x="47" y="8"/>
                      <a:pt x="56" y="5"/>
                      <a:pt x="64" y="1"/>
                    </a:cubicBezTo>
                    <a:cubicBezTo>
                      <a:pt x="65" y="0"/>
                      <a:pt x="65" y="0"/>
                      <a:pt x="65" y="0"/>
                    </a:cubicBezTo>
                    <a:close/>
                  </a:path>
                </a:pathLst>
              </a:custGeom>
              <a:solidFill>
                <a:srgbClr val="19414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c1ffdca-f034-41ff-831d-89663da5f0b1" id="155" name="işḻïḋe">
                <a:extLst>
                  <a:ext uri="{FF2B5EF4-FFF2-40B4-BE49-F238E27FC236}">
                    <a16:creationId id="{A692C9A9-1637-519D-6C0D-805187BBE52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80457" y="3597955"/>
                <a:ext cx="403170" cy="398738"/>
              </a:xfrm>
              <a:custGeom>
                <a:avLst/>
                <a:gdLst>
                  <a:gd fmla="*/ 84 w 86" name="T0"/>
                  <a:gd fmla="*/ 33 h 85" name="T1"/>
                  <a:gd fmla="*/ 68 w 86" name="T2"/>
                  <a:gd fmla="*/ 48 h 85" name="T3"/>
                  <a:gd fmla="*/ 79 w 86" name="T4"/>
                  <a:gd fmla="*/ 27 h 85" name="T5"/>
                  <a:gd fmla="*/ 76 w 86" name="T6"/>
                  <a:gd fmla="*/ 1 h 85" name="T7"/>
                  <a:gd fmla="*/ 75 w 86" name="T8"/>
                  <a:gd fmla="*/ 2 h 85" name="T9"/>
                  <a:gd fmla="*/ 74 w 86" name="T10"/>
                  <a:gd fmla="*/ 35 h 85" name="T11"/>
                  <a:gd fmla="*/ 63 w 86" name="T12"/>
                  <a:gd fmla="*/ 51 h 85" name="T13"/>
                  <a:gd fmla="*/ 63 w 86" name="T14"/>
                  <a:gd fmla="*/ 51 h 85" name="T15"/>
                  <a:gd fmla="*/ 62 w 86" name="T16"/>
                  <a:gd fmla="*/ 52 h 85" name="T17"/>
                  <a:gd fmla="*/ 57 w 86" name="T18"/>
                  <a:gd fmla="*/ 58 h 85" name="T19"/>
                  <a:gd fmla="*/ 1 w 86" name="T20"/>
                  <a:gd fmla="*/ 83 h 85" name="T21"/>
                  <a:gd fmla="*/ 2 w 86" name="T22"/>
                  <a:gd fmla="*/ 85 h 85" name="T23"/>
                  <a:gd fmla="*/ 37 w 86" name="T24"/>
                  <a:gd fmla="*/ 74 h 85" name="T25"/>
                  <a:gd fmla="*/ 63 w 86" name="T26"/>
                  <a:gd fmla="*/ 54 h 85" name="T27"/>
                  <a:gd fmla="*/ 65 w 86" name="T28"/>
                  <a:gd fmla="*/ 52 h 85" name="T29"/>
                  <a:gd fmla="*/ 85 w 86" name="T30"/>
                  <a:gd fmla="*/ 34 h 85" name="T31"/>
                  <a:gd fmla="*/ 84 w 86" name="T32"/>
                  <a:gd fmla="*/ 33 h 85" name="T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b="b" l="0" r="r" t="0"/>
                <a:pathLst>
                  <a:path h="85" w="86">
                    <a:moveTo>
                      <a:pt x="84" y="33"/>
                    </a:moveTo>
                    <a:cubicBezTo>
                      <a:pt x="79" y="39"/>
                      <a:pt x="74" y="44"/>
                      <a:pt x="68" y="48"/>
                    </a:cubicBezTo>
                    <a:cubicBezTo>
                      <a:pt x="73" y="42"/>
                      <a:pt x="77" y="34"/>
                      <a:pt x="79" y="27"/>
                    </a:cubicBezTo>
                    <a:cubicBezTo>
                      <a:pt x="82" y="19"/>
                      <a:pt x="84" y="7"/>
                      <a:pt x="76" y="1"/>
                    </a:cubicBezTo>
                    <a:cubicBezTo>
                      <a:pt x="75" y="0"/>
                      <a:pt x="74" y="2"/>
                      <a:pt x="75" y="2"/>
                    </a:cubicBezTo>
                    <a:cubicBezTo>
                      <a:pt x="85" y="10"/>
                      <a:pt x="78" y="27"/>
                      <a:pt x="74" y="35"/>
                    </a:cubicBezTo>
                    <a:cubicBezTo>
                      <a:pt x="71" y="41"/>
                      <a:pt x="67" y="46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2" y="51"/>
                      <a:pt x="62" y="52"/>
                      <a:pt x="62" y="52"/>
                    </a:cubicBezTo>
                    <a:cubicBezTo>
                      <a:pt x="61" y="54"/>
                      <a:pt x="59" y="56"/>
                      <a:pt x="57" y="58"/>
                    </a:cubicBezTo>
                    <a:cubicBezTo>
                      <a:pt x="41" y="73"/>
                      <a:pt x="22" y="79"/>
                      <a:pt x="1" y="83"/>
                    </a:cubicBezTo>
                    <a:cubicBezTo>
                      <a:pt x="0" y="83"/>
                      <a:pt x="1" y="85"/>
                      <a:pt x="2" y="85"/>
                    </a:cubicBezTo>
                    <a:cubicBezTo>
                      <a:pt x="14" y="82"/>
                      <a:pt x="26" y="80"/>
                      <a:pt x="37" y="74"/>
                    </a:cubicBezTo>
                    <a:cubicBezTo>
                      <a:pt x="47" y="69"/>
                      <a:pt x="56" y="62"/>
                      <a:pt x="63" y="54"/>
                    </a:cubicBezTo>
                    <a:cubicBezTo>
                      <a:pt x="64" y="54"/>
                      <a:pt x="64" y="53"/>
                      <a:pt x="65" y="52"/>
                    </a:cubicBezTo>
                    <a:cubicBezTo>
                      <a:pt x="73" y="48"/>
                      <a:pt x="79" y="41"/>
                      <a:pt x="85" y="34"/>
                    </a:cubicBezTo>
                    <a:cubicBezTo>
                      <a:pt x="86" y="33"/>
                      <a:pt x="84" y="32"/>
                      <a:pt x="84" y="33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dbd9757-8dda-4059-bb72-16536e435080" id="156" name="îṩ1îďè">
                <a:extLst>
                  <a:ext uri="{FF2B5EF4-FFF2-40B4-BE49-F238E27FC236}">
                    <a16:creationId id="{1EBB67C5-9B9B-D59B-ABF0-88FC557E81F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740635" y="4083413"/>
                <a:ext cx="8861" cy="4432"/>
              </a:xfrm>
              <a:custGeom>
                <a:avLst/>
                <a:gdLst>
                  <a:gd fmla="*/ 1 w 2" name="T0"/>
                  <a:gd fmla="*/ 0 h 1" name="T1"/>
                  <a:gd fmla="*/ 1 w 2" name="T2"/>
                  <a:gd fmla="*/ 1 h 1" name="T3"/>
                  <a:gd fmla="*/ 1 w 2" name="T4"/>
                  <a:gd fmla="*/ 0 h 1" name="T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b="b" l="0" r="r" t="0"/>
                <a:pathLst>
                  <a:path h="1" w="2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5f30b25-2773-4e61-9173-bfa120da76d3" id="157" name="iṥliḍe">
                <a:extLst>
                  <a:ext uri="{FF2B5EF4-FFF2-40B4-BE49-F238E27FC236}">
                    <a16:creationId id="{552CEBE0-75E6-A7CB-79E3-D2A8C3FFEC1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758115" y="4150445"/>
                <a:ext cx="13292" cy="8861"/>
              </a:xfrm>
              <a:custGeom>
                <a:avLst/>
                <a:gdLst>
                  <a:gd fmla="*/ 1 w 3" name="T0"/>
                  <a:gd fmla="*/ 0 h 2" name="T1"/>
                  <a:gd fmla="*/ 1 w 3" name="T2"/>
                  <a:gd fmla="*/ 2 h 2" name="T3"/>
                  <a:gd fmla="*/ 1 w 3" name="T4"/>
                  <a:gd fmla="*/ 0 h 2" name="T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b="b" l="0" r="r" t="0"/>
                <a:pathLst>
                  <a:path h="2" w="3">
                    <a:moveTo>
                      <a:pt x="1" y="0"/>
                    </a:moveTo>
                    <a:cubicBezTo>
                      <a:pt x="0" y="0"/>
                      <a:pt x="0" y="2"/>
                      <a:pt x="1" y="2"/>
                    </a:cubicBezTo>
                    <a:cubicBezTo>
                      <a:pt x="3" y="2"/>
                      <a:pt x="3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a70774f-7ef0-4d62-b22b-a4364e5a732f" id="158" name="íŝlîḍè">
                <a:extLst>
                  <a:ext uri="{FF2B5EF4-FFF2-40B4-BE49-F238E27FC236}">
                    <a16:creationId id="{A3A6B193-8A58-A89F-3E2B-916A51EA53D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792721" y="4229252"/>
                <a:ext cx="14769" cy="4432"/>
              </a:xfrm>
              <a:custGeom>
                <a:avLst/>
                <a:gdLst>
                  <a:gd fmla="*/ 2 w 3" name="T0"/>
                  <a:gd fmla="*/ 0 h 1" name="T1"/>
                  <a:gd fmla="*/ 2 w 3" name="T2"/>
                  <a:gd fmla="*/ 1 h 1" name="T3"/>
                  <a:gd fmla="*/ 2 w 3" name="T4"/>
                  <a:gd fmla="*/ 0 h 1" name="T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b="b" l="0" r="r" t="0"/>
                <a:pathLst>
                  <a:path h="1" w="3">
                    <a:moveTo>
                      <a:pt x="2" y="0"/>
                    </a:moveTo>
                    <a:cubicBezTo>
                      <a:pt x="0" y="0"/>
                      <a:pt x="0" y="1"/>
                      <a:pt x="2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9e15d76-7da7-43a7-91c1-fe08c30aedd2" id="159" name="işḻiḍé">
                <a:extLst>
                  <a:ext uri="{FF2B5EF4-FFF2-40B4-BE49-F238E27FC236}">
                    <a16:creationId id="{DC827AA3-529E-C81E-ABAA-AA1DF6D0ADD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833690" y="4297940"/>
                <a:ext cx="8861" cy="10338"/>
              </a:xfrm>
              <a:custGeom>
                <a:avLst/>
                <a:gdLst>
                  <a:gd fmla="*/ 1 w 2" name="T0"/>
                  <a:gd fmla="*/ 0 h 2" name="T1"/>
                  <a:gd fmla="*/ 1 w 2" name="T2"/>
                  <a:gd fmla="*/ 2 h 2" name="T3"/>
                  <a:gd fmla="*/ 1 w 2" name="T4"/>
                  <a:gd fmla="*/ 0 h 2" name="T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b="b" l="0" r="r" t="0"/>
                <a:pathLst>
                  <a:path h="2" w="2">
                    <a:moveTo>
                      <a:pt x="1" y="0"/>
                    </a:moveTo>
                    <a:cubicBezTo>
                      <a:pt x="0" y="0"/>
                      <a:pt x="0" y="2"/>
                      <a:pt x="1" y="2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43d365e-6943-48e3-919a-3d91594337c2" id="160" name="íślíďê">
                <a:extLst>
                  <a:ext uri="{FF2B5EF4-FFF2-40B4-BE49-F238E27FC236}">
                    <a16:creationId id="{9EBC4E77-6F56-7C85-DE38-DF591B782ADD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57639" y="3284929"/>
                <a:ext cx="94516" cy="169834"/>
              </a:xfrm>
              <a:custGeom>
                <a:avLst/>
                <a:gdLst>
                  <a:gd fmla="*/ 5 w 20" name="T0"/>
                  <a:gd fmla="*/ 0 h 36" name="T1"/>
                  <a:gd fmla="*/ 4 w 20" name="T2"/>
                  <a:gd fmla="*/ 2 h 36" name="T3"/>
                  <a:gd fmla="*/ 6 w 20" name="T4"/>
                  <a:gd fmla="*/ 22 h 36" name="T5"/>
                  <a:gd fmla="*/ 1 w 20" name="T6"/>
                  <a:gd fmla="*/ 34 h 36" name="T7"/>
                  <a:gd fmla="*/ 3 w 20" name="T8"/>
                  <a:gd fmla="*/ 35 h 36" name="T9"/>
                  <a:gd fmla="*/ 5 w 20" name="T10"/>
                  <a:gd fmla="*/ 0 h 36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36" w="20">
                    <a:moveTo>
                      <a:pt x="5" y="0"/>
                    </a:moveTo>
                    <a:cubicBezTo>
                      <a:pt x="3" y="0"/>
                      <a:pt x="3" y="2"/>
                      <a:pt x="4" y="2"/>
                    </a:cubicBezTo>
                    <a:cubicBezTo>
                      <a:pt x="13" y="4"/>
                      <a:pt x="9" y="16"/>
                      <a:pt x="6" y="22"/>
                    </a:cubicBezTo>
                    <a:cubicBezTo>
                      <a:pt x="5" y="26"/>
                      <a:pt x="2" y="30"/>
                      <a:pt x="1" y="34"/>
                    </a:cubicBezTo>
                    <a:cubicBezTo>
                      <a:pt x="0" y="35"/>
                      <a:pt x="2" y="36"/>
                      <a:pt x="3" y="35"/>
                    </a:cubicBezTo>
                    <a:cubicBezTo>
                      <a:pt x="6" y="27"/>
                      <a:pt x="20" y="4"/>
                      <a:pt x="5" y="0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42e90ff-e7d7-4dd1-b558-e6b29add02ac" id="161" name="ísḷídé">
                <a:extLst>
                  <a:ext uri="{FF2B5EF4-FFF2-40B4-BE49-F238E27FC236}">
                    <a16:creationId id="{D4EC4814-1FB4-F7A6-BB2F-B0F9CDACEED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43205" y="3250058"/>
                <a:ext cx="75318" cy="131437"/>
              </a:xfrm>
              <a:custGeom>
                <a:avLst/>
                <a:gdLst>
                  <a:gd fmla="*/ 13 w 16" name="T0"/>
                  <a:gd fmla="*/ 7 h 28" name="T1"/>
                  <a:gd fmla="*/ 1 w 16" name="T2"/>
                  <a:gd fmla="*/ 1 h 28" name="T3"/>
                  <a:gd fmla="*/ 1 w 16" name="T4"/>
                  <a:gd fmla="*/ 3 h 28" name="T5"/>
                  <a:gd fmla="*/ 12 w 16" name="T6"/>
                  <a:gd fmla="*/ 12 h 28" name="T7"/>
                  <a:gd fmla="*/ 8 w 16" name="T8"/>
                  <a:gd fmla="*/ 26 h 28" name="T9"/>
                  <a:gd fmla="*/ 10 w 16" name="T10"/>
                  <a:gd fmla="*/ 27 h 28" name="T11"/>
                  <a:gd fmla="*/ 13 w 16" name="T12"/>
                  <a:gd fmla="*/ 7 h 28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28" w="16">
                    <a:moveTo>
                      <a:pt x="13" y="7"/>
                    </a:moveTo>
                    <a:cubicBezTo>
                      <a:pt x="11" y="3"/>
                      <a:pt x="6" y="0"/>
                      <a:pt x="1" y="1"/>
                    </a:cubicBezTo>
                    <a:cubicBezTo>
                      <a:pt x="0" y="1"/>
                      <a:pt x="0" y="3"/>
                      <a:pt x="1" y="3"/>
                    </a:cubicBezTo>
                    <a:cubicBezTo>
                      <a:pt x="7" y="2"/>
                      <a:pt x="12" y="6"/>
                      <a:pt x="12" y="12"/>
                    </a:cubicBezTo>
                    <a:cubicBezTo>
                      <a:pt x="12" y="17"/>
                      <a:pt x="10" y="22"/>
                      <a:pt x="8" y="26"/>
                    </a:cubicBezTo>
                    <a:cubicBezTo>
                      <a:pt x="8" y="27"/>
                      <a:pt x="9" y="28"/>
                      <a:pt x="10" y="27"/>
                    </a:cubicBezTo>
                    <a:cubicBezTo>
                      <a:pt x="13" y="22"/>
                      <a:pt x="16" y="13"/>
                      <a:pt x="13" y="7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411c885-57e0-4b9e-aed7-5face88db6d4" id="162" name="íşľïďé">
                <a:extLst>
                  <a:ext uri="{FF2B5EF4-FFF2-40B4-BE49-F238E27FC236}">
                    <a16:creationId id="{E12B1A35-96AB-47F4-7718-C773F9D5D80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422465" y="3186791"/>
                <a:ext cx="290932" cy="88608"/>
              </a:xfrm>
              <a:custGeom>
                <a:avLst/>
                <a:gdLst>
                  <a:gd fmla="*/ 61 w 62" name="T0"/>
                  <a:gd fmla="*/ 17 h 19" name="T1"/>
                  <a:gd fmla="*/ 52 w 62" name="T2"/>
                  <a:gd fmla="*/ 5 h 19" name="T3"/>
                  <a:gd fmla="*/ 35 w 62" name="T4"/>
                  <a:gd fmla="*/ 3 h 19" name="T5"/>
                  <a:gd fmla="*/ 10 w 62" name="T6"/>
                  <a:gd fmla="*/ 3 h 19" name="T7"/>
                  <a:gd fmla="*/ 1 w 62" name="T8"/>
                  <a:gd fmla="*/ 4 h 19" name="T9"/>
                  <a:gd fmla="*/ 2 w 62" name="T10"/>
                  <a:gd fmla="*/ 5 h 19" name="T11"/>
                  <a:gd fmla="*/ 12 w 62" name="T12"/>
                  <a:gd fmla="*/ 6 h 19" name="T13"/>
                  <a:gd fmla="*/ 18 w 62" name="T14"/>
                  <a:gd fmla="*/ 8 h 19" name="T15"/>
                  <a:gd fmla="*/ 31 w 62" name="T16"/>
                  <a:gd fmla="*/ 7 h 19" name="T17"/>
                  <a:gd fmla="*/ 49 w 62" name="T18"/>
                  <a:gd fmla="*/ 5 h 19" name="T19"/>
                  <a:gd fmla="*/ 59 w 62" name="T20"/>
                  <a:gd fmla="*/ 18 h 19" name="T21"/>
                  <a:gd fmla="*/ 61 w 62" name="T22"/>
                  <a:gd fmla="*/ 17 h 19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19" w="62">
                    <a:moveTo>
                      <a:pt x="61" y="17"/>
                    </a:moveTo>
                    <a:cubicBezTo>
                      <a:pt x="60" y="12"/>
                      <a:pt x="57" y="8"/>
                      <a:pt x="52" y="5"/>
                    </a:cubicBezTo>
                    <a:cubicBezTo>
                      <a:pt x="47" y="1"/>
                      <a:pt x="42" y="1"/>
                      <a:pt x="35" y="3"/>
                    </a:cubicBezTo>
                    <a:cubicBezTo>
                      <a:pt x="27" y="6"/>
                      <a:pt x="19" y="8"/>
                      <a:pt x="10" y="3"/>
                    </a:cubicBezTo>
                    <a:cubicBezTo>
                      <a:pt x="7" y="2"/>
                      <a:pt x="3" y="0"/>
                      <a:pt x="1" y="4"/>
                    </a:cubicBezTo>
                    <a:cubicBezTo>
                      <a:pt x="0" y="5"/>
                      <a:pt x="2" y="6"/>
                      <a:pt x="2" y="5"/>
                    </a:cubicBezTo>
                    <a:cubicBezTo>
                      <a:pt x="5" y="1"/>
                      <a:pt x="9" y="5"/>
                      <a:pt x="12" y="6"/>
                    </a:cubicBezTo>
                    <a:cubicBezTo>
                      <a:pt x="14" y="7"/>
                      <a:pt x="16" y="8"/>
                      <a:pt x="18" y="8"/>
                    </a:cubicBezTo>
                    <a:cubicBezTo>
                      <a:pt x="22" y="8"/>
                      <a:pt x="27" y="8"/>
                      <a:pt x="31" y="7"/>
                    </a:cubicBezTo>
                    <a:cubicBezTo>
                      <a:pt x="37" y="5"/>
                      <a:pt x="42" y="2"/>
                      <a:pt x="49" y="5"/>
                    </a:cubicBezTo>
                    <a:cubicBezTo>
                      <a:pt x="54" y="8"/>
                      <a:pt x="58" y="13"/>
                      <a:pt x="59" y="18"/>
                    </a:cubicBezTo>
                    <a:cubicBezTo>
                      <a:pt x="60" y="19"/>
                      <a:pt x="62" y="19"/>
                      <a:pt x="61" y="17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6637ff6-44be-4c22-8328-e45f43bd7b0b" id="163" name="îṧḷïḑé">
                <a:extLst>
                  <a:ext uri="{FF2B5EF4-FFF2-40B4-BE49-F238E27FC236}">
                    <a16:creationId id="{C0F3C1E7-1667-1C04-D3C4-E0AA14F8AC78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442982" y="3226314"/>
                <a:ext cx="271733" cy="79747"/>
              </a:xfrm>
              <a:custGeom>
                <a:avLst/>
                <a:gdLst>
                  <a:gd fmla="*/ 58 w 58" name="T0"/>
                  <a:gd fmla="*/ 15 h 17" name="T1"/>
                  <a:gd fmla="*/ 36 w 58" name="T2"/>
                  <a:gd fmla="*/ 1 h 17" name="T3"/>
                  <a:gd fmla="*/ 16 w 58" name="T4"/>
                  <a:gd fmla="*/ 6 h 17" name="T5"/>
                  <a:gd fmla="*/ 1 w 58" name="T6"/>
                  <a:gd fmla="*/ 2 h 17" name="T7"/>
                  <a:gd fmla="*/ 2 w 58" name="T8"/>
                  <a:gd fmla="*/ 4 h 17" name="T9"/>
                  <a:gd fmla="*/ 17 w 58" name="T10"/>
                  <a:gd fmla="*/ 8 h 17" name="T11"/>
                  <a:gd fmla="*/ 28 w 58" name="T12"/>
                  <a:gd fmla="*/ 7 h 17" name="T13"/>
                  <a:gd fmla="*/ 43 w 58" name="T14"/>
                  <a:gd fmla="*/ 3 h 17" name="T15"/>
                  <a:gd fmla="*/ 56 w 58" name="T16"/>
                  <a:gd fmla="*/ 16 h 17" name="T17"/>
                  <a:gd fmla="*/ 58 w 58" name="T18"/>
                  <a:gd fmla="*/ 15 h 17" name="T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b="b" l="0" r="r" t="0"/>
                <a:pathLst>
                  <a:path h="17" w="58">
                    <a:moveTo>
                      <a:pt x="58" y="15"/>
                    </a:moveTo>
                    <a:cubicBezTo>
                      <a:pt x="55" y="6"/>
                      <a:pt x="46" y="0"/>
                      <a:pt x="36" y="1"/>
                    </a:cubicBezTo>
                    <a:cubicBezTo>
                      <a:pt x="29" y="3"/>
                      <a:pt x="24" y="8"/>
                      <a:pt x="16" y="6"/>
                    </a:cubicBezTo>
                    <a:cubicBezTo>
                      <a:pt x="11" y="4"/>
                      <a:pt x="7" y="0"/>
                      <a:pt x="1" y="2"/>
                    </a:cubicBezTo>
                    <a:cubicBezTo>
                      <a:pt x="0" y="2"/>
                      <a:pt x="1" y="4"/>
                      <a:pt x="2" y="4"/>
                    </a:cubicBezTo>
                    <a:cubicBezTo>
                      <a:pt x="7" y="2"/>
                      <a:pt x="12" y="7"/>
                      <a:pt x="17" y="8"/>
                    </a:cubicBezTo>
                    <a:cubicBezTo>
                      <a:pt x="20" y="9"/>
                      <a:pt x="24" y="8"/>
                      <a:pt x="28" y="7"/>
                    </a:cubicBezTo>
                    <a:cubicBezTo>
                      <a:pt x="33" y="5"/>
                      <a:pt x="37" y="2"/>
                      <a:pt x="43" y="3"/>
                    </a:cubicBezTo>
                    <a:cubicBezTo>
                      <a:pt x="50" y="5"/>
                      <a:pt x="54" y="10"/>
                      <a:pt x="56" y="16"/>
                    </a:cubicBezTo>
                    <a:cubicBezTo>
                      <a:pt x="56" y="17"/>
                      <a:pt x="58" y="16"/>
                      <a:pt x="58" y="15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</p:grpSp>
        <p:sp>
          <p:nvSpPr>
            <p:cNvPr descr="beeedff2-7292-4255-8f1d-cb248a544fc3" id="10" name="Title">
              <a:extLst>
                <a:ext uri="{FF2B5EF4-FFF2-40B4-BE49-F238E27FC236}">
                  <a16:creationId id="{E27A1D59-B2AF-6A3C-2F2F-313D5BE23264}"/>
                </a:ext>
              </a:extLst>
            </p:cNvPr>
            <p:cNvSpPr txBox="1"/>
            <p:nvPr/>
          </p:nvSpPr>
          <p:spPr>
            <a:xfrm flipV="false" flipH="false">
              <a:off x="660400" y="1130300"/>
              <a:ext cx="10858500" cy="461665"/>
            </a:xfrm>
            <a:prstGeom prst="rect">
              <a:avLst/>
            </a:prstGeom>
            <a:noFill/>
          </p:spPr>
          <p:txBody>
            <a:bodyPr anchor="t" anchorCtr="1" rtlCol="0" vert="horz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不同文化对舔脚行为的看法</a:t>
              </a:r>
            </a:p>
          </p:txBody>
        </p:sp>
        <p:grpSp>
          <p:nvGrpSpPr>
            <p:cNvPr descr="ccb84053-f0dc-4cfc-b43e-b3730ea4bb34" id="16" name="组合 15">
              <a:extLst>
                <a:ext uri="{FF2B5EF4-FFF2-40B4-BE49-F238E27FC236}">
                  <a16:creationId id="{1D997BF6-9F49-DCA3-2ECD-4CCBF735CA0C}"/>
                </a:ext>
              </a:extLst>
            </p:cNvPr>
            <p:cNvGrpSpPr/>
            <p:nvPr/>
          </p:nvGrpSpPr>
          <p:grpSpPr>
            <a:xfrm>
              <a:off x="5191994" y="2358094"/>
              <a:ext cx="3136479" cy="1373560"/>
              <a:chOff x="5191994" y="2358094"/>
              <a:chExt cx="3136479" cy="1373560"/>
            </a:xfrm>
          </p:grpSpPr>
          <p:sp>
            <p:nvSpPr>
              <p:cNvPr descr="26e0ce17-1e0d-4b4b-880f-c586b1eb74b5" id="68" name="Text1">
                <a:extLst>
                  <a:ext uri="{FF2B5EF4-FFF2-40B4-BE49-F238E27FC236}">
                    <a16:creationId id="{B5714604-6127-9E7F-92D6-B5CA8D8080C3}"/>
                  </a:ext>
                </a:extLst>
              </p:cNvPr>
              <p:cNvSpPr txBox="1"/>
              <p:nvPr/>
            </p:nvSpPr>
            <p:spPr>
              <a:xfrm flipV="false" flipH="false">
                <a:off x="5687857" y="2952453"/>
                <a:ext cx="2640616" cy="77920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在东亚文化中，舔脚行为常与“羞耻”“屈从”等观念挂钩。</a:t>
                </a:r>
              </a:p>
            </p:txBody>
          </p:sp>
          <p:sp>
            <p:nvSpPr>
              <p:cNvPr descr="a1be3ec8-01ef-4ebb-b6fc-e8789459cee4" id="81" name="IconBackground1">
                <a:extLst>
                  <a:ext uri="{FF2B5EF4-FFF2-40B4-BE49-F238E27FC236}">
                    <a16:creationId id="{3C57AE61-E51E-9DD8-1D6C-2EE5DDF2E25C}"/>
                  </a:ext>
                </a:extLst>
              </p:cNvPr>
              <p:cNvSpPr/>
              <p:nvPr/>
            </p:nvSpPr>
            <p:spPr>
              <a:xfrm flipV="false" flipH="false">
                <a:off x="5191994" y="2597978"/>
                <a:ext cx="338793" cy="338823"/>
              </a:xfrm>
              <a:prstGeom prst="ellipse">
                <a:avLst/>
              </a:prstGeom>
              <a:solidFill>
                <a:schemeClr val="accent1"/>
              </a:solidFill>
              <a:ln cap="flat" w="15875">
                <a:solidFill>
                  <a:schemeClr val="accent1"/>
                </a:solidFill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29493a17-dcfd-4a5e-8072-b3fb2d2a1163" id="82" name="Icon1">
                <a:extLst>
                  <a:ext uri="{FF2B5EF4-FFF2-40B4-BE49-F238E27FC236}">
                    <a16:creationId id="{E88B0BF3-1C97-6E07-01A1-95887B29E6C6}"/>
                  </a:ext>
                </a:extLst>
              </p:cNvPr>
              <p:cNvSpPr/>
              <p:nvPr/>
            </p:nvSpPr>
            <p:spPr>
              <a:xfrm flipV="false" flipH="false">
                <a:off x="5264829" y="2670819"/>
                <a:ext cx="193123" cy="193140"/>
              </a:xfrm>
              <a:custGeom>
                <a:avLst/>
                <a:gdLst>
                  <a:gd fmla="*/ 602 w 605" name="T0"/>
                  <a:gd fmla="*/ 202 h 607" name="T1"/>
                  <a:gd fmla="*/ 320 w 605" name="T2"/>
                  <a:gd fmla="*/ 603 h 607" name="T3"/>
                  <a:gd fmla="*/ 302 w 605" name="T4"/>
                  <a:gd fmla="*/ 607 h 607" name="T5"/>
                  <a:gd fmla="*/ 285 w 605" name="T6"/>
                  <a:gd fmla="*/ 603 h 607" name="T7"/>
                  <a:gd fmla="*/ 3 w 605" name="T8"/>
                  <a:gd fmla="*/ 202 h 607" name="T9"/>
                  <a:gd fmla="*/ 32 w 605" name="T10"/>
                  <a:gd fmla="*/ 157 h 607" name="T11"/>
                  <a:gd fmla="*/ 272 w 605" name="T12"/>
                  <a:gd fmla="*/ 13 h 607" name="T13"/>
                  <a:gd fmla="*/ 302 w 605" name="T14"/>
                  <a:gd fmla="*/ 0 h 607" name="T15"/>
                  <a:gd fmla="*/ 302 w 605" name="T16"/>
                  <a:gd fmla="*/ 0 h 607" name="T17"/>
                  <a:gd fmla="*/ 332 w 605" name="T18"/>
                  <a:gd fmla="*/ 13 h 607" name="T19"/>
                  <a:gd fmla="*/ 573 w 605" name="T20"/>
                  <a:gd fmla="*/ 157 h 607" name="T21"/>
                  <a:gd fmla="*/ 602 w 605" name="T22"/>
                  <a:gd fmla="*/ 202 h 607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607" w="605">
                    <a:moveTo>
                      <a:pt x="602" y="202"/>
                    </a:moveTo>
                    <a:cubicBezTo>
                      <a:pt x="574" y="381"/>
                      <a:pt x="468" y="531"/>
                      <a:pt x="320" y="603"/>
                    </a:cubicBezTo>
                    <a:cubicBezTo>
                      <a:pt x="314" y="605"/>
                      <a:pt x="308" y="607"/>
                      <a:pt x="302" y="607"/>
                    </a:cubicBezTo>
                    <a:cubicBezTo>
                      <a:pt x="296" y="607"/>
                      <a:pt x="290" y="605"/>
                      <a:pt x="285" y="603"/>
                    </a:cubicBezTo>
                    <a:cubicBezTo>
                      <a:pt x="136" y="531"/>
                      <a:pt x="31" y="381"/>
                      <a:pt x="3" y="202"/>
                    </a:cubicBezTo>
                    <a:cubicBezTo>
                      <a:pt x="0" y="182"/>
                      <a:pt x="12" y="163"/>
                      <a:pt x="32" y="157"/>
                    </a:cubicBezTo>
                    <a:cubicBezTo>
                      <a:pt x="128" y="132"/>
                      <a:pt x="211" y="82"/>
                      <a:pt x="272" y="13"/>
                    </a:cubicBezTo>
                    <a:cubicBezTo>
                      <a:pt x="280" y="5"/>
                      <a:pt x="291" y="0"/>
                      <a:pt x="302" y="0"/>
                    </a:cubicBezTo>
                    <a:lnTo>
                      <a:pt x="302" y="0"/>
                    </a:lnTo>
                    <a:cubicBezTo>
                      <a:pt x="314" y="0"/>
                      <a:pt x="325" y="5"/>
                      <a:pt x="332" y="13"/>
                    </a:cubicBezTo>
                    <a:cubicBezTo>
                      <a:pt x="393" y="82"/>
                      <a:pt x="476" y="132"/>
                      <a:pt x="573" y="157"/>
                    </a:cubicBezTo>
                    <a:cubicBezTo>
                      <a:pt x="592" y="163"/>
                      <a:pt x="605" y="182"/>
                      <a:pt x="602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12700">
                <a:noFill/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62d39aec-c851-4099-acfc-5ea9a230b256" id="4" name="Bullet1">
                <a:extLst>
                  <a:ext uri="{FF2B5EF4-FFF2-40B4-BE49-F238E27FC236}">
                    <a16:creationId id="{072126F0-829D-C889-B876-E4D9AFD4C2D3}"/>
                  </a:ext>
                </a:extLst>
              </p:cNvPr>
              <p:cNvSpPr txBox="1"/>
              <p:nvPr/>
            </p:nvSpPr>
            <p:spPr>
              <a:xfrm flipV="false" flipH="false">
                <a:off x="5687857" y="2358094"/>
                <a:ext cx="2640616" cy="59436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800">
                    <a:solidFill>
                      <a:srgbClr val="2F2F2F"/>
                    </a:solidFill>
                    <a:ea typeface="微软雅黑"/>
                  </a:rPr>
                  <a:t>东亚文化</a:t>
                </a:r>
              </a:p>
            </p:txBody>
          </p:sp>
        </p:grpSp>
        <p:grpSp>
          <p:nvGrpSpPr>
            <p:cNvPr descr="f76a1541-1857-4630-8877-bf67a12840da" id="17" name="组合 16">
              <a:extLst>
                <a:ext uri="{FF2B5EF4-FFF2-40B4-BE49-F238E27FC236}">
                  <a16:creationId id="{FF913A1B-EC1B-5095-AB97-460A173DE7E2}"/>
                </a:ext>
              </a:extLst>
            </p:cNvPr>
            <p:cNvGrpSpPr/>
            <p:nvPr/>
          </p:nvGrpSpPr>
          <p:grpSpPr>
            <a:xfrm>
              <a:off x="8433982" y="2358094"/>
              <a:ext cx="3084918" cy="1373560"/>
              <a:chOff x="8433982" y="2358094"/>
              <a:chExt cx="3084918" cy="1373560"/>
            </a:xfrm>
          </p:grpSpPr>
          <p:sp>
            <p:nvSpPr>
              <p:cNvPr descr="e5ceca19-8e9f-42c8-bcc3-1bceb964b9c5" id="79" name="IconBackground2">
                <a:extLst>
                  <a:ext uri="{FF2B5EF4-FFF2-40B4-BE49-F238E27FC236}">
                    <a16:creationId id="{41932B27-D844-2915-FF95-8D0C2AD9D89C}"/>
                  </a:ext>
                </a:extLst>
              </p:cNvPr>
              <p:cNvSpPr/>
              <p:nvPr/>
            </p:nvSpPr>
            <p:spPr>
              <a:xfrm flipV="false" flipH="false">
                <a:off x="8433982" y="2597978"/>
                <a:ext cx="338793" cy="338823"/>
              </a:xfrm>
              <a:prstGeom prst="ellipse">
                <a:avLst/>
              </a:prstGeom>
              <a:solidFill>
                <a:schemeClr val="accent1"/>
              </a:solidFill>
              <a:ln cap="flat" w="15875">
                <a:solidFill>
                  <a:schemeClr val="accent1"/>
                </a:solidFill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cbbfedd9-e4a3-496e-a9f7-20a894b4cc97" id="80" name="Icon2">
                <a:extLst>
                  <a:ext uri="{FF2B5EF4-FFF2-40B4-BE49-F238E27FC236}">
                    <a16:creationId id="{215FA1FC-D422-1D25-1729-1978B784D704}"/>
                  </a:ext>
                </a:extLst>
              </p:cNvPr>
              <p:cNvSpPr/>
              <p:nvPr/>
            </p:nvSpPr>
            <p:spPr>
              <a:xfrm flipV="false" flipH="false">
                <a:off x="8506817" y="2670819"/>
                <a:ext cx="193123" cy="193140"/>
              </a:xfrm>
              <a:custGeom>
                <a:avLst/>
                <a:gdLst>
                  <a:gd fmla="*/ 602 w 605" name="T0"/>
                  <a:gd fmla="*/ 202 h 607" name="T1"/>
                  <a:gd fmla="*/ 320 w 605" name="T2"/>
                  <a:gd fmla="*/ 603 h 607" name="T3"/>
                  <a:gd fmla="*/ 302 w 605" name="T4"/>
                  <a:gd fmla="*/ 607 h 607" name="T5"/>
                  <a:gd fmla="*/ 285 w 605" name="T6"/>
                  <a:gd fmla="*/ 603 h 607" name="T7"/>
                  <a:gd fmla="*/ 3 w 605" name="T8"/>
                  <a:gd fmla="*/ 202 h 607" name="T9"/>
                  <a:gd fmla="*/ 32 w 605" name="T10"/>
                  <a:gd fmla="*/ 157 h 607" name="T11"/>
                  <a:gd fmla="*/ 272 w 605" name="T12"/>
                  <a:gd fmla="*/ 13 h 607" name="T13"/>
                  <a:gd fmla="*/ 302 w 605" name="T14"/>
                  <a:gd fmla="*/ 0 h 607" name="T15"/>
                  <a:gd fmla="*/ 302 w 605" name="T16"/>
                  <a:gd fmla="*/ 0 h 607" name="T17"/>
                  <a:gd fmla="*/ 332 w 605" name="T18"/>
                  <a:gd fmla="*/ 13 h 607" name="T19"/>
                  <a:gd fmla="*/ 573 w 605" name="T20"/>
                  <a:gd fmla="*/ 157 h 607" name="T21"/>
                  <a:gd fmla="*/ 602 w 605" name="T22"/>
                  <a:gd fmla="*/ 202 h 607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607" w="605">
                    <a:moveTo>
                      <a:pt x="602" y="202"/>
                    </a:moveTo>
                    <a:cubicBezTo>
                      <a:pt x="574" y="381"/>
                      <a:pt x="468" y="531"/>
                      <a:pt x="320" y="603"/>
                    </a:cubicBezTo>
                    <a:cubicBezTo>
                      <a:pt x="314" y="605"/>
                      <a:pt x="308" y="607"/>
                      <a:pt x="302" y="607"/>
                    </a:cubicBezTo>
                    <a:cubicBezTo>
                      <a:pt x="296" y="607"/>
                      <a:pt x="290" y="605"/>
                      <a:pt x="285" y="603"/>
                    </a:cubicBezTo>
                    <a:cubicBezTo>
                      <a:pt x="136" y="531"/>
                      <a:pt x="31" y="381"/>
                      <a:pt x="3" y="202"/>
                    </a:cubicBezTo>
                    <a:cubicBezTo>
                      <a:pt x="0" y="182"/>
                      <a:pt x="12" y="163"/>
                      <a:pt x="32" y="157"/>
                    </a:cubicBezTo>
                    <a:cubicBezTo>
                      <a:pt x="128" y="132"/>
                      <a:pt x="211" y="82"/>
                      <a:pt x="272" y="13"/>
                    </a:cubicBezTo>
                    <a:cubicBezTo>
                      <a:pt x="280" y="5"/>
                      <a:pt x="291" y="0"/>
                      <a:pt x="302" y="0"/>
                    </a:cubicBezTo>
                    <a:lnTo>
                      <a:pt x="302" y="0"/>
                    </a:lnTo>
                    <a:cubicBezTo>
                      <a:pt x="314" y="0"/>
                      <a:pt x="325" y="5"/>
                      <a:pt x="332" y="13"/>
                    </a:cubicBezTo>
                    <a:cubicBezTo>
                      <a:pt x="393" y="82"/>
                      <a:pt x="476" y="132"/>
                      <a:pt x="573" y="157"/>
                    </a:cubicBezTo>
                    <a:cubicBezTo>
                      <a:pt x="592" y="163"/>
                      <a:pt x="605" y="182"/>
                      <a:pt x="602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12700">
                <a:noFill/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35d3b79e-912a-45da-aecf-99d51085382e" id="6" name="Text2">
                <a:extLst>
                  <a:ext uri="{FF2B5EF4-FFF2-40B4-BE49-F238E27FC236}">
                    <a16:creationId id="{6CE2B8AE-04C0-A723-8F6D-4186A90BA261}"/>
                  </a:ext>
                </a:extLst>
              </p:cNvPr>
              <p:cNvSpPr txBox="1"/>
              <p:nvPr/>
            </p:nvSpPr>
            <p:spPr>
              <a:xfrm flipV="false" flipH="false">
                <a:off x="8878284" y="2952453"/>
                <a:ext cx="2640616" cy="77920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在欧美BDSM圈层，舔脚被视为“亲密”“臣服”的表达方式。</a:t>
                </a:r>
              </a:p>
            </p:txBody>
          </p:sp>
          <p:sp>
            <p:nvSpPr>
              <p:cNvPr descr="82925bf8-3e56-4ea7-8023-5231eaf105fa" id="8" name="Bullet2">
                <a:extLst>
                  <a:ext uri="{FF2B5EF4-FFF2-40B4-BE49-F238E27FC236}">
                    <a16:creationId id="{39D168A2-069C-91BE-D0D2-488A476C2817}"/>
                  </a:ext>
                </a:extLst>
              </p:cNvPr>
              <p:cNvSpPr txBox="1"/>
              <p:nvPr/>
            </p:nvSpPr>
            <p:spPr>
              <a:xfrm flipV="false" flipH="false">
                <a:off x="8878284" y="2358094"/>
                <a:ext cx="2640616" cy="59436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800">
                    <a:solidFill>
                      <a:srgbClr val="2F2F2F"/>
                    </a:solidFill>
                    <a:ea typeface="微软雅黑"/>
                  </a:rPr>
                  <a:t>欧美BDSM圈层</a:t>
                </a:r>
              </a:p>
            </p:txBody>
          </p:sp>
        </p:grpSp>
        <p:grpSp>
          <p:nvGrpSpPr>
            <p:cNvPr descr="c7501692-dbd6-4afb-a683-9df7e95cffb4" id="18" name="组合 17">
              <a:extLst>
                <a:ext uri="{FF2B5EF4-FFF2-40B4-BE49-F238E27FC236}">
                  <a16:creationId id="{90717979-2F22-9401-5C03-70397621469D}"/>
                </a:ext>
              </a:extLst>
            </p:cNvPr>
            <p:cNvGrpSpPr/>
            <p:nvPr/>
          </p:nvGrpSpPr>
          <p:grpSpPr>
            <a:xfrm>
              <a:off x="5191994" y="3909253"/>
              <a:ext cx="3136479" cy="1373560"/>
              <a:chOff x="5191994" y="3909253"/>
              <a:chExt cx="3136479" cy="1373560"/>
            </a:xfrm>
          </p:grpSpPr>
          <p:sp>
            <p:nvSpPr>
              <p:cNvPr descr="c1f2dc6b-b64f-40bd-910f-4941c9e0a343" id="77" name="IconBackground3">
                <a:extLst>
                  <a:ext uri="{FF2B5EF4-FFF2-40B4-BE49-F238E27FC236}">
                    <a16:creationId id="{86BA0EC2-B27F-3B01-71EB-E670DBBB9C26}"/>
                  </a:ext>
                </a:extLst>
              </p:cNvPr>
              <p:cNvSpPr/>
              <p:nvPr/>
            </p:nvSpPr>
            <p:spPr>
              <a:xfrm flipV="false" flipH="false">
                <a:off x="5191994" y="4102317"/>
                <a:ext cx="338793" cy="338823"/>
              </a:xfrm>
              <a:prstGeom prst="ellipse">
                <a:avLst/>
              </a:prstGeom>
              <a:solidFill>
                <a:schemeClr val="accent1"/>
              </a:solidFill>
              <a:ln cap="flat" w="15875">
                <a:solidFill>
                  <a:schemeClr val="accent1"/>
                </a:solidFill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e8bc8bb6-0c5e-47a8-bb2d-f80c34872af6" id="78" name="Icon3">
                <a:extLst>
                  <a:ext uri="{FF2B5EF4-FFF2-40B4-BE49-F238E27FC236}">
                    <a16:creationId id="{026807AB-0515-FF33-E0A7-5EE678B4DD8A}"/>
                  </a:ext>
                </a:extLst>
              </p:cNvPr>
              <p:cNvSpPr/>
              <p:nvPr/>
            </p:nvSpPr>
            <p:spPr>
              <a:xfrm flipV="false" flipH="false">
                <a:off x="5264829" y="4175158"/>
                <a:ext cx="193123" cy="193140"/>
              </a:xfrm>
              <a:custGeom>
                <a:avLst/>
                <a:gdLst>
                  <a:gd fmla="*/ 602 w 605" name="T0"/>
                  <a:gd fmla="*/ 202 h 607" name="T1"/>
                  <a:gd fmla="*/ 320 w 605" name="T2"/>
                  <a:gd fmla="*/ 603 h 607" name="T3"/>
                  <a:gd fmla="*/ 302 w 605" name="T4"/>
                  <a:gd fmla="*/ 607 h 607" name="T5"/>
                  <a:gd fmla="*/ 285 w 605" name="T6"/>
                  <a:gd fmla="*/ 603 h 607" name="T7"/>
                  <a:gd fmla="*/ 3 w 605" name="T8"/>
                  <a:gd fmla="*/ 202 h 607" name="T9"/>
                  <a:gd fmla="*/ 32 w 605" name="T10"/>
                  <a:gd fmla="*/ 157 h 607" name="T11"/>
                  <a:gd fmla="*/ 272 w 605" name="T12"/>
                  <a:gd fmla="*/ 13 h 607" name="T13"/>
                  <a:gd fmla="*/ 302 w 605" name="T14"/>
                  <a:gd fmla="*/ 0 h 607" name="T15"/>
                  <a:gd fmla="*/ 302 w 605" name="T16"/>
                  <a:gd fmla="*/ 0 h 607" name="T17"/>
                  <a:gd fmla="*/ 332 w 605" name="T18"/>
                  <a:gd fmla="*/ 13 h 607" name="T19"/>
                  <a:gd fmla="*/ 573 w 605" name="T20"/>
                  <a:gd fmla="*/ 157 h 607" name="T21"/>
                  <a:gd fmla="*/ 602 w 605" name="T22"/>
                  <a:gd fmla="*/ 202 h 607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607" w="605">
                    <a:moveTo>
                      <a:pt x="602" y="202"/>
                    </a:moveTo>
                    <a:cubicBezTo>
                      <a:pt x="574" y="381"/>
                      <a:pt x="468" y="531"/>
                      <a:pt x="320" y="603"/>
                    </a:cubicBezTo>
                    <a:cubicBezTo>
                      <a:pt x="314" y="605"/>
                      <a:pt x="308" y="607"/>
                      <a:pt x="302" y="607"/>
                    </a:cubicBezTo>
                    <a:cubicBezTo>
                      <a:pt x="296" y="607"/>
                      <a:pt x="290" y="605"/>
                      <a:pt x="285" y="603"/>
                    </a:cubicBezTo>
                    <a:cubicBezTo>
                      <a:pt x="136" y="531"/>
                      <a:pt x="31" y="381"/>
                      <a:pt x="3" y="202"/>
                    </a:cubicBezTo>
                    <a:cubicBezTo>
                      <a:pt x="0" y="182"/>
                      <a:pt x="12" y="163"/>
                      <a:pt x="32" y="157"/>
                    </a:cubicBezTo>
                    <a:cubicBezTo>
                      <a:pt x="128" y="132"/>
                      <a:pt x="211" y="82"/>
                      <a:pt x="272" y="13"/>
                    </a:cubicBezTo>
                    <a:cubicBezTo>
                      <a:pt x="280" y="5"/>
                      <a:pt x="291" y="0"/>
                      <a:pt x="302" y="0"/>
                    </a:cubicBezTo>
                    <a:lnTo>
                      <a:pt x="302" y="0"/>
                    </a:lnTo>
                    <a:cubicBezTo>
                      <a:pt x="314" y="0"/>
                      <a:pt x="325" y="5"/>
                      <a:pt x="332" y="13"/>
                    </a:cubicBezTo>
                    <a:cubicBezTo>
                      <a:pt x="393" y="82"/>
                      <a:pt x="476" y="132"/>
                      <a:pt x="573" y="157"/>
                    </a:cubicBezTo>
                    <a:cubicBezTo>
                      <a:pt x="592" y="163"/>
                      <a:pt x="605" y="182"/>
                      <a:pt x="602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12700">
                <a:noFill/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eace1478-d5fd-4e86-b887-0b831ed9f40f" id="70" name="Text3">
                <a:extLst>
                  <a:ext uri="{FF2B5EF4-FFF2-40B4-BE49-F238E27FC236}">
                    <a16:creationId id="{2C61BEA6-1F44-0A90-26CC-A72B6021F216}"/>
                  </a:ext>
                </a:extLst>
              </p:cNvPr>
              <p:cNvSpPr txBox="1"/>
              <p:nvPr/>
            </p:nvSpPr>
            <p:spPr>
              <a:xfrm flipV="false" flipH="false">
                <a:off x="5687857" y="4503612"/>
                <a:ext cx="2640616" cy="77920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通过性教育、边界意识等，去除对舔脚行为的污名化标签。</a:t>
                </a:r>
              </a:p>
            </p:txBody>
          </p:sp>
          <p:sp>
            <p:nvSpPr>
              <p:cNvPr descr="9abef4ba-93e7-416e-b88b-2b55a8efac81" id="5" name="Bullet3">
                <a:extLst>
                  <a:ext uri="{FF2B5EF4-FFF2-40B4-BE49-F238E27FC236}">
                    <a16:creationId id="{1DD818CB-6113-1B25-E6E5-A6AEC5476F48}"/>
                  </a:ext>
                </a:extLst>
              </p:cNvPr>
              <p:cNvSpPr txBox="1"/>
              <p:nvPr/>
            </p:nvSpPr>
            <p:spPr>
              <a:xfrm flipV="false" flipH="false">
                <a:off x="5687857" y="3909253"/>
                <a:ext cx="2640616" cy="59436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800">
                    <a:solidFill>
                      <a:srgbClr val="2F2F2F"/>
                    </a:solidFill>
                    <a:ea typeface="微软雅黑"/>
                  </a:rPr>
                  <a:t>去污名化</a:t>
                </a:r>
              </a:p>
            </p:txBody>
          </p:sp>
        </p:grpSp>
        <p:grpSp>
          <p:nvGrpSpPr>
            <p:cNvPr descr="dcbbdc49-3d71-4bc8-bae6-e3aa18f0a2be" id="19" name="组合 18">
              <a:extLst>
                <a:ext uri="{FF2B5EF4-FFF2-40B4-BE49-F238E27FC236}">
                  <a16:creationId id="{CB583BBA-1B36-8F26-74FC-11FA842447F4}"/>
                </a:ext>
              </a:extLst>
            </p:cNvPr>
            <p:cNvGrpSpPr/>
            <p:nvPr/>
          </p:nvGrpSpPr>
          <p:grpSpPr>
            <a:xfrm>
              <a:off x="8433982" y="3909253"/>
              <a:ext cx="3084918" cy="1373560"/>
              <a:chOff x="8433982" y="3909253"/>
              <a:chExt cx="3084918" cy="1373560"/>
            </a:xfrm>
          </p:grpSpPr>
          <p:sp>
            <p:nvSpPr>
              <p:cNvPr descr="1e69e0a3-8c9f-4e5c-8785-918b7740b48c" id="75" name="IconBackground4">
                <a:extLst>
                  <a:ext uri="{FF2B5EF4-FFF2-40B4-BE49-F238E27FC236}">
                    <a16:creationId id="{4D4986AC-6031-4B6F-6BCD-AE6D7EB2203F}"/>
                  </a:ext>
                </a:extLst>
              </p:cNvPr>
              <p:cNvSpPr/>
              <p:nvPr/>
            </p:nvSpPr>
            <p:spPr>
              <a:xfrm flipV="false" flipH="false">
                <a:off x="8433982" y="4102317"/>
                <a:ext cx="338793" cy="338823"/>
              </a:xfrm>
              <a:prstGeom prst="ellipse">
                <a:avLst/>
              </a:prstGeom>
              <a:solidFill>
                <a:schemeClr val="accent1"/>
              </a:solidFill>
              <a:ln cap="flat" w="15875">
                <a:solidFill>
                  <a:schemeClr val="accent1"/>
                </a:solidFill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283c7614-de85-453d-91cb-eb022029f9cf" id="76" name="Icon4">
                <a:extLst>
                  <a:ext uri="{FF2B5EF4-FFF2-40B4-BE49-F238E27FC236}">
                    <a16:creationId id="{A78621E5-7718-D1C5-98D9-3F31A2C8D21A}"/>
                  </a:ext>
                </a:extLst>
              </p:cNvPr>
              <p:cNvSpPr/>
              <p:nvPr/>
            </p:nvSpPr>
            <p:spPr>
              <a:xfrm flipV="false" flipH="false">
                <a:off x="8506817" y="4175158"/>
                <a:ext cx="193123" cy="193140"/>
              </a:xfrm>
              <a:custGeom>
                <a:avLst/>
                <a:gdLst>
                  <a:gd fmla="*/ 602 w 605" name="T0"/>
                  <a:gd fmla="*/ 202 h 607" name="T1"/>
                  <a:gd fmla="*/ 320 w 605" name="T2"/>
                  <a:gd fmla="*/ 603 h 607" name="T3"/>
                  <a:gd fmla="*/ 302 w 605" name="T4"/>
                  <a:gd fmla="*/ 607 h 607" name="T5"/>
                  <a:gd fmla="*/ 285 w 605" name="T6"/>
                  <a:gd fmla="*/ 603 h 607" name="T7"/>
                  <a:gd fmla="*/ 3 w 605" name="T8"/>
                  <a:gd fmla="*/ 202 h 607" name="T9"/>
                  <a:gd fmla="*/ 32 w 605" name="T10"/>
                  <a:gd fmla="*/ 157 h 607" name="T11"/>
                  <a:gd fmla="*/ 272 w 605" name="T12"/>
                  <a:gd fmla="*/ 13 h 607" name="T13"/>
                  <a:gd fmla="*/ 302 w 605" name="T14"/>
                  <a:gd fmla="*/ 0 h 607" name="T15"/>
                  <a:gd fmla="*/ 302 w 605" name="T16"/>
                  <a:gd fmla="*/ 0 h 607" name="T17"/>
                  <a:gd fmla="*/ 332 w 605" name="T18"/>
                  <a:gd fmla="*/ 13 h 607" name="T19"/>
                  <a:gd fmla="*/ 573 w 605" name="T20"/>
                  <a:gd fmla="*/ 157 h 607" name="T21"/>
                  <a:gd fmla="*/ 602 w 605" name="T22"/>
                  <a:gd fmla="*/ 202 h 607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607" w="605">
                    <a:moveTo>
                      <a:pt x="602" y="202"/>
                    </a:moveTo>
                    <a:cubicBezTo>
                      <a:pt x="574" y="381"/>
                      <a:pt x="468" y="531"/>
                      <a:pt x="320" y="603"/>
                    </a:cubicBezTo>
                    <a:cubicBezTo>
                      <a:pt x="314" y="605"/>
                      <a:pt x="308" y="607"/>
                      <a:pt x="302" y="607"/>
                    </a:cubicBezTo>
                    <a:cubicBezTo>
                      <a:pt x="296" y="607"/>
                      <a:pt x="290" y="605"/>
                      <a:pt x="285" y="603"/>
                    </a:cubicBezTo>
                    <a:cubicBezTo>
                      <a:pt x="136" y="531"/>
                      <a:pt x="31" y="381"/>
                      <a:pt x="3" y="202"/>
                    </a:cubicBezTo>
                    <a:cubicBezTo>
                      <a:pt x="0" y="182"/>
                      <a:pt x="12" y="163"/>
                      <a:pt x="32" y="157"/>
                    </a:cubicBezTo>
                    <a:cubicBezTo>
                      <a:pt x="128" y="132"/>
                      <a:pt x="211" y="82"/>
                      <a:pt x="272" y="13"/>
                    </a:cubicBezTo>
                    <a:cubicBezTo>
                      <a:pt x="280" y="5"/>
                      <a:pt x="291" y="0"/>
                      <a:pt x="302" y="0"/>
                    </a:cubicBezTo>
                    <a:lnTo>
                      <a:pt x="302" y="0"/>
                    </a:lnTo>
                    <a:cubicBezTo>
                      <a:pt x="314" y="0"/>
                      <a:pt x="325" y="5"/>
                      <a:pt x="332" y="13"/>
                    </a:cubicBezTo>
                    <a:cubicBezTo>
                      <a:pt x="393" y="82"/>
                      <a:pt x="476" y="132"/>
                      <a:pt x="573" y="157"/>
                    </a:cubicBezTo>
                    <a:cubicBezTo>
                      <a:pt x="592" y="163"/>
                      <a:pt x="605" y="182"/>
                      <a:pt x="602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12700">
                <a:noFill/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d4099fe7-5772-462c-9abb-ca159d931b71" id="7" name="Text4">
                <a:extLst>
                  <a:ext uri="{FF2B5EF4-FFF2-40B4-BE49-F238E27FC236}">
                    <a16:creationId id="{DB2ED04A-4900-2199-D676-070358CD84B8}"/>
                  </a:ext>
                </a:extLst>
              </p:cNvPr>
              <p:cNvSpPr txBox="1"/>
              <p:nvPr/>
            </p:nvSpPr>
            <p:spPr>
              <a:xfrm flipV="false" flipH="false">
                <a:off x="8878284" y="4503612"/>
                <a:ext cx="2640616" cy="77920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尊重不同文化对舔脚行为的看法，实现多元共存。</a:t>
                </a:r>
              </a:p>
            </p:txBody>
          </p:sp>
          <p:sp>
            <p:nvSpPr>
              <p:cNvPr descr="d7002f41-9ae3-4340-8ceb-a329fca0c0c3" id="9" name="Bullet4">
                <a:extLst>
                  <a:ext uri="{FF2B5EF4-FFF2-40B4-BE49-F238E27FC236}">
                    <a16:creationId id="{F673623B-01AF-BA51-DD6C-A97251B08820}"/>
                  </a:ext>
                </a:extLst>
              </p:cNvPr>
              <p:cNvSpPr txBox="1"/>
              <p:nvPr/>
            </p:nvSpPr>
            <p:spPr>
              <a:xfrm flipV="false" flipH="false">
                <a:off x="8878284" y="3909253"/>
                <a:ext cx="2640616" cy="59436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800">
                    <a:solidFill>
                      <a:srgbClr val="2F2F2F"/>
                    </a:solidFill>
                    <a:ea typeface="微软雅黑"/>
                  </a:rPr>
                  <a:t>多元共存</a:t>
                </a:r>
              </a:p>
            </p:txBody>
          </p:sp>
        </p:grpSp>
      </p:grpSp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常见误区与正确做法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纠正舔脚行为的常见错误观念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常见误区</a:t>
            </a:r>
          </a:p>
        </p:txBody>
      </p:sp>
      <p:grpSp>
        <p:nvGrpSpPr>
          <p:cNvPr descr="c25817ad-1c3a-4833-aa72-bfd1042c2436" id="42" name="e1a3b043-61cf-4427-9134-98f1aafedc9b.source.3.zh-Hans.pptx">
            <a:extLst>
              <a:ext uri="{FF2B5EF4-FFF2-40B4-BE49-F238E27FC236}">
                <a16:creationId id="{5FFAB730-E5BD-F296-E856-5536FEA4E7D0}"/>
              </a:ext>
            </a:extLst>
          </p:cNvPr>
          <p:cNvGrpSpPr/>
          <p:nvPr/>
        </p:nvGrpSpPr>
        <p:grpSpPr>
          <a:xfrm>
            <a:off x="1355323" y="1163540"/>
            <a:ext cx="9684553" cy="4600565"/>
            <a:chOff x="1355323" y="1163540"/>
            <a:chExt cx="9684553" cy="4600565"/>
          </a:xfrm>
        </p:grpSpPr>
        <p:sp>
          <p:nvSpPr>
            <p:cNvPr descr="30d4bf7a-8001-4eef-b369-790b4090a354" id="32" name="Title">
              <a:extLst>
                <a:ext uri="{FF2B5EF4-FFF2-40B4-BE49-F238E27FC236}">
                  <a16:creationId id="{D6C10587-F830-ED74-3242-FC009AA367CD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1722234" y="1163540"/>
              <a:ext cx="8624444" cy="75062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舔脚行为中的错误认知</a:t>
              </a:r>
            </a:p>
          </p:txBody>
        </p:sp>
        <p:sp>
          <p:nvSpPr>
            <p:cNvPr descr="52976b61-2fca-4c00-b60f-184f2a0ab485" id="2" name="图形 70">
              <a:extLst>
                <a:ext uri="{FF2B5EF4-FFF2-40B4-BE49-F238E27FC236}">
                  <a16:creationId id="{36869A85-2BCE-B75B-9355-224429985134}"/>
                </a:ext>
              </a:extLst>
            </p:cNvPr>
            <p:cNvSpPr/>
            <p:nvPr/>
          </p:nvSpPr>
          <p:spPr>
            <a:xfrm flipV="true" flipH="false">
              <a:off x="1524148" y="3593293"/>
              <a:ext cx="9143700" cy="487892"/>
            </a:xfrm>
            <a:custGeom>
              <a:avLst/>
              <a:gdLst>
                <a:gd fmla="*/ 15596 w 12191333" name="connsiteX0"/>
                <a:gd fmla="*/ 639057 h 664913" name="connsiteY0"/>
                <a:gd fmla="*/ 1022266 w 12191333" name="connsiteX1"/>
                <a:gd fmla="*/ 337904 h 664913" name="connsiteY1"/>
                <a:gd fmla="*/ 2236699 w 12191333" name="connsiteX2"/>
                <a:gd fmla="*/ 493590 h 664913" name="connsiteY2"/>
                <a:gd fmla="*/ 3562435 w 12191333" name="connsiteX3"/>
                <a:gd fmla="*/ 629739 h 664913" name="connsiteY3"/>
                <a:gd fmla="*/ 4848193 w 12191333" name="connsiteX4"/>
                <a:gd fmla="*/ 463291 h 664913" name="connsiteY4"/>
                <a:gd fmla="*/ 6112752 w 12191333" name="connsiteX5"/>
                <a:gd fmla="*/ 117249 h 664913" name="connsiteY5"/>
                <a:gd fmla="*/ 7448960 w 12191333" name="connsiteX6"/>
                <a:gd fmla="*/ 36535 h 664913" name="connsiteY6"/>
                <a:gd fmla="*/ 8115151 w 12191333" name="connsiteX7"/>
                <a:gd fmla="*/ 140542 h 664913" name="connsiteY7"/>
                <a:gd fmla="*/ 8727964 w 12191333" name="connsiteX8"/>
                <a:gd fmla="*/ 353505 h 664913" name="connsiteY8"/>
                <a:gd fmla="*/ 9847165 w 12191333" name="connsiteX9"/>
                <a:gd fmla="*/ 650035 h 664913" name="connsiteY9"/>
                <a:gd fmla="*/ 11959711 w 12191333" name="connsiteX10"/>
                <a:gd fmla="*/ 168928 h 664913" name="connsiteY10"/>
                <a:gd fmla="*/ 12187408 w 12191333" name="connsiteX11"/>
                <a:gd fmla="*/ 17286 h 664913" name="connsiteY11"/>
                <a:gd fmla="*/ 12178307 w 12191333" name="connsiteX12"/>
                <a:gd fmla="*/ 1685 h 664913" name="connsiteY12"/>
                <a:gd fmla="*/ 10042107 w 12191333" name="connsiteX13"/>
                <a:gd fmla="*/ 644582 h 664913" name="connsiteY13"/>
                <a:gd fmla="*/ 8891921 w 12191333" name="connsiteX14"/>
                <a:gd fmla="*/ 398033 h 664913" name="connsiteY14"/>
                <a:gd fmla="*/ 8284705 w 12191333" name="connsiteX15"/>
                <a:gd fmla="*/ 170770 h 664913" name="connsiteY15"/>
                <a:gd fmla="*/ 7666509 w 12191333" name="connsiteX16"/>
                <a:gd fmla="*/ 38738 h 664913" name="connsiteY16"/>
                <a:gd fmla="*/ 6360564 w 12191333" name="connsiteX17"/>
                <a:gd fmla="*/ 59792 h 664913" name="connsiteY17"/>
                <a:gd fmla="*/ 5084485 w 12191333" name="connsiteX18"/>
                <a:gd fmla="*/ 373440 h 664913" name="connsiteY18"/>
                <a:gd fmla="*/ 4442816 w 12191333" name="connsiteX19"/>
                <a:gd fmla="*/ 543175 h 664913" name="connsiteY19"/>
                <a:gd fmla="*/ 3760844 w 12191333" name="connsiteX20"/>
                <a:gd fmla="*/ 611466 h 664913" name="connsiteY20"/>
                <a:gd fmla="*/ 2405495 w 12191333" name="connsiteX21"/>
                <a:gd fmla="*/ 500994 h 664913" name="connsiteY21"/>
                <a:gd fmla="*/ 1182106 w 12191333" name="connsiteX22"/>
                <a:gd fmla="*/ 327431 h 664913" name="connsiteY22"/>
                <a:gd fmla="*/ 193023 w 12191333" name="connsiteX23"/>
                <a:gd fmla="*/ 488715 h 664913" name="connsiteY23"/>
                <a:gd fmla="*/ 2884 w 12191333" name="connsiteX24"/>
                <a:gd fmla="*/ 626272 h 664913" name="connsiteY24"/>
                <a:gd fmla="*/ 15668 w 12191333" name="connsiteX25"/>
                <a:gd fmla="*/ 639057 h 664913" name="connsiteY25"/>
                <a:gd fmla="*/ 15668 w 12191333" name="connsiteX26"/>
                <a:gd fmla="*/ 639057 h 664913" name="connsiteY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b="b" l="l" r="r" t="t"/>
              <a:pathLst>
                <a:path h="664913" w="12191333">
                  <a:moveTo>
                    <a:pt x="15596" y="639057"/>
                  </a:moveTo>
                  <a:cubicBezTo>
                    <a:pt x="290530" y="391858"/>
                    <a:pt x="663982" y="330031"/>
                    <a:pt x="1022266" y="337904"/>
                  </a:cubicBezTo>
                  <a:cubicBezTo>
                    <a:pt x="1429991" y="346860"/>
                    <a:pt x="1834826" y="431583"/>
                    <a:pt x="2236699" y="493590"/>
                  </a:cubicBezTo>
                  <a:cubicBezTo>
                    <a:pt x="2675734" y="561340"/>
                    <a:pt x="3117586" y="621903"/>
                    <a:pt x="3562435" y="629739"/>
                  </a:cubicBezTo>
                  <a:cubicBezTo>
                    <a:pt x="3999845" y="637432"/>
                    <a:pt x="4427504" y="583441"/>
                    <a:pt x="4848193" y="463291"/>
                  </a:cubicBezTo>
                  <a:cubicBezTo>
                    <a:pt x="5269532" y="342960"/>
                    <a:pt x="5680326" y="195796"/>
                    <a:pt x="6112752" y="117249"/>
                  </a:cubicBezTo>
                  <a:cubicBezTo>
                    <a:pt x="6551895" y="37474"/>
                    <a:pt x="7003317" y="6596"/>
                    <a:pt x="7448960" y="36535"/>
                  </a:cubicBezTo>
                  <a:cubicBezTo>
                    <a:pt x="7673516" y="51630"/>
                    <a:pt x="7897132" y="84133"/>
                    <a:pt x="8115151" y="140542"/>
                  </a:cubicBezTo>
                  <a:cubicBezTo>
                    <a:pt x="8324935" y="194857"/>
                    <a:pt x="8526667" y="274308"/>
                    <a:pt x="8727964" y="353505"/>
                  </a:cubicBezTo>
                  <a:cubicBezTo>
                    <a:pt x="9091919" y="496696"/>
                    <a:pt x="9455873" y="613416"/>
                    <a:pt x="9847165" y="650035"/>
                  </a:cubicBezTo>
                  <a:cubicBezTo>
                    <a:pt x="10578036" y="718399"/>
                    <a:pt x="11331585" y="550000"/>
                    <a:pt x="11959711" y="168928"/>
                  </a:cubicBezTo>
                  <a:cubicBezTo>
                    <a:pt x="12037717" y="121583"/>
                    <a:pt x="12113520" y="70807"/>
                    <a:pt x="12187408" y="17286"/>
                  </a:cubicBezTo>
                  <a:cubicBezTo>
                    <a:pt x="12196726" y="10533"/>
                    <a:pt x="12187733" y="-5140"/>
                    <a:pt x="12178307" y="1685"/>
                  </a:cubicBezTo>
                  <a:cubicBezTo>
                    <a:pt x="11563290" y="447437"/>
                    <a:pt x="10800279" y="671920"/>
                    <a:pt x="10042107" y="644582"/>
                  </a:cubicBezTo>
                  <a:cubicBezTo>
                    <a:pt x="9644134" y="630245"/>
                    <a:pt x="9262953" y="539635"/>
                    <a:pt x="8891921" y="398033"/>
                  </a:cubicBezTo>
                  <a:cubicBezTo>
                    <a:pt x="8690009" y="321003"/>
                    <a:pt x="8490769" y="236424"/>
                    <a:pt x="8284705" y="170770"/>
                  </a:cubicBezTo>
                  <a:cubicBezTo>
                    <a:pt x="8083443" y="106668"/>
                    <a:pt x="7876113" y="64017"/>
                    <a:pt x="7666509" y="38738"/>
                  </a:cubicBezTo>
                  <a:cubicBezTo>
                    <a:pt x="7233939" y="-13447"/>
                    <a:pt x="6791726" y="1360"/>
                    <a:pt x="6360564" y="59792"/>
                  </a:cubicBezTo>
                  <a:cubicBezTo>
                    <a:pt x="5922721" y="119127"/>
                    <a:pt x="5505138" y="242564"/>
                    <a:pt x="5084485" y="373440"/>
                  </a:cubicBezTo>
                  <a:cubicBezTo>
                    <a:pt x="4873184" y="439203"/>
                    <a:pt x="4660437" y="501788"/>
                    <a:pt x="4442816" y="543175"/>
                  </a:cubicBezTo>
                  <a:cubicBezTo>
                    <a:pt x="4218044" y="585933"/>
                    <a:pt x="3989480" y="606807"/>
                    <a:pt x="3760844" y="611466"/>
                  </a:cubicBezTo>
                  <a:cubicBezTo>
                    <a:pt x="3306678" y="620711"/>
                    <a:pt x="2853992" y="567443"/>
                    <a:pt x="2405495" y="500994"/>
                  </a:cubicBezTo>
                  <a:cubicBezTo>
                    <a:pt x="1998963" y="440756"/>
                    <a:pt x="1592539" y="356683"/>
                    <a:pt x="1182106" y="327431"/>
                  </a:cubicBezTo>
                  <a:cubicBezTo>
                    <a:pt x="848776" y="303704"/>
                    <a:pt x="490817" y="321147"/>
                    <a:pt x="193023" y="488715"/>
                  </a:cubicBezTo>
                  <a:cubicBezTo>
                    <a:pt x="124479" y="527285"/>
                    <a:pt x="61316" y="573727"/>
                    <a:pt x="2884" y="626272"/>
                  </a:cubicBezTo>
                  <a:cubicBezTo>
                    <a:pt x="-5784" y="634073"/>
                    <a:pt x="7037" y="646785"/>
                    <a:pt x="15668" y="639057"/>
                  </a:cubicBezTo>
                  <a:lnTo>
                    <a:pt x="15668" y="639057"/>
                  </a:lnTo>
                  <a:close/>
                </a:path>
              </a:pathLst>
            </a:custGeom>
            <a:solidFill>
              <a:schemeClr val="tx1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grpSp>
          <p:nvGrpSpPr>
            <p:cNvPr descr="36c32df0-f4a9-4ad6-885e-6e7c83a4bc9b" id="35" name="组合 34">
              <a:extLst>
                <a:ext uri="{FF2B5EF4-FFF2-40B4-BE49-F238E27FC236}">
                  <a16:creationId id="{7461B2D9-0A67-FB16-3F2B-7902273A0AC3}"/>
                </a:ext>
              </a:extLst>
            </p:cNvPr>
            <p:cNvGrpSpPr/>
            <p:nvPr/>
          </p:nvGrpSpPr>
          <p:grpSpPr>
            <a:xfrm>
              <a:off x="1355323" y="3264707"/>
              <a:ext cx="2918968" cy="2429750"/>
              <a:chOff x="1355323" y="3264707"/>
              <a:chExt cx="2918968" cy="2429750"/>
            </a:xfrm>
          </p:grpSpPr>
          <p:sp>
            <p:nvSpPr>
              <p:cNvPr descr="bbb9f853-75ce-45ad-81dd-1a1d3a8e435f" id="8" name="Text1">
                <a:extLst>
                  <a:ext uri="{FF2B5EF4-FFF2-40B4-BE49-F238E27FC236}">
                    <a16:creationId id="{84F2F2A2-AE75-D306-E14E-91729868CA9C}"/>
                  </a:ext>
                </a:extLst>
              </p:cNvPr>
              <p:cNvSpPr txBox="1"/>
              <p:nvPr/>
            </p:nvSpPr>
            <p:spPr>
              <a:xfrm flipV="false" flipH="false">
                <a:off x="1524149" y="4773209"/>
                <a:ext cx="2750142" cy="921248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认为脚部气味越重越刺激，实为强迫性嗅觉幻想。</a:t>
                </a:r>
              </a:p>
            </p:txBody>
          </p:sp>
          <p:sp>
            <p:nvSpPr>
              <p:cNvPr descr="75aa0c2b-d9ad-44a0-9c0e-b9f63f672e39" id="9" name="Bullet1">
                <a:extLst>
                  <a:ext uri="{FF2B5EF4-FFF2-40B4-BE49-F238E27FC236}">
                    <a16:creationId id="{C3FD02A5-A5A3-C18D-1F31-AEA969C1A772}"/>
                  </a:ext>
                </a:extLst>
              </p:cNvPr>
              <p:cNvSpPr txBox="1"/>
              <p:nvPr/>
            </p:nvSpPr>
            <p:spPr>
              <a:xfrm flipV="false" flipH="false">
                <a:off x="1524149" y="4195044"/>
                <a:ext cx="2750139" cy="578163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越臭越好</a:t>
                </a:r>
              </a:p>
            </p:txBody>
          </p:sp>
          <p:sp>
            <p:nvSpPr>
              <p:cNvPr descr="7995539c-6e29-4cd6-8415-7e3776dfa259" id="26" name="任意多边形: 形状 25">
                <a:extLst>
                  <a:ext uri="{FF2B5EF4-FFF2-40B4-BE49-F238E27FC236}">
                    <a16:creationId id="{E4C9B78E-58D9-2CC3-1A0A-143F1724C8DF}"/>
                  </a:ext>
                </a:extLst>
              </p:cNvPr>
              <p:cNvSpPr/>
              <p:nvPr/>
            </p:nvSpPr>
            <p:spPr>
              <a:xfrm flipV="false" flipH="false">
                <a:off x="1355323" y="3264707"/>
                <a:ext cx="733822" cy="772295"/>
              </a:xfrm>
              <a:custGeom>
                <a:avLst/>
                <a:gdLst>
                  <a:gd fmla="*/ 379401 w 656865" name="connsiteX0"/>
                  <a:gd fmla="*/ 940 h 691303" name="connsiteY0"/>
                  <a:gd fmla="*/ 442321 w 656865" name="connsiteX1"/>
                  <a:gd fmla="*/ 54535 h 691303" name="connsiteY1"/>
                  <a:gd fmla="*/ 466586 w 656865" name="connsiteX2"/>
                  <a:gd fmla="*/ 171477 h 691303" name="connsiteY2"/>
                  <a:gd fmla="*/ 603760 w 656865" name="connsiteX3"/>
                  <a:gd fmla="*/ 194652 h 691303" name="connsiteY3"/>
                  <a:gd fmla="*/ 620643 w 656865" name="connsiteX4"/>
                  <a:gd fmla="*/ 329503 h 691303" name="connsiteY4"/>
                  <a:gd fmla="*/ 512057 w 656865" name="connsiteX5"/>
                  <a:gd fmla="*/ 390298 h 691303" name="connsiteY5"/>
                  <a:gd fmla="*/ 517238 w 656865" name="connsiteX6"/>
                  <a:gd fmla="*/ 401720 h 691303" name="connsiteY6"/>
                  <a:gd fmla="*/ 540111 w 656865" name="connsiteX7"/>
                  <a:gd fmla="*/ 467696 h 691303" name="connsiteY7"/>
                  <a:gd fmla="*/ 557685 w 656865" name="connsiteX8"/>
                  <a:gd fmla="*/ 535277 h 691303" name="connsiteY8"/>
                  <a:gd fmla="*/ 565156 w 656865" name="connsiteX9"/>
                  <a:gd fmla="*/ 580899 h 691303" name="connsiteY9"/>
                  <a:gd fmla="*/ 565845 w 656865" name="connsiteX10"/>
                  <a:gd fmla="*/ 582074 h 691303" name="connsiteY10"/>
                  <a:gd fmla="*/ 569105 w 656865" name="connsiteX11"/>
                  <a:gd fmla="*/ 609739 h 691303" name="connsiteY11"/>
                  <a:gd fmla="*/ 567228 w 656865" name="connsiteX12"/>
                  <a:gd fmla="*/ 616510 h 691303" name="connsiteY12"/>
                  <a:gd fmla="*/ 567390 w 656865" name="connsiteX13"/>
                  <a:gd fmla="*/ 632010 h 691303" name="connsiteY13"/>
                  <a:gd fmla="*/ 558347 w 656865" name="connsiteX14"/>
                  <a:gd fmla="*/ 649468 h 691303" name="connsiteY14"/>
                  <a:gd fmla="*/ 553883 w 656865" name="connsiteX15"/>
                  <a:gd fmla="*/ 647001 h 691303" name="connsiteY15"/>
                  <a:gd fmla="*/ 546518 w 656865" name="connsiteX16"/>
                  <a:gd fmla="*/ 657412 h 691303" name="connsiteY16"/>
                  <a:gd fmla="*/ 446538 w 656865" name="connsiteX17"/>
                  <a:gd fmla="*/ 657151 h 691303" name="connsiteY17"/>
                  <a:gd fmla="*/ 312529 w 656865" name="connsiteX18"/>
                  <a:gd fmla="*/ 523352 h 691303" name="connsiteY18"/>
                  <a:gd fmla="*/ 301609 w 656865" name="connsiteX19"/>
                  <a:gd fmla="*/ 531885 h 691303" name="connsiteY19"/>
                  <a:gd fmla="*/ 296418 w 656865" name="connsiteX20"/>
                  <a:gd fmla="*/ 538465 h 691303" name="connsiteY20"/>
                  <a:gd fmla="*/ 248313 w 656865" name="connsiteX21"/>
                  <a:gd fmla="*/ 589081 h 691303" name="connsiteY21"/>
                  <a:gd fmla="*/ 95213 w 656865" name="connsiteX22"/>
                  <a:gd fmla="*/ 688749 h 691303" name="connsiteY22"/>
                  <a:gd fmla="*/ 95376 w 656865" name="connsiteX23"/>
                  <a:gd fmla="*/ 682830 h 691303" name="connsiteY23"/>
                  <a:gd fmla="*/ 73795 w 656865" name="connsiteX24"/>
                  <a:gd fmla="*/ 680721 h 691303" name="connsiteY24"/>
                  <a:gd fmla="*/ 37129 w 656865" name="connsiteX25"/>
                  <a:gd fmla="*/ 611846 h 691303" name="connsiteY25"/>
                  <a:gd fmla="*/ 56120 w 656865" name="connsiteX26"/>
                  <a:gd fmla="*/ 553901 h 691303" name="connsiteY26"/>
                  <a:gd fmla="*/ 65616 w 656865" name="connsiteX27"/>
                  <a:gd fmla="*/ 527565 h 691303" name="connsiteY27"/>
                  <a:gd fmla="*/ 131038 w 656865" name="connsiteX28"/>
                  <a:gd fmla="*/ 377966 h 691303" name="connsiteY28"/>
                  <a:gd fmla="*/ 35020 w 656865" name="connsiteX29"/>
                  <a:gd fmla="*/ 308433 h 691303" name="connsiteY29"/>
                  <a:gd fmla="*/ 71946 w 656865" name="connsiteX30"/>
                  <a:gd fmla="*/ 170421 h 691303" name="connsiteY30"/>
                  <a:gd fmla="*/ 241833 w 656865" name="connsiteX31"/>
                  <a:gd fmla="*/ 166208 h 691303" name="connsiteY31"/>
                  <a:gd fmla="*/ 306199 w 656865" name="connsiteX32"/>
                  <a:gd fmla="*/ 36626 h 691303" name="connsiteY32"/>
                  <a:gd fmla="*/ 379401 w 656865" name="connsiteX33"/>
                  <a:gd fmla="*/ 940 h 691303" name="connsiteY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b="b" l="l" r="r" t="t"/>
                <a:pathLst>
                  <a:path h="691303" w="656865">
                    <a:moveTo>
                      <a:pt x="379401" y="940"/>
                    </a:moveTo>
                    <a:cubicBezTo>
                      <a:pt x="408290" y="5286"/>
                      <a:pt x="435460" y="24508"/>
                      <a:pt x="442321" y="54535"/>
                    </a:cubicBezTo>
                    <a:cubicBezTo>
                      <a:pt x="450760" y="93514"/>
                      <a:pt x="459199" y="132498"/>
                      <a:pt x="466586" y="171477"/>
                    </a:cubicBezTo>
                    <a:cubicBezTo>
                      <a:pt x="511960" y="175690"/>
                      <a:pt x="558386" y="183065"/>
                      <a:pt x="603760" y="194652"/>
                    </a:cubicBezTo>
                    <a:cubicBezTo>
                      <a:pt x="663904" y="209400"/>
                      <a:pt x="677621" y="300007"/>
                      <a:pt x="620643" y="329503"/>
                    </a:cubicBezTo>
                    <a:lnTo>
                      <a:pt x="512057" y="390298"/>
                    </a:lnTo>
                    <a:lnTo>
                      <a:pt x="517238" y="401720"/>
                    </a:lnTo>
                    <a:cubicBezTo>
                      <a:pt x="525160" y="421729"/>
                      <a:pt x="532938" y="444009"/>
                      <a:pt x="540111" y="467696"/>
                    </a:cubicBezTo>
                    <a:cubicBezTo>
                      <a:pt x="547285" y="491384"/>
                      <a:pt x="553175" y="514235"/>
                      <a:pt x="557685" y="535277"/>
                    </a:cubicBezTo>
                    <a:lnTo>
                      <a:pt x="565156" y="580899"/>
                    </a:lnTo>
                    <a:lnTo>
                      <a:pt x="565845" y="582074"/>
                    </a:lnTo>
                    <a:cubicBezTo>
                      <a:pt x="568916" y="591334"/>
                      <a:pt x="569880" y="600685"/>
                      <a:pt x="569105" y="609739"/>
                    </a:cubicBezTo>
                    <a:lnTo>
                      <a:pt x="567228" y="616510"/>
                    </a:lnTo>
                    <a:lnTo>
                      <a:pt x="567390" y="632010"/>
                    </a:lnTo>
                    <a:cubicBezTo>
                      <a:pt x="565984" y="641914"/>
                      <a:pt x="563003" y="648057"/>
                      <a:pt x="558347" y="649468"/>
                    </a:cubicBezTo>
                    <a:lnTo>
                      <a:pt x="553883" y="647001"/>
                    </a:lnTo>
                    <a:lnTo>
                      <a:pt x="546518" y="657412"/>
                    </a:lnTo>
                    <a:cubicBezTo>
                      <a:pt x="521458" y="682698"/>
                      <a:pt x="480306" y="690863"/>
                      <a:pt x="446538" y="657151"/>
                    </a:cubicBezTo>
                    <a:cubicBezTo>
                      <a:pt x="404334" y="609741"/>
                      <a:pt x="358960" y="565492"/>
                      <a:pt x="312529" y="523352"/>
                    </a:cubicBezTo>
                    <a:lnTo>
                      <a:pt x="301609" y="531885"/>
                    </a:lnTo>
                    <a:lnTo>
                      <a:pt x="296418" y="538465"/>
                    </a:lnTo>
                    <a:cubicBezTo>
                      <a:pt x="282282" y="554691"/>
                      <a:pt x="266061" y="571831"/>
                      <a:pt x="248313" y="589081"/>
                    </a:cubicBezTo>
                    <a:cubicBezTo>
                      <a:pt x="177320" y="658080"/>
                      <a:pt x="108775" y="702703"/>
                      <a:pt x="95213" y="688749"/>
                    </a:cubicBezTo>
                    <a:lnTo>
                      <a:pt x="95376" y="682830"/>
                    </a:lnTo>
                    <a:lnTo>
                      <a:pt x="73795" y="680721"/>
                    </a:lnTo>
                    <a:cubicBezTo>
                      <a:pt x="48207" y="669527"/>
                      <a:pt x="28159" y="642925"/>
                      <a:pt x="37129" y="611846"/>
                    </a:cubicBezTo>
                    <a:cubicBezTo>
                      <a:pt x="42407" y="591832"/>
                      <a:pt x="49790" y="572866"/>
                      <a:pt x="56120" y="553901"/>
                    </a:cubicBezTo>
                    <a:cubicBezTo>
                      <a:pt x="57177" y="545474"/>
                      <a:pt x="60342" y="535996"/>
                      <a:pt x="65616" y="527565"/>
                    </a:cubicBezTo>
                    <a:cubicBezTo>
                      <a:pt x="84611" y="476999"/>
                      <a:pt x="106768" y="427484"/>
                      <a:pt x="131038" y="377966"/>
                    </a:cubicBezTo>
                    <a:cubicBezTo>
                      <a:pt x="99381" y="354791"/>
                      <a:pt x="66672" y="331608"/>
                      <a:pt x="35020" y="308433"/>
                    </a:cubicBezTo>
                    <a:cubicBezTo>
                      <a:pt x="-24076" y="267345"/>
                      <a:pt x="-6137" y="170421"/>
                      <a:pt x="71946" y="170421"/>
                    </a:cubicBezTo>
                    <a:cubicBezTo>
                      <a:pt x="128929" y="169369"/>
                      <a:pt x="184851" y="167260"/>
                      <a:pt x="241833" y="166208"/>
                    </a:cubicBezTo>
                    <a:cubicBezTo>
                      <a:pt x="263990" y="123011"/>
                      <a:pt x="286151" y="80871"/>
                      <a:pt x="306199" y="36626"/>
                    </a:cubicBezTo>
                    <a:cubicBezTo>
                      <a:pt x="319916" y="7125"/>
                      <a:pt x="350521" y="-3406"/>
                      <a:pt x="379401" y="940"/>
                    </a:cubicBez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square">
                <a:noAutofit/>
              </a:bodyPr>
              <a:lstStyle/>
              <a:p>
                <a:pPr algn="ctr"/>
              </a:p>
            </p:txBody>
          </p:sp>
          <p:sp>
            <p:nvSpPr>
              <p:cNvPr descr="7ae15f8c-b63a-4246-8a9b-4ec6435e0b78" id="30" name="Number1">
                <a:extLst>
                  <a:ext uri="{FF2B5EF4-FFF2-40B4-BE49-F238E27FC236}">
                    <a16:creationId id="{A5D16133-ED74-74FA-89B1-56E06724761A}"/>
                  </a:ext>
                </a:extLst>
              </p:cNvPr>
              <p:cNvSpPr/>
              <p:nvPr/>
            </p:nvSpPr>
            <p:spPr>
              <a:xfrm flipV="false" flipH="false">
                <a:off x="1472189" y="3401371"/>
                <a:ext cx="523765" cy="4849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01</a:t>
                </a:r>
              </a:p>
            </p:txBody>
          </p:sp>
        </p:grpSp>
        <p:grpSp>
          <p:nvGrpSpPr>
            <p:cNvPr descr="e35bddce-e1c0-446d-b35d-21e1b659af58" id="36" name="组合 35">
              <a:extLst>
                <a:ext uri="{FF2B5EF4-FFF2-40B4-BE49-F238E27FC236}">
                  <a16:creationId id="{ED024A86-8507-4DD2-A958-57C15B114C24}"/>
                </a:ext>
              </a:extLst>
            </p:cNvPr>
            <p:cNvGrpSpPr/>
            <p:nvPr/>
          </p:nvGrpSpPr>
          <p:grpSpPr>
            <a:xfrm>
              <a:off x="4284310" y="1835402"/>
              <a:ext cx="3117053" cy="2144038"/>
              <a:chOff x="3540466" y="1835402"/>
              <a:chExt cx="3117053" cy="2144038"/>
            </a:xfrm>
          </p:grpSpPr>
          <p:sp>
            <p:nvSpPr>
              <p:cNvPr descr="46af9308-fb1d-4352-a817-ef169835f97c" id="12" name="Text2">
                <a:extLst>
                  <a:ext uri="{FF2B5EF4-FFF2-40B4-BE49-F238E27FC236}">
                    <a16:creationId id="{5F677DA8-0FA2-9BAD-F2E6-554608712EBF}"/>
                  </a:ext>
                </a:extLst>
              </p:cNvPr>
              <p:cNvSpPr txBox="1"/>
              <p:nvPr/>
            </p:nvSpPr>
            <p:spPr>
              <a:xfrm flipV="false" flipH="false">
                <a:off x="3907377" y="2413567"/>
                <a:ext cx="2750142" cy="921248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深入趾缝舔舐可能接触未清理区域，增加感染风险。</a:t>
                </a:r>
              </a:p>
            </p:txBody>
          </p:sp>
          <p:sp>
            <p:nvSpPr>
              <p:cNvPr descr="38ba75c1-5dc2-4502-bd01-2692ae00bdd8" id="13" name="Bullet2">
                <a:extLst>
                  <a:ext uri="{FF2B5EF4-FFF2-40B4-BE49-F238E27FC236}">
                    <a16:creationId id="{B6F4865A-0B57-B22F-F74B-40585FBD8307}"/>
                  </a:ext>
                </a:extLst>
              </p:cNvPr>
              <p:cNvSpPr txBox="1"/>
              <p:nvPr/>
            </p:nvSpPr>
            <p:spPr>
              <a:xfrm flipV="false" flipH="false">
                <a:off x="3907377" y="1835402"/>
                <a:ext cx="2750139" cy="578163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越深舔越性感</a:t>
                </a:r>
              </a:p>
            </p:txBody>
          </p:sp>
          <p:sp>
            <p:nvSpPr>
              <p:cNvPr descr="843e4a4a-8205-4ab8-979b-5030c8671fe7" id="27" name="任意多边形: 形状 26">
                <a:extLst>
                  <a:ext uri="{FF2B5EF4-FFF2-40B4-BE49-F238E27FC236}">
                    <a16:creationId id="{5B67F570-C7EA-2CBF-C939-03C4CDF43776}"/>
                  </a:ext>
                </a:extLst>
              </p:cNvPr>
              <p:cNvSpPr/>
              <p:nvPr/>
            </p:nvSpPr>
            <p:spPr>
              <a:xfrm flipV="false" flipH="false">
                <a:off x="3540466" y="3207145"/>
                <a:ext cx="733822" cy="772295"/>
              </a:xfrm>
              <a:custGeom>
                <a:avLst/>
                <a:gdLst>
                  <a:gd fmla="*/ 379401 w 656865" name="connsiteX0"/>
                  <a:gd fmla="*/ 940 h 691303" name="connsiteY0"/>
                  <a:gd fmla="*/ 442321 w 656865" name="connsiteX1"/>
                  <a:gd fmla="*/ 54535 h 691303" name="connsiteY1"/>
                  <a:gd fmla="*/ 466586 w 656865" name="connsiteX2"/>
                  <a:gd fmla="*/ 171477 h 691303" name="connsiteY2"/>
                  <a:gd fmla="*/ 603760 w 656865" name="connsiteX3"/>
                  <a:gd fmla="*/ 194652 h 691303" name="connsiteY3"/>
                  <a:gd fmla="*/ 620643 w 656865" name="connsiteX4"/>
                  <a:gd fmla="*/ 329503 h 691303" name="connsiteY4"/>
                  <a:gd fmla="*/ 512057 w 656865" name="connsiteX5"/>
                  <a:gd fmla="*/ 390298 h 691303" name="connsiteY5"/>
                  <a:gd fmla="*/ 517238 w 656865" name="connsiteX6"/>
                  <a:gd fmla="*/ 401720 h 691303" name="connsiteY6"/>
                  <a:gd fmla="*/ 540111 w 656865" name="connsiteX7"/>
                  <a:gd fmla="*/ 467696 h 691303" name="connsiteY7"/>
                  <a:gd fmla="*/ 557685 w 656865" name="connsiteX8"/>
                  <a:gd fmla="*/ 535277 h 691303" name="connsiteY8"/>
                  <a:gd fmla="*/ 565156 w 656865" name="connsiteX9"/>
                  <a:gd fmla="*/ 580899 h 691303" name="connsiteY9"/>
                  <a:gd fmla="*/ 565845 w 656865" name="connsiteX10"/>
                  <a:gd fmla="*/ 582074 h 691303" name="connsiteY10"/>
                  <a:gd fmla="*/ 569105 w 656865" name="connsiteX11"/>
                  <a:gd fmla="*/ 609739 h 691303" name="connsiteY11"/>
                  <a:gd fmla="*/ 567228 w 656865" name="connsiteX12"/>
                  <a:gd fmla="*/ 616510 h 691303" name="connsiteY12"/>
                  <a:gd fmla="*/ 567390 w 656865" name="connsiteX13"/>
                  <a:gd fmla="*/ 632010 h 691303" name="connsiteY13"/>
                  <a:gd fmla="*/ 558347 w 656865" name="connsiteX14"/>
                  <a:gd fmla="*/ 649468 h 691303" name="connsiteY14"/>
                  <a:gd fmla="*/ 553883 w 656865" name="connsiteX15"/>
                  <a:gd fmla="*/ 647001 h 691303" name="connsiteY15"/>
                  <a:gd fmla="*/ 546518 w 656865" name="connsiteX16"/>
                  <a:gd fmla="*/ 657412 h 691303" name="connsiteY16"/>
                  <a:gd fmla="*/ 446538 w 656865" name="connsiteX17"/>
                  <a:gd fmla="*/ 657151 h 691303" name="connsiteY17"/>
                  <a:gd fmla="*/ 312529 w 656865" name="connsiteX18"/>
                  <a:gd fmla="*/ 523352 h 691303" name="connsiteY18"/>
                  <a:gd fmla="*/ 301609 w 656865" name="connsiteX19"/>
                  <a:gd fmla="*/ 531885 h 691303" name="connsiteY19"/>
                  <a:gd fmla="*/ 296418 w 656865" name="connsiteX20"/>
                  <a:gd fmla="*/ 538465 h 691303" name="connsiteY20"/>
                  <a:gd fmla="*/ 248313 w 656865" name="connsiteX21"/>
                  <a:gd fmla="*/ 589081 h 691303" name="connsiteY21"/>
                  <a:gd fmla="*/ 95213 w 656865" name="connsiteX22"/>
                  <a:gd fmla="*/ 688749 h 691303" name="connsiteY22"/>
                  <a:gd fmla="*/ 95376 w 656865" name="connsiteX23"/>
                  <a:gd fmla="*/ 682830 h 691303" name="connsiteY23"/>
                  <a:gd fmla="*/ 73795 w 656865" name="connsiteX24"/>
                  <a:gd fmla="*/ 680721 h 691303" name="connsiteY24"/>
                  <a:gd fmla="*/ 37129 w 656865" name="connsiteX25"/>
                  <a:gd fmla="*/ 611846 h 691303" name="connsiteY25"/>
                  <a:gd fmla="*/ 56120 w 656865" name="connsiteX26"/>
                  <a:gd fmla="*/ 553901 h 691303" name="connsiteY26"/>
                  <a:gd fmla="*/ 65616 w 656865" name="connsiteX27"/>
                  <a:gd fmla="*/ 527565 h 691303" name="connsiteY27"/>
                  <a:gd fmla="*/ 131038 w 656865" name="connsiteX28"/>
                  <a:gd fmla="*/ 377966 h 691303" name="connsiteY28"/>
                  <a:gd fmla="*/ 35020 w 656865" name="connsiteX29"/>
                  <a:gd fmla="*/ 308433 h 691303" name="connsiteY29"/>
                  <a:gd fmla="*/ 71946 w 656865" name="connsiteX30"/>
                  <a:gd fmla="*/ 170421 h 691303" name="connsiteY30"/>
                  <a:gd fmla="*/ 241833 w 656865" name="connsiteX31"/>
                  <a:gd fmla="*/ 166208 h 691303" name="connsiteY31"/>
                  <a:gd fmla="*/ 306199 w 656865" name="connsiteX32"/>
                  <a:gd fmla="*/ 36626 h 691303" name="connsiteY32"/>
                  <a:gd fmla="*/ 379401 w 656865" name="connsiteX33"/>
                  <a:gd fmla="*/ 940 h 691303" name="connsiteY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b="b" l="l" r="r" t="t"/>
                <a:pathLst>
                  <a:path h="691303" w="656865">
                    <a:moveTo>
                      <a:pt x="379401" y="940"/>
                    </a:moveTo>
                    <a:cubicBezTo>
                      <a:pt x="408290" y="5286"/>
                      <a:pt x="435460" y="24508"/>
                      <a:pt x="442321" y="54535"/>
                    </a:cubicBezTo>
                    <a:cubicBezTo>
                      <a:pt x="450760" y="93514"/>
                      <a:pt x="459199" y="132498"/>
                      <a:pt x="466586" y="171477"/>
                    </a:cubicBezTo>
                    <a:cubicBezTo>
                      <a:pt x="511960" y="175690"/>
                      <a:pt x="558386" y="183065"/>
                      <a:pt x="603760" y="194652"/>
                    </a:cubicBezTo>
                    <a:cubicBezTo>
                      <a:pt x="663904" y="209400"/>
                      <a:pt x="677621" y="300007"/>
                      <a:pt x="620643" y="329503"/>
                    </a:cubicBezTo>
                    <a:lnTo>
                      <a:pt x="512057" y="390298"/>
                    </a:lnTo>
                    <a:lnTo>
                      <a:pt x="517238" y="401720"/>
                    </a:lnTo>
                    <a:cubicBezTo>
                      <a:pt x="525160" y="421729"/>
                      <a:pt x="532938" y="444009"/>
                      <a:pt x="540111" y="467696"/>
                    </a:cubicBezTo>
                    <a:cubicBezTo>
                      <a:pt x="547285" y="491384"/>
                      <a:pt x="553175" y="514235"/>
                      <a:pt x="557685" y="535277"/>
                    </a:cubicBezTo>
                    <a:lnTo>
                      <a:pt x="565156" y="580899"/>
                    </a:lnTo>
                    <a:lnTo>
                      <a:pt x="565845" y="582074"/>
                    </a:lnTo>
                    <a:cubicBezTo>
                      <a:pt x="568916" y="591334"/>
                      <a:pt x="569880" y="600685"/>
                      <a:pt x="569105" y="609739"/>
                    </a:cubicBezTo>
                    <a:lnTo>
                      <a:pt x="567228" y="616510"/>
                    </a:lnTo>
                    <a:lnTo>
                      <a:pt x="567390" y="632010"/>
                    </a:lnTo>
                    <a:cubicBezTo>
                      <a:pt x="565984" y="641914"/>
                      <a:pt x="563003" y="648057"/>
                      <a:pt x="558347" y="649468"/>
                    </a:cubicBezTo>
                    <a:lnTo>
                      <a:pt x="553883" y="647001"/>
                    </a:lnTo>
                    <a:lnTo>
                      <a:pt x="546518" y="657412"/>
                    </a:lnTo>
                    <a:cubicBezTo>
                      <a:pt x="521458" y="682698"/>
                      <a:pt x="480306" y="690863"/>
                      <a:pt x="446538" y="657151"/>
                    </a:cubicBezTo>
                    <a:cubicBezTo>
                      <a:pt x="404334" y="609741"/>
                      <a:pt x="358960" y="565492"/>
                      <a:pt x="312529" y="523352"/>
                    </a:cubicBezTo>
                    <a:lnTo>
                      <a:pt x="301609" y="531885"/>
                    </a:lnTo>
                    <a:lnTo>
                      <a:pt x="296418" y="538465"/>
                    </a:lnTo>
                    <a:cubicBezTo>
                      <a:pt x="282282" y="554691"/>
                      <a:pt x="266061" y="571831"/>
                      <a:pt x="248313" y="589081"/>
                    </a:cubicBezTo>
                    <a:cubicBezTo>
                      <a:pt x="177320" y="658080"/>
                      <a:pt x="108775" y="702703"/>
                      <a:pt x="95213" y="688749"/>
                    </a:cubicBezTo>
                    <a:lnTo>
                      <a:pt x="95376" y="682830"/>
                    </a:lnTo>
                    <a:lnTo>
                      <a:pt x="73795" y="680721"/>
                    </a:lnTo>
                    <a:cubicBezTo>
                      <a:pt x="48207" y="669527"/>
                      <a:pt x="28159" y="642925"/>
                      <a:pt x="37129" y="611846"/>
                    </a:cubicBezTo>
                    <a:cubicBezTo>
                      <a:pt x="42407" y="591832"/>
                      <a:pt x="49790" y="572866"/>
                      <a:pt x="56120" y="553901"/>
                    </a:cubicBezTo>
                    <a:cubicBezTo>
                      <a:pt x="57177" y="545474"/>
                      <a:pt x="60342" y="535996"/>
                      <a:pt x="65616" y="527565"/>
                    </a:cubicBezTo>
                    <a:cubicBezTo>
                      <a:pt x="84611" y="476999"/>
                      <a:pt x="106768" y="427484"/>
                      <a:pt x="131038" y="377966"/>
                    </a:cubicBezTo>
                    <a:cubicBezTo>
                      <a:pt x="99381" y="354791"/>
                      <a:pt x="66672" y="331608"/>
                      <a:pt x="35020" y="308433"/>
                    </a:cubicBezTo>
                    <a:cubicBezTo>
                      <a:pt x="-24076" y="267345"/>
                      <a:pt x="-6137" y="170421"/>
                      <a:pt x="71946" y="170421"/>
                    </a:cubicBezTo>
                    <a:cubicBezTo>
                      <a:pt x="128929" y="169369"/>
                      <a:pt x="184851" y="167260"/>
                      <a:pt x="241833" y="166208"/>
                    </a:cubicBezTo>
                    <a:cubicBezTo>
                      <a:pt x="263990" y="123011"/>
                      <a:pt x="286151" y="80871"/>
                      <a:pt x="306199" y="36626"/>
                    </a:cubicBezTo>
                    <a:cubicBezTo>
                      <a:pt x="319916" y="7125"/>
                      <a:pt x="350521" y="-3406"/>
                      <a:pt x="379401" y="9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square">
                <a:noAutofit/>
              </a:bodyPr>
              <a:lstStyle/>
              <a:p>
                <a:pPr algn="ctr"/>
              </a:p>
            </p:txBody>
          </p:sp>
          <p:sp>
            <p:nvSpPr>
              <p:cNvPr descr="ad651110-5277-4b27-bbcc-4115abc19813" id="31" name="Number2">
                <a:extLst>
                  <a:ext uri="{FF2B5EF4-FFF2-40B4-BE49-F238E27FC236}">
                    <a16:creationId id="{690D72E8-A1C8-176B-A178-B4BCBF83AFAC}"/>
                  </a:ext>
                </a:extLst>
              </p:cNvPr>
              <p:cNvSpPr/>
              <p:nvPr/>
            </p:nvSpPr>
            <p:spPr>
              <a:xfrm flipV="false" flipH="false">
                <a:off x="3631551" y="3326236"/>
                <a:ext cx="523765" cy="4849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02</a:t>
                </a:r>
              </a:p>
            </p:txBody>
          </p:sp>
        </p:grpSp>
        <p:grpSp>
          <p:nvGrpSpPr>
            <p:cNvPr descr="f35e11a7-f343-481e-9b01-afaea3f4ff1e" id="37" name="组合 36">
              <a:extLst>
                <a:ext uri="{FF2B5EF4-FFF2-40B4-BE49-F238E27FC236}">
                  <a16:creationId id="{0BB0B915-BC73-3639-5D15-734A5956DF51}"/>
                </a:ext>
              </a:extLst>
            </p:cNvPr>
            <p:cNvGrpSpPr/>
            <p:nvPr/>
          </p:nvGrpSpPr>
          <p:grpSpPr>
            <a:xfrm>
              <a:off x="7411381" y="3565702"/>
              <a:ext cx="2789131" cy="2198403"/>
              <a:chOff x="5805864" y="3496054"/>
              <a:chExt cx="2789131" cy="2198403"/>
            </a:xfrm>
          </p:grpSpPr>
          <p:sp>
            <p:nvSpPr>
              <p:cNvPr descr="24073914-5ba7-400c-8f9d-13db418cb836" id="10" name="Text3">
                <a:extLst>
                  <a:ext uri="{FF2B5EF4-FFF2-40B4-BE49-F238E27FC236}">
                    <a16:creationId id="{87C672D9-F56D-5B0C-92D4-8BDC9DDFA5C2}"/>
                  </a:ext>
                </a:extLst>
              </p:cNvPr>
              <p:cNvSpPr txBox="1"/>
              <p:nvPr/>
            </p:nvSpPr>
            <p:spPr>
              <a:xfrm flipV="false" flipH="false">
                <a:off x="5844853" y="4773209"/>
                <a:ext cx="2750142" cy="921248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脚气真菌可传播至喉咙和肠胃，应避免病变部位舔舐。</a:t>
                </a:r>
              </a:p>
            </p:txBody>
          </p:sp>
          <p:sp>
            <p:nvSpPr>
              <p:cNvPr descr="6939135a-65b9-4c88-9dd0-3f6fd3c184ca" id="11" name="Bullet3">
                <a:extLst>
                  <a:ext uri="{FF2B5EF4-FFF2-40B4-BE49-F238E27FC236}">
                    <a16:creationId id="{6499D299-7586-9308-4F7D-360BA1EA1B34}"/>
                  </a:ext>
                </a:extLst>
              </p:cNvPr>
              <p:cNvSpPr txBox="1"/>
              <p:nvPr/>
            </p:nvSpPr>
            <p:spPr>
              <a:xfrm flipV="false" flipH="false">
                <a:off x="5844853" y="4195044"/>
                <a:ext cx="2750139" cy="578163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有脚气照舔不误</a:t>
                </a:r>
              </a:p>
            </p:txBody>
          </p:sp>
          <p:sp>
            <p:nvSpPr>
              <p:cNvPr descr="19f3ffc9-9fe0-48f0-8259-982a1e256832" id="28" name="任意多边形: 形状 27">
                <a:extLst>
                  <a:ext uri="{FF2B5EF4-FFF2-40B4-BE49-F238E27FC236}">
                    <a16:creationId id="{B6DFB4E3-1C7E-7620-CC15-BC25FFDF15FD}"/>
                  </a:ext>
                </a:extLst>
              </p:cNvPr>
              <p:cNvSpPr/>
              <p:nvPr/>
            </p:nvSpPr>
            <p:spPr>
              <a:xfrm flipV="false" flipH="false">
                <a:off x="5805864" y="3496054"/>
                <a:ext cx="733822" cy="772295"/>
              </a:xfrm>
              <a:custGeom>
                <a:avLst/>
                <a:gdLst>
                  <a:gd fmla="*/ 379401 w 656865" name="connsiteX0"/>
                  <a:gd fmla="*/ 940 h 691303" name="connsiteY0"/>
                  <a:gd fmla="*/ 442321 w 656865" name="connsiteX1"/>
                  <a:gd fmla="*/ 54535 h 691303" name="connsiteY1"/>
                  <a:gd fmla="*/ 466586 w 656865" name="connsiteX2"/>
                  <a:gd fmla="*/ 171477 h 691303" name="connsiteY2"/>
                  <a:gd fmla="*/ 603760 w 656865" name="connsiteX3"/>
                  <a:gd fmla="*/ 194652 h 691303" name="connsiteY3"/>
                  <a:gd fmla="*/ 620643 w 656865" name="connsiteX4"/>
                  <a:gd fmla="*/ 329503 h 691303" name="connsiteY4"/>
                  <a:gd fmla="*/ 512057 w 656865" name="connsiteX5"/>
                  <a:gd fmla="*/ 390298 h 691303" name="connsiteY5"/>
                  <a:gd fmla="*/ 517238 w 656865" name="connsiteX6"/>
                  <a:gd fmla="*/ 401720 h 691303" name="connsiteY6"/>
                  <a:gd fmla="*/ 540111 w 656865" name="connsiteX7"/>
                  <a:gd fmla="*/ 467696 h 691303" name="connsiteY7"/>
                  <a:gd fmla="*/ 557685 w 656865" name="connsiteX8"/>
                  <a:gd fmla="*/ 535277 h 691303" name="connsiteY8"/>
                  <a:gd fmla="*/ 565156 w 656865" name="connsiteX9"/>
                  <a:gd fmla="*/ 580899 h 691303" name="connsiteY9"/>
                  <a:gd fmla="*/ 565845 w 656865" name="connsiteX10"/>
                  <a:gd fmla="*/ 582074 h 691303" name="connsiteY10"/>
                  <a:gd fmla="*/ 569105 w 656865" name="connsiteX11"/>
                  <a:gd fmla="*/ 609739 h 691303" name="connsiteY11"/>
                  <a:gd fmla="*/ 567228 w 656865" name="connsiteX12"/>
                  <a:gd fmla="*/ 616510 h 691303" name="connsiteY12"/>
                  <a:gd fmla="*/ 567390 w 656865" name="connsiteX13"/>
                  <a:gd fmla="*/ 632010 h 691303" name="connsiteY13"/>
                  <a:gd fmla="*/ 558347 w 656865" name="connsiteX14"/>
                  <a:gd fmla="*/ 649468 h 691303" name="connsiteY14"/>
                  <a:gd fmla="*/ 553883 w 656865" name="connsiteX15"/>
                  <a:gd fmla="*/ 647001 h 691303" name="connsiteY15"/>
                  <a:gd fmla="*/ 546518 w 656865" name="connsiteX16"/>
                  <a:gd fmla="*/ 657412 h 691303" name="connsiteY16"/>
                  <a:gd fmla="*/ 446538 w 656865" name="connsiteX17"/>
                  <a:gd fmla="*/ 657151 h 691303" name="connsiteY17"/>
                  <a:gd fmla="*/ 312529 w 656865" name="connsiteX18"/>
                  <a:gd fmla="*/ 523352 h 691303" name="connsiteY18"/>
                  <a:gd fmla="*/ 301609 w 656865" name="connsiteX19"/>
                  <a:gd fmla="*/ 531885 h 691303" name="connsiteY19"/>
                  <a:gd fmla="*/ 296418 w 656865" name="connsiteX20"/>
                  <a:gd fmla="*/ 538465 h 691303" name="connsiteY20"/>
                  <a:gd fmla="*/ 248313 w 656865" name="connsiteX21"/>
                  <a:gd fmla="*/ 589081 h 691303" name="connsiteY21"/>
                  <a:gd fmla="*/ 95213 w 656865" name="connsiteX22"/>
                  <a:gd fmla="*/ 688749 h 691303" name="connsiteY22"/>
                  <a:gd fmla="*/ 95376 w 656865" name="connsiteX23"/>
                  <a:gd fmla="*/ 682830 h 691303" name="connsiteY23"/>
                  <a:gd fmla="*/ 73795 w 656865" name="connsiteX24"/>
                  <a:gd fmla="*/ 680721 h 691303" name="connsiteY24"/>
                  <a:gd fmla="*/ 37129 w 656865" name="connsiteX25"/>
                  <a:gd fmla="*/ 611846 h 691303" name="connsiteY25"/>
                  <a:gd fmla="*/ 56120 w 656865" name="connsiteX26"/>
                  <a:gd fmla="*/ 553901 h 691303" name="connsiteY26"/>
                  <a:gd fmla="*/ 65616 w 656865" name="connsiteX27"/>
                  <a:gd fmla="*/ 527565 h 691303" name="connsiteY27"/>
                  <a:gd fmla="*/ 131038 w 656865" name="connsiteX28"/>
                  <a:gd fmla="*/ 377966 h 691303" name="connsiteY28"/>
                  <a:gd fmla="*/ 35020 w 656865" name="connsiteX29"/>
                  <a:gd fmla="*/ 308433 h 691303" name="connsiteY29"/>
                  <a:gd fmla="*/ 71946 w 656865" name="connsiteX30"/>
                  <a:gd fmla="*/ 170421 h 691303" name="connsiteY30"/>
                  <a:gd fmla="*/ 241833 w 656865" name="connsiteX31"/>
                  <a:gd fmla="*/ 166208 h 691303" name="connsiteY31"/>
                  <a:gd fmla="*/ 306199 w 656865" name="connsiteX32"/>
                  <a:gd fmla="*/ 36626 h 691303" name="connsiteY32"/>
                  <a:gd fmla="*/ 379401 w 656865" name="connsiteX33"/>
                  <a:gd fmla="*/ 940 h 691303" name="connsiteY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b="b" l="l" r="r" t="t"/>
                <a:pathLst>
                  <a:path h="691303" w="656865">
                    <a:moveTo>
                      <a:pt x="379401" y="940"/>
                    </a:moveTo>
                    <a:cubicBezTo>
                      <a:pt x="408290" y="5286"/>
                      <a:pt x="435460" y="24508"/>
                      <a:pt x="442321" y="54535"/>
                    </a:cubicBezTo>
                    <a:cubicBezTo>
                      <a:pt x="450760" y="93514"/>
                      <a:pt x="459199" y="132498"/>
                      <a:pt x="466586" y="171477"/>
                    </a:cubicBezTo>
                    <a:cubicBezTo>
                      <a:pt x="511960" y="175690"/>
                      <a:pt x="558386" y="183065"/>
                      <a:pt x="603760" y="194652"/>
                    </a:cubicBezTo>
                    <a:cubicBezTo>
                      <a:pt x="663904" y="209400"/>
                      <a:pt x="677621" y="300007"/>
                      <a:pt x="620643" y="329503"/>
                    </a:cubicBezTo>
                    <a:lnTo>
                      <a:pt x="512057" y="390298"/>
                    </a:lnTo>
                    <a:lnTo>
                      <a:pt x="517238" y="401720"/>
                    </a:lnTo>
                    <a:cubicBezTo>
                      <a:pt x="525160" y="421729"/>
                      <a:pt x="532938" y="444009"/>
                      <a:pt x="540111" y="467696"/>
                    </a:cubicBezTo>
                    <a:cubicBezTo>
                      <a:pt x="547285" y="491384"/>
                      <a:pt x="553175" y="514235"/>
                      <a:pt x="557685" y="535277"/>
                    </a:cubicBezTo>
                    <a:lnTo>
                      <a:pt x="565156" y="580899"/>
                    </a:lnTo>
                    <a:lnTo>
                      <a:pt x="565845" y="582074"/>
                    </a:lnTo>
                    <a:cubicBezTo>
                      <a:pt x="568916" y="591334"/>
                      <a:pt x="569880" y="600685"/>
                      <a:pt x="569105" y="609739"/>
                    </a:cubicBezTo>
                    <a:lnTo>
                      <a:pt x="567228" y="616510"/>
                    </a:lnTo>
                    <a:lnTo>
                      <a:pt x="567390" y="632010"/>
                    </a:lnTo>
                    <a:cubicBezTo>
                      <a:pt x="565984" y="641914"/>
                      <a:pt x="563003" y="648057"/>
                      <a:pt x="558347" y="649468"/>
                    </a:cubicBezTo>
                    <a:lnTo>
                      <a:pt x="553883" y="647001"/>
                    </a:lnTo>
                    <a:lnTo>
                      <a:pt x="546518" y="657412"/>
                    </a:lnTo>
                    <a:cubicBezTo>
                      <a:pt x="521458" y="682698"/>
                      <a:pt x="480306" y="690863"/>
                      <a:pt x="446538" y="657151"/>
                    </a:cubicBezTo>
                    <a:cubicBezTo>
                      <a:pt x="404334" y="609741"/>
                      <a:pt x="358960" y="565492"/>
                      <a:pt x="312529" y="523352"/>
                    </a:cubicBezTo>
                    <a:lnTo>
                      <a:pt x="301609" y="531885"/>
                    </a:lnTo>
                    <a:lnTo>
                      <a:pt x="296418" y="538465"/>
                    </a:lnTo>
                    <a:cubicBezTo>
                      <a:pt x="282282" y="554691"/>
                      <a:pt x="266061" y="571831"/>
                      <a:pt x="248313" y="589081"/>
                    </a:cubicBezTo>
                    <a:cubicBezTo>
                      <a:pt x="177320" y="658080"/>
                      <a:pt x="108775" y="702703"/>
                      <a:pt x="95213" y="688749"/>
                    </a:cubicBezTo>
                    <a:lnTo>
                      <a:pt x="95376" y="682830"/>
                    </a:lnTo>
                    <a:lnTo>
                      <a:pt x="73795" y="680721"/>
                    </a:lnTo>
                    <a:cubicBezTo>
                      <a:pt x="48207" y="669527"/>
                      <a:pt x="28159" y="642925"/>
                      <a:pt x="37129" y="611846"/>
                    </a:cubicBezTo>
                    <a:cubicBezTo>
                      <a:pt x="42407" y="591832"/>
                      <a:pt x="49790" y="572866"/>
                      <a:pt x="56120" y="553901"/>
                    </a:cubicBezTo>
                    <a:cubicBezTo>
                      <a:pt x="57177" y="545474"/>
                      <a:pt x="60342" y="535996"/>
                      <a:pt x="65616" y="527565"/>
                    </a:cubicBezTo>
                    <a:cubicBezTo>
                      <a:pt x="84611" y="476999"/>
                      <a:pt x="106768" y="427484"/>
                      <a:pt x="131038" y="377966"/>
                    </a:cubicBezTo>
                    <a:cubicBezTo>
                      <a:pt x="99381" y="354791"/>
                      <a:pt x="66672" y="331608"/>
                      <a:pt x="35020" y="308433"/>
                    </a:cubicBezTo>
                    <a:cubicBezTo>
                      <a:pt x="-24076" y="267345"/>
                      <a:pt x="-6137" y="170421"/>
                      <a:pt x="71946" y="170421"/>
                    </a:cubicBezTo>
                    <a:cubicBezTo>
                      <a:pt x="128929" y="169369"/>
                      <a:pt x="184851" y="167260"/>
                      <a:pt x="241833" y="166208"/>
                    </a:cubicBezTo>
                    <a:cubicBezTo>
                      <a:pt x="263990" y="123011"/>
                      <a:pt x="286151" y="80871"/>
                      <a:pt x="306199" y="36626"/>
                    </a:cubicBezTo>
                    <a:cubicBezTo>
                      <a:pt x="319916" y="7125"/>
                      <a:pt x="350521" y="-3406"/>
                      <a:pt x="379401" y="94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square">
                <a:noAutofit/>
              </a:bodyPr>
              <a:lstStyle/>
              <a:p>
                <a:pPr algn="ctr"/>
              </a:p>
            </p:txBody>
          </p:sp>
          <p:sp>
            <p:nvSpPr>
              <p:cNvPr descr="3b92236d-89db-46ad-b485-8f0c3f044496" id="33" name="Number3">
                <a:extLst>
                  <a:ext uri="{FF2B5EF4-FFF2-40B4-BE49-F238E27FC236}">
                    <a16:creationId id="{8EADA117-E377-A825-C2AE-7013EF33DAF8}"/>
                  </a:ext>
                </a:extLst>
              </p:cNvPr>
              <p:cNvSpPr/>
              <p:nvPr/>
            </p:nvSpPr>
            <p:spPr>
              <a:xfrm flipV="false" flipH="false">
                <a:off x="5910892" y="3619909"/>
                <a:ext cx="523765" cy="4849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03</a:t>
                </a:r>
              </a:p>
            </p:txBody>
          </p:sp>
        </p:grpSp>
        <p:sp>
          <p:nvSpPr>
            <p:cNvPr descr="29411a5c-6555-400a-92fc-c849dd9af6f4" id="39" name="paint-splash_65654">
              <a:extLst>
                <a:ext uri="{FF2B5EF4-FFF2-40B4-BE49-F238E27FC236}">
                  <a16:creationId id="{C5AC2AFB-FCE0-B0EB-8886-48D0D22D8BA6}"/>
                </a:ext>
              </a:extLst>
            </p:cNvPr>
            <p:cNvSpPr/>
            <p:nvPr/>
          </p:nvSpPr>
          <p:spPr>
            <a:xfrm flipV="false" flipH="false">
              <a:off x="10124468" y="3529097"/>
              <a:ext cx="915408" cy="924241"/>
            </a:xfrm>
            <a:custGeom>
              <a:avLst/>
              <a:gdLst>
                <a:gd fmla="*/ 5545 w 5635" name="T0"/>
                <a:gd fmla="*/ 1959 h 5698" name="T1"/>
                <a:gd fmla="*/ 4627 w 5635" name="T2"/>
                <a:gd fmla="*/ 1769 h 5698" name="T3"/>
                <a:gd fmla="*/ 3854 w 5635" name="T4"/>
                <a:gd fmla="*/ 2463 h 5698" name="T5"/>
                <a:gd fmla="*/ 4288 w 5635" name="T6"/>
                <a:gd fmla="*/ 1701 h 5698" name="T7"/>
                <a:gd fmla="*/ 3618 w 5635" name="T8"/>
                <a:gd fmla="*/ 1862 h 5698" name="T9"/>
                <a:gd fmla="*/ 2953 w 5635" name="T10"/>
                <a:gd fmla="*/ 1830 h 5698" name="T11"/>
                <a:gd fmla="*/ 3448 w 5635" name="T12"/>
                <a:gd fmla="*/ 811 h 5698" name="T13"/>
                <a:gd fmla="*/ 2390 w 5635" name="T14"/>
                <a:gd fmla="*/ 677 h 5698" name="T15"/>
                <a:gd fmla="*/ 2517 w 5635" name="T16"/>
                <a:gd fmla="*/ 1792 h 5698" name="T17"/>
                <a:gd fmla="*/ 1936 w 5635" name="T18"/>
                <a:gd fmla="*/ 1910 h 5698" name="T19"/>
                <a:gd fmla="*/ 1200 w 5635" name="T20"/>
                <a:gd fmla="*/ 1849 h 5698" name="T21"/>
                <a:gd fmla="*/ 1541 w 5635" name="T22"/>
                <a:gd fmla="*/ 2618 h 5698" name="T23"/>
                <a:gd fmla="*/ 621 w 5635" name="T24"/>
                <a:gd fmla="*/ 2355 h 5698" name="T25"/>
                <a:gd fmla="*/ 590 w 5635" name="T26"/>
                <a:gd fmla="*/ 3544 h 5698" name="T27"/>
                <a:gd fmla="*/ 1918 w 5635" name="T28"/>
                <a:gd fmla="*/ 3583 h 5698" name="T29"/>
                <a:gd fmla="*/ 1152 w 5635" name="T30"/>
                <a:gd fmla="*/ 4183 h 5698" name="T31"/>
                <a:gd fmla="*/ 2120 w 5635" name="T32"/>
                <a:gd fmla="*/ 4713 h 5698" name="T33"/>
                <a:gd fmla="*/ 2427 w 5635" name="T34"/>
                <a:gd fmla="*/ 4154 h 5698" name="T35"/>
                <a:gd fmla="*/ 2757 w 5635" name="T36"/>
                <a:gd fmla="*/ 4971 h 5698" name="T37"/>
                <a:gd fmla="*/ 3128 w 5635" name="T38"/>
                <a:gd fmla="*/ 4219 h 5698" name="T39"/>
                <a:gd fmla="*/ 3308 w 5635" name="T40"/>
                <a:gd fmla="*/ 5112 h 5698" name="T41"/>
                <a:gd fmla="*/ 4091 w 5635" name="T42"/>
                <a:gd fmla="*/ 4498 h 5698" name="T43"/>
                <a:gd fmla="*/ 4775 w 5635" name="T44"/>
                <a:gd fmla="*/ 3746 h 5698" name="T45"/>
                <a:gd fmla="*/ 4308 w 5635" name="T46"/>
                <a:gd fmla="*/ 3356 h 5698" name="T47"/>
                <a:gd fmla="*/ 4777 w 5635" name="T48"/>
                <a:gd fmla="*/ 2720 h 5698" name="T49"/>
                <a:gd fmla="*/ 5546 w 5635" name="T50"/>
                <a:gd fmla="*/ 1959 h 5698" name="T51"/>
                <a:gd fmla="*/ 398 w 5635" name="T52"/>
                <a:gd fmla="*/ 2689 h 5698" name="T53"/>
                <a:gd fmla="*/ 832 w 5635" name="T54"/>
                <a:gd fmla="*/ 2662 h 5698" name="T55"/>
                <a:gd fmla="*/ 1625 w 5635" name="T56"/>
                <a:gd fmla="*/ 1745 h 5698" name="T57"/>
                <a:gd fmla="*/ 1617 w 5635" name="T58"/>
                <a:gd fmla="*/ 1613 h 5698" name="T59"/>
                <a:gd fmla="*/ 1625 w 5635" name="T60"/>
                <a:gd fmla="*/ 1745 h 5698" name="T61"/>
                <a:gd fmla="*/ 1351 w 5635" name="T62"/>
                <a:gd fmla="*/ 4458 h 5698" name="T63"/>
                <a:gd fmla="*/ 1587 w 5635" name="T64"/>
                <a:gd fmla="*/ 4384 h 5698" name="T65"/>
                <a:gd fmla="*/ 2885 w 5635" name="T66"/>
                <a:gd fmla="*/ 440 h 5698" name="T67"/>
                <a:gd fmla="*/ 2885 w 5635" name="T68"/>
                <a:gd fmla="*/ 192 h 5698" name="T69"/>
                <a:gd fmla="*/ 2885 w 5635" name="T70"/>
                <a:gd fmla="*/ 440 h 5698" name="T71"/>
                <a:gd fmla="*/ 3756 w 5635" name="T72"/>
                <a:gd fmla="*/ 5234 h 5698" name="T73"/>
                <a:gd fmla="*/ 3609 w 5635" name="T74"/>
                <a:gd fmla="*/ 4765 h 5698" name="T75"/>
                <a:gd fmla="*/ 5009 w 5635" name="T76"/>
                <a:gd fmla="*/ 1971 h 5698" name="T77"/>
                <a:gd fmla="*/ 4993 w 5635" name="T78"/>
                <a:gd fmla="*/ 1724 h 5698" name="T79"/>
                <a:gd fmla="*/ 5009 w 5635" name="T80"/>
                <a:gd fmla="*/ 1971 h 5698" name="T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b="b" l="0" r="r" t="0"/>
              <a:pathLst>
                <a:path h="5698" w="5635">
                  <a:moveTo>
                    <a:pt x="5546" y="1959"/>
                  </a:moveTo>
                  <a:cubicBezTo>
                    <a:pt x="5559" y="1992"/>
                    <a:pt x="5568" y="2013"/>
                    <a:pt x="5545" y="1959"/>
                  </a:cubicBezTo>
                  <a:cubicBezTo>
                    <a:pt x="5493" y="1833"/>
                    <a:pt x="5524" y="1908"/>
                    <a:pt x="5545" y="1958"/>
                  </a:cubicBezTo>
                  <a:cubicBezTo>
                    <a:pt x="5398" y="1607"/>
                    <a:pt x="4897" y="1462"/>
                    <a:pt x="4627" y="1769"/>
                  </a:cubicBezTo>
                  <a:cubicBezTo>
                    <a:pt x="4514" y="1897"/>
                    <a:pt x="4475" y="2064"/>
                    <a:pt x="4403" y="2214"/>
                  </a:cubicBezTo>
                  <a:cubicBezTo>
                    <a:pt x="4319" y="2391"/>
                    <a:pt x="4051" y="2563"/>
                    <a:pt x="3854" y="2463"/>
                  </a:cubicBezTo>
                  <a:cubicBezTo>
                    <a:pt x="3983" y="2371"/>
                    <a:pt x="4109" y="2309"/>
                    <a:pt x="4208" y="2177"/>
                  </a:cubicBezTo>
                  <a:cubicBezTo>
                    <a:pt x="4304" y="2048"/>
                    <a:pt x="4381" y="1852"/>
                    <a:pt x="4288" y="1701"/>
                  </a:cubicBezTo>
                  <a:cubicBezTo>
                    <a:pt x="4210" y="1573"/>
                    <a:pt x="4032" y="1508"/>
                    <a:pt x="3888" y="1540"/>
                  </a:cubicBezTo>
                  <a:cubicBezTo>
                    <a:pt x="3722" y="1577"/>
                    <a:pt x="3663" y="1715"/>
                    <a:pt x="3618" y="1862"/>
                  </a:cubicBezTo>
                  <a:cubicBezTo>
                    <a:pt x="3564" y="2038"/>
                    <a:pt x="3505" y="2126"/>
                    <a:pt x="3308" y="2097"/>
                  </a:cubicBezTo>
                  <a:cubicBezTo>
                    <a:pt x="3176" y="2077"/>
                    <a:pt x="2942" y="1997"/>
                    <a:pt x="2953" y="1830"/>
                  </a:cubicBezTo>
                  <a:cubicBezTo>
                    <a:pt x="2964" y="1656"/>
                    <a:pt x="3088" y="1488"/>
                    <a:pt x="3178" y="1345"/>
                  </a:cubicBezTo>
                  <a:cubicBezTo>
                    <a:pt x="3285" y="1174"/>
                    <a:pt x="3408" y="1014"/>
                    <a:pt x="3448" y="811"/>
                  </a:cubicBezTo>
                  <a:cubicBezTo>
                    <a:pt x="3520" y="446"/>
                    <a:pt x="3341" y="101"/>
                    <a:pt x="2951" y="50"/>
                  </a:cubicBezTo>
                  <a:cubicBezTo>
                    <a:pt x="2568" y="0"/>
                    <a:pt x="2348" y="321"/>
                    <a:pt x="2390" y="677"/>
                  </a:cubicBezTo>
                  <a:cubicBezTo>
                    <a:pt x="2410" y="852"/>
                    <a:pt x="2504" y="995"/>
                    <a:pt x="2545" y="1162"/>
                  </a:cubicBezTo>
                  <a:cubicBezTo>
                    <a:pt x="2597" y="1370"/>
                    <a:pt x="2564" y="1587"/>
                    <a:pt x="2517" y="1792"/>
                  </a:cubicBezTo>
                  <a:cubicBezTo>
                    <a:pt x="2482" y="1944"/>
                    <a:pt x="2379" y="2108"/>
                    <a:pt x="2219" y="2156"/>
                  </a:cubicBezTo>
                  <a:cubicBezTo>
                    <a:pt x="2044" y="2208"/>
                    <a:pt x="1957" y="2054"/>
                    <a:pt x="1936" y="1910"/>
                  </a:cubicBezTo>
                  <a:cubicBezTo>
                    <a:pt x="1901" y="1681"/>
                    <a:pt x="1795" y="1462"/>
                    <a:pt x="1527" y="1526"/>
                  </a:cubicBezTo>
                  <a:cubicBezTo>
                    <a:pt x="1364" y="1564"/>
                    <a:pt x="1243" y="1688"/>
                    <a:pt x="1200" y="1849"/>
                  </a:cubicBezTo>
                  <a:cubicBezTo>
                    <a:pt x="1152" y="2029"/>
                    <a:pt x="1239" y="2175"/>
                    <a:pt x="1350" y="2310"/>
                  </a:cubicBezTo>
                  <a:cubicBezTo>
                    <a:pt x="1406" y="2379"/>
                    <a:pt x="1556" y="2516"/>
                    <a:pt x="1541" y="2618"/>
                  </a:cubicBezTo>
                  <a:cubicBezTo>
                    <a:pt x="1514" y="2789"/>
                    <a:pt x="1175" y="2587"/>
                    <a:pt x="1120" y="2545"/>
                  </a:cubicBezTo>
                  <a:cubicBezTo>
                    <a:pt x="970" y="2432"/>
                    <a:pt x="819" y="2331"/>
                    <a:pt x="621" y="2355"/>
                  </a:cubicBezTo>
                  <a:cubicBezTo>
                    <a:pt x="437" y="2377"/>
                    <a:pt x="263" y="2511"/>
                    <a:pt x="180" y="2674"/>
                  </a:cubicBezTo>
                  <a:cubicBezTo>
                    <a:pt x="0" y="3026"/>
                    <a:pt x="262" y="3407"/>
                    <a:pt x="590" y="3544"/>
                  </a:cubicBezTo>
                  <a:cubicBezTo>
                    <a:pt x="957" y="3698"/>
                    <a:pt x="1283" y="3449"/>
                    <a:pt x="1655" y="3449"/>
                  </a:cubicBezTo>
                  <a:cubicBezTo>
                    <a:pt x="1728" y="3449"/>
                    <a:pt x="1956" y="3455"/>
                    <a:pt x="1918" y="3583"/>
                  </a:cubicBezTo>
                  <a:cubicBezTo>
                    <a:pt x="1867" y="3752"/>
                    <a:pt x="1678" y="3836"/>
                    <a:pt x="1528" y="3892"/>
                  </a:cubicBezTo>
                  <a:cubicBezTo>
                    <a:pt x="1372" y="3951"/>
                    <a:pt x="1224" y="4022"/>
                    <a:pt x="1152" y="4183"/>
                  </a:cubicBezTo>
                  <a:cubicBezTo>
                    <a:pt x="1080" y="4345"/>
                    <a:pt x="1132" y="4530"/>
                    <a:pt x="1249" y="4656"/>
                  </a:cubicBezTo>
                  <a:cubicBezTo>
                    <a:pt x="1476" y="4898"/>
                    <a:pt x="1878" y="4978"/>
                    <a:pt x="2120" y="4713"/>
                  </a:cubicBezTo>
                  <a:cubicBezTo>
                    <a:pt x="2229" y="4595"/>
                    <a:pt x="2273" y="4444"/>
                    <a:pt x="2321" y="4295"/>
                  </a:cubicBezTo>
                  <a:cubicBezTo>
                    <a:pt x="2334" y="4256"/>
                    <a:pt x="2362" y="4127"/>
                    <a:pt x="2427" y="4154"/>
                  </a:cubicBezTo>
                  <a:cubicBezTo>
                    <a:pt x="2526" y="4196"/>
                    <a:pt x="2444" y="4320"/>
                    <a:pt x="2408" y="4374"/>
                  </a:cubicBezTo>
                  <a:cubicBezTo>
                    <a:pt x="2215" y="4660"/>
                    <a:pt x="2372" y="5062"/>
                    <a:pt x="2757" y="4971"/>
                  </a:cubicBezTo>
                  <a:cubicBezTo>
                    <a:pt x="2891" y="4939"/>
                    <a:pt x="2989" y="4839"/>
                    <a:pt x="3008" y="4701"/>
                  </a:cubicBezTo>
                  <a:cubicBezTo>
                    <a:pt x="3031" y="4535"/>
                    <a:pt x="2935" y="4317"/>
                    <a:pt x="3128" y="4219"/>
                  </a:cubicBezTo>
                  <a:cubicBezTo>
                    <a:pt x="3284" y="4140"/>
                    <a:pt x="3261" y="4464"/>
                    <a:pt x="3255" y="4539"/>
                  </a:cubicBezTo>
                  <a:cubicBezTo>
                    <a:pt x="3240" y="4732"/>
                    <a:pt x="3248" y="4927"/>
                    <a:pt x="3308" y="5112"/>
                  </a:cubicBezTo>
                  <a:cubicBezTo>
                    <a:pt x="3422" y="5462"/>
                    <a:pt x="3818" y="5698"/>
                    <a:pt x="4130" y="5409"/>
                  </a:cubicBezTo>
                  <a:cubicBezTo>
                    <a:pt x="4404" y="5154"/>
                    <a:pt x="4381" y="4726"/>
                    <a:pt x="4091" y="4498"/>
                  </a:cubicBezTo>
                  <a:cubicBezTo>
                    <a:pt x="3964" y="4399"/>
                    <a:pt x="3408" y="4168"/>
                    <a:pt x="3710" y="3966"/>
                  </a:cubicBezTo>
                  <a:cubicBezTo>
                    <a:pt x="4017" y="3759"/>
                    <a:pt x="4634" y="4247"/>
                    <a:pt x="4775" y="3746"/>
                  </a:cubicBezTo>
                  <a:cubicBezTo>
                    <a:pt x="4816" y="3602"/>
                    <a:pt x="4745" y="3448"/>
                    <a:pt x="4611" y="3385"/>
                  </a:cubicBezTo>
                  <a:cubicBezTo>
                    <a:pt x="4517" y="3340"/>
                    <a:pt x="4409" y="3342"/>
                    <a:pt x="4308" y="3356"/>
                  </a:cubicBezTo>
                  <a:cubicBezTo>
                    <a:pt x="4252" y="3365"/>
                    <a:pt x="4114" y="3420"/>
                    <a:pt x="4086" y="3346"/>
                  </a:cubicBezTo>
                  <a:cubicBezTo>
                    <a:pt x="3967" y="3027"/>
                    <a:pt x="4537" y="2738"/>
                    <a:pt x="4777" y="2720"/>
                  </a:cubicBezTo>
                  <a:cubicBezTo>
                    <a:pt x="4999" y="2704"/>
                    <a:pt x="5218" y="2742"/>
                    <a:pt x="5402" y="2583"/>
                  </a:cubicBezTo>
                  <a:cubicBezTo>
                    <a:pt x="5581" y="2428"/>
                    <a:pt x="5635" y="2176"/>
                    <a:pt x="5546" y="1959"/>
                  </a:cubicBezTo>
                  <a:close/>
                  <a:moveTo>
                    <a:pt x="619" y="2733"/>
                  </a:moveTo>
                  <a:cubicBezTo>
                    <a:pt x="499" y="2740"/>
                    <a:pt x="404" y="2779"/>
                    <a:pt x="398" y="2689"/>
                  </a:cubicBezTo>
                  <a:cubicBezTo>
                    <a:pt x="392" y="2599"/>
                    <a:pt x="485" y="2521"/>
                    <a:pt x="605" y="2513"/>
                  </a:cubicBezTo>
                  <a:cubicBezTo>
                    <a:pt x="725" y="2506"/>
                    <a:pt x="827" y="2572"/>
                    <a:pt x="832" y="2662"/>
                  </a:cubicBezTo>
                  <a:cubicBezTo>
                    <a:pt x="838" y="2752"/>
                    <a:pt x="739" y="2725"/>
                    <a:pt x="619" y="2733"/>
                  </a:cubicBezTo>
                  <a:close/>
                  <a:moveTo>
                    <a:pt x="1625" y="1745"/>
                  </a:moveTo>
                  <a:cubicBezTo>
                    <a:pt x="1553" y="1749"/>
                    <a:pt x="1496" y="1772"/>
                    <a:pt x="1492" y="1718"/>
                  </a:cubicBezTo>
                  <a:cubicBezTo>
                    <a:pt x="1489" y="1665"/>
                    <a:pt x="1545" y="1617"/>
                    <a:pt x="1617" y="1613"/>
                  </a:cubicBezTo>
                  <a:cubicBezTo>
                    <a:pt x="1689" y="1608"/>
                    <a:pt x="1750" y="1648"/>
                    <a:pt x="1753" y="1702"/>
                  </a:cubicBezTo>
                  <a:cubicBezTo>
                    <a:pt x="1756" y="1756"/>
                    <a:pt x="1697" y="1740"/>
                    <a:pt x="1625" y="1745"/>
                  </a:cubicBezTo>
                  <a:close/>
                  <a:moveTo>
                    <a:pt x="1599" y="4638"/>
                  </a:moveTo>
                  <a:cubicBezTo>
                    <a:pt x="1502" y="4668"/>
                    <a:pt x="1391" y="4588"/>
                    <a:pt x="1351" y="4458"/>
                  </a:cubicBezTo>
                  <a:cubicBezTo>
                    <a:pt x="1310" y="4329"/>
                    <a:pt x="1356" y="4199"/>
                    <a:pt x="1453" y="4169"/>
                  </a:cubicBezTo>
                  <a:cubicBezTo>
                    <a:pt x="1549" y="4139"/>
                    <a:pt x="1547" y="4255"/>
                    <a:pt x="1587" y="4384"/>
                  </a:cubicBezTo>
                  <a:cubicBezTo>
                    <a:pt x="1628" y="4514"/>
                    <a:pt x="1696" y="4608"/>
                    <a:pt x="1599" y="4638"/>
                  </a:cubicBezTo>
                  <a:close/>
                  <a:moveTo>
                    <a:pt x="2885" y="440"/>
                  </a:moveTo>
                  <a:cubicBezTo>
                    <a:pt x="2749" y="440"/>
                    <a:pt x="2640" y="477"/>
                    <a:pt x="2640" y="376"/>
                  </a:cubicBezTo>
                  <a:cubicBezTo>
                    <a:pt x="2640" y="274"/>
                    <a:pt x="2749" y="192"/>
                    <a:pt x="2885" y="192"/>
                  </a:cubicBezTo>
                  <a:cubicBezTo>
                    <a:pt x="3020" y="192"/>
                    <a:pt x="3130" y="274"/>
                    <a:pt x="3130" y="376"/>
                  </a:cubicBezTo>
                  <a:cubicBezTo>
                    <a:pt x="3130" y="477"/>
                    <a:pt x="3020" y="440"/>
                    <a:pt x="2885" y="440"/>
                  </a:cubicBezTo>
                  <a:close/>
                  <a:moveTo>
                    <a:pt x="3744" y="4980"/>
                  </a:moveTo>
                  <a:cubicBezTo>
                    <a:pt x="3784" y="5110"/>
                    <a:pt x="3852" y="5204"/>
                    <a:pt x="3756" y="5234"/>
                  </a:cubicBezTo>
                  <a:cubicBezTo>
                    <a:pt x="3659" y="5264"/>
                    <a:pt x="3548" y="5184"/>
                    <a:pt x="3507" y="5054"/>
                  </a:cubicBezTo>
                  <a:cubicBezTo>
                    <a:pt x="3467" y="4925"/>
                    <a:pt x="3512" y="4796"/>
                    <a:pt x="3609" y="4765"/>
                  </a:cubicBezTo>
                  <a:cubicBezTo>
                    <a:pt x="3706" y="4735"/>
                    <a:pt x="3704" y="4851"/>
                    <a:pt x="3744" y="4980"/>
                  </a:cubicBezTo>
                  <a:close/>
                  <a:moveTo>
                    <a:pt x="5009" y="1971"/>
                  </a:moveTo>
                  <a:cubicBezTo>
                    <a:pt x="4873" y="1980"/>
                    <a:pt x="4766" y="2023"/>
                    <a:pt x="4760" y="1922"/>
                  </a:cubicBezTo>
                  <a:cubicBezTo>
                    <a:pt x="4754" y="1821"/>
                    <a:pt x="4858" y="1732"/>
                    <a:pt x="4993" y="1724"/>
                  </a:cubicBezTo>
                  <a:cubicBezTo>
                    <a:pt x="5129" y="1715"/>
                    <a:pt x="5243" y="1791"/>
                    <a:pt x="5250" y="1892"/>
                  </a:cubicBezTo>
                  <a:cubicBezTo>
                    <a:pt x="5256" y="1993"/>
                    <a:pt x="5144" y="1963"/>
                    <a:pt x="5009" y="19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/>
            <a:p>
              <a:pPr algn="ctr"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正确做法</a:t>
            </a:r>
          </a:p>
        </p:txBody>
      </p:sp>
      <p:grpSp>
        <p:nvGrpSpPr>
          <p:cNvPr descr="8fa24e0b-df42-4d2e-a896-8ddc8214b42c" id="9" name="52cf9bbc-971e-4973-b067-cf1b0e382157.source.3.zh-Hans.pptx">
            <a:extLst>
              <a:ext uri="{FF2B5EF4-FFF2-40B4-BE49-F238E27FC236}">
                <a16:creationId id="{0A305309-8C1A-559F-CAFE-C341F6ABD630}"/>
              </a:ext>
            </a:extLst>
          </p:cNvPr>
          <p:cNvGrpSpPr/>
          <p:nvPr/>
        </p:nvGrpSpPr>
        <p:grpSpPr>
          <a:xfrm>
            <a:off x="763828" y="1295400"/>
            <a:ext cx="10651644" cy="4603704"/>
            <a:chOff x="1546013" y="1633465"/>
            <a:chExt cx="9087274" cy="3927574"/>
          </a:xfrm>
        </p:grpSpPr>
        <p:sp>
          <p:nvSpPr>
            <p:cNvPr descr="2bdee416-26ed-4b4e-9147-faf99ce5e86f" id="4" name="Title">
              <a:extLst>
                <a:ext uri="{FF2B5EF4-FFF2-40B4-BE49-F238E27FC236}">
                  <a16:creationId id="{07CA61C2-210B-D0B3-7428-48E6132B7FEB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2058949" y="1633465"/>
              <a:ext cx="8195892" cy="57749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舔脚行为应遵循的正确方式</a:t>
              </a:r>
            </a:p>
          </p:txBody>
        </p:sp>
        <p:sp>
          <p:nvSpPr>
            <p:cNvPr descr="31054af9-fd0c-4367-bda1-e66dd1aaa823" id="40" name="图形 5">
              <a:extLst>
                <a:ext uri="{FF2B5EF4-FFF2-40B4-BE49-F238E27FC236}">
                  <a16:creationId id="{E829EF9C-8392-CA1D-4DAC-FDF8C2337431}"/>
                </a:ext>
              </a:extLst>
            </p:cNvPr>
            <p:cNvSpPr/>
            <p:nvPr/>
          </p:nvSpPr>
          <p:spPr>
            <a:xfrm flipV="false" flipH="false">
              <a:off x="1546013" y="2921152"/>
              <a:ext cx="2780706" cy="2639887"/>
            </a:xfrm>
            <a:custGeom>
              <a:avLst/>
              <a:gdLst>
                <a:gd fmla="*/ 4721249 w 9082714" name="connsiteX0"/>
                <a:gd fmla="*/ 10304 h 6856112" name="connsiteY0"/>
                <a:gd fmla="*/ 8136702 w 9082714" name="connsiteX1"/>
                <a:gd fmla="*/ 145848 h 6856112" name="connsiteY1"/>
                <a:gd fmla="*/ 8729214 w 9082714" name="connsiteX2"/>
                <a:gd fmla="*/ 422939 h 6856112" name="connsiteY2"/>
                <a:gd fmla="*/ 9002842 w 9082714" name="connsiteX3"/>
                <a:gd fmla="*/ 1192251 h 6856112" name="connsiteY3"/>
                <a:gd fmla="*/ 9077348 w 9082714" name="connsiteX4"/>
                <a:gd fmla="*/ 5214534 h 6856112" name="connsiteY4"/>
                <a:gd fmla="*/ 9031629 w 9082714" name="connsiteX5"/>
                <a:gd fmla="*/ 6002011 h 6856112" name="connsiteY5"/>
                <a:gd fmla="*/ 8626075 w 9082714" name="connsiteX6"/>
                <a:gd fmla="*/ 6658639 h 6856112" name="connsiteY6"/>
                <a:gd fmla="*/ 7743079 w 9082714" name="connsiteX7"/>
                <a:gd fmla="*/ 6837671 h 6856112" name="connsiteY7"/>
                <a:gd fmla="*/ 3200712 w 9082714" name="connsiteX8"/>
                <a:gd fmla="*/ 6855066 h 6856112" name="connsiteY8"/>
                <a:gd fmla="*/ 1505378 w 9082714" name="connsiteX9"/>
                <a:gd fmla="*/ 6824971 h 6856112" name="connsiteY9"/>
                <a:gd fmla="*/ 528555 w 9082714" name="connsiteX10"/>
                <a:gd fmla="*/ 6647864 h 6856112" name="connsiteY10"/>
                <a:gd fmla="*/ 94677 w 9082714" name="connsiteX11"/>
                <a:gd fmla="*/ 6310275 h 6856112" name="connsiteY11"/>
                <a:gd fmla="*/ 4 w 9082714" name="connsiteX12"/>
                <a:gd fmla="*/ 5920038 h 6856112" name="connsiteY12"/>
                <a:gd fmla="*/ 76974 w 9082714" name="connsiteX13"/>
                <a:gd fmla="*/ 1347576 h 6856112" name="connsiteY13"/>
                <a:gd fmla="*/ 274555 w 9082714" name="connsiteX14"/>
                <a:gd fmla="*/ 716732 h 6856112" name="connsiteY14"/>
                <a:gd fmla="*/ 709434 w 9082714" name="connsiteX15"/>
                <a:gd fmla="*/ 308485 h 6856112" name="connsiteY15"/>
                <a:gd fmla="*/ 4721249 w 9082714" name="connsiteX16"/>
                <a:gd fmla="*/ 10304 h 6856112" name="connsiteY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b="b" l="l" r="r" t="t"/>
              <a:pathLst>
                <a:path h="6856112" w="9082714">
                  <a:moveTo>
                    <a:pt x="4721249" y="10304"/>
                  </a:moveTo>
                  <a:cubicBezTo>
                    <a:pt x="4721249" y="10304"/>
                    <a:pt x="6848691" y="-55582"/>
                    <a:pt x="8136702" y="145848"/>
                  </a:cubicBezTo>
                  <a:cubicBezTo>
                    <a:pt x="8250232" y="163628"/>
                    <a:pt x="8522474" y="210657"/>
                    <a:pt x="8729214" y="422939"/>
                  </a:cubicBezTo>
                  <a:cubicBezTo>
                    <a:pt x="8972901" y="673168"/>
                    <a:pt x="8985524" y="1019069"/>
                    <a:pt x="9002842" y="1192251"/>
                  </a:cubicBezTo>
                  <a:cubicBezTo>
                    <a:pt x="9136384" y="2527214"/>
                    <a:pt x="9057413" y="3873106"/>
                    <a:pt x="9077348" y="5214534"/>
                  </a:cubicBezTo>
                  <a:cubicBezTo>
                    <a:pt x="9081274" y="5478078"/>
                    <a:pt x="9088740" y="5744701"/>
                    <a:pt x="9031629" y="6002011"/>
                  </a:cubicBezTo>
                  <a:cubicBezTo>
                    <a:pt x="8974517" y="6259320"/>
                    <a:pt x="8844438" y="6511011"/>
                    <a:pt x="8626075" y="6658639"/>
                  </a:cubicBezTo>
                  <a:cubicBezTo>
                    <a:pt x="8373384" y="6829435"/>
                    <a:pt x="8048110" y="6836516"/>
                    <a:pt x="7743079" y="6837671"/>
                  </a:cubicBezTo>
                  <a:cubicBezTo>
                    <a:pt x="6228931" y="6843443"/>
                    <a:pt x="4714860" y="6849293"/>
                    <a:pt x="3200712" y="6855066"/>
                  </a:cubicBezTo>
                  <a:cubicBezTo>
                    <a:pt x="2635370" y="6857221"/>
                    <a:pt x="2069643" y="6859376"/>
                    <a:pt x="1505378" y="6824971"/>
                  </a:cubicBezTo>
                  <a:cubicBezTo>
                    <a:pt x="1173638" y="6804728"/>
                    <a:pt x="837435" y="6770707"/>
                    <a:pt x="528555" y="6647864"/>
                  </a:cubicBezTo>
                  <a:cubicBezTo>
                    <a:pt x="354758" y="6578744"/>
                    <a:pt x="184347" y="6474451"/>
                    <a:pt x="94677" y="6310275"/>
                  </a:cubicBezTo>
                  <a:cubicBezTo>
                    <a:pt x="3160" y="6142942"/>
                    <a:pt x="-149" y="5979997"/>
                    <a:pt x="4" y="5920038"/>
                  </a:cubicBezTo>
                  <a:cubicBezTo>
                    <a:pt x="9549" y="2159375"/>
                    <a:pt x="32024" y="1888827"/>
                    <a:pt x="76974" y="1347576"/>
                  </a:cubicBezTo>
                  <a:cubicBezTo>
                    <a:pt x="86134" y="1237278"/>
                    <a:pt x="107146" y="976736"/>
                    <a:pt x="274555" y="716732"/>
                  </a:cubicBezTo>
                  <a:cubicBezTo>
                    <a:pt x="274555" y="716732"/>
                    <a:pt x="429572" y="476125"/>
                    <a:pt x="709434" y="308485"/>
                  </a:cubicBezTo>
                  <a:cubicBezTo>
                    <a:pt x="1376915" y="-91296"/>
                    <a:pt x="3369892" y="52176"/>
                    <a:pt x="4721249" y="10304"/>
                  </a:cubicBezTo>
                  <a:close/>
                </a:path>
              </a:pathLst>
            </a:custGeom>
            <a:solidFill>
              <a:schemeClr val="accent1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43abc04a-ac64-4b74-8fce-65193bce1b85" id="32" name="图形 5">
              <a:extLst>
                <a:ext uri="{FF2B5EF4-FFF2-40B4-BE49-F238E27FC236}">
                  <a16:creationId id="{52A9AB39-2CDB-DD10-C4C0-43FBA0B48EB5}"/>
                </a:ext>
              </a:extLst>
            </p:cNvPr>
            <p:cNvSpPr/>
            <p:nvPr/>
          </p:nvSpPr>
          <p:spPr>
            <a:xfrm flipV="false" flipH="false">
              <a:off x="4699296" y="2921152"/>
              <a:ext cx="2780706" cy="2639887"/>
            </a:xfrm>
            <a:custGeom>
              <a:avLst/>
              <a:gdLst>
                <a:gd fmla="*/ 4721249 w 9082714" name="connsiteX0"/>
                <a:gd fmla="*/ 10304 h 6856112" name="connsiteY0"/>
                <a:gd fmla="*/ 8136702 w 9082714" name="connsiteX1"/>
                <a:gd fmla="*/ 145848 h 6856112" name="connsiteY1"/>
                <a:gd fmla="*/ 8729214 w 9082714" name="connsiteX2"/>
                <a:gd fmla="*/ 422939 h 6856112" name="connsiteY2"/>
                <a:gd fmla="*/ 9002842 w 9082714" name="connsiteX3"/>
                <a:gd fmla="*/ 1192251 h 6856112" name="connsiteY3"/>
                <a:gd fmla="*/ 9077348 w 9082714" name="connsiteX4"/>
                <a:gd fmla="*/ 5214534 h 6856112" name="connsiteY4"/>
                <a:gd fmla="*/ 9031629 w 9082714" name="connsiteX5"/>
                <a:gd fmla="*/ 6002011 h 6856112" name="connsiteY5"/>
                <a:gd fmla="*/ 8626075 w 9082714" name="connsiteX6"/>
                <a:gd fmla="*/ 6658639 h 6856112" name="connsiteY6"/>
                <a:gd fmla="*/ 7743079 w 9082714" name="connsiteX7"/>
                <a:gd fmla="*/ 6837671 h 6856112" name="connsiteY7"/>
                <a:gd fmla="*/ 3200712 w 9082714" name="connsiteX8"/>
                <a:gd fmla="*/ 6855066 h 6856112" name="connsiteY8"/>
                <a:gd fmla="*/ 1505378 w 9082714" name="connsiteX9"/>
                <a:gd fmla="*/ 6824971 h 6856112" name="connsiteY9"/>
                <a:gd fmla="*/ 528555 w 9082714" name="connsiteX10"/>
                <a:gd fmla="*/ 6647864 h 6856112" name="connsiteY10"/>
                <a:gd fmla="*/ 94677 w 9082714" name="connsiteX11"/>
                <a:gd fmla="*/ 6310275 h 6856112" name="connsiteY11"/>
                <a:gd fmla="*/ 4 w 9082714" name="connsiteX12"/>
                <a:gd fmla="*/ 5920038 h 6856112" name="connsiteY12"/>
                <a:gd fmla="*/ 76974 w 9082714" name="connsiteX13"/>
                <a:gd fmla="*/ 1347576 h 6856112" name="connsiteY13"/>
                <a:gd fmla="*/ 274555 w 9082714" name="connsiteX14"/>
                <a:gd fmla="*/ 716732 h 6856112" name="connsiteY14"/>
                <a:gd fmla="*/ 709434 w 9082714" name="connsiteX15"/>
                <a:gd fmla="*/ 308485 h 6856112" name="connsiteY15"/>
                <a:gd fmla="*/ 4721249 w 9082714" name="connsiteX16"/>
                <a:gd fmla="*/ 10304 h 6856112" name="connsiteY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b="b" l="l" r="r" t="t"/>
              <a:pathLst>
                <a:path h="6856112" w="9082714">
                  <a:moveTo>
                    <a:pt x="4721249" y="10304"/>
                  </a:moveTo>
                  <a:cubicBezTo>
                    <a:pt x="4721249" y="10304"/>
                    <a:pt x="6848691" y="-55582"/>
                    <a:pt x="8136702" y="145848"/>
                  </a:cubicBezTo>
                  <a:cubicBezTo>
                    <a:pt x="8250232" y="163628"/>
                    <a:pt x="8522474" y="210657"/>
                    <a:pt x="8729214" y="422939"/>
                  </a:cubicBezTo>
                  <a:cubicBezTo>
                    <a:pt x="8972901" y="673168"/>
                    <a:pt x="8985524" y="1019069"/>
                    <a:pt x="9002842" y="1192251"/>
                  </a:cubicBezTo>
                  <a:cubicBezTo>
                    <a:pt x="9136384" y="2527214"/>
                    <a:pt x="9057413" y="3873106"/>
                    <a:pt x="9077348" y="5214534"/>
                  </a:cubicBezTo>
                  <a:cubicBezTo>
                    <a:pt x="9081274" y="5478078"/>
                    <a:pt x="9088740" y="5744701"/>
                    <a:pt x="9031629" y="6002011"/>
                  </a:cubicBezTo>
                  <a:cubicBezTo>
                    <a:pt x="8974517" y="6259320"/>
                    <a:pt x="8844438" y="6511011"/>
                    <a:pt x="8626075" y="6658639"/>
                  </a:cubicBezTo>
                  <a:cubicBezTo>
                    <a:pt x="8373384" y="6829435"/>
                    <a:pt x="8048110" y="6836516"/>
                    <a:pt x="7743079" y="6837671"/>
                  </a:cubicBezTo>
                  <a:cubicBezTo>
                    <a:pt x="6228931" y="6843443"/>
                    <a:pt x="4714860" y="6849293"/>
                    <a:pt x="3200712" y="6855066"/>
                  </a:cubicBezTo>
                  <a:cubicBezTo>
                    <a:pt x="2635370" y="6857221"/>
                    <a:pt x="2069643" y="6859376"/>
                    <a:pt x="1505378" y="6824971"/>
                  </a:cubicBezTo>
                  <a:cubicBezTo>
                    <a:pt x="1173638" y="6804728"/>
                    <a:pt x="837435" y="6770707"/>
                    <a:pt x="528555" y="6647864"/>
                  </a:cubicBezTo>
                  <a:cubicBezTo>
                    <a:pt x="354758" y="6578744"/>
                    <a:pt x="184347" y="6474451"/>
                    <a:pt x="94677" y="6310275"/>
                  </a:cubicBezTo>
                  <a:cubicBezTo>
                    <a:pt x="3160" y="6142942"/>
                    <a:pt x="-149" y="5979997"/>
                    <a:pt x="4" y="5920038"/>
                  </a:cubicBezTo>
                  <a:cubicBezTo>
                    <a:pt x="9549" y="2159375"/>
                    <a:pt x="32024" y="1888827"/>
                    <a:pt x="76974" y="1347576"/>
                  </a:cubicBezTo>
                  <a:cubicBezTo>
                    <a:pt x="86134" y="1237278"/>
                    <a:pt x="107146" y="976736"/>
                    <a:pt x="274555" y="716732"/>
                  </a:cubicBezTo>
                  <a:cubicBezTo>
                    <a:pt x="274555" y="716732"/>
                    <a:pt x="429572" y="476125"/>
                    <a:pt x="709434" y="308485"/>
                  </a:cubicBezTo>
                  <a:cubicBezTo>
                    <a:pt x="1376915" y="-91296"/>
                    <a:pt x="3369892" y="52176"/>
                    <a:pt x="4721249" y="10304"/>
                  </a:cubicBezTo>
                  <a:close/>
                </a:path>
              </a:pathLst>
            </a:custGeom>
            <a:solidFill>
              <a:schemeClr val="accent2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a37ae0eb-f2e9-437f-9dc3-6d5488b07f9e" id="24" name="图形 5">
              <a:extLst>
                <a:ext uri="{FF2B5EF4-FFF2-40B4-BE49-F238E27FC236}">
                  <a16:creationId id="{86DA4DAE-75E1-7893-0264-A743085B1FD5}"/>
                </a:ext>
              </a:extLst>
            </p:cNvPr>
            <p:cNvSpPr/>
            <p:nvPr/>
          </p:nvSpPr>
          <p:spPr>
            <a:xfrm flipV="false" flipH="false">
              <a:off x="7852579" y="2921152"/>
              <a:ext cx="2780708" cy="2639887"/>
            </a:xfrm>
            <a:custGeom>
              <a:avLst/>
              <a:gdLst>
                <a:gd fmla="*/ 4721249 w 9082714" name="connsiteX0"/>
                <a:gd fmla="*/ 10304 h 6856112" name="connsiteY0"/>
                <a:gd fmla="*/ 8136702 w 9082714" name="connsiteX1"/>
                <a:gd fmla="*/ 145848 h 6856112" name="connsiteY1"/>
                <a:gd fmla="*/ 8729214 w 9082714" name="connsiteX2"/>
                <a:gd fmla="*/ 422939 h 6856112" name="connsiteY2"/>
                <a:gd fmla="*/ 9002842 w 9082714" name="connsiteX3"/>
                <a:gd fmla="*/ 1192251 h 6856112" name="connsiteY3"/>
                <a:gd fmla="*/ 9077348 w 9082714" name="connsiteX4"/>
                <a:gd fmla="*/ 5214534 h 6856112" name="connsiteY4"/>
                <a:gd fmla="*/ 9031629 w 9082714" name="connsiteX5"/>
                <a:gd fmla="*/ 6002011 h 6856112" name="connsiteY5"/>
                <a:gd fmla="*/ 8626075 w 9082714" name="connsiteX6"/>
                <a:gd fmla="*/ 6658639 h 6856112" name="connsiteY6"/>
                <a:gd fmla="*/ 7743079 w 9082714" name="connsiteX7"/>
                <a:gd fmla="*/ 6837671 h 6856112" name="connsiteY7"/>
                <a:gd fmla="*/ 3200712 w 9082714" name="connsiteX8"/>
                <a:gd fmla="*/ 6855066 h 6856112" name="connsiteY8"/>
                <a:gd fmla="*/ 1505378 w 9082714" name="connsiteX9"/>
                <a:gd fmla="*/ 6824971 h 6856112" name="connsiteY9"/>
                <a:gd fmla="*/ 528555 w 9082714" name="connsiteX10"/>
                <a:gd fmla="*/ 6647864 h 6856112" name="connsiteY10"/>
                <a:gd fmla="*/ 94677 w 9082714" name="connsiteX11"/>
                <a:gd fmla="*/ 6310275 h 6856112" name="connsiteY11"/>
                <a:gd fmla="*/ 4 w 9082714" name="connsiteX12"/>
                <a:gd fmla="*/ 5920038 h 6856112" name="connsiteY12"/>
                <a:gd fmla="*/ 76974 w 9082714" name="connsiteX13"/>
                <a:gd fmla="*/ 1347576 h 6856112" name="connsiteY13"/>
                <a:gd fmla="*/ 274555 w 9082714" name="connsiteX14"/>
                <a:gd fmla="*/ 716732 h 6856112" name="connsiteY14"/>
                <a:gd fmla="*/ 709434 w 9082714" name="connsiteX15"/>
                <a:gd fmla="*/ 308485 h 6856112" name="connsiteY15"/>
                <a:gd fmla="*/ 4721249 w 9082714" name="connsiteX16"/>
                <a:gd fmla="*/ 10304 h 6856112" name="connsiteY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b="b" l="l" r="r" t="t"/>
              <a:pathLst>
                <a:path h="6856112" w="9082714">
                  <a:moveTo>
                    <a:pt x="4721249" y="10304"/>
                  </a:moveTo>
                  <a:cubicBezTo>
                    <a:pt x="4721249" y="10304"/>
                    <a:pt x="6848691" y="-55582"/>
                    <a:pt x="8136702" y="145848"/>
                  </a:cubicBezTo>
                  <a:cubicBezTo>
                    <a:pt x="8250232" y="163628"/>
                    <a:pt x="8522474" y="210657"/>
                    <a:pt x="8729214" y="422939"/>
                  </a:cubicBezTo>
                  <a:cubicBezTo>
                    <a:pt x="8972901" y="673168"/>
                    <a:pt x="8985524" y="1019069"/>
                    <a:pt x="9002842" y="1192251"/>
                  </a:cubicBezTo>
                  <a:cubicBezTo>
                    <a:pt x="9136384" y="2527214"/>
                    <a:pt x="9057413" y="3873106"/>
                    <a:pt x="9077348" y="5214534"/>
                  </a:cubicBezTo>
                  <a:cubicBezTo>
                    <a:pt x="9081274" y="5478078"/>
                    <a:pt x="9088740" y="5744701"/>
                    <a:pt x="9031629" y="6002011"/>
                  </a:cubicBezTo>
                  <a:cubicBezTo>
                    <a:pt x="8974517" y="6259320"/>
                    <a:pt x="8844438" y="6511011"/>
                    <a:pt x="8626075" y="6658639"/>
                  </a:cubicBezTo>
                  <a:cubicBezTo>
                    <a:pt x="8373384" y="6829435"/>
                    <a:pt x="8048110" y="6836516"/>
                    <a:pt x="7743079" y="6837671"/>
                  </a:cubicBezTo>
                  <a:cubicBezTo>
                    <a:pt x="6228931" y="6843443"/>
                    <a:pt x="4714860" y="6849293"/>
                    <a:pt x="3200712" y="6855066"/>
                  </a:cubicBezTo>
                  <a:cubicBezTo>
                    <a:pt x="2635370" y="6857221"/>
                    <a:pt x="2069643" y="6859376"/>
                    <a:pt x="1505378" y="6824971"/>
                  </a:cubicBezTo>
                  <a:cubicBezTo>
                    <a:pt x="1173638" y="6804728"/>
                    <a:pt x="837435" y="6770707"/>
                    <a:pt x="528555" y="6647864"/>
                  </a:cubicBezTo>
                  <a:cubicBezTo>
                    <a:pt x="354758" y="6578744"/>
                    <a:pt x="184347" y="6474451"/>
                    <a:pt x="94677" y="6310275"/>
                  </a:cubicBezTo>
                  <a:cubicBezTo>
                    <a:pt x="3160" y="6142942"/>
                    <a:pt x="-149" y="5979997"/>
                    <a:pt x="4" y="5920038"/>
                  </a:cubicBezTo>
                  <a:cubicBezTo>
                    <a:pt x="9549" y="2159375"/>
                    <a:pt x="32024" y="1888827"/>
                    <a:pt x="76974" y="1347576"/>
                  </a:cubicBezTo>
                  <a:cubicBezTo>
                    <a:pt x="86134" y="1237278"/>
                    <a:pt x="107146" y="976736"/>
                    <a:pt x="274555" y="716732"/>
                  </a:cubicBezTo>
                  <a:cubicBezTo>
                    <a:pt x="274555" y="716732"/>
                    <a:pt x="429572" y="476125"/>
                    <a:pt x="709434" y="308485"/>
                  </a:cubicBezTo>
                  <a:cubicBezTo>
                    <a:pt x="1376915" y="-91296"/>
                    <a:pt x="3369892" y="52176"/>
                    <a:pt x="4721249" y="10304"/>
                  </a:cubicBezTo>
                  <a:close/>
                </a:path>
              </a:pathLst>
            </a:custGeom>
            <a:solidFill>
              <a:schemeClr val="accent3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grpSp>
          <p:nvGrpSpPr>
            <p:cNvPr descr="3e00cf94-f3cf-411a-a284-ea887ad7dafa" id="3" name="组合 2">
              <a:extLst>
                <a:ext uri="{FF2B5EF4-FFF2-40B4-BE49-F238E27FC236}">
                  <a16:creationId id="{BC048B0A-5B8B-85F6-7B30-B1704B508B08}"/>
                </a:ext>
              </a:extLst>
            </p:cNvPr>
            <p:cNvGrpSpPr/>
            <p:nvPr/>
          </p:nvGrpSpPr>
          <p:grpSpPr>
            <a:xfrm>
              <a:off x="1571665" y="2619923"/>
              <a:ext cx="2694198" cy="2878669"/>
              <a:chOff x="1571665" y="2619923"/>
              <a:chExt cx="2694198" cy="2878669"/>
            </a:xfrm>
          </p:grpSpPr>
          <p:sp>
            <p:nvSpPr>
              <p:cNvPr descr="ec4fd331-fc62-476a-96f6-35623016a08b" id="41" name="ComponentBackground1">
                <a:extLst>
                  <a:ext uri="{FF2B5EF4-FFF2-40B4-BE49-F238E27FC236}">
                    <a16:creationId id="{FCD3DC56-76E9-7E1C-B972-B62855494E19}"/>
                  </a:ext>
                </a:extLst>
              </p:cNvPr>
              <p:cNvSpPr/>
              <p:nvPr/>
            </p:nvSpPr>
            <p:spPr>
              <a:xfrm flipV="false" flipH="false">
                <a:off x="1571665" y="2940834"/>
                <a:ext cx="2694198" cy="2557758"/>
              </a:xfrm>
              <a:custGeom>
                <a:avLst/>
                <a:gdLst>
                  <a:gd fmla="*/ 4721249 w 9082714" name="connsiteX0"/>
                  <a:gd fmla="*/ 10304 h 6856112" name="connsiteY0"/>
                  <a:gd fmla="*/ 8136702 w 9082714" name="connsiteX1"/>
                  <a:gd fmla="*/ 145848 h 6856112" name="connsiteY1"/>
                  <a:gd fmla="*/ 8729214 w 9082714" name="connsiteX2"/>
                  <a:gd fmla="*/ 422939 h 6856112" name="connsiteY2"/>
                  <a:gd fmla="*/ 9002842 w 9082714" name="connsiteX3"/>
                  <a:gd fmla="*/ 1192251 h 6856112" name="connsiteY3"/>
                  <a:gd fmla="*/ 9077348 w 9082714" name="connsiteX4"/>
                  <a:gd fmla="*/ 5214534 h 6856112" name="connsiteY4"/>
                  <a:gd fmla="*/ 9031629 w 9082714" name="connsiteX5"/>
                  <a:gd fmla="*/ 6002011 h 6856112" name="connsiteY5"/>
                  <a:gd fmla="*/ 8626075 w 9082714" name="connsiteX6"/>
                  <a:gd fmla="*/ 6658639 h 6856112" name="connsiteY6"/>
                  <a:gd fmla="*/ 7743079 w 9082714" name="connsiteX7"/>
                  <a:gd fmla="*/ 6837671 h 6856112" name="connsiteY7"/>
                  <a:gd fmla="*/ 3200712 w 9082714" name="connsiteX8"/>
                  <a:gd fmla="*/ 6855066 h 6856112" name="connsiteY8"/>
                  <a:gd fmla="*/ 1505378 w 9082714" name="connsiteX9"/>
                  <a:gd fmla="*/ 6824971 h 6856112" name="connsiteY9"/>
                  <a:gd fmla="*/ 528555 w 9082714" name="connsiteX10"/>
                  <a:gd fmla="*/ 6647864 h 6856112" name="connsiteY10"/>
                  <a:gd fmla="*/ 94677 w 9082714" name="connsiteX11"/>
                  <a:gd fmla="*/ 6310275 h 6856112" name="connsiteY11"/>
                  <a:gd fmla="*/ 4 w 9082714" name="connsiteX12"/>
                  <a:gd fmla="*/ 5920038 h 6856112" name="connsiteY12"/>
                  <a:gd fmla="*/ 76974 w 9082714" name="connsiteX13"/>
                  <a:gd fmla="*/ 1347576 h 6856112" name="connsiteY13"/>
                  <a:gd fmla="*/ 274555 w 9082714" name="connsiteX14"/>
                  <a:gd fmla="*/ 716732 h 6856112" name="connsiteY14"/>
                  <a:gd fmla="*/ 709434 w 9082714" name="connsiteX15"/>
                  <a:gd fmla="*/ 308485 h 6856112" name="connsiteY15"/>
                  <a:gd fmla="*/ 4721249 w 9082714" name="connsiteX16"/>
                  <a:gd fmla="*/ 10304 h 6856112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6856112" w="9082714">
                    <a:moveTo>
                      <a:pt x="4721249" y="10304"/>
                    </a:moveTo>
                    <a:cubicBezTo>
                      <a:pt x="4721249" y="10304"/>
                      <a:pt x="6848691" y="-55582"/>
                      <a:pt x="8136702" y="145848"/>
                    </a:cubicBezTo>
                    <a:cubicBezTo>
                      <a:pt x="8250232" y="163628"/>
                      <a:pt x="8522474" y="210657"/>
                      <a:pt x="8729214" y="422939"/>
                    </a:cubicBezTo>
                    <a:cubicBezTo>
                      <a:pt x="8972901" y="673168"/>
                      <a:pt x="8985524" y="1019069"/>
                      <a:pt x="9002842" y="1192251"/>
                    </a:cubicBezTo>
                    <a:cubicBezTo>
                      <a:pt x="9136384" y="2527214"/>
                      <a:pt x="9057413" y="3873106"/>
                      <a:pt x="9077348" y="5214534"/>
                    </a:cubicBezTo>
                    <a:cubicBezTo>
                      <a:pt x="9081274" y="5478078"/>
                      <a:pt x="9088740" y="5744701"/>
                      <a:pt x="9031629" y="6002011"/>
                    </a:cubicBezTo>
                    <a:cubicBezTo>
                      <a:pt x="8974517" y="6259320"/>
                      <a:pt x="8844438" y="6511011"/>
                      <a:pt x="8626075" y="6658639"/>
                    </a:cubicBezTo>
                    <a:cubicBezTo>
                      <a:pt x="8373384" y="6829435"/>
                      <a:pt x="8048110" y="6836516"/>
                      <a:pt x="7743079" y="6837671"/>
                    </a:cubicBezTo>
                    <a:cubicBezTo>
                      <a:pt x="6228931" y="6843443"/>
                      <a:pt x="4714860" y="6849293"/>
                      <a:pt x="3200712" y="6855066"/>
                    </a:cubicBezTo>
                    <a:cubicBezTo>
                      <a:pt x="2635370" y="6857221"/>
                      <a:pt x="2069643" y="6859376"/>
                      <a:pt x="1505378" y="6824971"/>
                    </a:cubicBezTo>
                    <a:cubicBezTo>
                      <a:pt x="1173638" y="6804728"/>
                      <a:pt x="837435" y="6770707"/>
                      <a:pt x="528555" y="6647864"/>
                    </a:cubicBezTo>
                    <a:cubicBezTo>
                      <a:pt x="354758" y="6578744"/>
                      <a:pt x="184347" y="6474451"/>
                      <a:pt x="94677" y="6310275"/>
                    </a:cubicBezTo>
                    <a:cubicBezTo>
                      <a:pt x="3160" y="6142942"/>
                      <a:pt x="-149" y="5979997"/>
                      <a:pt x="4" y="5920038"/>
                    </a:cubicBezTo>
                    <a:cubicBezTo>
                      <a:pt x="9549" y="2159375"/>
                      <a:pt x="32024" y="1888827"/>
                      <a:pt x="76974" y="1347576"/>
                    </a:cubicBezTo>
                    <a:cubicBezTo>
                      <a:pt x="86134" y="1237278"/>
                      <a:pt x="107146" y="976736"/>
                      <a:pt x="274555" y="716732"/>
                    </a:cubicBezTo>
                    <a:cubicBezTo>
                      <a:pt x="274555" y="716732"/>
                      <a:pt x="429572" y="476125"/>
                      <a:pt x="709434" y="308485"/>
                    </a:cubicBezTo>
                    <a:cubicBezTo>
                      <a:pt x="1376915" y="-91296"/>
                      <a:pt x="3369892" y="52176"/>
                      <a:pt x="4721249" y="10304"/>
                    </a:cubicBezTo>
                    <a:close/>
                  </a:path>
                </a:pathLst>
              </a:custGeom>
              <a:solidFill>
                <a:schemeClr val="bg1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6c58a1a-e537-43ec-ad9c-fa1f8db6473b" id="35" name="Text1">
                <a:extLst>
                  <a:ext uri="{FF2B5EF4-FFF2-40B4-BE49-F238E27FC236}">
                    <a16:creationId id="{791474E1-545F-5AB3-D184-F8B704078933}"/>
                  </a:ext>
                </a:extLst>
              </p:cNvPr>
              <p:cNvSpPr txBox="1"/>
              <p:nvPr/>
            </p:nvSpPr>
            <p:spPr>
              <a:xfrm flipV="false" flipH="false">
                <a:off x="1674659" y="4199803"/>
                <a:ext cx="2479402" cy="1146652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保持脚部清洁，控制气味，避免足癣传播。</a:t>
                </a:r>
              </a:p>
            </p:txBody>
          </p:sp>
          <p:sp>
            <p:nvSpPr>
              <p:cNvPr descr="2b99f98b-87ae-4a3b-ae0b-fae78f4caaae" id="36" name="Bullet1">
                <a:extLst>
                  <a:ext uri="{FF2B5EF4-FFF2-40B4-BE49-F238E27FC236}">
                    <a16:creationId id="{4D30E244-02CA-1AE0-CBFD-F20E499340C2}"/>
                  </a:ext>
                </a:extLst>
              </p:cNvPr>
              <p:cNvSpPr txBox="1"/>
              <p:nvPr/>
            </p:nvSpPr>
            <p:spPr>
              <a:xfrm flipV="false" flipH="false">
                <a:off x="1674658" y="3244903"/>
                <a:ext cx="2479400" cy="892453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控制气味</a:t>
                </a:r>
              </a:p>
            </p:txBody>
          </p:sp>
          <p:sp>
            <p:nvSpPr>
              <p:cNvPr descr="916a5c80-71b4-41ec-87fe-8f5251cd688e" id="42" name="IconBackground1">
                <a:extLst>
                  <a:ext uri="{FF2B5EF4-FFF2-40B4-BE49-F238E27FC236}">
                    <a16:creationId id="{07BD4216-C578-263F-620B-F2053EBCFF63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3379811" y="2619923"/>
                <a:ext cx="660400" cy="602458"/>
              </a:xfrm>
              <a:custGeom>
                <a:avLst/>
                <a:gdLst>
                  <a:gd fmla="*/ 1224244 w 3459897" name="connsiteX0"/>
                  <a:gd fmla="*/ 3350918 h 3352124" name="connsiteY0"/>
                  <a:gd fmla="*/ 824735 w 3459897" name="connsiteX1"/>
                  <a:gd fmla="*/ 3322228 h 3352124" name="connsiteY1"/>
                  <a:gd fmla="*/ 247955 w 3459897" name="connsiteX2"/>
                  <a:gd fmla="*/ 2870089 h 3352124" name="connsiteY2"/>
                  <a:gd fmla="*/ 106405 w 3459897" name="connsiteX3"/>
                  <a:gd fmla="*/ 2315603 h 3352124" name="connsiteY3"/>
                  <a:gd fmla="*/ 99121 w 3459897" name="connsiteX4"/>
                  <a:gd fmla="*/ 1844147 h 3352124" name="connsiteY4"/>
                  <a:gd fmla="*/ 72964 w 3459897" name="connsiteX5"/>
                  <a:gd fmla="*/ 1551355 h 3352124" name="connsiteY5"/>
                  <a:gd fmla="*/ 12544 w 3459897" name="connsiteX6"/>
                  <a:gd fmla="*/ 1362938 h 3352124" name="connsiteY6"/>
                  <a:gd fmla="*/ 105898 w 3459897" name="connsiteX7"/>
                  <a:gd fmla="*/ 857788 h 3352124" name="connsiteY7"/>
                  <a:gd fmla="*/ 269679 w 3459897" name="connsiteX8"/>
                  <a:gd fmla="*/ 574117 h 3352124" name="connsiteY8"/>
                  <a:gd fmla="*/ 714914 w 3459897" name="connsiteX9"/>
                  <a:gd fmla="*/ 325089 h 3352124" name="connsiteY9"/>
                  <a:gd fmla="*/ 1090673 w 3459897" name="connsiteX10"/>
                  <a:gd fmla="*/ 226542 h 3352124" name="connsiteY10"/>
                  <a:gd fmla="*/ 1587209 w 3459897" name="connsiteX11"/>
                  <a:gd fmla="*/ 67764 h 3352124" name="connsiteY11"/>
                  <a:gd fmla="*/ 1933644 w 3459897" name="connsiteX12"/>
                  <a:gd fmla="*/ 820 h 3352124" name="connsiteY12"/>
                  <a:gd fmla="*/ 2418400 w 3459897" name="connsiteX13"/>
                  <a:gd fmla="*/ 89994 h 3352124" name="connsiteY13"/>
                  <a:gd fmla="*/ 2983273 w 3459897" name="connsiteX14"/>
                  <a:gd fmla="*/ 413693 h 3352124" name="connsiteY14"/>
                  <a:gd fmla="*/ 3381262 w 3459897" name="connsiteX15"/>
                  <a:gd fmla="*/ 1066156 h 3352124" name="connsiteY15"/>
                  <a:gd fmla="*/ 3330911 w 3459897" name="connsiteX16"/>
                  <a:gd fmla="*/ 2246316 h 3352124" name="connsiteY16"/>
                  <a:gd fmla="*/ 2267476 w 3459897" name="connsiteX17"/>
                  <a:gd fmla="*/ 3211014 h 3352124" name="connsiteY17"/>
                  <a:gd fmla="*/ 1703806 w 3459897" name="connsiteX18"/>
                  <a:gd fmla="*/ 3319504 h 3352124" name="connsiteY18"/>
                  <a:gd fmla="*/ 1224244 w 3459897" name="connsiteX19"/>
                  <a:gd fmla="*/ 3350728 h 3352124" name="connsiteY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b="b" l="l" r="r" t="t"/>
                <a:pathLst>
                  <a:path h="3352124" w="3459897">
                    <a:moveTo>
                      <a:pt x="1224244" y="3350918"/>
                    </a:moveTo>
                    <a:cubicBezTo>
                      <a:pt x="1090103" y="3354148"/>
                      <a:pt x="956342" y="3352818"/>
                      <a:pt x="824735" y="3322228"/>
                    </a:cubicBezTo>
                    <a:cubicBezTo>
                      <a:pt x="562280" y="3261238"/>
                      <a:pt x="377219" y="3100370"/>
                      <a:pt x="247955" y="2870089"/>
                    </a:cubicBezTo>
                    <a:cubicBezTo>
                      <a:pt x="151498" y="2698265"/>
                      <a:pt x="108495" y="2512000"/>
                      <a:pt x="106405" y="2315603"/>
                    </a:cubicBezTo>
                    <a:cubicBezTo>
                      <a:pt x="104694" y="2158408"/>
                      <a:pt x="105011" y="2001151"/>
                      <a:pt x="99121" y="1844147"/>
                    </a:cubicBezTo>
                    <a:cubicBezTo>
                      <a:pt x="96461" y="1773656"/>
                      <a:pt x="101338" y="1676629"/>
                      <a:pt x="72964" y="1551355"/>
                    </a:cubicBezTo>
                    <a:cubicBezTo>
                      <a:pt x="48264" y="1442105"/>
                      <a:pt x="29517" y="1438431"/>
                      <a:pt x="12544" y="1362938"/>
                    </a:cubicBezTo>
                    <a:cubicBezTo>
                      <a:pt x="-29700" y="1174900"/>
                      <a:pt x="43197" y="1004406"/>
                      <a:pt x="105898" y="857788"/>
                    </a:cubicBezTo>
                    <a:cubicBezTo>
                      <a:pt x="155615" y="741571"/>
                      <a:pt x="187345" y="657844"/>
                      <a:pt x="269679" y="574117"/>
                    </a:cubicBezTo>
                    <a:cubicBezTo>
                      <a:pt x="393813" y="447956"/>
                      <a:pt x="548917" y="376706"/>
                      <a:pt x="714914" y="325089"/>
                    </a:cubicBezTo>
                    <a:cubicBezTo>
                      <a:pt x="838668" y="286645"/>
                      <a:pt x="965336" y="258905"/>
                      <a:pt x="1090673" y="226542"/>
                    </a:cubicBezTo>
                    <a:cubicBezTo>
                      <a:pt x="1259267" y="183031"/>
                      <a:pt x="1421211" y="119191"/>
                      <a:pt x="1587209" y="67764"/>
                    </a:cubicBezTo>
                    <a:cubicBezTo>
                      <a:pt x="1700196" y="32804"/>
                      <a:pt x="1814640" y="5760"/>
                      <a:pt x="1933644" y="820"/>
                    </a:cubicBezTo>
                    <a:cubicBezTo>
                      <a:pt x="2102112" y="-6146"/>
                      <a:pt x="2262156" y="31917"/>
                      <a:pt x="2418400" y="89994"/>
                    </a:cubicBezTo>
                    <a:cubicBezTo>
                      <a:pt x="2624551" y="166565"/>
                      <a:pt x="2817085" y="267392"/>
                      <a:pt x="2983273" y="413693"/>
                    </a:cubicBezTo>
                    <a:cubicBezTo>
                      <a:pt x="3183471" y="589887"/>
                      <a:pt x="3308048" y="812885"/>
                      <a:pt x="3381262" y="1066156"/>
                    </a:cubicBezTo>
                    <a:cubicBezTo>
                      <a:pt x="3496592" y="1464841"/>
                      <a:pt x="3489372" y="1860867"/>
                      <a:pt x="3330911" y="2246316"/>
                    </a:cubicBezTo>
                    <a:cubicBezTo>
                      <a:pt x="3130207" y="2734555"/>
                      <a:pt x="2772055" y="3055087"/>
                      <a:pt x="2267476" y="3211014"/>
                    </a:cubicBezTo>
                    <a:cubicBezTo>
                      <a:pt x="2083618" y="3267824"/>
                      <a:pt x="1894947" y="3299618"/>
                      <a:pt x="1703806" y="3319504"/>
                    </a:cubicBezTo>
                    <a:cubicBezTo>
                      <a:pt x="1544269" y="3336098"/>
                      <a:pt x="1384351" y="3344775"/>
                      <a:pt x="1224244" y="3350728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2a4da21-ca96-461e-aedb-b2face074071" id="47" name="Icon1">
                <a:extLst>
                  <a:ext uri="{FF2B5EF4-FFF2-40B4-BE49-F238E27FC236}">
                    <a16:creationId id="{1E7680A6-937C-8364-C0C3-F7A2366F6FE2}"/>
                  </a:ext>
                </a:extLst>
              </p:cNvPr>
              <p:cNvSpPr/>
              <p:nvPr/>
            </p:nvSpPr>
            <p:spPr>
              <a:xfrm flipV="false" flipH="false">
                <a:off x="3550728" y="2776347"/>
                <a:ext cx="313157" cy="289609"/>
              </a:xfrm>
              <a:custGeom>
                <a:avLst/>
                <a:gdLst>
                  <a:gd fmla="*/ 307303 w 605085" name="connsiteX0"/>
                  <a:gd fmla="*/ 440470 h 559584" name="connsiteY0"/>
                  <a:gd fmla="*/ 325920 w 605085" name="connsiteX1"/>
                  <a:gd fmla="*/ 448113 h 559584" name="connsiteY1"/>
                  <a:gd fmla="*/ 325920 w 605085" name="connsiteX2"/>
                  <a:gd fmla="*/ 485127 h 559584" name="connsiteY2"/>
                  <a:gd fmla="*/ 288836 w 605085" name="connsiteX3"/>
                  <a:gd fmla="*/ 485127 h 559584" name="connsiteY3"/>
                  <a:gd fmla="*/ 288836 w 605085" name="connsiteX4"/>
                  <a:gd fmla="*/ 448113 h 559584" name="connsiteY4"/>
                  <a:gd fmla="*/ 307303 w 605085" name="connsiteX5"/>
                  <a:gd fmla="*/ 440470 h 559584" name="connsiteY5"/>
                  <a:gd fmla="*/ 307301 w 605085" name="connsiteX6"/>
                  <a:gd fmla="*/ 418902 h 559584" name="connsiteY6"/>
                  <a:gd fmla="*/ 273533 w 605085" name="connsiteX7"/>
                  <a:gd fmla="*/ 432985 h 559584" name="connsiteY7"/>
                  <a:gd fmla="*/ 273533 w 605085" name="connsiteX8"/>
                  <a:gd fmla="*/ 500405 h 559584" name="connsiteY8"/>
                  <a:gd fmla="*/ 307301 w 605085" name="connsiteX9"/>
                  <a:gd fmla="*/ 514338 h 559584" name="connsiteY9"/>
                  <a:gd fmla="*/ 341068 w 605085" name="connsiteX10"/>
                  <a:gd fmla="*/ 500405 h 559584" name="connsiteY10"/>
                  <a:gd fmla="*/ 341068 w 605085" name="connsiteX11"/>
                  <a:gd fmla="*/ 432985 h 559584" name="connsiteY11"/>
                  <a:gd fmla="*/ 307301 w 605085" name="connsiteX12"/>
                  <a:gd fmla="*/ 418902 h 559584" name="connsiteY12"/>
                  <a:gd fmla="*/ 188893 w 605085" name="connsiteX13"/>
                  <a:gd fmla="*/ 374420 h 559584" name="connsiteY13"/>
                  <a:gd fmla="*/ 207368 w 605085" name="connsiteX14"/>
                  <a:gd fmla="*/ 382063 h 559584" name="connsiteY14"/>
                  <a:gd fmla="*/ 215179 w 605085" name="connsiteX15"/>
                  <a:gd fmla="*/ 400645 h 559584" name="connsiteY15"/>
                  <a:gd fmla="*/ 207368 w 605085" name="connsiteX16"/>
                  <a:gd fmla="*/ 419077 h 559584" name="connsiteY16"/>
                  <a:gd fmla="*/ 170268 w 605085" name="connsiteX17"/>
                  <a:gd fmla="*/ 419077 h 559584" name="connsiteY17"/>
                  <a:gd fmla="*/ 162608 w 605085" name="connsiteX18"/>
                  <a:gd fmla="*/ 400645 h 559584" name="connsiteY18"/>
                  <a:gd fmla="*/ 170268 w 605085" name="connsiteX19"/>
                  <a:gd fmla="*/ 382063 h 559584" name="connsiteY19"/>
                  <a:gd fmla="*/ 188893 w 605085" name="connsiteX20"/>
                  <a:gd fmla="*/ 374420 h 559584" name="connsiteY20"/>
                  <a:gd fmla="*/ 426769 w 605085" name="connsiteX21"/>
                  <a:gd fmla="*/ 373503 h 559584" name="connsiteY21"/>
                  <a:gd fmla="*/ 445395 w 605085" name="connsiteX22"/>
                  <a:gd fmla="*/ 381145 h 559584" name="connsiteY22"/>
                  <a:gd fmla="*/ 453055 w 605085" name="connsiteX23"/>
                  <a:gd fmla="*/ 399724 h 559584" name="connsiteY23"/>
                  <a:gd fmla="*/ 445395 w 605085" name="connsiteX24"/>
                  <a:gd fmla="*/ 418302 h 559584" name="connsiteY24"/>
                  <a:gd fmla="*/ 408144 w 605085" name="connsiteX25"/>
                  <a:gd fmla="*/ 418302 h 559584" name="connsiteY25"/>
                  <a:gd fmla="*/ 400484 w 605085" name="connsiteX26"/>
                  <a:gd fmla="*/ 399724 h 559584" name="connsiteY26"/>
                  <a:gd fmla="*/ 408144 w 605085" name="connsiteX27"/>
                  <a:gd fmla="*/ 381145 h 559584" name="connsiteY27"/>
                  <a:gd fmla="*/ 426769 w 605085" name="connsiteX28"/>
                  <a:gd fmla="*/ 373503 h 559584" name="connsiteY28"/>
                  <a:gd fmla="*/ 188890 w 605085" name="connsiteX29"/>
                  <a:gd fmla="*/ 352830 h 559584" name="connsiteY29"/>
                  <a:gd fmla="*/ 155123 w 605085" name="connsiteX30"/>
                  <a:gd fmla="*/ 366764 h 559584" name="connsiteY30"/>
                  <a:gd fmla="*/ 141016 w 605085" name="connsiteX31"/>
                  <a:gd fmla="*/ 400623 h 559584" name="connsiteY31"/>
                  <a:gd fmla="*/ 155123 w 605085" name="connsiteX32"/>
                  <a:gd fmla="*/ 434333 h 559584" name="connsiteY32"/>
                  <a:gd fmla="*/ 188890 w 605085" name="connsiteX33"/>
                  <a:gd fmla="*/ 448267 h 559584" name="connsiteY33"/>
                  <a:gd fmla="*/ 222657 w 605085" name="connsiteX34"/>
                  <a:gd fmla="*/ 434333 h 559584" name="connsiteY34"/>
                  <a:gd fmla="*/ 236615 w 605085" name="connsiteX35"/>
                  <a:gd fmla="*/ 400623 h 559584" name="connsiteY35"/>
                  <a:gd fmla="*/ 222657 w 605085" name="connsiteX36"/>
                  <a:gd fmla="*/ 366764 h 559584" name="connsiteY36"/>
                  <a:gd fmla="*/ 188890 w 605085" name="connsiteX37"/>
                  <a:gd fmla="*/ 352830 h 559584" name="connsiteY37"/>
                  <a:gd fmla="*/ 426762 w 605085" name="connsiteX38"/>
                  <a:gd fmla="*/ 351931 h 559584" name="connsiteY38"/>
                  <a:gd fmla="*/ 392994 w 605085" name="connsiteX39"/>
                  <a:gd fmla="*/ 366015 h 559584" name="connsiteY39"/>
                  <a:gd fmla="*/ 379037 w 605085" name="connsiteX40"/>
                  <a:gd fmla="*/ 399724 h 559584" name="connsiteY40"/>
                  <a:gd fmla="*/ 392994 w 605085" name="connsiteX41"/>
                  <a:gd fmla="*/ 433434 h 559584" name="connsiteY41"/>
                  <a:gd fmla="*/ 426762 w 605085" name="connsiteX42"/>
                  <a:gd fmla="*/ 447368 h 559584" name="connsiteY42"/>
                  <a:gd fmla="*/ 460529 w 605085" name="connsiteX43"/>
                  <a:gd fmla="*/ 433434 h 559584" name="connsiteY43"/>
                  <a:gd fmla="*/ 474486 w 605085" name="connsiteX44"/>
                  <a:gd fmla="*/ 399724 h 559584" name="connsiteY44"/>
                  <a:gd fmla="*/ 460529 w 605085" name="connsiteX45"/>
                  <a:gd fmla="*/ 366015 h 559584" name="connsiteY45"/>
                  <a:gd fmla="*/ 426762 w 605085" name="connsiteX46"/>
                  <a:gd fmla="*/ 351931 h 559584" name="connsiteY46"/>
                  <a:gd fmla="*/ 494154 w 605085" name="connsiteX47"/>
                  <a:gd fmla="*/ 253965 h 559584" name="connsiteY47"/>
                  <a:gd fmla="*/ 512775 w 605085" name="connsiteX48"/>
                  <a:gd fmla="*/ 261607 h 559584" name="connsiteY48"/>
                  <a:gd fmla="*/ 512775 w 605085" name="connsiteX49"/>
                  <a:gd fmla="*/ 298764 h 559584" name="connsiteY49"/>
                  <a:gd fmla="*/ 475533 w 605085" name="connsiteX50"/>
                  <a:gd fmla="*/ 298764 h 559584" name="connsiteY50"/>
                  <a:gd fmla="*/ 467874 w 605085" name="connsiteX51"/>
                  <a:gd fmla="*/ 280186 h 559584" name="connsiteY51"/>
                  <a:gd fmla="*/ 475533 w 605085" name="connsiteX52"/>
                  <a:gd fmla="*/ 261607 h 559584" name="connsiteY52"/>
                  <a:gd fmla="*/ 494154 w 605085" name="connsiteX53"/>
                  <a:gd fmla="*/ 253965 h 559584" name="connsiteY53"/>
                  <a:gd fmla="*/ 119099 w 605085" name="connsiteX54"/>
                  <a:gd fmla="*/ 252483 h 559584" name="connsiteY54"/>
                  <a:gd fmla="*/ 137720 w 605085" name="connsiteX55"/>
                  <a:gd fmla="*/ 260125 h 559584" name="connsiteY55"/>
                  <a:gd fmla="*/ 137569 w 605085" name="connsiteX56"/>
                  <a:gd fmla="*/ 297282 h 559584" name="connsiteY56"/>
                  <a:gd fmla="*/ 100478 w 605085" name="connsiteX57"/>
                  <a:gd fmla="*/ 297282 h 559584" name="connsiteY57"/>
                  <a:gd fmla="*/ 92819 w 605085" name="connsiteX58"/>
                  <a:gd fmla="*/ 278704 h 559584" name="connsiteY58"/>
                  <a:gd fmla="*/ 100478 w 605085" name="connsiteX59"/>
                  <a:gd fmla="*/ 260125 h 559584" name="connsiteY59"/>
                  <a:gd fmla="*/ 119099 w 605085" name="connsiteX60"/>
                  <a:gd fmla="*/ 252483 h 559584" name="connsiteY60"/>
                  <a:gd fmla="*/ 494146 w 605085" name="connsiteX61"/>
                  <a:gd fmla="*/ 232524 h 559584" name="connsiteY61"/>
                  <a:gd fmla="*/ 460379 w 605085" name="connsiteX62"/>
                  <a:gd fmla="*/ 246457 h 559584" name="connsiteY62"/>
                  <a:gd fmla="*/ 446422 w 605085" name="connsiteX63"/>
                  <a:gd fmla="*/ 280167 h 559584" name="connsiteY63"/>
                  <a:gd fmla="*/ 460379 w 605085" name="connsiteX64"/>
                  <a:gd fmla="*/ 313877 h 559584" name="connsiteY64"/>
                  <a:gd fmla="*/ 494146 w 605085" name="connsiteX65"/>
                  <a:gd fmla="*/ 327810 h 559584" name="connsiteY65"/>
                  <a:gd fmla="*/ 527913 w 605085" name="connsiteX66"/>
                  <a:gd fmla="*/ 313877 h 559584" name="connsiteY66"/>
                  <a:gd fmla="*/ 527913 w 605085" name="connsiteX67"/>
                  <a:gd fmla="*/ 246457 h 559584" name="connsiteY67"/>
                  <a:gd fmla="*/ 494146 w 605085" name="connsiteX68"/>
                  <a:gd fmla="*/ 232524 h 559584" name="connsiteY68"/>
                  <a:gd fmla="*/ 119105 w 605085" name="connsiteX69"/>
                  <a:gd fmla="*/ 231025 h 559584" name="connsiteY69"/>
                  <a:gd fmla="*/ 85338 w 605085" name="connsiteX70"/>
                  <a:gd fmla="*/ 244959 h 559584" name="connsiteY70"/>
                  <a:gd fmla="*/ 71230 w 605085" name="connsiteX71"/>
                  <a:gd fmla="*/ 278669 h 559584" name="connsiteY71"/>
                  <a:gd fmla="*/ 85338 w 605085" name="connsiteX72"/>
                  <a:gd fmla="*/ 312378 h 559584" name="connsiteY72"/>
                  <a:gd fmla="*/ 119105 w 605085" name="connsiteX73"/>
                  <a:gd fmla="*/ 326312 h 559584" name="connsiteY73"/>
                  <a:gd fmla="*/ 152872 w 605085" name="connsiteX74"/>
                  <a:gd fmla="*/ 312378 h 559584" name="connsiteY74"/>
                  <a:gd fmla="*/ 152872 w 605085" name="connsiteX75"/>
                  <a:gd fmla="*/ 244959 h 559584" name="connsiteY75"/>
                  <a:gd fmla="*/ 119105 w 605085" name="connsiteX76"/>
                  <a:gd fmla="*/ 231025 h 559584" name="connsiteY76"/>
                  <a:gd fmla="*/ 194432 w 605085" name="connsiteX77"/>
                  <a:gd fmla="*/ 78398 h 559584" name="connsiteY77"/>
                  <a:gd fmla="*/ 221890 w 605085" name="connsiteX78"/>
                  <a:gd fmla="*/ 90821 h 559584" name="connsiteY78"/>
                  <a:gd fmla="*/ 228192 w 605085" name="connsiteX79"/>
                  <a:gd fmla="*/ 134077 h 559584" name="connsiteY79"/>
                  <a:gd fmla="*/ 212287 w 605085" name="connsiteX80"/>
                  <a:gd fmla="*/ 140213 h 559584" name="connsiteY80"/>
                  <a:gd fmla="*/ 184829 w 605085" name="connsiteX81"/>
                  <a:gd fmla="*/ 127790 h 559584" name="connsiteY81"/>
                  <a:gd fmla="*/ 178527 w 605085" name="connsiteX82"/>
                  <a:gd fmla="*/ 84535 h 559584" name="connsiteY82"/>
                  <a:gd fmla="*/ 194432 w 605085" name="connsiteX83"/>
                  <a:gd fmla="*/ 78398 h 559584" name="connsiteY83"/>
                  <a:gd fmla="*/ 194443 w 605085" name="connsiteX84"/>
                  <a:gd fmla="*/ 56932 h 559584" name="connsiteY84"/>
                  <a:gd fmla="*/ 163377 w 605085" name="connsiteX85"/>
                  <a:gd fmla="*/ 69368 h 559584" name="connsiteY85"/>
                  <a:gd fmla="*/ 169681 w 605085" name="connsiteX86"/>
                  <a:gd fmla="*/ 143080 h 559584" name="connsiteY86"/>
                  <a:gd fmla="*/ 212302 w 605085" name="connsiteX87"/>
                  <a:gd fmla="*/ 161658 h 559584" name="connsiteY87"/>
                  <a:gd fmla="*/ 243518 w 605085" name="connsiteX88"/>
                  <a:gd fmla="*/ 149372 h 559584" name="connsiteY88"/>
                  <a:gd fmla="*/ 237215 w 605085" name="connsiteX89"/>
                  <a:gd fmla="*/ 75660 h 559584" name="connsiteY89"/>
                  <a:gd fmla="*/ 194443 w 605085" name="connsiteX90"/>
                  <a:gd fmla="*/ 56932 h 559584" name="connsiteY90"/>
                  <a:gd fmla="*/ 184688 w 605085" name="connsiteX91"/>
                  <a:gd fmla="*/ 0 h 559584" name="connsiteY91"/>
                  <a:gd fmla="*/ 274284 w 605085" name="connsiteX92"/>
                  <a:gd fmla="*/ 37006 h 559584" name="connsiteY92"/>
                  <a:gd fmla="*/ 311203 w 605085" name="connsiteX93"/>
                  <a:gd fmla="*/ 121955 h 559584" name="connsiteY93"/>
                  <a:gd fmla="*/ 311353 w 605085" name="connsiteX94"/>
                  <a:gd fmla="*/ 123004 h 559584" name="connsiteY94"/>
                  <a:gd fmla="*/ 311203 w 605085" name="connsiteX95"/>
                  <a:gd fmla="*/ 124053 h 559584" name="connsiteY95"/>
                  <a:gd fmla="*/ 311053 w 605085" name="connsiteX96"/>
                  <a:gd fmla="*/ 128547 h 559584" name="connsiteY96"/>
                  <a:gd fmla="*/ 311203 w 605085" name="connsiteX97"/>
                  <a:gd fmla="*/ 131244 h 559584" name="connsiteY97"/>
                  <a:gd fmla="*/ 324409 w 605085" name="connsiteX98"/>
                  <a:gd fmla="*/ 165853 h 559584" name="connsiteY98"/>
                  <a:gd fmla="*/ 356226 w 605085" name="connsiteX99"/>
                  <a:gd fmla="*/ 179037 h 559584" name="connsiteY99"/>
                  <a:gd fmla="*/ 388042 w 605085" name="connsiteX100"/>
                  <a:gd fmla="*/ 165853 h 559584" name="connsiteY100"/>
                  <a:gd fmla="*/ 477637 w 605085" name="connsiteX101"/>
                  <a:gd fmla="*/ 128697 h 559584" name="connsiteY101"/>
                  <a:gd fmla="*/ 567383 w 605085" name="connsiteX102"/>
                  <a:gd fmla="*/ 165853 h 559584" name="connsiteY102"/>
                  <a:gd fmla="*/ 604302 w 605085" name="connsiteX103"/>
                  <a:gd fmla="*/ 249753 h 559584" name="connsiteY103"/>
                  <a:gd fmla="*/ 605052 w 605085" name="connsiteX104"/>
                  <a:gd fmla="*/ 252899 h 559584" name="connsiteY104"/>
                  <a:gd fmla="*/ 516357 w 605085" name="connsiteX105"/>
                  <a:gd fmla="*/ 471189 h 559584" name="connsiteY105"/>
                  <a:gd fmla="*/ 302348 w 605085" name="connsiteX106"/>
                  <a:gd fmla="*/ 559584 h 559584" name="connsiteY106"/>
                  <a:gd fmla="*/ 88489 w 605085" name="connsiteX107"/>
                  <a:gd fmla="*/ 471189 h 559584" name="connsiteY107"/>
                  <a:gd fmla="*/ 88339 w 605085" name="connsiteX108"/>
                  <a:gd fmla="*/ 44048 h 559584" name="connsiteY108"/>
                  <a:gd fmla="*/ 89239 w 605085" name="connsiteX109"/>
                  <a:gd fmla="*/ 43149 h 559584" name="connsiteY109"/>
                  <a:gd fmla="*/ 89840 w 605085" name="connsiteX110"/>
                  <a:gd fmla="*/ 42550 h 559584" name="connsiteY110"/>
                  <a:gd fmla="*/ 94792 w 605085" name="connsiteX111"/>
                  <a:gd fmla="*/ 37006 h 559584" name="connsiteY111"/>
                  <a:gd fmla="*/ 111451 w 605085" name="connsiteX112"/>
                  <a:gd fmla="*/ 23223 h 559584" name="connsiteY112"/>
                  <a:gd fmla="*/ 184688 w 605085" name="connsiteX113"/>
                  <a:gd fmla="*/ 0 h 559584" name="connsiteY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</a:cxnLst>
                <a:rect b="b" l="l" r="r" t="t"/>
                <a:pathLst>
                  <a:path h="559584" w="605085">
                    <a:moveTo>
                      <a:pt x="307303" y="440470"/>
                    </a:moveTo>
                    <a:cubicBezTo>
                      <a:pt x="314359" y="440470"/>
                      <a:pt x="320965" y="443168"/>
                      <a:pt x="325920" y="448113"/>
                    </a:cubicBezTo>
                    <a:cubicBezTo>
                      <a:pt x="336129" y="458303"/>
                      <a:pt x="336129" y="474937"/>
                      <a:pt x="325920" y="485127"/>
                    </a:cubicBezTo>
                    <a:cubicBezTo>
                      <a:pt x="316011" y="495017"/>
                      <a:pt x="298745" y="495017"/>
                      <a:pt x="288836" y="485127"/>
                    </a:cubicBezTo>
                    <a:cubicBezTo>
                      <a:pt x="278477" y="474937"/>
                      <a:pt x="278477" y="458303"/>
                      <a:pt x="288836" y="448113"/>
                    </a:cubicBezTo>
                    <a:cubicBezTo>
                      <a:pt x="293791" y="443168"/>
                      <a:pt x="300397" y="440470"/>
                      <a:pt x="307303" y="440470"/>
                    </a:cubicBezTo>
                    <a:close/>
                    <a:moveTo>
                      <a:pt x="307301" y="418902"/>
                    </a:moveTo>
                    <a:cubicBezTo>
                      <a:pt x="294544" y="418902"/>
                      <a:pt x="282538" y="423846"/>
                      <a:pt x="273533" y="432985"/>
                    </a:cubicBezTo>
                    <a:cubicBezTo>
                      <a:pt x="254924" y="451563"/>
                      <a:pt x="254924" y="481827"/>
                      <a:pt x="273533" y="500405"/>
                    </a:cubicBezTo>
                    <a:cubicBezTo>
                      <a:pt x="282538" y="509394"/>
                      <a:pt x="294544" y="514338"/>
                      <a:pt x="307301" y="514338"/>
                    </a:cubicBezTo>
                    <a:cubicBezTo>
                      <a:pt x="320057" y="514338"/>
                      <a:pt x="332063" y="509394"/>
                      <a:pt x="341068" y="500405"/>
                    </a:cubicBezTo>
                    <a:cubicBezTo>
                      <a:pt x="359677" y="481827"/>
                      <a:pt x="359677" y="451563"/>
                      <a:pt x="341068" y="432985"/>
                    </a:cubicBezTo>
                    <a:cubicBezTo>
                      <a:pt x="332063" y="423846"/>
                      <a:pt x="320057" y="418902"/>
                      <a:pt x="307301" y="418902"/>
                    </a:cubicBezTo>
                    <a:close/>
                    <a:moveTo>
                      <a:pt x="188893" y="374420"/>
                    </a:moveTo>
                    <a:cubicBezTo>
                      <a:pt x="195803" y="374420"/>
                      <a:pt x="202412" y="377118"/>
                      <a:pt x="207368" y="382063"/>
                    </a:cubicBezTo>
                    <a:cubicBezTo>
                      <a:pt x="212325" y="387008"/>
                      <a:pt x="215179" y="393602"/>
                      <a:pt x="215179" y="400645"/>
                    </a:cubicBezTo>
                    <a:cubicBezTo>
                      <a:pt x="215179" y="407538"/>
                      <a:pt x="212325" y="414132"/>
                      <a:pt x="207368" y="419077"/>
                    </a:cubicBezTo>
                    <a:cubicBezTo>
                      <a:pt x="197455" y="428967"/>
                      <a:pt x="180182" y="428967"/>
                      <a:pt x="170268" y="419077"/>
                    </a:cubicBezTo>
                    <a:cubicBezTo>
                      <a:pt x="165312" y="414132"/>
                      <a:pt x="162608" y="407538"/>
                      <a:pt x="162608" y="400645"/>
                    </a:cubicBezTo>
                    <a:cubicBezTo>
                      <a:pt x="162608" y="393602"/>
                      <a:pt x="165312" y="387008"/>
                      <a:pt x="170268" y="382063"/>
                    </a:cubicBezTo>
                    <a:cubicBezTo>
                      <a:pt x="175225" y="377118"/>
                      <a:pt x="181834" y="374420"/>
                      <a:pt x="188893" y="374420"/>
                    </a:cubicBezTo>
                    <a:close/>
                    <a:moveTo>
                      <a:pt x="426769" y="373503"/>
                    </a:moveTo>
                    <a:cubicBezTo>
                      <a:pt x="433829" y="373503"/>
                      <a:pt x="440438" y="376200"/>
                      <a:pt x="445395" y="381145"/>
                    </a:cubicBezTo>
                    <a:cubicBezTo>
                      <a:pt x="450351" y="386089"/>
                      <a:pt x="453055" y="392682"/>
                      <a:pt x="453055" y="399724"/>
                    </a:cubicBezTo>
                    <a:cubicBezTo>
                      <a:pt x="453055" y="406766"/>
                      <a:pt x="450351" y="413208"/>
                      <a:pt x="445395" y="418302"/>
                    </a:cubicBezTo>
                    <a:cubicBezTo>
                      <a:pt x="435331" y="428191"/>
                      <a:pt x="418058" y="428191"/>
                      <a:pt x="408144" y="418302"/>
                    </a:cubicBezTo>
                    <a:cubicBezTo>
                      <a:pt x="403188" y="413208"/>
                      <a:pt x="400484" y="406766"/>
                      <a:pt x="400484" y="399724"/>
                    </a:cubicBezTo>
                    <a:cubicBezTo>
                      <a:pt x="400484" y="392682"/>
                      <a:pt x="403188" y="386089"/>
                      <a:pt x="408144" y="381145"/>
                    </a:cubicBezTo>
                    <a:cubicBezTo>
                      <a:pt x="413101" y="376200"/>
                      <a:pt x="419710" y="373503"/>
                      <a:pt x="426769" y="373503"/>
                    </a:cubicBezTo>
                    <a:close/>
                    <a:moveTo>
                      <a:pt x="188890" y="352830"/>
                    </a:moveTo>
                    <a:cubicBezTo>
                      <a:pt x="176134" y="352830"/>
                      <a:pt x="164128" y="357774"/>
                      <a:pt x="155123" y="366764"/>
                    </a:cubicBezTo>
                    <a:cubicBezTo>
                      <a:pt x="145968" y="375903"/>
                      <a:pt x="141016" y="387889"/>
                      <a:pt x="141016" y="400623"/>
                    </a:cubicBezTo>
                    <a:cubicBezTo>
                      <a:pt x="141016" y="413358"/>
                      <a:pt x="145968" y="425194"/>
                      <a:pt x="155123" y="434333"/>
                    </a:cubicBezTo>
                    <a:cubicBezTo>
                      <a:pt x="164128" y="443323"/>
                      <a:pt x="176134" y="448267"/>
                      <a:pt x="188890" y="448267"/>
                    </a:cubicBezTo>
                    <a:cubicBezTo>
                      <a:pt x="201647" y="448267"/>
                      <a:pt x="213503" y="443323"/>
                      <a:pt x="222657" y="434333"/>
                    </a:cubicBezTo>
                    <a:cubicBezTo>
                      <a:pt x="231662" y="425194"/>
                      <a:pt x="236615" y="413358"/>
                      <a:pt x="236615" y="400623"/>
                    </a:cubicBezTo>
                    <a:cubicBezTo>
                      <a:pt x="236615" y="387739"/>
                      <a:pt x="231662" y="375903"/>
                      <a:pt x="222657" y="366764"/>
                    </a:cubicBezTo>
                    <a:cubicBezTo>
                      <a:pt x="213653" y="357774"/>
                      <a:pt x="201647" y="352830"/>
                      <a:pt x="188890" y="352830"/>
                    </a:cubicBezTo>
                    <a:close/>
                    <a:moveTo>
                      <a:pt x="426762" y="351931"/>
                    </a:moveTo>
                    <a:cubicBezTo>
                      <a:pt x="414005" y="351931"/>
                      <a:pt x="401999" y="356875"/>
                      <a:pt x="392994" y="366015"/>
                    </a:cubicBezTo>
                    <a:cubicBezTo>
                      <a:pt x="383990" y="375004"/>
                      <a:pt x="379037" y="386990"/>
                      <a:pt x="379037" y="399724"/>
                    </a:cubicBezTo>
                    <a:cubicBezTo>
                      <a:pt x="379037" y="412459"/>
                      <a:pt x="383990" y="424445"/>
                      <a:pt x="392994" y="433434"/>
                    </a:cubicBezTo>
                    <a:cubicBezTo>
                      <a:pt x="401999" y="442424"/>
                      <a:pt x="414005" y="447368"/>
                      <a:pt x="426762" y="447368"/>
                    </a:cubicBezTo>
                    <a:cubicBezTo>
                      <a:pt x="439518" y="447368"/>
                      <a:pt x="451524" y="442424"/>
                      <a:pt x="460529" y="433434"/>
                    </a:cubicBezTo>
                    <a:cubicBezTo>
                      <a:pt x="469533" y="424445"/>
                      <a:pt x="474486" y="412459"/>
                      <a:pt x="474486" y="399724"/>
                    </a:cubicBezTo>
                    <a:cubicBezTo>
                      <a:pt x="474486" y="386990"/>
                      <a:pt x="469533" y="375004"/>
                      <a:pt x="460529" y="366015"/>
                    </a:cubicBezTo>
                    <a:cubicBezTo>
                      <a:pt x="451524" y="356875"/>
                      <a:pt x="439518" y="351931"/>
                      <a:pt x="426762" y="351931"/>
                    </a:cubicBezTo>
                    <a:close/>
                    <a:moveTo>
                      <a:pt x="494154" y="253965"/>
                    </a:moveTo>
                    <a:cubicBezTo>
                      <a:pt x="501212" y="253965"/>
                      <a:pt x="507819" y="256662"/>
                      <a:pt x="512775" y="261607"/>
                    </a:cubicBezTo>
                    <a:cubicBezTo>
                      <a:pt x="522986" y="271795"/>
                      <a:pt x="522986" y="288426"/>
                      <a:pt x="512775" y="298764"/>
                    </a:cubicBezTo>
                    <a:cubicBezTo>
                      <a:pt x="502863" y="308653"/>
                      <a:pt x="485594" y="308653"/>
                      <a:pt x="475533" y="298764"/>
                    </a:cubicBezTo>
                    <a:cubicBezTo>
                      <a:pt x="470577" y="293820"/>
                      <a:pt x="467874" y="287228"/>
                      <a:pt x="467874" y="280186"/>
                    </a:cubicBezTo>
                    <a:cubicBezTo>
                      <a:pt x="467874" y="273144"/>
                      <a:pt x="470577" y="266551"/>
                      <a:pt x="475533" y="261607"/>
                    </a:cubicBezTo>
                    <a:cubicBezTo>
                      <a:pt x="480638" y="256662"/>
                      <a:pt x="487246" y="253965"/>
                      <a:pt x="494154" y="253965"/>
                    </a:cubicBezTo>
                    <a:close/>
                    <a:moveTo>
                      <a:pt x="119099" y="252483"/>
                    </a:moveTo>
                    <a:cubicBezTo>
                      <a:pt x="126157" y="252483"/>
                      <a:pt x="132764" y="255180"/>
                      <a:pt x="137720" y="260125"/>
                    </a:cubicBezTo>
                    <a:cubicBezTo>
                      <a:pt x="147931" y="270463"/>
                      <a:pt x="147931" y="287094"/>
                      <a:pt x="137569" y="297282"/>
                    </a:cubicBezTo>
                    <a:cubicBezTo>
                      <a:pt x="127658" y="307171"/>
                      <a:pt x="110389" y="307171"/>
                      <a:pt x="100478" y="297282"/>
                    </a:cubicBezTo>
                    <a:cubicBezTo>
                      <a:pt x="95522" y="292338"/>
                      <a:pt x="92819" y="285746"/>
                      <a:pt x="92819" y="278704"/>
                    </a:cubicBezTo>
                    <a:cubicBezTo>
                      <a:pt x="92819" y="271662"/>
                      <a:pt x="95522" y="265219"/>
                      <a:pt x="100478" y="260125"/>
                    </a:cubicBezTo>
                    <a:cubicBezTo>
                      <a:pt x="105433" y="255180"/>
                      <a:pt x="112041" y="252483"/>
                      <a:pt x="119099" y="252483"/>
                    </a:cubicBezTo>
                    <a:close/>
                    <a:moveTo>
                      <a:pt x="494146" y="232524"/>
                    </a:moveTo>
                    <a:cubicBezTo>
                      <a:pt x="481389" y="232524"/>
                      <a:pt x="469383" y="237468"/>
                      <a:pt x="460379" y="246457"/>
                    </a:cubicBezTo>
                    <a:cubicBezTo>
                      <a:pt x="451374" y="255446"/>
                      <a:pt x="446422" y="267432"/>
                      <a:pt x="446422" y="280167"/>
                    </a:cubicBezTo>
                    <a:cubicBezTo>
                      <a:pt x="446422" y="292902"/>
                      <a:pt x="451374" y="304887"/>
                      <a:pt x="460379" y="313877"/>
                    </a:cubicBezTo>
                    <a:cubicBezTo>
                      <a:pt x="469383" y="322866"/>
                      <a:pt x="481389" y="327810"/>
                      <a:pt x="494146" y="327810"/>
                    </a:cubicBezTo>
                    <a:cubicBezTo>
                      <a:pt x="506902" y="327810"/>
                      <a:pt x="518909" y="322866"/>
                      <a:pt x="527913" y="313877"/>
                    </a:cubicBezTo>
                    <a:cubicBezTo>
                      <a:pt x="546523" y="295299"/>
                      <a:pt x="546523" y="265035"/>
                      <a:pt x="527913" y="246457"/>
                    </a:cubicBezTo>
                    <a:cubicBezTo>
                      <a:pt x="518909" y="237468"/>
                      <a:pt x="506902" y="232524"/>
                      <a:pt x="494146" y="232524"/>
                    </a:cubicBezTo>
                    <a:close/>
                    <a:moveTo>
                      <a:pt x="119105" y="231025"/>
                    </a:moveTo>
                    <a:cubicBezTo>
                      <a:pt x="106348" y="231025"/>
                      <a:pt x="94342" y="235969"/>
                      <a:pt x="85338" y="244959"/>
                    </a:cubicBezTo>
                    <a:cubicBezTo>
                      <a:pt x="76333" y="253948"/>
                      <a:pt x="71230" y="265934"/>
                      <a:pt x="71230" y="278669"/>
                    </a:cubicBezTo>
                    <a:cubicBezTo>
                      <a:pt x="71230" y="291403"/>
                      <a:pt x="76333" y="303389"/>
                      <a:pt x="85338" y="312378"/>
                    </a:cubicBezTo>
                    <a:cubicBezTo>
                      <a:pt x="94342" y="321368"/>
                      <a:pt x="106348" y="326312"/>
                      <a:pt x="119105" y="326312"/>
                    </a:cubicBezTo>
                    <a:cubicBezTo>
                      <a:pt x="131861" y="326312"/>
                      <a:pt x="143867" y="321368"/>
                      <a:pt x="152872" y="312378"/>
                    </a:cubicBezTo>
                    <a:cubicBezTo>
                      <a:pt x="171481" y="293801"/>
                      <a:pt x="171481" y="263537"/>
                      <a:pt x="152872" y="244959"/>
                    </a:cubicBezTo>
                    <a:cubicBezTo>
                      <a:pt x="143867" y="235969"/>
                      <a:pt x="131861" y="231025"/>
                      <a:pt x="119105" y="231025"/>
                    </a:cubicBezTo>
                    <a:close/>
                    <a:moveTo>
                      <a:pt x="194432" y="78398"/>
                    </a:moveTo>
                    <a:cubicBezTo>
                      <a:pt x="204035" y="78398"/>
                      <a:pt x="214088" y="82888"/>
                      <a:pt x="221890" y="90821"/>
                    </a:cubicBezTo>
                    <a:cubicBezTo>
                      <a:pt x="235694" y="104441"/>
                      <a:pt x="238395" y="123899"/>
                      <a:pt x="228192" y="134077"/>
                    </a:cubicBezTo>
                    <a:cubicBezTo>
                      <a:pt x="223240" y="139166"/>
                      <a:pt x="216789" y="140213"/>
                      <a:pt x="212287" y="140213"/>
                    </a:cubicBezTo>
                    <a:cubicBezTo>
                      <a:pt x="202684" y="140213"/>
                      <a:pt x="192631" y="135723"/>
                      <a:pt x="184829" y="127790"/>
                    </a:cubicBezTo>
                    <a:cubicBezTo>
                      <a:pt x="171175" y="114170"/>
                      <a:pt x="168324" y="94713"/>
                      <a:pt x="178527" y="84535"/>
                    </a:cubicBezTo>
                    <a:cubicBezTo>
                      <a:pt x="183479" y="79446"/>
                      <a:pt x="189930" y="78398"/>
                      <a:pt x="194432" y="78398"/>
                    </a:cubicBezTo>
                    <a:close/>
                    <a:moveTo>
                      <a:pt x="194443" y="56932"/>
                    </a:moveTo>
                    <a:cubicBezTo>
                      <a:pt x="182437" y="56932"/>
                      <a:pt x="171331" y="61277"/>
                      <a:pt x="163377" y="69368"/>
                    </a:cubicBezTo>
                    <a:cubicBezTo>
                      <a:pt x="144768" y="87946"/>
                      <a:pt x="147469" y="120906"/>
                      <a:pt x="169681" y="143080"/>
                    </a:cubicBezTo>
                    <a:cubicBezTo>
                      <a:pt x="181537" y="154916"/>
                      <a:pt x="196994" y="161658"/>
                      <a:pt x="212302" y="161658"/>
                    </a:cubicBezTo>
                    <a:cubicBezTo>
                      <a:pt x="224458" y="161658"/>
                      <a:pt x="235414" y="157313"/>
                      <a:pt x="243518" y="149372"/>
                    </a:cubicBezTo>
                    <a:cubicBezTo>
                      <a:pt x="262128" y="130795"/>
                      <a:pt x="259276" y="97684"/>
                      <a:pt x="237215" y="75660"/>
                    </a:cubicBezTo>
                    <a:cubicBezTo>
                      <a:pt x="225359" y="63824"/>
                      <a:pt x="209751" y="56932"/>
                      <a:pt x="194443" y="56932"/>
                    </a:cubicBezTo>
                    <a:close/>
                    <a:moveTo>
                      <a:pt x="184688" y="0"/>
                    </a:moveTo>
                    <a:cubicBezTo>
                      <a:pt x="218455" y="0"/>
                      <a:pt x="250272" y="13185"/>
                      <a:pt x="274284" y="37006"/>
                    </a:cubicBezTo>
                    <a:cubicBezTo>
                      <a:pt x="296945" y="59629"/>
                      <a:pt x="310002" y="89893"/>
                      <a:pt x="311203" y="121955"/>
                    </a:cubicBezTo>
                    <a:cubicBezTo>
                      <a:pt x="311203" y="122255"/>
                      <a:pt x="311203" y="122704"/>
                      <a:pt x="311353" y="123004"/>
                    </a:cubicBezTo>
                    <a:cubicBezTo>
                      <a:pt x="311353" y="123303"/>
                      <a:pt x="311353" y="123603"/>
                      <a:pt x="311203" y="124053"/>
                    </a:cubicBezTo>
                    <a:cubicBezTo>
                      <a:pt x="311203" y="125551"/>
                      <a:pt x="311203" y="127049"/>
                      <a:pt x="311053" y="128547"/>
                    </a:cubicBezTo>
                    <a:cubicBezTo>
                      <a:pt x="311203" y="129446"/>
                      <a:pt x="311353" y="130345"/>
                      <a:pt x="311203" y="131244"/>
                    </a:cubicBezTo>
                    <a:cubicBezTo>
                      <a:pt x="310452" y="144129"/>
                      <a:pt x="315255" y="156714"/>
                      <a:pt x="324409" y="165853"/>
                    </a:cubicBezTo>
                    <a:cubicBezTo>
                      <a:pt x="332814" y="174243"/>
                      <a:pt x="344219" y="179037"/>
                      <a:pt x="356226" y="179037"/>
                    </a:cubicBezTo>
                    <a:cubicBezTo>
                      <a:pt x="368232" y="179037"/>
                      <a:pt x="379487" y="174243"/>
                      <a:pt x="388042" y="165853"/>
                    </a:cubicBezTo>
                    <a:cubicBezTo>
                      <a:pt x="411904" y="141881"/>
                      <a:pt x="443870" y="128697"/>
                      <a:pt x="477637" y="128697"/>
                    </a:cubicBezTo>
                    <a:cubicBezTo>
                      <a:pt x="511555" y="128697"/>
                      <a:pt x="543371" y="141881"/>
                      <a:pt x="567383" y="165853"/>
                    </a:cubicBezTo>
                    <a:cubicBezTo>
                      <a:pt x="589895" y="188326"/>
                      <a:pt x="602951" y="217991"/>
                      <a:pt x="604302" y="249753"/>
                    </a:cubicBezTo>
                    <a:cubicBezTo>
                      <a:pt x="604752" y="250802"/>
                      <a:pt x="604902" y="251850"/>
                      <a:pt x="605052" y="252899"/>
                    </a:cubicBezTo>
                    <a:cubicBezTo>
                      <a:pt x="606253" y="335451"/>
                      <a:pt x="574737" y="412909"/>
                      <a:pt x="516357" y="471189"/>
                    </a:cubicBezTo>
                    <a:cubicBezTo>
                      <a:pt x="459178" y="528271"/>
                      <a:pt x="383239" y="559584"/>
                      <a:pt x="302348" y="559584"/>
                    </a:cubicBezTo>
                    <a:cubicBezTo>
                      <a:pt x="221607" y="559584"/>
                      <a:pt x="145668" y="528271"/>
                      <a:pt x="88489" y="471189"/>
                    </a:cubicBezTo>
                    <a:cubicBezTo>
                      <a:pt x="-29471" y="353430"/>
                      <a:pt x="-29471" y="161808"/>
                      <a:pt x="88339" y="44048"/>
                    </a:cubicBezTo>
                    <a:cubicBezTo>
                      <a:pt x="88639" y="43748"/>
                      <a:pt x="88939" y="43449"/>
                      <a:pt x="89239" y="43149"/>
                    </a:cubicBezTo>
                    <a:lnTo>
                      <a:pt x="89840" y="42550"/>
                    </a:lnTo>
                    <a:cubicBezTo>
                      <a:pt x="91491" y="40602"/>
                      <a:pt x="93141" y="38804"/>
                      <a:pt x="94792" y="37006"/>
                    </a:cubicBezTo>
                    <a:cubicBezTo>
                      <a:pt x="99595" y="32212"/>
                      <a:pt x="105148" y="27717"/>
                      <a:pt x="111451" y="23223"/>
                    </a:cubicBezTo>
                    <a:cubicBezTo>
                      <a:pt x="132912" y="8091"/>
                      <a:pt x="158275" y="0"/>
                      <a:pt x="1846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</a:p>
            </p:txBody>
          </p:sp>
        </p:grpSp>
        <p:grpSp>
          <p:nvGrpSpPr>
            <p:cNvPr descr="affad12d-f135-4171-932f-5966c2f42643" id="6" name="组合 5">
              <a:extLst>
                <a:ext uri="{FF2B5EF4-FFF2-40B4-BE49-F238E27FC236}">
                  <a16:creationId id="{78F02A4F-CB5D-161F-DD83-2C3249C17896}"/>
                </a:ext>
              </a:extLst>
            </p:cNvPr>
            <p:cNvGrpSpPr/>
            <p:nvPr/>
          </p:nvGrpSpPr>
          <p:grpSpPr>
            <a:xfrm>
              <a:off x="4724948" y="2619923"/>
              <a:ext cx="2694198" cy="2878669"/>
              <a:chOff x="4724948" y="2619923"/>
              <a:chExt cx="2694198" cy="2878669"/>
            </a:xfrm>
          </p:grpSpPr>
          <p:sp>
            <p:nvSpPr>
              <p:cNvPr descr="f5f3e8a4-ec30-4c58-a371-5d55453021c7" id="33" name="ComponentBackground2">
                <a:extLst>
                  <a:ext uri="{FF2B5EF4-FFF2-40B4-BE49-F238E27FC236}">
                    <a16:creationId id="{1F2CC699-BE20-7D14-31CC-5C32CBE96463}"/>
                  </a:ext>
                </a:extLst>
              </p:cNvPr>
              <p:cNvSpPr/>
              <p:nvPr/>
            </p:nvSpPr>
            <p:spPr>
              <a:xfrm flipV="false" flipH="false">
                <a:off x="4724948" y="2940834"/>
                <a:ext cx="2694198" cy="2557758"/>
              </a:xfrm>
              <a:custGeom>
                <a:avLst/>
                <a:gdLst>
                  <a:gd fmla="*/ 4721249 w 9082714" name="connsiteX0"/>
                  <a:gd fmla="*/ 10304 h 6856112" name="connsiteY0"/>
                  <a:gd fmla="*/ 8136702 w 9082714" name="connsiteX1"/>
                  <a:gd fmla="*/ 145848 h 6856112" name="connsiteY1"/>
                  <a:gd fmla="*/ 8729214 w 9082714" name="connsiteX2"/>
                  <a:gd fmla="*/ 422939 h 6856112" name="connsiteY2"/>
                  <a:gd fmla="*/ 9002842 w 9082714" name="connsiteX3"/>
                  <a:gd fmla="*/ 1192251 h 6856112" name="connsiteY3"/>
                  <a:gd fmla="*/ 9077348 w 9082714" name="connsiteX4"/>
                  <a:gd fmla="*/ 5214534 h 6856112" name="connsiteY4"/>
                  <a:gd fmla="*/ 9031629 w 9082714" name="connsiteX5"/>
                  <a:gd fmla="*/ 6002011 h 6856112" name="connsiteY5"/>
                  <a:gd fmla="*/ 8626075 w 9082714" name="connsiteX6"/>
                  <a:gd fmla="*/ 6658639 h 6856112" name="connsiteY6"/>
                  <a:gd fmla="*/ 7743079 w 9082714" name="connsiteX7"/>
                  <a:gd fmla="*/ 6837671 h 6856112" name="connsiteY7"/>
                  <a:gd fmla="*/ 3200712 w 9082714" name="connsiteX8"/>
                  <a:gd fmla="*/ 6855066 h 6856112" name="connsiteY8"/>
                  <a:gd fmla="*/ 1505378 w 9082714" name="connsiteX9"/>
                  <a:gd fmla="*/ 6824971 h 6856112" name="connsiteY9"/>
                  <a:gd fmla="*/ 528555 w 9082714" name="connsiteX10"/>
                  <a:gd fmla="*/ 6647864 h 6856112" name="connsiteY10"/>
                  <a:gd fmla="*/ 94677 w 9082714" name="connsiteX11"/>
                  <a:gd fmla="*/ 6310275 h 6856112" name="connsiteY11"/>
                  <a:gd fmla="*/ 4 w 9082714" name="connsiteX12"/>
                  <a:gd fmla="*/ 5920038 h 6856112" name="connsiteY12"/>
                  <a:gd fmla="*/ 76974 w 9082714" name="connsiteX13"/>
                  <a:gd fmla="*/ 1347576 h 6856112" name="connsiteY13"/>
                  <a:gd fmla="*/ 274555 w 9082714" name="connsiteX14"/>
                  <a:gd fmla="*/ 716732 h 6856112" name="connsiteY14"/>
                  <a:gd fmla="*/ 709434 w 9082714" name="connsiteX15"/>
                  <a:gd fmla="*/ 308485 h 6856112" name="connsiteY15"/>
                  <a:gd fmla="*/ 4721249 w 9082714" name="connsiteX16"/>
                  <a:gd fmla="*/ 10304 h 6856112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6856112" w="9082714">
                    <a:moveTo>
                      <a:pt x="4721249" y="10304"/>
                    </a:moveTo>
                    <a:cubicBezTo>
                      <a:pt x="4721249" y="10304"/>
                      <a:pt x="6848691" y="-55582"/>
                      <a:pt x="8136702" y="145848"/>
                    </a:cubicBezTo>
                    <a:cubicBezTo>
                      <a:pt x="8250232" y="163628"/>
                      <a:pt x="8522474" y="210657"/>
                      <a:pt x="8729214" y="422939"/>
                    </a:cubicBezTo>
                    <a:cubicBezTo>
                      <a:pt x="8972901" y="673168"/>
                      <a:pt x="8985524" y="1019069"/>
                      <a:pt x="9002842" y="1192251"/>
                    </a:cubicBezTo>
                    <a:cubicBezTo>
                      <a:pt x="9136384" y="2527214"/>
                      <a:pt x="9057413" y="3873106"/>
                      <a:pt x="9077348" y="5214534"/>
                    </a:cubicBezTo>
                    <a:cubicBezTo>
                      <a:pt x="9081274" y="5478078"/>
                      <a:pt x="9088740" y="5744701"/>
                      <a:pt x="9031629" y="6002011"/>
                    </a:cubicBezTo>
                    <a:cubicBezTo>
                      <a:pt x="8974517" y="6259320"/>
                      <a:pt x="8844438" y="6511011"/>
                      <a:pt x="8626075" y="6658639"/>
                    </a:cubicBezTo>
                    <a:cubicBezTo>
                      <a:pt x="8373384" y="6829435"/>
                      <a:pt x="8048110" y="6836516"/>
                      <a:pt x="7743079" y="6837671"/>
                    </a:cubicBezTo>
                    <a:cubicBezTo>
                      <a:pt x="6228931" y="6843443"/>
                      <a:pt x="4714860" y="6849293"/>
                      <a:pt x="3200712" y="6855066"/>
                    </a:cubicBezTo>
                    <a:cubicBezTo>
                      <a:pt x="2635370" y="6857221"/>
                      <a:pt x="2069643" y="6859376"/>
                      <a:pt x="1505378" y="6824971"/>
                    </a:cubicBezTo>
                    <a:cubicBezTo>
                      <a:pt x="1173638" y="6804728"/>
                      <a:pt x="837435" y="6770707"/>
                      <a:pt x="528555" y="6647864"/>
                    </a:cubicBezTo>
                    <a:cubicBezTo>
                      <a:pt x="354758" y="6578744"/>
                      <a:pt x="184347" y="6474451"/>
                      <a:pt x="94677" y="6310275"/>
                    </a:cubicBezTo>
                    <a:cubicBezTo>
                      <a:pt x="3160" y="6142942"/>
                      <a:pt x="-149" y="5979997"/>
                      <a:pt x="4" y="5920038"/>
                    </a:cubicBezTo>
                    <a:cubicBezTo>
                      <a:pt x="9549" y="2159375"/>
                      <a:pt x="32024" y="1888827"/>
                      <a:pt x="76974" y="1347576"/>
                    </a:cubicBezTo>
                    <a:cubicBezTo>
                      <a:pt x="86134" y="1237278"/>
                      <a:pt x="107146" y="976736"/>
                      <a:pt x="274555" y="716732"/>
                    </a:cubicBezTo>
                    <a:cubicBezTo>
                      <a:pt x="274555" y="716732"/>
                      <a:pt x="429572" y="476125"/>
                      <a:pt x="709434" y="308485"/>
                    </a:cubicBezTo>
                    <a:cubicBezTo>
                      <a:pt x="1376915" y="-91296"/>
                      <a:pt x="3369892" y="52176"/>
                      <a:pt x="4721249" y="10304"/>
                    </a:cubicBezTo>
                    <a:close/>
                  </a:path>
                </a:pathLst>
              </a:custGeom>
              <a:solidFill>
                <a:schemeClr val="bg1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9a38a1f-c2da-4184-ae14-b0bc030223fe" id="27" name="Text2">
                <a:extLst>
                  <a:ext uri="{FF2B5EF4-FFF2-40B4-BE49-F238E27FC236}">
                    <a16:creationId id="{B8AB4427-C9BE-6560-3CD0-9D8C2F16D895}"/>
                  </a:ext>
                </a:extLst>
              </p:cNvPr>
              <p:cNvSpPr txBox="1"/>
              <p:nvPr/>
            </p:nvSpPr>
            <p:spPr>
              <a:xfrm flipV="false" flipH="false">
                <a:off x="4827941" y="4199803"/>
                <a:ext cx="2479402" cy="1146652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舔舐浅表区域，保持优雅，降低感染风险。</a:t>
                </a:r>
              </a:p>
            </p:txBody>
          </p:sp>
          <p:sp>
            <p:nvSpPr>
              <p:cNvPr descr="d80457fc-3899-438a-9fbf-8435392d4b73" id="28" name="Bullet2">
                <a:extLst>
                  <a:ext uri="{FF2B5EF4-FFF2-40B4-BE49-F238E27FC236}">
                    <a16:creationId id="{5B9E91F3-C713-FBB1-7069-7CA7B7ACC3A5}"/>
                  </a:ext>
                </a:extLst>
              </p:cNvPr>
              <p:cNvSpPr txBox="1"/>
              <p:nvPr/>
            </p:nvSpPr>
            <p:spPr>
              <a:xfrm flipV="false" flipH="false">
                <a:off x="4827941" y="3244903"/>
                <a:ext cx="2479400" cy="892453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舔浅表区域</a:t>
                </a:r>
              </a:p>
            </p:txBody>
          </p:sp>
          <p:sp>
            <p:nvSpPr>
              <p:cNvPr descr="e249d932-c886-49ea-bc7e-b149e3925dc9" id="43" name="IconBackground2">
                <a:extLst>
                  <a:ext uri="{FF2B5EF4-FFF2-40B4-BE49-F238E27FC236}">
                    <a16:creationId id="{C1348030-66CB-F1DB-E991-B43D4BB27219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6533092" y="2619923"/>
                <a:ext cx="660400" cy="602458"/>
              </a:xfrm>
              <a:custGeom>
                <a:avLst/>
                <a:gdLst>
                  <a:gd fmla="*/ 1224244 w 3459897" name="connsiteX0"/>
                  <a:gd fmla="*/ 3350918 h 3352124" name="connsiteY0"/>
                  <a:gd fmla="*/ 824735 w 3459897" name="connsiteX1"/>
                  <a:gd fmla="*/ 3322228 h 3352124" name="connsiteY1"/>
                  <a:gd fmla="*/ 247955 w 3459897" name="connsiteX2"/>
                  <a:gd fmla="*/ 2870089 h 3352124" name="connsiteY2"/>
                  <a:gd fmla="*/ 106405 w 3459897" name="connsiteX3"/>
                  <a:gd fmla="*/ 2315603 h 3352124" name="connsiteY3"/>
                  <a:gd fmla="*/ 99121 w 3459897" name="connsiteX4"/>
                  <a:gd fmla="*/ 1844147 h 3352124" name="connsiteY4"/>
                  <a:gd fmla="*/ 72964 w 3459897" name="connsiteX5"/>
                  <a:gd fmla="*/ 1551355 h 3352124" name="connsiteY5"/>
                  <a:gd fmla="*/ 12544 w 3459897" name="connsiteX6"/>
                  <a:gd fmla="*/ 1362938 h 3352124" name="connsiteY6"/>
                  <a:gd fmla="*/ 105898 w 3459897" name="connsiteX7"/>
                  <a:gd fmla="*/ 857788 h 3352124" name="connsiteY7"/>
                  <a:gd fmla="*/ 269679 w 3459897" name="connsiteX8"/>
                  <a:gd fmla="*/ 574117 h 3352124" name="connsiteY8"/>
                  <a:gd fmla="*/ 714914 w 3459897" name="connsiteX9"/>
                  <a:gd fmla="*/ 325089 h 3352124" name="connsiteY9"/>
                  <a:gd fmla="*/ 1090673 w 3459897" name="connsiteX10"/>
                  <a:gd fmla="*/ 226542 h 3352124" name="connsiteY10"/>
                  <a:gd fmla="*/ 1587209 w 3459897" name="connsiteX11"/>
                  <a:gd fmla="*/ 67764 h 3352124" name="connsiteY11"/>
                  <a:gd fmla="*/ 1933644 w 3459897" name="connsiteX12"/>
                  <a:gd fmla="*/ 820 h 3352124" name="connsiteY12"/>
                  <a:gd fmla="*/ 2418400 w 3459897" name="connsiteX13"/>
                  <a:gd fmla="*/ 89994 h 3352124" name="connsiteY13"/>
                  <a:gd fmla="*/ 2983273 w 3459897" name="connsiteX14"/>
                  <a:gd fmla="*/ 413693 h 3352124" name="connsiteY14"/>
                  <a:gd fmla="*/ 3381262 w 3459897" name="connsiteX15"/>
                  <a:gd fmla="*/ 1066156 h 3352124" name="connsiteY15"/>
                  <a:gd fmla="*/ 3330911 w 3459897" name="connsiteX16"/>
                  <a:gd fmla="*/ 2246316 h 3352124" name="connsiteY16"/>
                  <a:gd fmla="*/ 2267476 w 3459897" name="connsiteX17"/>
                  <a:gd fmla="*/ 3211014 h 3352124" name="connsiteY17"/>
                  <a:gd fmla="*/ 1703806 w 3459897" name="connsiteX18"/>
                  <a:gd fmla="*/ 3319504 h 3352124" name="connsiteY18"/>
                  <a:gd fmla="*/ 1224244 w 3459897" name="connsiteX19"/>
                  <a:gd fmla="*/ 3350728 h 3352124" name="connsiteY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b="b" l="l" r="r" t="t"/>
                <a:pathLst>
                  <a:path h="3352124" w="3459897">
                    <a:moveTo>
                      <a:pt x="1224244" y="3350918"/>
                    </a:moveTo>
                    <a:cubicBezTo>
                      <a:pt x="1090103" y="3354148"/>
                      <a:pt x="956342" y="3352818"/>
                      <a:pt x="824735" y="3322228"/>
                    </a:cubicBezTo>
                    <a:cubicBezTo>
                      <a:pt x="562280" y="3261238"/>
                      <a:pt x="377219" y="3100370"/>
                      <a:pt x="247955" y="2870089"/>
                    </a:cubicBezTo>
                    <a:cubicBezTo>
                      <a:pt x="151498" y="2698265"/>
                      <a:pt x="108495" y="2512000"/>
                      <a:pt x="106405" y="2315603"/>
                    </a:cubicBezTo>
                    <a:cubicBezTo>
                      <a:pt x="104694" y="2158408"/>
                      <a:pt x="105011" y="2001151"/>
                      <a:pt x="99121" y="1844147"/>
                    </a:cubicBezTo>
                    <a:cubicBezTo>
                      <a:pt x="96461" y="1773656"/>
                      <a:pt x="101338" y="1676629"/>
                      <a:pt x="72964" y="1551355"/>
                    </a:cubicBezTo>
                    <a:cubicBezTo>
                      <a:pt x="48264" y="1442105"/>
                      <a:pt x="29517" y="1438431"/>
                      <a:pt x="12544" y="1362938"/>
                    </a:cubicBezTo>
                    <a:cubicBezTo>
                      <a:pt x="-29700" y="1174900"/>
                      <a:pt x="43197" y="1004406"/>
                      <a:pt x="105898" y="857788"/>
                    </a:cubicBezTo>
                    <a:cubicBezTo>
                      <a:pt x="155615" y="741571"/>
                      <a:pt x="187345" y="657844"/>
                      <a:pt x="269679" y="574117"/>
                    </a:cubicBezTo>
                    <a:cubicBezTo>
                      <a:pt x="393813" y="447956"/>
                      <a:pt x="548917" y="376706"/>
                      <a:pt x="714914" y="325089"/>
                    </a:cubicBezTo>
                    <a:cubicBezTo>
                      <a:pt x="838668" y="286645"/>
                      <a:pt x="965336" y="258905"/>
                      <a:pt x="1090673" y="226542"/>
                    </a:cubicBezTo>
                    <a:cubicBezTo>
                      <a:pt x="1259267" y="183031"/>
                      <a:pt x="1421211" y="119191"/>
                      <a:pt x="1587209" y="67764"/>
                    </a:cubicBezTo>
                    <a:cubicBezTo>
                      <a:pt x="1700196" y="32804"/>
                      <a:pt x="1814640" y="5760"/>
                      <a:pt x="1933644" y="820"/>
                    </a:cubicBezTo>
                    <a:cubicBezTo>
                      <a:pt x="2102112" y="-6146"/>
                      <a:pt x="2262156" y="31917"/>
                      <a:pt x="2418400" y="89994"/>
                    </a:cubicBezTo>
                    <a:cubicBezTo>
                      <a:pt x="2624551" y="166565"/>
                      <a:pt x="2817085" y="267392"/>
                      <a:pt x="2983273" y="413693"/>
                    </a:cubicBezTo>
                    <a:cubicBezTo>
                      <a:pt x="3183471" y="589887"/>
                      <a:pt x="3308048" y="812885"/>
                      <a:pt x="3381262" y="1066156"/>
                    </a:cubicBezTo>
                    <a:cubicBezTo>
                      <a:pt x="3496592" y="1464841"/>
                      <a:pt x="3489372" y="1860867"/>
                      <a:pt x="3330911" y="2246316"/>
                    </a:cubicBezTo>
                    <a:cubicBezTo>
                      <a:pt x="3130207" y="2734555"/>
                      <a:pt x="2772055" y="3055087"/>
                      <a:pt x="2267476" y="3211014"/>
                    </a:cubicBezTo>
                    <a:cubicBezTo>
                      <a:pt x="2083618" y="3267824"/>
                      <a:pt x="1894947" y="3299618"/>
                      <a:pt x="1703806" y="3319504"/>
                    </a:cubicBezTo>
                    <a:cubicBezTo>
                      <a:pt x="1544269" y="3336098"/>
                      <a:pt x="1384351" y="3344775"/>
                      <a:pt x="1224244" y="3350728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8a1df50-f1df-4ff7-90fa-aa81209da537" id="53" name="Icon2">
                <a:extLst>
                  <a:ext uri="{FF2B5EF4-FFF2-40B4-BE49-F238E27FC236}">
                    <a16:creationId id="{5230175D-7211-A05D-AC87-1D1F290AE261}"/>
                  </a:ext>
                </a:extLst>
              </p:cNvPr>
              <p:cNvSpPr/>
              <p:nvPr/>
            </p:nvSpPr>
            <p:spPr>
              <a:xfrm flipV="false" flipH="false">
                <a:off x="6717745" y="2773295"/>
                <a:ext cx="313157" cy="295714"/>
              </a:xfrm>
              <a:custGeom>
                <a:avLst/>
                <a:gdLst>
                  <a:gd fmla="*/ 88862 h 440259" name="T0"/>
                  <a:gd fmla="*/ 88862 h 440259" name="T1"/>
                  <a:gd fmla="*/ 278945 h 440259" name="T2"/>
                  <a:gd fmla="*/ 278945 h 440259" name="T3"/>
                  <a:gd fmla="*/ 278945 h 440259" name="T4"/>
                  <a:gd fmla="*/ 278945 h 440259" name="T5"/>
                  <a:gd fmla="*/ 278945 h 440259" name="T6"/>
                  <a:gd fmla="*/ 278945 h 440259" name="T7"/>
                  <a:gd fmla="*/ 278945 h 440259" name="T8"/>
                  <a:gd fmla="*/ 278945 h 440259" name="T9"/>
                  <a:gd fmla="*/ 278945 h 440259" name="T10"/>
                  <a:gd fmla="*/ 278945 h 440259" name="T11"/>
                  <a:gd fmla="*/ 278945 h 440259" name="T12"/>
                  <a:gd fmla="*/ 278945 h 440259" name="T13"/>
                  <a:gd fmla="*/ 278945 h 440259" name="T14"/>
                  <a:gd fmla="*/ 278945 h 440259" name="T15"/>
                  <a:gd fmla="*/ 278945 h 440259" name="T16"/>
                  <a:gd fmla="*/ 278945 h 440259" name="T17"/>
                  <a:gd fmla="*/ 278945 h 440259" name="T18"/>
                  <a:gd fmla="*/ 278945 h 440259" name="T19"/>
                  <a:gd fmla="*/ 278945 h 440259" name="T20"/>
                  <a:gd fmla="*/ 278945 h 440259" name="T21"/>
                  <a:gd fmla="*/ 278945 h 440259" name="T22"/>
                  <a:gd fmla="*/ 278945 h 440259" name="T23"/>
                  <a:gd fmla="*/ 278945 h 440259" name="T24"/>
                  <a:gd fmla="*/ 278945 h 440259" name="T25"/>
                  <a:gd fmla="*/ 278945 h 440259" name="T26"/>
                  <a:gd fmla="*/ 278945 h 440259" name="T27"/>
                  <a:gd fmla="*/ 278945 h 440259" name="T28"/>
                  <a:gd fmla="*/ 278945 h 440259" name="T29"/>
                  <a:gd fmla="*/ 278945 h 440259" name="T30"/>
                  <a:gd fmla="*/ 278945 h 440259" name="T31"/>
                  <a:gd fmla="*/ 278945 h 440259" name="T32"/>
                  <a:gd fmla="*/ 278945 h 440259" name="T33"/>
                  <a:gd fmla="*/ 278945 h 440259" name="T34"/>
                  <a:gd fmla="*/ 278945 h 440259" name="T35"/>
                  <a:gd fmla="*/ 278945 h 440259" name="T36"/>
                  <a:gd fmla="*/ 278945 h 440259" name="T37"/>
                  <a:gd fmla="*/ 278945 h 440259" name="T38"/>
                  <a:gd fmla="*/ 278945 h 440259" name="T39"/>
                  <a:gd fmla="*/ 278945 h 440259" name="T40"/>
                  <a:gd fmla="*/ 278945 h 440259" name="T41"/>
                  <a:gd fmla="*/ 278945 h 440259" name="T42"/>
                  <a:gd fmla="*/ 278945 h 440259" name="T43"/>
                  <a:gd fmla="*/ 278945 h 440259" name="T44"/>
                  <a:gd fmla="*/ 278945 h 440259" name="T45"/>
                  <a:gd fmla="*/ 278945 h 440259" name="T46"/>
                  <a:gd fmla="*/ 278945 h 440259" name="T47"/>
                  <a:gd fmla="*/ 278945 h 440259" name="T48"/>
                  <a:gd fmla="*/ 278945 h 440259" name="T49"/>
                  <a:gd fmla="*/ 278945 h 440259" name="T50"/>
                  <a:gd fmla="*/ 278945 h 440259" name="T51"/>
                  <a:gd fmla="*/ 278945 h 440259" name="T52"/>
                  <a:gd fmla="*/ 278945 h 440259" name="T53"/>
                  <a:gd fmla="*/ 278945 h 440259" name="T54"/>
                  <a:gd fmla="*/ 278945 h 440259" name="T55"/>
                  <a:gd fmla="*/ 278945 h 440259" name="T56"/>
                  <a:gd fmla="*/ 278945 h 440259" name="T57"/>
                  <a:gd fmla="*/ 278945 h 440259" name="T58"/>
                  <a:gd fmla="*/ 278945 h 440259" name="T59"/>
                  <a:gd fmla="*/ 278945 h 440259" name="T60"/>
                  <a:gd fmla="*/ 278945 h 440259" name="T61"/>
                  <a:gd fmla="*/ 278945 h 440259" name="T62"/>
                  <a:gd fmla="*/ 278945 h 440259" name="T63"/>
                  <a:gd fmla="*/ 278945 h 440259" name="T64"/>
                  <a:gd fmla="*/ 278945 h 440259" name="T65"/>
                  <a:gd fmla="*/ 278945 h 440259" name="T66"/>
                  <a:gd fmla="*/ 278945 h 440259" name="T67"/>
                  <a:gd fmla="*/ 278945 h 440259" name="T68"/>
                  <a:gd fmla="*/ 278945 h 440259" name="T69"/>
                  <a:gd fmla="*/ 278945 h 440259" name="T70"/>
                  <a:gd fmla="*/ 278945 h 440259" name="T71"/>
                  <a:gd fmla="*/ 278945 h 440259" name="T72"/>
                  <a:gd fmla="*/ 278945 h 440259" name="T73"/>
                  <a:gd fmla="*/ 278945 h 440259" name="T74"/>
                  <a:gd fmla="*/ 278945 h 440259" name="T75"/>
                  <a:gd fmla="*/ 278945 h 440259" name="T76"/>
                  <a:gd fmla="*/ 278945 h 440259" name="T77"/>
                  <a:gd fmla="*/ 278945 h 440259" name="T78"/>
                  <a:gd fmla="*/ 278945 h 440259" name="T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b="b" l="0" r="r" t="0"/>
                <a:pathLst>
                  <a:path h="3764" w="3980">
                    <a:moveTo>
                      <a:pt x="3484" y="818"/>
                    </a:moveTo>
                    <a:cubicBezTo>
                      <a:pt x="3484" y="818"/>
                      <a:pt x="3484" y="818"/>
                      <a:pt x="3484" y="818"/>
                    </a:cubicBezTo>
                    <a:cubicBezTo>
                      <a:pt x="3484" y="818"/>
                      <a:pt x="3484" y="818"/>
                      <a:pt x="3484" y="818"/>
                    </a:cubicBezTo>
                    <a:cubicBezTo>
                      <a:pt x="3339" y="815"/>
                      <a:pt x="3288" y="861"/>
                      <a:pt x="3161" y="899"/>
                    </a:cubicBezTo>
                    <a:cubicBezTo>
                      <a:pt x="3014" y="944"/>
                      <a:pt x="2864" y="834"/>
                      <a:pt x="2864" y="680"/>
                    </a:cubicBezTo>
                    <a:lnTo>
                      <a:pt x="2862" y="229"/>
                    </a:lnTo>
                    <a:cubicBezTo>
                      <a:pt x="2862" y="103"/>
                      <a:pt x="2760" y="0"/>
                      <a:pt x="2633" y="0"/>
                    </a:cubicBezTo>
                    <a:lnTo>
                      <a:pt x="229" y="0"/>
                    </a:lnTo>
                    <a:cubicBezTo>
                      <a:pt x="103" y="0"/>
                      <a:pt x="0" y="103"/>
                      <a:pt x="0" y="229"/>
                    </a:cubicBezTo>
                    <a:lnTo>
                      <a:pt x="0" y="945"/>
                    </a:lnTo>
                    <a:cubicBezTo>
                      <a:pt x="311" y="918"/>
                      <a:pt x="349" y="814"/>
                      <a:pt x="557" y="818"/>
                    </a:cubicBezTo>
                    <a:cubicBezTo>
                      <a:pt x="557" y="818"/>
                      <a:pt x="558" y="818"/>
                      <a:pt x="558" y="818"/>
                    </a:cubicBezTo>
                    <a:cubicBezTo>
                      <a:pt x="558" y="818"/>
                      <a:pt x="558" y="818"/>
                      <a:pt x="558" y="818"/>
                    </a:cubicBezTo>
                    <a:cubicBezTo>
                      <a:pt x="833" y="824"/>
                      <a:pt x="1054" y="1048"/>
                      <a:pt x="1053" y="1324"/>
                    </a:cubicBezTo>
                    <a:cubicBezTo>
                      <a:pt x="1054" y="1600"/>
                      <a:pt x="833" y="1825"/>
                      <a:pt x="558" y="1831"/>
                    </a:cubicBezTo>
                    <a:cubicBezTo>
                      <a:pt x="558" y="1831"/>
                      <a:pt x="558" y="1831"/>
                      <a:pt x="558" y="1831"/>
                    </a:cubicBezTo>
                    <a:cubicBezTo>
                      <a:pt x="558" y="1831"/>
                      <a:pt x="557" y="1831"/>
                      <a:pt x="557" y="1831"/>
                    </a:cubicBezTo>
                    <a:cubicBezTo>
                      <a:pt x="349" y="1835"/>
                      <a:pt x="310" y="1731"/>
                      <a:pt x="0" y="1703"/>
                    </a:cubicBezTo>
                    <a:lnTo>
                      <a:pt x="0" y="2419"/>
                    </a:lnTo>
                    <a:cubicBezTo>
                      <a:pt x="0" y="2546"/>
                      <a:pt x="103" y="2649"/>
                      <a:pt x="229" y="2649"/>
                    </a:cubicBezTo>
                    <a:lnTo>
                      <a:pt x="787" y="2649"/>
                    </a:lnTo>
                    <a:cubicBezTo>
                      <a:pt x="941" y="2649"/>
                      <a:pt x="1051" y="2798"/>
                      <a:pt x="1006" y="2945"/>
                    </a:cubicBezTo>
                    <a:cubicBezTo>
                      <a:pt x="968" y="3070"/>
                      <a:pt x="922" y="3124"/>
                      <a:pt x="925" y="3268"/>
                    </a:cubicBezTo>
                    <a:cubicBezTo>
                      <a:pt x="925" y="3268"/>
                      <a:pt x="925" y="3268"/>
                      <a:pt x="924" y="3268"/>
                    </a:cubicBezTo>
                    <a:cubicBezTo>
                      <a:pt x="925" y="3269"/>
                      <a:pt x="925" y="3269"/>
                      <a:pt x="925" y="3269"/>
                    </a:cubicBezTo>
                    <a:cubicBezTo>
                      <a:pt x="931" y="3543"/>
                      <a:pt x="1155" y="3764"/>
                      <a:pt x="1431" y="3764"/>
                    </a:cubicBezTo>
                    <a:cubicBezTo>
                      <a:pt x="1707" y="3764"/>
                      <a:pt x="1932" y="3543"/>
                      <a:pt x="1938" y="3269"/>
                    </a:cubicBezTo>
                    <a:cubicBezTo>
                      <a:pt x="1938" y="3269"/>
                      <a:pt x="1938" y="3269"/>
                      <a:pt x="1938" y="3268"/>
                    </a:cubicBezTo>
                    <a:cubicBezTo>
                      <a:pt x="1938" y="3268"/>
                      <a:pt x="1938" y="3268"/>
                      <a:pt x="1938" y="3268"/>
                    </a:cubicBezTo>
                    <a:cubicBezTo>
                      <a:pt x="1940" y="3123"/>
                      <a:pt x="1894" y="3070"/>
                      <a:pt x="1856" y="2945"/>
                    </a:cubicBezTo>
                    <a:cubicBezTo>
                      <a:pt x="1811" y="2798"/>
                      <a:pt x="1921" y="2649"/>
                      <a:pt x="2075" y="2649"/>
                    </a:cubicBezTo>
                    <a:lnTo>
                      <a:pt x="2633" y="2649"/>
                    </a:lnTo>
                    <a:cubicBezTo>
                      <a:pt x="2760" y="2649"/>
                      <a:pt x="2862" y="2546"/>
                      <a:pt x="2862" y="2419"/>
                    </a:cubicBezTo>
                    <a:lnTo>
                      <a:pt x="2864" y="1968"/>
                    </a:lnTo>
                    <a:cubicBezTo>
                      <a:pt x="2864" y="1814"/>
                      <a:pt x="3014" y="1704"/>
                      <a:pt x="3161" y="1749"/>
                    </a:cubicBezTo>
                    <a:cubicBezTo>
                      <a:pt x="3286" y="1787"/>
                      <a:pt x="3339" y="1833"/>
                      <a:pt x="3484" y="1831"/>
                    </a:cubicBezTo>
                    <a:cubicBezTo>
                      <a:pt x="3484" y="1831"/>
                      <a:pt x="3484" y="1831"/>
                      <a:pt x="3484" y="1831"/>
                    </a:cubicBezTo>
                    <a:cubicBezTo>
                      <a:pt x="3484" y="1831"/>
                      <a:pt x="3484" y="1831"/>
                      <a:pt x="3484" y="1831"/>
                    </a:cubicBezTo>
                    <a:cubicBezTo>
                      <a:pt x="3759" y="1825"/>
                      <a:pt x="3980" y="1600"/>
                      <a:pt x="3980" y="1324"/>
                    </a:cubicBezTo>
                    <a:cubicBezTo>
                      <a:pt x="3980" y="1048"/>
                      <a:pt x="3759" y="824"/>
                      <a:pt x="3484" y="8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</a:p>
            </p:txBody>
          </p:sp>
        </p:grpSp>
        <p:grpSp>
          <p:nvGrpSpPr>
            <p:cNvPr descr="05d291d1-be77-4989-a340-58b896a8642e" id="7" name="组合 6">
              <a:extLst>
                <a:ext uri="{FF2B5EF4-FFF2-40B4-BE49-F238E27FC236}">
                  <a16:creationId id="{C58C5C6A-79C7-7B4E-57EC-60125E7F29D5}"/>
                </a:ext>
              </a:extLst>
            </p:cNvPr>
            <p:cNvGrpSpPr/>
            <p:nvPr/>
          </p:nvGrpSpPr>
          <p:grpSpPr>
            <a:xfrm>
              <a:off x="7878232" y="2619923"/>
              <a:ext cx="2694199" cy="2878669"/>
              <a:chOff x="7878232" y="2619923"/>
              <a:chExt cx="2694199" cy="2878669"/>
            </a:xfrm>
          </p:grpSpPr>
          <p:sp>
            <p:nvSpPr>
              <p:cNvPr descr="9f07e935-e0df-4f4f-b2e5-f5bb78a2e060" id="25" name="ComponentBackground3">
                <a:extLst>
                  <a:ext uri="{FF2B5EF4-FFF2-40B4-BE49-F238E27FC236}">
                    <a16:creationId id="{62F69796-2375-FDA8-1250-6503B6388817}"/>
                  </a:ext>
                </a:extLst>
              </p:cNvPr>
              <p:cNvSpPr/>
              <p:nvPr/>
            </p:nvSpPr>
            <p:spPr>
              <a:xfrm flipV="false" flipH="false">
                <a:off x="7878232" y="2940834"/>
                <a:ext cx="2694199" cy="2557758"/>
              </a:xfrm>
              <a:custGeom>
                <a:avLst/>
                <a:gdLst>
                  <a:gd fmla="*/ 4721249 w 9082714" name="connsiteX0"/>
                  <a:gd fmla="*/ 10304 h 6856112" name="connsiteY0"/>
                  <a:gd fmla="*/ 8136702 w 9082714" name="connsiteX1"/>
                  <a:gd fmla="*/ 145848 h 6856112" name="connsiteY1"/>
                  <a:gd fmla="*/ 8729214 w 9082714" name="connsiteX2"/>
                  <a:gd fmla="*/ 422939 h 6856112" name="connsiteY2"/>
                  <a:gd fmla="*/ 9002842 w 9082714" name="connsiteX3"/>
                  <a:gd fmla="*/ 1192251 h 6856112" name="connsiteY3"/>
                  <a:gd fmla="*/ 9077348 w 9082714" name="connsiteX4"/>
                  <a:gd fmla="*/ 5214534 h 6856112" name="connsiteY4"/>
                  <a:gd fmla="*/ 9031629 w 9082714" name="connsiteX5"/>
                  <a:gd fmla="*/ 6002011 h 6856112" name="connsiteY5"/>
                  <a:gd fmla="*/ 8626075 w 9082714" name="connsiteX6"/>
                  <a:gd fmla="*/ 6658639 h 6856112" name="connsiteY6"/>
                  <a:gd fmla="*/ 7743079 w 9082714" name="connsiteX7"/>
                  <a:gd fmla="*/ 6837671 h 6856112" name="connsiteY7"/>
                  <a:gd fmla="*/ 3200712 w 9082714" name="connsiteX8"/>
                  <a:gd fmla="*/ 6855066 h 6856112" name="connsiteY8"/>
                  <a:gd fmla="*/ 1505378 w 9082714" name="connsiteX9"/>
                  <a:gd fmla="*/ 6824971 h 6856112" name="connsiteY9"/>
                  <a:gd fmla="*/ 528555 w 9082714" name="connsiteX10"/>
                  <a:gd fmla="*/ 6647864 h 6856112" name="connsiteY10"/>
                  <a:gd fmla="*/ 94677 w 9082714" name="connsiteX11"/>
                  <a:gd fmla="*/ 6310275 h 6856112" name="connsiteY11"/>
                  <a:gd fmla="*/ 4 w 9082714" name="connsiteX12"/>
                  <a:gd fmla="*/ 5920038 h 6856112" name="connsiteY12"/>
                  <a:gd fmla="*/ 76974 w 9082714" name="connsiteX13"/>
                  <a:gd fmla="*/ 1347576 h 6856112" name="connsiteY13"/>
                  <a:gd fmla="*/ 274555 w 9082714" name="connsiteX14"/>
                  <a:gd fmla="*/ 716732 h 6856112" name="connsiteY14"/>
                  <a:gd fmla="*/ 709434 w 9082714" name="connsiteX15"/>
                  <a:gd fmla="*/ 308485 h 6856112" name="connsiteY15"/>
                  <a:gd fmla="*/ 4721249 w 9082714" name="connsiteX16"/>
                  <a:gd fmla="*/ 10304 h 6856112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6856112" w="9082714">
                    <a:moveTo>
                      <a:pt x="4721249" y="10304"/>
                    </a:moveTo>
                    <a:cubicBezTo>
                      <a:pt x="4721249" y="10304"/>
                      <a:pt x="6848691" y="-55582"/>
                      <a:pt x="8136702" y="145848"/>
                    </a:cubicBezTo>
                    <a:cubicBezTo>
                      <a:pt x="8250232" y="163628"/>
                      <a:pt x="8522474" y="210657"/>
                      <a:pt x="8729214" y="422939"/>
                    </a:cubicBezTo>
                    <a:cubicBezTo>
                      <a:pt x="8972901" y="673168"/>
                      <a:pt x="8985524" y="1019069"/>
                      <a:pt x="9002842" y="1192251"/>
                    </a:cubicBezTo>
                    <a:cubicBezTo>
                      <a:pt x="9136384" y="2527214"/>
                      <a:pt x="9057413" y="3873106"/>
                      <a:pt x="9077348" y="5214534"/>
                    </a:cubicBezTo>
                    <a:cubicBezTo>
                      <a:pt x="9081274" y="5478078"/>
                      <a:pt x="9088740" y="5744701"/>
                      <a:pt x="9031629" y="6002011"/>
                    </a:cubicBezTo>
                    <a:cubicBezTo>
                      <a:pt x="8974517" y="6259320"/>
                      <a:pt x="8844438" y="6511011"/>
                      <a:pt x="8626075" y="6658639"/>
                    </a:cubicBezTo>
                    <a:cubicBezTo>
                      <a:pt x="8373384" y="6829435"/>
                      <a:pt x="8048110" y="6836516"/>
                      <a:pt x="7743079" y="6837671"/>
                    </a:cubicBezTo>
                    <a:cubicBezTo>
                      <a:pt x="6228931" y="6843443"/>
                      <a:pt x="4714860" y="6849293"/>
                      <a:pt x="3200712" y="6855066"/>
                    </a:cubicBezTo>
                    <a:cubicBezTo>
                      <a:pt x="2635370" y="6857221"/>
                      <a:pt x="2069643" y="6859376"/>
                      <a:pt x="1505378" y="6824971"/>
                    </a:cubicBezTo>
                    <a:cubicBezTo>
                      <a:pt x="1173638" y="6804728"/>
                      <a:pt x="837435" y="6770707"/>
                      <a:pt x="528555" y="6647864"/>
                    </a:cubicBezTo>
                    <a:cubicBezTo>
                      <a:pt x="354758" y="6578744"/>
                      <a:pt x="184347" y="6474451"/>
                      <a:pt x="94677" y="6310275"/>
                    </a:cubicBezTo>
                    <a:cubicBezTo>
                      <a:pt x="3160" y="6142942"/>
                      <a:pt x="-149" y="5979997"/>
                      <a:pt x="4" y="5920038"/>
                    </a:cubicBezTo>
                    <a:cubicBezTo>
                      <a:pt x="9549" y="2159375"/>
                      <a:pt x="32024" y="1888827"/>
                      <a:pt x="76974" y="1347576"/>
                    </a:cubicBezTo>
                    <a:cubicBezTo>
                      <a:pt x="86134" y="1237278"/>
                      <a:pt x="107146" y="976736"/>
                      <a:pt x="274555" y="716732"/>
                    </a:cubicBezTo>
                    <a:cubicBezTo>
                      <a:pt x="274555" y="716732"/>
                      <a:pt x="429572" y="476125"/>
                      <a:pt x="709434" y="308485"/>
                    </a:cubicBezTo>
                    <a:cubicBezTo>
                      <a:pt x="1376915" y="-91296"/>
                      <a:pt x="3369892" y="52176"/>
                      <a:pt x="4721249" y="10304"/>
                    </a:cubicBezTo>
                    <a:close/>
                  </a:path>
                </a:pathLst>
              </a:custGeom>
              <a:solidFill>
                <a:schemeClr val="bg1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b93fabb-6207-4d37-9e67-d9dd23a4bd4a" id="19" name="Text3">
                <a:extLst>
                  <a:ext uri="{FF2B5EF4-FFF2-40B4-BE49-F238E27FC236}">
                    <a16:creationId id="{8BEA49A2-35E8-8912-2700-4051E67336AA}"/>
                  </a:ext>
                </a:extLst>
              </p:cNvPr>
              <p:cNvSpPr txBox="1"/>
              <p:nvPr/>
            </p:nvSpPr>
            <p:spPr>
              <a:xfrm flipV="false" flipH="false">
                <a:off x="7981227" y="4199803"/>
                <a:ext cx="2479402" cy="1146652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不要舔舐有脚气等病变的部位，保障健康。</a:t>
                </a:r>
              </a:p>
            </p:txBody>
          </p:sp>
          <p:sp>
            <p:nvSpPr>
              <p:cNvPr descr="ed009670-66c9-442f-abe3-cef0730d995b" id="20" name="Bullet3">
                <a:extLst>
                  <a:ext uri="{FF2B5EF4-FFF2-40B4-BE49-F238E27FC236}">
                    <a16:creationId id="{34123D4E-5D43-521D-DFF9-11FEF0507F78}"/>
                  </a:ext>
                </a:extLst>
              </p:cNvPr>
              <p:cNvSpPr txBox="1"/>
              <p:nvPr/>
            </p:nvSpPr>
            <p:spPr>
              <a:xfrm flipV="false" flipH="false">
                <a:off x="7981226" y="3244903"/>
                <a:ext cx="2479400" cy="892453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避免病变部位</a:t>
                </a:r>
              </a:p>
            </p:txBody>
          </p:sp>
          <p:sp>
            <p:nvSpPr>
              <p:cNvPr descr="c65a39c5-f9a5-41ea-b0f6-db54261dc929" id="44" name="IconBackground3">
                <a:extLst>
                  <a:ext uri="{FF2B5EF4-FFF2-40B4-BE49-F238E27FC236}">
                    <a16:creationId id="{87591B80-ED65-A99C-EB79-39A25868D4E5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9686378" y="2619923"/>
                <a:ext cx="660400" cy="602458"/>
              </a:xfrm>
              <a:custGeom>
                <a:avLst/>
                <a:gdLst>
                  <a:gd fmla="*/ 1224244 w 3459897" name="connsiteX0"/>
                  <a:gd fmla="*/ 3350918 h 3352124" name="connsiteY0"/>
                  <a:gd fmla="*/ 824735 w 3459897" name="connsiteX1"/>
                  <a:gd fmla="*/ 3322228 h 3352124" name="connsiteY1"/>
                  <a:gd fmla="*/ 247955 w 3459897" name="connsiteX2"/>
                  <a:gd fmla="*/ 2870089 h 3352124" name="connsiteY2"/>
                  <a:gd fmla="*/ 106405 w 3459897" name="connsiteX3"/>
                  <a:gd fmla="*/ 2315603 h 3352124" name="connsiteY3"/>
                  <a:gd fmla="*/ 99121 w 3459897" name="connsiteX4"/>
                  <a:gd fmla="*/ 1844147 h 3352124" name="connsiteY4"/>
                  <a:gd fmla="*/ 72964 w 3459897" name="connsiteX5"/>
                  <a:gd fmla="*/ 1551355 h 3352124" name="connsiteY5"/>
                  <a:gd fmla="*/ 12544 w 3459897" name="connsiteX6"/>
                  <a:gd fmla="*/ 1362938 h 3352124" name="connsiteY6"/>
                  <a:gd fmla="*/ 105898 w 3459897" name="connsiteX7"/>
                  <a:gd fmla="*/ 857788 h 3352124" name="connsiteY7"/>
                  <a:gd fmla="*/ 269679 w 3459897" name="connsiteX8"/>
                  <a:gd fmla="*/ 574117 h 3352124" name="connsiteY8"/>
                  <a:gd fmla="*/ 714914 w 3459897" name="connsiteX9"/>
                  <a:gd fmla="*/ 325089 h 3352124" name="connsiteY9"/>
                  <a:gd fmla="*/ 1090673 w 3459897" name="connsiteX10"/>
                  <a:gd fmla="*/ 226542 h 3352124" name="connsiteY10"/>
                  <a:gd fmla="*/ 1587209 w 3459897" name="connsiteX11"/>
                  <a:gd fmla="*/ 67764 h 3352124" name="connsiteY11"/>
                  <a:gd fmla="*/ 1933644 w 3459897" name="connsiteX12"/>
                  <a:gd fmla="*/ 820 h 3352124" name="connsiteY12"/>
                  <a:gd fmla="*/ 2418400 w 3459897" name="connsiteX13"/>
                  <a:gd fmla="*/ 89994 h 3352124" name="connsiteY13"/>
                  <a:gd fmla="*/ 2983273 w 3459897" name="connsiteX14"/>
                  <a:gd fmla="*/ 413693 h 3352124" name="connsiteY14"/>
                  <a:gd fmla="*/ 3381262 w 3459897" name="connsiteX15"/>
                  <a:gd fmla="*/ 1066156 h 3352124" name="connsiteY15"/>
                  <a:gd fmla="*/ 3330911 w 3459897" name="connsiteX16"/>
                  <a:gd fmla="*/ 2246316 h 3352124" name="connsiteY16"/>
                  <a:gd fmla="*/ 2267476 w 3459897" name="connsiteX17"/>
                  <a:gd fmla="*/ 3211014 h 3352124" name="connsiteY17"/>
                  <a:gd fmla="*/ 1703806 w 3459897" name="connsiteX18"/>
                  <a:gd fmla="*/ 3319504 h 3352124" name="connsiteY18"/>
                  <a:gd fmla="*/ 1224244 w 3459897" name="connsiteX19"/>
                  <a:gd fmla="*/ 3350728 h 3352124" name="connsiteY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b="b" l="l" r="r" t="t"/>
                <a:pathLst>
                  <a:path h="3352124" w="3459897">
                    <a:moveTo>
                      <a:pt x="1224244" y="3350918"/>
                    </a:moveTo>
                    <a:cubicBezTo>
                      <a:pt x="1090103" y="3354148"/>
                      <a:pt x="956342" y="3352818"/>
                      <a:pt x="824735" y="3322228"/>
                    </a:cubicBezTo>
                    <a:cubicBezTo>
                      <a:pt x="562280" y="3261238"/>
                      <a:pt x="377219" y="3100370"/>
                      <a:pt x="247955" y="2870089"/>
                    </a:cubicBezTo>
                    <a:cubicBezTo>
                      <a:pt x="151498" y="2698265"/>
                      <a:pt x="108495" y="2512000"/>
                      <a:pt x="106405" y="2315603"/>
                    </a:cubicBezTo>
                    <a:cubicBezTo>
                      <a:pt x="104694" y="2158408"/>
                      <a:pt x="105011" y="2001151"/>
                      <a:pt x="99121" y="1844147"/>
                    </a:cubicBezTo>
                    <a:cubicBezTo>
                      <a:pt x="96461" y="1773656"/>
                      <a:pt x="101338" y="1676629"/>
                      <a:pt x="72964" y="1551355"/>
                    </a:cubicBezTo>
                    <a:cubicBezTo>
                      <a:pt x="48264" y="1442105"/>
                      <a:pt x="29517" y="1438431"/>
                      <a:pt x="12544" y="1362938"/>
                    </a:cubicBezTo>
                    <a:cubicBezTo>
                      <a:pt x="-29700" y="1174900"/>
                      <a:pt x="43197" y="1004406"/>
                      <a:pt x="105898" y="857788"/>
                    </a:cubicBezTo>
                    <a:cubicBezTo>
                      <a:pt x="155615" y="741571"/>
                      <a:pt x="187345" y="657844"/>
                      <a:pt x="269679" y="574117"/>
                    </a:cubicBezTo>
                    <a:cubicBezTo>
                      <a:pt x="393813" y="447956"/>
                      <a:pt x="548917" y="376706"/>
                      <a:pt x="714914" y="325089"/>
                    </a:cubicBezTo>
                    <a:cubicBezTo>
                      <a:pt x="838668" y="286645"/>
                      <a:pt x="965336" y="258905"/>
                      <a:pt x="1090673" y="226542"/>
                    </a:cubicBezTo>
                    <a:cubicBezTo>
                      <a:pt x="1259267" y="183031"/>
                      <a:pt x="1421211" y="119191"/>
                      <a:pt x="1587209" y="67764"/>
                    </a:cubicBezTo>
                    <a:cubicBezTo>
                      <a:pt x="1700196" y="32804"/>
                      <a:pt x="1814640" y="5760"/>
                      <a:pt x="1933644" y="820"/>
                    </a:cubicBezTo>
                    <a:cubicBezTo>
                      <a:pt x="2102112" y="-6146"/>
                      <a:pt x="2262156" y="31917"/>
                      <a:pt x="2418400" y="89994"/>
                    </a:cubicBezTo>
                    <a:cubicBezTo>
                      <a:pt x="2624551" y="166565"/>
                      <a:pt x="2817085" y="267392"/>
                      <a:pt x="2983273" y="413693"/>
                    </a:cubicBezTo>
                    <a:cubicBezTo>
                      <a:pt x="3183471" y="589887"/>
                      <a:pt x="3308048" y="812885"/>
                      <a:pt x="3381262" y="1066156"/>
                    </a:cubicBezTo>
                    <a:cubicBezTo>
                      <a:pt x="3496592" y="1464841"/>
                      <a:pt x="3489372" y="1860867"/>
                      <a:pt x="3330911" y="2246316"/>
                    </a:cubicBezTo>
                    <a:cubicBezTo>
                      <a:pt x="3130207" y="2734555"/>
                      <a:pt x="2772055" y="3055087"/>
                      <a:pt x="2267476" y="3211014"/>
                    </a:cubicBezTo>
                    <a:cubicBezTo>
                      <a:pt x="2083618" y="3267824"/>
                      <a:pt x="1894947" y="3299618"/>
                      <a:pt x="1703806" y="3319504"/>
                    </a:cubicBezTo>
                    <a:cubicBezTo>
                      <a:pt x="1544269" y="3336098"/>
                      <a:pt x="1384351" y="3344775"/>
                      <a:pt x="1224244" y="3350728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4c07ff4-9e16-4e35-9ba5-d7a26de89255" id="54" name="Icon3">
                <a:extLst>
                  <a:ext uri="{FF2B5EF4-FFF2-40B4-BE49-F238E27FC236}">
                    <a16:creationId id="{BE361795-DD40-2A03-B868-2B6C0EDA1E88}"/>
                  </a:ext>
                </a:extLst>
              </p:cNvPr>
              <p:cNvSpPr/>
              <p:nvPr/>
            </p:nvSpPr>
            <p:spPr>
              <a:xfrm flipV="false" flipH="false">
                <a:off x="9855659" y="2764573"/>
                <a:ext cx="353023" cy="356328"/>
              </a:xfrm>
              <a:custGeom>
                <a:avLst/>
                <a:gdLst>
                  <a:gd fmla="*/ 278945 h 440259" name="T0"/>
                  <a:gd fmla="*/ 278945 h 440259" name="T1"/>
                  <a:gd fmla="*/ 278945 h 440259" name="T2"/>
                  <a:gd fmla="*/ 278945 h 440259" name="T3"/>
                  <a:gd fmla="*/ 278945 h 440259" name="T4"/>
                  <a:gd fmla="*/ 278945 h 440259" name="T5"/>
                  <a:gd fmla="*/ 278945 h 440259" name="T6"/>
                  <a:gd fmla="*/ 278945 h 440259" name="T7"/>
                  <a:gd fmla="*/ 278945 h 440259" name="T8"/>
                  <a:gd fmla="*/ 278945 h 440259" name="T9"/>
                  <a:gd fmla="*/ 278945 h 440259" name="T10"/>
                  <a:gd fmla="*/ 278945 h 440259" name="T11"/>
                  <a:gd fmla="*/ 278945 h 440259" name="T12"/>
                  <a:gd fmla="*/ 278945 h 440259" name="T13"/>
                  <a:gd fmla="*/ 278945 h 440259" name="T14"/>
                  <a:gd fmla="*/ 278945 h 440259" name="T15"/>
                  <a:gd fmla="*/ 278945 h 440259" name="T16"/>
                  <a:gd fmla="*/ 278945 h 440259" name="T17"/>
                  <a:gd fmla="*/ 278945 h 440259" name="T18"/>
                  <a:gd fmla="*/ 278945 h 440259" name="T19"/>
                  <a:gd fmla="*/ 278945 h 440259" name="T20"/>
                  <a:gd fmla="*/ 278945 h 440259" name="T21"/>
                  <a:gd fmla="*/ 278945 h 440259" name="T22"/>
                  <a:gd fmla="*/ 278945 h 440259" name="T23"/>
                  <a:gd fmla="*/ 278945 h 440259" name="T24"/>
                  <a:gd fmla="*/ 278945 h 440259" name="T25"/>
                  <a:gd fmla="*/ 278945 h 440259" name="T26"/>
                  <a:gd fmla="*/ 278945 h 440259" name="T27"/>
                  <a:gd fmla="*/ 278945 h 440259" name="T28"/>
                  <a:gd fmla="*/ 278945 h 440259" name="T29"/>
                  <a:gd fmla="*/ 278945 h 440259" name="T30"/>
                  <a:gd fmla="*/ 278945 h 440259" name="T31"/>
                  <a:gd fmla="*/ 278945 h 440259" name="T32"/>
                  <a:gd fmla="*/ 278945 h 440259" name="T33"/>
                  <a:gd fmla="*/ 278945 h 440259" name="T34"/>
                  <a:gd fmla="*/ 278945 h 440259" name="T35"/>
                  <a:gd fmla="*/ 278945 h 440259" name="T36"/>
                  <a:gd fmla="*/ 278945 h 440259" name="T37"/>
                  <a:gd fmla="*/ 278945 h 440259" name="T38"/>
                  <a:gd fmla="*/ 278945 h 440259" name="T39"/>
                  <a:gd fmla="*/ 278945 h 440259" name="T40"/>
                  <a:gd fmla="*/ 278945 h 440259" name="T41"/>
                  <a:gd fmla="*/ 278945 h 440259" name="T42"/>
                  <a:gd fmla="*/ 278945 h 440259" name="T43"/>
                  <a:gd fmla="*/ 278945 h 440259" name="T44"/>
                  <a:gd fmla="*/ 278945 h 440259" name="T45"/>
                  <a:gd fmla="*/ 278945 h 440259" name="T46"/>
                  <a:gd fmla="*/ 278945 h 440259" name="T47"/>
                  <a:gd fmla="*/ 278945 h 440259" name="T48"/>
                  <a:gd fmla="*/ 278945 h 440259" name="T49"/>
                  <a:gd fmla="*/ 278945 h 440259" name="T50"/>
                  <a:gd fmla="*/ 278945 h 440259" name="T51"/>
                  <a:gd fmla="*/ 278945 h 440259" name="T52"/>
                  <a:gd fmla="*/ 278945 h 440259" name="T53"/>
                  <a:gd fmla="*/ 278945 h 440259" name="T54"/>
                  <a:gd fmla="*/ 278945 h 440259" name="T55"/>
                  <a:gd fmla="*/ 88862 h 440259" name="T56"/>
                  <a:gd fmla="*/ 88862 h 440259" name="T57"/>
                  <a:gd fmla="*/ 278945 h 440259" name="T58"/>
                  <a:gd fmla="*/ 278945 h 440259" name="T59"/>
                  <a:gd fmla="*/ 278945 h 440259" name="T60"/>
                  <a:gd fmla="*/ 278945 h 440259" name="T61"/>
                  <a:gd fmla="*/ 278945 h 440259" name="T62"/>
                  <a:gd fmla="*/ 278945 h 440259" name="T63"/>
                  <a:gd fmla="*/ 278945 h 440259" name="T64"/>
                  <a:gd fmla="*/ 278945 h 440259" name="T65"/>
                  <a:gd fmla="*/ 278945 h 440259" name="T66"/>
                  <a:gd fmla="*/ 278945 h 440259" name="T67"/>
                  <a:gd fmla="*/ 278945 h 440259" name="T68"/>
                  <a:gd fmla="*/ 278945 h 440259" name="T69"/>
                  <a:gd fmla="*/ 278945 h 440259" name="T70"/>
                  <a:gd fmla="*/ 278945 h 440259" name="T71"/>
                  <a:gd fmla="*/ 278945 h 440259" name="T72"/>
                  <a:gd fmla="*/ 278945 h 440259" name="T73"/>
                  <a:gd fmla="*/ 278945 h 440259" name="T74"/>
                  <a:gd fmla="*/ 278945 h 440259" name="T75"/>
                  <a:gd fmla="*/ 278945 h 440259" name="T76"/>
                  <a:gd fmla="*/ 278945 h 440259" name="T77"/>
                  <a:gd fmla="*/ 278945 h 440259" name="T78"/>
                  <a:gd fmla="*/ 278945 h 440259" name="T79"/>
                  <a:gd fmla="*/ 278945 h 440259" name="T80"/>
                  <a:gd fmla="*/ 278945 h 440259" name="T81"/>
                  <a:gd fmla="*/ 278945 h 440259" name="T82"/>
                  <a:gd fmla="*/ 278945 h 440259" name="T83"/>
                  <a:gd fmla="*/ 278945 h 440259" name="T84"/>
                  <a:gd fmla="*/ 278945 h 440259" name="T85"/>
                  <a:gd fmla="*/ 278945 h 440259" name="T86"/>
                  <a:gd fmla="*/ 278945 h 440259" name="T87"/>
                  <a:gd fmla="*/ 278945 h 440259" name="T88"/>
                  <a:gd fmla="*/ 278945 h 440259" name="T89"/>
                  <a:gd fmla="*/ 278945 h 440259" name="T90"/>
                  <a:gd fmla="*/ 278945 h 440259" name="T91"/>
                  <a:gd fmla="*/ 278945 h 440259" name="T92"/>
                  <a:gd fmla="*/ 278945 h 440259" name="T93"/>
                  <a:gd fmla="*/ 278945 h 440259" name="T94"/>
                  <a:gd fmla="*/ 278945 h 440259" name="T95"/>
                  <a:gd fmla="*/ 278945 h 440259" name="T96"/>
                  <a:gd fmla="*/ 278945 h 440259" name="T97"/>
                  <a:gd fmla="*/ 278945 h 440259" name="T98"/>
                  <a:gd fmla="*/ 278945 h 440259" name="T99"/>
                  <a:gd fmla="*/ 278945 h 440259" name="T100"/>
                  <a:gd fmla="*/ 278945 h 440259" name="T101"/>
                  <a:gd fmla="*/ 278945 h 440259" name="T102"/>
                  <a:gd fmla="*/ 278945 h 440259" name="T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b="b" l="0" r="r" t="0"/>
                <a:pathLst>
                  <a:path h="5055" w="5001">
                    <a:moveTo>
                      <a:pt x="4952" y="4387"/>
                    </a:moveTo>
                    <a:cubicBezTo>
                      <a:pt x="4926" y="4300"/>
                      <a:pt x="4856" y="4236"/>
                      <a:pt x="4743" y="4197"/>
                    </a:cubicBezTo>
                    <a:cubicBezTo>
                      <a:pt x="4679" y="4174"/>
                      <a:pt x="4607" y="4161"/>
                      <a:pt x="4531" y="4146"/>
                    </a:cubicBezTo>
                    <a:cubicBezTo>
                      <a:pt x="4469" y="4134"/>
                      <a:pt x="4406" y="4122"/>
                      <a:pt x="4354" y="4106"/>
                    </a:cubicBezTo>
                    <a:cubicBezTo>
                      <a:pt x="4348" y="4104"/>
                      <a:pt x="4342" y="4102"/>
                      <a:pt x="4336" y="4100"/>
                    </a:cubicBezTo>
                    <a:cubicBezTo>
                      <a:pt x="4350" y="4086"/>
                      <a:pt x="4363" y="4073"/>
                      <a:pt x="4375" y="4061"/>
                    </a:cubicBezTo>
                    <a:cubicBezTo>
                      <a:pt x="4430" y="4007"/>
                      <a:pt x="4486" y="3951"/>
                      <a:pt x="4525" y="3887"/>
                    </a:cubicBezTo>
                    <a:cubicBezTo>
                      <a:pt x="4598" y="3768"/>
                      <a:pt x="4589" y="3642"/>
                      <a:pt x="4503" y="3550"/>
                    </a:cubicBezTo>
                    <a:cubicBezTo>
                      <a:pt x="4503" y="3550"/>
                      <a:pt x="4421" y="3457"/>
                      <a:pt x="4263" y="3457"/>
                    </a:cubicBezTo>
                    <a:cubicBezTo>
                      <a:pt x="4219" y="3457"/>
                      <a:pt x="4173" y="3465"/>
                      <a:pt x="4127" y="3481"/>
                    </a:cubicBezTo>
                    <a:cubicBezTo>
                      <a:pt x="4128" y="3397"/>
                      <a:pt x="4127" y="3316"/>
                      <a:pt x="4125" y="3240"/>
                    </a:cubicBezTo>
                    <a:cubicBezTo>
                      <a:pt x="4110" y="2844"/>
                      <a:pt x="4045" y="2598"/>
                      <a:pt x="3919" y="2464"/>
                    </a:cubicBezTo>
                    <a:cubicBezTo>
                      <a:pt x="3919" y="2161"/>
                      <a:pt x="3799" y="1716"/>
                      <a:pt x="3596" y="1272"/>
                    </a:cubicBezTo>
                    <a:cubicBezTo>
                      <a:pt x="3289" y="598"/>
                      <a:pt x="2883" y="109"/>
                      <a:pt x="2632" y="109"/>
                    </a:cubicBezTo>
                    <a:cubicBezTo>
                      <a:pt x="2609" y="109"/>
                      <a:pt x="2587" y="114"/>
                      <a:pt x="2567" y="123"/>
                    </a:cubicBezTo>
                    <a:cubicBezTo>
                      <a:pt x="2564" y="124"/>
                      <a:pt x="2562" y="125"/>
                      <a:pt x="2559" y="126"/>
                    </a:cubicBezTo>
                    <a:lnTo>
                      <a:pt x="2435" y="183"/>
                    </a:lnTo>
                    <a:cubicBezTo>
                      <a:pt x="2345" y="152"/>
                      <a:pt x="2164" y="92"/>
                      <a:pt x="1969" y="50"/>
                    </a:cubicBezTo>
                    <a:cubicBezTo>
                      <a:pt x="1819" y="17"/>
                      <a:pt x="1690" y="0"/>
                      <a:pt x="1584" y="0"/>
                    </a:cubicBezTo>
                    <a:cubicBezTo>
                      <a:pt x="1404" y="0"/>
                      <a:pt x="1287" y="46"/>
                      <a:pt x="1225" y="141"/>
                    </a:cubicBezTo>
                    <a:cubicBezTo>
                      <a:pt x="1193" y="190"/>
                      <a:pt x="1161" y="274"/>
                      <a:pt x="1194" y="391"/>
                    </a:cubicBezTo>
                    <a:cubicBezTo>
                      <a:pt x="1201" y="415"/>
                      <a:pt x="1210" y="440"/>
                      <a:pt x="1221" y="465"/>
                    </a:cubicBezTo>
                    <a:cubicBezTo>
                      <a:pt x="1347" y="741"/>
                      <a:pt x="1923" y="1198"/>
                      <a:pt x="2561" y="1528"/>
                    </a:cubicBezTo>
                    <a:cubicBezTo>
                      <a:pt x="2576" y="1535"/>
                      <a:pt x="2592" y="1537"/>
                      <a:pt x="2607" y="1534"/>
                    </a:cubicBezTo>
                    <a:cubicBezTo>
                      <a:pt x="2620" y="1531"/>
                      <a:pt x="2633" y="1529"/>
                      <a:pt x="2646" y="1529"/>
                    </a:cubicBezTo>
                    <a:cubicBezTo>
                      <a:pt x="2715" y="1529"/>
                      <a:pt x="2778" y="1570"/>
                      <a:pt x="2807" y="1632"/>
                    </a:cubicBezTo>
                    <a:cubicBezTo>
                      <a:pt x="2827" y="1675"/>
                      <a:pt x="2828" y="1723"/>
                      <a:pt x="2812" y="1768"/>
                    </a:cubicBezTo>
                    <a:cubicBezTo>
                      <a:pt x="2795" y="1812"/>
                      <a:pt x="2762" y="1847"/>
                      <a:pt x="2720" y="1866"/>
                    </a:cubicBezTo>
                    <a:cubicBezTo>
                      <a:pt x="2696" y="1877"/>
                      <a:pt x="2672" y="1882"/>
                      <a:pt x="2646" y="1882"/>
                    </a:cubicBezTo>
                    <a:cubicBezTo>
                      <a:pt x="2577" y="1882"/>
                      <a:pt x="2514" y="1842"/>
                      <a:pt x="2485" y="1779"/>
                    </a:cubicBezTo>
                    <a:cubicBezTo>
                      <a:pt x="2479" y="1765"/>
                      <a:pt x="2475" y="1751"/>
                      <a:pt x="2472" y="1737"/>
                    </a:cubicBezTo>
                    <a:cubicBezTo>
                      <a:pt x="2469" y="1716"/>
                      <a:pt x="2456" y="1699"/>
                      <a:pt x="2437" y="1689"/>
                    </a:cubicBezTo>
                    <a:cubicBezTo>
                      <a:pt x="1929" y="1426"/>
                      <a:pt x="1462" y="1094"/>
                      <a:pt x="1188" y="802"/>
                    </a:cubicBezTo>
                    <a:cubicBezTo>
                      <a:pt x="1169" y="781"/>
                      <a:pt x="1138" y="775"/>
                      <a:pt x="1112" y="787"/>
                    </a:cubicBezTo>
                    <a:lnTo>
                      <a:pt x="42" y="1274"/>
                    </a:lnTo>
                    <a:cubicBezTo>
                      <a:pt x="16" y="1287"/>
                      <a:pt x="0" y="1315"/>
                      <a:pt x="4" y="1344"/>
                    </a:cubicBezTo>
                    <a:cubicBezTo>
                      <a:pt x="24" y="1493"/>
                      <a:pt x="112" y="2033"/>
                      <a:pt x="425" y="2719"/>
                    </a:cubicBezTo>
                    <a:cubicBezTo>
                      <a:pt x="738" y="3405"/>
                      <a:pt x="1088" y="3826"/>
                      <a:pt x="1188" y="3938"/>
                    </a:cubicBezTo>
                    <a:cubicBezTo>
                      <a:pt x="1207" y="3960"/>
                      <a:pt x="1238" y="3967"/>
                      <a:pt x="1265" y="3955"/>
                    </a:cubicBezTo>
                    <a:lnTo>
                      <a:pt x="3494" y="2938"/>
                    </a:lnTo>
                    <a:cubicBezTo>
                      <a:pt x="3497" y="2958"/>
                      <a:pt x="3500" y="2979"/>
                      <a:pt x="3503" y="3001"/>
                    </a:cubicBezTo>
                    <a:cubicBezTo>
                      <a:pt x="3522" y="3142"/>
                      <a:pt x="3544" y="3302"/>
                      <a:pt x="3544" y="3433"/>
                    </a:cubicBezTo>
                    <a:cubicBezTo>
                      <a:pt x="3545" y="3525"/>
                      <a:pt x="3534" y="3576"/>
                      <a:pt x="3526" y="3603"/>
                    </a:cubicBezTo>
                    <a:lnTo>
                      <a:pt x="3526" y="3603"/>
                    </a:lnTo>
                    <a:cubicBezTo>
                      <a:pt x="3499" y="3600"/>
                      <a:pt x="3467" y="3595"/>
                      <a:pt x="3435" y="3590"/>
                    </a:cubicBezTo>
                    <a:cubicBezTo>
                      <a:pt x="3371" y="3579"/>
                      <a:pt x="3305" y="3568"/>
                      <a:pt x="3242" y="3568"/>
                    </a:cubicBezTo>
                    <a:cubicBezTo>
                      <a:pt x="3087" y="3568"/>
                      <a:pt x="3014" y="3639"/>
                      <a:pt x="2980" y="3699"/>
                    </a:cubicBezTo>
                    <a:cubicBezTo>
                      <a:pt x="2900" y="3839"/>
                      <a:pt x="2980" y="4012"/>
                      <a:pt x="3058" y="4146"/>
                    </a:cubicBezTo>
                    <a:cubicBezTo>
                      <a:pt x="3014" y="4158"/>
                      <a:pt x="2954" y="4169"/>
                      <a:pt x="2914" y="4176"/>
                    </a:cubicBezTo>
                    <a:cubicBezTo>
                      <a:pt x="2854" y="4186"/>
                      <a:pt x="2793" y="4197"/>
                      <a:pt x="2739" y="4214"/>
                    </a:cubicBezTo>
                    <a:cubicBezTo>
                      <a:pt x="2639" y="4245"/>
                      <a:pt x="2574" y="4300"/>
                      <a:pt x="2546" y="4376"/>
                    </a:cubicBezTo>
                    <a:cubicBezTo>
                      <a:pt x="2523" y="4435"/>
                      <a:pt x="2516" y="4529"/>
                      <a:pt x="2605" y="4640"/>
                    </a:cubicBezTo>
                    <a:cubicBezTo>
                      <a:pt x="2723" y="4785"/>
                      <a:pt x="2892" y="4895"/>
                      <a:pt x="3108" y="4965"/>
                    </a:cubicBezTo>
                    <a:cubicBezTo>
                      <a:pt x="3287" y="5024"/>
                      <a:pt x="3499" y="5055"/>
                      <a:pt x="3720" y="5055"/>
                    </a:cubicBezTo>
                    <a:cubicBezTo>
                      <a:pt x="3933" y="5055"/>
                      <a:pt x="4147" y="5027"/>
                      <a:pt x="4338" y="4975"/>
                    </a:cubicBezTo>
                    <a:cubicBezTo>
                      <a:pt x="4480" y="4936"/>
                      <a:pt x="4676" y="4863"/>
                      <a:pt x="4804" y="4742"/>
                    </a:cubicBezTo>
                    <a:cubicBezTo>
                      <a:pt x="4858" y="4690"/>
                      <a:pt x="5001" y="4555"/>
                      <a:pt x="4952" y="4387"/>
                    </a:cubicBezTo>
                    <a:close/>
                    <a:moveTo>
                      <a:pt x="3311" y="4229"/>
                    </a:moveTo>
                    <a:cubicBezTo>
                      <a:pt x="3326" y="4193"/>
                      <a:pt x="3319" y="4150"/>
                      <a:pt x="3288" y="4095"/>
                    </a:cubicBezTo>
                    <a:cubicBezTo>
                      <a:pt x="3213" y="3963"/>
                      <a:pt x="3187" y="3873"/>
                      <a:pt x="3211" y="3829"/>
                    </a:cubicBezTo>
                    <a:cubicBezTo>
                      <a:pt x="3216" y="3819"/>
                      <a:pt x="3232" y="3790"/>
                      <a:pt x="3307" y="3790"/>
                    </a:cubicBezTo>
                    <a:cubicBezTo>
                      <a:pt x="3349" y="3790"/>
                      <a:pt x="3401" y="3799"/>
                      <a:pt x="3450" y="3807"/>
                    </a:cubicBezTo>
                    <a:cubicBezTo>
                      <a:pt x="3499" y="3816"/>
                      <a:pt x="3544" y="3824"/>
                      <a:pt x="3581" y="3824"/>
                    </a:cubicBezTo>
                    <a:cubicBezTo>
                      <a:pt x="3601" y="3824"/>
                      <a:pt x="3616" y="3821"/>
                      <a:pt x="3628" y="3817"/>
                    </a:cubicBezTo>
                    <a:cubicBezTo>
                      <a:pt x="3636" y="3814"/>
                      <a:pt x="3643" y="3809"/>
                      <a:pt x="3649" y="3803"/>
                    </a:cubicBezTo>
                    <a:cubicBezTo>
                      <a:pt x="3773" y="3674"/>
                      <a:pt x="3744" y="3311"/>
                      <a:pt x="3704" y="2950"/>
                    </a:cubicBezTo>
                    <a:cubicBezTo>
                      <a:pt x="3690" y="2823"/>
                      <a:pt x="3677" y="2722"/>
                      <a:pt x="3691" y="2702"/>
                    </a:cubicBezTo>
                    <a:cubicBezTo>
                      <a:pt x="3694" y="2699"/>
                      <a:pt x="3697" y="2697"/>
                      <a:pt x="3700" y="2698"/>
                    </a:cubicBezTo>
                    <a:cubicBezTo>
                      <a:pt x="3815" y="2734"/>
                      <a:pt x="3888" y="2948"/>
                      <a:pt x="3911" y="3314"/>
                    </a:cubicBezTo>
                    <a:cubicBezTo>
                      <a:pt x="3921" y="3469"/>
                      <a:pt x="3920" y="3619"/>
                      <a:pt x="3917" y="3718"/>
                    </a:cubicBezTo>
                    <a:cubicBezTo>
                      <a:pt x="3917" y="3741"/>
                      <a:pt x="3929" y="3762"/>
                      <a:pt x="3948" y="3773"/>
                    </a:cubicBezTo>
                    <a:cubicBezTo>
                      <a:pt x="3968" y="3784"/>
                      <a:pt x="3992" y="3782"/>
                      <a:pt x="4010" y="3768"/>
                    </a:cubicBezTo>
                    <a:cubicBezTo>
                      <a:pt x="4057" y="3732"/>
                      <a:pt x="4127" y="3689"/>
                      <a:pt x="4197" y="3689"/>
                    </a:cubicBezTo>
                    <a:cubicBezTo>
                      <a:pt x="4233" y="3689"/>
                      <a:pt x="4265" y="3700"/>
                      <a:pt x="4295" y="3723"/>
                    </a:cubicBezTo>
                    <a:lnTo>
                      <a:pt x="4295" y="3723"/>
                    </a:lnTo>
                    <a:cubicBezTo>
                      <a:pt x="4347" y="3782"/>
                      <a:pt x="4302" y="3848"/>
                      <a:pt x="4187" y="3967"/>
                    </a:cubicBezTo>
                    <a:cubicBezTo>
                      <a:pt x="4109" y="4049"/>
                      <a:pt x="4073" y="4092"/>
                      <a:pt x="4070" y="4132"/>
                    </a:cubicBezTo>
                    <a:cubicBezTo>
                      <a:pt x="4069" y="4142"/>
                      <a:pt x="4071" y="4151"/>
                      <a:pt x="4074" y="4160"/>
                    </a:cubicBezTo>
                    <a:cubicBezTo>
                      <a:pt x="4112" y="4256"/>
                      <a:pt x="4259" y="4286"/>
                      <a:pt x="4402" y="4315"/>
                    </a:cubicBezTo>
                    <a:cubicBezTo>
                      <a:pt x="4521" y="4339"/>
                      <a:pt x="4633" y="4361"/>
                      <a:pt x="4651" y="4423"/>
                    </a:cubicBezTo>
                    <a:cubicBezTo>
                      <a:pt x="4662" y="4463"/>
                      <a:pt x="4633" y="4516"/>
                      <a:pt x="4563" y="4586"/>
                    </a:cubicBezTo>
                    <a:cubicBezTo>
                      <a:pt x="4420" y="4729"/>
                      <a:pt x="4075" y="4828"/>
                      <a:pt x="3723" y="4828"/>
                    </a:cubicBezTo>
                    <a:cubicBezTo>
                      <a:pt x="3338" y="4828"/>
                      <a:pt x="3027" y="4712"/>
                      <a:pt x="2870" y="4509"/>
                    </a:cubicBezTo>
                    <a:cubicBezTo>
                      <a:pt x="2844" y="4475"/>
                      <a:pt x="2834" y="4446"/>
                      <a:pt x="2842" y="4424"/>
                    </a:cubicBezTo>
                    <a:cubicBezTo>
                      <a:pt x="2859" y="4377"/>
                      <a:pt x="2951" y="4360"/>
                      <a:pt x="3047" y="4342"/>
                    </a:cubicBezTo>
                    <a:cubicBezTo>
                      <a:pt x="3183" y="4317"/>
                      <a:pt x="3282" y="4295"/>
                      <a:pt x="3311" y="4229"/>
                    </a:cubicBezTo>
                    <a:close/>
                    <a:moveTo>
                      <a:pt x="3039" y="1526"/>
                    </a:moveTo>
                    <a:cubicBezTo>
                      <a:pt x="2915" y="1253"/>
                      <a:pt x="2821" y="973"/>
                      <a:pt x="2775" y="738"/>
                    </a:cubicBezTo>
                    <a:cubicBezTo>
                      <a:pt x="2759" y="657"/>
                      <a:pt x="2749" y="582"/>
                      <a:pt x="2746" y="515"/>
                    </a:cubicBezTo>
                    <a:lnTo>
                      <a:pt x="2746" y="515"/>
                    </a:lnTo>
                    <a:cubicBezTo>
                      <a:pt x="2794" y="561"/>
                      <a:pt x="2844" y="618"/>
                      <a:pt x="2895" y="684"/>
                    </a:cubicBezTo>
                    <a:cubicBezTo>
                      <a:pt x="3043" y="872"/>
                      <a:pt x="3192" y="1127"/>
                      <a:pt x="3317" y="1400"/>
                    </a:cubicBezTo>
                    <a:cubicBezTo>
                      <a:pt x="3442" y="1673"/>
                      <a:pt x="3535" y="1953"/>
                      <a:pt x="3581" y="2188"/>
                    </a:cubicBezTo>
                    <a:cubicBezTo>
                      <a:pt x="3597" y="2269"/>
                      <a:pt x="3607" y="2344"/>
                      <a:pt x="3611" y="2411"/>
                    </a:cubicBezTo>
                    <a:cubicBezTo>
                      <a:pt x="3563" y="2365"/>
                      <a:pt x="3513" y="2308"/>
                      <a:pt x="3461" y="2242"/>
                    </a:cubicBezTo>
                    <a:cubicBezTo>
                      <a:pt x="3314" y="2054"/>
                      <a:pt x="3164" y="1799"/>
                      <a:pt x="3039" y="1526"/>
                    </a:cubicBezTo>
                    <a:close/>
                    <a:moveTo>
                      <a:pt x="1392" y="250"/>
                    </a:moveTo>
                    <a:cubicBezTo>
                      <a:pt x="1402" y="235"/>
                      <a:pt x="1441" y="200"/>
                      <a:pt x="1582" y="200"/>
                    </a:cubicBezTo>
                    <a:cubicBezTo>
                      <a:pt x="1674" y="200"/>
                      <a:pt x="1789" y="215"/>
                      <a:pt x="1924" y="245"/>
                    </a:cubicBezTo>
                    <a:cubicBezTo>
                      <a:pt x="1999" y="261"/>
                      <a:pt x="2080" y="282"/>
                      <a:pt x="2164" y="307"/>
                    </a:cubicBezTo>
                    <a:lnTo>
                      <a:pt x="1550" y="587"/>
                    </a:lnTo>
                    <a:cubicBezTo>
                      <a:pt x="1480" y="511"/>
                      <a:pt x="1431" y="443"/>
                      <a:pt x="1403" y="383"/>
                    </a:cubicBezTo>
                    <a:cubicBezTo>
                      <a:pt x="1396" y="367"/>
                      <a:pt x="1391" y="352"/>
                      <a:pt x="1387" y="338"/>
                    </a:cubicBezTo>
                    <a:cubicBezTo>
                      <a:pt x="1376" y="301"/>
                      <a:pt x="1378" y="272"/>
                      <a:pt x="1392" y="2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</a:p>
            </p:txBody>
          </p:sp>
        </p:grpSp>
      </p:grpSp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场景与道具推荐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提升舔脚体验的场景与道具建议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场景推荐</a:t>
            </a:r>
          </a:p>
        </p:txBody>
      </p:sp>
      <p:grpSp>
        <p:nvGrpSpPr>
          <p:cNvPr descr="d7d8c06c-394c-4d93-8daa-7a0ae635b320" id="9" name="10d28a64-2b3d-40c9-a434-7d58d8e6477b.source.4.zh-Hans.pptx">
            <a:extLst>
              <a:ext uri="{FF2B5EF4-FFF2-40B4-BE49-F238E27FC236}">
                <a16:creationId id="{1D64BBEF-D4B5-3AD0-F81C-E72AD6851827}"/>
              </a:ext>
            </a:extLst>
          </p:cNvPr>
          <p:cNvGrpSpPr/>
          <p:nvPr/>
        </p:nvGrpSpPr>
        <p:grpSpPr>
          <a:xfrm>
            <a:off x="660400" y="1338342"/>
            <a:ext cx="10888922" cy="4795758"/>
            <a:chOff x="1512639" y="1338342"/>
            <a:chExt cx="9312524" cy="4101472"/>
          </a:xfrm>
        </p:grpSpPr>
        <p:cxnSp>
          <p:nvCxnSpPr>
            <p:cNvPr descr="d9091ec4-878e-4e0d-83e0-5c08dddda90d" id="6" name="直接连接符 5">
              <a:extLst>
                <a:ext uri="{FF2B5EF4-FFF2-40B4-BE49-F238E27FC236}">
                  <a16:creationId id="{58FC04C6-E4BC-BCE0-FD5D-610F77D10DCE}"/>
                </a:ext>
              </a:extLst>
            </p:cNvPr>
            <p:cNvCxnSpPr>
              <a:cxnSpLocks/>
            </p:cNvCxnSpPr>
            <p:nvPr/>
          </p:nvCxnSpPr>
          <p:spPr>
            <a:xfrm flipV="true" flipH="false">
              <a:off x="2352133" y="2821024"/>
              <a:ext cx="8315716" cy="14397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descr="071e69b6-e3a7-4a0b-80ce-c3336f6a5484" id="4" name="Title">
              <a:extLst>
                <a:ext uri="{FF2B5EF4-FFF2-40B4-BE49-F238E27FC236}">
                  <a16:creationId id="{CFD32C9B-4260-A774-9FD2-F76666EABF23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1722234" y="1338342"/>
              <a:ext cx="8624444" cy="75062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营造舔脚氛围的场景布置</a:t>
              </a:r>
            </a:p>
          </p:txBody>
        </p:sp>
        <p:sp>
          <p:nvSpPr>
            <p:cNvPr descr="dcc02aa5-f096-46c9-bf52-391d2e87ab12" id="32" name="任意多边形: 形状 31">
              <a:extLst>
                <a:ext uri="{FF2B5EF4-FFF2-40B4-BE49-F238E27FC236}">
                  <a16:creationId id="{ECCEA9DF-031A-3851-8332-C8D508A38A3A}"/>
                </a:ext>
              </a:extLst>
            </p:cNvPr>
            <p:cNvSpPr/>
            <p:nvPr/>
          </p:nvSpPr>
          <p:spPr>
            <a:xfrm flipV="false" flipH="false">
              <a:off x="1563930" y="2450050"/>
              <a:ext cx="835560" cy="750626"/>
            </a:xfrm>
            <a:custGeom>
              <a:avLst/>
              <a:gdLst>
                <a:gd fmla="*/ 1904926 w 3844197" name="connsiteX0"/>
                <a:gd fmla="*/ 0 h 3506914" name="connsiteY0"/>
                <a:gd fmla="*/ 2704251 w 3844197" name="connsiteX1"/>
                <a:gd fmla="*/ 651469 h 3506914" name="connsiteY1"/>
                <a:gd fmla="*/ 2708467 w 3844197" name="connsiteX2"/>
                <a:gd fmla="*/ 693290 h 3506914" name="connsiteY2"/>
                <a:gd fmla="*/ 2710711 w 3844197" name="connsiteX3"/>
                <a:gd fmla="*/ 692073 h 3506914" name="connsiteY3"/>
                <a:gd fmla="*/ 3028296 w 3844197" name="connsiteX4"/>
                <a:gd fmla="*/ 627955 h 3506914" name="connsiteY4"/>
                <a:gd fmla="*/ 3844197 w 3844197" name="connsiteX5"/>
                <a:gd fmla="*/ 1443856 h 3506914" name="connsiteY5"/>
                <a:gd fmla="*/ 3270920 w 3844197" name="connsiteX6"/>
                <a:gd fmla="*/ 2223076 h 3506914" name="connsiteY6"/>
                <a:gd fmla="*/ 3266940 w 3844197" name="connsiteX7"/>
                <a:gd fmla="*/ 2224100 h 3506914" name="connsiteY7"/>
                <a:gd fmla="*/ 3275797 w 3844197" name="connsiteX8"/>
                <a:gd fmla="*/ 2234835 h 3506914" name="connsiteY8"/>
                <a:gd fmla="*/ 3415140 w 3844197" name="connsiteX9"/>
                <a:gd fmla="*/ 2691013 h 3506914" name="connsiteY9"/>
                <a:gd fmla="*/ 2599239 w 3844197" name="connsiteX10"/>
                <a:gd fmla="*/ 3506914 h 3506914" name="connsiteY10"/>
                <a:gd fmla="*/ 1922681 w 3844197" name="connsiteX11"/>
                <a:gd fmla="*/ 3147191 h 3506914" name="connsiteY11"/>
                <a:gd fmla="*/ 1921882 w 3844197" name="connsiteX12"/>
                <a:gd fmla="*/ 3145720 h 3506914" name="connsiteY12"/>
                <a:gd fmla="*/ 1921084 w 3844197" name="connsiteX13"/>
                <a:gd fmla="*/ 3147191 h 3506914" name="connsiteY13"/>
                <a:gd fmla="*/ 1244526 w 3844197" name="connsiteX14"/>
                <a:gd fmla="*/ 3506914 h 3506914" name="connsiteY14"/>
                <a:gd fmla="*/ 428625 w 3844197" name="connsiteX15"/>
                <a:gd fmla="*/ 2691013 h 3506914" name="connsiteY15"/>
                <a:gd fmla="*/ 567968 w 3844197" name="connsiteX16"/>
                <a:gd fmla="*/ 2234835 h 3506914" name="connsiteY16"/>
                <a:gd fmla="*/ 576901 w 3844197" name="connsiteX17"/>
                <a:gd fmla="*/ 2224008 h 3506914" name="connsiteY17"/>
                <a:gd fmla="*/ 573277 w 3844197" name="connsiteX18"/>
                <a:gd fmla="*/ 2223076 h 3506914" name="connsiteY18"/>
                <a:gd fmla="*/ 0 w 3844197" name="connsiteX19"/>
                <a:gd fmla="*/ 1443856 h 3506914" name="connsiteY19"/>
                <a:gd fmla="*/ 815901 w 3844197" name="connsiteX20"/>
                <a:gd fmla="*/ 627955 h 3506914" name="connsiteY20"/>
                <a:gd fmla="*/ 1058525 w 3844197" name="connsiteX21"/>
                <a:gd fmla="*/ 664636 h 3506914" name="connsiteY21"/>
                <a:gd fmla="*/ 1102646 w 3844197" name="connsiteX22"/>
                <a:gd fmla="*/ 680785 h 3506914" name="connsiteY22"/>
                <a:gd fmla="*/ 1105601 w 3844197" name="connsiteX23"/>
                <a:gd fmla="*/ 651469 h 3506914" name="connsiteY23"/>
                <a:gd fmla="*/ 1904926 w 3844197" name="connsiteX24"/>
                <a:gd fmla="*/ 0 h 3506914" name="connsiteY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b="b" l="l" r="r" t="t"/>
              <a:pathLst>
                <a:path h="3506914" w="3844197">
                  <a:moveTo>
                    <a:pt x="1904926" y="0"/>
                  </a:moveTo>
                  <a:cubicBezTo>
                    <a:pt x="2299210" y="0"/>
                    <a:pt x="2628171" y="279676"/>
                    <a:pt x="2704251" y="651469"/>
                  </a:cubicBezTo>
                  <a:lnTo>
                    <a:pt x="2708467" y="693290"/>
                  </a:lnTo>
                  <a:lnTo>
                    <a:pt x="2710711" y="692073"/>
                  </a:lnTo>
                  <a:cubicBezTo>
                    <a:pt x="2808324" y="650786"/>
                    <a:pt x="2915644" y="627955"/>
                    <a:pt x="3028296" y="627955"/>
                  </a:cubicBezTo>
                  <a:cubicBezTo>
                    <a:pt x="3478906" y="627955"/>
                    <a:pt x="3844197" y="993246"/>
                    <a:pt x="3844197" y="1443856"/>
                  </a:cubicBezTo>
                  <a:cubicBezTo>
                    <a:pt x="3844197" y="1809977"/>
                    <a:pt x="3603048" y="2119774"/>
                    <a:pt x="3270920" y="2223076"/>
                  </a:cubicBezTo>
                  <a:lnTo>
                    <a:pt x="3266940" y="2224100"/>
                  </a:lnTo>
                  <a:lnTo>
                    <a:pt x="3275797" y="2234835"/>
                  </a:lnTo>
                  <a:cubicBezTo>
                    <a:pt x="3363771" y="2365054"/>
                    <a:pt x="3415140" y="2522034"/>
                    <a:pt x="3415140" y="2691013"/>
                  </a:cubicBezTo>
                  <a:cubicBezTo>
                    <a:pt x="3415140" y="3141623"/>
                    <a:pt x="3049849" y="3506914"/>
                    <a:pt x="2599239" y="3506914"/>
                  </a:cubicBezTo>
                  <a:cubicBezTo>
                    <a:pt x="2317608" y="3506914"/>
                    <a:pt x="2069304" y="3364222"/>
                    <a:pt x="1922681" y="3147191"/>
                  </a:cubicBezTo>
                  <a:lnTo>
                    <a:pt x="1921882" y="3145720"/>
                  </a:lnTo>
                  <a:lnTo>
                    <a:pt x="1921084" y="3147191"/>
                  </a:lnTo>
                  <a:cubicBezTo>
                    <a:pt x="1774461" y="3364222"/>
                    <a:pt x="1526157" y="3506914"/>
                    <a:pt x="1244526" y="3506914"/>
                  </a:cubicBezTo>
                  <a:cubicBezTo>
                    <a:pt x="793916" y="3506914"/>
                    <a:pt x="428625" y="3141623"/>
                    <a:pt x="428625" y="2691013"/>
                  </a:cubicBezTo>
                  <a:cubicBezTo>
                    <a:pt x="428625" y="2522034"/>
                    <a:pt x="479994" y="2365054"/>
                    <a:pt x="567968" y="2234835"/>
                  </a:cubicBezTo>
                  <a:lnTo>
                    <a:pt x="576901" y="2224008"/>
                  </a:lnTo>
                  <a:lnTo>
                    <a:pt x="573277" y="2223076"/>
                  </a:lnTo>
                  <a:cubicBezTo>
                    <a:pt x="241149" y="2119774"/>
                    <a:pt x="0" y="1809977"/>
                    <a:pt x="0" y="1443856"/>
                  </a:cubicBezTo>
                  <a:cubicBezTo>
                    <a:pt x="0" y="993246"/>
                    <a:pt x="365291" y="627955"/>
                    <a:pt x="815901" y="627955"/>
                  </a:cubicBezTo>
                  <a:cubicBezTo>
                    <a:pt x="900390" y="627955"/>
                    <a:pt x="981880" y="640797"/>
                    <a:pt x="1058525" y="664636"/>
                  </a:cubicBezTo>
                  <a:lnTo>
                    <a:pt x="1102646" y="680785"/>
                  </a:lnTo>
                  <a:lnTo>
                    <a:pt x="1105601" y="651469"/>
                  </a:lnTo>
                  <a:cubicBezTo>
                    <a:pt x="1181681" y="279676"/>
                    <a:pt x="1510642" y="0"/>
                    <a:pt x="1904926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 wrap="square">
              <a:noAutofit/>
            </a:bodyPr>
            <a:lstStyle/>
            <a:p>
              <a:pPr algn="ctr"/>
            </a:p>
          </p:txBody>
        </p:sp>
        <p:sp>
          <p:nvSpPr>
            <p:cNvPr descr="cdc0887d-de87-4370-a5bb-600142f2e24f" id="37" name="任意多边形: 形状 36">
              <a:extLst>
                <a:ext uri="{FF2B5EF4-FFF2-40B4-BE49-F238E27FC236}">
                  <a16:creationId id="{71D2976A-E3FA-E844-7275-9ED576967D91}"/>
                </a:ext>
              </a:extLst>
            </p:cNvPr>
            <p:cNvSpPr/>
            <p:nvPr/>
          </p:nvSpPr>
          <p:spPr>
            <a:xfrm flipV="false" flipH="false">
              <a:off x="3898199" y="2450050"/>
              <a:ext cx="835560" cy="750626"/>
            </a:xfrm>
            <a:custGeom>
              <a:avLst/>
              <a:gdLst>
                <a:gd fmla="*/ 1904926 w 3844197" name="connsiteX0"/>
                <a:gd fmla="*/ 0 h 3506914" name="connsiteY0"/>
                <a:gd fmla="*/ 2704251 w 3844197" name="connsiteX1"/>
                <a:gd fmla="*/ 651469 h 3506914" name="connsiteY1"/>
                <a:gd fmla="*/ 2708467 w 3844197" name="connsiteX2"/>
                <a:gd fmla="*/ 693290 h 3506914" name="connsiteY2"/>
                <a:gd fmla="*/ 2710711 w 3844197" name="connsiteX3"/>
                <a:gd fmla="*/ 692073 h 3506914" name="connsiteY3"/>
                <a:gd fmla="*/ 3028296 w 3844197" name="connsiteX4"/>
                <a:gd fmla="*/ 627955 h 3506914" name="connsiteY4"/>
                <a:gd fmla="*/ 3844197 w 3844197" name="connsiteX5"/>
                <a:gd fmla="*/ 1443856 h 3506914" name="connsiteY5"/>
                <a:gd fmla="*/ 3270920 w 3844197" name="connsiteX6"/>
                <a:gd fmla="*/ 2223076 h 3506914" name="connsiteY6"/>
                <a:gd fmla="*/ 3266940 w 3844197" name="connsiteX7"/>
                <a:gd fmla="*/ 2224100 h 3506914" name="connsiteY7"/>
                <a:gd fmla="*/ 3275797 w 3844197" name="connsiteX8"/>
                <a:gd fmla="*/ 2234835 h 3506914" name="connsiteY8"/>
                <a:gd fmla="*/ 3415140 w 3844197" name="connsiteX9"/>
                <a:gd fmla="*/ 2691013 h 3506914" name="connsiteY9"/>
                <a:gd fmla="*/ 2599239 w 3844197" name="connsiteX10"/>
                <a:gd fmla="*/ 3506914 h 3506914" name="connsiteY10"/>
                <a:gd fmla="*/ 1922681 w 3844197" name="connsiteX11"/>
                <a:gd fmla="*/ 3147191 h 3506914" name="connsiteY11"/>
                <a:gd fmla="*/ 1921882 w 3844197" name="connsiteX12"/>
                <a:gd fmla="*/ 3145720 h 3506914" name="connsiteY12"/>
                <a:gd fmla="*/ 1921084 w 3844197" name="connsiteX13"/>
                <a:gd fmla="*/ 3147191 h 3506914" name="connsiteY13"/>
                <a:gd fmla="*/ 1244526 w 3844197" name="connsiteX14"/>
                <a:gd fmla="*/ 3506914 h 3506914" name="connsiteY14"/>
                <a:gd fmla="*/ 428625 w 3844197" name="connsiteX15"/>
                <a:gd fmla="*/ 2691013 h 3506914" name="connsiteY15"/>
                <a:gd fmla="*/ 567968 w 3844197" name="connsiteX16"/>
                <a:gd fmla="*/ 2234835 h 3506914" name="connsiteY16"/>
                <a:gd fmla="*/ 576901 w 3844197" name="connsiteX17"/>
                <a:gd fmla="*/ 2224008 h 3506914" name="connsiteY17"/>
                <a:gd fmla="*/ 573277 w 3844197" name="connsiteX18"/>
                <a:gd fmla="*/ 2223076 h 3506914" name="connsiteY18"/>
                <a:gd fmla="*/ 0 w 3844197" name="connsiteX19"/>
                <a:gd fmla="*/ 1443856 h 3506914" name="connsiteY19"/>
                <a:gd fmla="*/ 815901 w 3844197" name="connsiteX20"/>
                <a:gd fmla="*/ 627955 h 3506914" name="connsiteY20"/>
                <a:gd fmla="*/ 1058525 w 3844197" name="connsiteX21"/>
                <a:gd fmla="*/ 664636 h 3506914" name="connsiteY21"/>
                <a:gd fmla="*/ 1102646 w 3844197" name="connsiteX22"/>
                <a:gd fmla="*/ 680785 h 3506914" name="connsiteY22"/>
                <a:gd fmla="*/ 1105601 w 3844197" name="connsiteX23"/>
                <a:gd fmla="*/ 651469 h 3506914" name="connsiteY23"/>
                <a:gd fmla="*/ 1904926 w 3844197" name="connsiteX24"/>
                <a:gd fmla="*/ 0 h 3506914" name="connsiteY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b="b" l="l" r="r" t="t"/>
              <a:pathLst>
                <a:path h="3506914" w="3844197">
                  <a:moveTo>
                    <a:pt x="1904926" y="0"/>
                  </a:moveTo>
                  <a:cubicBezTo>
                    <a:pt x="2299210" y="0"/>
                    <a:pt x="2628171" y="279676"/>
                    <a:pt x="2704251" y="651469"/>
                  </a:cubicBezTo>
                  <a:lnTo>
                    <a:pt x="2708467" y="693290"/>
                  </a:lnTo>
                  <a:lnTo>
                    <a:pt x="2710711" y="692073"/>
                  </a:lnTo>
                  <a:cubicBezTo>
                    <a:pt x="2808324" y="650786"/>
                    <a:pt x="2915644" y="627955"/>
                    <a:pt x="3028296" y="627955"/>
                  </a:cubicBezTo>
                  <a:cubicBezTo>
                    <a:pt x="3478906" y="627955"/>
                    <a:pt x="3844197" y="993246"/>
                    <a:pt x="3844197" y="1443856"/>
                  </a:cubicBezTo>
                  <a:cubicBezTo>
                    <a:pt x="3844197" y="1809977"/>
                    <a:pt x="3603048" y="2119774"/>
                    <a:pt x="3270920" y="2223076"/>
                  </a:cubicBezTo>
                  <a:lnTo>
                    <a:pt x="3266940" y="2224100"/>
                  </a:lnTo>
                  <a:lnTo>
                    <a:pt x="3275797" y="2234835"/>
                  </a:lnTo>
                  <a:cubicBezTo>
                    <a:pt x="3363771" y="2365054"/>
                    <a:pt x="3415140" y="2522034"/>
                    <a:pt x="3415140" y="2691013"/>
                  </a:cubicBezTo>
                  <a:cubicBezTo>
                    <a:pt x="3415140" y="3141623"/>
                    <a:pt x="3049849" y="3506914"/>
                    <a:pt x="2599239" y="3506914"/>
                  </a:cubicBezTo>
                  <a:cubicBezTo>
                    <a:pt x="2317608" y="3506914"/>
                    <a:pt x="2069304" y="3364222"/>
                    <a:pt x="1922681" y="3147191"/>
                  </a:cubicBezTo>
                  <a:lnTo>
                    <a:pt x="1921882" y="3145720"/>
                  </a:lnTo>
                  <a:lnTo>
                    <a:pt x="1921084" y="3147191"/>
                  </a:lnTo>
                  <a:cubicBezTo>
                    <a:pt x="1774461" y="3364222"/>
                    <a:pt x="1526157" y="3506914"/>
                    <a:pt x="1244526" y="3506914"/>
                  </a:cubicBezTo>
                  <a:cubicBezTo>
                    <a:pt x="793916" y="3506914"/>
                    <a:pt x="428625" y="3141623"/>
                    <a:pt x="428625" y="2691013"/>
                  </a:cubicBezTo>
                  <a:cubicBezTo>
                    <a:pt x="428625" y="2522034"/>
                    <a:pt x="479994" y="2365054"/>
                    <a:pt x="567968" y="2234835"/>
                  </a:cubicBezTo>
                  <a:lnTo>
                    <a:pt x="576901" y="2224008"/>
                  </a:lnTo>
                  <a:lnTo>
                    <a:pt x="573277" y="2223076"/>
                  </a:lnTo>
                  <a:cubicBezTo>
                    <a:pt x="241149" y="2119774"/>
                    <a:pt x="0" y="1809977"/>
                    <a:pt x="0" y="1443856"/>
                  </a:cubicBezTo>
                  <a:cubicBezTo>
                    <a:pt x="0" y="993246"/>
                    <a:pt x="365291" y="627955"/>
                    <a:pt x="815901" y="627955"/>
                  </a:cubicBezTo>
                  <a:cubicBezTo>
                    <a:pt x="900390" y="627955"/>
                    <a:pt x="981880" y="640797"/>
                    <a:pt x="1058525" y="664636"/>
                  </a:cubicBezTo>
                  <a:lnTo>
                    <a:pt x="1102646" y="680785"/>
                  </a:lnTo>
                  <a:lnTo>
                    <a:pt x="1105601" y="651469"/>
                  </a:lnTo>
                  <a:cubicBezTo>
                    <a:pt x="1181681" y="279676"/>
                    <a:pt x="1510642" y="0"/>
                    <a:pt x="19049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 wrap="square">
              <a:noAutofit/>
            </a:bodyPr>
            <a:lstStyle/>
            <a:p>
              <a:pPr algn="ctr"/>
            </a:p>
          </p:txBody>
        </p:sp>
        <p:sp>
          <p:nvSpPr>
            <p:cNvPr descr="3d18912b-9f9a-4ee8-8d90-78fb39be92c2" id="38" name="任意多边形: 形状 37">
              <a:extLst>
                <a:ext uri="{FF2B5EF4-FFF2-40B4-BE49-F238E27FC236}">
                  <a16:creationId id="{3698A422-A4A3-D5A0-39F9-1EA8A095AD4F}"/>
                </a:ext>
              </a:extLst>
            </p:cNvPr>
            <p:cNvSpPr/>
            <p:nvPr/>
          </p:nvSpPr>
          <p:spPr>
            <a:xfrm flipV="false" flipH="false">
              <a:off x="6232468" y="2450050"/>
              <a:ext cx="835560" cy="750626"/>
            </a:xfrm>
            <a:custGeom>
              <a:avLst/>
              <a:gdLst>
                <a:gd fmla="*/ 1904926 w 3844197" name="connsiteX0"/>
                <a:gd fmla="*/ 0 h 3506914" name="connsiteY0"/>
                <a:gd fmla="*/ 2704251 w 3844197" name="connsiteX1"/>
                <a:gd fmla="*/ 651469 h 3506914" name="connsiteY1"/>
                <a:gd fmla="*/ 2708467 w 3844197" name="connsiteX2"/>
                <a:gd fmla="*/ 693290 h 3506914" name="connsiteY2"/>
                <a:gd fmla="*/ 2710711 w 3844197" name="connsiteX3"/>
                <a:gd fmla="*/ 692073 h 3506914" name="connsiteY3"/>
                <a:gd fmla="*/ 3028296 w 3844197" name="connsiteX4"/>
                <a:gd fmla="*/ 627955 h 3506914" name="connsiteY4"/>
                <a:gd fmla="*/ 3844197 w 3844197" name="connsiteX5"/>
                <a:gd fmla="*/ 1443856 h 3506914" name="connsiteY5"/>
                <a:gd fmla="*/ 3270920 w 3844197" name="connsiteX6"/>
                <a:gd fmla="*/ 2223076 h 3506914" name="connsiteY6"/>
                <a:gd fmla="*/ 3266940 w 3844197" name="connsiteX7"/>
                <a:gd fmla="*/ 2224100 h 3506914" name="connsiteY7"/>
                <a:gd fmla="*/ 3275797 w 3844197" name="connsiteX8"/>
                <a:gd fmla="*/ 2234835 h 3506914" name="connsiteY8"/>
                <a:gd fmla="*/ 3415140 w 3844197" name="connsiteX9"/>
                <a:gd fmla="*/ 2691013 h 3506914" name="connsiteY9"/>
                <a:gd fmla="*/ 2599239 w 3844197" name="connsiteX10"/>
                <a:gd fmla="*/ 3506914 h 3506914" name="connsiteY10"/>
                <a:gd fmla="*/ 1922681 w 3844197" name="connsiteX11"/>
                <a:gd fmla="*/ 3147191 h 3506914" name="connsiteY11"/>
                <a:gd fmla="*/ 1921882 w 3844197" name="connsiteX12"/>
                <a:gd fmla="*/ 3145720 h 3506914" name="connsiteY12"/>
                <a:gd fmla="*/ 1921084 w 3844197" name="connsiteX13"/>
                <a:gd fmla="*/ 3147191 h 3506914" name="connsiteY13"/>
                <a:gd fmla="*/ 1244526 w 3844197" name="connsiteX14"/>
                <a:gd fmla="*/ 3506914 h 3506914" name="connsiteY14"/>
                <a:gd fmla="*/ 428625 w 3844197" name="connsiteX15"/>
                <a:gd fmla="*/ 2691013 h 3506914" name="connsiteY15"/>
                <a:gd fmla="*/ 567968 w 3844197" name="connsiteX16"/>
                <a:gd fmla="*/ 2234835 h 3506914" name="connsiteY16"/>
                <a:gd fmla="*/ 576901 w 3844197" name="connsiteX17"/>
                <a:gd fmla="*/ 2224008 h 3506914" name="connsiteY17"/>
                <a:gd fmla="*/ 573277 w 3844197" name="connsiteX18"/>
                <a:gd fmla="*/ 2223076 h 3506914" name="connsiteY18"/>
                <a:gd fmla="*/ 0 w 3844197" name="connsiteX19"/>
                <a:gd fmla="*/ 1443856 h 3506914" name="connsiteY19"/>
                <a:gd fmla="*/ 815901 w 3844197" name="connsiteX20"/>
                <a:gd fmla="*/ 627955 h 3506914" name="connsiteY20"/>
                <a:gd fmla="*/ 1058525 w 3844197" name="connsiteX21"/>
                <a:gd fmla="*/ 664636 h 3506914" name="connsiteY21"/>
                <a:gd fmla="*/ 1102646 w 3844197" name="connsiteX22"/>
                <a:gd fmla="*/ 680785 h 3506914" name="connsiteY22"/>
                <a:gd fmla="*/ 1105601 w 3844197" name="connsiteX23"/>
                <a:gd fmla="*/ 651469 h 3506914" name="connsiteY23"/>
                <a:gd fmla="*/ 1904926 w 3844197" name="connsiteX24"/>
                <a:gd fmla="*/ 0 h 3506914" name="connsiteY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b="b" l="l" r="r" t="t"/>
              <a:pathLst>
                <a:path h="3506914" w="3844197">
                  <a:moveTo>
                    <a:pt x="1904926" y="0"/>
                  </a:moveTo>
                  <a:cubicBezTo>
                    <a:pt x="2299210" y="0"/>
                    <a:pt x="2628171" y="279676"/>
                    <a:pt x="2704251" y="651469"/>
                  </a:cubicBezTo>
                  <a:lnTo>
                    <a:pt x="2708467" y="693290"/>
                  </a:lnTo>
                  <a:lnTo>
                    <a:pt x="2710711" y="692073"/>
                  </a:lnTo>
                  <a:cubicBezTo>
                    <a:pt x="2808324" y="650786"/>
                    <a:pt x="2915644" y="627955"/>
                    <a:pt x="3028296" y="627955"/>
                  </a:cubicBezTo>
                  <a:cubicBezTo>
                    <a:pt x="3478906" y="627955"/>
                    <a:pt x="3844197" y="993246"/>
                    <a:pt x="3844197" y="1443856"/>
                  </a:cubicBezTo>
                  <a:cubicBezTo>
                    <a:pt x="3844197" y="1809977"/>
                    <a:pt x="3603048" y="2119774"/>
                    <a:pt x="3270920" y="2223076"/>
                  </a:cubicBezTo>
                  <a:lnTo>
                    <a:pt x="3266940" y="2224100"/>
                  </a:lnTo>
                  <a:lnTo>
                    <a:pt x="3275797" y="2234835"/>
                  </a:lnTo>
                  <a:cubicBezTo>
                    <a:pt x="3363771" y="2365054"/>
                    <a:pt x="3415140" y="2522034"/>
                    <a:pt x="3415140" y="2691013"/>
                  </a:cubicBezTo>
                  <a:cubicBezTo>
                    <a:pt x="3415140" y="3141623"/>
                    <a:pt x="3049849" y="3506914"/>
                    <a:pt x="2599239" y="3506914"/>
                  </a:cubicBezTo>
                  <a:cubicBezTo>
                    <a:pt x="2317608" y="3506914"/>
                    <a:pt x="2069304" y="3364222"/>
                    <a:pt x="1922681" y="3147191"/>
                  </a:cubicBezTo>
                  <a:lnTo>
                    <a:pt x="1921882" y="3145720"/>
                  </a:lnTo>
                  <a:lnTo>
                    <a:pt x="1921084" y="3147191"/>
                  </a:lnTo>
                  <a:cubicBezTo>
                    <a:pt x="1774461" y="3364222"/>
                    <a:pt x="1526157" y="3506914"/>
                    <a:pt x="1244526" y="3506914"/>
                  </a:cubicBezTo>
                  <a:cubicBezTo>
                    <a:pt x="793916" y="3506914"/>
                    <a:pt x="428625" y="3141623"/>
                    <a:pt x="428625" y="2691013"/>
                  </a:cubicBezTo>
                  <a:cubicBezTo>
                    <a:pt x="428625" y="2522034"/>
                    <a:pt x="479994" y="2365054"/>
                    <a:pt x="567968" y="2234835"/>
                  </a:cubicBezTo>
                  <a:lnTo>
                    <a:pt x="576901" y="2224008"/>
                  </a:lnTo>
                  <a:lnTo>
                    <a:pt x="573277" y="2223076"/>
                  </a:lnTo>
                  <a:cubicBezTo>
                    <a:pt x="241149" y="2119774"/>
                    <a:pt x="0" y="1809977"/>
                    <a:pt x="0" y="1443856"/>
                  </a:cubicBezTo>
                  <a:cubicBezTo>
                    <a:pt x="0" y="993246"/>
                    <a:pt x="365291" y="627955"/>
                    <a:pt x="815901" y="627955"/>
                  </a:cubicBezTo>
                  <a:cubicBezTo>
                    <a:pt x="900390" y="627955"/>
                    <a:pt x="981880" y="640797"/>
                    <a:pt x="1058525" y="664636"/>
                  </a:cubicBezTo>
                  <a:lnTo>
                    <a:pt x="1102646" y="680785"/>
                  </a:lnTo>
                  <a:lnTo>
                    <a:pt x="1105601" y="651469"/>
                  </a:lnTo>
                  <a:cubicBezTo>
                    <a:pt x="1181681" y="279676"/>
                    <a:pt x="1510642" y="0"/>
                    <a:pt x="19049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 wrap="square">
              <a:noAutofit/>
            </a:bodyPr>
            <a:lstStyle/>
            <a:p>
              <a:pPr algn="ctr"/>
            </a:p>
          </p:txBody>
        </p:sp>
        <p:sp>
          <p:nvSpPr>
            <p:cNvPr descr="2464ecba-ad8a-434d-a070-55e7656fd429" id="39" name="任意多边形: 形状 38">
              <a:extLst>
                <a:ext uri="{FF2B5EF4-FFF2-40B4-BE49-F238E27FC236}">
                  <a16:creationId id="{38855952-EA96-D17B-1300-D1A2738F756B}"/>
                </a:ext>
              </a:extLst>
            </p:cNvPr>
            <p:cNvSpPr/>
            <p:nvPr/>
          </p:nvSpPr>
          <p:spPr>
            <a:xfrm flipV="false" flipH="false">
              <a:off x="8566737" y="2450050"/>
              <a:ext cx="835560" cy="750626"/>
            </a:xfrm>
            <a:custGeom>
              <a:avLst/>
              <a:gdLst>
                <a:gd fmla="*/ 1904926 w 3844197" name="connsiteX0"/>
                <a:gd fmla="*/ 0 h 3506914" name="connsiteY0"/>
                <a:gd fmla="*/ 2704251 w 3844197" name="connsiteX1"/>
                <a:gd fmla="*/ 651469 h 3506914" name="connsiteY1"/>
                <a:gd fmla="*/ 2708467 w 3844197" name="connsiteX2"/>
                <a:gd fmla="*/ 693290 h 3506914" name="connsiteY2"/>
                <a:gd fmla="*/ 2710711 w 3844197" name="connsiteX3"/>
                <a:gd fmla="*/ 692073 h 3506914" name="connsiteY3"/>
                <a:gd fmla="*/ 3028296 w 3844197" name="connsiteX4"/>
                <a:gd fmla="*/ 627955 h 3506914" name="connsiteY4"/>
                <a:gd fmla="*/ 3844197 w 3844197" name="connsiteX5"/>
                <a:gd fmla="*/ 1443856 h 3506914" name="connsiteY5"/>
                <a:gd fmla="*/ 3270920 w 3844197" name="connsiteX6"/>
                <a:gd fmla="*/ 2223076 h 3506914" name="connsiteY6"/>
                <a:gd fmla="*/ 3266940 w 3844197" name="connsiteX7"/>
                <a:gd fmla="*/ 2224100 h 3506914" name="connsiteY7"/>
                <a:gd fmla="*/ 3275797 w 3844197" name="connsiteX8"/>
                <a:gd fmla="*/ 2234835 h 3506914" name="connsiteY8"/>
                <a:gd fmla="*/ 3415140 w 3844197" name="connsiteX9"/>
                <a:gd fmla="*/ 2691013 h 3506914" name="connsiteY9"/>
                <a:gd fmla="*/ 2599239 w 3844197" name="connsiteX10"/>
                <a:gd fmla="*/ 3506914 h 3506914" name="connsiteY10"/>
                <a:gd fmla="*/ 1922681 w 3844197" name="connsiteX11"/>
                <a:gd fmla="*/ 3147191 h 3506914" name="connsiteY11"/>
                <a:gd fmla="*/ 1921882 w 3844197" name="connsiteX12"/>
                <a:gd fmla="*/ 3145720 h 3506914" name="connsiteY12"/>
                <a:gd fmla="*/ 1921084 w 3844197" name="connsiteX13"/>
                <a:gd fmla="*/ 3147191 h 3506914" name="connsiteY13"/>
                <a:gd fmla="*/ 1244526 w 3844197" name="connsiteX14"/>
                <a:gd fmla="*/ 3506914 h 3506914" name="connsiteY14"/>
                <a:gd fmla="*/ 428625 w 3844197" name="connsiteX15"/>
                <a:gd fmla="*/ 2691013 h 3506914" name="connsiteY15"/>
                <a:gd fmla="*/ 567968 w 3844197" name="connsiteX16"/>
                <a:gd fmla="*/ 2234835 h 3506914" name="connsiteY16"/>
                <a:gd fmla="*/ 576901 w 3844197" name="connsiteX17"/>
                <a:gd fmla="*/ 2224008 h 3506914" name="connsiteY17"/>
                <a:gd fmla="*/ 573277 w 3844197" name="connsiteX18"/>
                <a:gd fmla="*/ 2223076 h 3506914" name="connsiteY18"/>
                <a:gd fmla="*/ 0 w 3844197" name="connsiteX19"/>
                <a:gd fmla="*/ 1443856 h 3506914" name="connsiteY19"/>
                <a:gd fmla="*/ 815901 w 3844197" name="connsiteX20"/>
                <a:gd fmla="*/ 627955 h 3506914" name="connsiteY20"/>
                <a:gd fmla="*/ 1058525 w 3844197" name="connsiteX21"/>
                <a:gd fmla="*/ 664636 h 3506914" name="connsiteY21"/>
                <a:gd fmla="*/ 1102646 w 3844197" name="connsiteX22"/>
                <a:gd fmla="*/ 680785 h 3506914" name="connsiteY22"/>
                <a:gd fmla="*/ 1105601 w 3844197" name="connsiteX23"/>
                <a:gd fmla="*/ 651469 h 3506914" name="connsiteY23"/>
                <a:gd fmla="*/ 1904926 w 3844197" name="connsiteX24"/>
                <a:gd fmla="*/ 0 h 3506914" name="connsiteY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b="b" l="l" r="r" t="t"/>
              <a:pathLst>
                <a:path h="3506914" w="3844197">
                  <a:moveTo>
                    <a:pt x="1904926" y="0"/>
                  </a:moveTo>
                  <a:cubicBezTo>
                    <a:pt x="2299210" y="0"/>
                    <a:pt x="2628171" y="279676"/>
                    <a:pt x="2704251" y="651469"/>
                  </a:cubicBezTo>
                  <a:lnTo>
                    <a:pt x="2708467" y="693290"/>
                  </a:lnTo>
                  <a:lnTo>
                    <a:pt x="2710711" y="692073"/>
                  </a:lnTo>
                  <a:cubicBezTo>
                    <a:pt x="2808324" y="650786"/>
                    <a:pt x="2915644" y="627955"/>
                    <a:pt x="3028296" y="627955"/>
                  </a:cubicBezTo>
                  <a:cubicBezTo>
                    <a:pt x="3478906" y="627955"/>
                    <a:pt x="3844197" y="993246"/>
                    <a:pt x="3844197" y="1443856"/>
                  </a:cubicBezTo>
                  <a:cubicBezTo>
                    <a:pt x="3844197" y="1809977"/>
                    <a:pt x="3603048" y="2119774"/>
                    <a:pt x="3270920" y="2223076"/>
                  </a:cubicBezTo>
                  <a:lnTo>
                    <a:pt x="3266940" y="2224100"/>
                  </a:lnTo>
                  <a:lnTo>
                    <a:pt x="3275797" y="2234835"/>
                  </a:lnTo>
                  <a:cubicBezTo>
                    <a:pt x="3363771" y="2365054"/>
                    <a:pt x="3415140" y="2522034"/>
                    <a:pt x="3415140" y="2691013"/>
                  </a:cubicBezTo>
                  <a:cubicBezTo>
                    <a:pt x="3415140" y="3141623"/>
                    <a:pt x="3049849" y="3506914"/>
                    <a:pt x="2599239" y="3506914"/>
                  </a:cubicBezTo>
                  <a:cubicBezTo>
                    <a:pt x="2317608" y="3506914"/>
                    <a:pt x="2069304" y="3364222"/>
                    <a:pt x="1922681" y="3147191"/>
                  </a:cubicBezTo>
                  <a:lnTo>
                    <a:pt x="1921882" y="3145720"/>
                  </a:lnTo>
                  <a:lnTo>
                    <a:pt x="1921084" y="3147191"/>
                  </a:lnTo>
                  <a:cubicBezTo>
                    <a:pt x="1774461" y="3364222"/>
                    <a:pt x="1526157" y="3506914"/>
                    <a:pt x="1244526" y="3506914"/>
                  </a:cubicBezTo>
                  <a:cubicBezTo>
                    <a:pt x="793916" y="3506914"/>
                    <a:pt x="428625" y="3141623"/>
                    <a:pt x="428625" y="2691013"/>
                  </a:cubicBezTo>
                  <a:cubicBezTo>
                    <a:pt x="428625" y="2522034"/>
                    <a:pt x="479994" y="2365054"/>
                    <a:pt x="567968" y="2234835"/>
                  </a:cubicBezTo>
                  <a:lnTo>
                    <a:pt x="576901" y="2224008"/>
                  </a:lnTo>
                  <a:lnTo>
                    <a:pt x="573277" y="2223076"/>
                  </a:lnTo>
                  <a:cubicBezTo>
                    <a:pt x="241149" y="2119774"/>
                    <a:pt x="0" y="1809977"/>
                    <a:pt x="0" y="1443856"/>
                  </a:cubicBezTo>
                  <a:cubicBezTo>
                    <a:pt x="0" y="993246"/>
                    <a:pt x="365291" y="627955"/>
                    <a:pt x="815901" y="627955"/>
                  </a:cubicBezTo>
                  <a:cubicBezTo>
                    <a:pt x="900390" y="627955"/>
                    <a:pt x="981880" y="640797"/>
                    <a:pt x="1058525" y="664636"/>
                  </a:cubicBezTo>
                  <a:lnTo>
                    <a:pt x="1102646" y="680785"/>
                  </a:lnTo>
                  <a:lnTo>
                    <a:pt x="1105601" y="651469"/>
                  </a:lnTo>
                  <a:cubicBezTo>
                    <a:pt x="1181681" y="279676"/>
                    <a:pt x="1510642" y="0"/>
                    <a:pt x="19049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 wrap="square">
              <a:noAutofit/>
            </a:bodyPr>
            <a:lstStyle/>
            <a:p>
              <a:pPr algn="ctr"/>
            </a:p>
          </p:txBody>
        </p:sp>
        <p:sp>
          <p:nvSpPr>
            <p:cNvPr descr="1ec3816d-6ad0-4482-affa-c12b7050eb6e" id="40" name="任意多边形: 形状 39">
              <a:extLst>
                <a:ext uri="{FF2B5EF4-FFF2-40B4-BE49-F238E27FC236}">
                  <a16:creationId id="{1809D9DD-7011-CC9D-CD92-24DACC49F8A2}"/>
                </a:ext>
              </a:extLst>
            </p:cNvPr>
            <p:cNvSpPr/>
            <p:nvPr/>
          </p:nvSpPr>
          <p:spPr>
            <a:xfrm flipV="false" flipH="false">
              <a:off x="10495653" y="2677356"/>
              <a:ext cx="329510" cy="296014"/>
            </a:xfrm>
            <a:custGeom>
              <a:avLst/>
              <a:gdLst>
                <a:gd fmla="*/ 1904926 w 3844197" name="connsiteX0"/>
                <a:gd fmla="*/ 0 h 3506914" name="connsiteY0"/>
                <a:gd fmla="*/ 2704251 w 3844197" name="connsiteX1"/>
                <a:gd fmla="*/ 651469 h 3506914" name="connsiteY1"/>
                <a:gd fmla="*/ 2708467 w 3844197" name="connsiteX2"/>
                <a:gd fmla="*/ 693290 h 3506914" name="connsiteY2"/>
                <a:gd fmla="*/ 2710711 w 3844197" name="connsiteX3"/>
                <a:gd fmla="*/ 692073 h 3506914" name="connsiteY3"/>
                <a:gd fmla="*/ 3028296 w 3844197" name="connsiteX4"/>
                <a:gd fmla="*/ 627955 h 3506914" name="connsiteY4"/>
                <a:gd fmla="*/ 3844197 w 3844197" name="connsiteX5"/>
                <a:gd fmla="*/ 1443856 h 3506914" name="connsiteY5"/>
                <a:gd fmla="*/ 3270920 w 3844197" name="connsiteX6"/>
                <a:gd fmla="*/ 2223076 h 3506914" name="connsiteY6"/>
                <a:gd fmla="*/ 3266940 w 3844197" name="connsiteX7"/>
                <a:gd fmla="*/ 2224100 h 3506914" name="connsiteY7"/>
                <a:gd fmla="*/ 3275797 w 3844197" name="connsiteX8"/>
                <a:gd fmla="*/ 2234835 h 3506914" name="connsiteY8"/>
                <a:gd fmla="*/ 3415140 w 3844197" name="connsiteX9"/>
                <a:gd fmla="*/ 2691013 h 3506914" name="connsiteY9"/>
                <a:gd fmla="*/ 2599239 w 3844197" name="connsiteX10"/>
                <a:gd fmla="*/ 3506914 h 3506914" name="connsiteY10"/>
                <a:gd fmla="*/ 1922681 w 3844197" name="connsiteX11"/>
                <a:gd fmla="*/ 3147191 h 3506914" name="connsiteY11"/>
                <a:gd fmla="*/ 1921882 w 3844197" name="connsiteX12"/>
                <a:gd fmla="*/ 3145720 h 3506914" name="connsiteY12"/>
                <a:gd fmla="*/ 1921084 w 3844197" name="connsiteX13"/>
                <a:gd fmla="*/ 3147191 h 3506914" name="connsiteY13"/>
                <a:gd fmla="*/ 1244526 w 3844197" name="connsiteX14"/>
                <a:gd fmla="*/ 3506914 h 3506914" name="connsiteY14"/>
                <a:gd fmla="*/ 428625 w 3844197" name="connsiteX15"/>
                <a:gd fmla="*/ 2691013 h 3506914" name="connsiteY15"/>
                <a:gd fmla="*/ 567968 w 3844197" name="connsiteX16"/>
                <a:gd fmla="*/ 2234835 h 3506914" name="connsiteY16"/>
                <a:gd fmla="*/ 576901 w 3844197" name="connsiteX17"/>
                <a:gd fmla="*/ 2224008 h 3506914" name="connsiteY17"/>
                <a:gd fmla="*/ 573277 w 3844197" name="connsiteX18"/>
                <a:gd fmla="*/ 2223076 h 3506914" name="connsiteY18"/>
                <a:gd fmla="*/ 0 w 3844197" name="connsiteX19"/>
                <a:gd fmla="*/ 1443856 h 3506914" name="connsiteY19"/>
                <a:gd fmla="*/ 815901 w 3844197" name="connsiteX20"/>
                <a:gd fmla="*/ 627955 h 3506914" name="connsiteY20"/>
                <a:gd fmla="*/ 1058525 w 3844197" name="connsiteX21"/>
                <a:gd fmla="*/ 664636 h 3506914" name="connsiteY21"/>
                <a:gd fmla="*/ 1102646 w 3844197" name="connsiteX22"/>
                <a:gd fmla="*/ 680785 h 3506914" name="connsiteY22"/>
                <a:gd fmla="*/ 1105601 w 3844197" name="connsiteX23"/>
                <a:gd fmla="*/ 651469 h 3506914" name="connsiteY23"/>
                <a:gd fmla="*/ 1904926 w 3844197" name="connsiteX24"/>
                <a:gd fmla="*/ 0 h 3506914" name="connsiteY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b="b" l="l" r="r" t="t"/>
              <a:pathLst>
                <a:path h="3506914" w="3844197">
                  <a:moveTo>
                    <a:pt x="1904926" y="0"/>
                  </a:moveTo>
                  <a:cubicBezTo>
                    <a:pt x="2299210" y="0"/>
                    <a:pt x="2628171" y="279676"/>
                    <a:pt x="2704251" y="651469"/>
                  </a:cubicBezTo>
                  <a:lnTo>
                    <a:pt x="2708467" y="693290"/>
                  </a:lnTo>
                  <a:lnTo>
                    <a:pt x="2710711" y="692073"/>
                  </a:lnTo>
                  <a:cubicBezTo>
                    <a:pt x="2808324" y="650786"/>
                    <a:pt x="2915644" y="627955"/>
                    <a:pt x="3028296" y="627955"/>
                  </a:cubicBezTo>
                  <a:cubicBezTo>
                    <a:pt x="3478906" y="627955"/>
                    <a:pt x="3844197" y="993246"/>
                    <a:pt x="3844197" y="1443856"/>
                  </a:cubicBezTo>
                  <a:cubicBezTo>
                    <a:pt x="3844197" y="1809977"/>
                    <a:pt x="3603048" y="2119774"/>
                    <a:pt x="3270920" y="2223076"/>
                  </a:cubicBezTo>
                  <a:lnTo>
                    <a:pt x="3266940" y="2224100"/>
                  </a:lnTo>
                  <a:lnTo>
                    <a:pt x="3275797" y="2234835"/>
                  </a:lnTo>
                  <a:cubicBezTo>
                    <a:pt x="3363771" y="2365054"/>
                    <a:pt x="3415140" y="2522034"/>
                    <a:pt x="3415140" y="2691013"/>
                  </a:cubicBezTo>
                  <a:cubicBezTo>
                    <a:pt x="3415140" y="3141623"/>
                    <a:pt x="3049849" y="3506914"/>
                    <a:pt x="2599239" y="3506914"/>
                  </a:cubicBezTo>
                  <a:cubicBezTo>
                    <a:pt x="2317608" y="3506914"/>
                    <a:pt x="2069304" y="3364222"/>
                    <a:pt x="1922681" y="3147191"/>
                  </a:cubicBezTo>
                  <a:lnTo>
                    <a:pt x="1921882" y="3145720"/>
                  </a:lnTo>
                  <a:lnTo>
                    <a:pt x="1921084" y="3147191"/>
                  </a:lnTo>
                  <a:cubicBezTo>
                    <a:pt x="1774461" y="3364222"/>
                    <a:pt x="1526157" y="3506914"/>
                    <a:pt x="1244526" y="3506914"/>
                  </a:cubicBezTo>
                  <a:cubicBezTo>
                    <a:pt x="793916" y="3506914"/>
                    <a:pt x="428625" y="3141623"/>
                    <a:pt x="428625" y="2691013"/>
                  </a:cubicBezTo>
                  <a:cubicBezTo>
                    <a:pt x="428625" y="2522034"/>
                    <a:pt x="479994" y="2365054"/>
                    <a:pt x="567968" y="2234835"/>
                  </a:cubicBezTo>
                  <a:lnTo>
                    <a:pt x="576901" y="2224008"/>
                  </a:lnTo>
                  <a:lnTo>
                    <a:pt x="573277" y="2223076"/>
                  </a:lnTo>
                  <a:cubicBezTo>
                    <a:pt x="241149" y="2119774"/>
                    <a:pt x="0" y="1809977"/>
                    <a:pt x="0" y="1443856"/>
                  </a:cubicBezTo>
                  <a:cubicBezTo>
                    <a:pt x="0" y="993246"/>
                    <a:pt x="365291" y="627955"/>
                    <a:pt x="815901" y="627955"/>
                  </a:cubicBezTo>
                  <a:cubicBezTo>
                    <a:pt x="900390" y="627955"/>
                    <a:pt x="981880" y="640797"/>
                    <a:pt x="1058525" y="664636"/>
                  </a:cubicBezTo>
                  <a:lnTo>
                    <a:pt x="1102646" y="680785"/>
                  </a:lnTo>
                  <a:lnTo>
                    <a:pt x="1105601" y="651469"/>
                  </a:lnTo>
                  <a:cubicBezTo>
                    <a:pt x="1181681" y="279676"/>
                    <a:pt x="1510642" y="0"/>
                    <a:pt x="1904926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 wrap="square">
              <a:noAutofit/>
            </a:bodyPr>
            <a:lstStyle/>
            <a:p>
              <a:pPr algn="ctr"/>
            </a:p>
          </p:txBody>
        </p:sp>
        <p:grpSp>
          <p:nvGrpSpPr>
            <p:cNvPr descr="d6245c08-57c3-4861-86ad-9c75b4894547" id="2" name="组合 1">
              <a:extLst>
                <a:ext uri="{FF2B5EF4-FFF2-40B4-BE49-F238E27FC236}">
                  <a16:creationId id="{45D64AAB-1D83-FF9A-695F-423442FB3C0E}"/>
                </a:ext>
              </a:extLst>
            </p:cNvPr>
            <p:cNvGrpSpPr/>
            <p:nvPr/>
          </p:nvGrpSpPr>
          <p:grpSpPr>
            <a:xfrm>
              <a:off x="1512639" y="2517132"/>
              <a:ext cx="2144963" cy="2922682"/>
              <a:chOff x="1512639" y="2517132"/>
              <a:chExt cx="2144963" cy="2922682"/>
            </a:xfrm>
          </p:grpSpPr>
          <p:sp>
            <p:nvSpPr>
              <p:cNvPr descr="6bd60de8-faab-4ea9-adc9-3d4101bbb355" id="27" name="Bullet1">
                <a:extLst>
                  <a:ext uri="{FF2B5EF4-FFF2-40B4-BE49-F238E27FC236}">
                    <a16:creationId id="{A3CC90BE-7032-9D81-0C83-1481E7CC08E7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1512639" y="3230493"/>
                <a:ext cx="2144961" cy="599204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香薰</a:t>
                </a:r>
              </a:p>
            </p:txBody>
          </p:sp>
          <p:sp>
            <p:nvSpPr>
              <p:cNvPr descr="7df71422-e7ba-412c-b42f-a5b71ef1729e" id="28" name="Text1">
                <a:extLst>
                  <a:ext uri="{FF2B5EF4-FFF2-40B4-BE49-F238E27FC236}">
                    <a16:creationId id="{C26BDE5E-A674-F24A-B48E-96B72A514839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1512641" y="3829698"/>
                <a:ext cx="2144961" cy="161011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使用香薰营造舒适、放松的氛围，增加亲密感。</a:t>
                </a:r>
              </a:p>
            </p:txBody>
          </p:sp>
          <p:sp>
            <p:nvSpPr>
              <p:cNvPr descr="88d1055c-c755-4e0d-9dee-72153fe51f5c" id="31" name="Number1">
                <a:extLst>
                  <a:ext uri="{FF2B5EF4-FFF2-40B4-BE49-F238E27FC236}">
                    <a16:creationId id="{3EA11F6C-B15F-ADB2-4AF2-B9FB122D68C5}"/>
                  </a:ext>
                </a:extLst>
              </p:cNvPr>
              <p:cNvSpPr/>
              <p:nvPr/>
            </p:nvSpPr>
            <p:spPr>
              <a:xfrm flipV="false" flipH="false">
                <a:off x="1644083" y="2517132"/>
                <a:ext cx="675255" cy="640047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000">
                    <a:solidFill>
                      <a:srgbClr val="FFFFFF"/>
                    </a:solidFill>
                    <a:latin typeface="Arial"/>
                  </a:rPr>
                  <a:t>01</a:t>
                </a:r>
              </a:p>
            </p:txBody>
          </p:sp>
        </p:grpSp>
        <p:grpSp>
          <p:nvGrpSpPr>
            <p:cNvPr descr="37c4d738-1862-4204-8467-ebae161fae6d" id="3" name="组合 2">
              <a:extLst>
                <a:ext uri="{FF2B5EF4-FFF2-40B4-BE49-F238E27FC236}">
                  <a16:creationId id="{F5A31321-6F53-DE2B-C09A-C87656C23995}"/>
                </a:ext>
              </a:extLst>
            </p:cNvPr>
            <p:cNvGrpSpPr/>
            <p:nvPr/>
          </p:nvGrpSpPr>
          <p:grpSpPr>
            <a:xfrm>
              <a:off x="3846908" y="2517132"/>
              <a:ext cx="2144963" cy="2922682"/>
              <a:chOff x="3846908" y="2517132"/>
              <a:chExt cx="2144963" cy="2922682"/>
            </a:xfrm>
          </p:grpSpPr>
          <p:sp>
            <p:nvSpPr>
              <p:cNvPr descr="d72fb46c-7011-4830-a201-422274383b19" id="22" name="Bullet2">
                <a:extLst>
                  <a:ext uri="{FF2B5EF4-FFF2-40B4-BE49-F238E27FC236}">
                    <a16:creationId id="{E20E9DAC-3621-6B0B-F0B4-71A2DCC5704D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3846908" y="3230493"/>
                <a:ext cx="2144961" cy="599204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足浴盆</a:t>
                </a:r>
              </a:p>
            </p:txBody>
          </p:sp>
          <p:sp>
            <p:nvSpPr>
              <p:cNvPr descr="66e3a4a7-d0a5-420c-bb10-19d7ef4bcc08" id="23" name="Text2">
                <a:extLst>
                  <a:ext uri="{FF2B5EF4-FFF2-40B4-BE49-F238E27FC236}">
                    <a16:creationId id="{5938AADD-0958-822E-9B63-CC18D9351670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3846910" y="3829698"/>
                <a:ext cx="2144961" cy="161011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用足浴盆泡脚，让足部放松，为舔脚做好准备。</a:t>
                </a:r>
              </a:p>
            </p:txBody>
          </p:sp>
          <p:sp>
            <p:nvSpPr>
              <p:cNvPr descr="0c81138f-afbb-44ac-b693-f8ca024c8a72" id="26" name="Number2">
                <a:extLst>
                  <a:ext uri="{FF2B5EF4-FFF2-40B4-BE49-F238E27FC236}">
                    <a16:creationId id="{EB2DC47E-3D06-C5A3-CAB0-738D547CFB66}"/>
                  </a:ext>
                </a:extLst>
              </p:cNvPr>
              <p:cNvSpPr/>
              <p:nvPr/>
            </p:nvSpPr>
            <p:spPr>
              <a:xfrm flipV="false" flipH="false">
                <a:off x="3978352" y="2517132"/>
                <a:ext cx="675255" cy="640047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000">
                    <a:solidFill>
                      <a:srgbClr val="FFFFFF"/>
                    </a:solidFill>
                    <a:latin typeface="Arial"/>
                  </a:rPr>
                  <a:t>02</a:t>
                </a:r>
              </a:p>
            </p:txBody>
          </p:sp>
        </p:grpSp>
        <p:grpSp>
          <p:nvGrpSpPr>
            <p:cNvPr descr="a9ff5e32-d935-43b9-9fa6-6e5043a04106" id="5" name="组合 4">
              <a:extLst>
                <a:ext uri="{FF2B5EF4-FFF2-40B4-BE49-F238E27FC236}">
                  <a16:creationId id="{D1BD7415-2F33-D65E-7367-C96C8E185646}"/>
                </a:ext>
              </a:extLst>
            </p:cNvPr>
            <p:cNvGrpSpPr/>
            <p:nvPr/>
          </p:nvGrpSpPr>
          <p:grpSpPr>
            <a:xfrm>
              <a:off x="6181177" y="2517132"/>
              <a:ext cx="2144963" cy="2922682"/>
              <a:chOff x="6181177" y="2517132"/>
              <a:chExt cx="2144963" cy="2922682"/>
            </a:xfrm>
          </p:grpSpPr>
          <p:sp>
            <p:nvSpPr>
              <p:cNvPr descr="6657b878-c64c-4471-8a1d-55c7c0a8c316" id="17" name="Bullet3">
                <a:extLst>
                  <a:ext uri="{FF2B5EF4-FFF2-40B4-BE49-F238E27FC236}">
                    <a16:creationId id="{F02FDCBD-F854-C735-00D2-BF58D985B9D1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6181177" y="3230493"/>
                <a:ext cx="2144961" cy="599204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毛巾毯</a:t>
                </a:r>
              </a:p>
            </p:txBody>
          </p:sp>
          <p:sp>
            <p:nvSpPr>
              <p:cNvPr descr="cd24601f-9122-438b-b6ea-565e28d95c4a" id="18" name="Text3">
                <a:extLst>
                  <a:ext uri="{FF2B5EF4-FFF2-40B4-BE49-F238E27FC236}">
                    <a16:creationId id="{75A73BD3-8BE6-B4EA-306C-90E2CF60BBCB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6181179" y="3829698"/>
                <a:ext cx="2144961" cy="161011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铺设毛巾毯，提供温暖、柔软的舔脚环境。</a:t>
                </a:r>
              </a:p>
            </p:txBody>
          </p:sp>
          <p:sp>
            <p:nvSpPr>
              <p:cNvPr descr="39d2ce4c-8877-40b5-9bb7-89b246b550c3" id="21" name="Number3">
                <a:extLst>
                  <a:ext uri="{FF2B5EF4-FFF2-40B4-BE49-F238E27FC236}">
                    <a16:creationId id="{219CF16B-A2E0-90F5-790A-32A5FDFA0602}"/>
                  </a:ext>
                </a:extLst>
              </p:cNvPr>
              <p:cNvSpPr/>
              <p:nvPr/>
            </p:nvSpPr>
            <p:spPr>
              <a:xfrm flipV="false" flipH="false">
                <a:off x="6312621" y="2517132"/>
                <a:ext cx="675255" cy="640047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000">
                    <a:solidFill>
                      <a:srgbClr val="FFFFFF"/>
                    </a:solidFill>
                    <a:latin typeface="Arial"/>
                  </a:rPr>
                  <a:t>03</a:t>
                </a:r>
              </a:p>
            </p:txBody>
          </p:sp>
        </p:grpSp>
        <p:grpSp>
          <p:nvGrpSpPr>
            <p:cNvPr descr="74129f83-5509-465d-8bef-9cf72640adbb" id="7" name="组合 6">
              <a:extLst>
                <a:ext uri="{FF2B5EF4-FFF2-40B4-BE49-F238E27FC236}">
                  <a16:creationId id="{46F3B90E-7134-AB2F-C186-451DBDE986B6}"/>
                </a:ext>
              </a:extLst>
            </p:cNvPr>
            <p:cNvGrpSpPr/>
            <p:nvPr/>
          </p:nvGrpSpPr>
          <p:grpSpPr>
            <a:xfrm>
              <a:off x="8515447" y="2517132"/>
              <a:ext cx="2144963" cy="2922682"/>
              <a:chOff x="8515447" y="2517132"/>
              <a:chExt cx="2144963" cy="2922682"/>
            </a:xfrm>
          </p:grpSpPr>
          <p:sp>
            <p:nvSpPr>
              <p:cNvPr descr="3b2c322c-0809-4d3c-ae17-a329ee773d85" id="11" name="Bullet4">
                <a:extLst>
                  <a:ext uri="{FF2B5EF4-FFF2-40B4-BE49-F238E27FC236}">
                    <a16:creationId id="{5068E3A5-0483-C291-B5FB-C2323794E68E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8515447" y="3230493"/>
                <a:ext cx="2144961" cy="599204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柔和照明</a:t>
                </a:r>
              </a:p>
            </p:txBody>
          </p:sp>
          <p:sp>
            <p:nvSpPr>
              <p:cNvPr descr="0f5c1fd3-6e62-43d8-9842-52d31e4768a5" id="12" name="Text4">
                <a:extLst>
                  <a:ext uri="{FF2B5EF4-FFF2-40B4-BE49-F238E27FC236}">
                    <a16:creationId id="{72D747DA-BAD8-4F65-AB0C-2EB8CF7CE0E1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8515449" y="3829698"/>
                <a:ext cx="2144961" cy="161011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采用柔和的灯光，营造浪漫、舒适的氛围。</a:t>
                </a:r>
              </a:p>
            </p:txBody>
          </p:sp>
          <p:sp>
            <p:nvSpPr>
              <p:cNvPr descr="1ee833f4-d68a-4b7e-aca1-be2d8f45a964" id="15" name="Number4">
                <a:extLst>
                  <a:ext uri="{FF2B5EF4-FFF2-40B4-BE49-F238E27FC236}">
                    <a16:creationId id="{FDC31313-B299-922C-4AD8-DC503A61694A}"/>
                  </a:ext>
                </a:extLst>
              </p:cNvPr>
              <p:cNvSpPr/>
              <p:nvPr/>
            </p:nvSpPr>
            <p:spPr>
              <a:xfrm flipV="false" flipH="false">
                <a:off x="8646891" y="2517132"/>
                <a:ext cx="675255" cy="640047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000">
                    <a:solidFill>
                      <a:srgbClr val="FFFFFF"/>
                    </a:solidFill>
                    <a:latin typeface="Arial"/>
                  </a:rPr>
                  <a:t>04</a:t>
                </a:r>
              </a:p>
            </p:txBody>
          </p:sp>
        </p:grpSp>
      </p:grpSp>
    </p:spTree>
  </p:cSld>
  <p:clrMapOvr>
    <a:masterClrMapping/>
  </p:clrMapOvr>
</p:sld>
</file>

<file path=ppt/slides/slide43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道具推荐</a:t>
            </a:r>
          </a:p>
        </p:txBody>
      </p:sp>
      <p:grpSp>
        <p:nvGrpSpPr>
          <p:cNvPr descr="8fe86cc8-8182-4fad-9f0b-df859e5ab7ae" id="20" name="e4da216c-8377-4d12-9b20-9120541452fe.source.4.zh-Hans.pptx">
            <a:extLst>
              <a:ext uri="{FF2B5EF4-FFF2-40B4-BE49-F238E27FC236}">
                <a16:creationId id="{B165DF38-DA90-DF75-062E-54641694941D}"/>
              </a:ext>
            </a:extLst>
          </p:cNvPr>
          <p:cNvGrpSpPr/>
          <p:nvPr/>
        </p:nvGrpSpPr>
        <p:grpSpPr>
          <a:xfrm>
            <a:off x="1451491" y="1173735"/>
            <a:ext cx="9276319" cy="4500181"/>
            <a:chOff x="1451491" y="1173735"/>
            <a:chExt cx="9276319" cy="4500181"/>
          </a:xfrm>
        </p:grpSpPr>
        <p:sp>
          <p:nvSpPr>
            <p:cNvPr descr="6368a2b3-bab7-42f6-97df-119f10c594e3" id="50" name="Title">
              <a:extLst>
                <a:ext uri="{FF2B5EF4-FFF2-40B4-BE49-F238E27FC236}">
                  <a16:creationId id="{13BAE5CD-7C32-7237-F8D3-6EF80509D12F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1994274" y="1173735"/>
              <a:ext cx="8075503" cy="70284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辅助舔脚行为的道具选择</a:t>
              </a:r>
            </a:p>
          </p:txBody>
        </p:sp>
        <p:grpSp>
          <p:nvGrpSpPr>
            <p:cNvPr descr="ceea1c41-df85-4854-831d-190866674616" id="7" name="组合 6">
              <a:extLst>
                <a:ext uri="{FF2B5EF4-FFF2-40B4-BE49-F238E27FC236}">
                  <a16:creationId id="{338A7EBD-4D31-5493-380E-3A6A95495D6D}"/>
                </a:ext>
              </a:extLst>
            </p:cNvPr>
            <p:cNvGrpSpPr/>
            <p:nvPr/>
          </p:nvGrpSpPr>
          <p:grpSpPr>
            <a:xfrm>
              <a:off x="1451491" y="2890732"/>
              <a:ext cx="2939902" cy="2667190"/>
              <a:chOff x="1451491" y="2890732"/>
              <a:chExt cx="2939902" cy="2667190"/>
            </a:xfrm>
          </p:grpSpPr>
          <p:sp>
            <p:nvSpPr>
              <p:cNvPr descr="81371c03-8b5c-4072-bf5f-47c39ceee6f2" id="13" name="Shape1">
                <a:extLst>
                  <a:ext uri="{FF2B5EF4-FFF2-40B4-BE49-F238E27FC236}">
                    <a16:creationId id="{EAAAC43D-E966-EA47-9A43-CCB44B2CA1A2}"/>
                  </a:ext>
                </a:extLst>
              </p:cNvPr>
              <p:cNvSpPr/>
              <p:nvPr/>
            </p:nvSpPr>
            <p:spPr>
              <a:xfrm flipH="true" flipV="false">
                <a:off x="1451491" y="3267076"/>
                <a:ext cx="2939902" cy="2290846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6f55ee5-d120-499e-95f7-5e75d6e068af" id="10" name="Text1">
                <a:extLst>
                  <a:ext uri="{FF2B5EF4-FFF2-40B4-BE49-F238E27FC236}">
                    <a16:creationId id="{E66695E6-2FC1-5D64-FA95-6FB3FC986A57}"/>
                  </a:ext>
                </a:extLst>
              </p:cNvPr>
              <p:cNvSpPr txBox="1"/>
              <p:nvPr/>
            </p:nvSpPr>
            <p:spPr>
              <a:xfrm flipV="false" flipH="false">
                <a:off x="1588505" y="4242925"/>
                <a:ext cx="2625764" cy="934962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如铃铛脚链、皮革绑带等，增添情趣。</a:t>
                </a:r>
              </a:p>
            </p:txBody>
          </p:sp>
          <p:sp>
            <p:nvSpPr>
              <p:cNvPr descr="d4e412bb-0dc5-4e8a-85b2-57395e6010fa" id="11" name="Bullet1">
                <a:extLst>
                  <a:ext uri="{FF2B5EF4-FFF2-40B4-BE49-F238E27FC236}">
                    <a16:creationId id="{D054EB2E-1F2A-162E-CBD2-200E8A967729}"/>
                  </a:ext>
                </a:extLst>
              </p:cNvPr>
              <p:cNvSpPr txBox="1"/>
              <p:nvPr/>
            </p:nvSpPr>
            <p:spPr>
              <a:xfrm flipV="false" flipH="false">
                <a:off x="1588504" y="3647111"/>
                <a:ext cx="2112136" cy="595812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 fontScale="92500"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足部饰品</a:t>
                </a:r>
              </a:p>
            </p:txBody>
          </p:sp>
          <p:sp>
            <p:nvSpPr>
              <p:cNvPr descr="39b92f96-96c6-4502-9866-538d879eebdc" id="33" name="IconMisc1">
                <a:extLst>
                  <a:ext uri="{FF2B5EF4-FFF2-40B4-BE49-F238E27FC236}">
                    <a16:creationId id="{A8B782D5-3213-FA3F-B5F2-CCD4DE1C7070}"/>
                  </a:ext>
                </a:extLst>
              </p:cNvPr>
              <p:cNvSpPr/>
              <p:nvPr/>
            </p:nvSpPr>
            <p:spPr>
              <a:xfrm flipH="true" rot="21244468" flipV="false">
                <a:off x="1648464" y="2890732"/>
                <a:ext cx="826074" cy="720913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w="12700">
                <a:solidFill>
                  <a:srgbClr val="FFFFFF"/>
                </a:solidFill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3c7d1d6-f6df-4911-9dec-5571f09c0803" id="34" name="Number1">
                <a:extLst>
                  <a:ext uri="{FF2B5EF4-FFF2-40B4-BE49-F238E27FC236}">
                    <a16:creationId id="{2F93238A-770F-7910-2186-9AC9EADCC2A9}"/>
                  </a:ext>
                </a:extLst>
              </p:cNvPr>
              <p:cNvSpPr/>
              <p:nvPr/>
            </p:nvSpPr>
            <p:spPr>
              <a:xfrm flipV="false" flipH="false">
                <a:off x="1721175" y="2919439"/>
                <a:ext cx="690335" cy="712815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01</a:t>
                </a:r>
              </a:p>
            </p:txBody>
          </p:sp>
        </p:grpSp>
        <p:grpSp>
          <p:nvGrpSpPr>
            <p:cNvPr descr="44dd39a2-5a0a-478e-94dd-56082fdbe540" id="8" name="组合 7">
              <a:extLst>
                <a:ext uri="{FF2B5EF4-FFF2-40B4-BE49-F238E27FC236}">
                  <a16:creationId id="{C7293C22-2B4A-5CF5-1EE9-D3B748FEDDDA}"/>
                </a:ext>
              </a:extLst>
            </p:cNvPr>
            <p:cNvGrpSpPr/>
            <p:nvPr/>
          </p:nvGrpSpPr>
          <p:grpSpPr>
            <a:xfrm>
              <a:off x="3563630" y="2045734"/>
              <a:ext cx="3320796" cy="2290846"/>
              <a:chOff x="3563630" y="2045734"/>
              <a:chExt cx="3320796" cy="2290846"/>
            </a:xfrm>
          </p:grpSpPr>
          <p:sp>
            <p:nvSpPr>
              <p:cNvPr descr="f64dee5e-a1fb-4f7e-bb47-ea0eb36d9c51" id="17" name="Shape2">
                <a:extLst>
                  <a:ext uri="{FF2B5EF4-FFF2-40B4-BE49-F238E27FC236}">
                    <a16:creationId id="{3F1287BD-FCB4-C7B5-2DC4-8EA171B14CEA}"/>
                  </a:ext>
                </a:extLst>
              </p:cNvPr>
              <p:cNvSpPr/>
              <p:nvPr/>
            </p:nvSpPr>
            <p:spPr>
              <a:xfrm flipH="true" flipV="false">
                <a:off x="3563630" y="2045734"/>
                <a:ext cx="2939902" cy="2290846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9144252-2cae-4251-b78c-d19b1c697b3e" id="18" name="Text2">
                <a:extLst>
                  <a:ext uri="{FF2B5EF4-FFF2-40B4-BE49-F238E27FC236}">
                    <a16:creationId id="{10E66E26-FC83-DD7E-8A4A-980FF62BBF0B}"/>
                  </a:ext>
                </a:extLst>
              </p:cNvPr>
              <p:cNvSpPr txBox="1"/>
              <p:nvPr/>
            </p:nvSpPr>
            <p:spPr>
              <a:xfrm flipV="false" flipH="false">
                <a:off x="3700644" y="3021582"/>
                <a:ext cx="2112132" cy="975847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使用dental dam或医用口罩改造膜，保障安全。</a:t>
                </a:r>
              </a:p>
            </p:txBody>
          </p:sp>
          <p:sp>
            <p:nvSpPr>
              <p:cNvPr descr="1eb04a35-236f-4432-9e87-67794f08a5ec" id="19" name="Bullet2">
                <a:extLst>
                  <a:ext uri="{FF2B5EF4-FFF2-40B4-BE49-F238E27FC236}">
                    <a16:creationId id="{0542B06C-9478-1ECF-0317-B56D2C847EB5}"/>
                  </a:ext>
                </a:extLst>
              </p:cNvPr>
              <p:cNvSpPr txBox="1"/>
              <p:nvPr/>
            </p:nvSpPr>
            <p:spPr>
              <a:xfrm flipV="false" flipH="false">
                <a:off x="3700643" y="2425769"/>
                <a:ext cx="2301552" cy="595812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口腔防护</a:t>
                </a:r>
              </a:p>
            </p:txBody>
          </p:sp>
          <p:sp>
            <p:nvSpPr>
              <p:cNvPr descr="c6906d37-a59c-44a1-a5f6-268bcb2461c4" id="37" name="IconMisc2">
                <a:extLst>
                  <a:ext uri="{FF2B5EF4-FFF2-40B4-BE49-F238E27FC236}">
                    <a16:creationId id="{947E8081-0D41-CE79-20FC-E2C55B082AC1}"/>
                  </a:ext>
                </a:extLst>
              </p:cNvPr>
              <p:cNvSpPr/>
              <p:nvPr/>
            </p:nvSpPr>
            <p:spPr>
              <a:xfrm flipH="true" rot="21244468" flipV="false">
                <a:off x="6058352" y="2293566"/>
                <a:ext cx="826074" cy="720913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w="12700">
                <a:solidFill>
                  <a:srgbClr val="FFFFFF"/>
                </a:solidFill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bdb3ee2-fd60-4b95-86fc-c643a9c25cdc" id="38" name="Number2">
                <a:extLst>
                  <a:ext uri="{FF2B5EF4-FFF2-40B4-BE49-F238E27FC236}">
                    <a16:creationId id="{D06F3B0F-709E-C646-D721-756237036787}"/>
                  </a:ext>
                </a:extLst>
              </p:cNvPr>
              <p:cNvSpPr/>
              <p:nvPr/>
            </p:nvSpPr>
            <p:spPr>
              <a:xfrm flipV="false" flipH="false">
                <a:off x="6131063" y="2322273"/>
                <a:ext cx="690335" cy="712815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02</a:t>
                </a:r>
              </a:p>
            </p:txBody>
          </p:sp>
        </p:grpSp>
        <p:grpSp>
          <p:nvGrpSpPr>
            <p:cNvPr descr="b2b67bc1-7663-4f72-a87c-e4071ac66fc8" id="9" name="组合 8">
              <a:extLst>
                <a:ext uri="{FF2B5EF4-FFF2-40B4-BE49-F238E27FC236}">
                  <a16:creationId id="{E7D384A3-6C4E-245B-F0F8-4B5620E01AAB}"/>
                </a:ext>
              </a:extLst>
            </p:cNvPr>
            <p:cNvGrpSpPr/>
            <p:nvPr/>
          </p:nvGrpSpPr>
          <p:grpSpPr>
            <a:xfrm>
              <a:off x="5675769" y="3267076"/>
              <a:ext cx="3248472" cy="2406840"/>
              <a:chOff x="5675769" y="3267076"/>
              <a:chExt cx="3248472" cy="2406840"/>
            </a:xfrm>
          </p:grpSpPr>
          <p:sp>
            <p:nvSpPr>
              <p:cNvPr descr="5db41b1e-2a52-4465-9063-742edc624e44" id="26" name="Shape3">
                <a:extLst>
                  <a:ext uri="{FF2B5EF4-FFF2-40B4-BE49-F238E27FC236}">
                    <a16:creationId id="{DCE5A162-27DD-6911-19BC-F5433975819C}"/>
                  </a:ext>
                </a:extLst>
              </p:cNvPr>
              <p:cNvSpPr/>
              <p:nvPr/>
            </p:nvSpPr>
            <p:spPr>
              <a:xfrm flipH="true" flipV="false">
                <a:off x="5675769" y="3267076"/>
                <a:ext cx="2939902" cy="2290846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8276817-956e-4cfb-80e3-28ad01759bb0" id="27" name="Text3">
                <a:extLst>
                  <a:ext uri="{FF2B5EF4-FFF2-40B4-BE49-F238E27FC236}">
                    <a16:creationId id="{02018070-5E04-12CA-5A1A-C812AC06FB69}"/>
                  </a:ext>
                </a:extLst>
              </p:cNvPr>
              <p:cNvSpPr txBox="1"/>
              <p:nvPr/>
            </p:nvSpPr>
            <p:spPr>
              <a:xfrm flipV="false" flipH="false">
                <a:off x="5812783" y="4242925"/>
                <a:ext cx="2358095" cy="934962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无香味润滑剂或凡士林，可提升舔感，减少摩擦。</a:t>
                </a:r>
              </a:p>
            </p:txBody>
          </p:sp>
          <p:sp>
            <p:nvSpPr>
              <p:cNvPr descr="ff92ee87-f495-4636-92ad-7d4bc33d7082" id="28" name="Bullet3">
                <a:extLst>
                  <a:ext uri="{FF2B5EF4-FFF2-40B4-BE49-F238E27FC236}">
                    <a16:creationId id="{A92B0C12-92F7-50E4-A225-63A33EFF771A}"/>
                  </a:ext>
                </a:extLst>
              </p:cNvPr>
              <p:cNvSpPr txBox="1"/>
              <p:nvPr/>
            </p:nvSpPr>
            <p:spPr>
              <a:xfrm flipV="false" flipH="false">
                <a:off x="5812781" y="3647111"/>
                <a:ext cx="2112133" cy="595812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 fontScale="92500"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滋润辅助</a:t>
                </a:r>
              </a:p>
            </p:txBody>
          </p:sp>
          <p:sp>
            <p:nvSpPr>
              <p:cNvPr descr="ef799be7-b48a-45bb-864c-c37671298e98" id="40" name="IconMisc3">
                <a:extLst>
                  <a:ext uri="{FF2B5EF4-FFF2-40B4-BE49-F238E27FC236}">
                    <a16:creationId id="{8656C532-E34B-A412-D0DC-4AF4ED7F3E76}"/>
                  </a:ext>
                </a:extLst>
              </p:cNvPr>
              <p:cNvSpPr/>
              <p:nvPr/>
            </p:nvSpPr>
            <p:spPr>
              <a:xfrm flipH="true" rot="21244468" flipV="false">
                <a:off x="8098167" y="4932394"/>
                <a:ext cx="826074" cy="720913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w="12700">
                <a:solidFill>
                  <a:srgbClr val="FFFFFF"/>
                </a:solidFill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4effc80-640e-499b-a8ab-f5eeca090fa3" id="41" name="Number3">
                <a:extLst>
                  <a:ext uri="{FF2B5EF4-FFF2-40B4-BE49-F238E27FC236}">
                    <a16:creationId id="{88866E3D-8AF9-659A-53E5-CAB01F0B3A0B}"/>
                  </a:ext>
                </a:extLst>
              </p:cNvPr>
              <p:cNvSpPr/>
              <p:nvPr/>
            </p:nvSpPr>
            <p:spPr>
              <a:xfrm flipV="false" flipH="false">
                <a:off x="8170878" y="4961101"/>
                <a:ext cx="690335" cy="712815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03</a:t>
                </a:r>
              </a:p>
            </p:txBody>
          </p:sp>
        </p:grpSp>
        <p:grpSp>
          <p:nvGrpSpPr>
            <p:cNvPr descr="43f02eb4-ba31-4daa-a566-b0f39cb480e8" id="12" name="组合 11">
              <a:extLst>
                <a:ext uri="{FF2B5EF4-FFF2-40B4-BE49-F238E27FC236}">
                  <a16:creationId id="{10E881AC-8756-E1AC-A2A8-A0807FDDBF8B}"/>
                </a:ext>
              </a:extLst>
            </p:cNvPr>
            <p:cNvGrpSpPr/>
            <p:nvPr/>
          </p:nvGrpSpPr>
          <p:grpSpPr>
            <a:xfrm>
              <a:off x="7787908" y="1768628"/>
              <a:ext cx="2939902" cy="2567952"/>
              <a:chOff x="7787908" y="1768628"/>
              <a:chExt cx="2939902" cy="2567952"/>
            </a:xfrm>
          </p:grpSpPr>
          <p:sp>
            <p:nvSpPr>
              <p:cNvPr descr="0302925a-a813-4f7b-8e92-0c84ff390a66" id="30" name="Shape4">
                <a:extLst>
                  <a:ext uri="{FF2B5EF4-FFF2-40B4-BE49-F238E27FC236}">
                    <a16:creationId id="{1BF9FBDF-75F5-E7C4-A69C-0D7381D30568}"/>
                  </a:ext>
                </a:extLst>
              </p:cNvPr>
              <p:cNvSpPr/>
              <p:nvPr/>
            </p:nvSpPr>
            <p:spPr>
              <a:xfrm flipH="true" flipV="false">
                <a:off x="7787908" y="2045734"/>
                <a:ext cx="2939902" cy="2290846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33b95ad-4204-44c9-8dd8-07a10e6abb72" id="31" name="Text4">
                <a:extLst>
                  <a:ext uri="{FF2B5EF4-FFF2-40B4-BE49-F238E27FC236}">
                    <a16:creationId id="{20554791-2B9A-61A8-BA80-A42A611A3C59}"/>
                  </a:ext>
                </a:extLst>
              </p:cNvPr>
              <p:cNvSpPr txBox="1"/>
              <p:nvPr/>
            </p:nvSpPr>
            <p:spPr>
              <a:xfrm flipV="false" flipH="false">
                <a:off x="7924922" y="3021583"/>
                <a:ext cx="2625764" cy="934962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FFFFFF"/>
                    </a:solidFill>
                    <a:ea typeface="微软雅黑"/>
                  </a:rPr>
                  <a:t>饰品要干净，避免磨伤皮肤；使用一次性口腔防护膜。</a:t>
                </a:r>
              </a:p>
            </p:txBody>
          </p:sp>
          <p:sp>
            <p:nvSpPr>
              <p:cNvPr descr="4df3eacc-964d-49eb-a2fa-c056362b43e0" id="32" name="Bullet4">
                <a:extLst>
                  <a:ext uri="{FF2B5EF4-FFF2-40B4-BE49-F238E27FC236}">
                    <a16:creationId id="{EF1521C8-2C21-39BB-7DD8-7FC112C9D4C5}"/>
                  </a:ext>
                </a:extLst>
              </p:cNvPr>
              <p:cNvSpPr txBox="1"/>
              <p:nvPr/>
            </p:nvSpPr>
            <p:spPr>
              <a:xfrm flipV="false" flipH="false">
                <a:off x="7924920" y="2425769"/>
                <a:ext cx="2625761" cy="595812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FFFFFF"/>
                    </a:solidFill>
                    <a:ea typeface="微软雅黑"/>
                  </a:rPr>
                  <a:t>安全提示</a:t>
                </a:r>
              </a:p>
            </p:txBody>
          </p:sp>
          <p:sp>
            <p:nvSpPr>
              <p:cNvPr descr="14cfb3e5-1fea-4fe5-9628-a8e3673d4c0c" id="43" name="IconMisc4">
                <a:extLst>
                  <a:ext uri="{FF2B5EF4-FFF2-40B4-BE49-F238E27FC236}">
                    <a16:creationId id="{AE519C3E-4584-A02C-02C3-65BF95D14846}"/>
                  </a:ext>
                </a:extLst>
              </p:cNvPr>
              <p:cNvSpPr/>
              <p:nvPr/>
            </p:nvSpPr>
            <p:spPr>
              <a:xfrm flipH="true" rot="21244468" flipV="false">
                <a:off x="9827921" y="1768628"/>
                <a:ext cx="826074" cy="720913"/>
              </a:xfrm>
              <a:custGeom>
                <a:avLst/>
                <a:gdLst>
                  <a:gd fmla="*/ 1286236 w 2656644" name="connsiteX0"/>
                  <a:gd fmla="*/ 0 h 1806266" name="connsiteY0"/>
                  <a:gd fmla="*/ 1986354 w 2656644" name="connsiteX1"/>
                  <a:gd fmla="*/ 84280 h 1806266" name="connsiteY1"/>
                  <a:gd fmla="*/ 2297748 w 2656644" name="connsiteX2"/>
                  <a:gd fmla="*/ 214770 h 1806266" name="connsiteY2"/>
                  <a:gd fmla="*/ 2567909 w 2656644" name="connsiteX3"/>
                  <a:gd fmla="*/ 537211 h 1806266" name="connsiteY3"/>
                  <a:gd fmla="*/ 2655975 w 2656644" name="connsiteX4"/>
                  <a:gd fmla="*/ 897047 h 1806266" name="connsiteY4"/>
                  <a:gd fmla="*/ 2515993 w 2656644" name="connsiteX5"/>
                  <a:gd fmla="*/ 1298477 h 1806266" name="connsiteY5"/>
                  <a:gd fmla="*/ 1938846 w 2656644" name="connsiteX6"/>
                  <a:gd fmla="*/ 1695447 h 1806266" name="connsiteY6"/>
                  <a:gd fmla="*/ 1724646 w 2656644" name="connsiteX7"/>
                  <a:gd fmla="*/ 1754936 h 1806266" name="connsiteY7"/>
                  <a:gd fmla="*/ 1104451 w 2656644" name="connsiteX8"/>
                  <a:gd fmla="*/ 1804311 h 1806266" name="connsiteY8"/>
                  <a:gd fmla="*/ 534047 w 2656644" name="connsiteX9"/>
                  <a:gd fmla="*/ 1716556 h 1806266" name="connsiteY9"/>
                  <a:gd fmla="*/ 239613 w 2656644" name="connsiteX10"/>
                  <a:gd fmla="*/ 1563037 h 1806266" name="connsiteY10"/>
                  <a:gd fmla="*/ 19448 w 2656644" name="connsiteX11"/>
                  <a:gd fmla="*/ 1177581 h 1806266" name="connsiteY11"/>
                  <a:gd fmla="*/ 92785 w 2656644" name="connsiteX12"/>
                  <a:gd fmla="*/ 568952 h 1806266" name="connsiteY12"/>
                  <a:gd fmla="*/ 501165 w 2656644" name="connsiteX13"/>
                  <a:gd fmla="*/ 159639 h 1806266" name="connsiteY13"/>
                  <a:gd fmla="*/ 1014622 w 2656644" name="connsiteX14"/>
                  <a:gd fmla="*/ 10736 h 1806266" name="connsiteY14"/>
                  <a:gd fmla="*/ 1286236 w 2656644" name="connsiteX15"/>
                  <a:gd fmla="*/ 0 h 1806266" name="connsiteY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b="b" l="l" r="r" t="t"/>
                <a:pathLst>
                  <a:path h="1806266" w="2656644">
                    <a:moveTo>
                      <a:pt x="1286236" y="0"/>
                    </a:moveTo>
                    <a:cubicBezTo>
                      <a:pt x="1496131" y="6846"/>
                      <a:pt x="1743836" y="23339"/>
                      <a:pt x="1986354" y="84280"/>
                    </a:cubicBezTo>
                    <a:cubicBezTo>
                      <a:pt x="2096617" y="111975"/>
                      <a:pt x="2201643" y="153000"/>
                      <a:pt x="2297748" y="214770"/>
                    </a:cubicBezTo>
                    <a:cubicBezTo>
                      <a:pt x="2421340" y="294175"/>
                      <a:pt x="2511688" y="401534"/>
                      <a:pt x="2567909" y="537211"/>
                    </a:cubicBezTo>
                    <a:cubicBezTo>
                      <a:pt x="2615676" y="652558"/>
                      <a:pt x="2649907" y="771379"/>
                      <a:pt x="2655975" y="897047"/>
                    </a:cubicBezTo>
                    <a:cubicBezTo>
                      <a:pt x="2663340" y="1049787"/>
                      <a:pt x="2609504" y="1181730"/>
                      <a:pt x="2515993" y="1298477"/>
                    </a:cubicBezTo>
                    <a:cubicBezTo>
                      <a:pt x="2363823" y="1488560"/>
                      <a:pt x="2165649" y="1613242"/>
                      <a:pt x="1938846" y="1695447"/>
                    </a:cubicBezTo>
                    <a:cubicBezTo>
                      <a:pt x="1853270" y="1726462"/>
                      <a:pt x="1788283" y="1740725"/>
                      <a:pt x="1724646" y="1754936"/>
                    </a:cubicBezTo>
                    <a:cubicBezTo>
                      <a:pt x="1668581" y="1767435"/>
                      <a:pt x="1437732" y="1816602"/>
                      <a:pt x="1104451" y="1804311"/>
                    </a:cubicBezTo>
                    <a:cubicBezTo>
                      <a:pt x="789479" y="1792693"/>
                      <a:pt x="589749" y="1733879"/>
                      <a:pt x="534047" y="1716556"/>
                    </a:cubicBezTo>
                    <a:cubicBezTo>
                      <a:pt x="442247" y="1688031"/>
                      <a:pt x="339815" y="1645761"/>
                      <a:pt x="239613" y="1563037"/>
                    </a:cubicBezTo>
                    <a:cubicBezTo>
                      <a:pt x="117731" y="1462369"/>
                      <a:pt x="48700" y="1330426"/>
                      <a:pt x="19448" y="1177581"/>
                    </a:cubicBezTo>
                    <a:cubicBezTo>
                      <a:pt x="-20747" y="967478"/>
                      <a:pt x="258" y="762822"/>
                      <a:pt x="92785" y="568952"/>
                    </a:cubicBezTo>
                    <a:cubicBezTo>
                      <a:pt x="180384" y="385352"/>
                      <a:pt x="324307" y="255121"/>
                      <a:pt x="501165" y="159639"/>
                    </a:cubicBezTo>
                    <a:cubicBezTo>
                      <a:pt x="661426" y="73129"/>
                      <a:pt x="834082" y="28629"/>
                      <a:pt x="1014622" y="10736"/>
                    </a:cubicBezTo>
                    <a:cubicBezTo>
                      <a:pt x="1092108" y="3060"/>
                      <a:pt x="1169645" y="363"/>
                      <a:pt x="12862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w="12700">
                <a:solidFill>
                  <a:srgbClr val="FFFFFF"/>
                </a:solidFill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7ffc78d-a3ad-42e7-be28-fff0d45baa67" id="44" name="Number4">
                <a:extLst>
                  <a:ext uri="{FF2B5EF4-FFF2-40B4-BE49-F238E27FC236}">
                    <a16:creationId id="{C8783D84-D577-8ABE-8382-5D129B2E3644}"/>
                  </a:ext>
                </a:extLst>
              </p:cNvPr>
              <p:cNvSpPr/>
              <p:nvPr/>
            </p:nvSpPr>
            <p:spPr>
              <a:xfrm flipV="false" flipH="false">
                <a:off x="9900632" y="1797335"/>
                <a:ext cx="690335" cy="712815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04</a:t>
                </a:r>
              </a:p>
            </p:txBody>
          </p:sp>
        </p:grpSp>
      </p:grp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舔脚与性关系边界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明确舔脚行为与性行为的界限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明确边界</a:t>
            </a:r>
          </a:p>
        </p:txBody>
      </p:sp>
      <p:grpSp>
        <p:nvGrpSpPr>
          <p:cNvPr descr="c348028a-6d7e-47c7-9f4f-73d61208cff5" id="10" name="429c110b-ed66-4d34-baab-4b7fd72df3f2.source.3.zh-Hans.pptx">
            <a:extLst>
              <a:ext uri="{FF2B5EF4-FFF2-40B4-BE49-F238E27FC236}">
                <a16:creationId id="{EC5A0612-69E3-90DA-1111-2B1508645FCD}"/>
              </a:ext>
            </a:extLst>
          </p:cNvPr>
          <p:cNvGrpSpPr/>
          <p:nvPr/>
        </p:nvGrpSpPr>
        <p:grpSpPr>
          <a:xfrm>
            <a:off x="660400" y="1130299"/>
            <a:ext cx="10981931" cy="5038281"/>
            <a:chOff x="660400" y="1130299"/>
            <a:chExt cx="10981931" cy="5038281"/>
          </a:xfrm>
        </p:grpSpPr>
        <p:sp>
          <p:nvSpPr>
            <p:cNvPr descr="05f2eeab-515c-4581-a2f2-0deb0488d03a" id="17" name="Title">
              <a:extLst>
                <a:ext uri="{FF2B5EF4-FFF2-40B4-BE49-F238E27FC236}">
                  <a16:creationId id="{BB9F2C41-28AB-DC99-51CD-5745006A2409}"/>
                </a:ext>
              </a:extLst>
            </p:cNvPr>
            <p:cNvSpPr txBox="1">
              <a:spLocks/>
            </p:cNvSpPr>
            <p:nvPr/>
          </p:nvSpPr>
          <p:spPr>
            <a:xfrm flipV="false" flipH="false">
              <a:off x="699528" y="1130299"/>
              <a:ext cx="7123709" cy="993470"/>
            </a:xfrm>
            <a:prstGeom prst="rect">
              <a:avLst/>
            </a:prstGeom>
            <a:noFill/>
            <a:ln>
              <a:noFill/>
            </a:ln>
          </p:spPr>
          <p:txBody>
            <a:bodyPr anchor="t" anchorCtr="0" bIns="45720" lIns="91440" rIns="91440" tIns="45720" wrap="square">
              <a:normAutofit/>
            </a:bodyPr>
            <a:lstStyle/>
            <a:p>
              <a:pPr algn="l">
                <a:spcBef>
                  <a:spcPct val="0"/>
                </a:spcBef>
                <a:spcAft>
                  <a:spcPct val="0"/>
                </a:spcAft>
              </a:pPr>
              <a:r>
                <a:rPr lang="en-US" b="true" i="false" u="none" strike="noStrike" sz="2400">
                  <a:solidFill>
                    <a:srgbClr val="2F2F2F"/>
                  </a:solidFill>
                  <a:ea typeface="微软雅黑"/>
                </a:rPr>
                <a:t>区分舔脚行为与性行为</a:t>
              </a:r>
            </a:p>
          </p:txBody>
        </p:sp>
        <p:grpSp>
          <p:nvGrpSpPr>
            <p:cNvPr descr="21455c8e-4287-4d1a-965d-c670eacbe0c7" id="4" name="组合 3">
              <a:extLst>
                <a:ext uri="{FF2B5EF4-FFF2-40B4-BE49-F238E27FC236}">
                  <a16:creationId id="{A10DB766-BABE-4E51-74D3-CA2288109FF0}"/>
                </a:ext>
              </a:extLst>
            </p:cNvPr>
            <p:cNvGrpSpPr/>
            <p:nvPr/>
          </p:nvGrpSpPr>
          <p:grpSpPr>
            <a:xfrm>
              <a:off x="660400" y="2412651"/>
              <a:ext cx="10026856" cy="1073499"/>
              <a:chOff x="660400" y="2412651"/>
              <a:chExt cx="10026856" cy="1073499"/>
            </a:xfrm>
          </p:grpSpPr>
          <p:sp>
            <p:nvSpPr>
              <p:cNvPr descr="a8186f37-07e0-496e-9532-0152cf302379" id="14" name="ComponentBackground1">
                <a:extLst>
                  <a:ext uri="{FF2B5EF4-FFF2-40B4-BE49-F238E27FC236}">
                    <a16:creationId id="{0848E8F2-CC80-C46D-5C3A-CCD1EFCA006E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907468" y="2412651"/>
                <a:ext cx="9779788" cy="1073499"/>
              </a:xfrm>
              <a:prstGeom prst="roundRect">
                <a:avLst>
                  <a:gd fmla="val 50000" name="adj"/>
                </a:avLst>
              </a:prstGeom>
              <a:solidFill>
                <a:schemeClr val="accent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/>
              </a:p>
            </p:txBody>
          </p:sp>
          <p:sp>
            <p:nvSpPr>
              <p:cNvPr descr="e70be389-1abd-4171-9fe9-5849f991ea2a" id="19" name="Text1">
                <a:extLst>
                  <a:ext uri="{FF2B5EF4-FFF2-40B4-BE49-F238E27FC236}">
                    <a16:creationId id="{8C3C9D6A-6AB2-D53F-0B0A-DD289A49D5B6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1769015" y="2985512"/>
                <a:ext cx="5708146" cy="452921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舔脚不一定是性行为，也可以是表达亲密的方式。</a:t>
                </a:r>
              </a:p>
            </p:txBody>
          </p:sp>
          <p:sp>
            <p:nvSpPr>
              <p:cNvPr descr="9ac9f063-bebf-4c9e-847b-b7903de47a9c" id="20" name="Bullet1">
                <a:extLst>
                  <a:ext uri="{FF2B5EF4-FFF2-40B4-BE49-F238E27FC236}">
                    <a16:creationId id="{5D9211ED-A843-5FF2-E72B-87546FCC1EEC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1769015" y="2532591"/>
                <a:ext cx="5708146" cy="452921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1600">
                    <a:solidFill>
                      <a:srgbClr val="2F2F2F"/>
                    </a:solidFill>
                    <a:ea typeface="微软雅黑"/>
                  </a:rPr>
                  <a:t>非性行为</a:t>
                </a:r>
              </a:p>
            </p:txBody>
          </p:sp>
          <p:sp>
            <p:nvSpPr>
              <p:cNvPr descr="578fb8a8-d86f-4d49-9e53-97f4c41d9962" id="16" name="Number1">
                <a:extLst>
                  <a:ext uri="{FF2B5EF4-FFF2-40B4-BE49-F238E27FC236}">
                    <a16:creationId id="{0394368D-E9AB-C441-A5FA-C929DAB5CA18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660400" y="2601972"/>
                <a:ext cx="720000" cy="720000"/>
              </a:xfrm>
              <a:prstGeom prst="roundRect">
                <a:avLst>
                  <a:gd fmla="val 50000" name="adj"/>
                </a:avLst>
              </a:prstGeom>
              <a:solidFill>
                <a:schemeClr val="accent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lIns="91440" rIns="91440" rtlCol="0" tIns="4572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1</a:t>
                </a:r>
              </a:p>
            </p:txBody>
          </p:sp>
        </p:grpSp>
        <p:grpSp>
          <p:nvGrpSpPr>
            <p:cNvPr descr="345df1e7-49f7-4e02-b528-b6ac045419f7" id="5" name="组合 4">
              <a:extLst>
                <a:ext uri="{FF2B5EF4-FFF2-40B4-BE49-F238E27FC236}">
                  <a16:creationId id="{8A1A01B4-5E42-9972-D27D-7B7D2743C7EF}"/>
                </a:ext>
              </a:extLst>
            </p:cNvPr>
            <p:cNvGrpSpPr/>
            <p:nvPr/>
          </p:nvGrpSpPr>
          <p:grpSpPr>
            <a:xfrm>
              <a:off x="660400" y="3736626"/>
              <a:ext cx="10026856" cy="1073499"/>
              <a:chOff x="660400" y="3736626"/>
              <a:chExt cx="10026856" cy="1073499"/>
            </a:xfrm>
          </p:grpSpPr>
          <p:sp>
            <p:nvSpPr>
              <p:cNvPr descr="df56a4bd-3613-4fa4-ba29-08d578270156" id="23" name="ComponentBackground2">
                <a:extLst>
                  <a:ext uri="{FF2B5EF4-FFF2-40B4-BE49-F238E27FC236}">
                    <a16:creationId id="{F2DDBBCA-36B4-8E0B-1A62-148004BE8B39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907468" y="3736626"/>
                <a:ext cx="9779788" cy="1073499"/>
              </a:xfrm>
              <a:prstGeom prst="roundRect">
                <a:avLst>
                  <a:gd fmla="val 50000" name="adj"/>
                </a:avLst>
              </a:prstGeom>
              <a:solidFill>
                <a:schemeClr val="accent2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/>
              </a:p>
            </p:txBody>
          </p:sp>
          <p:sp>
            <p:nvSpPr>
              <p:cNvPr descr="49da81f8-c6b2-42e5-b73f-037698fe330b" id="26" name="Text2">
                <a:extLst>
                  <a:ext uri="{FF2B5EF4-FFF2-40B4-BE49-F238E27FC236}">
                    <a16:creationId id="{6CCF3533-7DDE-7EC2-EDFA-709E8A99024E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1769015" y="4309487"/>
                <a:ext cx="5708146" cy="452921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舔脚可作为调情环节，增加互动的趣味性。</a:t>
                </a:r>
              </a:p>
            </p:txBody>
          </p:sp>
          <p:sp>
            <p:nvSpPr>
              <p:cNvPr descr="18a404ec-4874-4bef-9603-5cfaae6e6a34" id="27" name="Bullet2">
                <a:extLst>
                  <a:ext uri="{FF2B5EF4-FFF2-40B4-BE49-F238E27FC236}">
                    <a16:creationId id="{240E212B-B5BA-958F-7DE0-5E5E9172176D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1769015" y="3856566"/>
                <a:ext cx="5708146" cy="452921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1600">
                    <a:solidFill>
                      <a:srgbClr val="2F2F2F"/>
                    </a:solidFill>
                    <a:ea typeface="微软雅黑"/>
                  </a:rPr>
                  <a:t>调情过程</a:t>
                </a:r>
              </a:p>
            </p:txBody>
          </p:sp>
          <p:sp>
            <p:nvSpPr>
              <p:cNvPr descr="dfc9668d-e5a1-46a1-b728-21d1631841a0" id="25" name="Number2">
                <a:extLst>
                  <a:ext uri="{FF2B5EF4-FFF2-40B4-BE49-F238E27FC236}">
                    <a16:creationId id="{50958E1B-A405-14F0-BFB5-72BFDE3B1662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660400" y="3925947"/>
                <a:ext cx="720000" cy="720000"/>
              </a:xfrm>
              <a:prstGeom prst="roundRect">
                <a:avLst>
                  <a:gd fmla="val 50000" name="adj"/>
                </a:avLst>
              </a:prstGeom>
              <a:solidFill>
                <a:schemeClr val="accent2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lIns="91440" rIns="91440" rtlCol="0" tIns="4572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2</a:t>
                </a:r>
              </a:p>
            </p:txBody>
          </p:sp>
        </p:grpSp>
        <p:grpSp>
          <p:nvGrpSpPr>
            <p:cNvPr descr="76fd4b61-5315-4dcb-801a-824ca157cef5" id="6" name="组合 5">
              <a:extLst>
                <a:ext uri="{FF2B5EF4-FFF2-40B4-BE49-F238E27FC236}">
                  <a16:creationId id="{8D3874C5-BB85-5427-4229-1360CFE87BC5}"/>
                </a:ext>
              </a:extLst>
            </p:cNvPr>
            <p:cNvGrpSpPr/>
            <p:nvPr/>
          </p:nvGrpSpPr>
          <p:grpSpPr>
            <a:xfrm>
              <a:off x="660400" y="5060601"/>
              <a:ext cx="10026856" cy="1073499"/>
              <a:chOff x="660400" y="5060601"/>
              <a:chExt cx="10026856" cy="1073499"/>
            </a:xfrm>
          </p:grpSpPr>
          <p:sp>
            <p:nvSpPr>
              <p:cNvPr descr="3fe516ba-a77d-4b36-b979-9d52e4c92176" id="29" name="ComponentBackground3">
                <a:extLst>
                  <a:ext uri="{FF2B5EF4-FFF2-40B4-BE49-F238E27FC236}">
                    <a16:creationId id="{BCD05048-FA41-6FAD-71C2-75D4A113B2DD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907468" y="5060601"/>
                <a:ext cx="9779788" cy="1073499"/>
              </a:xfrm>
              <a:prstGeom prst="roundRect">
                <a:avLst>
                  <a:gd fmla="val 50000" name="adj"/>
                </a:avLst>
              </a:prstGeom>
              <a:solidFill>
                <a:schemeClr val="accent3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/>
              </a:p>
            </p:txBody>
          </p:sp>
          <p:sp>
            <p:nvSpPr>
              <p:cNvPr descr="81ab3889-8744-4c22-b8e8-5070d4be13be" id="32" name="Text3">
                <a:extLst>
                  <a:ext uri="{FF2B5EF4-FFF2-40B4-BE49-F238E27FC236}">
                    <a16:creationId id="{7B6C4CDF-6CC6-2108-E7A4-FC5A4CFA1CD5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1769015" y="5633462"/>
                <a:ext cx="5708146" cy="452921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必须以自愿为前提，不能强迫他人进行舔脚。</a:t>
                </a:r>
              </a:p>
            </p:txBody>
          </p:sp>
          <p:sp>
            <p:nvSpPr>
              <p:cNvPr descr="c31a10ec-4776-4b6e-9336-f147d1d30795" id="33" name="Bullet3">
                <a:extLst>
                  <a:ext uri="{FF2B5EF4-FFF2-40B4-BE49-F238E27FC236}">
                    <a16:creationId id="{F67046B4-14C4-39A2-6329-C6D80DA5204D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1769015" y="5180541"/>
                <a:ext cx="5708146" cy="452921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Autofit/>
              </a:bodyPr>
              <a:lstStyle>
                <a:defPPr>
                  <a:defRPr lang="zh-CN"/>
                </a:defPPr>
                <a:lvl1pPr algn="ctr" defTabSz="914400" eaLnBrk="1" hangingPunct="1" latinLnBrk="0" marL="0" rtl="0">
                  <a:lnSpc>
                    <a:spcPct val="150000"/>
                  </a:lnSpc>
                  <a:defRPr kern="1200" sz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1600">
                    <a:solidFill>
                      <a:srgbClr val="2F2F2F"/>
                    </a:solidFill>
                    <a:ea typeface="微软雅黑"/>
                  </a:rPr>
                  <a:t>自愿原则</a:t>
                </a:r>
              </a:p>
            </p:txBody>
          </p:sp>
          <p:sp>
            <p:nvSpPr>
              <p:cNvPr descr="6209d751-3f9c-48e2-8c15-480a35501263" id="31" name="Number3">
                <a:extLst>
                  <a:ext uri="{FF2B5EF4-FFF2-40B4-BE49-F238E27FC236}">
                    <a16:creationId id="{F9491491-48FB-4547-0BBF-36C323D5A965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660400" y="5249922"/>
                <a:ext cx="720000" cy="720000"/>
              </a:xfrm>
              <a:prstGeom prst="roundRect">
                <a:avLst>
                  <a:gd fmla="val 50000" name="adj"/>
                </a:avLst>
              </a:prstGeom>
              <a:solidFill>
                <a:schemeClr val="accent3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lIns="91440" rIns="91440" rtlCol="0" tIns="45720" wrap="non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FFFFFF"/>
                    </a:solidFill>
                    <a:latin typeface="Arial"/>
                  </a:rPr>
                  <a:t>3</a:t>
                </a:r>
              </a:p>
            </p:txBody>
          </p:sp>
        </p:grpSp>
        <p:grpSp>
          <p:nvGrpSpPr>
            <p:cNvPr descr="4d84c978-164d-4aae-8bad-13d273b64c76" id="9" name="组合 8">
              <a:extLst>
                <a:ext uri="{FF2B5EF4-FFF2-40B4-BE49-F238E27FC236}">
                  <a16:creationId id="{2D7BEF1B-E03C-696B-7C82-AF424DDDB0F7}"/>
                </a:ext>
              </a:extLst>
            </p:cNvPr>
            <p:cNvGrpSpPr/>
            <p:nvPr/>
          </p:nvGrpSpPr>
          <p:grpSpPr>
            <a:xfrm>
              <a:off x="7820634" y="1304672"/>
              <a:ext cx="3821697" cy="4863908"/>
              <a:chOff x="7820634" y="1304672"/>
              <a:chExt cx="3821697" cy="4863908"/>
            </a:xfrm>
          </p:grpSpPr>
          <p:sp>
            <p:nvSpPr>
              <p:cNvPr descr="9e543eea-3a5e-4468-9f59-a492430f5760" id="282" name="任意多边形: 形状 281">
                <a:extLst>
                  <a:ext uri="{FF2B5EF4-FFF2-40B4-BE49-F238E27FC236}">
                    <a16:creationId id="{D09F4F8C-77B0-4190-D4A9-F7F435A8EE51}"/>
                  </a:ext>
                </a:extLst>
              </p:cNvPr>
              <p:cNvSpPr/>
              <p:nvPr/>
            </p:nvSpPr>
            <p:spPr>
              <a:xfrm flipH="true" flipV="false">
                <a:off x="9390369" y="2950252"/>
                <a:ext cx="1345140" cy="629171"/>
              </a:xfrm>
              <a:custGeom>
                <a:avLst/>
                <a:gdLst>
                  <a:gd fmla="*/ 709714 w 1236398" name="connsiteX0"/>
                  <a:gd fmla="*/ 149776 h 578308" name="connsiteY0"/>
                  <a:gd fmla="*/ 15647 w 1236398" name="connsiteX1"/>
                  <a:gd fmla="*/ 123294 h 578308" name="connsiteY1"/>
                  <a:gd fmla="*/ 126085 w 1236398" name="connsiteX2"/>
                  <a:gd fmla="*/ 403091 h 578308" name="connsiteY2"/>
                  <a:gd fmla="*/ 856838 w 1236398" name="connsiteX3"/>
                  <a:gd fmla="*/ 570179 h 578308" name="connsiteY3"/>
                  <a:gd fmla="*/ 1236398 w 1236398" name="connsiteX4"/>
                  <a:gd fmla="*/ 441781 h 578308" name="connsiteY4"/>
                  <a:gd fmla="*/ 1038140 w 1236398" name="connsiteX5"/>
                  <a:gd fmla="*/ 68709 h 578308" name="connsiteY5"/>
                  <a:gd fmla="*/ 709714 w 1236398" name="connsiteX6"/>
                  <a:gd fmla="*/ 149776 h 578308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578308" w="1236398">
                    <a:moveTo>
                      <a:pt x="709714" y="149776"/>
                    </a:moveTo>
                    <a:cubicBezTo>
                      <a:pt x="519241" y="138157"/>
                      <a:pt x="125348" y="-163404"/>
                      <a:pt x="15647" y="123294"/>
                    </a:cubicBezTo>
                    <a:cubicBezTo>
                      <a:pt x="-26199" y="232612"/>
                      <a:pt x="17652" y="353519"/>
                      <a:pt x="126085" y="403091"/>
                    </a:cubicBezTo>
                    <a:cubicBezTo>
                      <a:pt x="353096" y="506894"/>
                      <a:pt x="601841" y="608073"/>
                      <a:pt x="856838" y="570179"/>
                    </a:cubicBezTo>
                    <a:cubicBezTo>
                      <a:pt x="989629" y="550451"/>
                      <a:pt x="1116877" y="504506"/>
                      <a:pt x="1236398" y="441781"/>
                    </a:cubicBezTo>
                    <a:cubicBezTo>
                      <a:pt x="1169074" y="318073"/>
                      <a:pt x="1103725" y="193243"/>
                      <a:pt x="1038140" y="68709"/>
                    </a:cubicBezTo>
                    <a:cubicBezTo>
                      <a:pt x="933835" y="122409"/>
                      <a:pt x="821804" y="156588"/>
                      <a:pt x="709714" y="149776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19ceb09-f8f4-47dc-bd0e-14d9fd37b6e3" id="284" name="任意多边形: 形状 283">
                <a:extLst>
                  <a:ext uri="{FF2B5EF4-FFF2-40B4-BE49-F238E27FC236}">
                    <a16:creationId id="{E77C894A-34B4-14E0-2C3E-6F12617F11C5}"/>
                  </a:ext>
                </a:extLst>
              </p:cNvPr>
              <p:cNvSpPr/>
              <p:nvPr/>
            </p:nvSpPr>
            <p:spPr>
              <a:xfrm flipH="true" flipV="false">
                <a:off x="8934113" y="2663778"/>
                <a:ext cx="671951" cy="767142"/>
              </a:xfrm>
              <a:custGeom>
                <a:avLst/>
                <a:gdLst>
                  <a:gd fmla="*/ 305453 w 617630" name="connsiteX0"/>
                  <a:gd fmla="*/ 112621 h 705125" name="connsiteY0"/>
                  <a:gd fmla="*/ 294395 w 617630" name="connsiteX1"/>
                  <a:gd fmla="*/ 123620 h 705125" name="connsiteY1"/>
                  <a:gd fmla="*/ 305453 w 617630" name="connsiteX2"/>
                  <a:gd fmla="*/ 112621 h 705125" name="connsiteY2"/>
                  <a:gd fmla="*/ 289440 w 617630" name="connsiteX3"/>
                  <a:gd fmla="*/ 127277 h 705125" name="connsiteY3"/>
                  <a:gd fmla="*/ 0 w 617630" name="connsiteX4"/>
                  <a:gd fmla="*/ 332053 h 705125" name="connsiteY4"/>
                  <a:gd fmla="*/ 198259 w 617630" name="connsiteX5"/>
                  <a:gd fmla="*/ 705126 h 705125" name="connsiteY5"/>
                  <a:gd fmla="*/ 617630 w 617630" name="connsiteX6"/>
                  <a:gd fmla="*/ 397962 h 705125" name="connsiteY6"/>
                  <a:gd fmla="*/ 415390 w 617630" name="connsiteX7"/>
                  <a:gd fmla="*/ 0 h 705125" name="connsiteY7"/>
                  <a:gd fmla="*/ 305424 w 617630" name="connsiteX8"/>
                  <a:gd fmla="*/ 112591 h 70512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705125" w="617630">
                    <a:moveTo>
                      <a:pt x="305453" y="112621"/>
                    </a:moveTo>
                    <a:cubicBezTo>
                      <a:pt x="312088" y="106546"/>
                      <a:pt x="313976" y="104924"/>
                      <a:pt x="294395" y="123620"/>
                    </a:cubicBezTo>
                    <a:cubicBezTo>
                      <a:pt x="297757" y="120406"/>
                      <a:pt x="301531" y="116631"/>
                      <a:pt x="305453" y="112621"/>
                    </a:cubicBezTo>
                    <a:cubicBezTo>
                      <a:pt x="300440" y="117221"/>
                      <a:pt x="292684" y="124417"/>
                      <a:pt x="289440" y="127277"/>
                    </a:cubicBezTo>
                    <a:cubicBezTo>
                      <a:pt x="206722" y="200706"/>
                      <a:pt x="107431" y="276730"/>
                      <a:pt x="0" y="332053"/>
                    </a:cubicBezTo>
                    <a:cubicBezTo>
                      <a:pt x="65585" y="456587"/>
                      <a:pt x="130963" y="581446"/>
                      <a:pt x="198259" y="705126"/>
                    </a:cubicBezTo>
                    <a:cubicBezTo>
                      <a:pt x="352666" y="624088"/>
                      <a:pt x="494069" y="514977"/>
                      <a:pt x="617630" y="397962"/>
                    </a:cubicBezTo>
                    <a:cubicBezTo>
                      <a:pt x="540367" y="270714"/>
                      <a:pt x="473927" y="136655"/>
                      <a:pt x="415390" y="0"/>
                    </a:cubicBezTo>
                    <a:cubicBezTo>
                      <a:pt x="375167" y="37098"/>
                      <a:pt x="333468" y="84016"/>
                      <a:pt x="305424" y="112591"/>
                    </a:cubicBezTo>
                    <a:close/>
                  </a:path>
                </a:pathLst>
              </a:custGeom>
              <a:solidFill>
                <a:srgbClr val="FF669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c5e0ee5-38f7-4b4b-bd74-9c54283f5919" id="285" name="任意多边形: 形状 284">
                <a:extLst>
                  <a:ext uri="{FF2B5EF4-FFF2-40B4-BE49-F238E27FC236}">
                    <a16:creationId id="{8FB42548-B1C8-FF16-EC36-A466433E2F2F}"/>
                  </a:ext>
                </a:extLst>
              </p:cNvPr>
              <p:cNvSpPr/>
              <p:nvPr/>
            </p:nvSpPr>
            <p:spPr>
              <a:xfrm flipH="true" flipV="false">
                <a:off x="9628662" y="3416758"/>
                <a:ext cx="98032" cy="98135"/>
              </a:xfrm>
              <a:custGeom>
                <a:avLst/>
                <a:gdLst>
                  <a:gd fmla="*/ 59153 w 90107" name="connsiteX0"/>
                  <a:gd fmla="*/ 33100 h 90202" name="connsiteY0"/>
                  <a:gd fmla="*/ 56587 w 90107" name="connsiteX1"/>
                  <a:gd fmla="*/ 59434 h 90202" name="connsiteY1"/>
                  <a:gd fmla="*/ 30046 w 90107" name="connsiteX2"/>
                  <a:gd fmla="*/ 55600 h 90202" name="connsiteY2"/>
                  <a:gd fmla="*/ 34558 w 90107" name="connsiteX3"/>
                  <a:gd fmla="*/ 30033 h 90202" name="connsiteY3"/>
                  <a:gd fmla="*/ 61276 w 90107" name="connsiteX4"/>
                  <a:gd fmla="*/ 35813 h 90202" name="connsiteY4"/>
                  <a:gd fmla="*/ 80326 w 90107" name="connsiteX5"/>
                  <a:gd fmla="*/ 16763 h 90202" name="connsiteY5"/>
                  <a:gd fmla="*/ 16806 w 90107" name="connsiteX6"/>
                  <a:gd fmla="*/ 9832 h 90202" name="connsiteY6"/>
                  <a:gd fmla="*/ 8814 w 90107" name="connsiteX7"/>
                  <a:gd fmla="*/ 71997 h 90202" name="connsiteY7"/>
                  <a:gd fmla="*/ 70654 w 90107" name="connsiteX8"/>
                  <a:gd fmla="*/ 82406 h 90202" name="connsiteY8"/>
                  <a:gd fmla="*/ 82420 w 90107" name="connsiteX9"/>
                  <a:gd fmla="*/ 19505 h 90202" name="connsiteY9"/>
                  <a:gd fmla="*/ 59182 w 90107" name="connsiteX10"/>
                  <a:gd fmla="*/ 33100 h 90202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90202" w="90107">
                    <a:moveTo>
                      <a:pt x="59153" y="33100"/>
                    </a:moveTo>
                    <a:cubicBezTo>
                      <a:pt x="64785" y="41593"/>
                      <a:pt x="65198" y="52504"/>
                      <a:pt x="56587" y="59434"/>
                    </a:cubicBezTo>
                    <a:cubicBezTo>
                      <a:pt x="48418" y="66010"/>
                      <a:pt x="36003" y="64152"/>
                      <a:pt x="30046" y="55600"/>
                    </a:cubicBezTo>
                    <a:cubicBezTo>
                      <a:pt x="24326" y="47373"/>
                      <a:pt x="26272" y="35813"/>
                      <a:pt x="34558" y="30033"/>
                    </a:cubicBezTo>
                    <a:cubicBezTo>
                      <a:pt x="44142" y="23368"/>
                      <a:pt x="54611" y="27467"/>
                      <a:pt x="61276" y="35813"/>
                    </a:cubicBezTo>
                    <a:cubicBezTo>
                      <a:pt x="72099" y="49349"/>
                      <a:pt x="91060" y="30180"/>
                      <a:pt x="80326" y="16763"/>
                    </a:cubicBezTo>
                    <a:cubicBezTo>
                      <a:pt x="64874" y="-2524"/>
                      <a:pt x="36092" y="-5620"/>
                      <a:pt x="16806" y="9832"/>
                    </a:cubicBezTo>
                    <a:cubicBezTo>
                      <a:pt x="-1950" y="24843"/>
                      <a:pt x="-5577" y="52710"/>
                      <a:pt x="8814" y="71997"/>
                    </a:cubicBezTo>
                    <a:cubicBezTo>
                      <a:pt x="23087" y="91135"/>
                      <a:pt x="50866" y="96149"/>
                      <a:pt x="70654" y="82406"/>
                    </a:cubicBezTo>
                    <a:cubicBezTo>
                      <a:pt x="91119" y="68222"/>
                      <a:pt x="96103" y="40118"/>
                      <a:pt x="82420" y="19505"/>
                    </a:cubicBezTo>
                    <a:cubicBezTo>
                      <a:pt x="72895" y="5144"/>
                      <a:pt x="49569" y="18591"/>
                      <a:pt x="59182" y="33100"/>
                    </a:cubicBez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0d7e973-5254-4d16-83fb-bd9041421fe7" id="286" name="任意多边形: 形状 285">
                <a:extLst>
                  <a:ext uri="{FF2B5EF4-FFF2-40B4-BE49-F238E27FC236}">
                    <a16:creationId id="{E89A4E71-E8E8-B2BC-5027-736F5095A6DF}"/>
                  </a:ext>
                </a:extLst>
              </p:cNvPr>
              <p:cNvSpPr/>
              <p:nvPr/>
            </p:nvSpPr>
            <p:spPr>
              <a:xfrm flipH="true" flipV="false">
                <a:off x="9495260" y="3355929"/>
                <a:ext cx="98032" cy="98135"/>
              </a:xfrm>
              <a:custGeom>
                <a:avLst/>
                <a:gdLst>
                  <a:gd fmla="*/ 59153 w 90107" name="connsiteX0"/>
                  <a:gd fmla="*/ 33100 h 90202" name="connsiteY0"/>
                  <a:gd fmla="*/ 56587 w 90107" name="connsiteX1"/>
                  <a:gd fmla="*/ 59434 h 90202" name="connsiteY1"/>
                  <a:gd fmla="*/ 30046 w 90107" name="connsiteX2"/>
                  <a:gd fmla="*/ 55600 h 90202" name="connsiteY2"/>
                  <a:gd fmla="*/ 34558 w 90107" name="connsiteX3"/>
                  <a:gd fmla="*/ 30033 h 90202" name="connsiteY3"/>
                  <a:gd fmla="*/ 61276 w 90107" name="connsiteX4"/>
                  <a:gd fmla="*/ 35813 h 90202" name="connsiteY4"/>
                  <a:gd fmla="*/ 80326 w 90107" name="connsiteX5"/>
                  <a:gd fmla="*/ 16762 h 90202" name="connsiteY5"/>
                  <a:gd fmla="*/ 16806 w 90107" name="connsiteX6"/>
                  <a:gd fmla="*/ 9832 h 90202" name="connsiteY6"/>
                  <a:gd fmla="*/ 8814 w 90107" name="connsiteX7"/>
                  <a:gd fmla="*/ 71996 h 90202" name="connsiteY7"/>
                  <a:gd fmla="*/ 70654 w 90107" name="connsiteX8"/>
                  <a:gd fmla="*/ 82406 h 90202" name="connsiteY8"/>
                  <a:gd fmla="*/ 82420 w 90107" name="connsiteX9"/>
                  <a:gd fmla="*/ 19505 h 90202" name="connsiteY9"/>
                  <a:gd fmla="*/ 59182 w 90107" name="connsiteX10"/>
                  <a:gd fmla="*/ 33100 h 90202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90202" w="90107">
                    <a:moveTo>
                      <a:pt x="59153" y="33100"/>
                    </a:moveTo>
                    <a:cubicBezTo>
                      <a:pt x="64785" y="41593"/>
                      <a:pt x="65198" y="52504"/>
                      <a:pt x="56587" y="59434"/>
                    </a:cubicBezTo>
                    <a:cubicBezTo>
                      <a:pt x="48418" y="66010"/>
                      <a:pt x="36003" y="64152"/>
                      <a:pt x="30046" y="55600"/>
                    </a:cubicBezTo>
                    <a:cubicBezTo>
                      <a:pt x="24296" y="47373"/>
                      <a:pt x="26272" y="35813"/>
                      <a:pt x="34558" y="30033"/>
                    </a:cubicBezTo>
                    <a:cubicBezTo>
                      <a:pt x="44142" y="23368"/>
                      <a:pt x="54611" y="27467"/>
                      <a:pt x="61276" y="35813"/>
                    </a:cubicBezTo>
                    <a:cubicBezTo>
                      <a:pt x="72099" y="49348"/>
                      <a:pt x="91060" y="30180"/>
                      <a:pt x="80326" y="16762"/>
                    </a:cubicBezTo>
                    <a:cubicBezTo>
                      <a:pt x="64874" y="-2524"/>
                      <a:pt x="36092" y="-5620"/>
                      <a:pt x="16806" y="9832"/>
                    </a:cubicBezTo>
                    <a:cubicBezTo>
                      <a:pt x="-1950" y="24843"/>
                      <a:pt x="-5577" y="52710"/>
                      <a:pt x="8814" y="71996"/>
                    </a:cubicBezTo>
                    <a:cubicBezTo>
                      <a:pt x="23087" y="91135"/>
                      <a:pt x="50866" y="96148"/>
                      <a:pt x="70654" y="82406"/>
                    </a:cubicBezTo>
                    <a:cubicBezTo>
                      <a:pt x="91119" y="68222"/>
                      <a:pt x="96103" y="40118"/>
                      <a:pt x="82420" y="19505"/>
                    </a:cubicBezTo>
                    <a:cubicBezTo>
                      <a:pt x="72895" y="5143"/>
                      <a:pt x="49569" y="18591"/>
                      <a:pt x="59182" y="33100"/>
                    </a:cubicBez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f268ead-692f-4763-88ef-e379f4ab3fa7" id="276" name="任意多边形: 形状 275">
                <a:extLst>
                  <a:ext uri="{FF2B5EF4-FFF2-40B4-BE49-F238E27FC236}">
                    <a16:creationId id="{4B78FBCB-FF14-4053-FDC9-E42C458BBD05}"/>
                  </a:ext>
                </a:extLst>
              </p:cNvPr>
              <p:cNvSpPr/>
              <p:nvPr/>
            </p:nvSpPr>
            <p:spPr>
              <a:xfrm flipH="true" flipV="false">
                <a:off x="8575428" y="2511475"/>
                <a:ext cx="608710" cy="635668"/>
              </a:xfrm>
              <a:custGeom>
                <a:avLst/>
                <a:gdLst>
                  <a:gd fmla="*/ 59 w 559501" name="connsiteX0"/>
                  <a:gd fmla="*/ 198704 h 584280" name="connsiteY0"/>
                  <a:gd fmla="*/ 8228 w 559501" name="connsiteX1"/>
                  <a:gd fmla="*/ 88502 h 584280" name="connsiteY1"/>
                  <a:gd fmla="*/ 72751 w 559501" name="connsiteX2"/>
                  <a:gd fmla="*/ 31823 h 584280" name="connsiteY2"/>
                  <a:gd fmla="*/ 126481 w 559501" name="connsiteX3"/>
                  <a:gd fmla="*/ 114600 h 584280" name="connsiteY3"/>
                  <a:gd fmla="*/ 121733 w 559501" name="connsiteX4"/>
                  <a:gd fmla="*/ 184520 h 584280" name="connsiteY4"/>
                  <a:gd fmla="*/ 138395 w 559501" name="connsiteX5"/>
                  <a:gd fmla="*/ 172075 h 584280" name="connsiteY5"/>
                  <a:gd fmla="*/ 308048 w 559501" name="connsiteX6"/>
                  <a:gd fmla="*/ 30850 h 584280" name="connsiteY6"/>
                  <a:gd fmla="*/ 416305 w 559501" name="connsiteX7"/>
                  <a:gd fmla="*/ 13775 h 584280" name="connsiteY7"/>
                  <a:gd fmla="*/ 419047 w 559501" name="connsiteX8"/>
                  <a:gd fmla="*/ 17078 h 584280" name="connsiteY8"/>
                  <a:gd fmla="*/ 391121 w 559501" name="connsiteX9"/>
                  <a:gd fmla="*/ 112742 h 584280" name="connsiteY9"/>
                  <a:gd fmla="*/ 490265 w 559501" name="connsiteX10"/>
                  <a:gd fmla="*/ 102657 h 584280" name="connsiteY10"/>
                  <a:gd fmla="*/ 493007 w 559501" name="connsiteX11"/>
                  <a:gd fmla="*/ 105960 h 584280" name="connsiteY11"/>
                  <a:gd fmla="*/ 487964 w 559501" name="connsiteX12"/>
                  <a:gd fmla="*/ 173107 h 584280" name="connsiteY12"/>
                  <a:gd fmla="*/ 547976 w 559501" name="connsiteX13"/>
                  <a:gd fmla="*/ 184844 h 584280" name="connsiteY13"/>
                  <a:gd fmla="*/ 514829 w 559501" name="connsiteX14"/>
                  <a:gd fmla="*/ 301063 h 584280" name="connsiteY14"/>
                  <a:gd fmla="*/ 174048 w 559501" name="connsiteX15"/>
                  <a:gd fmla="*/ 584281 h 584280" name="connsiteY15"/>
                  <a:gd fmla="*/ 48540 w 559501" name="connsiteX16"/>
                  <a:gd fmla="*/ 433500 h 584280" name="connsiteY16"/>
                  <a:gd fmla="*/ 442 w 559501" name="connsiteX17"/>
                  <a:gd fmla="*/ 301417 h 584280" name="connsiteY17"/>
                  <a:gd fmla="*/ 0 w 559501" name="connsiteX18"/>
                  <a:gd fmla="*/ 198675 h 584280" name="connsiteY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b="b" l="l" r="r" t="t"/>
                <a:pathLst>
                  <a:path h="584280" w="559501">
                    <a:moveTo>
                      <a:pt x="59" y="198704"/>
                    </a:moveTo>
                    <a:lnTo>
                      <a:pt x="8228" y="88502"/>
                    </a:lnTo>
                    <a:cubicBezTo>
                      <a:pt x="9702" y="58599"/>
                      <a:pt x="35388" y="26692"/>
                      <a:pt x="72751" y="31823"/>
                    </a:cubicBezTo>
                    <a:cubicBezTo>
                      <a:pt x="108935" y="36806"/>
                      <a:pt x="128398" y="76441"/>
                      <a:pt x="126481" y="114600"/>
                    </a:cubicBezTo>
                    <a:lnTo>
                      <a:pt x="121733" y="184520"/>
                    </a:lnTo>
                    <a:lnTo>
                      <a:pt x="138395" y="172075"/>
                    </a:lnTo>
                    <a:lnTo>
                      <a:pt x="308048" y="30850"/>
                    </a:lnTo>
                    <a:cubicBezTo>
                      <a:pt x="347830" y="-2267"/>
                      <a:pt x="396547" y="-9935"/>
                      <a:pt x="416305" y="13775"/>
                    </a:cubicBezTo>
                    <a:lnTo>
                      <a:pt x="419047" y="17078"/>
                    </a:lnTo>
                    <a:cubicBezTo>
                      <a:pt x="437331" y="39018"/>
                      <a:pt x="424621" y="80451"/>
                      <a:pt x="391121" y="112742"/>
                    </a:cubicBezTo>
                    <a:cubicBezTo>
                      <a:pt x="428956" y="85671"/>
                      <a:pt x="472010" y="80687"/>
                      <a:pt x="490265" y="102657"/>
                    </a:cubicBezTo>
                    <a:lnTo>
                      <a:pt x="493007" y="105960"/>
                    </a:lnTo>
                    <a:cubicBezTo>
                      <a:pt x="506189" y="121796"/>
                      <a:pt x="503181" y="147746"/>
                      <a:pt x="487964" y="173107"/>
                    </a:cubicBezTo>
                    <a:cubicBezTo>
                      <a:pt x="511821" y="165705"/>
                      <a:pt x="535030" y="169303"/>
                      <a:pt x="547976" y="184844"/>
                    </a:cubicBezTo>
                    <a:cubicBezTo>
                      <a:pt x="572039" y="213744"/>
                      <a:pt x="557206" y="265793"/>
                      <a:pt x="514829" y="301063"/>
                    </a:cubicBezTo>
                    <a:lnTo>
                      <a:pt x="174048" y="584281"/>
                    </a:lnTo>
                    <a:lnTo>
                      <a:pt x="48540" y="433500"/>
                    </a:lnTo>
                    <a:cubicBezTo>
                      <a:pt x="17664" y="396403"/>
                      <a:pt x="649" y="349691"/>
                      <a:pt x="442" y="301417"/>
                    </a:cubicBezTo>
                    <a:lnTo>
                      <a:pt x="0" y="198675"/>
                    </a:lnTo>
                    <a:close/>
                  </a:path>
                </a:pathLst>
              </a:custGeom>
              <a:solidFill>
                <a:srgbClr val="FF669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290b307-52e6-44fc-8f5e-afc97a3bbaf8" id="277" name="任意多边形: 形状 276">
                <a:extLst>
                  <a:ext uri="{FF2B5EF4-FFF2-40B4-BE49-F238E27FC236}">
                    <a16:creationId id="{140306E0-DFBD-9CF7-EAC8-53B610E4F81B}"/>
                  </a:ext>
                </a:extLst>
              </p:cNvPr>
              <p:cNvSpPr/>
              <p:nvPr/>
            </p:nvSpPr>
            <p:spPr>
              <a:xfrm flipH="true" flipV="false">
                <a:off x="8724508" y="2606591"/>
                <a:ext cx="227545" cy="191919"/>
              </a:xfrm>
              <a:custGeom>
                <a:avLst/>
                <a:gdLst>
                  <a:gd fmla="*/ 185583 w 209150" name="connsiteX0"/>
                  <a:gd fmla="*/ 3316 h 176404" name="connsiteY0"/>
                  <a:gd fmla="*/ 4517 w 209150" name="connsiteX1"/>
                  <a:gd fmla="*/ 154038 h 176404" name="connsiteY1"/>
                  <a:gd fmla="*/ 23567 w 209150" name="connsiteX2"/>
                  <a:gd fmla="*/ 173088 h 176404" name="connsiteY2"/>
                  <a:gd fmla="*/ 204633 w 209150" name="connsiteX3"/>
                  <a:gd fmla="*/ 22367 h 176404" name="connsiteY3"/>
                  <a:gd fmla="*/ 185583 w 209150" name="connsiteX4"/>
                  <a:gd fmla="*/ 3316 h 176404" name="connsiteY4"/>
                  <a:gd fmla="*/ 185583 w 209150" name="connsiteX5"/>
                  <a:gd fmla="*/ 3316 h 176404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76404" w="209150">
                    <a:moveTo>
                      <a:pt x="185583" y="3316"/>
                    </a:moveTo>
                    <a:cubicBezTo>
                      <a:pt x="125218" y="53567"/>
                      <a:pt x="64882" y="103788"/>
                      <a:pt x="4517" y="154038"/>
                    </a:cubicBezTo>
                    <a:cubicBezTo>
                      <a:pt x="-8812" y="165126"/>
                      <a:pt x="10327" y="184088"/>
                      <a:pt x="23567" y="173088"/>
                    </a:cubicBezTo>
                    <a:cubicBezTo>
                      <a:pt x="83933" y="122838"/>
                      <a:pt x="144268" y="72617"/>
                      <a:pt x="204633" y="22367"/>
                    </a:cubicBezTo>
                    <a:cubicBezTo>
                      <a:pt x="217963" y="11279"/>
                      <a:pt x="198824" y="-7683"/>
                      <a:pt x="185583" y="3316"/>
                    </a:cubicBezTo>
                    <a:lnTo>
                      <a:pt x="185583" y="3316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ef888e0-a5f7-42e1-9021-4b976d2ae5f4" id="278" name="任意多边形: 形状 277">
                <a:extLst>
                  <a:ext uri="{FF2B5EF4-FFF2-40B4-BE49-F238E27FC236}">
                    <a16:creationId id="{56A6E234-49A5-6AD9-8A89-89E67F81AE2B}"/>
                  </a:ext>
                </a:extLst>
              </p:cNvPr>
              <p:cNvSpPr/>
              <p:nvPr/>
            </p:nvSpPr>
            <p:spPr>
              <a:xfrm flipH="true" flipV="false">
                <a:off x="8643305" y="2696841"/>
                <a:ext cx="224241" cy="189160"/>
              </a:xfrm>
              <a:custGeom>
                <a:avLst/>
                <a:gdLst>
                  <a:gd fmla="*/ 182546 w 206113" name="connsiteX0"/>
                  <a:gd fmla="*/ 3316 h 173868" name="connsiteY0"/>
                  <a:gd fmla="*/ 4517 w 206113" name="connsiteX1"/>
                  <a:gd fmla="*/ 151502 h 173868" name="connsiteY1"/>
                  <a:gd fmla="*/ 23567 w 206113" name="connsiteX2"/>
                  <a:gd fmla="*/ 170552 h 173868" name="connsiteY2"/>
                  <a:gd fmla="*/ 201596 w 206113" name="connsiteX3"/>
                  <a:gd fmla="*/ 22367 h 173868" name="connsiteY3"/>
                  <a:gd fmla="*/ 182546 w 206113" name="connsiteX4"/>
                  <a:gd fmla="*/ 3316 h 173868" name="connsiteY4"/>
                  <a:gd fmla="*/ 182546 w 206113" name="connsiteX5"/>
                  <a:gd fmla="*/ 3316 h 173868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73868" w="206113">
                    <a:moveTo>
                      <a:pt x="182546" y="3316"/>
                    </a:moveTo>
                    <a:cubicBezTo>
                      <a:pt x="123213" y="52712"/>
                      <a:pt x="63850" y="102107"/>
                      <a:pt x="4517" y="151502"/>
                    </a:cubicBezTo>
                    <a:cubicBezTo>
                      <a:pt x="-8812" y="162590"/>
                      <a:pt x="10326" y="181552"/>
                      <a:pt x="23567" y="170552"/>
                    </a:cubicBezTo>
                    <a:cubicBezTo>
                      <a:pt x="82900" y="121157"/>
                      <a:pt x="142263" y="71762"/>
                      <a:pt x="201596" y="22367"/>
                    </a:cubicBezTo>
                    <a:cubicBezTo>
                      <a:pt x="214925" y="11279"/>
                      <a:pt x="195787" y="-7683"/>
                      <a:pt x="182546" y="3316"/>
                    </a:cubicBezTo>
                    <a:lnTo>
                      <a:pt x="182546" y="3316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a74e7b1-56bd-4dd3-8382-8bd2646d050c" id="279" name="任意多边形: 形状 278">
                <a:extLst>
                  <a:ext uri="{FF2B5EF4-FFF2-40B4-BE49-F238E27FC236}">
                    <a16:creationId id="{6A7F334F-FEDC-23B7-DC5B-75832A932FAD}"/>
                  </a:ext>
                </a:extLst>
              </p:cNvPr>
              <p:cNvSpPr/>
              <p:nvPr/>
            </p:nvSpPr>
            <p:spPr>
              <a:xfrm flipH="true" flipV="false">
                <a:off x="8568735" y="2513078"/>
                <a:ext cx="256887" cy="305603"/>
              </a:xfrm>
              <a:custGeom>
                <a:avLst/>
                <a:gdLst>
                  <a:gd fmla="*/ 232805 w 236120" name="connsiteX0"/>
                  <a:gd fmla="*/ 257331 h 280898" name="connsiteY0"/>
                  <a:gd fmla="*/ 22367 w 236120" name="connsiteX1"/>
                  <a:gd fmla="*/ 4517 h 280898" name="connsiteY1"/>
                  <a:gd fmla="*/ 3316 w 236120" name="connsiteX2"/>
                  <a:gd fmla="*/ 23567 h 280898" name="connsiteY2"/>
                  <a:gd fmla="*/ 213754 w 236120" name="connsiteX3"/>
                  <a:gd fmla="*/ 276382 h 280898" name="connsiteY3"/>
                  <a:gd fmla="*/ 232805 w 236120" name="connsiteX4"/>
                  <a:gd fmla="*/ 257331 h 280898" name="connsiteY4"/>
                  <a:gd fmla="*/ 232805 w 236120" name="connsiteX5"/>
                  <a:gd fmla="*/ 257331 h 280898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280898" w="236120">
                    <a:moveTo>
                      <a:pt x="232805" y="257331"/>
                    </a:moveTo>
                    <a:cubicBezTo>
                      <a:pt x="162649" y="173050"/>
                      <a:pt x="92522" y="88798"/>
                      <a:pt x="22367" y="4517"/>
                    </a:cubicBezTo>
                    <a:cubicBezTo>
                      <a:pt x="11279" y="-8812"/>
                      <a:pt x="-7683" y="10326"/>
                      <a:pt x="3316" y="23567"/>
                    </a:cubicBezTo>
                    <a:cubicBezTo>
                      <a:pt x="73472" y="107849"/>
                      <a:pt x="143599" y="192100"/>
                      <a:pt x="213754" y="276382"/>
                    </a:cubicBezTo>
                    <a:cubicBezTo>
                      <a:pt x="224842" y="289711"/>
                      <a:pt x="243804" y="270572"/>
                      <a:pt x="232805" y="257331"/>
                    </a:cubicBezTo>
                    <a:lnTo>
                      <a:pt x="232805" y="257331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2707afe-ab7d-49de-944d-b0187c6eff3a" id="280" name="任意多边形: 形状 279">
                <a:extLst>
                  <a:ext uri="{FF2B5EF4-FFF2-40B4-BE49-F238E27FC236}">
                    <a16:creationId id="{629CB261-D77D-AA02-E513-A3B9FC3B6971}"/>
                  </a:ext>
                </a:extLst>
              </p:cNvPr>
              <p:cNvSpPr/>
              <p:nvPr/>
            </p:nvSpPr>
            <p:spPr>
              <a:xfrm flipH="true" flipV="false">
                <a:off x="9049946" y="2588574"/>
                <a:ext cx="138928" cy="38985"/>
              </a:xfrm>
              <a:custGeom>
                <a:avLst/>
                <a:gdLst>
                  <a:gd fmla="*/ 114792 w 127697" name="connsiteX0"/>
                  <a:gd fmla="*/ 61 h 35833" name="connsiteY0"/>
                  <a:gd fmla="*/ 12905 w 127697" name="connsiteX1"/>
                  <a:gd fmla="*/ 8848 h 35833" name="connsiteY1"/>
                  <a:gd fmla="*/ 12905 w 127697" name="connsiteX2"/>
                  <a:gd fmla="*/ 35773 h 35833" name="connsiteY2"/>
                  <a:gd fmla="*/ 114792 w 127697" name="connsiteX3"/>
                  <a:gd fmla="*/ 26985 h 35833" name="connsiteY3"/>
                  <a:gd fmla="*/ 114792 w 127697" name="connsiteX4"/>
                  <a:gd fmla="*/ 61 h 35833" name="connsiteY4"/>
                  <a:gd fmla="*/ 114792 w 127697" name="connsiteX5"/>
                  <a:gd fmla="*/ 61 h 35833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35833" w="127697">
                    <a:moveTo>
                      <a:pt x="114792" y="61"/>
                    </a:moveTo>
                    <a:cubicBezTo>
                      <a:pt x="80820" y="2980"/>
                      <a:pt x="46877" y="5929"/>
                      <a:pt x="12905" y="8848"/>
                    </a:cubicBezTo>
                    <a:cubicBezTo>
                      <a:pt x="-4228" y="10323"/>
                      <a:pt x="-4376" y="37277"/>
                      <a:pt x="12905" y="35773"/>
                    </a:cubicBezTo>
                    <a:cubicBezTo>
                      <a:pt x="46877" y="32853"/>
                      <a:pt x="80820" y="29904"/>
                      <a:pt x="114792" y="26985"/>
                    </a:cubicBezTo>
                    <a:cubicBezTo>
                      <a:pt x="131925" y="25510"/>
                      <a:pt x="132073" y="-1443"/>
                      <a:pt x="114792" y="61"/>
                    </a:cubicBezTo>
                    <a:lnTo>
                      <a:pt x="114792" y="61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3949a43-0916-4163-8b61-237793313225" id="281" name="任意多边形: 形状 280">
                <a:extLst>
                  <a:ext uri="{FF2B5EF4-FFF2-40B4-BE49-F238E27FC236}">
                    <a16:creationId id="{07827E24-3934-E006-59A9-BDC5CF2D66F6}"/>
                  </a:ext>
                </a:extLst>
              </p:cNvPr>
              <p:cNvSpPr/>
              <p:nvPr/>
            </p:nvSpPr>
            <p:spPr>
              <a:xfrm flipH="true" flipV="false">
                <a:off x="9007514" y="2838665"/>
                <a:ext cx="111832" cy="204941"/>
              </a:xfrm>
              <a:custGeom>
                <a:avLst/>
                <a:gdLst>
                  <a:gd fmla="*/ 35402 w 102791" name="connsiteX0"/>
                  <a:gd fmla="*/ 171806 h 188373" name="connsiteY0"/>
                  <a:gd fmla="*/ 44337 w 102791" name="connsiteX1"/>
                  <a:gd fmla="*/ 71954 h 188373" name="connsiteY1"/>
                  <a:gd fmla="*/ 98303 w 102791" name="connsiteX2"/>
                  <a:gd fmla="*/ 22411 h 188373" name="connsiteY2"/>
                  <a:gd fmla="*/ 79253 w 102791" name="connsiteX3"/>
                  <a:gd fmla="*/ 3361 h 188373" name="connsiteY3"/>
                  <a:gd fmla="*/ 9451 w 102791" name="connsiteX4"/>
                  <a:gd fmla="*/ 77409 h 188373" name="connsiteY4"/>
                  <a:gd fmla="*/ 9421 w 102791" name="connsiteX5"/>
                  <a:gd fmla="*/ 178972 h 188373" name="connsiteY5"/>
                  <a:gd fmla="*/ 35372 w 102791" name="connsiteX6"/>
                  <a:gd fmla="*/ 171806 h 188373" name="connsiteY6"/>
                  <a:gd fmla="*/ 35372 w 102791" name="connsiteX7"/>
                  <a:gd fmla="*/ 171806 h 188373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88373" w="102791">
                    <a:moveTo>
                      <a:pt x="35402" y="171806"/>
                    </a:moveTo>
                    <a:cubicBezTo>
                      <a:pt x="24844" y="137627"/>
                      <a:pt x="21158" y="101915"/>
                      <a:pt x="44337" y="71954"/>
                    </a:cubicBezTo>
                    <a:cubicBezTo>
                      <a:pt x="59229" y="52727"/>
                      <a:pt x="79784" y="37952"/>
                      <a:pt x="98303" y="22411"/>
                    </a:cubicBezTo>
                    <a:cubicBezTo>
                      <a:pt x="111573" y="11235"/>
                      <a:pt x="92464" y="-7727"/>
                      <a:pt x="79253" y="3361"/>
                    </a:cubicBezTo>
                    <a:cubicBezTo>
                      <a:pt x="53567" y="24977"/>
                      <a:pt x="23635" y="45885"/>
                      <a:pt x="9451" y="77409"/>
                    </a:cubicBezTo>
                    <a:cubicBezTo>
                      <a:pt x="-5235" y="110084"/>
                      <a:pt x="-870" y="145678"/>
                      <a:pt x="9421" y="178972"/>
                    </a:cubicBezTo>
                    <a:cubicBezTo>
                      <a:pt x="14523" y="195486"/>
                      <a:pt x="40533" y="188438"/>
                      <a:pt x="35372" y="171806"/>
                    </a:cubicBezTo>
                    <a:lnTo>
                      <a:pt x="35372" y="171806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1283921-974d-4a5e-a3f9-a0321a974b1a" id="212" name="任意多边形: 形状 211">
                <a:extLst>
                  <a:ext uri="{FF2B5EF4-FFF2-40B4-BE49-F238E27FC236}">
                    <a16:creationId id="{CEA271D8-532B-644A-E10C-C0072FDAF822}"/>
                  </a:ext>
                </a:extLst>
              </p:cNvPr>
              <p:cNvSpPr/>
              <p:nvPr/>
            </p:nvSpPr>
            <p:spPr>
              <a:xfrm flipH="true" flipV="false">
                <a:off x="8013775" y="3905719"/>
                <a:ext cx="1100068" cy="2152142"/>
              </a:xfrm>
              <a:custGeom>
                <a:avLst/>
                <a:gdLst>
                  <a:gd fmla="*/ 0 w 1011139" name="connsiteX0"/>
                  <a:gd fmla="*/ 0 h 1978162" name="connsiteY0"/>
                  <a:gd fmla="*/ 1011139 w 1011139" name="connsiteX1"/>
                  <a:gd fmla="*/ 0 h 1978162" name="connsiteY1"/>
                  <a:gd fmla="*/ 1011139 w 1011139" name="connsiteX2"/>
                  <a:gd fmla="*/ 1978162 h 1978162" name="connsiteY2"/>
                  <a:gd fmla="*/ 0 w 1011139" name="connsiteX3"/>
                  <a:gd fmla="*/ 1978162 h 1978162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1978162" w="1011139">
                    <a:moveTo>
                      <a:pt x="0" y="0"/>
                    </a:moveTo>
                    <a:lnTo>
                      <a:pt x="1011139" y="0"/>
                    </a:lnTo>
                    <a:lnTo>
                      <a:pt x="1011139" y="1978162"/>
                    </a:lnTo>
                    <a:lnTo>
                      <a:pt x="0" y="1978162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68b6174-bd89-404e-b6d1-3e020c6c96b0" id="213" name="任意多边形: 形状 212">
                <a:extLst>
                  <a:ext uri="{FF2B5EF4-FFF2-40B4-BE49-F238E27FC236}">
                    <a16:creationId id="{23275BCD-B2DB-D842-014B-925C4034B3AF}"/>
                  </a:ext>
                </a:extLst>
              </p:cNvPr>
              <p:cNvSpPr/>
              <p:nvPr/>
            </p:nvSpPr>
            <p:spPr>
              <a:xfrm flipH="true" flipV="false">
                <a:off x="8137714" y="4087087"/>
                <a:ext cx="860599" cy="1655751"/>
              </a:xfrm>
              <a:custGeom>
                <a:avLst/>
                <a:gdLst>
                  <a:gd fmla="*/ 777582 w 791028" name="connsiteX0"/>
                  <a:gd fmla="*/ 1494975 h 1521899" name="connsiteY0"/>
                  <a:gd fmla="*/ 13447 w 791028" name="connsiteX1"/>
                  <a:gd fmla="*/ 1494975 h 1521899" name="connsiteY1"/>
                  <a:gd fmla="*/ 26894 w 791028" name="connsiteX2"/>
                  <a:gd fmla="*/ 1508422 h 1521899" name="connsiteY2"/>
                  <a:gd fmla="*/ 26894 w 791028" name="connsiteX3"/>
                  <a:gd fmla="*/ 13477 h 1521899" name="connsiteY3"/>
                  <a:gd fmla="*/ 13447 w 791028" name="connsiteX4"/>
                  <a:gd fmla="*/ 26954 h 1521899" name="connsiteY4"/>
                  <a:gd fmla="*/ 777582 w 791028" name="connsiteX5"/>
                  <a:gd fmla="*/ 26954 h 1521899" name="connsiteY5"/>
                  <a:gd fmla="*/ 764105 w 791028" name="connsiteX6"/>
                  <a:gd fmla="*/ 13477 h 1521899" name="connsiteY6"/>
                  <a:gd fmla="*/ 764105 w 791028" name="connsiteX7"/>
                  <a:gd fmla="*/ 1508422 h 1521899" name="connsiteY7"/>
                  <a:gd fmla="*/ 791029 w 791028" name="connsiteX8"/>
                  <a:gd fmla="*/ 1508422 h 1521899" name="connsiteY8"/>
                  <a:gd fmla="*/ 791029 w 791028" name="connsiteX9"/>
                  <a:gd fmla="*/ 13477 h 1521899" name="connsiteY9"/>
                  <a:gd fmla="*/ 777582 w 791028" name="connsiteX10"/>
                  <a:gd fmla="*/ 0 h 1521899" name="connsiteY10"/>
                  <a:gd fmla="*/ 13447 w 791028" name="connsiteX11"/>
                  <a:gd fmla="*/ 0 h 1521899" name="connsiteY11"/>
                  <a:gd fmla="*/ 0 w 791028" name="connsiteX12"/>
                  <a:gd fmla="*/ 13477 h 1521899" name="connsiteY12"/>
                  <a:gd fmla="*/ 0 w 791028" name="connsiteX13"/>
                  <a:gd fmla="*/ 1508422 h 1521899" name="connsiteY13"/>
                  <a:gd fmla="*/ 13447 w 791028" name="connsiteX14"/>
                  <a:gd fmla="*/ 1521899 h 1521899" name="connsiteY14"/>
                  <a:gd fmla="*/ 777582 w 791028" name="connsiteX15"/>
                  <a:gd fmla="*/ 1521899 h 1521899" name="connsiteY15"/>
                  <a:gd fmla="*/ 777582 w 791028" name="connsiteX16"/>
                  <a:gd fmla="*/ 1494975 h 1521899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1521899" w="791028">
                    <a:moveTo>
                      <a:pt x="777582" y="1494975"/>
                    </a:moveTo>
                    <a:lnTo>
                      <a:pt x="13447" y="1494975"/>
                    </a:lnTo>
                    <a:cubicBezTo>
                      <a:pt x="17930" y="1499458"/>
                      <a:pt x="22412" y="1503940"/>
                      <a:pt x="26894" y="1508422"/>
                    </a:cubicBezTo>
                    <a:lnTo>
                      <a:pt x="26894" y="13477"/>
                    </a:lnTo>
                    <a:cubicBezTo>
                      <a:pt x="22412" y="17959"/>
                      <a:pt x="17930" y="22442"/>
                      <a:pt x="13447" y="26954"/>
                    </a:cubicBezTo>
                    <a:lnTo>
                      <a:pt x="777582" y="26954"/>
                    </a:lnTo>
                    <a:cubicBezTo>
                      <a:pt x="773099" y="22471"/>
                      <a:pt x="768617" y="17989"/>
                      <a:pt x="764105" y="13477"/>
                    </a:cubicBezTo>
                    <a:lnTo>
                      <a:pt x="764105" y="1508422"/>
                    </a:lnTo>
                    <a:cubicBezTo>
                      <a:pt x="764105" y="1525733"/>
                      <a:pt x="791029" y="1525762"/>
                      <a:pt x="791029" y="1508422"/>
                    </a:cubicBezTo>
                    <a:lnTo>
                      <a:pt x="791029" y="13477"/>
                    </a:lnTo>
                    <a:cubicBezTo>
                      <a:pt x="791029" y="6193"/>
                      <a:pt x="784866" y="0"/>
                      <a:pt x="777582" y="0"/>
                    </a:cubicBezTo>
                    <a:lnTo>
                      <a:pt x="13447" y="0"/>
                    </a:lnTo>
                    <a:cubicBezTo>
                      <a:pt x="6163" y="0"/>
                      <a:pt x="0" y="6164"/>
                      <a:pt x="0" y="13477"/>
                    </a:cubicBezTo>
                    <a:lnTo>
                      <a:pt x="0" y="1508422"/>
                    </a:lnTo>
                    <a:cubicBezTo>
                      <a:pt x="0" y="1515707"/>
                      <a:pt x="6163" y="1521899"/>
                      <a:pt x="13447" y="1521899"/>
                    </a:cubicBezTo>
                    <a:lnTo>
                      <a:pt x="777582" y="1521899"/>
                    </a:lnTo>
                    <a:cubicBezTo>
                      <a:pt x="794892" y="1521899"/>
                      <a:pt x="794922" y="1494975"/>
                      <a:pt x="777582" y="1494975"/>
                    </a:cubicBezTo>
                    <a:close/>
                  </a:path>
                </a:pathLst>
              </a:custGeom>
              <a:solidFill>
                <a:srgbClr val="FFE4C1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11565e7-be6f-4b8e-b8bf-37e5a0b87285" id="214" name="任意多边形: 形状 213">
                <a:extLst>
                  <a:ext uri="{FF2B5EF4-FFF2-40B4-BE49-F238E27FC236}">
                    <a16:creationId id="{DDEC18B1-8EF7-2682-81FE-3D4186F4D9F1}"/>
                  </a:ext>
                </a:extLst>
              </p:cNvPr>
              <p:cNvSpPr/>
              <p:nvPr/>
            </p:nvSpPr>
            <p:spPr>
              <a:xfrm flipH="true" flipV="false">
                <a:off x="7820634" y="3800422"/>
                <a:ext cx="1494757" cy="162693"/>
              </a:xfrm>
              <a:custGeom>
                <a:avLst/>
                <a:gdLst>
                  <a:gd fmla="*/ 0 w 1373920" name="connsiteX0"/>
                  <a:gd fmla="*/ 0 h 149541" name="connsiteY0"/>
                  <a:gd fmla="*/ 1373920 w 1373920" name="connsiteX1"/>
                  <a:gd fmla="*/ 0 h 149541" name="connsiteY1"/>
                  <a:gd fmla="*/ 1373920 w 1373920" name="connsiteX2"/>
                  <a:gd fmla="*/ 149542 h 149541" name="connsiteY2"/>
                  <a:gd fmla="*/ 0 w 1373920" name="connsiteX3"/>
                  <a:gd fmla="*/ 149542 h 149541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149541" w="1373920">
                    <a:moveTo>
                      <a:pt x="0" y="0"/>
                    </a:moveTo>
                    <a:lnTo>
                      <a:pt x="1373920" y="0"/>
                    </a:lnTo>
                    <a:lnTo>
                      <a:pt x="1373920" y="149542"/>
                    </a:lnTo>
                    <a:lnTo>
                      <a:pt x="0" y="149542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eea4115-cf67-4412-9db4-d95d11101c14" id="215" name="任意多边形: 形状 214">
                <a:extLst>
                  <a:ext uri="{FF2B5EF4-FFF2-40B4-BE49-F238E27FC236}">
                    <a16:creationId id="{C37F5CA6-88B9-A4E2-B978-CDB91B9B7EB2}"/>
                  </a:ext>
                </a:extLst>
              </p:cNvPr>
              <p:cNvSpPr/>
              <p:nvPr/>
            </p:nvSpPr>
            <p:spPr>
              <a:xfrm flipH="true" flipV="false">
                <a:off x="7879443" y="5866806"/>
                <a:ext cx="1377172" cy="301774"/>
              </a:xfrm>
              <a:custGeom>
                <a:avLst/>
                <a:gdLst>
                  <a:gd fmla="*/ 0 w 1265840" name="connsiteX0"/>
                  <a:gd fmla="*/ 0 h 277379" name="connsiteY0"/>
                  <a:gd fmla="*/ 1265841 w 1265840" name="connsiteX1"/>
                  <a:gd fmla="*/ 0 h 277379" name="connsiteY1"/>
                  <a:gd fmla="*/ 1265841 w 1265840" name="connsiteX2"/>
                  <a:gd fmla="*/ 277379 h 277379" name="connsiteY2"/>
                  <a:gd fmla="*/ 0 w 1265840" name="connsiteX3"/>
                  <a:gd fmla="*/ 277379 h 277379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277379" w="1265840">
                    <a:moveTo>
                      <a:pt x="0" y="0"/>
                    </a:moveTo>
                    <a:lnTo>
                      <a:pt x="1265841" y="0"/>
                    </a:lnTo>
                    <a:lnTo>
                      <a:pt x="1265841" y="277379"/>
                    </a:lnTo>
                    <a:lnTo>
                      <a:pt x="0" y="277379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c4e603b-04bb-4e85-9054-ab9b9a0489f1" id="216" name="任意多边形: 形状 215">
                <a:extLst>
                  <a:ext uri="{FF2B5EF4-FFF2-40B4-BE49-F238E27FC236}">
                    <a16:creationId id="{9C80A5F3-A988-55C9-7C9C-1E1923AFF60E}"/>
                  </a:ext>
                </a:extLst>
              </p:cNvPr>
              <p:cNvSpPr/>
              <p:nvPr/>
            </p:nvSpPr>
            <p:spPr>
              <a:xfrm flipH="true" flipV="false">
                <a:off x="8121621" y="3153448"/>
                <a:ext cx="539302" cy="749040"/>
              </a:xfrm>
              <a:custGeom>
                <a:avLst/>
                <a:gdLst>
                  <a:gd fmla="*/ 494598 w 495704" name="connsiteX0"/>
                  <a:gd fmla="*/ 660699 h 688487" name="connsiteY0"/>
                  <a:gd fmla="*/ 383599 w 495704" name="connsiteX1"/>
                  <a:gd fmla="*/ 287892 h 688487" name="connsiteY1"/>
                  <a:gd fmla="*/ 358857 w 495704" name="connsiteX2"/>
                  <a:gd fmla="*/ 204761 h 688487" name="connsiteY2"/>
                  <a:gd fmla="*/ 342933 w 495704" name="connsiteX3"/>
                  <a:gd fmla="*/ 170523 h 688487" name="connsiteY3"/>
                  <a:gd fmla="*/ 269474 w 495704" name="connsiteX4"/>
                  <a:gd fmla="*/ 132865 h 688487" name="connsiteY4"/>
                  <a:gd fmla="*/ 250719 w 495704" name="connsiteX5"/>
                  <a:gd fmla="*/ 123251 h 688487" name="connsiteY5"/>
                  <a:gd fmla="*/ 213061 w 495704" name="connsiteX6"/>
                  <a:gd fmla="*/ 62326 h 688487" name="connsiteY6"/>
                  <a:gd fmla="*/ 81537 w 495704" name="connsiteX7"/>
                  <a:gd fmla="*/ 4615 h 688487" name="connsiteY7"/>
                  <a:gd fmla="*/ 4156 w 495704" name="connsiteX8"/>
                  <a:gd fmla="*/ 41831 h 688487" name="connsiteY8"/>
                  <a:gd fmla="*/ 37686 w 495704" name="connsiteX9"/>
                  <a:gd fmla="*/ 127734 h 688487" name="connsiteY9"/>
                  <a:gd fmla="*/ 169210 w 495704" name="connsiteX10"/>
                  <a:gd fmla="*/ 185445 h 688487" name="connsiteY10"/>
                  <a:gd fmla="*/ 237065 w 495704" name="connsiteX11"/>
                  <a:gd fmla="*/ 166011 h 688487" name="connsiteY11"/>
                  <a:gd fmla="*/ 241931 w 495704" name="connsiteX12"/>
                  <a:gd fmla="*/ 168489 h 688487" name="connsiteY12"/>
                  <a:gd fmla="*/ 316186 w 495704" name="connsiteX13"/>
                  <a:gd fmla="*/ 208535 h 688487" name="connsiteY13"/>
                  <a:gd fmla="*/ 322939 w 495704" name="connsiteX14"/>
                  <a:gd fmla="*/ 228706 h 688487" name="connsiteY14"/>
                  <a:gd fmla="*/ 348300 w 495704" name="connsiteX15"/>
                  <a:gd fmla="*/ 313931 h 688487" name="connsiteY15"/>
                  <a:gd fmla="*/ 455141 w 495704" name="connsiteX16"/>
                  <a:gd fmla="*/ 672790 h 688487" name="connsiteY16"/>
                  <a:gd fmla="*/ 494568 w 495704" name="connsiteX17"/>
                  <a:gd fmla="*/ 660729 h 688487" name="connsiteY17"/>
                  <a:gd fmla="*/ 315183 w 495704" name="connsiteX18"/>
                  <a:gd fmla="*/ 202107 h 688487" name="connsiteY18"/>
                  <a:gd fmla="*/ 315183 w 495704" name="connsiteX19"/>
                  <a:gd fmla="*/ 202107 h 688487" name="connsiteY19"/>
                  <a:gd fmla="*/ 315183 w 495704" name="connsiteX20"/>
                  <a:gd fmla="*/ 202107 h 688487" name="connsiteY20"/>
                  <a:gd fmla="*/ 317306 w 495704" name="connsiteX21"/>
                  <a:gd fmla="*/ 208860 h 688487" name="connsiteY21"/>
                  <a:gd fmla="*/ 321081 w 495704" name="connsiteX22"/>
                  <a:gd fmla="*/ 209066 h 688487" name="connsiteY22"/>
                  <a:gd fmla="*/ 317306 w 495704" name="connsiteX23"/>
                  <a:gd fmla="*/ 208860 h 688487" name="connsiteY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b="b" l="l" r="r" t="t"/>
                <a:pathLst>
                  <a:path h="688487" w="495704">
                    <a:moveTo>
                      <a:pt x="494598" y="660699"/>
                    </a:moveTo>
                    <a:cubicBezTo>
                      <a:pt x="457588" y="536430"/>
                      <a:pt x="420608" y="412161"/>
                      <a:pt x="383599" y="287892"/>
                    </a:cubicBezTo>
                    <a:cubicBezTo>
                      <a:pt x="375342" y="260172"/>
                      <a:pt x="367085" y="232481"/>
                      <a:pt x="358857" y="204761"/>
                    </a:cubicBezTo>
                    <a:cubicBezTo>
                      <a:pt x="354964" y="191697"/>
                      <a:pt x="352900" y="179488"/>
                      <a:pt x="342933" y="170523"/>
                    </a:cubicBezTo>
                    <a:cubicBezTo>
                      <a:pt x="324148" y="153596"/>
                      <a:pt x="291444" y="144101"/>
                      <a:pt x="269474" y="132865"/>
                    </a:cubicBezTo>
                    <a:cubicBezTo>
                      <a:pt x="263222" y="129651"/>
                      <a:pt x="256971" y="126436"/>
                      <a:pt x="250719" y="123251"/>
                    </a:cubicBezTo>
                    <a:cubicBezTo>
                      <a:pt x="250424" y="97153"/>
                      <a:pt x="236180" y="72470"/>
                      <a:pt x="213061" y="62326"/>
                    </a:cubicBezTo>
                    <a:lnTo>
                      <a:pt x="81537" y="4615"/>
                    </a:lnTo>
                    <a:cubicBezTo>
                      <a:pt x="51045" y="-8774"/>
                      <a:pt x="16218" y="7977"/>
                      <a:pt x="4156" y="41831"/>
                    </a:cubicBezTo>
                    <a:cubicBezTo>
                      <a:pt x="-7905" y="75685"/>
                      <a:pt x="7194" y="114346"/>
                      <a:pt x="37686" y="127734"/>
                    </a:cubicBezTo>
                    <a:lnTo>
                      <a:pt x="169210" y="185445"/>
                    </a:lnTo>
                    <a:cubicBezTo>
                      <a:pt x="193745" y="196209"/>
                      <a:pt x="221052" y="187450"/>
                      <a:pt x="237065" y="166011"/>
                    </a:cubicBezTo>
                    <a:cubicBezTo>
                      <a:pt x="238687" y="166837"/>
                      <a:pt x="240309" y="167663"/>
                      <a:pt x="241931" y="168489"/>
                    </a:cubicBezTo>
                    <a:cubicBezTo>
                      <a:pt x="246944" y="171054"/>
                      <a:pt x="299494" y="203021"/>
                      <a:pt x="316186" y="208535"/>
                    </a:cubicBezTo>
                    <a:cubicBezTo>
                      <a:pt x="317837" y="215347"/>
                      <a:pt x="321170" y="222749"/>
                      <a:pt x="322939" y="228706"/>
                    </a:cubicBezTo>
                    <a:cubicBezTo>
                      <a:pt x="331402" y="257105"/>
                      <a:pt x="339866" y="285533"/>
                      <a:pt x="348300" y="313931"/>
                    </a:cubicBezTo>
                    <a:cubicBezTo>
                      <a:pt x="383923" y="433541"/>
                      <a:pt x="419517" y="553151"/>
                      <a:pt x="455141" y="672790"/>
                    </a:cubicBezTo>
                    <a:cubicBezTo>
                      <a:pt x="463368" y="700392"/>
                      <a:pt x="502855" y="688567"/>
                      <a:pt x="494568" y="660729"/>
                    </a:cubicBezTo>
                    <a:close/>
                    <a:moveTo>
                      <a:pt x="315183" y="202107"/>
                    </a:moveTo>
                    <a:cubicBezTo>
                      <a:pt x="314534" y="197919"/>
                      <a:pt x="314770" y="195029"/>
                      <a:pt x="315183" y="202107"/>
                    </a:cubicBezTo>
                    <a:lnTo>
                      <a:pt x="315183" y="202107"/>
                    </a:lnTo>
                    <a:close/>
                    <a:moveTo>
                      <a:pt x="317306" y="208860"/>
                    </a:moveTo>
                    <a:cubicBezTo>
                      <a:pt x="319194" y="209391"/>
                      <a:pt x="320580" y="209568"/>
                      <a:pt x="321081" y="209066"/>
                    </a:cubicBezTo>
                    <a:cubicBezTo>
                      <a:pt x="319459" y="210629"/>
                      <a:pt x="318250" y="210187"/>
                      <a:pt x="317306" y="208860"/>
                    </a:cubicBez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76a6e21-223e-4cb5-98a1-f28cac05aa1f" id="222" name="任意多边形: 形状 221">
                <a:extLst>
                  <a:ext uri="{FF2B5EF4-FFF2-40B4-BE49-F238E27FC236}">
                    <a16:creationId id="{D6B44FCD-38D5-7F92-FC1B-177425D8C992}"/>
                  </a:ext>
                </a:extLst>
              </p:cNvPr>
              <p:cNvSpPr/>
              <p:nvPr/>
            </p:nvSpPr>
            <p:spPr>
              <a:xfrm flipH="true" flipV="false">
                <a:off x="10917178" y="5886697"/>
                <a:ext cx="725153" cy="279540"/>
              </a:xfrm>
              <a:custGeom>
                <a:avLst/>
                <a:gdLst>
                  <a:gd fmla="*/ 8059 w 666531" name="connsiteX0"/>
                  <a:gd fmla="*/ 89943 h 256942" name="connsiteY0"/>
                  <a:gd fmla="*/ 25074 w 666531" name="connsiteX1"/>
                  <a:gd fmla="*/ 256943 h 256942" name="connsiteY1"/>
                  <a:gd fmla="*/ 666532 w 666531" name="connsiteX2"/>
                  <a:gd fmla="*/ 256943 h 256942" name="connsiteY2"/>
                  <a:gd fmla="*/ 525572 w 666531" name="connsiteX3"/>
                  <a:gd fmla="*/ 11294 h 256942" name="connsiteY3"/>
                  <a:gd fmla="*/ 528845 w 666531" name="connsiteX4"/>
                  <a:gd fmla="*/ 0 h 256942" name="connsiteY4"/>
                  <a:gd fmla="*/ 33685 w 666531" name="connsiteX5"/>
                  <a:gd fmla="*/ 0 h 256942" name="connsiteY5"/>
                  <a:gd fmla="*/ 8059 w 666531" name="connsiteX6"/>
                  <a:gd fmla="*/ 89943 h 25694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256942" w="666531">
                    <a:moveTo>
                      <a:pt x="8059" y="89943"/>
                    </a:moveTo>
                    <a:cubicBezTo>
                      <a:pt x="-7512" y="145030"/>
                      <a:pt x="185" y="205218"/>
                      <a:pt x="25074" y="256943"/>
                    </a:cubicBezTo>
                    <a:lnTo>
                      <a:pt x="666532" y="256943"/>
                    </a:lnTo>
                    <a:cubicBezTo>
                      <a:pt x="666532" y="149247"/>
                      <a:pt x="609086" y="56119"/>
                      <a:pt x="525572" y="11294"/>
                    </a:cubicBezTo>
                    <a:cubicBezTo>
                      <a:pt x="526663" y="7520"/>
                      <a:pt x="527754" y="3775"/>
                      <a:pt x="528845" y="0"/>
                    </a:cubicBezTo>
                    <a:lnTo>
                      <a:pt x="33685" y="0"/>
                    </a:lnTo>
                    <a:cubicBezTo>
                      <a:pt x="25104" y="29962"/>
                      <a:pt x="16522" y="59952"/>
                      <a:pt x="8059" y="89943"/>
                    </a:cubicBezTo>
                    <a:close/>
                  </a:path>
                </a:pathLst>
              </a:custGeom>
              <a:solidFill>
                <a:srgbClr val="0070B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a775e99-954c-4305-9894-7d0135f5948f" id="223" name="任意多边形: 形状 222">
                <a:extLst>
                  <a:ext uri="{FF2B5EF4-FFF2-40B4-BE49-F238E27FC236}">
                    <a16:creationId id="{0571BBAD-4F2B-EE44-CD04-37F417425F06}"/>
                  </a:ext>
                </a:extLst>
              </p:cNvPr>
              <p:cNvSpPr/>
              <p:nvPr/>
            </p:nvSpPr>
            <p:spPr>
              <a:xfrm flipH="true" flipV="false">
                <a:off x="9356874" y="5866132"/>
                <a:ext cx="807406" cy="300138"/>
              </a:xfrm>
              <a:custGeom>
                <a:avLst/>
                <a:gdLst>
                  <a:gd fmla="*/ 518899 w 742135" name="connsiteX0"/>
                  <a:gd fmla="*/ 0 h 275875" name="connsiteY0"/>
                  <a:gd fmla="*/ 0 w 742135" name="connsiteX1"/>
                  <a:gd fmla="*/ 620 h 275875" name="connsiteY1"/>
                  <a:gd fmla="*/ 75582 w 742135" name="connsiteX2"/>
                  <a:gd fmla="*/ 275875 h 275875" name="connsiteY2"/>
                  <a:gd fmla="*/ 742135 w 742135" name="connsiteX3"/>
                  <a:gd fmla="*/ 275875 h 275875" name="connsiteY3"/>
                  <a:gd fmla="*/ 742135 w 742135" name="connsiteX4"/>
                  <a:gd fmla="*/ 238689 h 275875" name="connsiteY4"/>
                  <a:gd fmla="*/ 741604 w 742135" name="connsiteX5"/>
                  <a:gd fmla="*/ 242110 h 275875" name="connsiteY5"/>
                  <a:gd fmla="*/ 518869 w 742135" name="connsiteX6"/>
                  <a:gd fmla="*/ 30 h 275875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275875" w="742135">
                    <a:moveTo>
                      <a:pt x="518899" y="0"/>
                    </a:moveTo>
                    <a:lnTo>
                      <a:pt x="0" y="620"/>
                    </a:lnTo>
                    <a:cubicBezTo>
                      <a:pt x="23651" y="86228"/>
                      <a:pt x="52256" y="190149"/>
                      <a:pt x="75582" y="275875"/>
                    </a:cubicBezTo>
                    <a:lnTo>
                      <a:pt x="742135" y="275875"/>
                    </a:lnTo>
                    <a:lnTo>
                      <a:pt x="742135" y="238689"/>
                    </a:lnTo>
                    <a:cubicBezTo>
                      <a:pt x="741988" y="239839"/>
                      <a:pt x="741752" y="240960"/>
                      <a:pt x="741604" y="242110"/>
                    </a:cubicBezTo>
                    <a:cubicBezTo>
                      <a:pt x="729897" y="139132"/>
                      <a:pt x="656497" y="42082"/>
                      <a:pt x="518869" y="30"/>
                    </a:cubicBezTo>
                    <a:close/>
                  </a:path>
                </a:pathLst>
              </a:custGeom>
              <a:solidFill>
                <a:srgbClr val="0070B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2d5dbab-c0bb-49d2-a982-640b2746d286" id="224" name="任意多边形: 形状 223">
                <a:extLst>
                  <a:ext uri="{FF2B5EF4-FFF2-40B4-BE49-F238E27FC236}">
                    <a16:creationId id="{0CDC954D-C55D-47DD-69FB-ADFA97A48DE6}"/>
                  </a:ext>
                </a:extLst>
              </p:cNvPr>
              <p:cNvSpPr/>
              <p:nvPr/>
            </p:nvSpPr>
            <p:spPr>
              <a:xfrm flipH="true" flipV="false">
                <a:off x="9616925" y="3574747"/>
                <a:ext cx="1988725" cy="2311951"/>
              </a:xfrm>
              <a:custGeom>
                <a:avLst/>
                <a:gdLst>
                  <a:gd fmla="*/ 1819036 w 1827955" name="connsiteX0"/>
                  <a:gd fmla="*/ 2107978 h 2125052" name="connsiteY0"/>
                  <a:gd fmla="*/ 1413348 w 1827955" name="connsiteX1"/>
                  <a:gd fmla="*/ 649246 h 2125052" name="connsiteY1"/>
                  <a:gd fmla="*/ 1354811 w 1827955" name="connsiteX2"/>
                  <a:gd fmla="*/ 438837 h 2125052" name="connsiteY2"/>
                  <a:gd fmla="*/ 1242721 w 1827955" name="connsiteX3"/>
                  <a:gd fmla="*/ 180272 h 2125052" name="connsiteY3"/>
                  <a:gd fmla="*/ 893594 w 1827955" name="connsiteX4"/>
                  <a:gd fmla="*/ 2716 h 2125052" name="connsiteY4"/>
                  <a:gd fmla="*/ 598344 w 1827955" name="connsiteX5"/>
                  <a:gd fmla="*/ 229078 h 2125052" name="connsiteY5"/>
                  <a:gd fmla="*/ 426597 w 1827955" name="connsiteX6"/>
                  <a:gd fmla="*/ 704362 h 2125052" name="connsiteY6"/>
                  <a:gd fmla="*/ 286255 w 1827955" name="connsiteX7"/>
                  <a:gd fmla="*/ 1164399 h 2125052" name="connsiteY7"/>
                  <a:gd fmla="*/ 0 w 1827955" name="connsiteX8"/>
                  <a:gd fmla="*/ 2125052 h 2125052" name="connsiteY8"/>
                  <a:gd fmla="*/ 495130 w 1827955" name="connsiteX9"/>
                  <a:gd fmla="*/ 2125052 h 2125052" name="connsiteY9"/>
                  <a:gd fmla="*/ 929689 w 1827955" name="connsiteX10"/>
                  <a:gd fmla="*/ 684014 h 2125052" name="connsiteY10"/>
                  <a:gd fmla="*/ 955227 w 1827955" name="connsiteX11"/>
                  <a:gd fmla="*/ 778380 h 2125052" name="connsiteY11"/>
                  <a:gd fmla="*/ 1173214 w 1827955" name="connsiteX12"/>
                  <a:gd fmla="*/ 1562774 h 2125052" name="connsiteY12"/>
                  <a:gd fmla="*/ 1324879 w 1827955" name="connsiteX13"/>
                  <a:gd fmla="*/ 2106739 h 2125052" name="connsiteY13"/>
                  <a:gd fmla="*/ 1819066 w 1827955" name="connsiteX14"/>
                  <a:gd fmla="*/ 2107948 h 2125052" name="connsiteY14"/>
                  <a:gd fmla="*/ 1819066 w 1827955" name="connsiteX15"/>
                  <a:gd fmla="*/ 2107948 h 2125052" name="connsiteY15"/>
                  <a:gd fmla="*/ 1027211 w 1827955" name="connsiteX16"/>
                  <a:gd fmla="*/ 443673 h 2125052" name="connsiteY16"/>
                  <a:gd fmla="*/ 1034554 w 1827955" name="connsiteX17"/>
                  <a:gd fmla="*/ 434886 h 2125052" name="connsiteY17"/>
                  <a:gd fmla="*/ 1027211 w 1827955" name="connsiteX18"/>
                  <a:gd fmla="*/ 443673 h 2125052" name="connsiteY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b="b" l="l" r="r" t="t"/>
                <a:pathLst>
                  <a:path h="2125052" w="1827955">
                    <a:moveTo>
                      <a:pt x="1819036" y="2107978"/>
                    </a:moveTo>
                    <a:cubicBezTo>
                      <a:pt x="1685360" y="1621311"/>
                      <a:pt x="1546523" y="1136060"/>
                      <a:pt x="1413348" y="649246"/>
                    </a:cubicBezTo>
                    <a:cubicBezTo>
                      <a:pt x="1394150" y="579060"/>
                      <a:pt x="1376250" y="508374"/>
                      <a:pt x="1354811" y="438837"/>
                    </a:cubicBezTo>
                    <a:cubicBezTo>
                      <a:pt x="1327563" y="350457"/>
                      <a:pt x="1296363" y="256267"/>
                      <a:pt x="1242721" y="180272"/>
                    </a:cubicBezTo>
                    <a:cubicBezTo>
                      <a:pt x="1161359" y="64968"/>
                      <a:pt x="1039715" y="-16099"/>
                      <a:pt x="893594" y="2716"/>
                    </a:cubicBezTo>
                    <a:cubicBezTo>
                      <a:pt x="759328" y="20026"/>
                      <a:pt x="664754" y="117194"/>
                      <a:pt x="598344" y="229078"/>
                    </a:cubicBezTo>
                    <a:cubicBezTo>
                      <a:pt x="512942" y="372957"/>
                      <a:pt x="474930" y="545531"/>
                      <a:pt x="426597" y="704362"/>
                    </a:cubicBezTo>
                    <a:cubicBezTo>
                      <a:pt x="379914" y="857737"/>
                      <a:pt x="332997" y="1011053"/>
                      <a:pt x="286255" y="1164399"/>
                    </a:cubicBezTo>
                    <a:cubicBezTo>
                      <a:pt x="188851" y="1484007"/>
                      <a:pt x="91860" y="1803793"/>
                      <a:pt x="0" y="2125052"/>
                    </a:cubicBezTo>
                    <a:lnTo>
                      <a:pt x="495130" y="2125052"/>
                    </a:lnTo>
                    <a:cubicBezTo>
                      <a:pt x="634085" y="1643045"/>
                      <a:pt x="781091" y="1163072"/>
                      <a:pt x="929689" y="684014"/>
                    </a:cubicBezTo>
                    <a:cubicBezTo>
                      <a:pt x="938212" y="715479"/>
                      <a:pt x="946616" y="746974"/>
                      <a:pt x="955227" y="778380"/>
                    </a:cubicBezTo>
                    <a:cubicBezTo>
                      <a:pt x="1026857" y="1040130"/>
                      <a:pt x="1100139" y="1301437"/>
                      <a:pt x="1173214" y="1562774"/>
                    </a:cubicBezTo>
                    <a:cubicBezTo>
                      <a:pt x="1225617" y="1750151"/>
                      <a:pt x="1273036" y="1919215"/>
                      <a:pt x="1324879" y="2106739"/>
                    </a:cubicBezTo>
                    <a:lnTo>
                      <a:pt x="1819066" y="2107948"/>
                    </a:lnTo>
                    <a:cubicBezTo>
                      <a:pt x="1792790" y="2097421"/>
                      <a:pt x="1848614" y="2108450"/>
                      <a:pt x="1819066" y="2107948"/>
                    </a:cubicBezTo>
                    <a:close/>
                    <a:moveTo>
                      <a:pt x="1027211" y="443673"/>
                    </a:moveTo>
                    <a:cubicBezTo>
                      <a:pt x="1030573" y="440459"/>
                      <a:pt x="1033876" y="436950"/>
                      <a:pt x="1034554" y="434886"/>
                    </a:cubicBezTo>
                    <a:cubicBezTo>
                      <a:pt x="1033640" y="437716"/>
                      <a:pt x="1030927" y="440695"/>
                      <a:pt x="1027211" y="443673"/>
                    </a:cubicBezTo>
                    <a:close/>
                  </a:path>
                </a:pathLst>
              </a:custGeom>
              <a:solidFill>
                <a:srgbClr val="00153B"/>
              </a:solidFill>
              <a:ln cap="flat" w="2949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ea7f8d3-70dc-4e77-a708-854b5eee35f8" id="225" name="任意多边形: 形状 224">
                <a:extLst>
                  <a:ext uri="{FF2B5EF4-FFF2-40B4-BE49-F238E27FC236}">
                    <a16:creationId id="{C09F0D10-6B6B-6079-6148-BD4D6C70C8E1}"/>
                  </a:ext>
                </a:extLst>
              </p:cNvPr>
              <p:cNvSpPr/>
              <p:nvPr/>
            </p:nvSpPr>
            <p:spPr>
              <a:xfrm flipH="true" flipV="false">
                <a:off x="10143234" y="3049002"/>
                <a:ext cx="923483" cy="923098"/>
              </a:xfrm>
              <a:custGeom>
                <a:avLst/>
                <a:gdLst>
                  <a:gd fmla="*/ 528571 w 848828" name="connsiteX0"/>
                  <a:gd fmla="*/ 844553 h 848475" name="connsiteY0"/>
                  <a:gd fmla="*/ 526271 w 848828" name="connsiteX1"/>
                  <a:gd fmla="*/ 848475 h 848475" name="connsiteY1"/>
                  <a:gd fmla="*/ 848829 w 848828" name="connsiteX2"/>
                  <a:gd fmla="*/ 848475 h 848475" name="connsiteY2"/>
                  <a:gd fmla="*/ 671744 w 848828" name="connsiteX3"/>
                  <a:gd fmla="*/ 394660 h 848475" name="connsiteY3"/>
                  <a:gd fmla="*/ 368974 w 848828" name="connsiteX4"/>
                  <a:gd fmla="*/ 856 h 848475" name="connsiteY4"/>
                  <a:gd fmla="*/ 92361 w 848828" name="connsiteX5"/>
                  <a:gd fmla="*/ 638745 h 848475" name="connsiteY5"/>
                  <a:gd fmla="*/ 0 w 848828" name="connsiteX6"/>
                  <a:gd fmla="*/ 848475 h 848475" name="connsiteY6"/>
                  <a:gd fmla="*/ 525947 w 848828" name="connsiteX7"/>
                  <a:gd fmla="*/ 848475 h 848475" name="connsiteY7"/>
                  <a:gd fmla="*/ 528571 w 848828" name="connsiteX8"/>
                  <a:gd fmla="*/ 844553 h 848475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848475" w="848828">
                    <a:moveTo>
                      <a:pt x="528571" y="844553"/>
                    </a:moveTo>
                    <a:cubicBezTo>
                      <a:pt x="528159" y="845821"/>
                      <a:pt x="527333" y="847148"/>
                      <a:pt x="526271" y="848475"/>
                    </a:cubicBezTo>
                    <a:lnTo>
                      <a:pt x="848829" y="848475"/>
                    </a:lnTo>
                    <a:cubicBezTo>
                      <a:pt x="821580" y="760125"/>
                      <a:pt x="725385" y="470655"/>
                      <a:pt x="671744" y="394660"/>
                    </a:cubicBezTo>
                    <a:cubicBezTo>
                      <a:pt x="590382" y="279356"/>
                      <a:pt x="515065" y="-17988"/>
                      <a:pt x="368974" y="856"/>
                    </a:cubicBezTo>
                    <a:cubicBezTo>
                      <a:pt x="234708" y="18166"/>
                      <a:pt x="158801" y="526862"/>
                      <a:pt x="92361" y="638745"/>
                    </a:cubicBezTo>
                    <a:cubicBezTo>
                      <a:pt x="53583" y="704065"/>
                      <a:pt x="24624" y="775312"/>
                      <a:pt x="0" y="848475"/>
                    </a:cubicBezTo>
                    <a:lnTo>
                      <a:pt x="525947" y="848475"/>
                    </a:lnTo>
                    <a:cubicBezTo>
                      <a:pt x="527274" y="846942"/>
                      <a:pt x="528247" y="845585"/>
                      <a:pt x="528571" y="844553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d588126-f2d1-48aa-8f39-cd922a2dad04" id="226" name="任意多边形: 形状 225">
                <a:extLst>
                  <a:ext uri="{FF2B5EF4-FFF2-40B4-BE49-F238E27FC236}">
                    <a16:creationId id="{0A0C640A-2D21-7ECD-D63E-9AD8788E46D5}"/>
                  </a:ext>
                </a:extLst>
              </p:cNvPr>
              <p:cNvSpPr/>
              <p:nvPr/>
            </p:nvSpPr>
            <p:spPr>
              <a:xfrm flipH="true" rot="4271999" flipV="false">
                <a:off x="10650357" y="2507474"/>
                <a:ext cx="430365" cy="430365"/>
              </a:xfrm>
              <a:custGeom>
                <a:avLst/>
                <a:gdLst>
                  <a:gd fmla="*/ 395573 w 395573" name="connsiteX0"/>
                  <a:gd fmla="*/ 197787 h 395573" name="connsiteY0"/>
                  <a:gd fmla="*/ 197787 w 395573" name="connsiteX1"/>
                  <a:gd fmla="*/ 395573 h 395573" name="connsiteY1"/>
                  <a:gd fmla="*/ 0 w 395573" name="connsiteX2"/>
                  <a:gd fmla="*/ 197787 h 395573" name="connsiteY2"/>
                  <a:gd fmla="*/ 197787 w 395573" name="connsiteX3"/>
                  <a:gd fmla="*/ 0 h 395573" name="connsiteY3"/>
                  <a:gd fmla="*/ 395573 w 395573" name="connsiteX4"/>
                  <a:gd fmla="*/ 197787 h 395573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395573" w="395573">
                    <a:moveTo>
                      <a:pt x="395573" y="197787"/>
                    </a:moveTo>
                    <a:cubicBezTo>
                      <a:pt x="395573" y="307021"/>
                      <a:pt x="307021" y="395573"/>
                      <a:pt x="197787" y="395573"/>
                    </a:cubicBezTo>
                    <a:cubicBezTo>
                      <a:pt x="88552" y="395573"/>
                      <a:pt x="0" y="307021"/>
                      <a:pt x="0" y="197787"/>
                    </a:cubicBezTo>
                    <a:cubicBezTo>
                      <a:pt x="0" y="88552"/>
                      <a:pt x="88552" y="0"/>
                      <a:pt x="197787" y="0"/>
                    </a:cubicBezTo>
                    <a:cubicBezTo>
                      <a:pt x="307021" y="0"/>
                      <a:pt x="395573" y="88552"/>
                      <a:pt x="395573" y="197787"/>
                    </a:cubicBez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7d4fe2c-e217-490c-bcf6-e19305e62cad" id="227" name="任意多边形: 形状 226">
                <a:extLst>
                  <a:ext uri="{FF2B5EF4-FFF2-40B4-BE49-F238E27FC236}">
                    <a16:creationId id="{EC1820CD-D55D-5590-C996-220F190C2E6D}"/>
                  </a:ext>
                </a:extLst>
              </p:cNvPr>
              <p:cNvSpPr/>
              <p:nvPr/>
            </p:nvSpPr>
            <p:spPr>
              <a:xfrm flipH="true" flipV="false">
                <a:off x="10534940" y="2593679"/>
                <a:ext cx="461017" cy="708706"/>
              </a:xfrm>
              <a:custGeom>
                <a:avLst/>
                <a:gdLst>
                  <a:gd fmla="*/ 62060 w 423748" name="connsiteX0"/>
                  <a:gd fmla="*/ 459800 h 651414" name="connsiteY0"/>
                  <a:gd fmla="*/ 93525 w 423748" name="connsiteX1"/>
                  <a:gd fmla="*/ 233615 h 651414" name="connsiteY1"/>
                  <a:gd fmla="*/ 30506 w 423748" name="connsiteX2"/>
                  <a:gd fmla="*/ 227924 h 651414" name="connsiteY2"/>
                  <a:gd fmla="*/ 10984 w 423748" name="connsiteX3"/>
                  <a:gd fmla="*/ 134707 h 651414" name="connsiteY3"/>
                  <a:gd fmla="*/ 104200 w 423748" name="connsiteX4"/>
                  <a:gd fmla="*/ 115185 h 651414" name="connsiteY4"/>
                  <a:gd fmla="*/ 109479 w 423748" name="connsiteX5"/>
                  <a:gd fmla="*/ 119019 h 651414" name="connsiteY5"/>
                  <a:gd fmla="*/ 123044 w 423748" name="connsiteX6"/>
                  <a:gd fmla="*/ 21437 h 651414" name="connsiteY6"/>
                  <a:gd fmla="*/ 147137 w 423748" name="connsiteX7"/>
                  <a:gd fmla="*/ 58 h 651414" name="connsiteY7"/>
                  <a:gd fmla="*/ 423071 w 423748" name="connsiteX8"/>
                  <a:gd fmla="*/ 197313 h 651414" name="connsiteY8"/>
                  <a:gd fmla="*/ 403048 w 423748" name="connsiteX9"/>
                  <a:gd fmla="*/ 227629 h 651414" name="connsiteY9"/>
                  <a:gd fmla="*/ 330209 w 423748" name="connsiteX10"/>
                  <a:gd fmla="*/ 239837 h 651414" name="connsiteY10"/>
                  <a:gd fmla="*/ 387153 w 423748" name="connsiteX11"/>
                  <a:gd fmla="*/ 437506 h 651414" name="connsiteY11"/>
                  <a:gd fmla="*/ 308386 w 423748" name="connsiteX12"/>
                  <a:gd fmla="*/ 629896 h 651414" name="connsiteY12"/>
                  <a:gd fmla="*/ 298625 w 423748" name="connsiteX13"/>
                  <a:gd fmla="*/ 634880 h 651414" name="connsiteY13"/>
                  <a:gd fmla="*/ 62089 w 423748" name="connsiteX14"/>
                  <a:gd fmla="*/ 459741 h 651414" name="connsiteY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b="b" l="l" r="r" t="t"/>
                <a:pathLst>
                  <a:path h="651414" w="423748">
                    <a:moveTo>
                      <a:pt x="62060" y="459800"/>
                    </a:moveTo>
                    <a:lnTo>
                      <a:pt x="93525" y="233615"/>
                    </a:lnTo>
                    <a:cubicBezTo>
                      <a:pt x="73590" y="241990"/>
                      <a:pt x="49969" y="240663"/>
                      <a:pt x="30506" y="227924"/>
                    </a:cubicBezTo>
                    <a:cubicBezTo>
                      <a:pt x="-635" y="207576"/>
                      <a:pt x="-9364" y="165848"/>
                      <a:pt x="10984" y="134707"/>
                    </a:cubicBezTo>
                    <a:cubicBezTo>
                      <a:pt x="31332" y="103566"/>
                      <a:pt x="73059" y="94837"/>
                      <a:pt x="104200" y="115185"/>
                    </a:cubicBezTo>
                    <a:cubicBezTo>
                      <a:pt x="106029" y="116394"/>
                      <a:pt x="107798" y="117692"/>
                      <a:pt x="109479" y="119019"/>
                    </a:cubicBezTo>
                    <a:lnTo>
                      <a:pt x="123044" y="21437"/>
                    </a:lnTo>
                    <a:cubicBezTo>
                      <a:pt x="124725" y="9347"/>
                      <a:pt x="134928" y="293"/>
                      <a:pt x="147137" y="58"/>
                    </a:cubicBezTo>
                    <a:cubicBezTo>
                      <a:pt x="207738" y="-1063"/>
                      <a:pt x="379574" y="12443"/>
                      <a:pt x="423071" y="197313"/>
                    </a:cubicBezTo>
                    <a:cubicBezTo>
                      <a:pt x="426374" y="211321"/>
                      <a:pt x="417262" y="225270"/>
                      <a:pt x="403048" y="227629"/>
                    </a:cubicBezTo>
                    <a:lnTo>
                      <a:pt x="330209" y="239837"/>
                    </a:lnTo>
                    <a:lnTo>
                      <a:pt x="387153" y="437506"/>
                    </a:lnTo>
                    <a:cubicBezTo>
                      <a:pt x="408651" y="512144"/>
                      <a:pt x="376714" y="593005"/>
                      <a:pt x="308386" y="629896"/>
                    </a:cubicBezTo>
                    <a:cubicBezTo>
                      <a:pt x="305201" y="631607"/>
                      <a:pt x="301958" y="633288"/>
                      <a:pt x="298625" y="634880"/>
                    </a:cubicBezTo>
                    <a:cubicBezTo>
                      <a:pt x="179104" y="692503"/>
                      <a:pt x="43806" y="591177"/>
                      <a:pt x="62089" y="459741"/>
                    </a:cubicBezTo>
                    <a:close/>
                  </a:path>
                </a:pathLst>
              </a:custGeom>
              <a:solidFill>
                <a:srgbClr val="FF669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4c47d4f-5e04-4b7c-84b1-c4d8e1aa071d" id="228" name="任意多边形: 形状 227">
                <a:extLst>
                  <a:ext uri="{FF2B5EF4-FFF2-40B4-BE49-F238E27FC236}">
                    <a16:creationId id="{2BCF83EF-21C9-82A4-EA5D-D9DD3350514F}"/>
                  </a:ext>
                </a:extLst>
              </p:cNvPr>
              <p:cNvSpPr/>
              <p:nvPr/>
            </p:nvSpPr>
            <p:spPr>
              <a:xfrm flipH="true" flipV="false">
                <a:off x="10489476" y="3475934"/>
                <a:ext cx="2598" cy="6191"/>
              </a:xfrm>
              <a:custGeom>
                <a:avLst/>
                <a:gdLst>
                  <a:gd fmla="*/ 2389 w 2388" name="connsiteX0"/>
                  <a:gd fmla="*/ 5691 h 5691" name="connsiteY0"/>
                  <a:gd fmla="*/ 0 w 2388" name="connsiteX1"/>
                  <a:gd fmla="*/ 0 h 5691" name="connsiteY1"/>
                  <a:gd fmla="*/ 2271 w 2388" name="connsiteX2"/>
                  <a:gd fmla="*/ 5544 h 5691" name="connsiteY2"/>
                  <a:gd fmla="*/ 2389 w 2388" name="connsiteX3"/>
                  <a:gd fmla="*/ 5691 h 5691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5691" w="2388">
                    <a:moveTo>
                      <a:pt x="2389" y="5691"/>
                    </a:moveTo>
                    <a:cubicBezTo>
                      <a:pt x="1710" y="3686"/>
                      <a:pt x="885" y="1769"/>
                      <a:pt x="0" y="0"/>
                    </a:cubicBezTo>
                    <a:cubicBezTo>
                      <a:pt x="914" y="1858"/>
                      <a:pt x="1622" y="3716"/>
                      <a:pt x="2271" y="5544"/>
                    </a:cubicBezTo>
                    <a:cubicBezTo>
                      <a:pt x="2300" y="5603"/>
                      <a:pt x="2359" y="5632"/>
                      <a:pt x="2389" y="5691"/>
                    </a:cubicBezTo>
                    <a:close/>
                  </a:path>
                </a:pathLst>
              </a:custGeom>
              <a:solidFill>
                <a:srgbClr val="FF669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53a158f-401a-4f75-80ea-7cef99e36bc9" id="229" name="任意多边形: 形状 228">
                <a:extLst>
                  <a:ext uri="{FF2B5EF4-FFF2-40B4-BE49-F238E27FC236}">
                    <a16:creationId id="{A259CB65-5287-643B-F41B-280A446B6099}"/>
                  </a:ext>
                </a:extLst>
              </p:cNvPr>
              <p:cNvSpPr/>
              <p:nvPr/>
            </p:nvSpPr>
            <p:spPr>
              <a:xfrm flipH="true" flipV="false">
                <a:off x="10335925" y="3476832"/>
                <a:ext cx="4010" cy="1508"/>
              </a:xfrm>
              <a:custGeom>
                <a:avLst/>
                <a:gdLst>
                  <a:gd fmla="*/ 3686 w 3686" name="connsiteX0"/>
                  <a:gd fmla="*/ 1386 h 1386" name="connsiteY0"/>
                  <a:gd fmla="*/ 0 w 3686" name="connsiteX1"/>
                  <a:gd fmla="*/ 0 h 1386" name="connsiteY1"/>
                  <a:gd fmla="*/ 265 w 3686" name="connsiteX2"/>
                  <a:gd fmla="*/ 236 h 1386" name="connsiteY2"/>
                  <a:gd fmla="*/ 3686 w 3686" name="connsiteX3"/>
                  <a:gd fmla="*/ 1386 h 1386" name="connsiteY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b="b" l="l" r="r" t="t"/>
                <a:pathLst>
                  <a:path h="1386" w="3686">
                    <a:moveTo>
                      <a:pt x="3686" y="1386"/>
                    </a:moveTo>
                    <a:cubicBezTo>
                      <a:pt x="2507" y="855"/>
                      <a:pt x="1268" y="383"/>
                      <a:pt x="0" y="0"/>
                    </a:cubicBezTo>
                    <a:cubicBezTo>
                      <a:pt x="88" y="89"/>
                      <a:pt x="177" y="147"/>
                      <a:pt x="265" y="236"/>
                    </a:cubicBezTo>
                    <a:cubicBezTo>
                      <a:pt x="1386" y="590"/>
                      <a:pt x="2507" y="885"/>
                      <a:pt x="3686" y="1386"/>
                    </a:cubicBezTo>
                    <a:close/>
                  </a:path>
                </a:pathLst>
              </a:custGeom>
              <a:solidFill>
                <a:srgbClr val="FF669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5f10873-e182-4b8f-a556-ba400061b116" id="230" name="任意多边形: 形状 229">
                <a:extLst>
                  <a:ext uri="{FF2B5EF4-FFF2-40B4-BE49-F238E27FC236}">
                    <a16:creationId id="{4EAC30F2-98F4-7B63-05BD-1012EDB8D224}"/>
                  </a:ext>
                </a:extLst>
              </p:cNvPr>
              <p:cNvSpPr/>
              <p:nvPr/>
            </p:nvSpPr>
            <p:spPr>
              <a:xfrm flipH="true" flipV="false">
                <a:off x="11037502" y="5863708"/>
                <a:ext cx="315479" cy="97026"/>
              </a:xfrm>
              <a:custGeom>
                <a:avLst/>
                <a:gdLst>
                  <a:gd fmla="*/ 283175 w 289975" name="connsiteX0"/>
                  <a:gd fmla="*/ 27030 h 89183" name="connsiteY0"/>
                  <a:gd fmla="*/ 4174 w 289975" name="connsiteX1"/>
                  <a:gd fmla="*/ 66399 h 89183" name="connsiteY1"/>
                  <a:gd fmla="*/ 23224 w 289975" name="connsiteX2"/>
                  <a:gd fmla="*/ 85449 h 89183" name="connsiteY2"/>
                  <a:gd fmla="*/ 269580 w 289975" name="connsiteX3"/>
                  <a:gd fmla="*/ 50297 h 89183" name="connsiteY3"/>
                  <a:gd fmla="*/ 283175 w 289975" name="connsiteX4"/>
                  <a:gd fmla="*/ 27060 h 89183" name="connsiteY4"/>
                  <a:gd fmla="*/ 283175 w 289975" name="connsiteX5"/>
                  <a:gd fmla="*/ 27060 h 89183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89183" w="289975">
                    <a:moveTo>
                      <a:pt x="283175" y="27030"/>
                    </a:moveTo>
                    <a:cubicBezTo>
                      <a:pt x="190578" y="-20124"/>
                      <a:pt x="80080" y="-4701"/>
                      <a:pt x="4174" y="66399"/>
                    </a:cubicBezTo>
                    <a:cubicBezTo>
                      <a:pt x="-8506" y="78283"/>
                      <a:pt x="10573" y="97274"/>
                      <a:pt x="23224" y="85449"/>
                    </a:cubicBezTo>
                    <a:cubicBezTo>
                      <a:pt x="89900" y="22990"/>
                      <a:pt x="188130" y="8835"/>
                      <a:pt x="269580" y="50297"/>
                    </a:cubicBezTo>
                    <a:cubicBezTo>
                      <a:pt x="285004" y="58142"/>
                      <a:pt x="298628" y="34933"/>
                      <a:pt x="283175" y="27060"/>
                    </a:cubicBezTo>
                    <a:lnTo>
                      <a:pt x="283175" y="27060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d2e492e-dcc2-434a-a705-8d1f6be96b34" id="231" name="任意多边形: 形状 230">
                <a:extLst>
                  <a:ext uri="{FF2B5EF4-FFF2-40B4-BE49-F238E27FC236}">
                    <a16:creationId id="{517C47A8-88A1-43C7-9A55-8C8EDE549295}"/>
                  </a:ext>
                </a:extLst>
              </p:cNvPr>
              <p:cNvSpPr/>
              <p:nvPr/>
            </p:nvSpPr>
            <p:spPr>
              <a:xfrm flipH="true" flipV="false">
                <a:off x="9932383" y="6076577"/>
                <a:ext cx="29293" cy="88718"/>
              </a:xfrm>
              <a:custGeom>
                <a:avLst/>
                <a:gdLst>
                  <a:gd fmla="*/ 26924 w 26924" name="connsiteX0"/>
                  <a:gd fmla="*/ 68553 h 81546" name="connsiteY0"/>
                  <a:gd fmla="*/ 26924 w 26924" name="connsiteX1"/>
                  <a:gd fmla="*/ 12994 h 81546" name="connsiteY1"/>
                  <a:gd fmla="*/ 0 w 26924" name="connsiteX2"/>
                  <a:gd fmla="*/ 12994 h 81546" name="connsiteY2"/>
                  <a:gd fmla="*/ 0 w 26924" name="connsiteX3"/>
                  <a:gd fmla="*/ 68553 h 81546" name="connsiteY3"/>
                  <a:gd fmla="*/ 26924 w 26924" name="connsiteX4"/>
                  <a:gd fmla="*/ 68553 h 81546" name="connsiteY4"/>
                  <a:gd fmla="*/ 26924 w 26924" name="connsiteX5"/>
                  <a:gd fmla="*/ 68553 h 81546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81546" w="26924">
                    <a:moveTo>
                      <a:pt x="26924" y="68553"/>
                    </a:moveTo>
                    <a:lnTo>
                      <a:pt x="26924" y="12994"/>
                    </a:lnTo>
                    <a:cubicBezTo>
                      <a:pt x="26924" y="-4317"/>
                      <a:pt x="0" y="-4346"/>
                      <a:pt x="0" y="12994"/>
                    </a:cubicBezTo>
                    <a:lnTo>
                      <a:pt x="0" y="68553"/>
                    </a:lnTo>
                    <a:cubicBezTo>
                      <a:pt x="0" y="85863"/>
                      <a:pt x="26924" y="85892"/>
                      <a:pt x="26924" y="68553"/>
                    </a:cubicBezTo>
                    <a:lnTo>
                      <a:pt x="26924" y="68553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f741fa7-da96-4869-aba6-f0d44229f359" id="232" name="任意多边形: 形状 231">
                <a:extLst>
                  <a:ext uri="{FF2B5EF4-FFF2-40B4-BE49-F238E27FC236}">
                    <a16:creationId id="{A5761AE6-22A4-F3DE-924F-93FDDA6B865D}"/>
                  </a:ext>
                </a:extLst>
              </p:cNvPr>
              <p:cNvSpPr/>
              <p:nvPr/>
            </p:nvSpPr>
            <p:spPr>
              <a:xfrm flipH="true" flipV="false">
                <a:off x="11503403" y="6076577"/>
                <a:ext cx="29291" cy="88718"/>
              </a:xfrm>
              <a:custGeom>
                <a:avLst/>
                <a:gdLst>
                  <a:gd fmla="*/ 26924 w 26923" name="connsiteX0"/>
                  <a:gd fmla="*/ 68553 h 81546" name="connsiteY0"/>
                  <a:gd fmla="*/ 26924 w 26923" name="connsiteX1"/>
                  <a:gd fmla="*/ 12994 h 81546" name="connsiteY1"/>
                  <a:gd fmla="*/ 0 w 26923" name="connsiteX2"/>
                  <a:gd fmla="*/ 12994 h 81546" name="connsiteY2"/>
                  <a:gd fmla="*/ 0 w 26923" name="connsiteX3"/>
                  <a:gd fmla="*/ 68553 h 81546" name="connsiteY3"/>
                  <a:gd fmla="*/ 26924 w 26923" name="connsiteX4"/>
                  <a:gd fmla="*/ 68553 h 81546" name="connsiteY4"/>
                  <a:gd fmla="*/ 26924 w 26923" name="connsiteX5"/>
                  <a:gd fmla="*/ 68553 h 81546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81546" w="26923">
                    <a:moveTo>
                      <a:pt x="26924" y="68553"/>
                    </a:moveTo>
                    <a:lnTo>
                      <a:pt x="26924" y="12994"/>
                    </a:lnTo>
                    <a:cubicBezTo>
                      <a:pt x="26924" y="-4317"/>
                      <a:pt x="0" y="-4346"/>
                      <a:pt x="0" y="12994"/>
                    </a:cubicBezTo>
                    <a:lnTo>
                      <a:pt x="0" y="68553"/>
                    </a:lnTo>
                    <a:cubicBezTo>
                      <a:pt x="0" y="85863"/>
                      <a:pt x="26924" y="85892"/>
                      <a:pt x="26924" y="68553"/>
                    </a:cubicBezTo>
                    <a:lnTo>
                      <a:pt x="26924" y="68553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8c374d3-900b-4881-be3e-d042767a05a9" id="233" name="任意多边形: 形状 232">
                <a:extLst>
                  <a:ext uri="{FF2B5EF4-FFF2-40B4-BE49-F238E27FC236}">
                    <a16:creationId id="{CC662326-DECE-988F-4203-D6E77FB421A9}"/>
                  </a:ext>
                </a:extLst>
              </p:cNvPr>
              <p:cNvSpPr/>
              <p:nvPr/>
            </p:nvSpPr>
            <p:spPr>
              <a:xfrm flipH="true" flipV="false">
                <a:off x="9585772" y="5850615"/>
                <a:ext cx="220110" cy="163060"/>
              </a:xfrm>
              <a:custGeom>
                <a:avLst/>
                <a:gdLst>
                  <a:gd fmla="*/ 189474 w 202316" name="connsiteX0"/>
                  <a:gd fmla="*/ 816 h 149877" name="connsiteY0"/>
                  <a:gd fmla="*/ 505 w 202316" name="connsiteX1"/>
                  <a:gd fmla="*/ 133165 h 149877" name="connsiteY1"/>
                  <a:gd fmla="*/ 26456 w 202316" name="connsiteX2"/>
                  <a:gd fmla="*/ 140331 h 149877" name="connsiteY2"/>
                  <a:gd fmla="*/ 189445 w 202316" name="connsiteX3"/>
                  <a:gd fmla="*/ 27740 h 149877" name="connsiteY3"/>
                  <a:gd fmla="*/ 189445 w 202316" name="connsiteX4"/>
                  <a:gd fmla="*/ 816 h 149877" name="connsiteY4"/>
                  <a:gd fmla="*/ 189445 w 202316" name="connsiteX5"/>
                  <a:gd fmla="*/ 816 h 149877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49877" w="202316">
                    <a:moveTo>
                      <a:pt x="189474" y="816"/>
                    </a:moveTo>
                    <a:cubicBezTo>
                      <a:pt x="103306" y="-7589"/>
                      <a:pt x="22475" y="49798"/>
                      <a:pt x="505" y="133165"/>
                    </a:cubicBezTo>
                    <a:cubicBezTo>
                      <a:pt x="-3919" y="149945"/>
                      <a:pt x="22062" y="157081"/>
                      <a:pt x="26456" y="140331"/>
                    </a:cubicBezTo>
                    <a:cubicBezTo>
                      <a:pt x="45624" y="67610"/>
                      <a:pt x="114954" y="20485"/>
                      <a:pt x="189445" y="27740"/>
                    </a:cubicBezTo>
                    <a:cubicBezTo>
                      <a:pt x="206667" y="29421"/>
                      <a:pt x="206549" y="2497"/>
                      <a:pt x="189445" y="816"/>
                    </a:cubicBezTo>
                    <a:lnTo>
                      <a:pt x="189445" y="816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c455aaf-e232-455e-ba72-5531abbc401a" id="234" name="任意多边形: 形状 233">
                <a:extLst>
                  <a:ext uri="{FF2B5EF4-FFF2-40B4-BE49-F238E27FC236}">
                    <a16:creationId id="{388ACE0F-DAEC-CC82-EA1D-B1C23794554E}"/>
                  </a:ext>
                </a:extLst>
              </p:cNvPr>
              <p:cNvSpPr/>
              <p:nvPr/>
            </p:nvSpPr>
            <p:spPr>
              <a:xfrm flipH="true" flipV="false">
                <a:off x="10563361" y="2642747"/>
                <a:ext cx="118150" cy="78952"/>
              </a:xfrm>
              <a:custGeom>
                <a:avLst/>
                <a:gdLst>
                  <a:gd fmla="*/ 9453 w 108599" name="connsiteX0"/>
                  <a:gd fmla="*/ 26528 h 72569" name="connsiteY0"/>
                  <a:gd fmla="*/ 91641 w 108599" name="connsiteX1"/>
                  <a:gd fmla="*/ 49883 h 72569" name="connsiteY1"/>
                  <a:gd fmla="*/ 85713 w 108599" name="connsiteX2"/>
                  <a:gd fmla="*/ 27383 h 72569" name="connsiteY2"/>
                  <a:gd fmla="*/ 63862 w 108599" name="connsiteX3"/>
                  <a:gd fmla="*/ 49530 h 72569" name="connsiteY3"/>
                  <a:gd fmla="*/ 82912 w 108599" name="connsiteX4"/>
                  <a:gd fmla="*/ 68580 h 72569" name="connsiteY4"/>
                  <a:gd fmla="*/ 104764 w 108599" name="connsiteX5"/>
                  <a:gd fmla="*/ 46433 h 72569" name="connsiteY5"/>
                  <a:gd fmla="*/ 98836 w 108599" name="connsiteX6"/>
                  <a:gd fmla="*/ 23933 h 72569" name="connsiteY6"/>
                  <a:gd fmla="*/ 16649 w 108599" name="connsiteX7"/>
                  <a:gd fmla="*/ 577 h 72569" name="connsiteY7"/>
                  <a:gd fmla="*/ 9483 w 108599" name="connsiteX8"/>
                  <a:gd fmla="*/ 26528 h 72569" name="connsiteY8"/>
                  <a:gd fmla="*/ 9483 w 108599" name="connsiteX9"/>
                  <a:gd fmla="*/ 26528 h 72569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72569" w="108599">
                    <a:moveTo>
                      <a:pt x="9453" y="26528"/>
                    </a:moveTo>
                    <a:cubicBezTo>
                      <a:pt x="36849" y="34313"/>
                      <a:pt x="64245" y="42098"/>
                      <a:pt x="91641" y="49883"/>
                    </a:cubicBezTo>
                    <a:cubicBezTo>
                      <a:pt x="89665" y="42393"/>
                      <a:pt x="87689" y="34873"/>
                      <a:pt x="85713" y="27383"/>
                    </a:cubicBezTo>
                    <a:cubicBezTo>
                      <a:pt x="78430" y="34755"/>
                      <a:pt x="71146" y="42128"/>
                      <a:pt x="63862" y="49530"/>
                    </a:cubicBezTo>
                    <a:cubicBezTo>
                      <a:pt x="51682" y="61856"/>
                      <a:pt x="70703" y="80907"/>
                      <a:pt x="82912" y="68580"/>
                    </a:cubicBezTo>
                    <a:cubicBezTo>
                      <a:pt x="90196" y="61208"/>
                      <a:pt x="97480" y="53835"/>
                      <a:pt x="104764" y="46433"/>
                    </a:cubicBezTo>
                    <a:cubicBezTo>
                      <a:pt x="111900" y="39179"/>
                      <a:pt x="108597" y="26705"/>
                      <a:pt x="98836" y="23933"/>
                    </a:cubicBezTo>
                    <a:cubicBezTo>
                      <a:pt x="71441" y="16147"/>
                      <a:pt x="44045" y="8362"/>
                      <a:pt x="16649" y="577"/>
                    </a:cubicBezTo>
                    <a:cubicBezTo>
                      <a:pt x="-42" y="-4171"/>
                      <a:pt x="-7179" y="21809"/>
                      <a:pt x="9483" y="26528"/>
                    </a:cubicBezTo>
                    <a:lnTo>
                      <a:pt x="9483" y="26528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deb0426-c26c-40d1-ae58-000a4abad6be" id="235" name="任意多边形: 形状 234">
                <a:extLst>
                  <a:ext uri="{FF2B5EF4-FFF2-40B4-BE49-F238E27FC236}">
                    <a16:creationId id="{1FB12F77-8DAD-3033-4E09-D4D0D92AF8F8}"/>
                  </a:ext>
                </a:extLst>
              </p:cNvPr>
              <p:cNvSpPr/>
              <p:nvPr/>
            </p:nvSpPr>
            <p:spPr>
              <a:xfrm flipH="true" flipV="false">
                <a:off x="10879714" y="2763408"/>
                <a:ext cx="92607" cy="43930"/>
              </a:xfrm>
              <a:custGeom>
                <a:avLst/>
                <a:gdLst>
                  <a:gd fmla="*/ 9636 w 85121" name="connsiteX0"/>
                  <a:gd fmla="*/ 26353 h 40379" name="connsiteY0"/>
                  <a:gd fmla="*/ 68320 w 85121" name="connsiteX1"/>
                  <a:gd fmla="*/ 39977 h 40379" name="connsiteY1"/>
                  <a:gd fmla="*/ 75486 w 85121" name="connsiteX2"/>
                  <a:gd fmla="*/ 14027 h 40379" name="connsiteY2"/>
                  <a:gd fmla="*/ 16801 w 85121" name="connsiteX3"/>
                  <a:gd fmla="*/ 402 h 40379" name="connsiteY3"/>
                  <a:gd fmla="*/ 9636 w 85121" name="connsiteX4"/>
                  <a:gd fmla="*/ 26353 h 40379" name="connsiteY4"/>
                  <a:gd fmla="*/ 9636 w 85121" name="connsiteX5"/>
                  <a:gd fmla="*/ 26353 h 40379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40379" w="85121">
                    <a:moveTo>
                      <a:pt x="9636" y="26353"/>
                    </a:moveTo>
                    <a:cubicBezTo>
                      <a:pt x="29217" y="30894"/>
                      <a:pt x="48768" y="35436"/>
                      <a:pt x="68320" y="39977"/>
                    </a:cubicBezTo>
                    <a:cubicBezTo>
                      <a:pt x="85188" y="43899"/>
                      <a:pt x="92383" y="17949"/>
                      <a:pt x="75486" y="14027"/>
                    </a:cubicBezTo>
                    <a:cubicBezTo>
                      <a:pt x="55934" y="9485"/>
                      <a:pt x="36353" y="4944"/>
                      <a:pt x="16801" y="402"/>
                    </a:cubicBezTo>
                    <a:cubicBezTo>
                      <a:pt x="-67" y="-3520"/>
                      <a:pt x="-7262" y="22431"/>
                      <a:pt x="9636" y="26353"/>
                    </a:cubicBezTo>
                    <a:lnTo>
                      <a:pt x="9636" y="26353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076bf9f-2a04-4303-b70c-e0d6c8006ccd" id="236" name="任意多边形: 形状 235">
                <a:extLst>
                  <a:ext uri="{FF2B5EF4-FFF2-40B4-BE49-F238E27FC236}">
                    <a16:creationId id="{016707F9-17EB-542D-0EA2-825A7435CAF3}"/>
                  </a:ext>
                </a:extLst>
              </p:cNvPr>
              <p:cNvSpPr/>
              <p:nvPr/>
            </p:nvSpPr>
            <p:spPr>
              <a:xfrm flipH="true" flipV="false">
                <a:off x="10382383" y="3385298"/>
                <a:ext cx="314448" cy="827490"/>
              </a:xfrm>
              <a:custGeom>
                <a:avLst/>
                <a:gdLst>
                  <a:gd fmla="*/ 126746 w 289027" name="connsiteX0"/>
                  <a:gd fmla="*/ 124829 h 760595" name="connsiteY0"/>
                  <a:gd fmla="*/ 92332 w 289027" name="connsiteX1"/>
                  <a:gd fmla="*/ 7166 h 760595" name="connsiteY1"/>
                  <a:gd fmla="*/ 213062 w 289027" name="connsiteX2"/>
                  <a:gd fmla="*/ 0 h 760595" name="connsiteY2"/>
                  <a:gd fmla="*/ 161927 w 289027" name="connsiteX3"/>
                  <a:gd fmla="*/ 132467 h 760595" name="connsiteY3"/>
                  <a:gd fmla="*/ 289027 w 289027" name="connsiteX4"/>
                  <a:gd fmla="*/ 534469 h 760595" name="connsiteY4"/>
                  <a:gd fmla="*/ 128280 w 289027" name="connsiteX5"/>
                  <a:gd fmla="*/ 760596 h 760595" name="connsiteY5"/>
                  <a:gd fmla="*/ 0 w 289027" name="connsiteX6"/>
                  <a:gd fmla="*/ 544909 h 760595" name="connsiteY6"/>
                  <a:gd fmla="*/ 126746 w 289027" name="connsiteX7"/>
                  <a:gd fmla="*/ 124829 h 760595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760595" w="289027">
                    <a:moveTo>
                      <a:pt x="126746" y="124829"/>
                    </a:moveTo>
                    <a:lnTo>
                      <a:pt x="92332" y="7166"/>
                    </a:lnTo>
                    <a:lnTo>
                      <a:pt x="213062" y="0"/>
                    </a:lnTo>
                    <a:lnTo>
                      <a:pt x="161927" y="132467"/>
                    </a:lnTo>
                    <a:lnTo>
                      <a:pt x="289027" y="534469"/>
                    </a:lnTo>
                    <a:lnTo>
                      <a:pt x="128280" y="760596"/>
                    </a:lnTo>
                    <a:lnTo>
                      <a:pt x="0" y="544909"/>
                    </a:lnTo>
                    <a:lnTo>
                      <a:pt x="126746" y="124829"/>
                    </a:lnTo>
                    <a:close/>
                  </a:path>
                </a:pathLst>
              </a:custGeom>
              <a:solidFill>
                <a:srgbClr val="ED1C24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0ef8003-f4bb-4319-a7b6-1d9da88b248a" id="237" name="任意多边形: 形状 236">
                <a:extLst>
                  <a:ext uri="{FF2B5EF4-FFF2-40B4-BE49-F238E27FC236}">
                    <a16:creationId id="{166B029B-5802-D079-E82E-EFD742A5AF59}"/>
                  </a:ext>
                </a:extLst>
              </p:cNvPr>
              <p:cNvSpPr/>
              <p:nvPr/>
            </p:nvSpPr>
            <p:spPr>
              <a:xfrm flipH="true" flipV="false">
                <a:off x="10574656" y="3079406"/>
                <a:ext cx="697593" cy="1494128"/>
              </a:xfrm>
              <a:custGeom>
                <a:avLst/>
                <a:gdLst>
                  <a:gd fmla="*/ 452082 w 641199" name="connsiteX0"/>
                  <a:gd fmla="*/ 730763 h 1373341" name="connsiteY0"/>
                  <a:gd fmla="*/ 239580 w 641199" name="connsiteX1"/>
                  <a:gd fmla="*/ 512 h 1373341" name="connsiteY1"/>
                  <a:gd fmla="*/ 12628 w 641199" name="connsiteX2"/>
                  <a:gd fmla="*/ 206350 h 1373341" name="connsiteY2"/>
                  <a:gd fmla="*/ 104636 w 641199" name="connsiteX3"/>
                  <a:gd fmla="*/ 1020469 h 1373341" name="connsiteY3"/>
                  <a:gd fmla="*/ 356035 w 641199" name="connsiteX4"/>
                  <a:gd fmla="*/ 1373341 h 1373341" name="connsiteY4"/>
                  <a:gd fmla="*/ 641199 w 641199" name="connsiteX5"/>
                  <a:gd fmla="*/ 1045889 h 1373341" name="connsiteY5"/>
                  <a:gd fmla="*/ 452112 w 641199" name="connsiteX6"/>
                  <a:gd fmla="*/ 730763 h 1373341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373341" w="641199">
                    <a:moveTo>
                      <a:pt x="452082" y="730763"/>
                    </a:moveTo>
                    <a:cubicBezTo>
                      <a:pt x="397881" y="528936"/>
                      <a:pt x="548395" y="21361"/>
                      <a:pt x="239580" y="512"/>
                    </a:cubicBezTo>
                    <a:cubicBezTo>
                      <a:pt x="121828" y="-7420"/>
                      <a:pt x="22419" y="77480"/>
                      <a:pt x="12628" y="206350"/>
                    </a:cubicBezTo>
                    <a:cubicBezTo>
                      <a:pt x="-7896" y="476121"/>
                      <a:pt x="-18483" y="767655"/>
                      <a:pt x="104636" y="1020469"/>
                    </a:cubicBezTo>
                    <a:cubicBezTo>
                      <a:pt x="168746" y="1152111"/>
                      <a:pt x="255770" y="1269479"/>
                      <a:pt x="356035" y="1373341"/>
                    </a:cubicBezTo>
                    <a:cubicBezTo>
                      <a:pt x="450048" y="1263139"/>
                      <a:pt x="545800" y="1154558"/>
                      <a:pt x="641199" y="1045889"/>
                    </a:cubicBezTo>
                    <a:cubicBezTo>
                      <a:pt x="554677" y="954884"/>
                      <a:pt x="483990" y="849547"/>
                      <a:pt x="452112" y="730763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d6e7f5b-2baf-497a-901c-c45a7ac118ca" id="238" name="任意多边形: 形状 237">
                <a:extLst>
                  <a:ext uri="{FF2B5EF4-FFF2-40B4-BE49-F238E27FC236}">
                    <a16:creationId id="{A808E47E-F822-C15E-A9B7-7A39FD534D71}"/>
                  </a:ext>
                </a:extLst>
              </p:cNvPr>
              <p:cNvSpPr/>
              <p:nvPr/>
            </p:nvSpPr>
            <p:spPr>
              <a:xfrm flipH="true" flipV="false">
                <a:off x="10422071" y="4217280"/>
                <a:ext cx="462832" cy="578236"/>
              </a:xfrm>
              <a:custGeom>
                <a:avLst/>
                <a:gdLst>
                  <a:gd fmla="*/ 285164 w 425416" name="connsiteX0"/>
                  <a:gd fmla="*/ 0 h 531490" name="connsiteY0"/>
                  <a:gd fmla="*/ 0 w 425416" name="connsiteX1"/>
                  <a:gd fmla="*/ 327452 h 531490" name="connsiteY1"/>
                  <a:gd fmla="*/ 251930 w 425416" name="connsiteX2"/>
                  <a:gd fmla="*/ 531491 h 531490" name="connsiteY2"/>
                  <a:gd fmla="*/ 425417 w 425416" name="connsiteX3"/>
                  <a:gd fmla="*/ 126687 h 531490" name="connsiteY3"/>
                  <a:gd fmla="*/ 285135 w 425416" name="connsiteX4"/>
                  <a:gd fmla="*/ 0 h 531490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531490" w="425416">
                    <a:moveTo>
                      <a:pt x="285164" y="0"/>
                    </a:moveTo>
                    <a:cubicBezTo>
                      <a:pt x="189765" y="108699"/>
                      <a:pt x="94013" y="217250"/>
                      <a:pt x="0" y="327452"/>
                    </a:cubicBezTo>
                    <a:cubicBezTo>
                      <a:pt x="93806" y="438894"/>
                      <a:pt x="181744" y="477260"/>
                      <a:pt x="251930" y="531491"/>
                    </a:cubicBezTo>
                    <a:cubicBezTo>
                      <a:pt x="328101" y="405954"/>
                      <a:pt x="348125" y="251517"/>
                      <a:pt x="425417" y="126687"/>
                    </a:cubicBezTo>
                    <a:cubicBezTo>
                      <a:pt x="376582" y="88174"/>
                      <a:pt x="328838" y="45945"/>
                      <a:pt x="285135" y="0"/>
                    </a:cubicBezTo>
                    <a:close/>
                  </a:path>
                </a:pathLst>
              </a:custGeom>
              <a:solidFill>
                <a:srgbClr val="FF669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4e6446f-44ab-4372-bd78-b6fb090f0143" id="274" name="任意多边形: 形状 273">
                <a:extLst>
                  <a:ext uri="{FF2B5EF4-FFF2-40B4-BE49-F238E27FC236}">
                    <a16:creationId id="{1A34E2B6-4E03-446E-0BA8-7C612C7ABDB0}"/>
                  </a:ext>
                </a:extLst>
              </p:cNvPr>
              <p:cNvSpPr/>
              <p:nvPr/>
            </p:nvSpPr>
            <p:spPr>
              <a:xfrm flipH="true" flipV="false">
                <a:off x="10967055" y="4234135"/>
                <a:ext cx="98573" cy="104055"/>
              </a:xfrm>
              <a:custGeom>
                <a:avLst/>
                <a:gdLst>
                  <a:gd fmla="*/ 60337 w 90604" name="connsiteX0"/>
                  <a:gd fmla="*/ 61623 h 95643" name="connsiteY0"/>
                  <a:gd fmla="*/ 30464 w 90604" name="connsiteX1"/>
                  <a:gd fmla="*/ 33962 h 95643" name="connsiteY1"/>
                  <a:gd fmla="*/ 56120 w 90604" name="connsiteX2"/>
                  <a:gd fmla="*/ 31426 h 95643" name="connsiteY2"/>
                  <a:gd fmla="*/ 60337 w 90604" name="connsiteX3"/>
                  <a:gd fmla="*/ 61623 h 95643" name="connsiteY3"/>
                  <a:gd fmla="*/ 83575 w 90604" name="connsiteX4"/>
                  <a:gd fmla="*/ 75218 h 95643" name="connsiteY4"/>
                  <a:gd fmla="*/ 71454 w 90604" name="connsiteX5"/>
                  <a:gd fmla="*/ 9367 h 95643" name="connsiteY5"/>
                  <a:gd fmla="*/ 7226 w 90604" name="connsiteX6"/>
                  <a:gd fmla="*/ 20396 h 95643" name="connsiteY6"/>
                  <a:gd fmla="*/ 17990 w 90604" name="connsiteX7"/>
                  <a:gd fmla="*/ 85215 h 95643" name="connsiteY7"/>
                  <a:gd fmla="*/ 83604 w 90604" name="connsiteX8"/>
                  <a:gd fmla="*/ 75247 h 95643" name="connsiteY8"/>
                  <a:gd fmla="*/ 60366 w 90604" name="connsiteX9"/>
                  <a:gd fmla="*/ 61652 h 95643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95643" w="90604">
                    <a:moveTo>
                      <a:pt x="60337" y="61623"/>
                    </a:moveTo>
                    <a:cubicBezTo>
                      <a:pt x="44766" y="83475"/>
                      <a:pt x="17282" y="53218"/>
                      <a:pt x="30464" y="33962"/>
                    </a:cubicBezTo>
                    <a:cubicBezTo>
                      <a:pt x="36568" y="25056"/>
                      <a:pt x="48276" y="24525"/>
                      <a:pt x="56120" y="31426"/>
                    </a:cubicBezTo>
                    <a:cubicBezTo>
                      <a:pt x="64908" y="39181"/>
                      <a:pt x="65999" y="51832"/>
                      <a:pt x="60337" y="61623"/>
                    </a:cubicBezTo>
                    <a:cubicBezTo>
                      <a:pt x="51637" y="76633"/>
                      <a:pt x="74875" y="90198"/>
                      <a:pt x="83575" y="75218"/>
                    </a:cubicBezTo>
                    <a:cubicBezTo>
                      <a:pt x="96196" y="53484"/>
                      <a:pt x="91625" y="24967"/>
                      <a:pt x="71454" y="9367"/>
                    </a:cubicBezTo>
                    <a:cubicBezTo>
                      <a:pt x="50900" y="-6557"/>
                      <a:pt x="21204" y="-1721"/>
                      <a:pt x="7226" y="20396"/>
                    </a:cubicBezTo>
                    <a:cubicBezTo>
                      <a:pt x="-5838" y="41039"/>
                      <a:pt x="-559" y="69762"/>
                      <a:pt x="17990" y="85215"/>
                    </a:cubicBezTo>
                    <a:cubicBezTo>
                      <a:pt x="39311" y="102967"/>
                      <a:pt x="68093" y="97011"/>
                      <a:pt x="83604" y="75247"/>
                    </a:cubicBezTo>
                    <a:cubicBezTo>
                      <a:pt x="93690" y="61122"/>
                      <a:pt x="70334" y="47645"/>
                      <a:pt x="60366" y="61652"/>
                    </a:cubicBez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a39fa0e-15e7-4d6d-889d-c76bc43a58df" id="275" name="任意多边形: 形状 274">
                <a:extLst>
                  <a:ext uri="{FF2B5EF4-FFF2-40B4-BE49-F238E27FC236}">
                    <a16:creationId id="{DA1DC34F-4CAB-C48F-E492-CF86EDFE1C06}"/>
                  </a:ext>
                </a:extLst>
              </p:cNvPr>
              <p:cNvSpPr/>
              <p:nvPr/>
            </p:nvSpPr>
            <p:spPr>
              <a:xfrm flipH="true" flipV="false">
                <a:off x="10863810" y="4353067"/>
                <a:ext cx="98573" cy="104055"/>
              </a:xfrm>
              <a:custGeom>
                <a:avLst/>
                <a:gdLst>
                  <a:gd fmla="*/ 60337 w 90604" name="connsiteX0"/>
                  <a:gd fmla="*/ 61623 h 95643" name="connsiteY0"/>
                  <a:gd fmla="*/ 30464 w 90604" name="connsiteX1"/>
                  <a:gd fmla="*/ 33962 h 95643" name="connsiteY1"/>
                  <a:gd fmla="*/ 56120 w 90604" name="connsiteX2"/>
                  <a:gd fmla="*/ 31426 h 95643" name="connsiteY2"/>
                  <a:gd fmla="*/ 60337 w 90604" name="connsiteX3"/>
                  <a:gd fmla="*/ 61623 h 95643" name="connsiteY3"/>
                  <a:gd fmla="*/ 83575 w 90604" name="connsiteX4"/>
                  <a:gd fmla="*/ 75218 h 95643" name="connsiteY4"/>
                  <a:gd fmla="*/ 71454 w 90604" name="connsiteX5"/>
                  <a:gd fmla="*/ 9368 h 95643" name="connsiteY5"/>
                  <a:gd fmla="*/ 7226 w 90604" name="connsiteX6"/>
                  <a:gd fmla="*/ 20397 h 95643" name="connsiteY6"/>
                  <a:gd fmla="*/ 17990 w 90604" name="connsiteX7"/>
                  <a:gd fmla="*/ 85215 h 95643" name="connsiteY7"/>
                  <a:gd fmla="*/ 83604 w 90604" name="connsiteX8"/>
                  <a:gd fmla="*/ 75247 h 95643" name="connsiteY8"/>
                  <a:gd fmla="*/ 60366 w 90604" name="connsiteX9"/>
                  <a:gd fmla="*/ 61653 h 95643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95643" w="90604">
                    <a:moveTo>
                      <a:pt x="60337" y="61623"/>
                    </a:moveTo>
                    <a:cubicBezTo>
                      <a:pt x="44766" y="83475"/>
                      <a:pt x="17282" y="53219"/>
                      <a:pt x="30464" y="33962"/>
                    </a:cubicBezTo>
                    <a:cubicBezTo>
                      <a:pt x="36568" y="25056"/>
                      <a:pt x="48276" y="24525"/>
                      <a:pt x="56120" y="31426"/>
                    </a:cubicBezTo>
                    <a:cubicBezTo>
                      <a:pt x="64908" y="39181"/>
                      <a:pt x="65999" y="51833"/>
                      <a:pt x="60337" y="61623"/>
                    </a:cubicBezTo>
                    <a:cubicBezTo>
                      <a:pt x="51637" y="76633"/>
                      <a:pt x="74875" y="90198"/>
                      <a:pt x="83575" y="75218"/>
                    </a:cubicBezTo>
                    <a:cubicBezTo>
                      <a:pt x="96196" y="53484"/>
                      <a:pt x="91625" y="24967"/>
                      <a:pt x="71454" y="9368"/>
                    </a:cubicBezTo>
                    <a:cubicBezTo>
                      <a:pt x="50900" y="-6557"/>
                      <a:pt x="21204" y="-1721"/>
                      <a:pt x="7226" y="20397"/>
                    </a:cubicBezTo>
                    <a:cubicBezTo>
                      <a:pt x="-5838" y="41039"/>
                      <a:pt x="-559" y="69762"/>
                      <a:pt x="17990" y="85215"/>
                    </a:cubicBezTo>
                    <a:cubicBezTo>
                      <a:pt x="39311" y="102967"/>
                      <a:pt x="68093" y="97011"/>
                      <a:pt x="83604" y="75247"/>
                    </a:cubicBezTo>
                    <a:cubicBezTo>
                      <a:pt x="93690" y="61122"/>
                      <a:pt x="70334" y="47645"/>
                      <a:pt x="60366" y="61653"/>
                    </a:cubicBez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40efc18-3019-4e5f-9fd2-111f654df50b" id="242" name="任意多边形: 形状 241">
                <a:extLst>
                  <a:ext uri="{FF2B5EF4-FFF2-40B4-BE49-F238E27FC236}">
                    <a16:creationId id="{40B86A52-D7E5-806C-1BC7-ED73AAF91CCD}"/>
                  </a:ext>
                </a:extLst>
              </p:cNvPr>
              <p:cNvSpPr/>
              <p:nvPr/>
            </p:nvSpPr>
            <p:spPr>
              <a:xfrm flipH="true" flipV="false">
                <a:off x="10938915" y="3138356"/>
                <a:ext cx="242738" cy="271515"/>
              </a:xfrm>
              <a:custGeom>
                <a:avLst/>
                <a:gdLst>
                  <a:gd fmla="*/ 3552 w 223115" name="connsiteX0"/>
                  <a:gd fmla="*/ 23383 h 249565" name="connsiteY0"/>
                  <a:gd fmla="*/ 200513 w 223115" name="connsiteX1"/>
                  <a:gd fmla="*/ 245233 h 249565" name="connsiteY1"/>
                  <a:gd fmla="*/ 219563 w 223115" name="connsiteX2"/>
                  <a:gd fmla="*/ 226183 h 249565" name="connsiteY2"/>
                  <a:gd fmla="*/ 22602 w 223115" name="connsiteX3"/>
                  <a:gd fmla="*/ 4333 h 249565" name="connsiteY3"/>
                  <a:gd fmla="*/ 3552 w 223115" name="connsiteX4"/>
                  <a:gd fmla="*/ 23383 h 249565" name="connsiteY4"/>
                  <a:gd fmla="*/ 3552 w 223115" name="connsiteX5"/>
                  <a:gd fmla="*/ 23383 h 249565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249565" w="223115">
                    <a:moveTo>
                      <a:pt x="3552" y="23383"/>
                    </a:moveTo>
                    <a:cubicBezTo>
                      <a:pt x="69196" y="97343"/>
                      <a:pt x="134869" y="171273"/>
                      <a:pt x="200513" y="245233"/>
                    </a:cubicBezTo>
                    <a:cubicBezTo>
                      <a:pt x="212043" y="258208"/>
                      <a:pt x="231035" y="239129"/>
                      <a:pt x="219563" y="226183"/>
                    </a:cubicBezTo>
                    <a:cubicBezTo>
                      <a:pt x="153920" y="152223"/>
                      <a:pt x="88246" y="78292"/>
                      <a:pt x="22602" y="4333"/>
                    </a:cubicBezTo>
                    <a:cubicBezTo>
                      <a:pt x="11072" y="-8643"/>
                      <a:pt x="-7919" y="10437"/>
                      <a:pt x="3552" y="23383"/>
                    </a:cubicBezTo>
                    <a:lnTo>
                      <a:pt x="3552" y="23383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071a9e5-f3b3-43dd-a7fa-10735f297387" id="263" name="任意多边形: 形状 262">
                <a:extLst>
                  <a:ext uri="{FF2B5EF4-FFF2-40B4-BE49-F238E27FC236}">
                    <a16:creationId id="{6EDBA502-0BAD-860C-3236-D2A7791F7279}"/>
                  </a:ext>
                </a:extLst>
              </p:cNvPr>
              <p:cNvSpPr/>
              <p:nvPr/>
            </p:nvSpPr>
            <p:spPr>
              <a:xfrm flipH="true" flipV="false">
                <a:off x="10068695" y="4336433"/>
                <a:ext cx="710364" cy="652091"/>
              </a:xfrm>
              <a:custGeom>
                <a:avLst/>
                <a:gdLst>
                  <a:gd fmla="*/ 343849 w 652938" name="connsiteX0"/>
                  <a:gd fmla="*/ 23270 h 599375" name="connsiteY0"/>
                  <a:gd fmla="*/ 457944 w 652938" name="connsiteX1"/>
                  <a:gd fmla="*/ 1212 h 599375" name="connsiteY1"/>
                  <a:gd fmla="*/ 537389 w 652938" name="connsiteX2"/>
                  <a:gd fmla="*/ 55207 h 599375" name="connsiteY2"/>
                  <a:gd fmla="*/ 464019 w 652938" name="connsiteX3"/>
                  <a:gd fmla="*/ 128430 h 599375" name="connsiteY3"/>
                  <a:gd fmla="*/ 398168 w 652938" name="connsiteX4"/>
                  <a:gd fmla="*/ 146006 h 599375" name="connsiteY4"/>
                  <a:gd fmla="*/ 408962 w 652938" name="connsiteX5"/>
                  <a:gd fmla="*/ 156327 h 599375" name="connsiteY5"/>
                  <a:gd fmla="*/ 599022 w 652938" name="connsiteX6"/>
                  <a:gd fmla="*/ 289591 h 599375" name="connsiteY6"/>
                  <a:gd fmla="*/ 646176 w 652938" name="connsiteX7"/>
                  <a:gd fmla="*/ 394751 h 599375" name="connsiteY7"/>
                  <a:gd fmla="*/ 643581 w 652938" name="connsiteX8"/>
                  <a:gd fmla="*/ 398466 h 599375" name="connsiteY8"/>
                  <a:gd fmla="*/ 538804 w 652938" name="connsiteX9"/>
                  <a:gd fmla="*/ 396490 h 599375" name="connsiteY9"/>
                  <a:gd fmla="*/ 576374 w 652938" name="connsiteX10"/>
                  <a:gd fmla="*/ 494337 h 599375" name="connsiteY10"/>
                  <a:gd fmla="*/ 573779 w 652938" name="connsiteX11"/>
                  <a:gd fmla="*/ 498053 h 599375" name="connsiteY11"/>
                  <a:gd fmla="*/ 504243 w 652938" name="connsiteX12"/>
                  <a:gd fmla="*/ 511441 h 599375" name="connsiteY12"/>
                  <a:gd fmla="*/ 508872 w 652938" name="connsiteX13"/>
                  <a:gd fmla="*/ 575551 h 599375" name="connsiteY13"/>
                  <a:gd fmla="*/ 381802 w 652938" name="connsiteX14"/>
                  <a:gd fmla="*/ 573929 h 599375" name="connsiteY14"/>
                  <a:gd fmla="*/ 0 w 652938" name="connsiteX15"/>
                  <a:gd fmla="*/ 306842 h 599375" name="connsiteY15"/>
                  <a:gd fmla="*/ 165849 w 652938" name="connsiteX16"/>
                  <a:gd fmla="*/ 70335 h 599375" name="connsiteY16"/>
                  <a:gd fmla="*/ 343908 w 652938" name="connsiteX17"/>
                  <a:gd fmla="*/ 23270 h 599375" name="connsiteY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b="b" l="l" r="r" t="t"/>
                <a:pathLst>
                  <a:path h="599375" w="652938">
                    <a:moveTo>
                      <a:pt x="343849" y="23270"/>
                    </a:moveTo>
                    <a:lnTo>
                      <a:pt x="457944" y="1212"/>
                    </a:lnTo>
                    <a:cubicBezTo>
                      <a:pt x="488702" y="-5512"/>
                      <a:pt x="534823" y="16193"/>
                      <a:pt x="537389" y="55207"/>
                    </a:cubicBezTo>
                    <a:cubicBezTo>
                      <a:pt x="539925" y="93514"/>
                      <a:pt x="503269" y="119849"/>
                      <a:pt x="464019" y="128430"/>
                    </a:cubicBezTo>
                    <a:lnTo>
                      <a:pt x="398168" y="146006"/>
                    </a:lnTo>
                    <a:lnTo>
                      <a:pt x="408962" y="156327"/>
                    </a:lnTo>
                    <a:lnTo>
                      <a:pt x="599022" y="289591"/>
                    </a:lnTo>
                    <a:cubicBezTo>
                      <a:pt x="643581" y="320849"/>
                      <a:pt x="664813" y="368151"/>
                      <a:pt x="646176" y="394751"/>
                    </a:cubicBezTo>
                    <a:lnTo>
                      <a:pt x="643581" y="398466"/>
                    </a:lnTo>
                    <a:cubicBezTo>
                      <a:pt x="626330" y="423060"/>
                      <a:pt x="580798" y="421586"/>
                      <a:pt x="538804" y="396490"/>
                    </a:cubicBezTo>
                    <a:cubicBezTo>
                      <a:pt x="576699" y="427425"/>
                      <a:pt x="593596" y="469742"/>
                      <a:pt x="576374" y="494337"/>
                    </a:cubicBezTo>
                    <a:lnTo>
                      <a:pt x="573779" y="498053"/>
                    </a:lnTo>
                    <a:cubicBezTo>
                      <a:pt x="561334" y="515776"/>
                      <a:pt x="534175" y="519904"/>
                      <a:pt x="504243" y="511441"/>
                    </a:cubicBezTo>
                    <a:cubicBezTo>
                      <a:pt x="518339" y="533617"/>
                      <a:pt x="521081" y="558152"/>
                      <a:pt x="508872" y="575551"/>
                    </a:cubicBezTo>
                    <a:cubicBezTo>
                      <a:pt x="486165" y="607931"/>
                      <a:pt x="429280" y="607223"/>
                      <a:pt x="381802" y="573929"/>
                    </a:cubicBezTo>
                    <a:lnTo>
                      <a:pt x="0" y="306842"/>
                    </a:lnTo>
                    <a:lnTo>
                      <a:pt x="165849" y="70335"/>
                    </a:lnTo>
                    <a:lnTo>
                      <a:pt x="343908" y="23270"/>
                    </a:lnTo>
                    <a:close/>
                  </a:path>
                </a:pathLst>
              </a:custGeom>
              <a:solidFill>
                <a:srgbClr val="FF6692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80e4f7a-e359-494d-90e5-f7f2029b047b" id="265" name="任意多边形: 形状 264">
                <a:extLst>
                  <a:ext uri="{FF2B5EF4-FFF2-40B4-BE49-F238E27FC236}">
                    <a16:creationId id="{369E5323-7DDA-64E5-821A-2F5316492F69}"/>
                  </a:ext>
                </a:extLst>
              </p:cNvPr>
              <p:cNvSpPr/>
              <p:nvPr/>
            </p:nvSpPr>
            <p:spPr>
              <a:xfrm flipH="true" flipV="false">
                <a:off x="10321543" y="4423437"/>
                <a:ext cx="112889" cy="90236"/>
              </a:xfrm>
              <a:custGeom>
                <a:avLst/>
                <a:gdLst>
                  <a:gd fmla="*/ 97797 w 103763" name="connsiteX0"/>
                  <a:gd fmla="*/ 57277 h 82941" name="connsiteY0"/>
                  <a:gd fmla="*/ 19561 w 103763" name="connsiteX1"/>
                  <a:gd fmla="*/ 2426 h 82941" name="connsiteY1"/>
                  <a:gd fmla="*/ 5966 w 103763" name="connsiteX2"/>
                  <a:gd fmla="*/ 25664 h 82941" name="connsiteY2"/>
                  <a:gd fmla="*/ 84202 w 103763" name="connsiteX3"/>
                  <a:gd fmla="*/ 80515 h 82941" name="connsiteY3"/>
                  <a:gd fmla="*/ 97797 w 103763" name="connsiteX4"/>
                  <a:gd fmla="*/ 57277 h 82941" name="connsiteY4"/>
                  <a:gd fmla="*/ 97797 w 103763" name="connsiteX5"/>
                  <a:gd fmla="*/ 57277 h 82941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82941" w="103763">
                    <a:moveTo>
                      <a:pt x="97797" y="57277"/>
                    </a:moveTo>
                    <a:cubicBezTo>
                      <a:pt x="71728" y="38994"/>
                      <a:pt x="45630" y="20710"/>
                      <a:pt x="19561" y="2426"/>
                    </a:cubicBezTo>
                    <a:cubicBezTo>
                      <a:pt x="5347" y="-7541"/>
                      <a:pt x="-8130" y="15785"/>
                      <a:pt x="5966" y="25664"/>
                    </a:cubicBezTo>
                    <a:cubicBezTo>
                      <a:pt x="32035" y="43948"/>
                      <a:pt x="58133" y="62231"/>
                      <a:pt x="84202" y="80515"/>
                    </a:cubicBezTo>
                    <a:cubicBezTo>
                      <a:pt x="98416" y="90482"/>
                      <a:pt x="111893" y="67156"/>
                      <a:pt x="97797" y="57277"/>
                    </a:cubicBezTo>
                    <a:lnTo>
                      <a:pt x="97797" y="57277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a12b1aa-a796-4eec-8301-e8cc59d2a9b2" id="266" name="任意多边形: 形状 265">
                <a:extLst>
                  <a:ext uri="{FF2B5EF4-FFF2-40B4-BE49-F238E27FC236}">
                    <a16:creationId id="{4F1682F9-54D7-970D-90BF-CF5B6D7E81BE}"/>
                  </a:ext>
                </a:extLst>
              </p:cNvPr>
              <p:cNvSpPr/>
              <p:nvPr/>
            </p:nvSpPr>
            <p:spPr>
              <a:xfrm flipH="true" flipV="false">
                <a:off x="10144796" y="4617027"/>
                <a:ext cx="252259" cy="187961"/>
              </a:xfrm>
              <a:custGeom>
                <a:avLst/>
                <a:gdLst>
                  <a:gd fmla="*/ 225900 w 231866" name="connsiteX0"/>
                  <a:gd fmla="*/ 147103 h 172766" name="connsiteY0"/>
                  <a:gd fmla="*/ 19561 w 231866" name="connsiteX1"/>
                  <a:gd fmla="*/ 2426 h 172766" name="connsiteY1"/>
                  <a:gd fmla="*/ 5966 w 231866" name="connsiteX2"/>
                  <a:gd fmla="*/ 25664 h 172766" name="connsiteY2"/>
                  <a:gd fmla="*/ 212305 w 231866" name="connsiteX3"/>
                  <a:gd fmla="*/ 170340 h 172766" name="connsiteY3"/>
                  <a:gd fmla="*/ 225900 w 231866" name="connsiteX4"/>
                  <a:gd fmla="*/ 147103 h 172766" name="connsiteY4"/>
                  <a:gd fmla="*/ 225900 w 231866" name="connsiteX5"/>
                  <a:gd fmla="*/ 147103 h 172766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72766" w="231866">
                    <a:moveTo>
                      <a:pt x="225900" y="147103"/>
                    </a:moveTo>
                    <a:cubicBezTo>
                      <a:pt x="157130" y="98887"/>
                      <a:pt x="88360" y="50642"/>
                      <a:pt x="19561" y="2426"/>
                    </a:cubicBezTo>
                    <a:cubicBezTo>
                      <a:pt x="5347" y="-7541"/>
                      <a:pt x="-8130" y="15785"/>
                      <a:pt x="5966" y="25664"/>
                    </a:cubicBezTo>
                    <a:cubicBezTo>
                      <a:pt x="74736" y="73880"/>
                      <a:pt x="143506" y="122125"/>
                      <a:pt x="212305" y="170340"/>
                    </a:cubicBezTo>
                    <a:cubicBezTo>
                      <a:pt x="226519" y="180308"/>
                      <a:pt x="239996" y="156982"/>
                      <a:pt x="225900" y="147103"/>
                    </a:cubicBezTo>
                    <a:lnTo>
                      <a:pt x="225900" y="147103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cfd10b9-0a75-42d7-ae4d-4ead3ce20ba3" id="267" name="任意多边形: 形状 266">
                <a:extLst>
                  <a:ext uri="{FF2B5EF4-FFF2-40B4-BE49-F238E27FC236}">
                    <a16:creationId id="{C262E5D3-C984-1A5B-88D8-5505CC239DCB}"/>
                  </a:ext>
                </a:extLst>
              </p:cNvPr>
              <p:cNvSpPr/>
              <p:nvPr/>
            </p:nvSpPr>
            <p:spPr>
              <a:xfrm flipH="true" flipV="false">
                <a:off x="10217786" y="4726912"/>
                <a:ext cx="244751" cy="182700"/>
              </a:xfrm>
              <a:custGeom>
                <a:avLst/>
                <a:gdLst>
                  <a:gd fmla="*/ 218999 w 224965" name="connsiteX0"/>
                  <a:gd fmla="*/ 142266 h 167930" name="connsiteY0"/>
                  <a:gd fmla="*/ 19561 w 224965" name="connsiteX1"/>
                  <a:gd fmla="*/ 2426 h 167930" name="connsiteY1"/>
                  <a:gd fmla="*/ 5966 w 224965" name="connsiteX2"/>
                  <a:gd fmla="*/ 25664 h 167930" name="connsiteY2"/>
                  <a:gd fmla="*/ 205405 w 224965" name="connsiteX3"/>
                  <a:gd fmla="*/ 165504 h 167930" name="connsiteY3"/>
                  <a:gd fmla="*/ 218999 w 224965" name="connsiteX4"/>
                  <a:gd fmla="*/ 142266 h 167930" name="connsiteY4"/>
                  <a:gd fmla="*/ 218999 w 224965" name="connsiteX5"/>
                  <a:gd fmla="*/ 142266 h 167930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67930" w="224965">
                    <a:moveTo>
                      <a:pt x="218999" y="142266"/>
                    </a:moveTo>
                    <a:cubicBezTo>
                      <a:pt x="152530" y="95643"/>
                      <a:pt x="86031" y="49020"/>
                      <a:pt x="19561" y="2426"/>
                    </a:cubicBezTo>
                    <a:cubicBezTo>
                      <a:pt x="5347" y="-7541"/>
                      <a:pt x="-8130" y="15785"/>
                      <a:pt x="5966" y="25664"/>
                    </a:cubicBezTo>
                    <a:cubicBezTo>
                      <a:pt x="72436" y="72288"/>
                      <a:pt x="138935" y="118881"/>
                      <a:pt x="205405" y="165504"/>
                    </a:cubicBezTo>
                    <a:cubicBezTo>
                      <a:pt x="219619" y="175472"/>
                      <a:pt x="233095" y="152145"/>
                      <a:pt x="218999" y="142266"/>
                    </a:cubicBezTo>
                    <a:lnTo>
                      <a:pt x="218999" y="142266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2e5b268-f8a1-4fa2-99f2-81eb704c8463" id="268" name="任意多边形: 形状 267">
                <a:extLst>
                  <a:ext uri="{FF2B5EF4-FFF2-40B4-BE49-F238E27FC236}">
                    <a16:creationId id="{A33F97DB-2D8E-E0F4-9E4A-17BF2D118997}"/>
                  </a:ext>
                </a:extLst>
              </p:cNvPr>
              <p:cNvSpPr/>
              <p:nvPr/>
            </p:nvSpPr>
            <p:spPr>
              <a:xfrm flipH="true" flipV="false">
                <a:off x="10072964" y="4675162"/>
                <a:ext cx="236727" cy="321815"/>
              </a:xfrm>
              <a:custGeom>
                <a:avLst/>
                <a:gdLst>
                  <a:gd fmla="*/ 25664 w 217590" name="connsiteX0"/>
                  <a:gd fmla="*/ 289833 h 295799" name="connsiteY0"/>
                  <a:gd fmla="*/ 215164 w 217590" name="connsiteX1"/>
                  <a:gd fmla="*/ 19561 h 295799" name="connsiteY1"/>
                  <a:gd fmla="*/ 191927 w 217590" name="connsiteX2"/>
                  <a:gd fmla="*/ 5966 h 295799" name="connsiteY2"/>
                  <a:gd fmla="*/ 2426 w 217590" name="connsiteX3"/>
                  <a:gd fmla="*/ 276239 h 295799" name="connsiteY3"/>
                  <a:gd fmla="*/ 25664 w 217590" name="connsiteX4"/>
                  <a:gd fmla="*/ 289833 h 295799" name="connsiteY4"/>
                  <a:gd fmla="*/ 25664 w 217590" name="connsiteX5"/>
                  <a:gd fmla="*/ 289833 h 295799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295799" w="217590">
                    <a:moveTo>
                      <a:pt x="25664" y="289833"/>
                    </a:moveTo>
                    <a:cubicBezTo>
                      <a:pt x="88831" y="199742"/>
                      <a:pt x="151998" y="109652"/>
                      <a:pt x="215164" y="19561"/>
                    </a:cubicBezTo>
                    <a:cubicBezTo>
                      <a:pt x="225132" y="5347"/>
                      <a:pt x="201806" y="-8130"/>
                      <a:pt x="191927" y="5966"/>
                    </a:cubicBezTo>
                    <a:cubicBezTo>
                      <a:pt x="128760" y="96057"/>
                      <a:pt x="65593" y="186148"/>
                      <a:pt x="2426" y="276239"/>
                    </a:cubicBezTo>
                    <a:cubicBezTo>
                      <a:pt x="-7541" y="290452"/>
                      <a:pt x="15785" y="303929"/>
                      <a:pt x="25664" y="289833"/>
                    </a:cubicBezTo>
                    <a:lnTo>
                      <a:pt x="25664" y="289833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5476673-300b-4fb8-8abd-31f085d695c3" id="269" name="任意多边形: 形状 268">
                <a:extLst>
                  <a:ext uri="{FF2B5EF4-FFF2-40B4-BE49-F238E27FC236}">
                    <a16:creationId id="{A6A093EC-6B76-2372-AECC-F9669CD602F6}"/>
                  </a:ext>
                </a:extLst>
              </p:cNvPr>
              <p:cNvSpPr/>
              <p:nvPr/>
            </p:nvSpPr>
            <p:spPr>
              <a:xfrm flipH="true" flipV="false">
                <a:off x="10219524" y="4332262"/>
                <a:ext cx="76109" cy="135595"/>
              </a:xfrm>
              <a:custGeom>
                <a:avLst/>
                <a:gdLst>
                  <a:gd fmla="*/ 68065 w 69956" name="connsiteX0"/>
                  <a:gd fmla="*/ 104456 h 124633" name="connsiteY0"/>
                  <a:gd fmla="*/ 26632 w 69956" name="connsiteX1"/>
                  <a:gd fmla="*/ 9381 h 124633" name="connsiteY1"/>
                  <a:gd fmla="*/ 681 w 69956" name="connsiteX2"/>
                  <a:gd fmla="*/ 16547 h 124633" name="connsiteY2"/>
                  <a:gd fmla="*/ 44827 w 69956" name="connsiteX3"/>
                  <a:gd fmla="*/ 118080 h 124633" name="connsiteY3"/>
                  <a:gd fmla="*/ 68065 w 69956" name="connsiteX4"/>
                  <a:gd fmla="*/ 104485 h 124633" name="connsiteY4"/>
                  <a:gd fmla="*/ 68065 w 69956" name="connsiteX5"/>
                  <a:gd fmla="*/ 104485 h 124633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24633" w="69956">
                    <a:moveTo>
                      <a:pt x="68065" y="104456"/>
                    </a:moveTo>
                    <a:cubicBezTo>
                      <a:pt x="50754" y="74199"/>
                      <a:pt x="36983" y="42645"/>
                      <a:pt x="26632" y="9381"/>
                    </a:cubicBezTo>
                    <a:cubicBezTo>
                      <a:pt x="21501" y="-7104"/>
                      <a:pt x="-4509" y="-56"/>
                      <a:pt x="681" y="16547"/>
                    </a:cubicBezTo>
                    <a:cubicBezTo>
                      <a:pt x="11710" y="51964"/>
                      <a:pt x="26426" y="85847"/>
                      <a:pt x="44827" y="118080"/>
                    </a:cubicBezTo>
                    <a:cubicBezTo>
                      <a:pt x="53438" y="133119"/>
                      <a:pt x="76705" y="119584"/>
                      <a:pt x="68065" y="104485"/>
                    </a:cubicBezTo>
                    <a:lnTo>
                      <a:pt x="68065" y="104485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3fffa4c-28ca-4252-8ba0-3d87660bac7c" id="245" name="任意多边形: 形状 244">
                <a:extLst>
                  <a:ext uri="{FF2B5EF4-FFF2-40B4-BE49-F238E27FC236}">
                    <a16:creationId id="{7172CD00-FEB0-F08E-22DE-A12A07CAF03C}"/>
                  </a:ext>
                </a:extLst>
              </p:cNvPr>
              <p:cNvSpPr/>
              <p:nvPr/>
            </p:nvSpPr>
            <p:spPr>
              <a:xfrm flipH="true" flipV="false">
                <a:off x="10679338" y="3408502"/>
                <a:ext cx="128859" cy="630105"/>
              </a:xfrm>
              <a:custGeom>
                <a:avLst/>
                <a:gdLst>
                  <a:gd fmla="*/ 116225 w 118442" name="connsiteX0"/>
                  <a:gd fmla="*/ 559351 h 579167" name="connsiteY0"/>
                  <a:gd fmla="*/ 35010 w 118442" name="connsiteX1"/>
                  <a:gd fmla="*/ 12939 h 579167" name="connsiteY1"/>
                  <a:gd fmla="*/ 8086 w 118442" name="connsiteX2"/>
                  <a:gd fmla="*/ 12939 h 579167" name="connsiteY2"/>
                  <a:gd fmla="*/ 92987 w 118442" name="connsiteX3"/>
                  <a:gd fmla="*/ 572946 h 579167" name="connsiteY3"/>
                  <a:gd fmla="*/ 116225 w 118442" name="connsiteX4"/>
                  <a:gd fmla="*/ 559351 h 579167" name="connsiteY4"/>
                  <a:gd fmla="*/ 116225 w 118442" name="connsiteX5"/>
                  <a:gd fmla="*/ 559351 h 579167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579167" w="118442">
                    <a:moveTo>
                      <a:pt x="116225" y="559351"/>
                    </a:moveTo>
                    <a:cubicBezTo>
                      <a:pt x="10622" y="396097"/>
                      <a:pt x="21828" y="198664"/>
                      <a:pt x="35010" y="12939"/>
                    </a:cubicBezTo>
                    <a:cubicBezTo>
                      <a:pt x="36249" y="-4342"/>
                      <a:pt x="9295" y="-4283"/>
                      <a:pt x="8086" y="12939"/>
                    </a:cubicBezTo>
                    <a:cubicBezTo>
                      <a:pt x="-5420" y="203471"/>
                      <a:pt x="-15211" y="405652"/>
                      <a:pt x="92987" y="572946"/>
                    </a:cubicBezTo>
                    <a:cubicBezTo>
                      <a:pt x="102364" y="587455"/>
                      <a:pt x="125691" y="573949"/>
                      <a:pt x="116225" y="559351"/>
                    </a:cubicBezTo>
                    <a:lnTo>
                      <a:pt x="116225" y="559351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aaec799-6dcb-4453-aa8b-b466e610dd95" id="246" name="任意多边形: 形状 245">
                <a:extLst>
                  <a:ext uri="{FF2B5EF4-FFF2-40B4-BE49-F238E27FC236}">
                    <a16:creationId id="{F2A7FC72-4B69-C1C8-61A2-FD1E78A1A56F}"/>
                  </a:ext>
                </a:extLst>
              </p:cNvPr>
              <p:cNvSpPr/>
              <p:nvPr/>
            </p:nvSpPr>
            <p:spPr>
              <a:xfrm flipH="true" flipV="false">
                <a:off x="10276152" y="3409990"/>
                <a:ext cx="71746" cy="141093"/>
              </a:xfrm>
              <a:custGeom>
                <a:avLst/>
                <a:gdLst>
                  <a:gd fmla="*/ 888 w 65946" name="connsiteX0"/>
                  <a:gd fmla="*/ 16318 h 129686" name="connsiteY0"/>
                  <a:gd fmla="*/ 39107 w 65946" name="connsiteX1"/>
                  <a:gd fmla="*/ 120534 h 129686" name="connsiteY1"/>
                  <a:gd fmla="*/ 65058 w 65946" name="connsiteX2"/>
                  <a:gd fmla="*/ 113368 h 129686" name="connsiteY2"/>
                  <a:gd fmla="*/ 26839 w 65946" name="connsiteX3"/>
                  <a:gd fmla="*/ 9152 h 129686" name="connsiteY3"/>
                  <a:gd fmla="*/ 888 w 65946" name="connsiteX4"/>
                  <a:gd fmla="*/ 16318 h 129686" name="connsiteY4"/>
                  <a:gd fmla="*/ 888 w 65946" name="connsiteX5"/>
                  <a:gd fmla="*/ 16318 h 129686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29686" w="65946">
                    <a:moveTo>
                      <a:pt x="888" y="16318"/>
                    </a:moveTo>
                    <a:cubicBezTo>
                      <a:pt x="13628" y="51057"/>
                      <a:pt x="26367" y="85796"/>
                      <a:pt x="39107" y="120534"/>
                    </a:cubicBezTo>
                    <a:cubicBezTo>
                      <a:pt x="45034" y="136665"/>
                      <a:pt x="71044" y="129706"/>
                      <a:pt x="65058" y="113368"/>
                    </a:cubicBezTo>
                    <a:cubicBezTo>
                      <a:pt x="52318" y="78630"/>
                      <a:pt x="39579" y="43891"/>
                      <a:pt x="26839" y="9152"/>
                    </a:cubicBezTo>
                    <a:cubicBezTo>
                      <a:pt x="20912" y="-6979"/>
                      <a:pt x="-5098" y="-19"/>
                      <a:pt x="888" y="16318"/>
                    </a:cubicBezTo>
                    <a:lnTo>
                      <a:pt x="888" y="16318"/>
                    </a:lnTo>
                    <a:close/>
                  </a:path>
                </a:pathLst>
              </a:custGeom>
              <a:solidFill>
                <a:srgbClr val="00173C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8566a4a-cfef-42db-9582-4bb6400985b5" id="249" name="任意多边形: 形状 248">
                <a:extLst>
                  <a:ext uri="{FF2B5EF4-FFF2-40B4-BE49-F238E27FC236}">
                    <a16:creationId id="{488F120D-6E7E-AFC0-B190-A962940825DF}"/>
                  </a:ext>
                </a:extLst>
              </p:cNvPr>
              <p:cNvSpPr/>
              <p:nvPr/>
            </p:nvSpPr>
            <p:spPr>
              <a:xfrm flipH="true" flipV="false">
                <a:off x="10742499" y="2654272"/>
                <a:ext cx="51173" cy="65741"/>
              </a:xfrm>
              <a:custGeom>
                <a:avLst/>
                <a:gdLst>
                  <a:gd fmla="*/ 2522 w 47036" name="connsiteX0"/>
                  <a:gd fmla="*/ 17644 h 60426" name="connsiteY0"/>
                  <a:gd fmla="*/ 28266 w 47036" name="connsiteX1"/>
                  <a:gd fmla="*/ 55450 h 60426" name="connsiteY1"/>
                  <a:gd fmla="*/ 45694 w 47036" name="connsiteX2"/>
                  <a:gd fmla="*/ 45246 h 60426" name="connsiteY2"/>
                  <a:gd fmla="*/ 16795 w 47036" name="connsiteX3"/>
                  <a:gd fmla="*/ 3371 h 60426" name="connsiteY3"/>
                  <a:gd fmla="*/ 2522 w 47036" name="connsiteX4"/>
                  <a:gd fmla="*/ 17644 h 60426" name="connsiteY4"/>
                  <a:gd fmla="*/ 2522 w 47036" name="connsiteX5"/>
                  <a:gd fmla="*/ 17644 h 60426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60426" w="47036">
                    <a:moveTo>
                      <a:pt x="2522" y="17644"/>
                    </a:moveTo>
                    <a:cubicBezTo>
                      <a:pt x="12401" y="29381"/>
                      <a:pt x="20894" y="42032"/>
                      <a:pt x="28266" y="55450"/>
                    </a:cubicBezTo>
                    <a:cubicBezTo>
                      <a:pt x="34518" y="66833"/>
                      <a:pt x="51976" y="56659"/>
                      <a:pt x="45694" y="45246"/>
                    </a:cubicBezTo>
                    <a:cubicBezTo>
                      <a:pt x="37467" y="30295"/>
                      <a:pt x="27765" y="16405"/>
                      <a:pt x="16795" y="3371"/>
                    </a:cubicBezTo>
                    <a:cubicBezTo>
                      <a:pt x="8420" y="-6597"/>
                      <a:pt x="-5794" y="7765"/>
                      <a:pt x="2522" y="17644"/>
                    </a:cubicBezTo>
                    <a:lnTo>
                      <a:pt x="2522" y="17644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dfcb45f-3064-4022-8fa3-ee374bb82cf1" id="250" name="任意多边形: 形状 249">
                <a:extLst>
                  <a:ext uri="{FF2B5EF4-FFF2-40B4-BE49-F238E27FC236}">
                    <a16:creationId id="{4F1E6D00-FAD2-4F3C-E854-0C341B0B173F}"/>
                  </a:ext>
                </a:extLst>
              </p:cNvPr>
              <p:cNvSpPr/>
              <p:nvPr/>
            </p:nvSpPr>
            <p:spPr>
              <a:xfrm flipH="true" flipV="false">
                <a:off x="10788861" y="2598420"/>
                <a:ext cx="54800" cy="45823"/>
              </a:xfrm>
              <a:custGeom>
                <a:avLst/>
                <a:gdLst>
                  <a:gd fmla="*/ 15145 w 50371" name="connsiteX0"/>
                  <a:gd fmla="*/ 40670 h 42119" name="connsiteY0"/>
                  <a:gd fmla="*/ 45401 w 50371" name="connsiteX1"/>
                  <a:gd fmla="*/ 18877 h 42119" name="connsiteY1"/>
                  <a:gd fmla="*/ 49028 w 50371" name="connsiteX2"/>
                  <a:gd fmla="*/ 5076 h 42119" name="connsiteY2"/>
                  <a:gd fmla="*/ 35227 w 50371" name="connsiteX3"/>
                  <a:gd fmla="*/ 1449 h 42119" name="connsiteY3"/>
                  <a:gd fmla="*/ 4971 w 50371" name="connsiteX4"/>
                  <a:gd fmla="*/ 23242 h 42119" name="connsiteY4"/>
                  <a:gd fmla="*/ 1344 w 50371" name="connsiteX5"/>
                  <a:gd fmla="*/ 37043 h 42119" name="connsiteY5"/>
                  <a:gd fmla="*/ 15145 w 50371" name="connsiteX6"/>
                  <a:gd fmla="*/ 40670 h 42119" name="connsiteY6"/>
                  <a:gd fmla="*/ 15145 w 50371" name="connsiteX7"/>
                  <a:gd fmla="*/ 40670 h 4211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42119" w="50371">
                    <a:moveTo>
                      <a:pt x="15145" y="40670"/>
                    </a:moveTo>
                    <a:cubicBezTo>
                      <a:pt x="25230" y="33416"/>
                      <a:pt x="35316" y="26162"/>
                      <a:pt x="45401" y="18877"/>
                    </a:cubicBezTo>
                    <a:cubicBezTo>
                      <a:pt x="49825" y="15693"/>
                      <a:pt x="51948" y="10090"/>
                      <a:pt x="49028" y="5076"/>
                    </a:cubicBezTo>
                    <a:cubicBezTo>
                      <a:pt x="46463" y="712"/>
                      <a:pt x="39651" y="-1736"/>
                      <a:pt x="35227" y="1449"/>
                    </a:cubicBezTo>
                    <a:cubicBezTo>
                      <a:pt x="25142" y="8704"/>
                      <a:pt x="15056" y="15958"/>
                      <a:pt x="4971" y="23242"/>
                    </a:cubicBezTo>
                    <a:cubicBezTo>
                      <a:pt x="547" y="26427"/>
                      <a:pt x="-1576" y="32030"/>
                      <a:pt x="1344" y="37043"/>
                    </a:cubicBezTo>
                    <a:cubicBezTo>
                      <a:pt x="3909" y="41408"/>
                      <a:pt x="10721" y="43855"/>
                      <a:pt x="15145" y="40670"/>
                    </a:cubicBezTo>
                    <a:lnTo>
                      <a:pt x="15145" y="40670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15effa6-ddf5-412e-8610-d22c2fa59054" id="251" name="任意多边形: 形状 250">
                <a:extLst>
                  <a:ext uri="{FF2B5EF4-FFF2-40B4-BE49-F238E27FC236}">
                    <a16:creationId id="{6344ACAE-CDDF-B8F1-15F1-2B9288318D8D}"/>
                  </a:ext>
                </a:extLst>
              </p:cNvPr>
              <p:cNvSpPr/>
              <p:nvPr/>
            </p:nvSpPr>
            <p:spPr>
              <a:xfrm flipH="true" flipV="false">
                <a:off x="10589746" y="2754434"/>
                <a:ext cx="68169" cy="53869"/>
              </a:xfrm>
              <a:custGeom>
                <a:avLst/>
                <a:gdLst>
                  <a:gd fmla="*/ 50016 w 62658" name="connsiteX0"/>
                  <a:gd fmla="*/ 246 h 49513" name="connsiteY0"/>
                  <a:gd fmla="*/ 16841 w 62658" name="connsiteX1"/>
                  <a:gd fmla="*/ 1692 h 49513" name="connsiteY1"/>
                  <a:gd fmla="*/ 2 w 62658" name="connsiteX2"/>
                  <a:gd fmla="*/ 23425 h 49513" name="connsiteY2"/>
                  <a:gd fmla="*/ 16074 w 62658" name="connsiteX3"/>
                  <a:gd fmla="*/ 46663 h 49513" name="connsiteY3"/>
                  <a:gd fmla="*/ 51255 w 62658" name="connsiteX4"/>
                  <a:gd fmla="*/ 45454 h 49513" name="connsiteY4"/>
                  <a:gd fmla="*/ 45888 w 62658" name="connsiteX5"/>
                  <a:gd fmla="*/ 25991 h 49513" name="connsiteY5"/>
                  <a:gd fmla="*/ 25894 w 62658" name="connsiteX6"/>
                  <a:gd fmla="*/ 28881 h 49513" name="connsiteY6"/>
                  <a:gd fmla="*/ 20940 w 62658" name="connsiteX7"/>
                  <a:gd fmla="*/ 21980 h 49513" name="connsiteY7"/>
                  <a:gd fmla="*/ 35684 w 62658" name="connsiteX8"/>
                  <a:gd fmla="*/ 20181 h 49513" name="connsiteY8"/>
                  <a:gd fmla="*/ 55384 w 62658" name="connsiteX9"/>
                  <a:gd fmla="*/ 19680 h 49513" name="connsiteY9"/>
                  <a:gd fmla="*/ 50016 w 62658" name="connsiteX10"/>
                  <a:gd fmla="*/ 217 h 49513" name="connsiteY10"/>
                  <a:gd fmla="*/ 50016 w 62658" name="connsiteX11"/>
                  <a:gd fmla="*/ 217 h 49513" name="connsiteY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b="b" l="l" r="r" t="t"/>
                <a:pathLst>
                  <a:path h="49513" w="62658">
                    <a:moveTo>
                      <a:pt x="50016" y="246"/>
                    </a:moveTo>
                    <a:cubicBezTo>
                      <a:pt x="38899" y="2399"/>
                      <a:pt x="27958" y="-2201"/>
                      <a:pt x="16841" y="1692"/>
                    </a:cubicBezTo>
                    <a:cubicBezTo>
                      <a:pt x="7551" y="4935"/>
                      <a:pt x="-145" y="13104"/>
                      <a:pt x="2" y="23425"/>
                    </a:cubicBezTo>
                    <a:cubicBezTo>
                      <a:pt x="149" y="33540"/>
                      <a:pt x="7139" y="42476"/>
                      <a:pt x="16074" y="46663"/>
                    </a:cubicBezTo>
                    <a:cubicBezTo>
                      <a:pt x="27309" y="51942"/>
                      <a:pt x="39990" y="48904"/>
                      <a:pt x="51255" y="45454"/>
                    </a:cubicBezTo>
                    <a:cubicBezTo>
                      <a:pt x="63641" y="41679"/>
                      <a:pt x="58362" y="22187"/>
                      <a:pt x="45888" y="25991"/>
                    </a:cubicBezTo>
                    <a:cubicBezTo>
                      <a:pt x="39902" y="27819"/>
                      <a:pt x="32264" y="30886"/>
                      <a:pt x="25894" y="28881"/>
                    </a:cubicBezTo>
                    <a:cubicBezTo>
                      <a:pt x="23181" y="28026"/>
                      <a:pt x="18787" y="25047"/>
                      <a:pt x="20940" y="21980"/>
                    </a:cubicBezTo>
                    <a:cubicBezTo>
                      <a:pt x="23387" y="18471"/>
                      <a:pt x="32618" y="19946"/>
                      <a:pt x="35684" y="20181"/>
                    </a:cubicBezTo>
                    <a:cubicBezTo>
                      <a:pt x="42467" y="20712"/>
                      <a:pt x="48660" y="20978"/>
                      <a:pt x="55384" y="19680"/>
                    </a:cubicBezTo>
                    <a:cubicBezTo>
                      <a:pt x="68123" y="17232"/>
                      <a:pt x="62726" y="-2260"/>
                      <a:pt x="50016" y="217"/>
                    </a:cubicBezTo>
                    <a:lnTo>
                      <a:pt x="50016" y="217"/>
                    </a:lnTo>
                    <a:close/>
                  </a:path>
                </a:pathLst>
              </a:custGeom>
              <a:solidFill>
                <a:srgbClr val="00153B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5b2eb84-3b3b-4dd6-8e71-90a4e3a33f22" id="254" name="任意多边形: 形状 253">
                <a:extLst>
                  <a:ext uri="{FF2B5EF4-FFF2-40B4-BE49-F238E27FC236}">
                    <a16:creationId id="{C0B1E386-9961-C935-1B40-6A2271E2A48F}"/>
                  </a:ext>
                </a:extLst>
              </p:cNvPr>
              <p:cNvSpPr/>
              <p:nvPr/>
            </p:nvSpPr>
            <p:spPr>
              <a:xfrm flipH="true" flipV="false">
                <a:off x="9689789" y="1304672"/>
                <a:ext cx="592210" cy="698746"/>
              </a:xfrm>
              <a:custGeom>
                <a:avLst/>
                <a:gdLst>
                  <a:gd fmla="*/ 451018 w 544335" name="connsiteX0"/>
                  <a:gd fmla="*/ 25713 h 642260" name="connsiteY0"/>
                  <a:gd fmla="*/ 276440 w 544335" name="connsiteX1"/>
                  <a:gd fmla="*/ 372098 h 642260" name="connsiteY1"/>
                  <a:gd fmla="*/ 355678 w 544335" name="connsiteX2"/>
                  <a:gd fmla="*/ 361452 h 642260" name="connsiteY2"/>
                  <a:gd fmla="*/ 226721 w 544335" name="connsiteX3"/>
                  <a:gd fmla="*/ 221583 h 642260" name="connsiteY3"/>
                  <a:gd fmla="*/ 147482 w 544335" name="connsiteX4"/>
                  <a:gd fmla="*/ 232229 h 642260" name="connsiteY4"/>
                  <a:gd fmla="*/ 4575 w 544335" name="connsiteX5"/>
                  <a:gd fmla="*/ 565137 h 642260" name="connsiteY5"/>
                  <a:gd fmla="*/ 92012 w 544335" name="connsiteX6"/>
                  <a:gd fmla="*/ 615623 h 642260" name="connsiteY6"/>
                  <a:gd fmla="*/ 234919 w 544335" name="connsiteX7"/>
                  <a:gd fmla="*/ 282715 h 642260" name="connsiteY7"/>
                  <a:gd fmla="*/ 155680 w 544335" name="connsiteX8"/>
                  <a:gd fmla="*/ 293360 h 642260" name="connsiteY8"/>
                  <a:gd fmla="*/ 284638 w 544335" name="connsiteX9"/>
                  <a:gd fmla="*/ 433230 h 642260" name="connsiteY9"/>
                  <a:gd fmla="*/ 363877 w 544335" name="connsiteX10"/>
                  <a:gd fmla="*/ 422584 h 642260" name="connsiteY10"/>
                  <a:gd fmla="*/ 538455 w 544335" name="connsiteX11"/>
                  <a:gd fmla="*/ 76199 h 642260" name="connsiteY11"/>
                  <a:gd fmla="*/ 451018 w 544335" name="connsiteX12"/>
                  <a:gd fmla="*/ 25713 h 642260" name="connsiteY12"/>
                  <a:gd fmla="*/ 451018 w 544335" name="connsiteX13"/>
                  <a:gd fmla="*/ 25713 h 642260" name="connsiteY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b="b" l="l" r="r" t="t"/>
                <a:pathLst>
                  <a:path h="642260" w="544335">
                    <a:moveTo>
                      <a:pt x="451018" y="25713"/>
                    </a:moveTo>
                    <a:cubicBezTo>
                      <a:pt x="392835" y="141165"/>
                      <a:pt x="334623" y="256646"/>
                      <a:pt x="276440" y="372098"/>
                    </a:cubicBezTo>
                    <a:cubicBezTo>
                      <a:pt x="302863" y="368559"/>
                      <a:pt x="329256" y="364991"/>
                      <a:pt x="355678" y="361452"/>
                    </a:cubicBezTo>
                    <a:cubicBezTo>
                      <a:pt x="312683" y="314829"/>
                      <a:pt x="269716" y="268206"/>
                      <a:pt x="226721" y="221583"/>
                    </a:cubicBezTo>
                    <a:cubicBezTo>
                      <a:pt x="206550" y="199702"/>
                      <a:pt x="160163" y="202709"/>
                      <a:pt x="147482" y="232229"/>
                    </a:cubicBezTo>
                    <a:cubicBezTo>
                      <a:pt x="99856" y="343198"/>
                      <a:pt x="52231" y="454167"/>
                      <a:pt x="4575" y="565137"/>
                    </a:cubicBezTo>
                    <a:cubicBezTo>
                      <a:pt x="-20786" y="624204"/>
                      <a:pt x="66386" y="675310"/>
                      <a:pt x="92012" y="615623"/>
                    </a:cubicBezTo>
                    <a:cubicBezTo>
                      <a:pt x="139638" y="504653"/>
                      <a:pt x="187263" y="393684"/>
                      <a:pt x="234919" y="282715"/>
                    </a:cubicBezTo>
                    <a:cubicBezTo>
                      <a:pt x="208496" y="286253"/>
                      <a:pt x="182103" y="289822"/>
                      <a:pt x="155680" y="293360"/>
                    </a:cubicBezTo>
                    <a:cubicBezTo>
                      <a:pt x="198676" y="339984"/>
                      <a:pt x="241642" y="386607"/>
                      <a:pt x="284638" y="433230"/>
                    </a:cubicBezTo>
                    <a:cubicBezTo>
                      <a:pt x="305871" y="456261"/>
                      <a:pt x="349604" y="450864"/>
                      <a:pt x="363877" y="422584"/>
                    </a:cubicBezTo>
                    <a:cubicBezTo>
                      <a:pt x="422060" y="307132"/>
                      <a:pt x="480272" y="191651"/>
                      <a:pt x="538455" y="76199"/>
                    </a:cubicBezTo>
                    <a:cubicBezTo>
                      <a:pt x="567620" y="18341"/>
                      <a:pt x="480331" y="-32441"/>
                      <a:pt x="451018" y="25713"/>
                    </a:cubicBezTo>
                    <a:lnTo>
                      <a:pt x="451018" y="25713"/>
                    </a:lnTo>
                    <a:close/>
                  </a:path>
                </a:pathLst>
              </a:custGeom>
              <a:solidFill>
                <a:srgbClr val="FFAE00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4ab6255-6e4b-4644-880c-70ea5c72ab2b" id="255" name="任意多边形: 形状 254">
                <a:extLst>
                  <a:ext uri="{FF2B5EF4-FFF2-40B4-BE49-F238E27FC236}">
                    <a16:creationId id="{453754C2-FE5B-DAC4-AFBA-9E33B6809233}"/>
                  </a:ext>
                </a:extLst>
              </p:cNvPr>
              <p:cNvSpPr/>
              <p:nvPr/>
            </p:nvSpPr>
            <p:spPr>
              <a:xfrm flipH="true" flipV="false">
                <a:off x="8867628" y="1841010"/>
                <a:ext cx="1051992" cy="563174"/>
              </a:xfrm>
              <a:custGeom>
                <a:avLst/>
                <a:gdLst>
                  <a:gd fmla="*/ 894337 w 966948" name="connsiteX0"/>
                  <a:gd fmla="*/ 9697 h 517646" name="connsiteY0"/>
                  <a:gd fmla="*/ 516427 w 966948" name="connsiteX1"/>
                  <a:gd fmla="*/ 290999 h 517646" name="connsiteY1"/>
                  <a:gd fmla="*/ 590741 w 966948" name="connsiteX2"/>
                  <a:gd fmla="*/ 321491 h 517646" name="connsiteY2"/>
                  <a:gd fmla="*/ 546772 w 966948" name="connsiteX3"/>
                  <a:gd fmla="*/ 98461 h 517646" name="connsiteY3"/>
                  <a:gd fmla="*/ 462108 w 966948" name="connsiteX4"/>
                  <a:gd fmla="*/ 76019 h 517646" name="connsiteY4"/>
                  <a:gd fmla="*/ 17169 w 966948" name="connsiteX5"/>
                  <a:gd fmla="*/ 434554 h 517646" name="connsiteY5"/>
                  <a:gd fmla="*/ 88946 w 966948" name="connsiteX6"/>
                  <a:gd fmla="*/ 505565 h 517646" name="connsiteY6"/>
                  <a:gd fmla="*/ 533885 w 966948" name="connsiteX7"/>
                  <a:gd fmla="*/ 147030 h 517646" name="connsiteY7"/>
                  <a:gd fmla="*/ 449221 w 966948" name="connsiteX8"/>
                  <a:gd fmla="*/ 124589 h 517646" name="connsiteY8"/>
                  <a:gd fmla="*/ 493190 w 966948" name="connsiteX9"/>
                  <a:gd fmla="*/ 347619 h 517646" name="connsiteY9"/>
                  <a:gd fmla="*/ 567503 w 966948" name="connsiteX10"/>
                  <a:gd fmla="*/ 378111 h 517646" name="connsiteY10"/>
                  <a:gd fmla="*/ 945413 w 966948" name="connsiteX11"/>
                  <a:gd fmla="*/ 96810 h 517646" name="connsiteY11"/>
                  <a:gd fmla="*/ 894278 w 966948" name="connsiteX12"/>
                  <a:gd fmla="*/ 9727 h 517646" name="connsiteY12"/>
                  <a:gd fmla="*/ 894278 w 966948" name="connsiteX13"/>
                  <a:gd fmla="*/ 9727 h 517646" name="connsiteY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b="b" l="l" r="r" t="t"/>
                <a:pathLst>
                  <a:path h="517646" w="966948">
                    <a:moveTo>
                      <a:pt x="894337" y="9697"/>
                    </a:moveTo>
                    <a:cubicBezTo>
                      <a:pt x="768357" y="103474"/>
                      <a:pt x="642407" y="197222"/>
                      <a:pt x="516427" y="290999"/>
                    </a:cubicBezTo>
                    <a:cubicBezTo>
                      <a:pt x="541199" y="301173"/>
                      <a:pt x="565970" y="311317"/>
                      <a:pt x="590741" y="321491"/>
                    </a:cubicBezTo>
                    <a:cubicBezTo>
                      <a:pt x="572812" y="247767"/>
                      <a:pt x="558155" y="173483"/>
                      <a:pt x="546772" y="98461"/>
                    </a:cubicBezTo>
                    <a:cubicBezTo>
                      <a:pt x="540373" y="56350"/>
                      <a:pt x="488176" y="55023"/>
                      <a:pt x="462108" y="76019"/>
                    </a:cubicBezTo>
                    <a:cubicBezTo>
                      <a:pt x="313804" y="195541"/>
                      <a:pt x="165501" y="315033"/>
                      <a:pt x="17169" y="434554"/>
                    </a:cubicBezTo>
                    <a:cubicBezTo>
                      <a:pt x="-33318" y="475250"/>
                      <a:pt x="38755" y="546025"/>
                      <a:pt x="88946" y="505565"/>
                    </a:cubicBezTo>
                    <a:cubicBezTo>
                      <a:pt x="237250" y="386044"/>
                      <a:pt x="385553" y="266552"/>
                      <a:pt x="533885" y="147030"/>
                    </a:cubicBezTo>
                    <a:cubicBezTo>
                      <a:pt x="505664" y="139540"/>
                      <a:pt x="477442" y="132079"/>
                      <a:pt x="449221" y="124589"/>
                    </a:cubicBezTo>
                    <a:cubicBezTo>
                      <a:pt x="460604" y="199610"/>
                      <a:pt x="475230" y="273895"/>
                      <a:pt x="493190" y="347619"/>
                    </a:cubicBezTo>
                    <a:cubicBezTo>
                      <a:pt x="500297" y="376813"/>
                      <a:pt x="541081" y="397780"/>
                      <a:pt x="567503" y="378111"/>
                    </a:cubicBezTo>
                    <a:cubicBezTo>
                      <a:pt x="693483" y="284334"/>
                      <a:pt x="819433" y="190587"/>
                      <a:pt x="945413" y="96810"/>
                    </a:cubicBezTo>
                    <a:cubicBezTo>
                      <a:pt x="996901" y="58473"/>
                      <a:pt x="946504" y="-29140"/>
                      <a:pt x="894278" y="9727"/>
                    </a:cubicBezTo>
                    <a:lnTo>
                      <a:pt x="894278" y="9727"/>
                    </a:lnTo>
                    <a:close/>
                  </a:path>
                </a:pathLst>
              </a:custGeom>
              <a:solidFill>
                <a:srgbClr val="FFAE00"/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</p:grpSp>
      </p:grpSp>
    </p:spTree>
  </p:cSld>
  <p:clrMapOvr>
    <a:masterClrMapping/>
  </p:clrMapOvr>
</p:sld>
</file>

<file path=ppt/slides/slide46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设立停用词</a:t>
            </a:r>
          </a:p>
        </p:txBody>
      </p:sp>
      <p:grpSp>
        <p:nvGrpSpPr>
          <p:cNvPr descr="ab6e849b-c7b6-4c5f-871b-dccc0a5709cc" id="221" name="76ee2d20-a2ce-43f4-92a5-aa02977341bf.source.3.zh-Hans.pptx">
            <a:extLst>
              <a:ext uri="{FF2B5EF4-FFF2-40B4-BE49-F238E27FC236}">
                <a16:creationId id="{47BE8E75-DA93-0D7B-37A8-4397FBA5567E}"/>
              </a:ext>
            </a:extLst>
          </p:cNvPr>
          <p:cNvGrpSpPr/>
          <p:nvPr/>
        </p:nvGrpSpPr>
        <p:grpSpPr>
          <a:xfrm>
            <a:off x="777874" y="1199344"/>
            <a:ext cx="10623552" cy="4865711"/>
            <a:chOff x="777874" y="1204642"/>
            <a:chExt cx="10623552" cy="4865711"/>
          </a:xfrm>
        </p:grpSpPr>
        <p:grpSp>
          <p:nvGrpSpPr>
            <p:cNvPr descr="c3414388-7d5b-437c-8390-b9fa538cb6f6" id="220" name="组合 219">
              <a:extLst>
                <a:ext uri="{FF2B5EF4-FFF2-40B4-BE49-F238E27FC236}">
                  <a16:creationId id="{63C51232-6809-8673-D08B-08E99368E34A}"/>
                </a:ext>
              </a:extLst>
            </p:cNvPr>
            <p:cNvGrpSpPr/>
            <p:nvPr/>
          </p:nvGrpSpPr>
          <p:grpSpPr>
            <a:xfrm>
              <a:off x="1135483" y="2394730"/>
              <a:ext cx="4415583" cy="3666097"/>
              <a:chOff x="1135483" y="2394730"/>
              <a:chExt cx="4415583" cy="3666097"/>
            </a:xfrm>
          </p:grpSpPr>
          <p:sp>
            <p:nvSpPr>
              <p:cNvPr descr="251ab046-a00f-41bf-976d-a6e56e5941b5" id="207" name="任意多边形: 形状 206">
                <a:extLst>
                  <a:ext uri="{FF2B5EF4-FFF2-40B4-BE49-F238E27FC236}">
                    <a16:creationId id="{57E6C455-7CD6-CA21-47AB-E8819E3375A1}"/>
                  </a:ext>
                </a:extLst>
              </p:cNvPr>
              <p:cNvSpPr/>
              <p:nvPr/>
            </p:nvSpPr>
            <p:spPr>
              <a:xfrm flipV="false" flipH="false">
                <a:off x="4108407" y="4113354"/>
                <a:ext cx="1133520" cy="1359619"/>
              </a:xfrm>
              <a:custGeom>
                <a:avLst/>
                <a:gdLst>
                  <a:gd fmla="*/ 15296 w 1644864" name="connsiteX0"/>
                  <a:gd fmla="*/ 1927588 h 1972960" name="connsiteY0"/>
                  <a:gd fmla="*/ 1097336 w 1644864" name="connsiteX1"/>
                  <a:gd fmla="*/ 1607071 h 1972960" name="connsiteY1"/>
                  <a:gd fmla="*/ 1619211 w 1644864" name="connsiteX2"/>
                  <a:gd fmla="*/ 15539 h 1972960" name="connsiteY2"/>
                  <a:gd fmla="*/ 457923 w 1644864" name="connsiteX3"/>
                  <a:gd fmla="*/ 706006 h 1972960" name="connsiteY3"/>
                  <a:gd fmla="*/ 15296 w 1644864" name="connsiteX4"/>
                  <a:gd fmla="*/ 1927588 h 1972960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972960" w="1644864">
                    <a:moveTo>
                      <a:pt x="15296" y="1927588"/>
                    </a:moveTo>
                    <a:cubicBezTo>
                      <a:pt x="40442" y="2015980"/>
                      <a:pt x="578891" y="2006931"/>
                      <a:pt x="1097336" y="1607071"/>
                    </a:cubicBezTo>
                    <a:cubicBezTo>
                      <a:pt x="1689887" y="1150062"/>
                      <a:pt x="1675789" y="108503"/>
                      <a:pt x="1619211" y="15539"/>
                    </a:cubicBezTo>
                    <a:cubicBezTo>
                      <a:pt x="1569395" y="-66471"/>
                      <a:pt x="900740" y="177940"/>
                      <a:pt x="457923" y="706006"/>
                    </a:cubicBezTo>
                    <a:cubicBezTo>
                      <a:pt x="15106" y="1233977"/>
                      <a:pt x="-33662" y="1755471"/>
                      <a:pt x="15296" y="1927588"/>
                    </a:cubicBezTo>
                    <a:close/>
                  </a:path>
                </a:pathLst>
              </a:custGeom>
              <a:solidFill>
                <a:srgbClr val="7467F5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387e8fb-70b9-4fc2-901a-7613a5b6b4fb" id="209" name="任意多边形: 形状 208">
                <a:extLst>
                  <a:ext uri="{FF2B5EF4-FFF2-40B4-BE49-F238E27FC236}">
                    <a16:creationId id="{C53260C9-27FC-49B9-64D2-C9E34A168439}"/>
                  </a:ext>
                </a:extLst>
              </p:cNvPr>
              <p:cNvSpPr/>
              <p:nvPr/>
            </p:nvSpPr>
            <p:spPr>
              <a:xfrm flipV="false" flipH="false">
                <a:off x="4195656" y="4138145"/>
                <a:ext cx="1013449" cy="1155937"/>
              </a:xfrm>
              <a:custGeom>
                <a:avLst/>
                <a:gdLst>
                  <a:gd fmla="*/ 4511 w 1470627" name="connsiteX0"/>
                  <a:gd fmla="*/ 1677396 h 1677395" name="connsiteY0"/>
                  <a:gd fmla="*/ 225 w 1470627" name="connsiteX1"/>
                  <a:gd fmla="*/ 1674348 h 1677395" name="connsiteY1"/>
                  <a:gd fmla="*/ 2987 w 1470627" name="connsiteX2"/>
                  <a:gd fmla="*/ 1668633 h 1677395" name="connsiteY2"/>
                  <a:gd fmla="*/ 488095 w 1470627" name="connsiteX3"/>
                  <a:gd fmla="*/ 1356213 h 1677395" name="connsiteY3"/>
                  <a:gd fmla="*/ 1462027 w 1470627" name="connsiteX4"/>
                  <a:gd fmla="*/ 2615 h 1677395" name="connsiteY4"/>
                  <a:gd fmla="*/ 1468027 w 1470627" name="connsiteX5"/>
                  <a:gd fmla="*/ 424 h 1677395" name="connsiteY5"/>
                  <a:gd fmla="*/ 1470218 w 1470627" name="connsiteX6"/>
                  <a:gd fmla="*/ 6425 h 1677395" name="connsiteY6"/>
                  <a:gd fmla="*/ 493525 w 1470627" name="connsiteX7"/>
                  <a:gd fmla="*/ 1363357 h 1677395" name="connsiteY7"/>
                  <a:gd fmla="*/ 6035 w 1470627" name="connsiteX8"/>
                  <a:gd fmla="*/ 1677015 h 1677395" name="connsiteY8"/>
                  <a:gd fmla="*/ 4511 w 1470627" name="connsiteX9"/>
                  <a:gd fmla="*/ 1677396 h 1677395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677395" w="1470627">
                    <a:moveTo>
                      <a:pt x="4511" y="1677396"/>
                    </a:moveTo>
                    <a:cubicBezTo>
                      <a:pt x="2606" y="1677396"/>
                      <a:pt x="891" y="1676253"/>
                      <a:pt x="225" y="1674348"/>
                    </a:cubicBezTo>
                    <a:cubicBezTo>
                      <a:pt x="-537" y="1671967"/>
                      <a:pt x="701" y="1669490"/>
                      <a:pt x="2987" y="1668633"/>
                    </a:cubicBezTo>
                    <a:cubicBezTo>
                      <a:pt x="4987" y="1667966"/>
                      <a:pt x="208060" y="1596338"/>
                      <a:pt x="488095" y="1356213"/>
                    </a:cubicBezTo>
                    <a:cubicBezTo>
                      <a:pt x="746604" y="1134471"/>
                      <a:pt x="1125413" y="719753"/>
                      <a:pt x="1462027" y="2615"/>
                    </a:cubicBezTo>
                    <a:cubicBezTo>
                      <a:pt x="1463074" y="329"/>
                      <a:pt x="1465742" y="-623"/>
                      <a:pt x="1468027" y="424"/>
                    </a:cubicBezTo>
                    <a:cubicBezTo>
                      <a:pt x="1470218" y="1472"/>
                      <a:pt x="1471266" y="4139"/>
                      <a:pt x="1470218" y="6425"/>
                    </a:cubicBezTo>
                    <a:cubicBezTo>
                      <a:pt x="1132747" y="725277"/>
                      <a:pt x="752795" y="1141139"/>
                      <a:pt x="493525" y="1363357"/>
                    </a:cubicBezTo>
                    <a:cubicBezTo>
                      <a:pt x="212347" y="1604434"/>
                      <a:pt x="8035" y="1676348"/>
                      <a:pt x="6035" y="1677015"/>
                    </a:cubicBezTo>
                    <a:cubicBezTo>
                      <a:pt x="5463" y="1677301"/>
                      <a:pt x="4987" y="1677396"/>
                      <a:pt x="4511" y="167739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a867286-56dd-48b2-9128-30ff1a6509b7" id="210" name="任意多边形: 形状 209">
                <a:extLst>
                  <a:ext uri="{FF2B5EF4-FFF2-40B4-BE49-F238E27FC236}">
                    <a16:creationId id="{3567FD7F-ECA4-A0AC-8C7E-D6A0D6352ECA}"/>
                  </a:ext>
                </a:extLst>
              </p:cNvPr>
              <p:cNvSpPr/>
              <p:nvPr/>
            </p:nvSpPr>
            <p:spPr>
              <a:xfrm flipV="false" flipH="false">
                <a:off x="4498860" y="5104711"/>
                <a:ext cx="406653" cy="30393"/>
              </a:xfrm>
              <a:custGeom>
                <a:avLst/>
                <a:gdLst>
                  <a:gd fmla="*/ 4490 w 590099" name="connsiteX0"/>
                  <a:gd fmla="*/ 44104 h 44104" name="connsiteY0"/>
                  <a:gd fmla="*/ 13 w 590099" name="connsiteX1"/>
                  <a:gd fmla="*/ 39913 h 44104" name="connsiteY1"/>
                  <a:gd fmla="*/ 4204 w 590099" name="connsiteX2"/>
                  <a:gd fmla="*/ 35151 h 44104" name="connsiteY2"/>
                  <a:gd fmla="*/ 585324 w 590099" name="connsiteX3"/>
                  <a:gd fmla="*/ 4 h 44104" name="connsiteY3"/>
                  <a:gd fmla="*/ 590086 w 590099" name="connsiteX4"/>
                  <a:gd fmla="*/ 4195 h 44104" name="connsiteY4"/>
                  <a:gd fmla="*/ 585895 w 590099" name="connsiteX5"/>
                  <a:gd fmla="*/ 8957 h 44104" name="connsiteY5"/>
                  <a:gd fmla="*/ 4776 w 590099" name="connsiteX6"/>
                  <a:gd fmla="*/ 44104 h 44104" name="connsiteY6"/>
                  <a:gd fmla="*/ 4490 w 590099" name="connsiteX7"/>
                  <a:gd fmla="*/ 44104 h 4410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44104" w="590099">
                    <a:moveTo>
                      <a:pt x="4490" y="44104"/>
                    </a:moveTo>
                    <a:cubicBezTo>
                      <a:pt x="2108" y="44104"/>
                      <a:pt x="108" y="42295"/>
                      <a:pt x="13" y="39913"/>
                    </a:cubicBezTo>
                    <a:cubicBezTo>
                      <a:pt x="-178" y="37437"/>
                      <a:pt x="1728" y="35342"/>
                      <a:pt x="4204" y="35151"/>
                    </a:cubicBezTo>
                    <a:lnTo>
                      <a:pt x="585324" y="4"/>
                    </a:lnTo>
                    <a:cubicBezTo>
                      <a:pt x="587515" y="-91"/>
                      <a:pt x="589896" y="1718"/>
                      <a:pt x="590086" y="4195"/>
                    </a:cubicBezTo>
                    <a:cubicBezTo>
                      <a:pt x="590277" y="6671"/>
                      <a:pt x="588372" y="8767"/>
                      <a:pt x="585895" y="8957"/>
                    </a:cubicBezTo>
                    <a:lnTo>
                      <a:pt x="4776" y="44104"/>
                    </a:lnTo>
                    <a:cubicBezTo>
                      <a:pt x="4585" y="44104"/>
                      <a:pt x="4490" y="44104"/>
                      <a:pt x="4490" y="44104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8d62aa1-b130-4858-ad00-20dd8b71abc5" id="211" name="任意多边形: 形状 210">
                <a:extLst>
                  <a:ext uri="{FF2B5EF4-FFF2-40B4-BE49-F238E27FC236}">
                    <a16:creationId id="{53497F42-0E6C-6512-8D31-F4D359079BDC}"/>
                  </a:ext>
                </a:extLst>
              </p:cNvPr>
              <p:cNvSpPr/>
              <p:nvPr/>
            </p:nvSpPr>
            <p:spPr>
              <a:xfrm flipV="false" flipH="false">
                <a:off x="4756362" y="4304242"/>
                <a:ext cx="37892" cy="515203"/>
              </a:xfrm>
              <a:custGeom>
                <a:avLst/>
                <a:gdLst>
                  <a:gd fmla="*/ 4490 w 54985" name="connsiteX0"/>
                  <a:gd fmla="*/ 747617 h 747617" name="connsiteY0"/>
                  <a:gd fmla="*/ 4204 w 54985" name="connsiteX1"/>
                  <a:gd fmla="*/ 747617 h 747617" name="connsiteY1"/>
                  <a:gd fmla="*/ 13 w 54985" name="connsiteX2"/>
                  <a:gd fmla="*/ 742855 h 747617" name="connsiteY2"/>
                  <a:gd fmla="*/ 46019 w 54985" name="connsiteX3"/>
                  <a:gd fmla="*/ 4191 h 747617" name="connsiteY3"/>
                  <a:gd fmla="*/ 50496 w 54985" name="connsiteX4"/>
                  <a:gd fmla="*/ 0 h 747617" name="connsiteY4"/>
                  <a:gd fmla="*/ 50782 w 54985" name="connsiteX5"/>
                  <a:gd fmla="*/ 0 h 747617" name="connsiteY5"/>
                  <a:gd fmla="*/ 54973 w 54985" name="connsiteX6"/>
                  <a:gd fmla="*/ 4763 h 747617" name="connsiteY6"/>
                  <a:gd fmla="*/ 8967 w 54985" name="connsiteX7"/>
                  <a:gd fmla="*/ 743426 h 747617" name="connsiteY7"/>
                  <a:gd fmla="*/ 4490 w 54985" name="connsiteX8"/>
                  <a:gd fmla="*/ 747617 h 747617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747617" w="54985">
                    <a:moveTo>
                      <a:pt x="4490" y="747617"/>
                    </a:moveTo>
                    <a:cubicBezTo>
                      <a:pt x="4395" y="747617"/>
                      <a:pt x="4300" y="747617"/>
                      <a:pt x="4204" y="747617"/>
                    </a:cubicBezTo>
                    <a:cubicBezTo>
                      <a:pt x="1728" y="747427"/>
                      <a:pt x="-178" y="745331"/>
                      <a:pt x="13" y="742855"/>
                    </a:cubicBezTo>
                    <a:lnTo>
                      <a:pt x="46019" y="4191"/>
                    </a:lnTo>
                    <a:cubicBezTo>
                      <a:pt x="46114" y="1810"/>
                      <a:pt x="48114" y="0"/>
                      <a:pt x="50496" y="0"/>
                    </a:cubicBezTo>
                    <a:cubicBezTo>
                      <a:pt x="50591" y="0"/>
                      <a:pt x="50686" y="0"/>
                      <a:pt x="50782" y="0"/>
                    </a:cubicBezTo>
                    <a:cubicBezTo>
                      <a:pt x="53258" y="190"/>
                      <a:pt x="55163" y="2286"/>
                      <a:pt x="54973" y="4763"/>
                    </a:cubicBezTo>
                    <a:lnTo>
                      <a:pt x="8967" y="743426"/>
                    </a:lnTo>
                    <a:cubicBezTo>
                      <a:pt x="8776" y="745807"/>
                      <a:pt x="6776" y="747617"/>
                      <a:pt x="4490" y="74761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924b24b-13b5-4e1c-bfb4-8c56b2caad30" id="212" name="任意多边形: 形状 211">
                <a:extLst>
                  <a:ext uri="{FF2B5EF4-FFF2-40B4-BE49-F238E27FC236}">
                    <a16:creationId id="{E91140C0-0833-C34C-0053-F5BB8A8D770E}"/>
                  </a:ext>
                </a:extLst>
              </p:cNvPr>
              <p:cNvSpPr/>
              <p:nvPr/>
            </p:nvSpPr>
            <p:spPr>
              <a:xfrm flipV="false" flipH="false">
                <a:off x="4295778" y="4885318"/>
                <a:ext cx="14117" cy="293502"/>
              </a:xfrm>
              <a:custGeom>
                <a:avLst/>
                <a:gdLst>
                  <a:gd fmla="*/ 15910 w 20485" name="connsiteX0"/>
                  <a:gd fmla="*/ 425904 h 425904" name="connsiteY0"/>
                  <a:gd fmla="*/ 11433 w 20485" name="connsiteX1"/>
                  <a:gd fmla="*/ 421523 h 425904" name="connsiteY1"/>
                  <a:gd fmla="*/ 3 w 20485" name="connsiteX2"/>
                  <a:gd fmla="*/ 4614 h 425904" name="connsiteY2"/>
                  <a:gd fmla="*/ 4385 w 20485" name="connsiteX3"/>
                  <a:gd fmla="*/ 42 h 425904" name="connsiteY3"/>
                  <a:gd fmla="*/ 9052 w 20485" name="connsiteX4"/>
                  <a:gd fmla="*/ 4423 h 425904" name="connsiteY4"/>
                  <a:gd fmla="*/ 20482 w 20485" name="connsiteX5"/>
                  <a:gd fmla="*/ 421333 h 425904" name="connsiteY5"/>
                  <a:gd fmla="*/ 16101 w 20485" name="connsiteX6"/>
                  <a:gd fmla="*/ 425904 h 425904" name="connsiteY6"/>
                  <a:gd fmla="*/ 15910 w 20485" name="connsiteX7"/>
                  <a:gd fmla="*/ 425904 h 42590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425904" w="20485">
                    <a:moveTo>
                      <a:pt x="15910" y="425904"/>
                    </a:moveTo>
                    <a:cubicBezTo>
                      <a:pt x="13434" y="425904"/>
                      <a:pt x="11529" y="424000"/>
                      <a:pt x="11433" y="421523"/>
                    </a:cubicBezTo>
                    <a:lnTo>
                      <a:pt x="3" y="4614"/>
                    </a:lnTo>
                    <a:cubicBezTo>
                      <a:pt x="-92" y="2137"/>
                      <a:pt x="1908" y="42"/>
                      <a:pt x="4385" y="42"/>
                    </a:cubicBezTo>
                    <a:cubicBezTo>
                      <a:pt x="6861" y="-339"/>
                      <a:pt x="8957" y="1947"/>
                      <a:pt x="9052" y="4423"/>
                    </a:cubicBezTo>
                    <a:lnTo>
                      <a:pt x="20482" y="421333"/>
                    </a:lnTo>
                    <a:cubicBezTo>
                      <a:pt x="20577" y="423809"/>
                      <a:pt x="18577" y="425904"/>
                      <a:pt x="16101" y="425904"/>
                    </a:cubicBezTo>
                    <a:cubicBezTo>
                      <a:pt x="16005" y="425904"/>
                      <a:pt x="15910" y="425904"/>
                      <a:pt x="15910" y="425904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48ccd2b-8e65-407f-a2df-d04dfaa1baee" id="213" name="任意多边形: 形状 212">
                <a:extLst>
                  <a:ext uri="{FF2B5EF4-FFF2-40B4-BE49-F238E27FC236}">
                    <a16:creationId id="{DAB091A8-09C2-08E1-F9E3-79A036B75DF4}"/>
                  </a:ext>
                </a:extLst>
              </p:cNvPr>
              <p:cNvSpPr/>
              <p:nvPr/>
            </p:nvSpPr>
            <p:spPr>
              <a:xfrm flipV="false" flipH="false">
                <a:off x="5042477" y="4404982"/>
                <a:ext cx="175029" cy="61258"/>
              </a:xfrm>
              <a:custGeom>
                <a:avLst/>
                <a:gdLst>
                  <a:gd fmla="*/ 4502 w 253986" name="connsiteX0"/>
                  <a:gd fmla="*/ 88893 h 88892" name="connsiteY0"/>
                  <a:gd fmla="*/ 215 w 253986" name="connsiteX1"/>
                  <a:gd fmla="*/ 85750 h 88892" name="connsiteY1"/>
                  <a:gd fmla="*/ 3073 w 253986" name="connsiteX2"/>
                  <a:gd fmla="*/ 80130 h 88892" name="connsiteY2"/>
                  <a:gd fmla="*/ 248151 w 253986" name="connsiteX3"/>
                  <a:gd fmla="*/ 215 h 88892" name="connsiteY3"/>
                  <a:gd fmla="*/ 253771 w 253986" name="connsiteX4"/>
                  <a:gd fmla="*/ 3073 h 88892" name="connsiteY4"/>
                  <a:gd fmla="*/ 250913 w 253986" name="connsiteX5"/>
                  <a:gd fmla="*/ 8693 h 88892" name="connsiteY5"/>
                  <a:gd fmla="*/ 5835 w 253986" name="connsiteX6"/>
                  <a:gd fmla="*/ 88607 h 88892" name="connsiteY6"/>
                  <a:gd fmla="*/ 4502 w 253986" name="connsiteX7"/>
                  <a:gd fmla="*/ 88893 h 88892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88892" w="253986">
                    <a:moveTo>
                      <a:pt x="4502" y="88893"/>
                    </a:moveTo>
                    <a:cubicBezTo>
                      <a:pt x="2597" y="88893"/>
                      <a:pt x="882" y="87655"/>
                      <a:pt x="215" y="85750"/>
                    </a:cubicBezTo>
                    <a:cubicBezTo>
                      <a:pt x="-547" y="83369"/>
                      <a:pt x="787" y="80892"/>
                      <a:pt x="3073" y="80130"/>
                    </a:cubicBezTo>
                    <a:lnTo>
                      <a:pt x="248151" y="215"/>
                    </a:lnTo>
                    <a:cubicBezTo>
                      <a:pt x="250533" y="-547"/>
                      <a:pt x="253009" y="787"/>
                      <a:pt x="253771" y="3073"/>
                    </a:cubicBezTo>
                    <a:cubicBezTo>
                      <a:pt x="254533" y="5454"/>
                      <a:pt x="253199" y="7930"/>
                      <a:pt x="250913" y="8693"/>
                    </a:cubicBezTo>
                    <a:lnTo>
                      <a:pt x="5835" y="88607"/>
                    </a:lnTo>
                    <a:cubicBezTo>
                      <a:pt x="5454" y="88798"/>
                      <a:pt x="4978" y="88893"/>
                      <a:pt x="4502" y="88893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83d2b26-a030-417a-97c2-f30804a83e0b" id="200" name="任意多边形: 形状 199">
                <a:extLst>
                  <a:ext uri="{FF2B5EF4-FFF2-40B4-BE49-F238E27FC236}">
                    <a16:creationId id="{579F4DA3-A39F-DC74-B6E0-1750F123AD4C}"/>
                  </a:ext>
                </a:extLst>
              </p:cNvPr>
              <p:cNvSpPr/>
              <p:nvPr/>
            </p:nvSpPr>
            <p:spPr>
              <a:xfrm flipV="false" flipH="false">
                <a:off x="1500431" y="5654274"/>
                <a:ext cx="797403" cy="344705"/>
              </a:xfrm>
              <a:custGeom>
                <a:avLst/>
                <a:gdLst>
                  <a:gd fmla="*/ 1156286 w 1157121" name="connsiteX0"/>
                  <a:gd fmla="*/ 308569 h 500205" name="connsiteY0"/>
                  <a:gd fmla="*/ 653175 w 1157121" name="connsiteX1"/>
                  <a:gd fmla="*/ 13675 h 500205" name="connsiteY1"/>
                  <a:gd fmla="*/ 46 w 1157121" name="connsiteX2"/>
                  <a:gd fmla="*/ 282471 h 500205" name="connsiteY2"/>
                  <a:gd fmla="*/ 639078 w 1157121" name="connsiteX3"/>
                  <a:gd fmla="*/ 499927 h 500205" name="connsiteY3"/>
                  <a:gd fmla="*/ 1156286 w 1157121" name="connsiteX4"/>
                  <a:gd fmla="*/ 308569 h 500205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500205" w="1157121">
                    <a:moveTo>
                      <a:pt x="1156286" y="308569"/>
                    </a:moveTo>
                    <a:cubicBezTo>
                      <a:pt x="1172002" y="274280"/>
                      <a:pt x="964547" y="84541"/>
                      <a:pt x="653175" y="13675"/>
                    </a:cubicBezTo>
                    <a:cubicBezTo>
                      <a:pt x="297226" y="-67287"/>
                      <a:pt x="5189" y="235703"/>
                      <a:pt x="46" y="282471"/>
                    </a:cubicBezTo>
                    <a:cubicBezTo>
                      <a:pt x="-4431" y="323714"/>
                      <a:pt x="319705" y="492688"/>
                      <a:pt x="639078" y="499927"/>
                    </a:cubicBezTo>
                    <a:cubicBezTo>
                      <a:pt x="958356" y="507071"/>
                      <a:pt x="1125806" y="375340"/>
                      <a:pt x="1156286" y="308569"/>
                    </a:cubicBezTo>
                    <a:close/>
                  </a:path>
                </a:pathLst>
              </a:custGeom>
              <a:solidFill>
                <a:srgbClr val="FBC849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e964a13-4462-4d1c-bde3-23ab738ff878" id="202" name="任意多边形: 形状 201">
                <a:extLst>
                  <a:ext uri="{FF2B5EF4-FFF2-40B4-BE49-F238E27FC236}">
                    <a16:creationId id="{C2C2332B-830F-F807-5BEC-44C7F115C516}"/>
                  </a:ext>
                </a:extLst>
              </p:cNvPr>
              <p:cNvSpPr/>
              <p:nvPr/>
            </p:nvSpPr>
            <p:spPr>
              <a:xfrm flipV="false" flipH="false">
                <a:off x="1515310" y="5795456"/>
                <a:ext cx="731834" cy="85442"/>
              </a:xfrm>
              <a:custGeom>
                <a:avLst/>
                <a:gdLst>
                  <a:gd fmla="*/ 1057446 w 1061973" name="connsiteX0"/>
                  <a:gd fmla="*/ 123987 h 123986" name="connsiteY0"/>
                  <a:gd fmla="*/ 1055065 w 1061973" name="connsiteX1"/>
                  <a:gd fmla="*/ 123225 h 123986" name="connsiteY1"/>
                  <a:gd fmla="*/ 5696 w 1061973" name="connsiteX2"/>
                  <a:gd fmla="*/ 85887 h 123986" name="connsiteY2"/>
                  <a:gd fmla="*/ 171 w 1061973" name="connsiteX3"/>
                  <a:gd fmla="*/ 82839 h 123986" name="connsiteY3"/>
                  <a:gd fmla="*/ 3219 w 1061973" name="connsiteX4"/>
                  <a:gd fmla="*/ 77314 h 123986" name="connsiteY4"/>
                  <a:gd fmla="*/ 1059923 w 1061973" name="connsiteX5"/>
                  <a:gd fmla="*/ 115700 h 123986" name="connsiteY5"/>
                  <a:gd fmla="*/ 1061256 w 1061973" name="connsiteX6"/>
                  <a:gd fmla="*/ 121891 h 123986" name="connsiteY6"/>
                  <a:gd fmla="*/ 1057446 w 1061973" name="connsiteX7"/>
                  <a:gd fmla="*/ 123987 h 123986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23986" w="1061973">
                    <a:moveTo>
                      <a:pt x="1057446" y="123987"/>
                    </a:moveTo>
                    <a:cubicBezTo>
                      <a:pt x="1056589" y="123987"/>
                      <a:pt x="1055732" y="123796"/>
                      <a:pt x="1055065" y="123225"/>
                    </a:cubicBezTo>
                    <a:cubicBezTo>
                      <a:pt x="1051446" y="120939"/>
                      <a:pt x="683590" y="-105947"/>
                      <a:pt x="5696" y="85887"/>
                    </a:cubicBezTo>
                    <a:cubicBezTo>
                      <a:pt x="3219" y="86553"/>
                      <a:pt x="838" y="85125"/>
                      <a:pt x="171" y="82839"/>
                    </a:cubicBezTo>
                    <a:cubicBezTo>
                      <a:pt x="-495" y="80457"/>
                      <a:pt x="838" y="77981"/>
                      <a:pt x="3219" y="77314"/>
                    </a:cubicBezTo>
                    <a:cubicBezTo>
                      <a:pt x="685400" y="-115758"/>
                      <a:pt x="1056208" y="113319"/>
                      <a:pt x="1059923" y="115700"/>
                    </a:cubicBezTo>
                    <a:cubicBezTo>
                      <a:pt x="1062018" y="117034"/>
                      <a:pt x="1062590" y="119796"/>
                      <a:pt x="1061256" y="121891"/>
                    </a:cubicBezTo>
                    <a:cubicBezTo>
                      <a:pt x="1060399" y="123225"/>
                      <a:pt x="1058875" y="123987"/>
                      <a:pt x="1057446" y="12398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a4784c8-b992-4faf-af51-608b17262580" id="203" name="任意多边形: 形状 202">
                <a:extLst>
                  <a:ext uri="{FF2B5EF4-FFF2-40B4-BE49-F238E27FC236}">
                    <a16:creationId id="{CE3DD158-8214-FF89-4ADA-CE43BA73DC06}"/>
                  </a:ext>
                </a:extLst>
              </p:cNvPr>
              <p:cNvSpPr/>
              <p:nvPr/>
            </p:nvSpPr>
            <p:spPr>
              <a:xfrm flipV="false" flipH="false">
                <a:off x="1603809" y="5753588"/>
                <a:ext cx="102271" cy="58520"/>
              </a:xfrm>
              <a:custGeom>
                <a:avLst/>
                <a:gdLst>
                  <a:gd fmla="*/ 143974 w 148407" name="connsiteX0"/>
                  <a:gd fmla="*/ 84920 h 84919" name="connsiteY0"/>
                  <a:gd fmla="*/ 141784 w 148407" name="connsiteX1"/>
                  <a:gd fmla="*/ 84348 h 84919" name="connsiteY1"/>
                  <a:gd fmla="*/ 2338 w 148407" name="connsiteX2"/>
                  <a:gd fmla="*/ 8434 h 84919" name="connsiteY2"/>
                  <a:gd fmla="*/ 528 w 148407" name="connsiteX3"/>
                  <a:gd fmla="*/ 2338 h 84919" name="connsiteY3"/>
                  <a:gd fmla="*/ 6624 w 148407" name="connsiteX4"/>
                  <a:gd fmla="*/ 528 h 84919" name="connsiteY4"/>
                  <a:gd fmla="*/ 146070 w 148407" name="connsiteX5"/>
                  <a:gd fmla="*/ 76442 h 84919" name="connsiteY5"/>
                  <a:gd fmla="*/ 147880 w 148407" name="connsiteX6"/>
                  <a:gd fmla="*/ 82538 h 84919" name="connsiteY6"/>
                  <a:gd fmla="*/ 143974 w 148407" name="connsiteX7"/>
                  <a:gd fmla="*/ 84920 h 8491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84919" w="148407">
                    <a:moveTo>
                      <a:pt x="143974" y="84920"/>
                    </a:moveTo>
                    <a:cubicBezTo>
                      <a:pt x="143212" y="84920"/>
                      <a:pt x="142546" y="84729"/>
                      <a:pt x="141784" y="84348"/>
                    </a:cubicBezTo>
                    <a:lnTo>
                      <a:pt x="2338" y="8434"/>
                    </a:lnTo>
                    <a:cubicBezTo>
                      <a:pt x="147" y="7291"/>
                      <a:pt x="-615" y="4529"/>
                      <a:pt x="528" y="2338"/>
                    </a:cubicBezTo>
                    <a:cubicBezTo>
                      <a:pt x="1671" y="147"/>
                      <a:pt x="4433" y="-615"/>
                      <a:pt x="6624" y="528"/>
                    </a:cubicBezTo>
                    <a:lnTo>
                      <a:pt x="146070" y="76442"/>
                    </a:lnTo>
                    <a:cubicBezTo>
                      <a:pt x="148261" y="77585"/>
                      <a:pt x="149023" y="80348"/>
                      <a:pt x="147880" y="82538"/>
                    </a:cubicBezTo>
                    <a:cubicBezTo>
                      <a:pt x="147118" y="84062"/>
                      <a:pt x="145594" y="84920"/>
                      <a:pt x="143974" y="8492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f652f44-9a3d-49ca-9375-ec090ca60abd" id="204" name="任意多边形: 形状 203">
                <a:extLst>
                  <a:ext uri="{FF2B5EF4-FFF2-40B4-BE49-F238E27FC236}">
                    <a16:creationId id="{147F2A63-068A-73F2-1C50-3964C48F1D15}"/>
                  </a:ext>
                </a:extLst>
              </p:cNvPr>
              <p:cNvSpPr/>
              <p:nvPr/>
            </p:nvSpPr>
            <p:spPr>
              <a:xfrm flipV="false" flipH="false">
                <a:off x="1724909" y="5798744"/>
                <a:ext cx="165818" cy="117533"/>
              </a:xfrm>
              <a:custGeom>
                <a:avLst/>
                <a:gdLst>
                  <a:gd fmla="*/ 4534 w 240621" name="connsiteX0"/>
                  <a:gd fmla="*/ 170555 h 170554" name="connsiteY0"/>
                  <a:gd fmla="*/ 819 w 240621" name="connsiteX1"/>
                  <a:gd fmla="*/ 168650 h 170554" name="connsiteY1"/>
                  <a:gd fmla="*/ 1962 w 240621" name="connsiteX2"/>
                  <a:gd fmla="*/ 162363 h 170554" name="connsiteY2"/>
                  <a:gd fmla="*/ 233515 w 240621" name="connsiteX3"/>
                  <a:gd fmla="*/ 819 h 170554" name="connsiteY3"/>
                  <a:gd fmla="*/ 239802 w 240621" name="connsiteX4"/>
                  <a:gd fmla="*/ 1962 h 170554" name="connsiteY4"/>
                  <a:gd fmla="*/ 238659 w 240621" name="connsiteX5"/>
                  <a:gd fmla="*/ 8249 h 170554" name="connsiteY5"/>
                  <a:gd fmla="*/ 7106 w 240621" name="connsiteX6"/>
                  <a:gd fmla="*/ 169793 h 170554" name="connsiteY6"/>
                  <a:gd fmla="*/ 4534 w 240621" name="connsiteX7"/>
                  <a:gd fmla="*/ 170555 h 17055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70554" w="240621">
                    <a:moveTo>
                      <a:pt x="4534" y="170555"/>
                    </a:moveTo>
                    <a:cubicBezTo>
                      <a:pt x="3105" y="170555"/>
                      <a:pt x="1772" y="169888"/>
                      <a:pt x="819" y="168650"/>
                    </a:cubicBezTo>
                    <a:cubicBezTo>
                      <a:pt x="-609" y="166650"/>
                      <a:pt x="-133" y="163792"/>
                      <a:pt x="1962" y="162363"/>
                    </a:cubicBezTo>
                    <a:lnTo>
                      <a:pt x="233515" y="819"/>
                    </a:lnTo>
                    <a:cubicBezTo>
                      <a:pt x="235611" y="-609"/>
                      <a:pt x="238373" y="-133"/>
                      <a:pt x="239802" y="1962"/>
                    </a:cubicBezTo>
                    <a:cubicBezTo>
                      <a:pt x="241230" y="3963"/>
                      <a:pt x="240754" y="6820"/>
                      <a:pt x="238659" y="8249"/>
                    </a:cubicBezTo>
                    <a:lnTo>
                      <a:pt x="7106" y="169793"/>
                    </a:lnTo>
                    <a:cubicBezTo>
                      <a:pt x="6249" y="170269"/>
                      <a:pt x="5391" y="170555"/>
                      <a:pt x="4534" y="17055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625e3b0-0f8b-4bde-b4c9-834e05511339" id="205" name="任意多边形: 形状 204">
                <a:extLst>
                  <a:ext uri="{FF2B5EF4-FFF2-40B4-BE49-F238E27FC236}">
                    <a16:creationId id="{4AF6D247-4859-1723-15DB-E0F49A176E36}"/>
                  </a:ext>
                </a:extLst>
              </p:cNvPr>
              <p:cNvSpPr/>
              <p:nvPr/>
            </p:nvSpPr>
            <p:spPr>
              <a:xfrm flipV="false" flipH="false">
                <a:off x="1937854" y="5692025"/>
                <a:ext cx="109281" cy="119361"/>
              </a:xfrm>
              <a:custGeom>
                <a:avLst/>
                <a:gdLst>
                  <a:gd fmla="*/ 154251 w 158579" name="connsiteX0"/>
                  <a:gd fmla="*/ 173207 h 173206" name="connsiteY0"/>
                  <a:gd fmla="*/ 150918 w 158579" name="connsiteX1"/>
                  <a:gd fmla="*/ 171778 h 173206" name="connsiteY1"/>
                  <a:gd fmla="*/ 1185 w 158579" name="connsiteX2"/>
                  <a:gd fmla="*/ 7567 h 173206" name="connsiteY2"/>
                  <a:gd fmla="*/ 1470 w 158579" name="connsiteX3"/>
                  <a:gd fmla="*/ 1185 h 173206" name="connsiteY3"/>
                  <a:gd fmla="*/ 7757 w 158579" name="connsiteX4"/>
                  <a:gd fmla="*/ 1470 h 173206" name="connsiteY4"/>
                  <a:gd fmla="*/ 157395 w 158579" name="connsiteX5"/>
                  <a:gd fmla="*/ 165681 h 173206" name="connsiteY5"/>
                  <a:gd fmla="*/ 157109 w 158579" name="connsiteX6"/>
                  <a:gd fmla="*/ 172064 h 173206" name="connsiteY6"/>
                  <a:gd fmla="*/ 154251 w 158579" name="connsiteX7"/>
                  <a:gd fmla="*/ 173207 h 173206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73206" w="158579">
                    <a:moveTo>
                      <a:pt x="154251" y="173207"/>
                    </a:moveTo>
                    <a:cubicBezTo>
                      <a:pt x="153013" y="173207"/>
                      <a:pt x="151775" y="172730"/>
                      <a:pt x="150918" y="171778"/>
                    </a:cubicBezTo>
                    <a:lnTo>
                      <a:pt x="1185" y="7567"/>
                    </a:lnTo>
                    <a:cubicBezTo>
                      <a:pt x="-530" y="5757"/>
                      <a:pt x="-339" y="2899"/>
                      <a:pt x="1470" y="1185"/>
                    </a:cubicBezTo>
                    <a:cubicBezTo>
                      <a:pt x="3280" y="-530"/>
                      <a:pt x="6138" y="-339"/>
                      <a:pt x="7757" y="1470"/>
                    </a:cubicBezTo>
                    <a:lnTo>
                      <a:pt x="157395" y="165681"/>
                    </a:lnTo>
                    <a:cubicBezTo>
                      <a:pt x="159109" y="167491"/>
                      <a:pt x="158919" y="170349"/>
                      <a:pt x="157109" y="172064"/>
                    </a:cubicBezTo>
                    <a:cubicBezTo>
                      <a:pt x="156442" y="172730"/>
                      <a:pt x="155395" y="173207"/>
                      <a:pt x="154251" y="17320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8154a17-0bbc-400f-a9d8-2c150a84201a" id="206" name="任意多边形: 形状 205">
                <a:extLst>
                  <a:ext uri="{FF2B5EF4-FFF2-40B4-BE49-F238E27FC236}">
                    <a16:creationId id="{491E9336-9430-E772-C64C-9AB4F778D801}"/>
                  </a:ext>
                </a:extLst>
              </p:cNvPr>
              <p:cNvSpPr/>
              <p:nvPr/>
            </p:nvSpPr>
            <p:spPr>
              <a:xfrm flipV="false" flipH="false">
                <a:off x="2051883" y="5846451"/>
                <a:ext cx="131966" cy="83676"/>
              </a:xfrm>
              <a:custGeom>
                <a:avLst/>
                <a:gdLst>
                  <a:gd fmla="*/ 4500 w 191498" name="connsiteX0"/>
                  <a:gd fmla="*/ 121424 h 121424" name="connsiteY0"/>
                  <a:gd fmla="*/ 690 w 191498" name="connsiteX1"/>
                  <a:gd fmla="*/ 119329 h 121424" name="connsiteY1"/>
                  <a:gd fmla="*/ 2118 w 191498" name="connsiteX2"/>
                  <a:gd fmla="*/ 113138 h 121424" name="connsiteY2"/>
                  <a:gd fmla="*/ 184617 w 191498" name="connsiteX3"/>
                  <a:gd fmla="*/ 647 h 121424" name="connsiteY3"/>
                  <a:gd fmla="*/ 190809 w 191498" name="connsiteX4"/>
                  <a:gd fmla="*/ 2076 h 121424" name="connsiteY4"/>
                  <a:gd fmla="*/ 189380 w 191498" name="connsiteX5"/>
                  <a:gd fmla="*/ 8267 h 121424" name="connsiteY5"/>
                  <a:gd fmla="*/ 6881 w 191498" name="connsiteX6"/>
                  <a:gd fmla="*/ 120757 h 121424" name="connsiteY6"/>
                  <a:gd fmla="*/ 4500 w 191498" name="connsiteX7"/>
                  <a:gd fmla="*/ 121424 h 12142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21424" w="191498">
                    <a:moveTo>
                      <a:pt x="4500" y="121424"/>
                    </a:moveTo>
                    <a:cubicBezTo>
                      <a:pt x="2976" y="121424"/>
                      <a:pt x="1547" y="120663"/>
                      <a:pt x="690" y="119329"/>
                    </a:cubicBezTo>
                    <a:cubicBezTo>
                      <a:pt x="-644" y="117233"/>
                      <a:pt x="23" y="114471"/>
                      <a:pt x="2118" y="113138"/>
                    </a:cubicBezTo>
                    <a:lnTo>
                      <a:pt x="184617" y="647"/>
                    </a:lnTo>
                    <a:cubicBezTo>
                      <a:pt x="186713" y="-591"/>
                      <a:pt x="189475" y="-19"/>
                      <a:pt x="190809" y="2076"/>
                    </a:cubicBezTo>
                    <a:cubicBezTo>
                      <a:pt x="192142" y="4172"/>
                      <a:pt x="191475" y="6934"/>
                      <a:pt x="189380" y="8267"/>
                    </a:cubicBezTo>
                    <a:lnTo>
                      <a:pt x="6881" y="120757"/>
                    </a:lnTo>
                    <a:cubicBezTo>
                      <a:pt x="6119" y="121234"/>
                      <a:pt x="5262" y="121424"/>
                      <a:pt x="4500" y="121424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b2f8251-4b43-40a7-ab93-82f4782f6f73" id="193" name="任意多边形: 形状 192">
                <a:extLst>
                  <a:ext uri="{FF2B5EF4-FFF2-40B4-BE49-F238E27FC236}">
                    <a16:creationId id="{1381785A-68BA-EAE7-B1E5-316A37ECA07A}"/>
                  </a:ext>
                </a:extLst>
              </p:cNvPr>
              <p:cNvSpPr/>
              <p:nvPr/>
            </p:nvSpPr>
            <p:spPr>
              <a:xfrm flipV="false" flipH="false">
                <a:off x="1135483" y="4928609"/>
                <a:ext cx="1425197" cy="933504"/>
              </a:xfrm>
              <a:custGeom>
                <a:avLst/>
                <a:gdLst>
                  <a:gd fmla="*/ 2047911 w 2068120" name="connsiteX0"/>
                  <a:gd fmla="*/ 1287200 h 1354619" name="connsiteY0"/>
                  <a:gd fmla="*/ 1537943 w 2068120" name="connsiteX1"/>
                  <a:gd fmla="*/ 297362 h 1354619" name="connsiteY1"/>
                  <a:gd fmla="*/ 7180 w 2068120" name="connsiteX2"/>
                  <a:gd fmla="*/ 121911 h 1354619" name="connsiteY2"/>
                  <a:gd fmla="*/ 864239 w 2068120" name="connsiteX3"/>
                  <a:gd fmla="*/ 1111464 h 1354619" name="connsiteY3"/>
                  <a:gd fmla="*/ 2047911 w 2068120" name="connsiteX4"/>
                  <a:gd fmla="*/ 1287200 h 1354619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354619" w="2068120">
                    <a:moveTo>
                      <a:pt x="2047911" y="1287200"/>
                    </a:moveTo>
                    <a:cubicBezTo>
                      <a:pt x="2121730" y="1244052"/>
                      <a:pt x="2002477" y="719891"/>
                      <a:pt x="1537943" y="297362"/>
                    </a:cubicBezTo>
                    <a:cubicBezTo>
                      <a:pt x="1006924" y="-185556"/>
                      <a:pt x="78617" y="47235"/>
                      <a:pt x="7180" y="121911"/>
                    </a:cubicBezTo>
                    <a:cubicBezTo>
                      <a:pt x="-55780" y="187824"/>
                      <a:pt x="300740" y="789709"/>
                      <a:pt x="864239" y="1111464"/>
                    </a:cubicBezTo>
                    <a:cubicBezTo>
                      <a:pt x="1427834" y="1433218"/>
                      <a:pt x="1904179" y="1371210"/>
                      <a:pt x="2047911" y="1287200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5f4f0bb-95e7-469c-8727-ea2a0d0354fa" id="195" name="任意多边形: 形状 194">
                <a:extLst>
                  <a:ext uri="{FF2B5EF4-FFF2-40B4-BE49-F238E27FC236}">
                    <a16:creationId id="{C6AD680F-D507-C0CA-337D-AE6A2FA27BAE}"/>
                  </a:ext>
                </a:extLst>
              </p:cNvPr>
              <p:cNvSpPr/>
              <p:nvPr/>
            </p:nvSpPr>
            <p:spPr>
              <a:xfrm flipV="false" flipH="false">
                <a:off x="1156557" y="5023803"/>
                <a:ext cx="1242063" cy="748658"/>
              </a:xfrm>
              <a:custGeom>
                <a:avLst/>
                <a:gdLst>
                  <a:gd fmla="*/ 1797874 w 1802372" name="connsiteX0"/>
                  <a:gd fmla="*/ 1086389 h 1086388" name="connsiteY0"/>
                  <a:gd fmla="*/ 1793969 w 1802372" name="connsiteX1"/>
                  <a:gd fmla="*/ 1084102 h 1086388" name="connsiteY1"/>
                  <a:gd fmla="*/ 1414493 w 1802372" name="connsiteX2"/>
                  <a:gd fmla="*/ 675861 h 1086388" name="connsiteY2"/>
                  <a:gd fmla="*/ 3364 w 1802372" name="connsiteX3"/>
                  <a:gd fmla="*/ 8825 h 1086388" name="connsiteY3"/>
                  <a:gd fmla="*/ 126 w 1802372" name="connsiteX4"/>
                  <a:gd fmla="*/ 3396 h 1086388" name="connsiteY4"/>
                  <a:gd fmla="*/ 5555 w 1802372" name="connsiteX5"/>
                  <a:gd fmla="*/ 157 h 1086388" name="connsiteY5"/>
                  <a:gd fmla="*/ 1420684 w 1802372" name="connsiteX6"/>
                  <a:gd fmla="*/ 669384 h 1086388" name="connsiteY6"/>
                  <a:gd fmla="*/ 1801779 w 1802372" name="connsiteX7"/>
                  <a:gd fmla="*/ 1079816 h 1086388" name="connsiteY7"/>
                  <a:gd fmla="*/ 1800065 w 1802372" name="connsiteX8"/>
                  <a:gd fmla="*/ 1085912 h 1086388" name="connsiteY8"/>
                  <a:gd fmla="*/ 1797874 w 1802372" name="connsiteX9"/>
                  <a:gd fmla="*/ 1086389 h 1086388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086388" w="1802372">
                    <a:moveTo>
                      <a:pt x="1797874" y="1086389"/>
                    </a:moveTo>
                    <a:cubicBezTo>
                      <a:pt x="1796350" y="1086389"/>
                      <a:pt x="1794826" y="1085531"/>
                      <a:pt x="1793969" y="1084102"/>
                    </a:cubicBezTo>
                    <a:cubicBezTo>
                      <a:pt x="1792921" y="1082292"/>
                      <a:pt x="1687003" y="898936"/>
                      <a:pt x="1414493" y="675861"/>
                    </a:cubicBezTo>
                    <a:cubicBezTo>
                      <a:pt x="1162938" y="469930"/>
                      <a:pt x="713929" y="187038"/>
                      <a:pt x="3364" y="8825"/>
                    </a:cubicBezTo>
                    <a:cubicBezTo>
                      <a:pt x="983" y="8253"/>
                      <a:pt x="-446" y="5777"/>
                      <a:pt x="126" y="3396"/>
                    </a:cubicBezTo>
                    <a:cubicBezTo>
                      <a:pt x="697" y="1015"/>
                      <a:pt x="3078" y="-509"/>
                      <a:pt x="5555" y="157"/>
                    </a:cubicBezTo>
                    <a:cubicBezTo>
                      <a:pt x="718025" y="178846"/>
                      <a:pt x="1168367" y="462691"/>
                      <a:pt x="1420684" y="669384"/>
                    </a:cubicBezTo>
                    <a:cubicBezTo>
                      <a:pt x="1694337" y="893507"/>
                      <a:pt x="1800732" y="1077911"/>
                      <a:pt x="1801779" y="1079816"/>
                    </a:cubicBezTo>
                    <a:cubicBezTo>
                      <a:pt x="1803018" y="1082007"/>
                      <a:pt x="1802256" y="1084674"/>
                      <a:pt x="1800065" y="1085912"/>
                    </a:cubicBezTo>
                    <a:cubicBezTo>
                      <a:pt x="1799398" y="1086198"/>
                      <a:pt x="1798636" y="1086389"/>
                      <a:pt x="1797874" y="108638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fee0a3e-291c-4d2c-9c79-5104565e2ad1" id="196" name="任意多边形: 形状 195">
                <a:extLst>
                  <a:ext uri="{FF2B5EF4-FFF2-40B4-BE49-F238E27FC236}">
                    <a16:creationId id="{3E630413-1E2F-FCF7-7204-9AD339E59B28}"/>
                  </a:ext>
                </a:extLst>
              </p:cNvPr>
              <p:cNvSpPr/>
              <p:nvPr/>
            </p:nvSpPr>
            <p:spPr>
              <a:xfrm flipV="false" flipH="false">
                <a:off x="2083358" y="5117225"/>
                <a:ext cx="110500" cy="392351"/>
              </a:xfrm>
              <a:custGeom>
                <a:avLst/>
                <a:gdLst>
                  <a:gd fmla="*/ 155898 w 160348" name="connsiteX0"/>
                  <a:gd fmla="*/ 569346 h 569345" name="connsiteY0"/>
                  <a:gd fmla="*/ 151516 w 160348" name="connsiteX1"/>
                  <a:gd fmla="*/ 566012 h 569345" name="connsiteY1"/>
                  <a:gd fmla="*/ 164 w 160348" name="connsiteX2"/>
                  <a:gd fmla="*/ 5656 h 569345" name="connsiteY2"/>
                  <a:gd fmla="*/ 3307 w 160348" name="connsiteX3"/>
                  <a:gd fmla="*/ 132 h 569345" name="connsiteY3"/>
                  <a:gd fmla="*/ 8832 w 160348" name="connsiteX4"/>
                  <a:gd fmla="*/ 3275 h 569345" name="connsiteY4"/>
                  <a:gd fmla="*/ 160184 w 160348" name="connsiteX5"/>
                  <a:gd fmla="*/ 563631 h 569345" name="connsiteY5"/>
                  <a:gd fmla="*/ 157041 w 160348" name="connsiteX6"/>
                  <a:gd fmla="*/ 569155 h 569345" name="connsiteY6"/>
                  <a:gd fmla="*/ 155898 w 160348" name="connsiteX7"/>
                  <a:gd fmla="*/ 569346 h 569345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569345" w="160348">
                    <a:moveTo>
                      <a:pt x="155898" y="569346"/>
                    </a:moveTo>
                    <a:cubicBezTo>
                      <a:pt x="153898" y="569346"/>
                      <a:pt x="152088" y="568012"/>
                      <a:pt x="151516" y="566012"/>
                    </a:cubicBezTo>
                    <a:lnTo>
                      <a:pt x="164" y="5656"/>
                    </a:lnTo>
                    <a:cubicBezTo>
                      <a:pt x="-503" y="3275"/>
                      <a:pt x="926" y="798"/>
                      <a:pt x="3307" y="132"/>
                    </a:cubicBezTo>
                    <a:cubicBezTo>
                      <a:pt x="5593" y="-440"/>
                      <a:pt x="8165" y="894"/>
                      <a:pt x="8832" y="3275"/>
                    </a:cubicBezTo>
                    <a:lnTo>
                      <a:pt x="160184" y="563631"/>
                    </a:lnTo>
                    <a:cubicBezTo>
                      <a:pt x="160851" y="566012"/>
                      <a:pt x="159422" y="568489"/>
                      <a:pt x="157041" y="569155"/>
                    </a:cubicBezTo>
                    <a:cubicBezTo>
                      <a:pt x="156660" y="569346"/>
                      <a:pt x="156279" y="569346"/>
                      <a:pt x="155898" y="56934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9364427-979c-488b-a512-b23d3fe1ea5f" id="197" name="任意多边形: 形状 196">
                <a:extLst>
                  <a:ext uri="{FF2B5EF4-FFF2-40B4-BE49-F238E27FC236}">
                    <a16:creationId id="{36A925EC-30C5-1420-4754-BD22CC8B805A}"/>
                  </a:ext>
                </a:extLst>
              </p:cNvPr>
              <p:cNvSpPr/>
              <p:nvPr/>
            </p:nvSpPr>
            <p:spPr>
              <a:xfrm flipV="false" flipH="false">
                <a:off x="1390675" y="5318265"/>
                <a:ext cx="467888" cy="82153"/>
              </a:xfrm>
              <a:custGeom>
                <a:avLst/>
                <a:gdLst>
                  <a:gd fmla="*/ 4437 w 678957" name="connsiteX0"/>
                  <a:gd fmla="*/ 119213 h 119213" name="connsiteY0"/>
                  <a:gd fmla="*/ 55 w 678957" name="connsiteX1"/>
                  <a:gd fmla="*/ 115498 h 119213" name="connsiteY1"/>
                  <a:gd fmla="*/ 3770 w 678957" name="connsiteX2"/>
                  <a:gd fmla="*/ 110355 h 119213" name="connsiteY2"/>
                  <a:gd fmla="*/ 673759 w 678957" name="connsiteX3"/>
                  <a:gd fmla="*/ 55 h 119213" name="connsiteY3"/>
                  <a:gd fmla="*/ 678902 w 678957" name="connsiteX4"/>
                  <a:gd fmla="*/ 3770 h 119213" name="connsiteY4"/>
                  <a:gd fmla="*/ 675188 w 678957" name="connsiteX5"/>
                  <a:gd fmla="*/ 8914 h 119213" name="connsiteY5"/>
                  <a:gd fmla="*/ 5104 w 678957" name="connsiteX6"/>
                  <a:gd fmla="*/ 119118 h 119213" name="connsiteY6"/>
                  <a:gd fmla="*/ 4437 w 678957" name="connsiteX7"/>
                  <a:gd fmla="*/ 119213 h 119213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19213" w="678957">
                    <a:moveTo>
                      <a:pt x="4437" y="119213"/>
                    </a:moveTo>
                    <a:cubicBezTo>
                      <a:pt x="2246" y="119213"/>
                      <a:pt x="341" y="117689"/>
                      <a:pt x="55" y="115498"/>
                    </a:cubicBezTo>
                    <a:cubicBezTo>
                      <a:pt x="-326" y="113022"/>
                      <a:pt x="1294" y="110736"/>
                      <a:pt x="3770" y="110355"/>
                    </a:cubicBezTo>
                    <a:lnTo>
                      <a:pt x="673759" y="55"/>
                    </a:lnTo>
                    <a:cubicBezTo>
                      <a:pt x="676235" y="-326"/>
                      <a:pt x="678521" y="1294"/>
                      <a:pt x="678902" y="3770"/>
                    </a:cubicBezTo>
                    <a:cubicBezTo>
                      <a:pt x="679283" y="6247"/>
                      <a:pt x="677664" y="8533"/>
                      <a:pt x="675188" y="8914"/>
                    </a:cubicBezTo>
                    <a:lnTo>
                      <a:pt x="5104" y="119118"/>
                    </a:lnTo>
                    <a:cubicBezTo>
                      <a:pt x="4913" y="119213"/>
                      <a:pt x="4627" y="119213"/>
                      <a:pt x="4437" y="119213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1458132-96e6-4126-a98c-a80663662e18" id="198" name="任意多边形: 形状 197">
                <a:extLst>
                  <a:ext uri="{FF2B5EF4-FFF2-40B4-BE49-F238E27FC236}">
                    <a16:creationId id="{BFED130F-C956-381E-1AB6-857A0A13F9B0}"/>
                  </a:ext>
                </a:extLst>
              </p:cNvPr>
              <p:cNvSpPr/>
              <p:nvPr/>
            </p:nvSpPr>
            <p:spPr>
              <a:xfrm flipV="false" flipH="false">
                <a:off x="2011746" y="5685048"/>
                <a:ext cx="261536" cy="74154"/>
              </a:xfrm>
              <a:custGeom>
                <a:avLst/>
                <a:gdLst>
                  <a:gd fmla="*/ 4546 w 379518" name="connsiteX0"/>
                  <a:gd fmla="*/ 107606 h 107606" name="connsiteY0"/>
                  <a:gd fmla="*/ 164 w 379518" name="connsiteX1"/>
                  <a:gd fmla="*/ 104272 h 107606" name="connsiteY1"/>
                  <a:gd fmla="*/ 3307 w 379518" name="connsiteX2"/>
                  <a:gd fmla="*/ 98748 h 107606" name="connsiteY2"/>
                  <a:gd fmla="*/ 373830 w 379518" name="connsiteX3"/>
                  <a:gd fmla="*/ 164 h 107606" name="connsiteY3"/>
                  <a:gd fmla="*/ 379354 w 379518" name="connsiteX4"/>
                  <a:gd fmla="*/ 3307 h 107606" name="connsiteY4"/>
                  <a:gd fmla="*/ 376211 w 379518" name="connsiteX5"/>
                  <a:gd fmla="*/ 8832 h 107606" name="connsiteY5"/>
                  <a:gd fmla="*/ 5784 w 379518" name="connsiteX6"/>
                  <a:gd fmla="*/ 107415 h 107606" name="connsiteY6"/>
                  <a:gd fmla="*/ 4546 w 379518" name="connsiteX7"/>
                  <a:gd fmla="*/ 107606 h 107606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07606" w="379518">
                    <a:moveTo>
                      <a:pt x="4546" y="107606"/>
                    </a:moveTo>
                    <a:cubicBezTo>
                      <a:pt x="2545" y="107606"/>
                      <a:pt x="736" y="106272"/>
                      <a:pt x="164" y="104272"/>
                    </a:cubicBezTo>
                    <a:cubicBezTo>
                      <a:pt x="-503" y="101891"/>
                      <a:pt x="926" y="99414"/>
                      <a:pt x="3307" y="98748"/>
                    </a:cubicBezTo>
                    <a:lnTo>
                      <a:pt x="373830" y="164"/>
                    </a:lnTo>
                    <a:cubicBezTo>
                      <a:pt x="376402" y="-503"/>
                      <a:pt x="378688" y="926"/>
                      <a:pt x="379354" y="3307"/>
                    </a:cubicBezTo>
                    <a:cubicBezTo>
                      <a:pt x="380021" y="5688"/>
                      <a:pt x="378592" y="8165"/>
                      <a:pt x="376211" y="8832"/>
                    </a:cubicBezTo>
                    <a:lnTo>
                      <a:pt x="5784" y="107415"/>
                    </a:lnTo>
                    <a:cubicBezTo>
                      <a:pt x="5308" y="107606"/>
                      <a:pt x="4927" y="107606"/>
                      <a:pt x="4546" y="10760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8436402-6ac7-4d59-9b3e-d9a52f033ede" id="199" name="任意多边形: 形状 198">
                <a:extLst>
                  <a:ext uri="{FF2B5EF4-FFF2-40B4-BE49-F238E27FC236}">
                    <a16:creationId id="{DE580FD1-0F5B-F5D5-7E5B-25E90A693C70}"/>
                  </a:ext>
                </a:extLst>
              </p:cNvPr>
              <p:cNvSpPr/>
              <p:nvPr/>
            </p:nvSpPr>
            <p:spPr>
              <a:xfrm flipV="false" flipH="false">
                <a:off x="1393304" y="4959352"/>
                <a:ext cx="90325" cy="159670"/>
              </a:xfrm>
              <a:custGeom>
                <a:avLst/>
                <a:gdLst>
                  <a:gd fmla="*/ 126544 w 131072" name="connsiteX0"/>
                  <a:gd fmla="*/ 231700 h 231699" name="connsiteY0"/>
                  <a:gd fmla="*/ 122639 w 131072" name="connsiteX1"/>
                  <a:gd fmla="*/ 229414 h 231699" name="connsiteY1"/>
                  <a:gd fmla="*/ 528 w 131072" name="connsiteX2"/>
                  <a:gd fmla="*/ 6624 h 231699" name="connsiteY2"/>
                  <a:gd fmla="*/ 2338 w 131072" name="connsiteX3"/>
                  <a:gd fmla="*/ 528 h 231699" name="connsiteY3"/>
                  <a:gd fmla="*/ 8434 w 131072" name="connsiteX4"/>
                  <a:gd fmla="*/ 2338 h 231699" name="connsiteY4"/>
                  <a:gd fmla="*/ 130544 w 131072" name="connsiteX5"/>
                  <a:gd fmla="*/ 225128 h 231699" name="connsiteY5"/>
                  <a:gd fmla="*/ 128735 w 131072" name="connsiteX6"/>
                  <a:gd fmla="*/ 231223 h 231699" name="connsiteY6"/>
                  <a:gd fmla="*/ 126544 w 131072" name="connsiteX7"/>
                  <a:gd fmla="*/ 231700 h 23169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231699" w="131072">
                    <a:moveTo>
                      <a:pt x="126544" y="231700"/>
                    </a:moveTo>
                    <a:cubicBezTo>
                      <a:pt x="124924" y="231700"/>
                      <a:pt x="123400" y="230843"/>
                      <a:pt x="122639" y="229414"/>
                    </a:cubicBezTo>
                    <a:lnTo>
                      <a:pt x="528" y="6624"/>
                    </a:lnTo>
                    <a:cubicBezTo>
                      <a:pt x="-615" y="4433"/>
                      <a:pt x="147" y="1766"/>
                      <a:pt x="2338" y="528"/>
                    </a:cubicBezTo>
                    <a:cubicBezTo>
                      <a:pt x="4528" y="-615"/>
                      <a:pt x="7195" y="147"/>
                      <a:pt x="8434" y="2338"/>
                    </a:cubicBezTo>
                    <a:lnTo>
                      <a:pt x="130544" y="225128"/>
                    </a:lnTo>
                    <a:cubicBezTo>
                      <a:pt x="131687" y="227318"/>
                      <a:pt x="130925" y="229985"/>
                      <a:pt x="128735" y="231223"/>
                    </a:cubicBezTo>
                    <a:cubicBezTo>
                      <a:pt x="127972" y="231509"/>
                      <a:pt x="127306" y="231700"/>
                      <a:pt x="126544" y="23170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1c3c42f-d293-4490-8fb1-5014011d5f22" id="186" name="任意多边形: 形状 185">
                <a:extLst>
                  <a:ext uri="{FF2B5EF4-FFF2-40B4-BE49-F238E27FC236}">
                    <a16:creationId id="{9CF2BE55-95A4-5254-C4B7-213CE4D01340}"/>
                  </a:ext>
                </a:extLst>
              </p:cNvPr>
              <p:cNvSpPr/>
              <p:nvPr/>
            </p:nvSpPr>
            <p:spPr>
              <a:xfrm flipV="false" flipH="false">
                <a:off x="1443120" y="3848883"/>
                <a:ext cx="1028959" cy="1516348"/>
              </a:xfrm>
              <a:custGeom>
                <a:avLst/>
                <a:gdLst>
                  <a:gd fmla="*/ 1432522 w 1493134" name="connsiteX0"/>
                  <a:gd fmla="*/ 2185446 h 2200391" name="connsiteY0"/>
                  <a:gd fmla="*/ 352387 w 1493134" name="connsiteX1"/>
                  <a:gd fmla="*/ 1570416 h 2200391" name="connsiteY1"/>
                  <a:gd fmla="*/ 108833 w 1493134" name="connsiteX2"/>
                  <a:gd fmla="*/ 5173 h 2200391" name="connsiteY2"/>
                  <a:gd fmla="*/ 1201255 w 1493134" name="connsiteX3"/>
                  <a:gd fmla="*/ 971103 h 2200391" name="connsiteY3"/>
                  <a:gd fmla="*/ 1432522 w 1493134" name="connsiteX4"/>
                  <a:gd fmla="*/ 2185446 h 220039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2200391" w="1493134">
                    <a:moveTo>
                      <a:pt x="1432522" y="2185446"/>
                    </a:moveTo>
                    <a:cubicBezTo>
                      <a:pt x="1388898" y="2255740"/>
                      <a:pt x="822351" y="2082575"/>
                      <a:pt x="352387" y="1570416"/>
                    </a:cubicBezTo>
                    <a:cubicBezTo>
                      <a:pt x="-184728" y="985010"/>
                      <a:pt x="31299" y="69848"/>
                      <a:pt x="108833" y="5173"/>
                    </a:cubicBezTo>
                    <a:cubicBezTo>
                      <a:pt x="177222" y="-51882"/>
                      <a:pt x="835781" y="369028"/>
                      <a:pt x="1201255" y="971103"/>
                    </a:cubicBezTo>
                    <a:cubicBezTo>
                      <a:pt x="1566825" y="1573179"/>
                      <a:pt x="1517390" y="2048571"/>
                      <a:pt x="1432522" y="2185446"/>
                    </a:cubicBezTo>
                    <a:close/>
                  </a:path>
                </a:pathLst>
              </a:custGeom>
              <a:solidFill>
                <a:srgbClr val="FF560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c80da9d-b991-423a-ba30-31645815de59" id="188" name="任意多边形: 形状 187">
                <a:extLst>
                  <a:ext uri="{FF2B5EF4-FFF2-40B4-BE49-F238E27FC236}">
                    <a16:creationId id="{5002C1C9-ABA4-0458-796A-A87F317E10A0}"/>
                  </a:ext>
                </a:extLst>
              </p:cNvPr>
              <p:cNvSpPr/>
              <p:nvPr/>
            </p:nvSpPr>
            <p:spPr>
              <a:xfrm flipV="false" flipH="false">
                <a:off x="1561228" y="3956010"/>
                <a:ext cx="816998" cy="1244472"/>
              </a:xfrm>
              <a:custGeom>
                <a:avLst/>
                <a:gdLst>
                  <a:gd fmla="*/ 1181124 w 1185555" name="connsiteX0"/>
                  <a:gd fmla="*/ 1805869 h 1805868" name="connsiteY0"/>
                  <a:gd fmla="*/ 1178743 w 1185555" name="connsiteX1"/>
                  <a:gd fmla="*/ 1805202 h 1805868" name="connsiteY1"/>
                  <a:gd fmla="*/ 744689 w 1185555" name="connsiteX2"/>
                  <a:gd fmla="*/ 1404200 h 1805868" name="connsiteY2"/>
                  <a:gd fmla="*/ 215 w 1185555" name="connsiteX3"/>
                  <a:gd fmla="*/ 5834 h 1805868" name="connsiteY3"/>
                  <a:gd fmla="*/ 3167 w 1185555" name="connsiteX4"/>
                  <a:gd fmla="*/ 215 h 1805868" name="connsiteY4"/>
                  <a:gd fmla="*/ 8787 w 1185555" name="connsiteX5"/>
                  <a:gd fmla="*/ 3167 h 1805868" name="connsiteY5"/>
                  <a:gd fmla="*/ 751451 w 1185555" name="connsiteX6"/>
                  <a:gd fmla="*/ 1398294 h 1805868" name="connsiteY6"/>
                  <a:gd fmla="*/ 1183410 w 1185555" name="connsiteX7"/>
                  <a:gd fmla="*/ 1797487 h 1805868" name="connsiteY7"/>
                  <a:gd fmla="*/ 1184934 w 1185555" name="connsiteX8"/>
                  <a:gd fmla="*/ 1803678 h 1805868" name="connsiteY8"/>
                  <a:gd fmla="*/ 1181124 w 1185555" name="connsiteX9"/>
                  <a:gd fmla="*/ 1805869 h 1805868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805868" w="1185555">
                    <a:moveTo>
                      <a:pt x="1181124" y="1805869"/>
                    </a:moveTo>
                    <a:cubicBezTo>
                      <a:pt x="1180267" y="1805869"/>
                      <a:pt x="1179505" y="1805678"/>
                      <a:pt x="1178743" y="1805202"/>
                    </a:cubicBezTo>
                    <a:cubicBezTo>
                      <a:pt x="1176838" y="1804059"/>
                      <a:pt x="984719" y="1684616"/>
                      <a:pt x="744689" y="1404200"/>
                    </a:cubicBezTo>
                    <a:cubicBezTo>
                      <a:pt x="523232" y="1145596"/>
                      <a:pt x="214337" y="693063"/>
                      <a:pt x="215" y="5834"/>
                    </a:cubicBezTo>
                    <a:cubicBezTo>
                      <a:pt x="-547" y="3453"/>
                      <a:pt x="786" y="977"/>
                      <a:pt x="3167" y="215"/>
                    </a:cubicBezTo>
                    <a:cubicBezTo>
                      <a:pt x="5453" y="-547"/>
                      <a:pt x="8025" y="786"/>
                      <a:pt x="8787" y="3167"/>
                    </a:cubicBezTo>
                    <a:cubicBezTo>
                      <a:pt x="222433" y="688872"/>
                      <a:pt x="530567" y="1140357"/>
                      <a:pt x="751451" y="1398294"/>
                    </a:cubicBezTo>
                    <a:cubicBezTo>
                      <a:pt x="990624" y="1677662"/>
                      <a:pt x="1181505" y="1796249"/>
                      <a:pt x="1183410" y="1797487"/>
                    </a:cubicBezTo>
                    <a:cubicBezTo>
                      <a:pt x="1185506" y="1798820"/>
                      <a:pt x="1186172" y="1801583"/>
                      <a:pt x="1184934" y="1803678"/>
                    </a:cubicBezTo>
                    <a:cubicBezTo>
                      <a:pt x="1184077" y="1805107"/>
                      <a:pt x="1182648" y="1805869"/>
                      <a:pt x="1181124" y="180586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e1f9bcb-f2bd-4725-89e3-7af8a5de92f4" id="189" name="任意多边形: 形状 188">
                <a:extLst>
                  <a:ext uri="{FF2B5EF4-FFF2-40B4-BE49-F238E27FC236}">
                    <a16:creationId id="{DEA0BC45-E265-05C5-F88B-AE363B5E8261}"/>
                  </a:ext>
                </a:extLst>
              </p:cNvPr>
              <p:cNvSpPr/>
              <p:nvPr/>
            </p:nvSpPr>
            <p:spPr>
              <a:xfrm flipV="false" flipH="false">
                <a:off x="1698546" y="4835273"/>
                <a:ext cx="420650" cy="133043"/>
              </a:xfrm>
              <a:custGeom>
                <a:avLst/>
                <a:gdLst>
                  <a:gd fmla="*/ 606005 w 610410" name="connsiteX0"/>
                  <a:gd fmla="*/ 193060 h 193060" name="connsiteY0"/>
                  <a:gd fmla="*/ 604671 w 610410" name="connsiteX1"/>
                  <a:gd fmla="*/ 192870 h 193060" name="connsiteY1"/>
                  <a:gd fmla="*/ 3167 w 610410" name="connsiteX2"/>
                  <a:gd fmla="*/ 8752 h 193060" name="connsiteY2"/>
                  <a:gd fmla="*/ 215 w 610410" name="connsiteX3"/>
                  <a:gd fmla="*/ 3132 h 193060" name="connsiteY3"/>
                  <a:gd fmla="*/ 5834 w 610410" name="connsiteX4"/>
                  <a:gd fmla="*/ 179 h 193060" name="connsiteY4"/>
                  <a:gd fmla="*/ 607243 w 610410" name="connsiteX5"/>
                  <a:gd fmla="*/ 184298 h 193060" name="connsiteY5"/>
                  <a:gd fmla="*/ 610196 w 610410" name="connsiteX6"/>
                  <a:gd fmla="*/ 189917 h 193060" name="connsiteY6"/>
                  <a:gd fmla="*/ 606005 w 610410" name="connsiteX7"/>
                  <a:gd fmla="*/ 193060 h 193060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93060" w="610410">
                    <a:moveTo>
                      <a:pt x="606005" y="193060"/>
                    </a:moveTo>
                    <a:cubicBezTo>
                      <a:pt x="605528" y="193060"/>
                      <a:pt x="605147" y="192965"/>
                      <a:pt x="604671" y="192870"/>
                    </a:cubicBezTo>
                    <a:lnTo>
                      <a:pt x="3167" y="8752"/>
                    </a:lnTo>
                    <a:cubicBezTo>
                      <a:pt x="786" y="7990"/>
                      <a:pt x="-547" y="5514"/>
                      <a:pt x="215" y="3132"/>
                    </a:cubicBezTo>
                    <a:cubicBezTo>
                      <a:pt x="977" y="751"/>
                      <a:pt x="3453" y="-487"/>
                      <a:pt x="5834" y="179"/>
                    </a:cubicBezTo>
                    <a:lnTo>
                      <a:pt x="607243" y="184298"/>
                    </a:lnTo>
                    <a:cubicBezTo>
                      <a:pt x="609624" y="185060"/>
                      <a:pt x="610958" y="187536"/>
                      <a:pt x="610196" y="189917"/>
                    </a:cubicBezTo>
                    <a:cubicBezTo>
                      <a:pt x="609719" y="191822"/>
                      <a:pt x="608005" y="193060"/>
                      <a:pt x="606005" y="19306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34ad34a-b2a9-444b-9b89-c810682a53c6" id="190" name="任意多边形: 形状 189">
                <a:extLst>
                  <a:ext uri="{FF2B5EF4-FFF2-40B4-BE49-F238E27FC236}">
                    <a16:creationId id="{DDCEC6AC-24DC-5517-1C53-C05ADE147D8B}"/>
                  </a:ext>
                </a:extLst>
              </p:cNvPr>
              <p:cNvSpPr/>
              <p:nvPr/>
            </p:nvSpPr>
            <p:spPr>
              <a:xfrm flipV="false" flipH="false">
                <a:off x="1892177" y="4215134"/>
                <a:ext cx="62334" cy="431024"/>
              </a:xfrm>
              <a:custGeom>
                <a:avLst/>
                <a:gdLst>
                  <a:gd fmla="*/ 4508 w 90454" name="connsiteX0"/>
                  <a:gd fmla="*/ 625465 h 625464" name="connsiteY0"/>
                  <a:gd fmla="*/ 3936 w 90454" name="connsiteX1"/>
                  <a:gd fmla="*/ 625465 h 625464" name="connsiteY1"/>
                  <a:gd fmla="*/ 31 w 90454" name="connsiteX2"/>
                  <a:gd fmla="*/ 620416 h 625464" name="connsiteY2"/>
                  <a:gd fmla="*/ 81470 w 90454" name="connsiteX3"/>
                  <a:gd fmla="*/ 3863 h 625464" name="connsiteY3"/>
                  <a:gd fmla="*/ 86518 w 90454" name="connsiteX4"/>
                  <a:gd fmla="*/ 53 h 625464" name="connsiteY4"/>
                  <a:gd fmla="*/ 90423 w 90454" name="connsiteX5"/>
                  <a:gd fmla="*/ 5101 h 625464" name="connsiteY5"/>
                  <a:gd fmla="*/ 8985 w 90454" name="connsiteX6"/>
                  <a:gd fmla="*/ 621655 h 625464" name="connsiteY6"/>
                  <a:gd fmla="*/ 4508 w 90454" name="connsiteX7"/>
                  <a:gd fmla="*/ 625465 h 62546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625464" w="90454">
                    <a:moveTo>
                      <a:pt x="4508" y="625465"/>
                    </a:moveTo>
                    <a:cubicBezTo>
                      <a:pt x="4317" y="625465"/>
                      <a:pt x="4127" y="625465"/>
                      <a:pt x="3936" y="625465"/>
                    </a:cubicBezTo>
                    <a:cubicBezTo>
                      <a:pt x="1460" y="625179"/>
                      <a:pt x="-255" y="622893"/>
                      <a:pt x="31" y="620416"/>
                    </a:cubicBezTo>
                    <a:lnTo>
                      <a:pt x="81470" y="3863"/>
                    </a:lnTo>
                    <a:cubicBezTo>
                      <a:pt x="81756" y="1387"/>
                      <a:pt x="84042" y="-328"/>
                      <a:pt x="86518" y="53"/>
                    </a:cubicBezTo>
                    <a:cubicBezTo>
                      <a:pt x="88995" y="339"/>
                      <a:pt x="90709" y="2625"/>
                      <a:pt x="90423" y="5101"/>
                    </a:cubicBezTo>
                    <a:lnTo>
                      <a:pt x="8985" y="621655"/>
                    </a:lnTo>
                    <a:cubicBezTo>
                      <a:pt x="8699" y="623845"/>
                      <a:pt x="6794" y="625465"/>
                      <a:pt x="4508" y="62546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8c4e619-7333-496a-bc81-f66f98b76f68" id="191" name="任意多边形: 形状 190">
                <a:extLst>
                  <a:ext uri="{FF2B5EF4-FFF2-40B4-BE49-F238E27FC236}">
                    <a16:creationId id="{38940A38-3616-0A8B-8928-DD8CEC724E5D}"/>
                  </a:ext>
                </a:extLst>
              </p:cNvPr>
              <p:cNvSpPr/>
              <p:nvPr/>
            </p:nvSpPr>
            <p:spPr>
              <a:xfrm flipV="false" flipH="false">
                <a:off x="2275840" y="4835924"/>
                <a:ext cx="71522" cy="287563"/>
              </a:xfrm>
              <a:custGeom>
                <a:avLst/>
                <a:gdLst>
                  <a:gd fmla="*/ 4507 w 103787" name="connsiteX0"/>
                  <a:gd fmla="*/ 417286 h 417286" name="connsiteY0"/>
                  <a:gd fmla="*/ 3459 w 103787" name="connsiteX1"/>
                  <a:gd fmla="*/ 417191 h 417286" name="connsiteY1"/>
                  <a:gd fmla="*/ 125 w 103787" name="connsiteX2"/>
                  <a:gd fmla="*/ 411762 h 417286" name="connsiteY2"/>
                  <a:gd fmla="*/ 94994 w 103787" name="connsiteX3"/>
                  <a:gd fmla="*/ 3425 h 417286" name="connsiteY3"/>
                  <a:gd fmla="*/ 100328 w 103787" name="connsiteX4"/>
                  <a:gd fmla="*/ 91 h 417286" name="connsiteY4"/>
                  <a:gd fmla="*/ 103662 w 103787" name="connsiteX5"/>
                  <a:gd fmla="*/ 5520 h 417286" name="connsiteY5"/>
                  <a:gd fmla="*/ 8793 w 103787" name="connsiteX6"/>
                  <a:gd fmla="*/ 413857 h 417286" name="connsiteY6"/>
                  <a:gd fmla="*/ 4507 w 103787" name="connsiteX7"/>
                  <a:gd fmla="*/ 417286 h 417286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417286" w="103787">
                    <a:moveTo>
                      <a:pt x="4507" y="417286"/>
                    </a:moveTo>
                    <a:cubicBezTo>
                      <a:pt x="4221" y="417286"/>
                      <a:pt x="3840" y="417286"/>
                      <a:pt x="3459" y="417191"/>
                    </a:cubicBezTo>
                    <a:cubicBezTo>
                      <a:pt x="983" y="416619"/>
                      <a:pt x="-446" y="414238"/>
                      <a:pt x="125" y="411762"/>
                    </a:cubicBezTo>
                    <a:lnTo>
                      <a:pt x="94994" y="3425"/>
                    </a:lnTo>
                    <a:cubicBezTo>
                      <a:pt x="95566" y="1044"/>
                      <a:pt x="98042" y="-385"/>
                      <a:pt x="100328" y="91"/>
                    </a:cubicBezTo>
                    <a:cubicBezTo>
                      <a:pt x="102805" y="663"/>
                      <a:pt x="104234" y="3044"/>
                      <a:pt x="103662" y="5520"/>
                    </a:cubicBezTo>
                    <a:lnTo>
                      <a:pt x="8793" y="413857"/>
                    </a:lnTo>
                    <a:cubicBezTo>
                      <a:pt x="8412" y="415858"/>
                      <a:pt x="6507" y="417286"/>
                      <a:pt x="4507" y="41728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8e87697-5e84-4840-ae2e-a01aaafcde55" id="192" name="任意多边形: 形状 191">
                <a:extLst>
                  <a:ext uri="{FF2B5EF4-FFF2-40B4-BE49-F238E27FC236}">
                    <a16:creationId id="{75876A90-98BA-D1A1-ADEB-8465E99C26C2}"/>
                  </a:ext>
                </a:extLst>
              </p:cNvPr>
              <p:cNvSpPr/>
              <p:nvPr/>
            </p:nvSpPr>
            <p:spPr>
              <a:xfrm flipV="false" flipH="false">
                <a:off x="1506701" y="4171224"/>
                <a:ext cx="165997" cy="101446"/>
              </a:xfrm>
              <a:custGeom>
                <a:avLst/>
                <a:gdLst>
                  <a:gd fmla="*/ 236312 w 240880" name="connsiteX0"/>
                  <a:gd fmla="*/ 147211 h 147210" name="connsiteY0"/>
                  <a:gd fmla="*/ 234026 w 240880" name="connsiteX1"/>
                  <a:gd fmla="*/ 146544 h 147210" name="connsiteY1"/>
                  <a:gd fmla="*/ 2187 w 240880" name="connsiteX2"/>
                  <a:gd fmla="*/ 8336 h 147210" name="connsiteY2"/>
                  <a:gd fmla="*/ 663 w 240880" name="connsiteX3"/>
                  <a:gd fmla="*/ 2145 h 147210" name="connsiteY3"/>
                  <a:gd fmla="*/ 6855 w 240880" name="connsiteX4"/>
                  <a:gd fmla="*/ 621 h 147210" name="connsiteY4"/>
                  <a:gd fmla="*/ 238693 w 240880" name="connsiteX5"/>
                  <a:gd fmla="*/ 138829 h 147210" name="connsiteY5"/>
                  <a:gd fmla="*/ 240217 w 240880" name="connsiteX6"/>
                  <a:gd fmla="*/ 145020 h 147210" name="connsiteY6"/>
                  <a:gd fmla="*/ 236312 w 240880" name="connsiteX7"/>
                  <a:gd fmla="*/ 147211 h 147210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47210" w="240880">
                    <a:moveTo>
                      <a:pt x="236312" y="147211"/>
                    </a:moveTo>
                    <a:cubicBezTo>
                      <a:pt x="235550" y="147211"/>
                      <a:pt x="234693" y="147020"/>
                      <a:pt x="234026" y="146544"/>
                    </a:cubicBezTo>
                    <a:lnTo>
                      <a:pt x="2187" y="8336"/>
                    </a:lnTo>
                    <a:cubicBezTo>
                      <a:pt x="92" y="7098"/>
                      <a:pt x="-670" y="4336"/>
                      <a:pt x="663" y="2145"/>
                    </a:cubicBezTo>
                    <a:cubicBezTo>
                      <a:pt x="1902" y="50"/>
                      <a:pt x="4664" y="-617"/>
                      <a:pt x="6855" y="621"/>
                    </a:cubicBezTo>
                    <a:lnTo>
                      <a:pt x="238693" y="138829"/>
                    </a:lnTo>
                    <a:cubicBezTo>
                      <a:pt x="240789" y="140067"/>
                      <a:pt x="241551" y="142830"/>
                      <a:pt x="240217" y="145020"/>
                    </a:cubicBezTo>
                    <a:cubicBezTo>
                      <a:pt x="239360" y="146449"/>
                      <a:pt x="237836" y="147211"/>
                      <a:pt x="236312" y="14721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f9dbf54-016b-448e-bd5c-b1ac0280137d" id="170" name="任意多边形: 形状 169">
                <a:extLst>
                  <a:ext uri="{FF2B5EF4-FFF2-40B4-BE49-F238E27FC236}">
                    <a16:creationId id="{1603C619-FCE4-0CFF-ED9C-CBAAAED86D6E}"/>
                  </a:ext>
                </a:extLst>
              </p:cNvPr>
              <p:cNvSpPr/>
              <p:nvPr/>
            </p:nvSpPr>
            <p:spPr>
              <a:xfrm flipV="false" flipH="false">
                <a:off x="1730135" y="2394730"/>
                <a:ext cx="3093516" cy="3093448"/>
              </a:xfrm>
              <a:custGeom>
                <a:avLst/>
                <a:gdLst>
                  <a:gd fmla="*/ 0 w 4489037" name="connsiteX0"/>
                  <a:gd fmla="*/ 2244471 h 4488941" name="connsiteY0"/>
                  <a:gd fmla="*/ 2244471 w 4489037" name="connsiteX1"/>
                  <a:gd fmla="*/ 0 h 4488941" name="connsiteY1"/>
                  <a:gd fmla="*/ 4489038 w 4489037" name="connsiteX2"/>
                  <a:gd fmla="*/ 2244471 h 4488941" name="connsiteY2"/>
                  <a:gd fmla="*/ 2244471 w 4489037" name="connsiteX3"/>
                  <a:gd fmla="*/ 4488942 h 4488941" name="connsiteY3"/>
                  <a:gd fmla="*/ 0 w 4489037" name="connsiteX4"/>
                  <a:gd fmla="*/ 2244471 h 448894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4488941" w="4489037">
                    <a:moveTo>
                      <a:pt x="0" y="2244471"/>
                    </a:moveTo>
                    <a:cubicBezTo>
                      <a:pt x="0" y="1004888"/>
                      <a:pt x="1004888" y="0"/>
                      <a:pt x="2244471" y="0"/>
                    </a:cubicBezTo>
                    <a:cubicBezTo>
                      <a:pt x="3484150" y="0"/>
                      <a:pt x="4489038" y="1004888"/>
                      <a:pt x="4489038" y="2244471"/>
                    </a:cubicBezTo>
                    <a:cubicBezTo>
                      <a:pt x="4489038" y="3484055"/>
                      <a:pt x="3484150" y="4488942"/>
                      <a:pt x="2244471" y="4488942"/>
                    </a:cubicBezTo>
                    <a:cubicBezTo>
                      <a:pt x="1004888" y="4488942"/>
                      <a:pt x="0" y="3484055"/>
                      <a:pt x="0" y="2244471"/>
                    </a:cubicBezTo>
                    <a:close/>
                  </a:path>
                </a:pathLst>
              </a:custGeom>
              <a:solidFill>
                <a:srgbClr val="DFEDF8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b4bc8a2-a078-4711-8944-50496b818139" id="179" name="任意多边形: 形状 178">
                <a:extLst>
                  <a:ext uri="{FF2B5EF4-FFF2-40B4-BE49-F238E27FC236}">
                    <a16:creationId id="{80D7E4D5-3EDC-923F-E7DD-5EA9D60E0846}"/>
                  </a:ext>
                </a:extLst>
              </p:cNvPr>
              <p:cNvSpPr/>
              <p:nvPr/>
            </p:nvSpPr>
            <p:spPr>
              <a:xfrm flipV="false" flipH="false">
                <a:off x="3971652" y="5174049"/>
                <a:ext cx="1419994" cy="628286"/>
              </a:xfrm>
              <a:custGeom>
                <a:avLst/>
                <a:gdLst>
                  <a:gd fmla="*/ 286 w 2060570" name="connsiteX0"/>
                  <a:gd fmla="*/ 601569 h 911714" name="connsiteY0"/>
                  <a:gd fmla="*/ 1016413 w 2060570" name="connsiteX1"/>
                  <a:gd fmla="*/ 911608 h 911714" name="connsiteY1"/>
                  <a:gd fmla="*/ 2060354 w 2060570" name="connsiteX2"/>
                  <a:gd fmla="*/ 159419 h 911714" name="connsiteY2"/>
                  <a:gd fmla="*/ 836200 w 2060570" name="connsiteX3"/>
                  <a:gd fmla="*/ 44071 h 911714" name="connsiteY3"/>
                  <a:gd fmla="*/ 286 w 2060570" name="connsiteX4"/>
                  <a:gd fmla="*/ 601569 h 911714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911714" w="2060570">
                    <a:moveTo>
                      <a:pt x="286" y="601569"/>
                    </a:moveTo>
                    <a:cubicBezTo>
                      <a:pt x="-12953" y="668911"/>
                      <a:pt x="434626" y="917609"/>
                      <a:pt x="1016413" y="911608"/>
                    </a:cubicBezTo>
                    <a:cubicBezTo>
                      <a:pt x="1681449" y="904655"/>
                      <a:pt x="2071117" y="244381"/>
                      <a:pt x="2060354" y="159419"/>
                    </a:cubicBezTo>
                    <a:cubicBezTo>
                      <a:pt x="2050733" y="84457"/>
                      <a:pt x="1404938" y="-78040"/>
                      <a:pt x="836200" y="44071"/>
                    </a:cubicBezTo>
                    <a:cubicBezTo>
                      <a:pt x="267177" y="166181"/>
                      <a:pt x="26099" y="470505"/>
                      <a:pt x="286" y="601569"/>
                    </a:cubicBezTo>
                    <a:close/>
                  </a:path>
                </a:pathLst>
              </a:custGeom>
              <a:solidFill>
                <a:srgbClr val="FF560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4003d4c-e994-42d8-bb49-49535c886161" id="181" name="任意多边形: 形状 180">
                <a:extLst>
                  <a:ext uri="{FF2B5EF4-FFF2-40B4-BE49-F238E27FC236}">
                    <a16:creationId id="{CE976EAB-0037-88C2-FCCA-E28DBCBD1F13}"/>
                  </a:ext>
                </a:extLst>
              </p:cNvPr>
              <p:cNvSpPr/>
              <p:nvPr/>
            </p:nvSpPr>
            <p:spPr>
              <a:xfrm flipV="false" flipH="false">
                <a:off x="4092645" y="5313833"/>
                <a:ext cx="1212478" cy="247401"/>
              </a:xfrm>
              <a:custGeom>
                <a:avLst/>
                <a:gdLst>
                  <a:gd fmla="*/ 391356 w 1759441" name="connsiteX0"/>
                  <a:gd fmla="*/ 359008 h 359007" name="connsiteY0"/>
                  <a:gd fmla="*/ 3307 w 1759441" name="connsiteX1"/>
                  <a:gd fmla="*/ 320527 h 359007" name="connsiteY1"/>
                  <a:gd fmla="*/ 164 w 1759441" name="connsiteX2"/>
                  <a:gd fmla="*/ 315002 h 359007" name="connsiteY2"/>
                  <a:gd fmla="*/ 5688 w 1759441" name="connsiteX3"/>
                  <a:gd fmla="*/ 311859 h 359007" name="connsiteY3"/>
                  <a:gd fmla="*/ 1752955 w 1759441" name="connsiteX4"/>
                  <a:gd fmla="*/ 487 h 359007" name="connsiteY4"/>
                  <a:gd fmla="*/ 1758955 w 1759441" name="connsiteX5"/>
                  <a:gd fmla="*/ 2487 h 359007" name="connsiteY5"/>
                  <a:gd fmla="*/ 1756955 w 1759441" name="connsiteX6"/>
                  <a:gd fmla="*/ 8488 h 359007" name="connsiteY6"/>
                  <a:gd fmla="*/ 499750 w 1759441" name="connsiteX7"/>
                  <a:gd fmla="*/ 356436 h 359007" name="connsiteY7"/>
                  <a:gd fmla="*/ 391356 w 1759441" name="connsiteX8"/>
                  <a:gd fmla="*/ 359008 h 359007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359007" w="1759441">
                    <a:moveTo>
                      <a:pt x="391356" y="359008"/>
                    </a:moveTo>
                    <a:cubicBezTo>
                      <a:pt x="148468" y="359008"/>
                      <a:pt x="4927" y="321003"/>
                      <a:pt x="3307" y="320527"/>
                    </a:cubicBezTo>
                    <a:cubicBezTo>
                      <a:pt x="926" y="319860"/>
                      <a:pt x="-503" y="317384"/>
                      <a:pt x="164" y="315002"/>
                    </a:cubicBezTo>
                    <a:cubicBezTo>
                      <a:pt x="831" y="312621"/>
                      <a:pt x="3403" y="311192"/>
                      <a:pt x="5688" y="311859"/>
                    </a:cubicBezTo>
                    <a:cubicBezTo>
                      <a:pt x="13118" y="313859"/>
                      <a:pt x="752544" y="504835"/>
                      <a:pt x="1752955" y="487"/>
                    </a:cubicBezTo>
                    <a:cubicBezTo>
                      <a:pt x="1755146" y="-656"/>
                      <a:pt x="1757812" y="296"/>
                      <a:pt x="1758955" y="2487"/>
                    </a:cubicBezTo>
                    <a:cubicBezTo>
                      <a:pt x="1760098" y="4678"/>
                      <a:pt x="1759146" y="7440"/>
                      <a:pt x="1756955" y="8488"/>
                    </a:cubicBezTo>
                    <a:cubicBezTo>
                      <a:pt x="1232508" y="272806"/>
                      <a:pt x="783786" y="343577"/>
                      <a:pt x="499750" y="356436"/>
                    </a:cubicBezTo>
                    <a:cubicBezTo>
                      <a:pt x="461746" y="358246"/>
                      <a:pt x="425551" y="359008"/>
                      <a:pt x="391356" y="35900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557bc9a-4116-4f3f-af5f-7408177c9d2d" id="182" name="任意多边形: 形状 181">
                <a:extLst>
                  <a:ext uri="{FF2B5EF4-FFF2-40B4-BE49-F238E27FC236}">
                    <a16:creationId id="{B01706A5-40B9-6196-4B38-251156568562}"/>
                  </a:ext>
                </a:extLst>
              </p:cNvPr>
              <p:cNvSpPr/>
              <p:nvPr/>
            </p:nvSpPr>
            <p:spPr>
              <a:xfrm flipV="false" flipH="false">
                <a:off x="4384640" y="5554196"/>
                <a:ext cx="333805" cy="188005"/>
              </a:xfrm>
              <a:custGeom>
                <a:avLst/>
                <a:gdLst>
                  <a:gd fmla="*/ 479891 w 484389" name="connsiteX0"/>
                  <a:gd fmla="*/ 272818 h 272817" name="connsiteY0"/>
                  <a:gd fmla="*/ 477701 w 484389" name="connsiteX1"/>
                  <a:gd fmla="*/ 272246 h 272817" name="connsiteY1"/>
                  <a:gd fmla="*/ 2308 w 484389" name="connsiteX2"/>
                  <a:gd fmla="*/ 8404 h 272817" name="connsiteY2"/>
                  <a:gd fmla="*/ 593 w 484389" name="connsiteX3"/>
                  <a:gd fmla="*/ 2308 h 272817" name="connsiteY3"/>
                  <a:gd fmla="*/ 6689 w 484389" name="connsiteX4"/>
                  <a:gd fmla="*/ 593 h 272817" name="connsiteY4"/>
                  <a:gd fmla="*/ 482082 w 484389" name="connsiteX5"/>
                  <a:gd fmla="*/ 264436 h 272817" name="connsiteY5"/>
                  <a:gd fmla="*/ 483796 w 484389" name="connsiteX6"/>
                  <a:gd fmla="*/ 270532 h 272817" name="connsiteY6"/>
                  <a:gd fmla="*/ 479891 w 484389" name="connsiteX7"/>
                  <a:gd fmla="*/ 272818 h 272817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272817" w="484389">
                    <a:moveTo>
                      <a:pt x="479891" y="272818"/>
                    </a:moveTo>
                    <a:cubicBezTo>
                      <a:pt x="479129" y="272818"/>
                      <a:pt x="478367" y="272627"/>
                      <a:pt x="477701" y="272246"/>
                    </a:cubicBezTo>
                    <a:lnTo>
                      <a:pt x="2308" y="8404"/>
                    </a:lnTo>
                    <a:cubicBezTo>
                      <a:pt x="117" y="7165"/>
                      <a:pt x="-645" y="4498"/>
                      <a:pt x="593" y="2308"/>
                    </a:cubicBezTo>
                    <a:cubicBezTo>
                      <a:pt x="1831" y="117"/>
                      <a:pt x="4594" y="-645"/>
                      <a:pt x="6689" y="593"/>
                    </a:cubicBezTo>
                    <a:lnTo>
                      <a:pt x="482082" y="264436"/>
                    </a:lnTo>
                    <a:cubicBezTo>
                      <a:pt x="484273" y="265674"/>
                      <a:pt x="485034" y="268341"/>
                      <a:pt x="483796" y="270532"/>
                    </a:cubicBezTo>
                    <a:cubicBezTo>
                      <a:pt x="483035" y="271961"/>
                      <a:pt x="481510" y="272818"/>
                      <a:pt x="479891" y="27281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66d43d0-0660-4f13-9d40-d2a8f68a8d76" id="183" name="任意多边形: 形状 182">
                <a:extLst>
                  <a:ext uri="{FF2B5EF4-FFF2-40B4-BE49-F238E27FC236}">
                    <a16:creationId id="{F964658C-09F5-5102-42CF-80995CBC11B7}"/>
                  </a:ext>
                </a:extLst>
              </p:cNvPr>
              <p:cNvSpPr/>
              <p:nvPr/>
            </p:nvSpPr>
            <p:spPr>
              <a:xfrm flipV="false" flipH="false">
                <a:off x="4704580" y="5225029"/>
                <a:ext cx="214379" cy="285531"/>
              </a:xfrm>
              <a:custGeom>
                <a:avLst/>
                <a:gdLst>
                  <a:gd fmla="*/ 4478 w 311088" name="connsiteX0"/>
                  <a:gd fmla="*/ 414338 h 414338" name="connsiteY0"/>
                  <a:gd fmla="*/ 1811 w 311088" name="connsiteX1"/>
                  <a:gd fmla="*/ 413481 h 414338" name="connsiteY1"/>
                  <a:gd fmla="*/ 858 w 311088" name="connsiteX2"/>
                  <a:gd fmla="*/ 407195 h 414338" name="connsiteY2"/>
                  <a:gd fmla="*/ 302991 w 311088" name="connsiteX3"/>
                  <a:gd fmla="*/ 1811 h 414338" name="connsiteY3"/>
                  <a:gd fmla="*/ 309278 w 311088" name="connsiteX4"/>
                  <a:gd fmla="*/ 858 h 414338" name="connsiteY4"/>
                  <a:gd fmla="*/ 310230 w 311088" name="connsiteX5"/>
                  <a:gd fmla="*/ 7145 h 414338" name="connsiteY5"/>
                  <a:gd fmla="*/ 8097 w 311088" name="connsiteX6"/>
                  <a:gd fmla="*/ 412529 h 414338" name="connsiteY6"/>
                  <a:gd fmla="*/ 4478 w 311088" name="connsiteX7"/>
                  <a:gd fmla="*/ 414338 h 414338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414338" w="311088">
                    <a:moveTo>
                      <a:pt x="4478" y="414338"/>
                    </a:moveTo>
                    <a:cubicBezTo>
                      <a:pt x="3525" y="414338"/>
                      <a:pt x="2573" y="414053"/>
                      <a:pt x="1811" y="413481"/>
                    </a:cubicBezTo>
                    <a:cubicBezTo>
                      <a:pt x="-190" y="411957"/>
                      <a:pt x="-571" y="409195"/>
                      <a:pt x="858" y="407195"/>
                    </a:cubicBezTo>
                    <a:lnTo>
                      <a:pt x="302991" y="1811"/>
                    </a:lnTo>
                    <a:cubicBezTo>
                      <a:pt x="304420" y="-190"/>
                      <a:pt x="307373" y="-571"/>
                      <a:pt x="309278" y="858"/>
                    </a:cubicBezTo>
                    <a:cubicBezTo>
                      <a:pt x="311278" y="2382"/>
                      <a:pt x="311659" y="5144"/>
                      <a:pt x="310230" y="7145"/>
                    </a:cubicBezTo>
                    <a:lnTo>
                      <a:pt x="8097" y="412529"/>
                    </a:lnTo>
                    <a:cubicBezTo>
                      <a:pt x="7145" y="413767"/>
                      <a:pt x="5811" y="414338"/>
                      <a:pt x="4478" y="41433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c246fea-61bd-47e8-a740-1689acfa06ae" id="184" name="任意多边形: 形状 183">
                <a:extLst>
                  <a:ext uri="{FF2B5EF4-FFF2-40B4-BE49-F238E27FC236}">
                    <a16:creationId id="{D569DD7B-DB6F-F609-C2CD-9F6538B348DF}"/>
                  </a:ext>
                </a:extLst>
              </p:cNvPr>
              <p:cNvSpPr/>
              <p:nvPr/>
            </p:nvSpPr>
            <p:spPr>
              <a:xfrm flipV="false" flipH="false">
                <a:off x="4195814" y="5341083"/>
                <a:ext cx="126745" cy="208599"/>
              </a:xfrm>
              <a:custGeom>
                <a:avLst/>
                <a:gdLst>
                  <a:gd fmla="*/ 4474 w 183921" name="connsiteX0"/>
                  <a:gd fmla="*/ 302701 h 302701" name="connsiteY0"/>
                  <a:gd fmla="*/ 2187 w 183921" name="connsiteX1"/>
                  <a:gd fmla="*/ 302034 h 302701" name="connsiteY1"/>
                  <a:gd fmla="*/ 663 w 183921" name="connsiteX2"/>
                  <a:gd fmla="*/ 295843 h 302701" name="connsiteY2"/>
                  <a:gd fmla="*/ 175542 w 183921" name="connsiteX3"/>
                  <a:gd fmla="*/ 2187 h 302701" name="connsiteY3"/>
                  <a:gd fmla="*/ 181734 w 183921" name="connsiteX4"/>
                  <a:gd fmla="*/ 663 h 302701" name="connsiteY4"/>
                  <a:gd fmla="*/ 183258 w 183921" name="connsiteX5"/>
                  <a:gd fmla="*/ 6855 h 302701" name="connsiteY5"/>
                  <a:gd fmla="*/ 8379 w 183921" name="connsiteX6"/>
                  <a:gd fmla="*/ 300511 h 302701" name="connsiteY6"/>
                  <a:gd fmla="*/ 4474 w 183921" name="connsiteX7"/>
                  <a:gd fmla="*/ 302701 h 302701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302701" w="183921">
                    <a:moveTo>
                      <a:pt x="4474" y="302701"/>
                    </a:moveTo>
                    <a:cubicBezTo>
                      <a:pt x="3711" y="302701"/>
                      <a:pt x="2854" y="302511"/>
                      <a:pt x="2187" y="302034"/>
                    </a:cubicBezTo>
                    <a:cubicBezTo>
                      <a:pt x="92" y="300796"/>
                      <a:pt x="-670" y="298034"/>
                      <a:pt x="663" y="295843"/>
                    </a:cubicBezTo>
                    <a:lnTo>
                      <a:pt x="175542" y="2187"/>
                    </a:lnTo>
                    <a:cubicBezTo>
                      <a:pt x="176781" y="92"/>
                      <a:pt x="179638" y="-670"/>
                      <a:pt x="181734" y="663"/>
                    </a:cubicBezTo>
                    <a:cubicBezTo>
                      <a:pt x="183829" y="1902"/>
                      <a:pt x="184591" y="4664"/>
                      <a:pt x="183258" y="6855"/>
                    </a:cubicBezTo>
                    <a:lnTo>
                      <a:pt x="8379" y="300511"/>
                    </a:lnTo>
                    <a:cubicBezTo>
                      <a:pt x="7521" y="301844"/>
                      <a:pt x="5997" y="302701"/>
                      <a:pt x="4474" y="30270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60ce05b-ec54-4e9a-b5ca-64b9f898f4d6" id="185" name="任意多边形: 形状 184">
                <a:extLst>
                  <a:ext uri="{FF2B5EF4-FFF2-40B4-BE49-F238E27FC236}">
                    <a16:creationId id="{768C2C7B-8FFE-3ADA-8B48-76867F4BEA25}"/>
                  </a:ext>
                </a:extLst>
              </p:cNvPr>
              <p:cNvSpPr/>
              <p:nvPr/>
            </p:nvSpPr>
            <p:spPr>
              <a:xfrm flipV="false" flipH="false">
                <a:off x="5056923" y="5428041"/>
                <a:ext cx="158999" cy="49568"/>
              </a:xfrm>
              <a:custGeom>
                <a:avLst/>
                <a:gdLst>
                  <a:gd fmla="*/ 226234 w 230726" name="connsiteX0"/>
                  <a:gd fmla="*/ 71929 h 71929" name="connsiteY0"/>
                  <a:gd fmla="*/ 224996 w 230726" name="connsiteX1"/>
                  <a:gd fmla="*/ 71738 h 71929" name="connsiteY1"/>
                  <a:gd fmla="*/ 3254 w 230726" name="connsiteX2"/>
                  <a:gd fmla="*/ 8778 h 71929" name="connsiteY2"/>
                  <a:gd fmla="*/ 206 w 230726" name="connsiteX3"/>
                  <a:gd fmla="*/ 3254 h 71929" name="connsiteY3"/>
                  <a:gd fmla="*/ 5731 w 230726" name="connsiteX4"/>
                  <a:gd fmla="*/ 206 h 71929" name="connsiteY4"/>
                  <a:gd fmla="*/ 227472 w 230726" name="connsiteX5"/>
                  <a:gd fmla="*/ 63166 h 71929" name="connsiteY5"/>
                  <a:gd fmla="*/ 230520 w 230726" name="connsiteX6"/>
                  <a:gd fmla="*/ 68690 h 71929" name="connsiteY6"/>
                  <a:gd fmla="*/ 226234 w 230726" name="connsiteX7"/>
                  <a:gd fmla="*/ 71929 h 7192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71929" w="230726">
                    <a:moveTo>
                      <a:pt x="226234" y="71929"/>
                    </a:moveTo>
                    <a:cubicBezTo>
                      <a:pt x="225853" y="71929"/>
                      <a:pt x="225377" y="71834"/>
                      <a:pt x="224996" y="71738"/>
                    </a:cubicBezTo>
                    <a:lnTo>
                      <a:pt x="3254" y="8778"/>
                    </a:lnTo>
                    <a:cubicBezTo>
                      <a:pt x="873" y="8112"/>
                      <a:pt x="-556" y="5635"/>
                      <a:pt x="206" y="3254"/>
                    </a:cubicBezTo>
                    <a:cubicBezTo>
                      <a:pt x="873" y="872"/>
                      <a:pt x="3254" y="-556"/>
                      <a:pt x="5731" y="206"/>
                    </a:cubicBezTo>
                    <a:lnTo>
                      <a:pt x="227472" y="63166"/>
                    </a:lnTo>
                    <a:cubicBezTo>
                      <a:pt x="229854" y="63833"/>
                      <a:pt x="231282" y="66309"/>
                      <a:pt x="230520" y="68690"/>
                    </a:cubicBezTo>
                    <a:cubicBezTo>
                      <a:pt x="229949" y="70691"/>
                      <a:pt x="228139" y="71929"/>
                      <a:pt x="226234" y="7192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ec0ee5d-aabc-4704-a0ef-14b07e08f056" id="173" name="任意多边形: 形状 172">
                <a:extLst>
                  <a:ext uri="{FF2B5EF4-FFF2-40B4-BE49-F238E27FC236}">
                    <a16:creationId id="{2F549233-6110-D7C2-235C-8BF6F44EBFAE}"/>
                  </a:ext>
                </a:extLst>
              </p:cNvPr>
              <p:cNvSpPr/>
              <p:nvPr/>
            </p:nvSpPr>
            <p:spPr>
              <a:xfrm flipV="false" flipH="false">
                <a:off x="4675187" y="5777662"/>
                <a:ext cx="554083" cy="272495"/>
              </a:xfrm>
              <a:custGeom>
                <a:avLst/>
                <a:gdLst>
                  <a:gd fmla="*/ 1507 w 804036" name="connsiteX0"/>
                  <a:gd fmla="*/ 74083 h 395421" name="connsiteY0"/>
                  <a:gd fmla="*/ 306783 w 804036" name="connsiteX1"/>
                  <a:gd fmla="*/ 357452 h 395421" name="connsiteY1"/>
                  <a:gd fmla="*/ 803703 w 804036" name="connsiteX2"/>
                  <a:gd fmla="*/ 270774 h 395421" name="connsiteY2"/>
                  <a:gd fmla="*/ 391651 w 804036" name="connsiteX3"/>
                  <a:gd fmla="*/ 20552 h 395421" name="connsiteY3"/>
                  <a:gd fmla="*/ 1507 w 804036" name="connsiteX4"/>
                  <a:gd fmla="*/ 74083 h 39542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395421" w="804036">
                    <a:moveTo>
                      <a:pt x="1507" y="74083"/>
                    </a:moveTo>
                    <a:cubicBezTo>
                      <a:pt x="-14686" y="95514"/>
                      <a:pt x="100472" y="259916"/>
                      <a:pt x="306783" y="357452"/>
                    </a:cubicBezTo>
                    <a:cubicBezTo>
                      <a:pt x="542717" y="468894"/>
                      <a:pt x="792939" y="302683"/>
                      <a:pt x="803703" y="270774"/>
                    </a:cubicBezTo>
                    <a:cubicBezTo>
                      <a:pt x="813323" y="242675"/>
                      <a:pt x="613393" y="74845"/>
                      <a:pt x="391651" y="20552"/>
                    </a:cubicBezTo>
                    <a:cubicBezTo>
                      <a:pt x="170099" y="-33835"/>
                      <a:pt x="33130" y="32269"/>
                      <a:pt x="1507" y="74083"/>
                    </a:cubicBezTo>
                    <a:close/>
                  </a:path>
                </a:pathLst>
              </a:custGeom>
              <a:solidFill>
                <a:srgbClr val="F1D9A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9516c73-e4f5-45e6-91f1-1a6b893be8c6" id="175" name="任意多边形: 形状 174">
                <a:extLst>
                  <a:ext uri="{FF2B5EF4-FFF2-40B4-BE49-F238E27FC236}">
                    <a16:creationId id="{4CF8AB78-1837-CB35-F5DE-4C73F3379B64}"/>
                  </a:ext>
                </a:extLst>
              </p:cNvPr>
              <p:cNvSpPr/>
              <p:nvPr/>
            </p:nvSpPr>
            <p:spPr>
              <a:xfrm flipV="false" flipH="false">
                <a:off x="4683978" y="5845174"/>
                <a:ext cx="526685" cy="119742"/>
              </a:xfrm>
              <a:custGeom>
                <a:avLst/>
                <a:gdLst>
                  <a:gd fmla="*/ 746940 w 764278" name="connsiteX0"/>
                  <a:gd fmla="*/ 173760 h 173759" name="connsiteY0"/>
                  <a:gd fmla="*/ 3132 w 764278" name="connsiteX1"/>
                  <a:gd fmla="*/ 8787 h 173759" name="connsiteY1"/>
                  <a:gd fmla="*/ 179 w 764278" name="connsiteX2"/>
                  <a:gd fmla="*/ 3167 h 173759" name="connsiteY2"/>
                  <a:gd fmla="*/ 5799 w 764278" name="connsiteX3"/>
                  <a:gd fmla="*/ 215 h 173759" name="connsiteY3"/>
                  <a:gd fmla="*/ 759607 w 764278" name="connsiteX4"/>
                  <a:gd fmla="*/ 164616 h 173759" name="connsiteY4"/>
                  <a:gd fmla="*/ 759798 w 764278" name="connsiteX5"/>
                  <a:gd fmla="*/ 164616 h 173759" name="connsiteY5"/>
                  <a:gd fmla="*/ 764275 w 764278" name="connsiteX6"/>
                  <a:gd fmla="*/ 168997 h 173759" name="connsiteY6"/>
                  <a:gd fmla="*/ 759893 w 764278" name="connsiteX7"/>
                  <a:gd fmla="*/ 173665 h 173759" name="connsiteY7"/>
                  <a:gd fmla="*/ 746940 w 764278" name="connsiteX8"/>
                  <a:gd fmla="*/ 173760 h 173759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73759" w="764278">
                    <a:moveTo>
                      <a:pt x="746940" y="173760"/>
                    </a:moveTo>
                    <a:cubicBezTo>
                      <a:pt x="527102" y="173760"/>
                      <a:pt x="8466" y="10406"/>
                      <a:pt x="3132" y="8787"/>
                    </a:cubicBezTo>
                    <a:cubicBezTo>
                      <a:pt x="751" y="8025"/>
                      <a:pt x="-487" y="5549"/>
                      <a:pt x="179" y="3167"/>
                    </a:cubicBezTo>
                    <a:cubicBezTo>
                      <a:pt x="942" y="786"/>
                      <a:pt x="3323" y="-548"/>
                      <a:pt x="5799" y="215"/>
                    </a:cubicBezTo>
                    <a:cubicBezTo>
                      <a:pt x="11229" y="1929"/>
                      <a:pt x="550057" y="171189"/>
                      <a:pt x="759607" y="164616"/>
                    </a:cubicBezTo>
                    <a:cubicBezTo>
                      <a:pt x="759703" y="164616"/>
                      <a:pt x="759703" y="164616"/>
                      <a:pt x="759798" y="164616"/>
                    </a:cubicBezTo>
                    <a:cubicBezTo>
                      <a:pt x="762179" y="164616"/>
                      <a:pt x="764180" y="166521"/>
                      <a:pt x="764275" y="168997"/>
                    </a:cubicBezTo>
                    <a:cubicBezTo>
                      <a:pt x="764370" y="171474"/>
                      <a:pt x="762370" y="173570"/>
                      <a:pt x="759893" y="173665"/>
                    </a:cubicBezTo>
                    <a:cubicBezTo>
                      <a:pt x="755702" y="173665"/>
                      <a:pt x="751321" y="173760"/>
                      <a:pt x="746940" y="17376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4094b4f-c6b2-4f4c-9913-446cd53fbdf2" id="176" name="任意多边形: 形状 175">
                <a:extLst>
                  <a:ext uri="{FF2B5EF4-FFF2-40B4-BE49-F238E27FC236}">
                    <a16:creationId id="{D9F86F38-20AB-F47B-FEB4-C4786BCD8009}"/>
                  </a:ext>
                </a:extLst>
              </p:cNvPr>
              <p:cNvSpPr/>
              <p:nvPr/>
            </p:nvSpPr>
            <p:spPr>
              <a:xfrm flipV="false" flipH="false">
                <a:off x="5025689" y="5938267"/>
                <a:ext cx="99575" cy="75814"/>
              </a:xfrm>
              <a:custGeom>
                <a:avLst/>
                <a:gdLst>
                  <a:gd fmla="*/ 140018 w 144495" name="connsiteX0"/>
                  <a:gd fmla="*/ 110015 h 110014" name="connsiteY0"/>
                  <a:gd fmla="*/ 137352 w 144495" name="connsiteX1"/>
                  <a:gd fmla="*/ 109157 h 110014" name="connsiteY1"/>
                  <a:gd fmla="*/ 1810 w 144495" name="connsiteX2"/>
                  <a:gd fmla="*/ 8097 h 110014" name="connsiteY2"/>
                  <a:gd fmla="*/ 858 w 144495" name="connsiteX3"/>
                  <a:gd fmla="*/ 1810 h 110014" name="connsiteY3"/>
                  <a:gd fmla="*/ 7144 w 144495" name="connsiteX4"/>
                  <a:gd fmla="*/ 858 h 110014" name="connsiteY4"/>
                  <a:gd fmla="*/ 142686 w 144495" name="connsiteX5"/>
                  <a:gd fmla="*/ 101918 h 110014" name="connsiteY5"/>
                  <a:gd fmla="*/ 143638 w 144495" name="connsiteX6"/>
                  <a:gd fmla="*/ 108205 h 110014" name="connsiteY6"/>
                  <a:gd fmla="*/ 140018 w 144495" name="connsiteX7"/>
                  <a:gd fmla="*/ 110015 h 11001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10014" w="144495">
                    <a:moveTo>
                      <a:pt x="140018" y="110015"/>
                    </a:moveTo>
                    <a:cubicBezTo>
                      <a:pt x="139066" y="110015"/>
                      <a:pt x="138113" y="109729"/>
                      <a:pt x="137352" y="109157"/>
                    </a:cubicBezTo>
                    <a:lnTo>
                      <a:pt x="1810" y="8097"/>
                    </a:lnTo>
                    <a:cubicBezTo>
                      <a:pt x="-189" y="6573"/>
                      <a:pt x="-571" y="3811"/>
                      <a:pt x="858" y="1810"/>
                    </a:cubicBezTo>
                    <a:cubicBezTo>
                      <a:pt x="2287" y="-189"/>
                      <a:pt x="5145" y="-571"/>
                      <a:pt x="7144" y="858"/>
                    </a:cubicBezTo>
                    <a:lnTo>
                      <a:pt x="142686" y="101918"/>
                    </a:lnTo>
                    <a:cubicBezTo>
                      <a:pt x="144685" y="103443"/>
                      <a:pt x="145067" y="106205"/>
                      <a:pt x="143638" y="108205"/>
                    </a:cubicBezTo>
                    <a:cubicBezTo>
                      <a:pt x="142686" y="109348"/>
                      <a:pt x="141352" y="110015"/>
                      <a:pt x="140018" y="11001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cc4ae71-1d92-4e49-b1aa-f3f0e67ce475" id="177" name="任意多边形: 形状 176">
                <a:extLst>
                  <a:ext uri="{FF2B5EF4-FFF2-40B4-BE49-F238E27FC236}">
                    <a16:creationId id="{C86B0332-B96F-5F91-3243-F26C527A3689}"/>
                  </a:ext>
                </a:extLst>
              </p:cNvPr>
              <p:cNvSpPr/>
              <p:nvPr/>
            </p:nvSpPr>
            <p:spPr>
              <a:xfrm flipV="false" flipH="false">
                <a:off x="4923055" y="5837030"/>
                <a:ext cx="111075" cy="78723"/>
              </a:xfrm>
              <a:custGeom>
                <a:avLst/>
                <a:gdLst>
                  <a:gd fmla="*/ 4534 w 161182" name="connsiteX0"/>
                  <a:gd fmla="*/ 114236 h 114236" name="connsiteY0"/>
                  <a:gd fmla="*/ 819 w 161182" name="connsiteX1"/>
                  <a:gd fmla="*/ 112331 h 114236" name="connsiteY1"/>
                  <a:gd fmla="*/ 1962 w 161182" name="connsiteX2"/>
                  <a:gd fmla="*/ 106045 h 114236" name="connsiteY2"/>
                  <a:gd fmla="*/ 154172 w 161182" name="connsiteX3"/>
                  <a:gd fmla="*/ 794 h 114236" name="connsiteY3"/>
                  <a:gd fmla="*/ 160363 w 161182" name="connsiteX4"/>
                  <a:gd fmla="*/ 1937 h 114236" name="connsiteY4"/>
                  <a:gd fmla="*/ 159220 w 161182" name="connsiteX5"/>
                  <a:gd fmla="*/ 8223 h 114236" name="connsiteY5"/>
                  <a:gd fmla="*/ 7011 w 161182" name="connsiteX6"/>
                  <a:gd fmla="*/ 113475 h 114236" name="connsiteY6"/>
                  <a:gd fmla="*/ 4534 w 161182" name="connsiteX7"/>
                  <a:gd fmla="*/ 114236 h 114236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14236" w="161182">
                    <a:moveTo>
                      <a:pt x="4534" y="114236"/>
                    </a:moveTo>
                    <a:cubicBezTo>
                      <a:pt x="3105" y="114236"/>
                      <a:pt x="1677" y="113570"/>
                      <a:pt x="819" y="112331"/>
                    </a:cubicBezTo>
                    <a:cubicBezTo>
                      <a:pt x="-609" y="110331"/>
                      <a:pt x="-133" y="107474"/>
                      <a:pt x="1962" y="106045"/>
                    </a:cubicBezTo>
                    <a:lnTo>
                      <a:pt x="154172" y="794"/>
                    </a:lnTo>
                    <a:cubicBezTo>
                      <a:pt x="156172" y="-635"/>
                      <a:pt x="159029" y="-64"/>
                      <a:pt x="160363" y="1937"/>
                    </a:cubicBezTo>
                    <a:cubicBezTo>
                      <a:pt x="161792" y="3937"/>
                      <a:pt x="161316" y="6795"/>
                      <a:pt x="159220" y="8223"/>
                    </a:cubicBezTo>
                    <a:lnTo>
                      <a:pt x="7011" y="113475"/>
                    </a:lnTo>
                    <a:cubicBezTo>
                      <a:pt x="6344" y="114046"/>
                      <a:pt x="5392" y="114236"/>
                      <a:pt x="4534" y="11423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514d549-06fe-42e5-be74-936532183812" id="178" name="任意多边形: 形状 177">
                <a:extLst>
                  <a:ext uri="{FF2B5EF4-FFF2-40B4-BE49-F238E27FC236}">
                    <a16:creationId id="{8E692770-3649-C364-1AA5-94847F21B231}"/>
                  </a:ext>
                </a:extLst>
              </p:cNvPr>
              <p:cNvSpPr/>
              <p:nvPr/>
            </p:nvSpPr>
            <p:spPr>
              <a:xfrm flipV="false" flipH="false">
                <a:off x="4757878" y="5869121"/>
                <a:ext cx="90588" cy="100128"/>
              </a:xfrm>
              <a:custGeom>
                <a:avLst/>
                <a:gdLst>
                  <a:gd fmla="*/ 127068 w 131453" name="connsiteX0"/>
                  <a:gd fmla="*/ 145298 h 145297" name="connsiteY0"/>
                  <a:gd fmla="*/ 123733 w 131453" name="connsiteX1"/>
                  <a:gd fmla="*/ 143774 h 145297" name="connsiteY1"/>
                  <a:gd fmla="*/ 1147 w 131453" name="connsiteX2"/>
                  <a:gd fmla="*/ 7566 h 145297" name="connsiteY2"/>
                  <a:gd fmla="*/ 1433 w 131453" name="connsiteX3"/>
                  <a:gd fmla="*/ 1185 h 145297" name="connsiteY3"/>
                  <a:gd fmla="*/ 7719 w 131453" name="connsiteX4"/>
                  <a:gd fmla="*/ 1470 h 145297" name="connsiteY4"/>
                  <a:gd fmla="*/ 130306 w 131453" name="connsiteX5"/>
                  <a:gd fmla="*/ 137678 h 145297" name="connsiteY5"/>
                  <a:gd fmla="*/ 130020 w 131453" name="connsiteX6"/>
                  <a:gd fmla="*/ 144060 h 145297" name="connsiteY6"/>
                  <a:gd fmla="*/ 127068 w 131453" name="connsiteX7"/>
                  <a:gd fmla="*/ 145298 h 145297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45297" w="131453">
                    <a:moveTo>
                      <a:pt x="127068" y="145298"/>
                    </a:moveTo>
                    <a:cubicBezTo>
                      <a:pt x="125829" y="145298"/>
                      <a:pt x="124591" y="144822"/>
                      <a:pt x="123733" y="143774"/>
                    </a:cubicBezTo>
                    <a:lnTo>
                      <a:pt x="1147" y="7566"/>
                    </a:lnTo>
                    <a:cubicBezTo>
                      <a:pt x="-472" y="5756"/>
                      <a:pt x="-377" y="2899"/>
                      <a:pt x="1433" y="1185"/>
                    </a:cubicBezTo>
                    <a:cubicBezTo>
                      <a:pt x="3243" y="-530"/>
                      <a:pt x="6100" y="-339"/>
                      <a:pt x="7719" y="1470"/>
                    </a:cubicBezTo>
                    <a:lnTo>
                      <a:pt x="130306" y="137678"/>
                    </a:lnTo>
                    <a:cubicBezTo>
                      <a:pt x="131925" y="139488"/>
                      <a:pt x="131830" y="142345"/>
                      <a:pt x="130020" y="144060"/>
                    </a:cubicBezTo>
                    <a:cubicBezTo>
                      <a:pt x="129258" y="144822"/>
                      <a:pt x="128115" y="145298"/>
                      <a:pt x="127068" y="14529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c6ace13-f7a2-4902-bd7e-6af87c644b75" id="164" name="任意多边形: 形状 163">
                <a:extLst>
                  <a:ext uri="{FF2B5EF4-FFF2-40B4-BE49-F238E27FC236}">
                    <a16:creationId id="{636F5C14-C7B0-18FB-0624-5553C7BF52D8}"/>
                  </a:ext>
                </a:extLst>
              </p:cNvPr>
              <p:cNvSpPr/>
              <p:nvPr/>
            </p:nvSpPr>
            <p:spPr>
              <a:xfrm flipV="false" flipH="false">
                <a:off x="4398571" y="5233302"/>
                <a:ext cx="29669" cy="733059"/>
              </a:xfrm>
              <a:custGeom>
                <a:avLst/>
                <a:gdLst>
                  <a:gd fmla="*/ 0 w 43053" name="connsiteX0"/>
                  <a:gd fmla="*/ 0 h 1063751" name="connsiteY0"/>
                  <a:gd fmla="*/ 43053 w 43053" name="connsiteX1"/>
                  <a:gd fmla="*/ 41815 h 1063751" name="connsiteY1"/>
                  <a:gd fmla="*/ 43053 w 43053" name="connsiteX2"/>
                  <a:gd fmla="*/ 1027366 h 1063751" name="connsiteY2"/>
                  <a:gd fmla="*/ 0 w 43053" name="connsiteX3"/>
                  <a:gd fmla="*/ 1063752 h 1063751" name="connsiteY3"/>
                  <a:gd fmla="*/ 0 w 43053" name="connsiteX4"/>
                  <a:gd fmla="*/ 0 h 106375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63751" w="43053">
                    <a:moveTo>
                      <a:pt x="0" y="0"/>
                    </a:moveTo>
                    <a:lnTo>
                      <a:pt x="43053" y="41815"/>
                    </a:lnTo>
                    <a:lnTo>
                      <a:pt x="43053" y="1027366"/>
                    </a:lnTo>
                    <a:lnTo>
                      <a:pt x="0" y="10637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D9A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598620b-66c6-4c71-88d8-794cba56aab7" id="165" name="任意多边形: 形状 164">
                <a:extLst>
                  <a:ext uri="{FF2B5EF4-FFF2-40B4-BE49-F238E27FC236}">
                    <a16:creationId id="{D5768B88-57A3-36D5-B6AD-16F001CF856F}"/>
                  </a:ext>
                </a:extLst>
              </p:cNvPr>
              <p:cNvSpPr/>
              <p:nvPr/>
            </p:nvSpPr>
            <p:spPr>
              <a:xfrm flipV="false" flipH="false">
                <a:off x="2163617" y="5233302"/>
                <a:ext cx="2234954" cy="733059"/>
              </a:xfrm>
              <a:custGeom>
                <a:avLst/>
                <a:gdLst>
                  <a:gd fmla="*/ 0 w 3243167" name="connsiteX0"/>
                  <a:gd fmla="*/ 0 h 1063751" name="connsiteY0"/>
                  <a:gd fmla="*/ 3243167 w 3243167" name="connsiteX1"/>
                  <a:gd fmla="*/ 0 h 1063751" name="connsiteY1"/>
                  <a:gd fmla="*/ 3243167 w 3243167" name="connsiteX2"/>
                  <a:gd fmla="*/ 1063752 h 1063751" name="connsiteY2"/>
                  <a:gd fmla="*/ 0 w 3243167" name="connsiteX3"/>
                  <a:gd fmla="*/ 1063752 h 1063751" name="connsiteY3"/>
                  <a:gd fmla="*/ 0 w 3243167" name="connsiteX4"/>
                  <a:gd fmla="*/ 0 h 106375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63751" w="3243167">
                    <a:moveTo>
                      <a:pt x="0" y="0"/>
                    </a:moveTo>
                    <a:lnTo>
                      <a:pt x="3243167" y="0"/>
                    </a:lnTo>
                    <a:lnTo>
                      <a:pt x="3243167" y="1063752"/>
                    </a:lnTo>
                    <a:lnTo>
                      <a:pt x="0" y="10637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E6C8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ee9d378-a83e-4d99-9f9a-c8eeae9e82fa" id="162" name="任意多边形: 形状 161">
                <a:extLst>
                  <a:ext uri="{FF2B5EF4-FFF2-40B4-BE49-F238E27FC236}">
                    <a16:creationId id="{9747E0F4-5CF1-B2F4-B45B-36314288D56F}"/>
                  </a:ext>
                </a:extLst>
              </p:cNvPr>
              <p:cNvSpPr/>
              <p:nvPr/>
            </p:nvSpPr>
            <p:spPr>
              <a:xfrm flipV="false" flipH="false">
                <a:off x="3210107" y="3311908"/>
                <a:ext cx="1188465" cy="1381051"/>
              </a:xfrm>
              <a:custGeom>
                <a:avLst/>
                <a:gdLst>
                  <a:gd fmla="*/ 1724597 w 1724596" name="connsiteX0"/>
                  <a:gd fmla="*/ 1997678 h 2004060" name="connsiteY0"/>
                  <a:gd fmla="*/ 1724597 w 1724596" name="connsiteX1"/>
                  <a:gd fmla="*/ 0 h 2004060" name="connsiteY1"/>
                  <a:gd fmla="*/ 0 w 1724596" name="connsiteX2"/>
                  <a:gd fmla="*/ 0 h 2004060" name="connsiteY2"/>
                  <a:gd fmla="*/ 0 w 1724596" name="connsiteX3"/>
                  <a:gd fmla="*/ 2004060 h 2004060" name="connsiteY3"/>
                  <a:gd fmla="*/ 1724597 w 1724596" name="connsiteX4"/>
                  <a:gd fmla="*/ 1997678 h 2004060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2004060" w="1724596">
                    <a:moveTo>
                      <a:pt x="1724597" y="1997678"/>
                    </a:moveTo>
                    <a:lnTo>
                      <a:pt x="1724597" y="0"/>
                    </a:lnTo>
                    <a:lnTo>
                      <a:pt x="0" y="0"/>
                    </a:lnTo>
                    <a:lnTo>
                      <a:pt x="0" y="2004060"/>
                    </a:lnTo>
                    <a:lnTo>
                      <a:pt x="1724597" y="1997678"/>
                    </a:lnTo>
                    <a:close/>
                  </a:path>
                </a:pathLst>
              </a:custGeom>
              <a:solidFill>
                <a:srgbClr val="FF560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efb7ab0-e384-4de9-b906-333bc1f57527" id="163" name="任意多边形: 形状 162">
                <a:extLst>
                  <a:ext uri="{FF2B5EF4-FFF2-40B4-BE49-F238E27FC236}">
                    <a16:creationId id="{5DE29F46-9A55-E1AD-958C-887E7511E325}"/>
                  </a:ext>
                </a:extLst>
              </p:cNvPr>
              <p:cNvSpPr/>
              <p:nvPr/>
            </p:nvSpPr>
            <p:spPr>
              <a:xfrm flipV="false" flipH="false">
                <a:off x="2163552" y="2738379"/>
                <a:ext cx="1101887" cy="1961277"/>
              </a:xfrm>
              <a:custGeom>
                <a:avLst/>
                <a:gdLst>
                  <a:gd fmla="*/ 1598962 w 1598961" name="connsiteX0"/>
                  <a:gd fmla="*/ 2836219 h 2846033" name="connsiteY0"/>
                  <a:gd fmla="*/ 857822 w 1598961" name="connsiteX1"/>
                  <a:gd fmla="*/ 2829933 h 2846033" name="connsiteY1"/>
                  <a:gd fmla="*/ 95 w 1598961" name="connsiteX2"/>
                  <a:gd fmla="*/ 2438360 h 2846033" name="connsiteY2"/>
                  <a:gd fmla="*/ 130778 w 1598961" name="connsiteX3"/>
                  <a:gd fmla="*/ 2171279 h 2846033" name="connsiteY3"/>
                  <a:gd fmla="*/ 3810 w 1598961" name="connsiteX4"/>
                  <a:gd fmla="*/ 1950966 h 2846033" name="connsiteY4"/>
                  <a:gd fmla="*/ 131350 w 1598961" name="connsiteX5"/>
                  <a:gd fmla="*/ 1726557 h 2846033" name="connsiteY5"/>
                  <a:gd fmla="*/ 0 w 1598961" name="connsiteX6"/>
                  <a:gd fmla="*/ 1492147 h 2846033" name="connsiteY6"/>
                  <a:gd fmla="*/ 130683 w 1598961" name="connsiteX7"/>
                  <a:gd fmla="*/ 1256403 h 2846033" name="connsiteY7"/>
                  <a:gd fmla="*/ 3715 w 1598961" name="connsiteX8"/>
                  <a:gd fmla="*/ 1055330 h 2846033" name="connsiteY8"/>
                  <a:gd fmla="*/ 171831 w 1598961" name="connsiteX9"/>
                  <a:gd fmla="*/ 849304 h 2846033" name="connsiteY9"/>
                  <a:gd fmla="*/ 1123379 w 1598961" name="connsiteX10"/>
                  <a:gd fmla="*/ 858353 h 2846033" name="connsiteY10"/>
                  <a:gd fmla="*/ 1158050 w 1598961" name="connsiteX11"/>
                  <a:gd fmla="*/ 332859 h 2846033" name="connsiteY11"/>
                  <a:gd fmla="*/ 1598771 w 1598961" name="connsiteX12"/>
                  <a:gd fmla="*/ 35393 h 2846033" name="connsiteY12"/>
                  <a:gd fmla="*/ 1598771 w 1598961" name="connsiteX13"/>
                  <a:gd fmla="*/ 2836219 h 2846033" name="connsiteY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b="b" l="l" r="r" t="t"/>
                <a:pathLst>
                  <a:path h="2846033" w="1598961">
                    <a:moveTo>
                      <a:pt x="1598962" y="2836219"/>
                    </a:moveTo>
                    <a:cubicBezTo>
                      <a:pt x="1598962" y="2836219"/>
                      <a:pt x="1260920" y="2862032"/>
                      <a:pt x="857822" y="2829933"/>
                    </a:cubicBezTo>
                    <a:cubicBezTo>
                      <a:pt x="506349" y="2801929"/>
                      <a:pt x="95" y="2716967"/>
                      <a:pt x="95" y="2438360"/>
                    </a:cubicBezTo>
                    <a:cubicBezTo>
                      <a:pt x="95" y="2232334"/>
                      <a:pt x="130778" y="2171279"/>
                      <a:pt x="130778" y="2171279"/>
                    </a:cubicBezTo>
                    <a:cubicBezTo>
                      <a:pt x="130778" y="2171279"/>
                      <a:pt x="3810" y="2109176"/>
                      <a:pt x="3810" y="1950966"/>
                    </a:cubicBezTo>
                    <a:cubicBezTo>
                      <a:pt x="3810" y="1792660"/>
                      <a:pt x="131350" y="1726557"/>
                      <a:pt x="131350" y="1726557"/>
                    </a:cubicBezTo>
                    <a:cubicBezTo>
                      <a:pt x="131350" y="1726557"/>
                      <a:pt x="0" y="1645404"/>
                      <a:pt x="0" y="1492147"/>
                    </a:cubicBezTo>
                    <a:cubicBezTo>
                      <a:pt x="0" y="1304218"/>
                      <a:pt x="130683" y="1256403"/>
                      <a:pt x="130683" y="1256403"/>
                    </a:cubicBezTo>
                    <a:cubicBezTo>
                      <a:pt x="130683" y="1256403"/>
                      <a:pt x="6953" y="1180584"/>
                      <a:pt x="3715" y="1055330"/>
                    </a:cubicBezTo>
                    <a:cubicBezTo>
                      <a:pt x="-95" y="908645"/>
                      <a:pt x="171831" y="849304"/>
                      <a:pt x="171831" y="849304"/>
                    </a:cubicBezTo>
                    <a:lnTo>
                      <a:pt x="1123379" y="858353"/>
                    </a:lnTo>
                    <a:cubicBezTo>
                      <a:pt x="1123379" y="858353"/>
                      <a:pt x="1102519" y="572032"/>
                      <a:pt x="1158050" y="332859"/>
                    </a:cubicBezTo>
                    <a:cubicBezTo>
                      <a:pt x="1270445" y="-151297"/>
                      <a:pt x="1598771" y="35393"/>
                      <a:pt x="1598771" y="35393"/>
                    </a:cubicBezTo>
                    <a:lnTo>
                      <a:pt x="1598771" y="2836219"/>
                    </a:lnTo>
                    <a:close/>
                  </a:path>
                </a:pathLst>
              </a:custGeom>
              <a:solidFill>
                <a:srgbClr val="FBC849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2c3003f-4007-4e48-82d1-18c19e395749" id="160" name="任意多边形: 形状 159">
                <a:extLst>
                  <a:ext uri="{FF2B5EF4-FFF2-40B4-BE49-F238E27FC236}">
                    <a16:creationId id="{D5CB5BF7-08E7-4A12-8ED1-56A27ABB8384}"/>
                  </a:ext>
                </a:extLst>
              </p:cNvPr>
              <p:cNvSpPr/>
              <p:nvPr/>
            </p:nvSpPr>
            <p:spPr>
              <a:xfrm flipV="false" flipH="false">
                <a:off x="1642966" y="5317583"/>
                <a:ext cx="397643" cy="733059"/>
              </a:xfrm>
              <a:custGeom>
                <a:avLst/>
                <a:gdLst>
                  <a:gd fmla="*/ 0 w 577024" name="connsiteX0"/>
                  <a:gd fmla="*/ 0 h 1063751" name="connsiteY0"/>
                  <a:gd fmla="*/ 577025 w 577024" name="connsiteX1"/>
                  <a:gd fmla="*/ 0 h 1063751" name="connsiteY1"/>
                  <a:gd fmla="*/ 577025 w 577024" name="connsiteX2"/>
                  <a:gd fmla="*/ 1063752 h 1063751" name="connsiteY2"/>
                  <a:gd fmla="*/ 0 w 577024" name="connsiteX3"/>
                  <a:gd fmla="*/ 1063752 h 1063751" name="connsiteY3"/>
                  <a:gd fmla="*/ 0 w 577024" name="connsiteX4"/>
                  <a:gd fmla="*/ 0 h 106375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63751" w="577024">
                    <a:moveTo>
                      <a:pt x="0" y="0"/>
                    </a:moveTo>
                    <a:lnTo>
                      <a:pt x="577025" y="0"/>
                    </a:lnTo>
                    <a:lnTo>
                      <a:pt x="577025" y="1063752"/>
                    </a:lnTo>
                    <a:lnTo>
                      <a:pt x="0" y="10637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C2F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8633c13-4c00-4f4b-adcf-ee55215806c1" id="161" name="任意多边形: 形状 160">
                <a:extLst>
                  <a:ext uri="{FF2B5EF4-FFF2-40B4-BE49-F238E27FC236}">
                    <a16:creationId id="{970AEC93-9CB8-CA15-9742-D76B04FDFFD5}"/>
                  </a:ext>
                </a:extLst>
              </p:cNvPr>
              <p:cNvSpPr/>
              <p:nvPr/>
            </p:nvSpPr>
            <p:spPr>
              <a:xfrm flipV="false" flipH="false">
                <a:off x="2040544" y="5317583"/>
                <a:ext cx="65639" cy="733059"/>
              </a:xfrm>
              <a:custGeom>
                <a:avLst/>
                <a:gdLst>
                  <a:gd fmla="*/ 0 w 95250" name="connsiteX0"/>
                  <a:gd fmla="*/ 0 h 1063751" name="connsiteY0"/>
                  <a:gd fmla="*/ 95250 w 95250" name="connsiteX1"/>
                  <a:gd fmla="*/ 0 h 1063751" name="connsiteY1"/>
                  <a:gd fmla="*/ 95250 w 95250" name="connsiteX2"/>
                  <a:gd fmla="*/ 1019556 h 1063751" name="connsiteY2"/>
                  <a:gd fmla="*/ 0 w 95250" name="connsiteX3"/>
                  <a:gd fmla="*/ 1063752 h 1063751" name="connsiteY3"/>
                  <a:gd fmla="*/ 0 w 95250" name="connsiteX4"/>
                  <a:gd fmla="*/ 0 h 106375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63751" w="95250">
                    <a:moveTo>
                      <a:pt x="0" y="0"/>
                    </a:moveTo>
                    <a:lnTo>
                      <a:pt x="95250" y="0"/>
                    </a:lnTo>
                    <a:lnTo>
                      <a:pt x="95250" y="1019556"/>
                    </a:lnTo>
                    <a:lnTo>
                      <a:pt x="0" y="10637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28EE1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3622fc5-aa5d-4928-b679-33b7cf1d1b37" id="158" name="任意多边形: 形状 157">
                <a:extLst>
                  <a:ext uri="{FF2B5EF4-FFF2-40B4-BE49-F238E27FC236}">
                    <a16:creationId id="{573F8868-BA96-8547-F6F6-C2461C76EBA9}"/>
                  </a:ext>
                </a:extLst>
              </p:cNvPr>
              <p:cNvSpPr/>
              <p:nvPr/>
            </p:nvSpPr>
            <p:spPr>
              <a:xfrm flipV="false" flipH="false">
                <a:off x="4337329" y="5707086"/>
                <a:ext cx="639393" cy="343031"/>
              </a:xfrm>
              <a:custGeom>
                <a:avLst/>
                <a:gdLst>
                  <a:gd fmla="*/ 0 w 927830" name="connsiteX0"/>
                  <a:gd fmla="*/ 0 h 497776" name="connsiteY0"/>
                  <a:gd fmla="*/ 927830 w 927830" name="connsiteX1"/>
                  <a:gd fmla="*/ 0 h 497776" name="connsiteY1"/>
                  <a:gd fmla="*/ 927830 w 927830" name="connsiteX2"/>
                  <a:gd fmla="*/ 497777 h 497776" name="connsiteY2"/>
                  <a:gd fmla="*/ 0 w 927830" name="connsiteX3"/>
                  <a:gd fmla="*/ 497777 h 497776" name="connsiteY3"/>
                  <a:gd fmla="*/ 0 w 927830" name="connsiteX4"/>
                  <a:gd fmla="*/ 0 h 497776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497776" w="927830">
                    <a:moveTo>
                      <a:pt x="0" y="0"/>
                    </a:moveTo>
                    <a:lnTo>
                      <a:pt x="927830" y="0"/>
                    </a:lnTo>
                    <a:lnTo>
                      <a:pt x="927830" y="497777"/>
                    </a:lnTo>
                    <a:lnTo>
                      <a:pt x="0" y="4977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6FF6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63e0f38-c96a-4d04-8acf-ea2efcf182f1" id="159" name="任意多边形: 形状 158">
                <a:extLst>
                  <a:ext uri="{FF2B5EF4-FFF2-40B4-BE49-F238E27FC236}">
                    <a16:creationId id="{C3C0BD7C-06AB-85E7-3D68-661B3BEF7037}"/>
                  </a:ext>
                </a:extLst>
              </p:cNvPr>
              <p:cNvSpPr/>
              <p:nvPr/>
            </p:nvSpPr>
            <p:spPr>
              <a:xfrm flipV="false" flipH="false">
                <a:off x="4266964" y="5707086"/>
                <a:ext cx="70365" cy="343031"/>
              </a:xfrm>
              <a:custGeom>
                <a:avLst/>
                <a:gdLst>
                  <a:gd fmla="*/ 102108 w 102108" name="connsiteX0"/>
                  <a:gd fmla="*/ 0 h 497776" name="connsiteY0"/>
                  <a:gd fmla="*/ 0 w 102108" name="connsiteX1"/>
                  <a:gd fmla="*/ 0 h 497776" name="connsiteY1"/>
                  <a:gd fmla="*/ 0 w 102108" name="connsiteX2"/>
                  <a:gd fmla="*/ 462725 h 497776" name="connsiteY2"/>
                  <a:gd fmla="*/ 102108 w 102108" name="connsiteX3"/>
                  <a:gd fmla="*/ 497777 h 497776" name="connsiteY3"/>
                  <a:gd fmla="*/ 102108 w 102108" name="connsiteX4"/>
                  <a:gd fmla="*/ 0 h 497776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497776" w="102108">
                    <a:moveTo>
                      <a:pt x="102108" y="0"/>
                    </a:moveTo>
                    <a:lnTo>
                      <a:pt x="0" y="0"/>
                    </a:lnTo>
                    <a:lnTo>
                      <a:pt x="0" y="462725"/>
                    </a:lnTo>
                    <a:lnTo>
                      <a:pt x="102108" y="497777"/>
                    </a:lnTo>
                    <a:lnTo>
                      <a:pt x="102108" y="0"/>
                    </a:lnTo>
                    <a:close/>
                  </a:path>
                </a:pathLst>
              </a:custGeom>
              <a:solidFill>
                <a:srgbClr val="87A2E7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9228e84-0ae4-4f2c-be07-269a6158b92d" id="142" name="任意多边形: 形状 141">
                <a:extLst>
                  <a:ext uri="{FF2B5EF4-FFF2-40B4-BE49-F238E27FC236}">
                    <a16:creationId id="{B85E01CC-80C3-1592-67FB-6B8A6EB9DA60}"/>
                  </a:ext>
                </a:extLst>
              </p:cNvPr>
              <p:cNvSpPr/>
              <p:nvPr/>
            </p:nvSpPr>
            <p:spPr>
              <a:xfrm flipV="false" flipH="false">
                <a:off x="2560657" y="4640542"/>
                <a:ext cx="65617" cy="76244"/>
              </a:xfrm>
              <a:custGeom>
                <a:avLst/>
                <a:gdLst>
                  <a:gd fmla="*/ 3542 w 95217" name="connsiteX0"/>
                  <a:gd fmla="*/ 60155 h 110638" name="connsiteY0"/>
                  <a:gd fmla="*/ 47738 w 95217" name="connsiteX1"/>
                  <a:gd fmla="*/ 74252 h 110638" name="connsiteY1"/>
                  <a:gd fmla="*/ 59549 w 95217" name="connsiteX2"/>
                  <a:gd fmla="*/ 110638 h 110638" name="connsiteY2"/>
                  <a:gd fmla="*/ 95173 w 95217" name="connsiteX3"/>
                  <a:gd fmla="*/ 93588 h 110638" name="connsiteY3"/>
                  <a:gd fmla="*/ 89553 w 95217" name="connsiteX4"/>
                  <a:gd fmla="*/ 48154 h 110638" name="connsiteY4"/>
                  <a:gd fmla="*/ 55263 w 95217" name="connsiteX5"/>
                  <a:gd fmla="*/ 43010 h 110638" name="connsiteY5"/>
                  <a:gd fmla="*/ 18782 w 95217" name="connsiteX6"/>
                  <a:gd fmla="*/ 2434 h 110638" name="connsiteY6"/>
                  <a:gd fmla="*/ 3542 w 95217" name="connsiteX7"/>
                  <a:gd fmla="*/ 60155 h 110638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10638" w="95217">
                    <a:moveTo>
                      <a:pt x="3542" y="60155"/>
                    </a:moveTo>
                    <a:cubicBezTo>
                      <a:pt x="8781" y="76157"/>
                      <a:pt x="47738" y="74252"/>
                      <a:pt x="47738" y="74252"/>
                    </a:cubicBezTo>
                    <a:cubicBezTo>
                      <a:pt x="47738" y="74252"/>
                      <a:pt x="59359" y="103208"/>
                      <a:pt x="59549" y="110638"/>
                    </a:cubicBezTo>
                    <a:cubicBezTo>
                      <a:pt x="59263" y="110733"/>
                      <a:pt x="96697" y="97017"/>
                      <a:pt x="95173" y="93588"/>
                    </a:cubicBezTo>
                    <a:cubicBezTo>
                      <a:pt x="95173" y="93588"/>
                      <a:pt x="94982" y="54154"/>
                      <a:pt x="89553" y="48154"/>
                    </a:cubicBezTo>
                    <a:cubicBezTo>
                      <a:pt x="89267" y="47773"/>
                      <a:pt x="55834" y="43772"/>
                      <a:pt x="55263" y="43010"/>
                    </a:cubicBezTo>
                    <a:cubicBezTo>
                      <a:pt x="40594" y="21865"/>
                      <a:pt x="28878" y="-8901"/>
                      <a:pt x="18782" y="2434"/>
                    </a:cubicBezTo>
                    <a:cubicBezTo>
                      <a:pt x="-1411" y="25294"/>
                      <a:pt x="-3221" y="39867"/>
                      <a:pt x="3542" y="60155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cc265cd-8ba6-431f-8947-4c6222b73ef9" id="143" name="任意多边形: 形状 142">
                <a:extLst>
                  <a:ext uri="{FF2B5EF4-FFF2-40B4-BE49-F238E27FC236}">
                    <a16:creationId id="{F5DBB5B1-69BA-7D38-8E47-C0AEE893124A}"/>
                  </a:ext>
                </a:extLst>
              </p:cNvPr>
              <p:cNvSpPr/>
              <p:nvPr/>
            </p:nvSpPr>
            <p:spPr>
              <a:xfrm flipV="false" flipH="false">
                <a:off x="3002429" y="4655768"/>
                <a:ext cx="67257" cy="85632"/>
              </a:xfrm>
              <a:custGeom>
                <a:avLst/>
                <a:gdLst>
                  <a:gd fmla="*/ 95144 w 97597" name="connsiteX0"/>
                  <a:gd fmla="*/ 68826 h 124261" name="connsiteY0"/>
                  <a:gd fmla="*/ 32850 w 97597" name="connsiteX1"/>
                  <a:gd fmla="*/ 124261 h 124261" name="connsiteY1"/>
                  <a:gd fmla="*/ 2656 w 97597" name="connsiteX2"/>
                  <a:gd fmla="*/ 104545 h 124261" name="connsiteY2"/>
                  <a:gd fmla="*/ 5609 w 97597" name="connsiteX3"/>
                  <a:gd fmla="*/ 76160 h 124261" name="connsiteY3"/>
                  <a:gd fmla="*/ 40756 w 97597" name="connsiteX4"/>
                  <a:gd fmla="*/ 44537 h 124261" name="connsiteY4"/>
                  <a:gd fmla="*/ 74665 w 97597" name="connsiteX5"/>
                  <a:gd fmla="*/ 2341 h 124261" name="connsiteY5"/>
                  <a:gd fmla="*/ 95144 w 97597" name="connsiteX6"/>
                  <a:gd fmla="*/ 68826 h 124261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24261" w="97597">
                    <a:moveTo>
                      <a:pt x="95144" y="68826"/>
                    </a:moveTo>
                    <a:cubicBezTo>
                      <a:pt x="87238" y="92734"/>
                      <a:pt x="33613" y="101687"/>
                      <a:pt x="32850" y="124261"/>
                    </a:cubicBezTo>
                    <a:cubicBezTo>
                      <a:pt x="33231" y="124357"/>
                      <a:pt x="1132" y="107974"/>
                      <a:pt x="2656" y="104545"/>
                    </a:cubicBezTo>
                    <a:cubicBezTo>
                      <a:pt x="2656" y="104545"/>
                      <a:pt x="-4964" y="100925"/>
                      <a:pt x="5609" y="76160"/>
                    </a:cubicBezTo>
                    <a:cubicBezTo>
                      <a:pt x="16182" y="51395"/>
                      <a:pt x="25897" y="65969"/>
                      <a:pt x="40756" y="44537"/>
                    </a:cubicBezTo>
                    <a:cubicBezTo>
                      <a:pt x="55425" y="23392"/>
                      <a:pt x="64664" y="-8993"/>
                      <a:pt x="74665" y="2341"/>
                    </a:cubicBezTo>
                    <a:cubicBezTo>
                      <a:pt x="94858" y="25106"/>
                      <a:pt x="101811" y="48633"/>
                      <a:pt x="95144" y="68826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365c207-91ef-4872-8db8-cad39ce5529d" id="144" name="任意多边形: 形状 143">
                <a:extLst>
                  <a:ext uri="{FF2B5EF4-FFF2-40B4-BE49-F238E27FC236}">
                    <a16:creationId id="{31679331-9F3F-2418-0A13-124679C008E0}"/>
                  </a:ext>
                </a:extLst>
              </p:cNvPr>
              <p:cNvSpPr/>
              <p:nvPr/>
            </p:nvSpPr>
            <p:spPr>
              <a:xfrm flipV="false" flipH="false">
                <a:off x="2999074" y="5944831"/>
                <a:ext cx="35642" cy="32873"/>
              </a:xfrm>
              <a:custGeom>
                <a:avLst/>
                <a:gdLst>
                  <a:gd fmla="*/ 0 w 51720" name="connsiteX0"/>
                  <a:gd fmla="*/ 15526 h 47703" name="connsiteY0"/>
                  <a:gd fmla="*/ 5620 w 51720" name="connsiteX1"/>
                  <a:gd fmla="*/ 29909 h 47703" name="connsiteY1"/>
                  <a:gd fmla="*/ 4572 w 51720" name="connsiteX2"/>
                  <a:gd fmla="*/ 47625 h 47703" name="connsiteY2"/>
                  <a:gd fmla="*/ 31718 w 51720" name="connsiteX3"/>
                  <a:gd fmla="*/ 45149 h 47703" name="connsiteY3"/>
                  <a:gd fmla="*/ 51721 w 51720" name="connsiteX4"/>
                  <a:gd fmla="*/ 34004 h 47703" name="connsiteY4"/>
                  <a:gd fmla="*/ 46577 w 51720" name="connsiteX5"/>
                  <a:gd fmla="*/ 22860 h 47703" name="connsiteY5"/>
                  <a:gd fmla="*/ 41720 w 51720" name="connsiteX6"/>
                  <a:gd fmla="*/ 0 h 47703" name="connsiteY6"/>
                  <a:gd fmla="*/ 0 w 51720" name="connsiteX7"/>
                  <a:gd fmla="*/ 15526 h 47703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47703" w="51720">
                    <a:moveTo>
                      <a:pt x="0" y="15526"/>
                    </a:moveTo>
                    <a:cubicBezTo>
                      <a:pt x="0" y="15526"/>
                      <a:pt x="4667" y="23241"/>
                      <a:pt x="5620" y="29909"/>
                    </a:cubicBezTo>
                    <a:cubicBezTo>
                      <a:pt x="6477" y="36576"/>
                      <a:pt x="4572" y="47625"/>
                      <a:pt x="4572" y="47625"/>
                    </a:cubicBezTo>
                    <a:cubicBezTo>
                      <a:pt x="4572" y="47625"/>
                      <a:pt x="21622" y="48387"/>
                      <a:pt x="31718" y="45149"/>
                    </a:cubicBezTo>
                    <a:cubicBezTo>
                      <a:pt x="41910" y="41910"/>
                      <a:pt x="51721" y="34004"/>
                      <a:pt x="51721" y="34004"/>
                    </a:cubicBezTo>
                    <a:cubicBezTo>
                      <a:pt x="51721" y="34004"/>
                      <a:pt x="49435" y="30861"/>
                      <a:pt x="46577" y="22860"/>
                    </a:cubicBezTo>
                    <a:cubicBezTo>
                      <a:pt x="43720" y="14859"/>
                      <a:pt x="41720" y="0"/>
                      <a:pt x="41720" y="0"/>
                    </a:cubicBezTo>
                    <a:lnTo>
                      <a:pt x="0" y="15526"/>
                    </a:ln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f25dce3-aa0c-4041-b7ab-77387758883c" id="145" name="任意多边形: 形状 144">
                <a:extLst>
                  <a:ext uri="{FF2B5EF4-FFF2-40B4-BE49-F238E27FC236}">
                    <a16:creationId id="{DE5EB3D0-5F9E-D068-4A68-51F4FD40987F}"/>
                  </a:ext>
                </a:extLst>
              </p:cNvPr>
              <p:cNvSpPr/>
              <p:nvPr/>
            </p:nvSpPr>
            <p:spPr>
              <a:xfrm flipV="false" flipH="false">
                <a:off x="2777278" y="5966820"/>
                <a:ext cx="34591" cy="26587"/>
              </a:xfrm>
              <a:custGeom>
                <a:avLst/>
                <a:gdLst>
                  <a:gd fmla="*/ 10382 w 50196" name="connsiteX0"/>
                  <a:gd fmla="*/ 0 h 38581" name="connsiteY0"/>
                  <a:gd fmla="*/ 8954 w 50196" name="connsiteX1"/>
                  <a:gd fmla="*/ 15335 h 38581" name="connsiteY1"/>
                  <a:gd fmla="*/ 0 w 50196" name="connsiteX2"/>
                  <a:gd fmla="*/ 33338 h 38581" name="connsiteY2"/>
                  <a:gd fmla="*/ 24003 w 50196" name="connsiteX3"/>
                  <a:gd fmla="*/ 38576 h 38581" name="connsiteY3"/>
                  <a:gd fmla="*/ 48196 w 50196" name="connsiteX4"/>
                  <a:gd fmla="*/ 33528 h 38581" name="connsiteY4"/>
                  <a:gd fmla="*/ 47054 w 50196" name="connsiteX5"/>
                  <a:gd fmla="*/ 20860 h 38581" name="connsiteY5"/>
                  <a:gd fmla="*/ 50197 w 50196" name="connsiteX6"/>
                  <a:gd fmla="*/ 285 h 38581" name="connsiteY6"/>
                  <a:gd fmla="*/ 10382 w 50196" name="connsiteX7"/>
                  <a:gd fmla="*/ 0 h 38581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38581" w="50196">
                    <a:moveTo>
                      <a:pt x="10382" y="0"/>
                    </a:moveTo>
                    <a:cubicBezTo>
                      <a:pt x="10382" y="0"/>
                      <a:pt x="10001" y="8667"/>
                      <a:pt x="8954" y="15335"/>
                    </a:cubicBezTo>
                    <a:cubicBezTo>
                      <a:pt x="7906" y="22003"/>
                      <a:pt x="0" y="33338"/>
                      <a:pt x="0" y="33338"/>
                    </a:cubicBezTo>
                    <a:cubicBezTo>
                      <a:pt x="0" y="33338"/>
                      <a:pt x="13335" y="38767"/>
                      <a:pt x="24003" y="38576"/>
                    </a:cubicBezTo>
                    <a:cubicBezTo>
                      <a:pt x="34671" y="38385"/>
                      <a:pt x="48196" y="33528"/>
                      <a:pt x="48196" y="33528"/>
                    </a:cubicBezTo>
                    <a:cubicBezTo>
                      <a:pt x="48196" y="33528"/>
                      <a:pt x="47435" y="29432"/>
                      <a:pt x="47054" y="20860"/>
                    </a:cubicBezTo>
                    <a:cubicBezTo>
                      <a:pt x="46577" y="12382"/>
                      <a:pt x="50197" y="285"/>
                      <a:pt x="50197" y="285"/>
                    </a:cubicBezTo>
                    <a:lnTo>
                      <a:pt x="10382" y="0"/>
                    </a:ln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fc22469-ae0f-42e5-b326-c56bb2914ffd" id="146" name="任意多边形: 形状 145">
                <a:extLst>
                  <a:ext uri="{FF2B5EF4-FFF2-40B4-BE49-F238E27FC236}">
                    <a16:creationId id="{3DBC1030-87C3-1158-955B-CBFCE8A53480}"/>
                  </a:ext>
                </a:extLst>
              </p:cNvPr>
              <p:cNvSpPr/>
              <p:nvPr/>
            </p:nvSpPr>
            <p:spPr>
              <a:xfrm flipV="false" flipH="false">
                <a:off x="2685581" y="5987300"/>
                <a:ext cx="126174" cy="49951"/>
              </a:xfrm>
              <a:custGeom>
                <a:avLst/>
                <a:gdLst>
                  <a:gd fmla="*/ 128873 w 183093" name="connsiteX0"/>
                  <a:gd fmla="*/ 0 h 72485" name="connsiteY0"/>
                  <a:gd fmla="*/ 73819 w 183093" name="connsiteX1"/>
                  <a:gd fmla="*/ 30861 h 72485" name="connsiteY1"/>
                  <a:gd fmla="*/ 0 w 183093" name="connsiteX2"/>
                  <a:gd fmla="*/ 61532 h 72485" name="connsiteY2"/>
                  <a:gd fmla="*/ 95 w 183093" name="connsiteX3"/>
                  <a:gd fmla="*/ 72485 h 72485" name="connsiteY3"/>
                  <a:gd fmla="*/ 87535 w 183093" name="connsiteX4"/>
                  <a:gd fmla="*/ 68199 h 72485" name="connsiteY4"/>
                  <a:gd fmla="*/ 129064 w 183093" name="connsiteX5"/>
                  <a:gd fmla="*/ 61817 h 72485" name="connsiteY5"/>
                  <a:gd fmla="*/ 149352 w 183093" name="connsiteX6"/>
                  <a:gd fmla="*/ 51340 h 72485" name="connsiteY6"/>
                  <a:gd fmla="*/ 150781 w 183093" name="connsiteX7"/>
                  <a:gd fmla="*/ 62198 h 72485" name="connsiteY7"/>
                  <a:gd fmla="*/ 178308 w 183093" name="connsiteX8"/>
                  <a:gd fmla="*/ 63055 h 72485" name="connsiteY8"/>
                  <a:gd fmla="*/ 182880 w 183093" name="connsiteX9"/>
                  <a:gd fmla="*/ 39910 h 72485" name="connsiteY9"/>
                  <a:gd fmla="*/ 181737 w 183093" name="connsiteX10"/>
                  <a:gd fmla="*/ 1524 h 72485" name="connsiteY10"/>
                  <a:gd fmla="*/ 152400 w 183093" name="connsiteX11"/>
                  <a:gd fmla="*/ 6477 h 72485" name="connsiteY11"/>
                  <a:gd fmla="*/ 128873 w 183093" name="connsiteX12"/>
                  <a:gd fmla="*/ 0 h 72485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72485" w="183093">
                    <a:moveTo>
                      <a:pt x="128873" y="0"/>
                    </a:moveTo>
                    <a:cubicBezTo>
                      <a:pt x="128873" y="0"/>
                      <a:pt x="105918" y="15050"/>
                      <a:pt x="73819" y="30861"/>
                    </a:cubicBezTo>
                    <a:cubicBezTo>
                      <a:pt x="41720" y="46767"/>
                      <a:pt x="0" y="61532"/>
                      <a:pt x="0" y="61532"/>
                    </a:cubicBezTo>
                    <a:lnTo>
                      <a:pt x="95" y="72485"/>
                    </a:lnTo>
                    <a:cubicBezTo>
                      <a:pt x="95" y="72485"/>
                      <a:pt x="55245" y="70866"/>
                      <a:pt x="87535" y="68199"/>
                    </a:cubicBezTo>
                    <a:cubicBezTo>
                      <a:pt x="119825" y="65532"/>
                      <a:pt x="129064" y="61817"/>
                      <a:pt x="129064" y="61817"/>
                    </a:cubicBezTo>
                    <a:lnTo>
                      <a:pt x="149352" y="51340"/>
                    </a:lnTo>
                    <a:lnTo>
                      <a:pt x="150781" y="62198"/>
                    </a:lnTo>
                    <a:lnTo>
                      <a:pt x="178308" y="63055"/>
                    </a:lnTo>
                    <a:cubicBezTo>
                      <a:pt x="178308" y="63055"/>
                      <a:pt x="182023" y="55245"/>
                      <a:pt x="182880" y="39910"/>
                    </a:cubicBezTo>
                    <a:cubicBezTo>
                      <a:pt x="183737" y="24479"/>
                      <a:pt x="181737" y="1524"/>
                      <a:pt x="181737" y="1524"/>
                    </a:cubicBezTo>
                    <a:cubicBezTo>
                      <a:pt x="181737" y="1524"/>
                      <a:pt x="165735" y="7429"/>
                      <a:pt x="152400" y="6477"/>
                    </a:cubicBezTo>
                    <a:cubicBezTo>
                      <a:pt x="139065" y="5715"/>
                      <a:pt x="128873" y="0"/>
                      <a:pt x="128873" y="0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4ef1217-4dcd-4b51-b369-10148578cf66" id="147" name="任意多边形: 形状 146">
                <a:extLst>
                  <a:ext uri="{FF2B5EF4-FFF2-40B4-BE49-F238E27FC236}">
                    <a16:creationId id="{9B12653C-1BA4-D1A9-AA82-0B5A2D0CE075}"/>
                  </a:ext>
                </a:extLst>
              </p:cNvPr>
              <p:cNvSpPr/>
              <p:nvPr/>
            </p:nvSpPr>
            <p:spPr>
              <a:xfrm flipV="false" flipH="false">
                <a:off x="2927725" y="5967082"/>
                <a:ext cx="118315" cy="82968"/>
              </a:xfrm>
              <a:custGeom>
                <a:avLst/>
                <a:gdLst>
                  <a:gd fmla="*/ 105728 w 171689" name="connsiteX0"/>
                  <a:gd fmla="*/ 13907 h 120396" name="connsiteY0"/>
                  <a:gd fmla="*/ 61817 w 171689" name="connsiteX1"/>
                  <a:gd fmla="*/ 59341 h 120396" name="connsiteY1"/>
                  <a:gd fmla="*/ 0 w 171689" name="connsiteX2"/>
                  <a:gd fmla="*/ 110014 h 120396" name="connsiteY2"/>
                  <a:gd fmla="*/ 3238 w 171689" name="connsiteX3"/>
                  <a:gd fmla="*/ 120396 h 120396" name="connsiteY3"/>
                  <a:gd fmla="*/ 85820 w 171689" name="connsiteX4"/>
                  <a:gd fmla="*/ 91154 h 120396" name="connsiteY4"/>
                  <a:gd fmla="*/ 123730 w 171689" name="connsiteX5"/>
                  <a:gd fmla="*/ 73057 h 120396" name="connsiteY5"/>
                  <a:gd fmla="*/ 140208 w 171689" name="connsiteX6"/>
                  <a:gd fmla="*/ 57150 h 120396" name="connsiteY6"/>
                  <a:gd fmla="*/ 144780 w 171689" name="connsiteX7"/>
                  <a:gd fmla="*/ 67151 h 120396" name="connsiteY7"/>
                  <a:gd fmla="*/ 171450 w 171689" name="connsiteX8"/>
                  <a:gd fmla="*/ 60007 h 120396" name="connsiteY8"/>
                  <a:gd fmla="*/ 169164 w 171689" name="connsiteX9"/>
                  <a:gd fmla="*/ 36481 h 120396" name="connsiteY9"/>
                  <a:gd fmla="*/ 157067 w 171689" name="connsiteX10"/>
                  <a:gd fmla="*/ 0 h 120396" name="connsiteY10"/>
                  <a:gd fmla="*/ 130397 w 171689" name="connsiteX11"/>
                  <a:gd fmla="*/ 13240 h 120396" name="connsiteY11"/>
                  <a:gd fmla="*/ 105728 w 171689" name="connsiteX12"/>
                  <a:gd fmla="*/ 13907 h 120396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120396" w="171689">
                    <a:moveTo>
                      <a:pt x="105728" y="13907"/>
                    </a:moveTo>
                    <a:cubicBezTo>
                      <a:pt x="105728" y="13907"/>
                      <a:pt x="88011" y="34862"/>
                      <a:pt x="61817" y="59341"/>
                    </a:cubicBezTo>
                    <a:cubicBezTo>
                      <a:pt x="35623" y="83820"/>
                      <a:pt x="0" y="110014"/>
                      <a:pt x="0" y="110014"/>
                    </a:cubicBezTo>
                    <a:lnTo>
                      <a:pt x="3238" y="120396"/>
                    </a:lnTo>
                    <a:cubicBezTo>
                      <a:pt x="3238" y="120396"/>
                      <a:pt x="55626" y="102965"/>
                      <a:pt x="85820" y="91154"/>
                    </a:cubicBezTo>
                    <a:cubicBezTo>
                      <a:pt x="115919" y="79343"/>
                      <a:pt x="123730" y="73057"/>
                      <a:pt x="123730" y="73057"/>
                    </a:cubicBezTo>
                    <a:lnTo>
                      <a:pt x="140208" y="57150"/>
                    </a:lnTo>
                    <a:lnTo>
                      <a:pt x="144780" y="67151"/>
                    </a:lnTo>
                    <a:lnTo>
                      <a:pt x="171450" y="60007"/>
                    </a:lnTo>
                    <a:cubicBezTo>
                      <a:pt x="171450" y="60007"/>
                      <a:pt x="172783" y="51435"/>
                      <a:pt x="169164" y="36481"/>
                    </a:cubicBezTo>
                    <a:cubicBezTo>
                      <a:pt x="165545" y="21527"/>
                      <a:pt x="157067" y="0"/>
                      <a:pt x="157067" y="0"/>
                    </a:cubicBezTo>
                    <a:cubicBezTo>
                      <a:pt x="157067" y="0"/>
                      <a:pt x="143446" y="10192"/>
                      <a:pt x="130397" y="13240"/>
                    </a:cubicBezTo>
                    <a:cubicBezTo>
                      <a:pt x="117157" y="16383"/>
                      <a:pt x="105728" y="13907"/>
                      <a:pt x="105728" y="13907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cd20367b-c194-46bc-aadb-751459042b63" id="148" name="任意多边形: 形状 147">
                <a:extLst>
                  <a:ext uri="{FF2B5EF4-FFF2-40B4-BE49-F238E27FC236}">
                    <a16:creationId id="{CE98F258-DEC1-B933-46BE-382707897A30}"/>
                  </a:ext>
                </a:extLst>
              </p:cNvPr>
              <p:cNvSpPr/>
              <p:nvPr/>
            </p:nvSpPr>
            <p:spPr>
              <a:xfrm flipV="false" flipH="false">
                <a:off x="2736976" y="5271306"/>
                <a:ext cx="163179" cy="710159"/>
              </a:xfrm>
              <a:custGeom>
                <a:avLst/>
                <a:gdLst>
                  <a:gd fmla="*/ 0 w 236791" name="connsiteX0"/>
                  <a:gd fmla="*/ 9906 h 1030521" name="connsiteY0"/>
                  <a:gd fmla="*/ 64675 w 236791" name="connsiteX1"/>
                  <a:gd fmla="*/ 1028033 h 1030521" name="connsiteY1"/>
                  <a:gd fmla="*/ 108490 w 236791" name="connsiteX2"/>
                  <a:gd fmla="*/ 1030510 h 1030521" name="connsiteY2"/>
                  <a:gd fmla="*/ 236792 w 236791" name="connsiteX3"/>
                  <a:gd fmla="*/ 0 h 1030521" name="connsiteY3"/>
                  <a:gd fmla="*/ 0 w 236791" name="connsiteX4"/>
                  <a:gd fmla="*/ 9906 h 1030521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30521" w="236791">
                    <a:moveTo>
                      <a:pt x="0" y="9906"/>
                    </a:moveTo>
                    <a:cubicBezTo>
                      <a:pt x="0" y="9906"/>
                      <a:pt x="67056" y="1025462"/>
                      <a:pt x="64675" y="1028033"/>
                    </a:cubicBezTo>
                    <a:cubicBezTo>
                      <a:pt x="64294" y="1028415"/>
                      <a:pt x="108680" y="1030700"/>
                      <a:pt x="108490" y="1030510"/>
                    </a:cubicBezTo>
                    <a:cubicBezTo>
                      <a:pt x="108490" y="1030510"/>
                      <a:pt x="236792" y="0"/>
                      <a:pt x="236792" y="0"/>
                    </a:cubicBezTo>
                    <a:lnTo>
                      <a:pt x="0" y="9906"/>
                    </a:ln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c6a0a38-bec6-41f6-a423-c3123debe46a" id="149" name="任意多边形: 形状 148">
                <a:extLst>
                  <a:ext uri="{FF2B5EF4-FFF2-40B4-BE49-F238E27FC236}">
                    <a16:creationId id="{E06679B5-36CE-B42B-9C31-3791F0EB30E3}"/>
                  </a:ext>
                </a:extLst>
              </p:cNvPr>
              <p:cNvSpPr/>
              <p:nvPr/>
            </p:nvSpPr>
            <p:spPr>
              <a:xfrm flipV="false" flipH="false">
                <a:off x="2778305" y="4745528"/>
                <a:ext cx="106294" cy="142303"/>
              </a:xfrm>
              <a:custGeom>
                <a:avLst/>
                <a:gdLst>
                  <a:gd fmla="*/ 86236 w 154244" name="connsiteX0"/>
                  <a:gd fmla="*/ 203941 h 206497" name="connsiteY0"/>
                  <a:gd fmla="*/ 154245 w 154244" name="connsiteX1"/>
                  <a:gd fmla="*/ 118407 h 206497" name="connsiteY1"/>
                  <a:gd fmla="*/ 146720 w 154244" name="connsiteX2"/>
                  <a:gd fmla="*/ 91260 h 206497" name="connsiteY2"/>
                  <a:gd fmla="*/ 88141 w 154244" name="connsiteX3"/>
                  <a:gd fmla="*/ 18299 h 206497" name="connsiteY3"/>
                  <a:gd fmla="*/ 37945 w 154244" name="connsiteX4"/>
                  <a:gd fmla="*/ 4202 h 206497" name="connsiteY4"/>
                  <a:gd fmla="*/ 5750 w 154244" name="connsiteX5"/>
                  <a:gd fmla="*/ 85450 h 206497" name="connsiteY5"/>
                  <a:gd fmla="*/ 86236 w 154244" name="connsiteX6"/>
                  <a:gd fmla="*/ 203941 h 206497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206497" w="154244">
                    <a:moveTo>
                      <a:pt x="86236" y="203941"/>
                    </a:moveTo>
                    <a:cubicBezTo>
                      <a:pt x="117002" y="178128"/>
                      <a:pt x="154054" y="142886"/>
                      <a:pt x="154245" y="118407"/>
                    </a:cubicBezTo>
                    <a:cubicBezTo>
                      <a:pt x="154245" y="112215"/>
                      <a:pt x="145767" y="97832"/>
                      <a:pt x="146720" y="91260"/>
                    </a:cubicBezTo>
                    <a:cubicBezTo>
                      <a:pt x="151292" y="59637"/>
                      <a:pt x="122907" y="24204"/>
                      <a:pt x="88141" y="18299"/>
                    </a:cubicBezTo>
                    <a:cubicBezTo>
                      <a:pt x="71282" y="15441"/>
                      <a:pt x="58233" y="-9800"/>
                      <a:pt x="37945" y="4202"/>
                    </a:cubicBezTo>
                    <a:cubicBezTo>
                      <a:pt x="-822" y="30967"/>
                      <a:pt x="-6442" y="8583"/>
                      <a:pt x="5750" y="85450"/>
                    </a:cubicBezTo>
                    <a:cubicBezTo>
                      <a:pt x="14418" y="140885"/>
                      <a:pt x="64996" y="221943"/>
                      <a:pt x="86236" y="203941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33e4032-3bac-4dc2-bda9-9ccaa0412e3f" id="150" name="任意多边形: 形状 149">
                <a:extLst>
                  <a:ext uri="{FF2B5EF4-FFF2-40B4-BE49-F238E27FC236}">
                    <a16:creationId id="{BCE55763-9267-A9C6-09A3-1B6E741362FD}"/>
                  </a:ext>
                </a:extLst>
              </p:cNvPr>
              <p:cNvSpPr/>
              <p:nvPr/>
            </p:nvSpPr>
            <p:spPr>
              <a:xfrm flipV="false" flipH="false">
                <a:off x="2737042" y="5263101"/>
                <a:ext cx="296036" cy="704264"/>
              </a:xfrm>
              <a:custGeom>
                <a:avLst/>
                <a:gdLst>
                  <a:gd fmla="*/ 266414 w 429581" name="connsiteX0"/>
                  <a:gd fmla="*/ 0 h 1021966" name="connsiteY0"/>
                  <a:gd fmla="*/ 0 w 429581" name="connsiteX1"/>
                  <a:gd fmla="*/ 19526 h 1021966" name="connsiteY1"/>
                  <a:gd fmla="*/ 382810 w 429581" name="connsiteX2"/>
                  <a:gd fmla="*/ 1021842 h 1021966" name="connsiteY2"/>
                  <a:gd fmla="*/ 429577 w 429581" name="connsiteX3"/>
                  <a:gd fmla="*/ 1006888 h 1021966" name="connsiteY3"/>
                  <a:gd fmla="*/ 266414 w 429581" name="connsiteX4"/>
                  <a:gd fmla="*/ 0 h 1021966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21966" w="429581">
                    <a:moveTo>
                      <a:pt x="266414" y="0"/>
                    </a:moveTo>
                    <a:lnTo>
                      <a:pt x="0" y="19526"/>
                    </a:lnTo>
                    <a:cubicBezTo>
                      <a:pt x="0" y="19526"/>
                      <a:pt x="379476" y="1014699"/>
                      <a:pt x="382810" y="1021842"/>
                    </a:cubicBezTo>
                    <a:cubicBezTo>
                      <a:pt x="383572" y="1023557"/>
                      <a:pt x="430054" y="1006888"/>
                      <a:pt x="429577" y="1006888"/>
                    </a:cubicBezTo>
                    <a:cubicBezTo>
                      <a:pt x="429577" y="1006983"/>
                      <a:pt x="266414" y="0"/>
                      <a:pt x="266414" y="0"/>
                    </a:cubicBezTo>
                    <a:close/>
                  </a:path>
                </a:pathLst>
              </a:custGeom>
              <a:solidFill>
                <a:srgbClr val="273977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e36cb2d-3fc7-40e4-84cc-d5257862e8a3" id="151" name="任意多边形: 形状 150">
                <a:extLst>
                  <a:ext uri="{FF2B5EF4-FFF2-40B4-BE49-F238E27FC236}">
                    <a16:creationId id="{789DA964-5A14-34C2-EA4A-02853D8F22F9}"/>
                  </a:ext>
                </a:extLst>
              </p:cNvPr>
              <p:cNvSpPr/>
              <p:nvPr/>
            </p:nvSpPr>
            <p:spPr>
              <a:xfrm flipV="false" flipH="false">
                <a:off x="2785684" y="4866612"/>
                <a:ext cx="58119" cy="81721"/>
              </a:xfrm>
              <a:custGeom>
                <a:avLst/>
                <a:gdLst>
                  <a:gd fmla="*/ 78957 w 84337" name="connsiteX0"/>
                  <a:gd fmla="*/ 612 h 118587" name="connsiteY0"/>
                  <a:gd fmla="*/ 83910 w 84337" name="connsiteX1"/>
                  <a:gd fmla="*/ 96529 h 118587" name="connsiteY1"/>
                  <a:gd fmla="*/ 1614 w 84337" name="connsiteX2"/>
                  <a:gd fmla="*/ 97482 h 118587" name="connsiteY2"/>
                  <a:gd fmla="*/ 1043 w 84337" name="connsiteX3"/>
                  <a:gd fmla="*/ 10899 h 118587" name="connsiteY3"/>
                  <a:gd fmla="*/ 78957 w 84337" name="connsiteX4"/>
                  <a:gd fmla="*/ 612 h 118587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18587" w="84337">
                    <a:moveTo>
                      <a:pt x="78957" y="612"/>
                    </a:moveTo>
                    <a:cubicBezTo>
                      <a:pt x="75623" y="38903"/>
                      <a:pt x="78481" y="89671"/>
                      <a:pt x="83910" y="96529"/>
                    </a:cubicBezTo>
                    <a:cubicBezTo>
                      <a:pt x="89435" y="103387"/>
                      <a:pt x="40286" y="141963"/>
                      <a:pt x="1614" y="97482"/>
                    </a:cubicBezTo>
                    <a:cubicBezTo>
                      <a:pt x="471" y="96243"/>
                      <a:pt x="-1053" y="12233"/>
                      <a:pt x="1043" y="10899"/>
                    </a:cubicBezTo>
                    <a:cubicBezTo>
                      <a:pt x="9425" y="4994"/>
                      <a:pt x="79243" y="-2150"/>
                      <a:pt x="78957" y="612"/>
                    </a:cubicBezTo>
                    <a:close/>
                  </a:path>
                </a:pathLst>
              </a:custGeom>
              <a:solidFill>
                <a:srgbClr val="FE987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b380777-2638-45bc-bf1e-6f18eba45ea9" id="152" name="任意多边形: 形状 151">
                <a:extLst>
                  <a:ext uri="{FF2B5EF4-FFF2-40B4-BE49-F238E27FC236}">
                    <a16:creationId id="{16F76F67-DA9A-F529-C234-5C418A429554}"/>
                  </a:ext>
                </a:extLst>
              </p:cNvPr>
              <p:cNvSpPr/>
              <p:nvPr/>
            </p:nvSpPr>
            <p:spPr>
              <a:xfrm flipV="false" flipH="false">
                <a:off x="2753718" y="4788985"/>
                <a:ext cx="106646" cy="99701"/>
              </a:xfrm>
              <a:custGeom>
                <a:avLst/>
                <a:gdLst>
                  <a:gd fmla="*/ 88005 w 154755" name="connsiteX0"/>
                  <a:gd fmla="*/ 6673 h 144678" name="connsiteY0"/>
                  <a:gd fmla="*/ 25997 w 154755" name="connsiteX1"/>
                  <a:gd fmla="*/ 37439 h 144678" name="connsiteY1"/>
                  <a:gd fmla="*/ 16377 w 154755" name="connsiteX2"/>
                  <a:gd fmla="*/ 133546 h 144678" name="connsiteY2"/>
                  <a:gd fmla="*/ 111151 w 154755" name="connsiteX3"/>
                  <a:gd fmla="*/ 120020 h 144678" name="connsiteY3"/>
                  <a:gd fmla="*/ 150680 w 154755" name="connsiteX4"/>
                  <a:gd fmla="*/ 104685 h 144678" name="connsiteY4"/>
                  <a:gd fmla="*/ 141060 w 154755" name="connsiteX5"/>
                  <a:gd fmla="*/ 82492 h 144678" name="connsiteY5"/>
                  <a:gd fmla="*/ 124486 w 154755" name="connsiteX6"/>
                  <a:gd fmla="*/ 87731 h 144678" name="connsiteY6"/>
                  <a:gd fmla="*/ 95244 w 154755" name="connsiteX7"/>
                  <a:gd fmla="*/ 32866 h 144678" name="connsiteY7"/>
                  <a:gd fmla="*/ 88005 w 154755" name="connsiteX8"/>
                  <a:gd fmla="*/ 6673 h 144678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44678" w="154755">
                    <a:moveTo>
                      <a:pt x="88005" y="6673"/>
                    </a:moveTo>
                    <a:cubicBezTo>
                      <a:pt x="48000" y="-11710"/>
                      <a:pt x="40761" y="10959"/>
                      <a:pt x="25997" y="37439"/>
                    </a:cubicBezTo>
                    <a:cubicBezTo>
                      <a:pt x="24855" y="36105"/>
                      <a:pt x="-24961" y="117353"/>
                      <a:pt x="16377" y="133546"/>
                    </a:cubicBezTo>
                    <a:cubicBezTo>
                      <a:pt x="57811" y="149738"/>
                      <a:pt x="90482" y="150691"/>
                      <a:pt x="111151" y="120020"/>
                    </a:cubicBezTo>
                    <a:cubicBezTo>
                      <a:pt x="111627" y="120306"/>
                      <a:pt x="129630" y="133450"/>
                      <a:pt x="150680" y="104685"/>
                    </a:cubicBezTo>
                    <a:cubicBezTo>
                      <a:pt x="156966" y="96017"/>
                      <a:pt x="157538" y="82778"/>
                      <a:pt x="141060" y="82492"/>
                    </a:cubicBezTo>
                    <a:cubicBezTo>
                      <a:pt x="133249" y="82397"/>
                      <a:pt x="125343" y="88016"/>
                      <a:pt x="124486" y="87731"/>
                    </a:cubicBezTo>
                    <a:cubicBezTo>
                      <a:pt x="127820" y="71824"/>
                      <a:pt x="106293" y="47249"/>
                      <a:pt x="95244" y="32866"/>
                    </a:cubicBezTo>
                    <a:cubicBezTo>
                      <a:pt x="82290" y="16007"/>
                      <a:pt x="97721" y="11149"/>
                      <a:pt x="88005" y="6673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a137c1b-36df-4e6f-8efb-e736361a440a" id="153" name="任意多边形: 形状 152">
                <a:extLst>
                  <a:ext uri="{FF2B5EF4-FFF2-40B4-BE49-F238E27FC236}">
                    <a16:creationId id="{BBFD7FE0-8E98-9994-D0B6-9EB2BA77C03A}"/>
                  </a:ext>
                </a:extLst>
              </p:cNvPr>
              <p:cNvSpPr/>
              <p:nvPr/>
            </p:nvSpPr>
            <p:spPr>
              <a:xfrm flipV="false" flipH="false">
                <a:off x="2593555" y="4690330"/>
                <a:ext cx="441122" cy="589279"/>
              </a:xfrm>
              <a:custGeom>
                <a:avLst/>
                <a:gdLst>
                  <a:gd fmla="*/ 474726 w 640117" name="connsiteX0"/>
                  <a:gd fmla="*/ 839157 h 855110" name="connsiteY0"/>
                  <a:gd fmla="*/ 484918 w 640117" name="connsiteX1"/>
                  <a:gd fmla="*/ 492923 h 855110" name="connsiteY1"/>
                  <a:gd fmla="*/ 621125 w 640117" name="connsiteX2"/>
                  <a:gd fmla="*/ 322330 h 855110" name="connsiteY2"/>
                  <a:gd fmla="*/ 637889 w 640117" name="connsiteX3"/>
                  <a:gd fmla="*/ 59726 h 855110" name="connsiteY3"/>
                  <a:gd fmla="*/ 590836 w 640117" name="connsiteX4"/>
                  <a:gd fmla="*/ 39057 h 855110" name="connsiteY4"/>
                  <a:gd fmla="*/ 506825 w 640117" name="connsiteX5"/>
                  <a:gd fmla="*/ 295374 h 855110" name="connsiteY5"/>
                  <a:gd fmla="*/ 387287 w 640117" name="connsiteX6"/>
                  <a:gd fmla="*/ 338332 h 855110" name="connsiteY6"/>
                  <a:gd fmla="*/ 357092 w 640117" name="connsiteX7"/>
                  <a:gd fmla="*/ 289088 h 855110" name="connsiteY7"/>
                  <a:gd fmla="*/ 276987 w 640117" name="connsiteX8"/>
                  <a:gd fmla="*/ 292517 h 855110" name="connsiteY8"/>
                  <a:gd fmla="*/ 268129 w 640117" name="connsiteX9"/>
                  <a:gd fmla="*/ 338332 h 855110" name="connsiteY9"/>
                  <a:gd fmla="*/ 120206 w 640117" name="connsiteX10"/>
                  <a:gd fmla="*/ 212031 h 855110" name="connsiteY10"/>
                  <a:gd fmla="*/ 54007 w 640117" name="connsiteX11"/>
                  <a:gd fmla="*/ 4 h 855110" name="connsiteY11"/>
                  <a:gd fmla="*/ 0 w 640117" name="connsiteX12"/>
                  <a:gd fmla="*/ 13911 h 855110" name="connsiteY12"/>
                  <a:gd fmla="*/ 42101 w 640117" name="connsiteX13"/>
                  <a:gd fmla="*/ 234891 h 855110" name="connsiteY13"/>
                  <a:gd fmla="*/ 182880 w 640117" name="connsiteX14"/>
                  <a:gd fmla="*/ 495304 h 855110" name="connsiteY14"/>
                  <a:gd fmla="*/ 208121 w 640117" name="connsiteX15"/>
                  <a:gd fmla="*/ 855064 h 855110" name="connsiteY15"/>
                  <a:gd fmla="*/ 474726 w 640117" name="connsiteX16"/>
                  <a:gd fmla="*/ 839157 h 855110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855110" w="640117">
                    <a:moveTo>
                      <a:pt x="474726" y="839157"/>
                    </a:moveTo>
                    <a:cubicBezTo>
                      <a:pt x="475107" y="837919"/>
                      <a:pt x="484918" y="492923"/>
                      <a:pt x="484918" y="492923"/>
                    </a:cubicBezTo>
                    <a:cubicBezTo>
                      <a:pt x="484918" y="492923"/>
                      <a:pt x="608171" y="384433"/>
                      <a:pt x="621125" y="322330"/>
                    </a:cubicBezTo>
                    <a:cubicBezTo>
                      <a:pt x="649129" y="187552"/>
                      <a:pt x="637889" y="59726"/>
                      <a:pt x="637889" y="59726"/>
                    </a:cubicBezTo>
                    <a:lnTo>
                      <a:pt x="590836" y="39057"/>
                    </a:lnTo>
                    <a:cubicBezTo>
                      <a:pt x="590836" y="39057"/>
                      <a:pt x="533591" y="226699"/>
                      <a:pt x="506825" y="295374"/>
                    </a:cubicBezTo>
                    <a:cubicBezTo>
                      <a:pt x="493014" y="330807"/>
                      <a:pt x="387287" y="338332"/>
                      <a:pt x="387287" y="338332"/>
                    </a:cubicBezTo>
                    <a:lnTo>
                      <a:pt x="357092" y="289088"/>
                    </a:lnTo>
                    <a:lnTo>
                      <a:pt x="276987" y="292517"/>
                    </a:lnTo>
                    <a:lnTo>
                      <a:pt x="268129" y="338332"/>
                    </a:lnTo>
                    <a:cubicBezTo>
                      <a:pt x="268129" y="338332"/>
                      <a:pt x="138208" y="254417"/>
                      <a:pt x="120206" y="212031"/>
                    </a:cubicBezTo>
                    <a:cubicBezTo>
                      <a:pt x="107728" y="182789"/>
                      <a:pt x="64389" y="28484"/>
                      <a:pt x="54007" y="4"/>
                    </a:cubicBezTo>
                    <a:cubicBezTo>
                      <a:pt x="53912" y="-281"/>
                      <a:pt x="-95" y="13625"/>
                      <a:pt x="0" y="13911"/>
                    </a:cubicBezTo>
                    <a:cubicBezTo>
                      <a:pt x="4763" y="52868"/>
                      <a:pt x="31337" y="190790"/>
                      <a:pt x="42101" y="234891"/>
                    </a:cubicBezTo>
                    <a:cubicBezTo>
                      <a:pt x="71914" y="357001"/>
                      <a:pt x="183452" y="491589"/>
                      <a:pt x="182880" y="495304"/>
                    </a:cubicBezTo>
                    <a:cubicBezTo>
                      <a:pt x="182023" y="500829"/>
                      <a:pt x="207836" y="853635"/>
                      <a:pt x="208121" y="855064"/>
                    </a:cubicBezTo>
                    <a:cubicBezTo>
                      <a:pt x="208312" y="856111"/>
                      <a:pt x="474726" y="839157"/>
                      <a:pt x="474726" y="839157"/>
                    </a:cubicBezTo>
                    <a:close/>
                  </a:path>
                </a:pathLst>
              </a:custGeom>
              <a:solidFill>
                <a:srgbClr val="FF560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4ca17e0-f0fc-4385-b91a-75749c65457c" id="82" name="任意多边形: 形状 81">
                <a:extLst>
                  <a:ext uri="{FF2B5EF4-FFF2-40B4-BE49-F238E27FC236}">
                    <a16:creationId id="{2E54DF59-0C18-2C5B-B331-B83C41D13C8A}"/>
                  </a:ext>
                </a:extLst>
              </p:cNvPr>
              <p:cNvSpPr/>
              <p:nvPr/>
            </p:nvSpPr>
            <p:spPr>
              <a:xfrm flipV="false" flipH="false">
                <a:off x="4008082" y="2983646"/>
                <a:ext cx="25205" cy="4200"/>
              </a:xfrm>
              <a:custGeom>
                <a:avLst/>
                <a:gdLst>
                  <a:gd fmla="*/ 36576 w 36575" name="connsiteX0"/>
                  <a:gd fmla="*/ 6096 h 6095" name="connsiteY0"/>
                  <a:gd fmla="*/ 18193 w 36575" name="connsiteX1"/>
                  <a:gd fmla="*/ 6096 h 6095" name="connsiteY1"/>
                  <a:gd fmla="*/ 0 w 36575" name="connsiteX2"/>
                  <a:gd fmla="*/ 6096 h 6095" name="connsiteY2"/>
                  <a:gd fmla="*/ 36576 w 36575" name="connsiteX3"/>
                  <a:gd fmla="*/ 0 h 6095" name="connsiteY3"/>
                  <a:gd fmla="*/ 36576 w 36575" name="connsiteX4"/>
                  <a:gd fmla="*/ 0 h 6095" name="connsiteY4"/>
                  <a:gd fmla="*/ 36576 w 36575" name="connsiteX5"/>
                  <a:gd fmla="*/ 6096 h 6095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6095" w="36575">
                    <a:moveTo>
                      <a:pt x="36576" y="6096"/>
                    </a:moveTo>
                    <a:lnTo>
                      <a:pt x="18193" y="6096"/>
                    </a:lnTo>
                    <a:lnTo>
                      <a:pt x="0" y="6096"/>
                    </a:lnTo>
                    <a:lnTo>
                      <a:pt x="36576" y="0"/>
                    </a:lnTo>
                    <a:lnTo>
                      <a:pt x="36576" y="0"/>
                    </a:lnTo>
                    <a:lnTo>
                      <a:pt x="36576" y="6096"/>
                    </a:lnTo>
                    <a:close/>
                  </a:path>
                </a:pathLst>
              </a:custGeom>
              <a:solidFill>
                <a:srgbClr val="C1D5FC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493ee2c-06b2-4106-aa71-19ecf2da42d0" id="83" name="任意多边形: 形状 82">
                <a:extLst>
                  <a:ext uri="{FF2B5EF4-FFF2-40B4-BE49-F238E27FC236}">
                    <a16:creationId id="{38C641FD-EA14-6F42-F5A7-B6A225F6AC83}"/>
                  </a:ext>
                </a:extLst>
              </p:cNvPr>
              <p:cNvSpPr/>
              <p:nvPr/>
            </p:nvSpPr>
            <p:spPr>
              <a:xfrm flipV="false" flipH="false">
                <a:off x="2493455" y="4301814"/>
                <a:ext cx="3042199" cy="1703996"/>
              </a:xfrm>
              <a:custGeom>
                <a:avLst/>
                <a:gdLst>
                  <a:gd fmla="*/ 397288 w 4414571" name="connsiteX0"/>
                  <a:gd fmla="*/ 2472690 h 2472690" name="connsiteY0"/>
                  <a:gd fmla="*/ 397288 w 4414571" name="connsiteX1"/>
                  <a:gd fmla="*/ 2472690 h 2472690" name="connsiteY1"/>
                  <a:gd fmla="*/ 390525 w 4414571" name="connsiteX2"/>
                  <a:gd fmla="*/ 2465927 h 2472690" name="connsiteY2"/>
                  <a:gd fmla="*/ 392335 w 4414571" name="connsiteX3"/>
                  <a:gd fmla="*/ 2461260 h 2472690" name="connsiteY3"/>
                  <a:gd fmla="*/ 397288 w 4414571" name="connsiteX4"/>
                  <a:gd fmla="*/ 2459260 h 2472690" name="connsiteY4"/>
                  <a:gd fmla="*/ 441484 w 4414571" name="connsiteX5"/>
                  <a:gd fmla="*/ 2457450 h 2472690" name="connsiteY5"/>
                  <a:gd fmla="*/ 448627 w 4414571" name="connsiteX6"/>
                  <a:gd fmla="*/ 2463546 h 2472690" name="connsiteY6"/>
                  <a:gd fmla="*/ 447008 w 4414571" name="connsiteX7"/>
                  <a:gd fmla="*/ 2468499 h 2472690" name="connsiteY7"/>
                  <a:gd fmla="*/ 442341 w 4414571" name="connsiteX8"/>
                  <a:gd fmla="*/ 2470976 h 2472690" name="connsiteY8"/>
                  <a:gd fmla="*/ 397288 w 4414571" name="connsiteX9"/>
                  <a:gd fmla="*/ 2472690 h 2472690" name="connsiteY9"/>
                  <a:gd fmla="*/ 352425 w 4414571" name="connsiteX10"/>
                  <a:gd fmla="*/ 2471643 h 2472690" name="connsiteY10"/>
                  <a:gd fmla="*/ 351949 w 4414571" name="connsiteX11"/>
                  <a:gd fmla="*/ 2471643 h 2472690" name="connsiteY11"/>
                  <a:gd fmla="*/ 306800 w 4414571" name="connsiteX12"/>
                  <a:gd fmla="*/ 2467356 h 2472690" name="connsiteY12"/>
                  <a:gd fmla="*/ 300990 w 4414571" name="connsiteX13"/>
                  <a:gd fmla="*/ 2460403 h 2472690" name="connsiteY13"/>
                  <a:gd fmla="*/ 300990 w 4414571" name="connsiteX14"/>
                  <a:gd fmla="*/ 2459736 h 2472690" name="connsiteY14"/>
                  <a:gd fmla="*/ 308610 w 4414571" name="connsiteX15"/>
                  <a:gd fmla="*/ 2453926 h 2472690" name="connsiteY15"/>
                  <a:gd fmla="*/ 352806 w 4414571" name="connsiteX16"/>
                  <a:gd fmla="*/ 2458212 h 2472690" name="connsiteY16"/>
                  <a:gd fmla="*/ 359092 w 4414571" name="connsiteX17"/>
                  <a:gd fmla="*/ 2465356 h 2472690" name="connsiteY17"/>
                  <a:gd fmla="*/ 352425 w 4414571" name="connsiteX18"/>
                  <a:gd fmla="*/ 2471643 h 2472690" name="connsiteY18"/>
                  <a:gd fmla="*/ 486442 w 4414571" name="connsiteX19"/>
                  <a:gd fmla="*/ 2465737 h 2472690" name="connsiteY19"/>
                  <a:gd fmla="*/ 479965 w 4414571" name="connsiteX20"/>
                  <a:gd fmla="*/ 2459926 h 2472690" name="connsiteY20"/>
                  <a:gd fmla="*/ 479774 w 4414571" name="connsiteX21"/>
                  <a:gd fmla="*/ 2459070 h 2472690" name="connsiteY21"/>
                  <a:gd fmla="*/ 485584 w 4414571" name="connsiteX22"/>
                  <a:gd fmla="*/ 2452307 h 2472690" name="connsiteY22"/>
                  <a:gd fmla="*/ 529114 w 4414571" name="connsiteX23"/>
                  <a:gd fmla="*/ 2444211 h 2472690" name="connsiteY23"/>
                  <a:gd fmla="*/ 536924 w 4414571" name="connsiteX24"/>
                  <a:gd fmla="*/ 2449354 h 2472690" name="connsiteY24"/>
                  <a:gd fmla="*/ 536067 w 4414571" name="connsiteX25"/>
                  <a:gd fmla="*/ 2454307 h 2472690" name="connsiteY25"/>
                  <a:gd fmla="*/ 532066 w 4414571" name="connsiteX26"/>
                  <a:gd fmla="*/ 2457450 h 2472690" name="connsiteY26"/>
                  <a:gd fmla="*/ 487585 w 4414571" name="connsiteX27"/>
                  <a:gd fmla="*/ 2465737 h 2472690" name="connsiteY27"/>
                  <a:gd fmla="*/ 486442 w 4414571" name="connsiteX28"/>
                  <a:gd fmla="*/ 2465737 h 2472690" name="connsiteY28"/>
                  <a:gd fmla="*/ 263271 w 4414571" name="connsiteX29"/>
                  <a:gd fmla="*/ 2460117 h 2472690" name="connsiteY29"/>
                  <a:gd fmla="*/ 262128 w 4414571" name="connsiteX30"/>
                  <a:gd fmla="*/ 2459926 h 2472690" name="connsiteY30"/>
                  <a:gd fmla="*/ 244411 w 4414571" name="connsiteX31"/>
                  <a:gd fmla="*/ 2456117 h 2472690" name="connsiteY31"/>
                  <a:gd fmla="*/ 217932 w 4414571" name="connsiteX32"/>
                  <a:gd fmla="*/ 2449639 h 2472690" name="connsiteY32"/>
                  <a:gd fmla="*/ 217742 w 4414571" name="connsiteX33"/>
                  <a:gd fmla="*/ 2449639 h 2472690" name="connsiteY33"/>
                  <a:gd fmla="*/ 213074 w 4414571" name="connsiteX34"/>
                  <a:gd fmla="*/ 2443162 h 2472690" name="connsiteY34"/>
                  <a:gd fmla="*/ 213265 w 4414571" name="connsiteX35"/>
                  <a:gd fmla="*/ 2441353 h 2472690" name="connsiteY35"/>
                  <a:gd fmla="*/ 221171 w 4414571" name="connsiteX36"/>
                  <a:gd fmla="*/ 2436685 h 2472690" name="connsiteY36"/>
                  <a:gd fmla="*/ 221647 w 4414571" name="connsiteX37"/>
                  <a:gd fmla="*/ 2436685 h 2472690" name="connsiteY37"/>
                  <a:gd fmla="*/ 222313 w 4414571" name="connsiteX38"/>
                  <a:gd fmla="*/ 2437162 h 2472690" name="connsiteY38"/>
                  <a:gd fmla="*/ 247459 w 4414571" name="connsiteX39"/>
                  <a:gd fmla="*/ 2443258 h 2472690" name="connsiteY39"/>
                  <a:gd fmla="*/ 264700 w 4414571" name="connsiteX40"/>
                  <a:gd fmla="*/ 2446877 h 2472690" name="connsiteY40"/>
                  <a:gd fmla="*/ 270129 w 4414571" name="connsiteX41"/>
                  <a:gd fmla="*/ 2454783 h 2472690" name="connsiteY41"/>
                  <a:gd fmla="*/ 263271 w 4414571" name="connsiteX42"/>
                  <a:gd fmla="*/ 2460117 h 2472690" name="connsiteY42"/>
                  <a:gd fmla="*/ 573691 w 4414571" name="connsiteX43"/>
                  <a:gd fmla="*/ 2446210 h 2472690" name="connsiteY43"/>
                  <a:gd fmla="*/ 567404 w 4414571" name="connsiteX44"/>
                  <a:gd fmla="*/ 2441543 h 2472690" name="connsiteY44"/>
                  <a:gd fmla="*/ 566928 w 4414571" name="connsiteX45"/>
                  <a:gd fmla="*/ 2439543 h 2472690" name="connsiteY45"/>
                  <a:gd fmla="*/ 571881 w 4414571" name="connsiteX46"/>
                  <a:gd fmla="*/ 2433257 h 2472690" name="connsiteY46"/>
                  <a:gd fmla="*/ 613886 w 4414571" name="connsiteX47"/>
                  <a:gd fmla="*/ 2419160 h 2472690" name="connsiteY47"/>
                  <a:gd fmla="*/ 622649 w 4414571" name="connsiteX48"/>
                  <a:gd fmla="*/ 2423160 h 2472690" name="connsiteY48"/>
                  <a:gd fmla="*/ 618649 w 4414571" name="connsiteX49"/>
                  <a:gd fmla="*/ 2431923 h 2472690" name="connsiteY49"/>
                  <a:gd fmla="*/ 575977 w 4414571" name="connsiteX50"/>
                  <a:gd fmla="*/ 2446115 h 2472690" name="connsiteY50"/>
                  <a:gd fmla="*/ 575786 w 4414571" name="connsiteX51"/>
                  <a:gd fmla="*/ 2446115 h 2472690" name="connsiteY51"/>
                  <a:gd fmla="*/ 573691 w 4414571" name="connsiteX52"/>
                  <a:gd fmla="*/ 2446210 h 2472690" name="connsiteY52"/>
                  <a:gd fmla="*/ 176879 w 4414571" name="connsiteX53"/>
                  <a:gd fmla="*/ 2436114 h 2472690" name="connsiteY53"/>
                  <a:gd fmla="*/ 174688 w 4414571" name="connsiteX54"/>
                  <a:gd fmla="*/ 2435638 h 2472690" name="connsiteY54"/>
                  <a:gd fmla="*/ 132969 w 4414571" name="connsiteX55"/>
                  <a:gd fmla="*/ 2416969 h 2472690" name="connsiteY55"/>
                  <a:gd fmla="*/ 129350 w 4414571" name="connsiteX56"/>
                  <a:gd fmla="*/ 2411158 h 2472690" name="connsiteY56"/>
                  <a:gd fmla="*/ 130207 w 4414571" name="connsiteX57"/>
                  <a:gd fmla="*/ 2408015 h 2472690" name="connsiteY57"/>
                  <a:gd fmla="*/ 139160 w 4414571" name="connsiteX58"/>
                  <a:gd fmla="*/ 2405062 h 2472690" name="connsiteY58"/>
                  <a:gd fmla="*/ 179356 w 4414571" name="connsiteX59"/>
                  <a:gd fmla="*/ 2423065 h 2472690" name="connsiteY59"/>
                  <a:gd fmla="*/ 183166 w 4414571" name="connsiteX60"/>
                  <a:gd fmla="*/ 2426684 h 2472690" name="connsiteY60"/>
                  <a:gd fmla="*/ 183356 w 4414571" name="connsiteX61"/>
                  <a:gd fmla="*/ 2431828 h 2472690" name="connsiteY61"/>
                  <a:gd fmla="*/ 176879 w 4414571" name="connsiteX62"/>
                  <a:gd fmla="*/ 2436114 h 2472690" name="connsiteY62"/>
                  <a:gd fmla="*/ 657892 w 4414571" name="connsiteX63"/>
                  <a:gd fmla="*/ 2415254 h 2472690" name="connsiteY63"/>
                  <a:gd fmla="*/ 651605 w 4414571" name="connsiteX64"/>
                  <a:gd fmla="*/ 2411445 h 2472690" name="connsiteY64"/>
                  <a:gd fmla="*/ 651129 w 4414571" name="connsiteX65"/>
                  <a:gd fmla="*/ 2408777 h 2472690" name="connsiteY65"/>
                  <a:gd fmla="*/ 655225 w 4414571" name="connsiteX66"/>
                  <a:gd fmla="*/ 2402491 h 2472690" name="connsiteY66"/>
                  <a:gd fmla="*/ 695134 w 4414571" name="connsiteX67"/>
                  <a:gd fmla="*/ 2383441 h 2472690" name="connsiteY67"/>
                  <a:gd fmla="*/ 704374 w 4414571" name="connsiteX68"/>
                  <a:gd fmla="*/ 2386394 h 2472690" name="connsiteY68"/>
                  <a:gd fmla="*/ 701421 w 4414571" name="connsiteX69"/>
                  <a:gd fmla="*/ 2395347 h 2472690" name="connsiteY69"/>
                  <a:gd fmla="*/ 660559 w 4414571" name="connsiteX70"/>
                  <a:gd fmla="*/ 2414873 h 2472690" name="connsiteY70"/>
                  <a:gd fmla="*/ 657892 w 4414571" name="connsiteX71"/>
                  <a:gd fmla="*/ 2415254 h 2472690" name="connsiteY71"/>
                  <a:gd fmla="*/ 98107 w 4414571" name="connsiteX72"/>
                  <a:gd fmla="*/ 2394204 h 2472690" name="connsiteY72"/>
                  <a:gd fmla="*/ 94107 w 4414571" name="connsiteX73"/>
                  <a:gd fmla="*/ 2392871 h 2472690" name="connsiteY73"/>
                  <a:gd fmla="*/ 59722 w 4414571" name="connsiteX74"/>
                  <a:gd fmla="*/ 2362105 h 2472690" name="connsiteY74"/>
                  <a:gd fmla="*/ 57912 w 4414571" name="connsiteX75"/>
                  <a:gd fmla="*/ 2357628 h 2472690" name="connsiteY75"/>
                  <a:gd fmla="*/ 60103 w 4414571" name="connsiteX76"/>
                  <a:gd fmla="*/ 2352675 h 2472690" name="connsiteY76"/>
                  <a:gd fmla="*/ 69532 w 4414571" name="connsiteX77"/>
                  <a:gd fmla="*/ 2352866 h 2472690" name="connsiteY77"/>
                  <a:gd fmla="*/ 102108 w 4414571" name="connsiteX78"/>
                  <a:gd fmla="*/ 2382012 h 2472690" name="connsiteY78"/>
                  <a:gd fmla="*/ 103442 w 4414571" name="connsiteX79"/>
                  <a:gd fmla="*/ 2391442 h 2472690" name="connsiteY79"/>
                  <a:gd fmla="*/ 98107 w 4414571" name="connsiteX80"/>
                  <a:gd fmla="*/ 2394204 h 2472690" name="connsiteY80"/>
                  <a:gd fmla="*/ 737616 w 4414571" name="connsiteX81"/>
                  <a:gd fmla="*/ 2374392 h 2472690" name="connsiteY81"/>
                  <a:gd fmla="*/ 731806 w 4414571" name="connsiteX82"/>
                  <a:gd fmla="*/ 2371058 h 2472690" name="connsiteY82"/>
                  <a:gd fmla="*/ 730948 w 4414571" name="connsiteX83"/>
                  <a:gd fmla="*/ 2367439 h 2472690" name="connsiteY83"/>
                  <a:gd fmla="*/ 734282 w 4414571" name="connsiteX84"/>
                  <a:gd fmla="*/ 2361819 h 2472690" name="connsiteY84"/>
                  <a:gd fmla="*/ 772001 w 4414571" name="connsiteX85"/>
                  <a:gd fmla="*/ 2338293 h 2472690" name="connsiteY85"/>
                  <a:gd fmla="*/ 781240 w 4414571" name="connsiteX86"/>
                  <a:gd fmla="*/ 2340292 h 2472690" name="connsiteY86"/>
                  <a:gd fmla="*/ 782383 w 4414571" name="connsiteX87"/>
                  <a:gd fmla="*/ 2345246 h 2472690" name="connsiteY87"/>
                  <a:gd fmla="*/ 779431 w 4414571" name="connsiteX88"/>
                  <a:gd fmla="*/ 2349532 h 2472690" name="connsiteY88"/>
                  <a:gd fmla="*/ 741331 w 4414571" name="connsiteX89"/>
                  <a:gd fmla="*/ 2373345 h 2472690" name="connsiteY89"/>
                  <a:gd fmla="*/ 741045 w 4414571" name="connsiteX90"/>
                  <a:gd fmla="*/ 2373535 h 2472690" name="connsiteY90"/>
                  <a:gd fmla="*/ 737616 w 4414571" name="connsiteX91"/>
                  <a:gd fmla="*/ 2374392 h 2472690" name="connsiteY91"/>
                  <a:gd fmla="*/ 38195 w 4414571" name="connsiteX92"/>
                  <a:gd fmla="*/ 2328196 h 2472690" name="connsiteY92"/>
                  <a:gd fmla="*/ 32385 w 4414571" name="connsiteX93"/>
                  <a:gd fmla="*/ 2325053 h 2472690" name="connsiteY93"/>
                  <a:gd fmla="*/ 13335 w 4414571" name="connsiteX94"/>
                  <a:gd fmla="*/ 2282857 h 2472690" name="connsiteY94"/>
                  <a:gd fmla="*/ 13144 w 4414571" name="connsiteX95"/>
                  <a:gd fmla="*/ 2280857 h 2472690" name="connsiteY95"/>
                  <a:gd fmla="*/ 17621 w 4414571" name="connsiteX96"/>
                  <a:gd fmla="*/ 2274380 h 2472690" name="connsiteY96"/>
                  <a:gd fmla="*/ 26194 w 4414571" name="connsiteX97"/>
                  <a:gd fmla="*/ 2278666 h 2472690" name="connsiteY97"/>
                  <a:gd fmla="*/ 44101 w 4414571" name="connsiteX98"/>
                  <a:gd fmla="*/ 2318194 h 2472690" name="connsiteY98"/>
                  <a:gd fmla="*/ 41624 w 4414571" name="connsiteX99"/>
                  <a:gd fmla="*/ 2327434 h 2472690" name="connsiteY99"/>
                  <a:gd fmla="*/ 38195 w 4414571" name="connsiteX100"/>
                  <a:gd fmla="*/ 2328196 h 2472690" name="connsiteY100"/>
                  <a:gd fmla="*/ 812578 w 4414571" name="connsiteX101"/>
                  <a:gd fmla="*/ 2325243 h 2472690" name="connsiteY101"/>
                  <a:gd fmla="*/ 806958 w 4414571" name="connsiteX102"/>
                  <a:gd fmla="*/ 2322290 h 2472690" name="connsiteY102"/>
                  <a:gd fmla="*/ 805815 w 4414571" name="connsiteX103"/>
                  <a:gd fmla="*/ 2318290 h 2472690" name="connsiteY103"/>
                  <a:gd fmla="*/ 808482 w 4414571" name="connsiteX104"/>
                  <a:gd fmla="*/ 2312860 h 2472690" name="connsiteY104"/>
                  <a:gd fmla="*/ 843915 w 4414571" name="connsiteX105"/>
                  <a:gd fmla="*/ 2285905 h 2472690" name="connsiteY105"/>
                  <a:gd fmla="*/ 853345 w 4414571" name="connsiteX106"/>
                  <a:gd fmla="*/ 2286762 h 2472690" name="connsiteY106"/>
                  <a:gd fmla="*/ 852202 w 4414571" name="connsiteX107"/>
                  <a:gd fmla="*/ 2296382 h 2472690" name="connsiteY107"/>
                  <a:gd fmla="*/ 816483 w 4414571" name="connsiteX108"/>
                  <a:gd fmla="*/ 2323814 h 2472690" name="connsiteY108"/>
                  <a:gd fmla="*/ 812578 w 4414571" name="connsiteX109"/>
                  <a:gd fmla="*/ 2325243 h 2472690" name="connsiteY109"/>
                  <a:gd fmla="*/ 882587 w 4414571" name="connsiteX110"/>
                  <a:gd fmla="*/ 2269141 h 2472690" name="connsiteY110"/>
                  <a:gd fmla="*/ 877633 w 4414571" name="connsiteX111"/>
                  <a:gd fmla="*/ 2266950 h 2472690" name="connsiteY111"/>
                  <a:gd fmla="*/ 875824 w 4414571" name="connsiteX112"/>
                  <a:gd fmla="*/ 2262283 h 2472690" name="connsiteY112"/>
                  <a:gd fmla="*/ 878300 w 4414571" name="connsiteX113"/>
                  <a:gd fmla="*/ 2257330 h 2472690" name="connsiteY113"/>
                  <a:gd fmla="*/ 911352 w 4414571" name="connsiteX114"/>
                  <a:gd fmla="*/ 2227517 h 2472690" name="connsiteY114"/>
                  <a:gd fmla="*/ 920972 w 4414571" name="connsiteX115"/>
                  <a:gd fmla="*/ 2227993 h 2472690" name="connsiteY115"/>
                  <a:gd fmla="*/ 920496 w 4414571" name="connsiteX116"/>
                  <a:gd fmla="*/ 2237423 h 2472690" name="connsiteY116"/>
                  <a:gd fmla="*/ 887063 w 4414571" name="connsiteX117"/>
                  <a:gd fmla="*/ 2267712 h 2472690" name="connsiteY117"/>
                  <a:gd fmla="*/ 882587 w 4414571" name="connsiteX118"/>
                  <a:gd fmla="*/ 2269141 h 2472690" name="connsiteY118"/>
                  <a:gd fmla="*/ 9430 w 4414571" name="connsiteX119"/>
                  <a:gd fmla="*/ 2243804 h 2472690" name="connsiteY119"/>
                  <a:gd fmla="*/ 2953 w 4414571" name="connsiteX120"/>
                  <a:gd fmla="*/ 2237994 h 2472690" name="connsiteY120"/>
                  <a:gd fmla="*/ 0 w 4414571" name="connsiteX121"/>
                  <a:gd fmla="*/ 2194655 h 2472690" name="connsiteY121"/>
                  <a:gd fmla="*/ 0 w 4414571" name="connsiteX122"/>
                  <a:gd fmla="*/ 2192370 h 2472690" name="connsiteY122"/>
                  <a:gd fmla="*/ 6477 w 4414571" name="connsiteX123"/>
                  <a:gd fmla="*/ 2185607 h 2472690" name="connsiteY123"/>
                  <a:gd fmla="*/ 13430 w 4414571" name="connsiteX124"/>
                  <a:gd fmla="*/ 2192370 h 2472690" name="connsiteY124"/>
                  <a:gd fmla="*/ 13430 w 4414571" name="connsiteX125"/>
                  <a:gd fmla="*/ 2194655 h 2472690" name="connsiteY125"/>
                  <a:gd fmla="*/ 16097 w 4414571" name="connsiteX126"/>
                  <a:gd fmla="*/ 2236184 h 2472690" name="connsiteY126"/>
                  <a:gd fmla="*/ 14764 w 4414571" name="connsiteX127"/>
                  <a:gd fmla="*/ 2241137 h 2472690" name="connsiteY127"/>
                  <a:gd fmla="*/ 10477 w 4414571" name="connsiteX128"/>
                  <a:gd fmla="*/ 2243804 h 2472690" name="connsiteY128"/>
                  <a:gd fmla="*/ 9430 w 4414571" name="connsiteX129"/>
                  <a:gd fmla="*/ 2243804 h 2472690" name="connsiteY129"/>
                  <a:gd fmla="*/ 948119 w 4414571" name="connsiteX130"/>
                  <a:gd fmla="*/ 2207895 h 2472690" name="connsiteY130"/>
                  <a:gd fmla="*/ 943451 w 4414571" name="connsiteX131"/>
                  <a:gd fmla="*/ 2205895 h 2472690" name="connsiteY131"/>
                  <a:gd fmla="*/ 941451 w 4414571" name="connsiteX132"/>
                  <a:gd fmla="*/ 2201228 h 2472690" name="connsiteY132"/>
                  <a:gd fmla="*/ 943261 w 4414571" name="connsiteX133"/>
                  <a:gd fmla="*/ 2196751 h 2472690" name="connsiteY133"/>
                  <a:gd fmla="*/ 943451 w 4414571" name="connsiteX134"/>
                  <a:gd fmla="*/ 2196561 h 2472690" name="connsiteY134"/>
                  <a:gd fmla="*/ 944118 w 4414571" name="connsiteX135"/>
                  <a:gd fmla="*/ 2196084 h 2472690" name="connsiteY135"/>
                  <a:gd fmla="*/ 974407 w 4414571" name="connsiteX136"/>
                  <a:gd fmla="*/ 2164175 h 2472690" name="connsiteY136"/>
                  <a:gd fmla="*/ 984028 w 4414571" name="connsiteX137"/>
                  <a:gd fmla="*/ 2163985 h 2472690" name="connsiteY137"/>
                  <a:gd fmla="*/ 986028 w 4414571" name="connsiteX138"/>
                  <a:gd fmla="*/ 2168652 h 2472690" name="connsiteY138"/>
                  <a:gd fmla="*/ 984218 w 4414571" name="connsiteX139"/>
                  <a:gd fmla="*/ 2173605 h 2472690" name="connsiteY139"/>
                  <a:gd fmla="*/ 952976 w 4414571" name="connsiteX140"/>
                  <a:gd fmla="*/ 2205895 h 2472690" name="connsiteY140"/>
                  <a:gd fmla="*/ 952786 w 4414571" name="connsiteX141"/>
                  <a:gd fmla="*/ 2206086 h 2472690" name="connsiteY141"/>
                  <a:gd fmla="*/ 948119 w 4414571" name="connsiteX142"/>
                  <a:gd fmla="*/ 2207895 h 2472690" name="connsiteY142"/>
                  <a:gd fmla="*/ 3687318 w 4414571" name="connsiteX143"/>
                  <a:gd fmla="*/ 2175796 h 2472690" name="connsiteY143"/>
                  <a:gd fmla="*/ 3680555 w 4414571" name="connsiteX144"/>
                  <a:gd fmla="*/ 2169509 h 2472690" name="connsiteY144"/>
                  <a:gd fmla="*/ 3686842 w 4414571" name="connsiteX145"/>
                  <a:gd fmla="*/ 2162366 h 2472690" name="connsiteY145"/>
                  <a:gd fmla="*/ 3730371 w 4414571" name="connsiteX146"/>
                  <a:gd fmla="*/ 2156269 h 2472690" name="connsiteY146"/>
                  <a:gd fmla="*/ 3730371 w 4414571" name="connsiteX147"/>
                  <a:gd fmla="*/ 2156269 h 2472690" name="connsiteY147"/>
                  <a:gd fmla="*/ 3738182 w 4414571" name="connsiteX148"/>
                  <a:gd fmla="*/ 2161699 h 2472690" name="connsiteY148"/>
                  <a:gd fmla="*/ 3738467 w 4414571" name="connsiteX149"/>
                  <a:gd fmla="*/ 2163032 h 2472690" name="connsiteY149"/>
                  <a:gd fmla="*/ 3733038 w 4414571" name="connsiteX150"/>
                  <a:gd fmla="*/ 2169509 h 2472690" name="connsiteY150"/>
                  <a:gd fmla="*/ 3687699 w 4414571" name="connsiteX151"/>
                  <a:gd fmla="*/ 2175796 h 2472690" name="connsiteY151"/>
                  <a:gd fmla="*/ 3687318 w 4414571" name="connsiteX152"/>
                  <a:gd fmla="*/ 2175796 h 2472690" name="connsiteY152"/>
                  <a:gd fmla="*/ 3775520 w 4414571" name="connsiteX153"/>
                  <a:gd fmla="*/ 2159603 h 2472690" name="connsiteY153"/>
                  <a:gd fmla="*/ 3769043 w 4414571" name="connsiteX154"/>
                  <a:gd fmla="*/ 2154650 h 2472690" name="connsiteY154"/>
                  <a:gd fmla="*/ 3769710 w 4414571" name="connsiteX155"/>
                  <a:gd fmla="*/ 2149507 h 2472690" name="connsiteY155"/>
                  <a:gd fmla="*/ 3773995 w 4414571" name="connsiteX156"/>
                  <a:gd fmla="*/ 2146364 h 2472690" name="connsiteY156"/>
                  <a:gd fmla="*/ 3816858 w 4414571" name="connsiteX157"/>
                  <a:gd fmla="*/ 2133981 h 2472690" name="connsiteY157"/>
                  <a:gd fmla="*/ 3816858 w 4414571" name="connsiteX158"/>
                  <a:gd fmla="*/ 2133981 h 2472690" name="connsiteY158"/>
                  <a:gd fmla="*/ 3825145 w 4414571" name="connsiteX159"/>
                  <a:gd fmla="*/ 2138458 h 2472690" name="connsiteY159"/>
                  <a:gd fmla="*/ 3825621 w 4414571" name="connsiteX160"/>
                  <a:gd fmla="*/ 2140458 h 2472690" name="connsiteY160"/>
                  <a:gd fmla="*/ 3820954 w 4414571" name="connsiteX161"/>
                  <a:gd fmla="*/ 2146935 h 2472690" name="connsiteY161"/>
                  <a:gd fmla="*/ 3820954 w 4414571" name="connsiteX162"/>
                  <a:gd fmla="*/ 2146935 h 2472690" name="connsiteY162"/>
                  <a:gd fmla="*/ 3820477 w 4414571" name="connsiteX163"/>
                  <a:gd fmla="*/ 2146935 h 2472690" name="connsiteY163"/>
                  <a:gd fmla="*/ 3777425 w 4414571" name="connsiteX164"/>
                  <a:gd fmla="*/ 2159317 h 2472690" name="connsiteY164"/>
                  <a:gd fmla="*/ 3775520 w 4414571" name="connsiteX165"/>
                  <a:gd fmla="*/ 2159603 h 2472690" name="connsiteY165"/>
                  <a:gd fmla="*/ 9620 w 4414571" name="connsiteX166"/>
                  <a:gd fmla="*/ 2154460 h 2472690" name="connsiteY166"/>
                  <a:gd fmla="*/ 8763 w 4414571" name="connsiteX167"/>
                  <a:gd fmla="*/ 2154270 h 2472690" name="connsiteY167"/>
                  <a:gd fmla="*/ 2953 w 4414571" name="connsiteX168"/>
                  <a:gd fmla="*/ 2146840 h 2472690" name="connsiteY168"/>
                  <a:gd fmla="*/ 10573 w 4414571" name="connsiteX169"/>
                  <a:gd fmla="*/ 2101977 h 2472690" name="connsiteY169"/>
                  <a:gd fmla="*/ 18479 w 4414571" name="connsiteX170"/>
                  <a:gd fmla="*/ 2096833 h 2472690" name="connsiteY170"/>
                  <a:gd fmla="*/ 23908 w 4414571" name="connsiteX171"/>
                  <a:gd fmla="*/ 2103596 h 2472690" name="connsiteY171"/>
                  <a:gd fmla="*/ 23908 w 4414571" name="connsiteX172"/>
                  <a:gd fmla="*/ 2104930 h 2472690" name="connsiteY172"/>
                  <a:gd fmla="*/ 16288 w 4414571" name="connsiteX173"/>
                  <a:gd fmla="*/ 2148459 h 2472690" name="connsiteY173"/>
                  <a:gd fmla="*/ 9620 w 4414571" name="connsiteX174"/>
                  <a:gd fmla="*/ 2154460 h 2472690" name="connsiteY174"/>
                  <a:gd fmla="*/ 1009364 w 4414571" name="connsiteX175"/>
                  <a:gd fmla="*/ 2142363 h 2472690" name="connsiteY175"/>
                  <a:gd fmla="*/ 1005078 w 4414571" name="connsiteX176"/>
                  <a:gd fmla="*/ 2140553 h 2472690" name="connsiteY176"/>
                  <a:gd fmla="*/ 1002602 w 4414571" name="connsiteX177"/>
                  <a:gd fmla="*/ 2135600 h 2472690" name="connsiteY177"/>
                  <a:gd fmla="*/ 1004411 w 4414571" name="connsiteX178"/>
                  <a:gd fmla="*/ 2131124 h 2472690" name="connsiteY178"/>
                  <a:gd fmla="*/ 1033367 w 4414571" name="connsiteX179"/>
                  <a:gd fmla="*/ 2097024 h 2472690" name="connsiteY179"/>
                  <a:gd fmla="*/ 1042988 w 4414571" name="connsiteX180"/>
                  <a:gd fmla="*/ 2096357 h 2472690" name="connsiteY180"/>
                  <a:gd fmla="*/ 1045273 w 4414571" name="connsiteX181"/>
                  <a:gd fmla="*/ 2100834 h 2472690" name="connsiteY181"/>
                  <a:gd fmla="*/ 1043940 w 4414571" name="connsiteX182"/>
                  <a:gd fmla="*/ 2105787 h 2472690" name="connsiteY182"/>
                  <a:gd fmla="*/ 1014508 w 4414571" name="connsiteX183"/>
                  <a:gd fmla="*/ 2140077 h 2472690" name="connsiteY183"/>
                  <a:gd fmla="*/ 1009364 w 4414571" name="connsiteX184"/>
                  <a:gd fmla="*/ 2142363 h 2472690" name="connsiteY184"/>
                  <a:gd fmla="*/ 3861435 w 4414571" name="connsiteX185"/>
                  <a:gd fmla="*/ 2133124 h 2472690" name="connsiteY185"/>
                  <a:gd fmla="*/ 3855149 w 4414571" name="connsiteX186"/>
                  <a:gd fmla="*/ 2128647 h 2472690" name="connsiteY186"/>
                  <a:gd fmla="*/ 3855435 w 4414571" name="connsiteX187"/>
                  <a:gd fmla="*/ 2123694 h 2472690" name="connsiteY187"/>
                  <a:gd fmla="*/ 3859244 w 4414571" name="connsiteX188"/>
                  <a:gd fmla="*/ 2120074 h 2472690" name="connsiteY188"/>
                  <a:gd fmla="*/ 3901250 w 4414571" name="connsiteX189"/>
                  <a:gd fmla="*/ 2104834 h 2472690" name="connsiteY189"/>
                  <a:gd fmla="*/ 3901440 w 4414571" name="connsiteX190"/>
                  <a:gd fmla="*/ 2104834 h 2472690" name="connsiteY190"/>
                  <a:gd fmla="*/ 3910013 w 4414571" name="connsiteX191"/>
                  <a:gd fmla="*/ 2108645 h 2472690" name="connsiteY191"/>
                  <a:gd fmla="*/ 3910489 w 4414571" name="connsiteX192"/>
                  <a:gd fmla="*/ 2111121 h 2472690" name="connsiteY192"/>
                  <a:gd fmla="*/ 3906202 w 4414571" name="connsiteX193"/>
                  <a:gd fmla="*/ 2117408 h 2472690" name="connsiteY193"/>
                  <a:gd fmla="*/ 3863721 w 4414571" name="connsiteX194"/>
                  <a:gd fmla="*/ 2132933 h 2472690" name="connsiteY194"/>
                  <a:gd fmla="*/ 3861435 w 4414571" name="connsiteX195"/>
                  <a:gd fmla="*/ 2133124 h 2472690" name="connsiteY195"/>
                  <a:gd fmla="*/ 3945636 w 4414571" name="connsiteX196"/>
                  <a:gd fmla="*/ 2101501 h 2472690" name="connsiteY196"/>
                  <a:gd fmla="*/ 3939350 w 4414571" name="connsiteX197"/>
                  <a:gd fmla="*/ 2097215 h 2472690" name="connsiteY197"/>
                  <a:gd fmla="*/ 3939350 w 4414571" name="connsiteX198"/>
                  <a:gd fmla="*/ 2092071 h 2472690" name="connsiteY198"/>
                  <a:gd fmla="*/ 3942969 w 4414571" name="connsiteX199"/>
                  <a:gd fmla="*/ 2088451 h 2472690" name="connsiteY199"/>
                  <a:gd fmla="*/ 3984498 w 4414571" name="connsiteX200"/>
                  <a:gd fmla="*/ 2071211 h 2472690" name="connsiteY200"/>
                  <a:gd fmla="*/ 3993261 w 4414571" name="connsiteX201"/>
                  <a:gd fmla="*/ 2074545 h 2472690" name="connsiteY201"/>
                  <a:gd fmla="*/ 3993928 w 4414571" name="connsiteX202"/>
                  <a:gd fmla="*/ 2077212 h 2472690" name="connsiteY202"/>
                  <a:gd fmla="*/ 3989641 w 4414571" name="connsiteX203"/>
                  <a:gd fmla="*/ 2083498 h 2472690" name="connsiteY203"/>
                  <a:gd fmla="*/ 3948113 w 4414571" name="connsiteX204"/>
                  <a:gd fmla="*/ 2100739 h 2472690" name="connsiteY204"/>
                  <a:gd fmla="*/ 3945636 w 4414571" name="connsiteX205"/>
                  <a:gd fmla="*/ 2101501 h 2472690" name="connsiteY205"/>
                  <a:gd fmla="*/ 1067086 w 4414571" name="connsiteX206"/>
                  <a:gd fmla="*/ 2073212 h 2472690" name="connsiteY206"/>
                  <a:gd fmla="*/ 1062799 w 4414571" name="connsiteX207"/>
                  <a:gd fmla="*/ 2071878 h 2472690" name="connsiteY207"/>
                  <a:gd fmla="*/ 1060323 w 4414571" name="connsiteX208"/>
                  <a:gd fmla="*/ 2066734 h 2472690" name="connsiteY208"/>
                  <a:gd fmla="*/ 1061656 w 4414571" name="connsiteX209"/>
                  <a:gd fmla="*/ 2062448 h 2472690" name="connsiteY209"/>
                  <a:gd fmla="*/ 1088803 w 4414571" name="connsiteX210"/>
                  <a:gd fmla="*/ 2027015 h 2472690" name="connsiteY210"/>
                  <a:gd fmla="*/ 1098232 w 4414571" name="connsiteX211"/>
                  <a:gd fmla="*/ 2025682 h 2472690" name="connsiteY211"/>
                  <a:gd fmla="*/ 1099852 w 4414571" name="connsiteX212"/>
                  <a:gd fmla="*/ 2035112 h 2472690" name="connsiteY212"/>
                  <a:gd fmla="*/ 1072515 w 4414571" name="connsiteX213"/>
                  <a:gd fmla="*/ 2070545 h 2472690" name="connsiteY213"/>
                  <a:gd fmla="*/ 1072324 w 4414571" name="connsiteX214"/>
                  <a:gd fmla="*/ 2070735 h 2472690" name="connsiteY214"/>
                  <a:gd fmla="*/ 1067086 w 4414571" name="connsiteX215"/>
                  <a:gd fmla="*/ 2073212 h 2472690" name="connsiteY215"/>
                  <a:gd fmla="*/ 2154936 w 4414571" name="connsiteX216"/>
                  <a:gd fmla="*/ 2071402 h 2472690" name="connsiteY216"/>
                  <a:gd fmla="*/ 2138744 w 4414571" name="connsiteX217"/>
                  <a:gd fmla="*/ 2070735 h 2472690" name="connsiteY217"/>
                  <a:gd fmla="*/ 2132457 w 4414571" name="connsiteX218"/>
                  <a:gd fmla="*/ 2064258 h 2472690" name="connsiteY218"/>
                  <a:gd fmla="*/ 2132457 w 4414571" name="connsiteX219"/>
                  <a:gd fmla="*/ 2063782 h 2472690" name="connsiteY219"/>
                  <a:gd fmla="*/ 2132457 w 4414571" name="connsiteX220"/>
                  <a:gd fmla="*/ 2063591 h 2472690" name="connsiteY220"/>
                  <a:gd fmla="*/ 2139601 w 4414571" name="connsiteX221"/>
                  <a:gd fmla="*/ 2057305 h 2472690" name="connsiteY221"/>
                  <a:gd fmla="*/ 2183130 w 4414571" name="connsiteX222"/>
                  <a:gd fmla="*/ 2056162 h 2472690" name="connsiteY222"/>
                  <a:gd fmla="*/ 2190559 w 4414571" name="connsiteX223"/>
                  <a:gd fmla="*/ 2062258 h 2472690" name="connsiteY223"/>
                  <a:gd fmla="*/ 2189226 w 4414571" name="connsiteX224"/>
                  <a:gd fmla="*/ 2067211 h 2472690" name="connsiteY224"/>
                  <a:gd fmla="*/ 2184749 w 4414571" name="connsiteX225"/>
                  <a:gd fmla="*/ 2069687 h 2472690" name="connsiteY225"/>
                  <a:gd fmla="*/ 2154936 w 4414571" name="connsiteX226"/>
                  <a:gd fmla="*/ 2071402 h 2472690" name="connsiteY226"/>
                  <a:gd fmla="*/ 28099 w 4414571" name="connsiteX227"/>
                  <a:gd fmla="*/ 2066734 h 2472690" name="connsiteY227"/>
                  <a:gd fmla="*/ 26289 w 4414571" name="connsiteX228"/>
                  <a:gd fmla="*/ 2066544 h 2472690" name="connsiteY228"/>
                  <a:gd fmla="*/ 22288 w 4414571" name="connsiteX229"/>
                  <a:gd fmla="*/ 2063401 h 2472690" name="connsiteY229"/>
                  <a:gd fmla="*/ 21622 w 4414571" name="connsiteX230"/>
                  <a:gd fmla="*/ 2058257 h 2472690" name="connsiteY230"/>
                  <a:gd fmla="*/ 35528 w 4414571" name="connsiteX231"/>
                  <a:gd fmla="*/ 2015204 h 2472690" name="connsiteY231"/>
                  <a:gd fmla="*/ 44101 w 4414571" name="connsiteX232"/>
                  <a:gd fmla="*/ 2010918 h 2472690" name="connsiteY232"/>
                  <a:gd fmla="*/ 48577 w 4414571" name="connsiteX233"/>
                  <a:gd fmla="*/ 2017205 h 2472690" name="connsiteY233"/>
                  <a:gd fmla="*/ 48101 w 4414571" name="connsiteX234"/>
                  <a:gd fmla="*/ 2019490 h 2472690" name="connsiteY234"/>
                  <a:gd fmla="*/ 34671 w 4414571" name="connsiteX235"/>
                  <a:gd fmla="*/ 2061877 h 2472690" name="connsiteY235"/>
                  <a:gd fmla="*/ 28099 w 4414571" name="connsiteX236"/>
                  <a:gd fmla="*/ 2066734 h 2472690" name="connsiteY236"/>
                  <a:gd fmla="*/ 4028218 w 4414571" name="connsiteX237"/>
                  <a:gd fmla="*/ 2065782 h 2472690" name="connsiteY237"/>
                  <a:gd fmla="*/ 4021931 w 4414571" name="connsiteX238"/>
                  <a:gd fmla="*/ 2061972 h 2472690" name="connsiteY238"/>
                  <a:gd fmla="*/ 4025265 w 4414571" name="connsiteX239"/>
                  <a:gd fmla="*/ 2053018 h 2472690" name="connsiteY239"/>
                  <a:gd fmla="*/ 4065937 w 4414571" name="connsiteX240"/>
                  <a:gd fmla="*/ 2034159 h 2472690" name="connsiteY240"/>
                  <a:gd fmla="*/ 4074890 w 4414571" name="connsiteX241"/>
                  <a:gd fmla="*/ 2037302 h 2472690" name="connsiteY241"/>
                  <a:gd fmla="*/ 4075557 w 4414571" name="connsiteX242"/>
                  <a:gd fmla="*/ 2040255 h 2472690" name="connsiteY242"/>
                  <a:gd fmla="*/ 4071747 w 4414571" name="connsiteX243"/>
                  <a:gd fmla="*/ 2046351 h 2472690" name="connsiteY243"/>
                  <a:gd fmla="*/ 4030885 w 4414571" name="connsiteX244"/>
                  <a:gd fmla="*/ 2065401 h 2472690" name="connsiteY244"/>
                  <a:gd fmla="*/ 4028218 w 4414571" name="connsiteX245"/>
                  <a:gd fmla="*/ 2065782 h 2472690" name="connsiteY245"/>
                  <a:gd fmla="*/ 2095309 w 4414571" name="connsiteX246"/>
                  <a:gd fmla="*/ 2062639 h 2472690" name="connsiteY246"/>
                  <a:gd fmla="*/ 2093309 w 4414571" name="connsiteX247"/>
                  <a:gd fmla="*/ 2062163 h 2472690" name="connsiteY247"/>
                  <a:gd fmla="*/ 2051304 w 4414571" name="connsiteX248"/>
                  <a:gd fmla="*/ 2041970 h 2472690" name="connsiteY248"/>
                  <a:gd fmla="*/ 2051114 w 4414571" name="connsiteX249"/>
                  <a:gd fmla="*/ 2041779 h 2472690" name="connsiteY249"/>
                  <a:gd fmla="*/ 2048447 w 4414571" name="connsiteX250"/>
                  <a:gd fmla="*/ 2036445 h 2472690" name="connsiteY250"/>
                  <a:gd fmla="*/ 2049589 w 4414571" name="connsiteX251"/>
                  <a:gd fmla="*/ 2032635 h 2472690" name="connsiteY251"/>
                  <a:gd fmla="*/ 2059019 w 4414571" name="connsiteX252"/>
                  <a:gd fmla="*/ 2030825 h 2472690" name="connsiteY252"/>
                  <a:gd fmla="*/ 2097405 w 4414571" name="connsiteX253"/>
                  <a:gd fmla="*/ 2049494 h 2472690" name="connsiteY253"/>
                  <a:gd fmla="*/ 2101406 w 4414571" name="connsiteX254"/>
                  <a:gd fmla="*/ 2052828 h 2472690" name="connsiteY254"/>
                  <a:gd fmla="*/ 2101882 w 4414571" name="connsiteX255"/>
                  <a:gd fmla="*/ 2057972 h 2472690" name="connsiteY255"/>
                  <a:gd fmla="*/ 2095309 w 4414571" name="connsiteX256"/>
                  <a:gd fmla="*/ 2062639 h 2472690" name="connsiteY256"/>
                  <a:gd fmla="*/ 2228183 w 4414571" name="connsiteX257"/>
                  <a:gd fmla="*/ 2061781 h 2472690" name="connsiteY257"/>
                  <a:gd fmla="*/ 2221706 w 4414571" name="connsiteX258"/>
                  <a:gd fmla="*/ 2056638 h 2472690" name="connsiteY258"/>
                  <a:gd fmla="*/ 2221421 w 4414571" name="connsiteX259"/>
                  <a:gd fmla="*/ 2054828 h 2472690" name="connsiteY259"/>
                  <a:gd fmla="*/ 2226564 w 4414571" name="connsiteX260"/>
                  <a:gd fmla="*/ 2048351 h 2472690" name="connsiteY260"/>
                  <a:gd fmla="*/ 2268950 w 4414571" name="connsiteX261"/>
                  <a:gd fmla="*/ 2035778 h 2472690" name="connsiteY261"/>
                  <a:gd fmla="*/ 2277523 w 4414571" name="connsiteX262"/>
                  <a:gd fmla="*/ 2039779 h 2472690" name="connsiteY262"/>
                  <a:gd fmla="*/ 2277332 w 4414571" name="connsiteX263"/>
                  <a:gd fmla="*/ 2044922 h 2472690" name="connsiteY263"/>
                  <a:gd fmla="*/ 2273522 w 4414571" name="connsiteX264"/>
                  <a:gd fmla="*/ 2048256 h 2472690" name="connsiteY264"/>
                  <a:gd fmla="*/ 2229707 w 4414571" name="connsiteX265"/>
                  <a:gd fmla="*/ 2061496 h 2472690" name="connsiteY265"/>
                  <a:gd fmla="*/ 2229517 w 4414571" name="connsiteX266"/>
                  <a:gd fmla="*/ 2061496 h 2472690" name="connsiteY266"/>
                  <a:gd fmla="*/ 2228183 w 4414571" name="connsiteX267"/>
                  <a:gd fmla="*/ 2061781 h 2472690" name="connsiteY267"/>
                  <a:gd fmla="*/ 2312956 w 4414571" name="connsiteX268"/>
                  <a:gd fmla="*/ 2032159 h 2472690" name="connsiteY268"/>
                  <a:gd fmla="*/ 2306669 w 4414571" name="connsiteX269"/>
                  <a:gd fmla="*/ 2028158 h 2472690" name="connsiteY269"/>
                  <a:gd fmla="*/ 2306003 w 4414571" name="connsiteX270"/>
                  <a:gd fmla="*/ 2025491 h 2472690" name="connsiteY270"/>
                  <a:gd fmla="*/ 2310003 w 4414571" name="connsiteX271"/>
                  <a:gd fmla="*/ 2019205 h 2472690" name="connsiteY271"/>
                  <a:gd fmla="*/ 2350199 w 4414571" name="connsiteX272"/>
                  <a:gd fmla="*/ 2000155 h 2472690" name="connsiteY272"/>
                  <a:gd fmla="*/ 2359152 w 4414571" name="connsiteX273"/>
                  <a:gd fmla="*/ 2003107 h 2472690" name="connsiteY273"/>
                  <a:gd fmla="*/ 2356199 w 4414571" name="connsiteX274"/>
                  <a:gd fmla="*/ 2012061 h 2472690" name="connsiteY274"/>
                  <a:gd fmla="*/ 2315528 w 4414571" name="connsiteX275"/>
                  <a:gd fmla="*/ 2031587 h 2472690" name="connsiteY275"/>
                  <a:gd fmla="*/ 2312956 w 4414571" name="connsiteX276"/>
                  <a:gd fmla="*/ 2032159 h 2472690" name="connsiteY276"/>
                  <a:gd fmla="*/ 4109275 w 4414571" name="connsiteX277"/>
                  <a:gd fmla="*/ 2027206 h 2472690" name="connsiteY277"/>
                  <a:gd fmla="*/ 4103179 w 4414571" name="connsiteX278"/>
                  <a:gd fmla="*/ 2023396 h 2472690" name="connsiteY278"/>
                  <a:gd fmla="*/ 4102894 w 4414571" name="connsiteX279"/>
                  <a:gd fmla="*/ 2018252 h 2472690" name="connsiteY279"/>
                  <a:gd fmla="*/ 4106227 w 4414571" name="connsiteX280"/>
                  <a:gd fmla="*/ 2014442 h 2472690" name="connsiteY280"/>
                  <a:gd fmla="*/ 4145947 w 4414571" name="connsiteX281"/>
                  <a:gd fmla="*/ 1994059 h 2472690" name="connsiteY281"/>
                  <a:gd fmla="*/ 4145947 w 4414571" name="connsiteX282"/>
                  <a:gd fmla="*/ 1993868 h 2472690" name="connsiteY282"/>
                  <a:gd fmla="*/ 4155186 w 4414571" name="connsiteX283"/>
                  <a:gd fmla="*/ 1996821 h 2472690" name="connsiteY283"/>
                  <a:gd fmla="*/ 4155853 w 4414571" name="connsiteX284"/>
                  <a:gd fmla="*/ 1999964 h 2472690" name="connsiteY284"/>
                  <a:gd fmla="*/ 4152233 w 4414571" name="connsiteX285"/>
                  <a:gd fmla="*/ 2005774 h 2472690" name="connsiteY285"/>
                  <a:gd fmla="*/ 4112324 w 4414571" name="connsiteX286"/>
                  <a:gd fmla="*/ 2026444 h 2472690" name="connsiteY286"/>
                  <a:gd fmla="*/ 4109275 w 4414571" name="connsiteX287"/>
                  <a:gd fmla="*/ 2027206 h 2472690" name="connsiteY287"/>
                  <a:gd fmla="*/ 2022062 w 4414571" name="connsiteX288"/>
                  <a:gd fmla="*/ 2012823 h 2472690" name="connsiteY288"/>
                  <a:gd fmla="*/ 2016919 w 4414571" name="connsiteX289"/>
                  <a:gd fmla="*/ 2010347 h 2472690" name="connsiteY289"/>
                  <a:gd fmla="*/ 1992439 w 4414571" name="connsiteX290"/>
                  <a:gd fmla="*/ 1970818 h 2472690" name="connsiteY290"/>
                  <a:gd fmla="*/ 1991963 w 4414571" name="connsiteX291"/>
                  <a:gd fmla="*/ 1967865 h 2472690" name="connsiteY291"/>
                  <a:gd fmla="*/ 1995773 w 4414571" name="connsiteX292"/>
                  <a:gd fmla="*/ 1961769 h 2472690" name="connsiteY292"/>
                  <a:gd fmla="*/ 2004727 w 4414571" name="connsiteX293"/>
                  <a:gd fmla="*/ 1965103 h 2472690" name="connsiteY293"/>
                  <a:gd fmla="*/ 2027396 w 4414571" name="connsiteX294"/>
                  <a:gd fmla="*/ 2001679 h 2472690" name="connsiteY294"/>
                  <a:gd fmla="*/ 2026253 w 4414571" name="connsiteX295"/>
                  <a:gd fmla="*/ 2011108 h 2472690" name="connsiteY295"/>
                  <a:gd fmla="*/ 2022062 w 4414571" name="connsiteX296"/>
                  <a:gd fmla="*/ 2012823 h 2472690" name="connsiteY296"/>
                  <a:gd fmla="*/ 1120902 w 4414571" name="connsiteX297"/>
                  <a:gd fmla="*/ 2001393 h 2472690" name="connsiteY297"/>
                  <a:gd fmla="*/ 1116806 w 4414571" name="connsiteX298"/>
                  <a:gd fmla="*/ 2000059 h 2472690" name="connsiteY298"/>
                  <a:gd fmla="*/ 1114139 w 4414571" name="connsiteX299"/>
                  <a:gd fmla="*/ 1994916 h 2472690" name="connsiteY299"/>
                  <a:gd fmla="*/ 1115282 w 4414571" name="connsiteX300"/>
                  <a:gd fmla="*/ 1990915 h 2472690" name="connsiteY300"/>
                  <a:gd fmla="*/ 1141095 w 4414571" name="connsiteX301"/>
                  <a:gd fmla="*/ 1954149 h 2472690" name="connsiteY301"/>
                  <a:gd fmla="*/ 1150334 w 4414571" name="connsiteX302"/>
                  <a:gd fmla="*/ 1952339 h 2472690" name="connsiteY302"/>
                  <a:gd fmla="*/ 1152144 w 4414571" name="connsiteX303"/>
                  <a:gd fmla="*/ 1961769 h 2472690" name="connsiteY303"/>
                  <a:gd fmla="*/ 1126331 w 4414571" name="connsiteX304"/>
                  <a:gd fmla="*/ 1998821 h 2472690" name="connsiteY304"/>
                  <a:gd fmla="*/ 1120902 w 4414571" name="connsiteX305"/>
                  <a:gd fmla="*/ 2001393 h 2472690" name="connsiteY305"/>
                  <a:gd fmla="*/ 2392680 w 4414571" name="connsiteX306"/>
                  <a:gd fmla="*/ 1991297 h 2472690" name="connsiteY306"/>
                  <a:gd fmla="*/ 2386870 w 4414571" name="connsiteX307"/>
                  <a:gd fmla="*/ 1987963 h 2472690" name="connsiteY307"/>
                  <a:gd fmla="*/ 2386013 w 4414571" name="connsiteX308"/>
                  <a:gd fmla="*/ 1984629 h 2472690" name="connsiteY308"/>
                  <a:gd fmla="*/ 2389632 w 4414571" name="connsiteX309"/>
                  <a:gd fmla="*/ 1978819 h 2472690" name="connsiteY309"/>
                  <a:gd fmla="*/ 2428875 w 4414571" name="connsiteX310"/>
                  <a:gd fmla="*/ 1956816 h 2472690" name="connsiteY310"/>
                  <a:gd fmla="*/ 2437829 w 4414571" name="connsiteX311"/>
                  <a:gd fmla="*/ 1959483 h 2472690" name="connsiteY311"/>
                  <a:gd fmla="*/ 2435162 w 4414571" name="connsiteX312"/>
                  <a:gd fmla="*/ 1968722 h 2472690" name="connsiteY312"/>
                  <a:gd fmla="*/ 2422779 w 4414571" name="connsiteX313"/>
                  <a:gd fmla="*/ 1975675 h 2472690" name="connsiteY313"/>
                  <a:gd fmla="*/ 2396014 w 4414571" name="connsiteX314"/>
                  <a:gd fmla="*/ 1990439 h 2472690" name="connsiteY314"/>
                  <a:gd fmla="*/ 2395823 w 4414571" name="connsiteX315"/>
                  <a:gd fmla="*/ 1990439 h 2472690" name="connsiteY315"/>
                  <a:gd fmla="*/ 2392680 w 4414571" name="connsiteX316"/>
                  <a:gd fmla="*/ 1991297 h 2472690" name="connsiteY316"/>
                  <a:gd fmla="*/ 4188714 w 4414571" name="connsiteX317"/>
                  <a:gd fmla="*/ 1985010 h 2472690" name="connsiteY317"/>
                  <a:gd fmla="*/ 4182904 w 4414571" name="connsiteX318"/>
                  <a:gd fmla="*/ 1981676 h 2472690" name="connsiteY318"/>
                  <a:gd fmla="*/ 4182237 w 4414571" name="connsiteX319"/>
                  <a:gd fmla="*/ 1976533 h 2472690" name="connsiteY319"/>
                  <a:gd fmla="*/ 4185571 w 4414571" name="connsiteX320"/>
                  <a:gd fmla="*/ 1972532 h 2472690" name="connsiteY320"/>
                  <a:gd fmla="*/ 4224433 w 4414571" name="connsiteX321"/>
                  <a:gd fmla="*/ 1950339 h 2472690" name="connsiteY321"/>
                  <a:gd fmla="*/ 4224623 w 4414571" name="connsiteX322"/>
                  <a:gd fmla="*/ 1950148 h 2472690" name="connsiteY322"/>
                  <a:gd fmla="*/ 4233577 w 4414571" name="connsiteX323"/>
                  <a:gd fmla="*/ 1952625 h 2472690" name="connsiteY323"/>
                  <a:gd fmla="*/ 4234434 w 4414571" name="connsiteX324"/>
                  <a:gd fmla="*/ 1956245 h 2472690" name="connsiteY324"/>
                  <a:gd fmla="*/ 4231101 w 4414571" name="connsiteX325"/>
                  <a:gd fmla="*/ 1961864 h 2472690" name="connsiteY325"/>
                  <a:gd fmla="*/ 4192048 w 4414571" name="connsiteX326"/>
                  <a:gd fmla="*/ 1984534 h 2472690" name="connsiteY326"/>
                  <a:gd fmla="*/ 4188714 w 4414571" name="connsiteX327"/>
                  <a:gd fmla="*/ 1985010 h 2472690" name="connsiteY327"/>
                  <a:gd fmla="*/ 57721 w 4414571" name="connsiteX328"/>
                  <a:gd fmla="*/ 1982057 h 2472690" name="connsiteY328"/>
                  <a:gd fmla="*/ 55245 w 4414571" name="connsiteX329"/>
                  <a:gd fmla="*/ 1981390 h 2472690" name="connsiteY329"/>
                  <a:gd fmla="*/ 51625 w 4414571" name="connsiteX330"/>
                  <a:gd fmla="*/ 1977771 h 2472690" name="connsiteY330"/>
                  <a:gd fmla="*/ 51435 w 4414571" name="connsiteX331"/>
                  <a:gd fmla="*/ 1972628 h 2472690" name="connsiteY331"/>
                  <a:gd fmla="*/ 69342 w 4414571" name="connsiteX332"/>
                  <a:gd fmla="*/ 1931289 h 2472690" name="connsiteY332"/>
                  <a:gd fmla="*/ 69342 w 4414571" name="connsiteX333"/>
                  <a:gd fmla="*/ 1931098 h 2472690" name="connsiteY333"/>
                  <a:gd fmla="*/ 78296 w 4414571" name="connsiteX334"/>
                  <a:gd fmla="*/ 1927955 h 2472690" name="connsiteY334"/>
                  <a:gd fmla="*/ 82105 w 4414571" name="connsiteX335"/>
                  <a:gd fmla="*/ 1934242 h 2472690" name="connsiteY335"/>
                  <a:gd fmla="*/ 81439 w 4414571" name="connsiteX336"/>
                  <a:gd fmla="*/ 1936718 h 2472690" name="connsiteY336"/>
                  <a:gd fmla="*/ 63913 w 4414571" name="connsiteX337"/>
                  <a:gd fmla="*/ 1977771 h 2472690" name="connsiteY337"/>
                  <a:gd fmla="*/ 57721 w 4414571" name="connsiteX338"/>
                  <a:gd fmla="*/ 1982057 h 2472690" name="connsiteY338"/>
                  <a:gd fmla="*/ 2471261 w 4414571" name="connsiteX339"/>
                  <a:gd fmla="*/ 1947767 h 2472690" name="connsiteY339"/>
                  <a:gd fmla="*/ 2465451 w 4414571" name="connsiteX340"/>
                  <a:gd fmla="*/ 1944148 h 2472690" name="connsiteY340"/>
                  <a:gd fmla="*/ 2464594 w 4414571" name="connsiteX341"/>
                  <a:gd fmla="*/ 1941005 h 2472690" name="connsiteY341"/>
                  <a:gd fmla="*/ 2468213 w 4414571" name="connsiteX342"/>
                  <a:gd fmla="*/ 1934908 h 2472690" name="connsiteY342"/>
                  <a:gd fmla="*/ 2507456 w 4414571" name="connsiteX343"/>
                  <a:gd fmla="*/ 1913382 h 2472690" name="connsiteY343"/>
                  <a:gd fmla="*/ 2516696 w 4414571" name="connsiteX344"/>
                  <a:gd fmla="*/ 1916049 h 2472690" name="connsiteY344"/>
                  <a:gd fmla="*/ 2517172 w 4414571" name="connsiteX345"/>
                  <a:gd fmla="*/ 1921192 h 2472690" name="connsiteY345"/>
                  <a:gd fmla="*/ 2514029 w 4414571" name="connsiteX346"/>
                  <a:gd fmla="*/ 1925193 h 2472690" name="connsiteY346"/>
                  <a:gd fmla="*/ 2474500 w 4414571" name="connsiteX347"/>
                  <a:gd fmla="*/ 1946720 h 2472690" name="connsiteY347"/>
                  <a:gd fmla="*/ 2471261 w 4414571" name="connsiteX348"/>
                  <a:gd fmla="*/ 1947767 h 2472690" name="connsiteY348"/>
                  <a:gd fmla="*/ 4266153 w 4414571" name="connsiteX349"/>
                  <a:gd fmla="*/ 1939004 h 2472690" name="connsiteY349"/>
                  <a:gd fmla="*/ 4260342 w 4414571" name="connsiteX350"/>
                  <a:gd fmla="*/ 1935861 h 2472690" name="connsiteY350"/>
                  <a:gd fmla="*/ 4259485 w 4414571" name="connsiteX351"/>
                  <a:gd fmla="*/ 1930908 h 2472690" name="connsiteY351"/>
                  <a:gd fmla="*/ 4262438 w 4414571" name="connsiteX352"/>
                  <a:gd fmla="*/ 1926622 h 2472690" name="connsiteY352"/>
                  <a:gd fmla="*/ 4299490 w 4414571" name="connsiteX353"/>
                  <a:gd fmla="*/ 1901666 h 2472690" name="connsiteY353"/>
                  <a:gd fmla="*/ 4308920 w 4414571" name="connsiteX354"/>
                  <a:gd fmla="*/ 1903190 h 2472690" name="connsiteY354"/>
                  <a:gd fmla="*/ 4310063 w 4414571" name="connsiteX355"/>
                  <a:gd fmla="*/ 1907000 h 2472690" name="connsiteY355"/>
                  <a:gd fmla="*/ 4307395 w 4414571" name="connsiteX356"/>
                  <a:gd fmla="*/ 1912430 h 2472690" name="connsiteY356"/>
                  <a:gd fmla="*/ 4269867 w 4414571" name="connsiteX357"/>
                  <a:gd fmla="*/ 1938052 h 2472690" name="connsiteY357"/>
                  <a:gd fmla="*/ 4266153 w 4414571" name="connsiteX358"/>
                  <a:gd fmla="*/ 1939004 h 2472690" name="connsiteY358"/>
                  <a:gd fmla="*/ 1984343 w 4414571" name="connsiteX359"/>
                  <a:gd fmla="*/ 1932432 h 2472690" name="connsiteY359"/>
                  <a:gd fmla="*/ 1977581 w 4414571" name="connsiteX360"/>
                  <a:gd fmla="*/ 1927098 h 2472690" name="connsiteY360"/>
                  <a:gd fmla="*/ 1971484 w 4414571" name="connsiteX361"/>
                  <a:gd fmla="*/ 1881568 h 2472690" name="connsiteY361"/>
                  <a:gd fmla="*/ 1971484 w 4414571" name="connsiteX362"/>
                  <a:gd fmla="*/ 1881092 h 2472690" name="connsiteY362"/>
                  <a:gd fmla="*/ 1971484 w 4414571" name="connsiteX363"/>
                  <a:gd fmla="*/ 1881092 h 2472690" name="connsiteY363"/>
                  <a:gd fmla="*/ 1977962 w 4414571" name="connsiteX364"/>
                  <a:gd fmla="*/ 1874330 h 2472690" name="connsiteY364"/>
                  <a:gd fmla="*/ 1978152 w 4414571" name="connsiteX365"/>
                  <a:gd fmla="*/ 1874330 h 2472690" name="connsiteY365"/>
                  <a:gd fmla="*/ 1984915 w 4414571" name="connsiteX366"/>
                  <a:gd fmla="*/ 1880806 h 2472690" name="connsiteY366"/>
                  <a:gd fmla="*/ 1990725 w 4414571" name="connsiteX367"/>
                  <a:gd fmla="*/ 1924145 h 2472690" name="connsiteY367"/>
                  <a:gd fmla="*/ 1989868 w 4414571" name="connsiteX368"/>
                  <a:gd fmla="*/ 1929098 h 2472690" name="connsiteY368"/>
                  <a:gd fmla="*/ 1985581 w 4414571" name="connsiteX369"/>
                  <a:gd fmla="*/ 1932241 h 2472690" name="connsiteY369"/>
                  <a:gd fmla="*/ 1984343 w 4414571" name="connsiteX370"/>
                  <a:gd fmla="*/ 1932432 h 2472690" name="connsiteY370"/>
                  <a:gd fmla="*/ 1171670 w 4414571" name="connsiteX371"/>
                  <a:gd fmla="*/ 1927289 h 2472690" name="connsiteY371"/>
                  <a:gd fmla="*/ 1167860 w 4414571" name="connsiteX372"/>
                  <a:gd fmla="*/ 1926146 h 2472690" name="connsiteY372"/>
                  <a:gd fmla="*/ 1164907 w 4414571" name="connsiteX373"/>
                  <a:gd fmla="*/ 1920526 h 2472690" name="connsiteY373"/>
                  <a:gd fmla="*/ 1166050 w 4414571" name="connsiteX374"/>
                  <a:gd fmla="*/ 1916906 h 2472690" name="connsiteY374"/>
                  <a:gd fmla="*/ 1190339 w 4414571" name="connsiteX375"/>
                  <a:gd fmla="*/ 1879187 h 2472690" name="connsiteY375"/>
                  <a:gd fmla="*/ 1199579 w 4414571" name="connsiteX376"/>
                  <a:gd fmla="*/ 1876901 h 2472690" name="connsiteY376"/>
                  <a:gd fmla="*/ 1202531 w 4414571" name="connsiteX377"/>
                  <a:gd fmla="*/ 1881188 h 2472690" name="connsiteY377"/>
                  <a:gd fmla="*/ 1201864 w 4414571" name="connsiteX378"/>
                  <a:gd fmla="*/ 1886331 h 2472690" name="connsiteY378"/>
                  <a:gd fmla="*/ 1177385 w 4414571" name="connsiteX379"/>
                  <a:gd fmla="*/ 1924050 h 2472690" name="connsiteY379"/>
                  <a:gd fmla="*/ 1171670 w 4414571" name="connsiteX380"/>
                  <a:gd fmla="*/ 1927289 h 2472690" name="connsiteY380"/>
                  <a:gd fmla="*/ 2550224 w 4414571" name="connsiteX381"/>
                  <a:gd fmla="*/ 1904905 h 2472690" name="connsiteY381"/>
                  <a:gd fmla="*/ 2544128 w 4414571" name="connsiteX382"/>
                  <a:gd fmla="*/ 1901285 h 2472690" name="connsiteY382"/>
                  <a:gd fmla="*/ 2543270 w 4414571" name="connsiteX383"/>
                  <a:gd fmla="*/ 1897951 h 2472690" name="connsiteY383"/>
                  <a:gd fmla="*/ 2546890 w 4414571" name="connsiteX384"/>
                  <a:gd fmla="*/ 1892141 h 2472690" name="connsiteY384"/>
                  <a:gd fmla="*/ 2586609 w 4414571" name="connsiteX385"/>
                  <a:gd fmla="*/ 1871091 h 2472690" name="connsiteY385"/>
                  <a:gd fmla="*/ 2595848 w 4414571" name="connsiteX386"/>
                  <a:gd fmla="*/ 1874044 h 2472690" name="connsiteY386"/>
                  <a:gd fmla="*/ 2596324 w 4414571" name="connsiteX387"/>
                  <a:gd fmla="*/ 1878997 h 2472690" name="connsiteY387"/>
                  <a:gd fmla="*/ 2592991 w 4414571" name="connsiteX388"/>
                  <a:gd fmla="*/ 1882997 h 2472690" name="connsiteY388"/>
                  <a:gd fmla="*/ 2584704 w 4414571" name="connsiteX389"/>
                  <a:gd fmla="*/ 1887474 h 2472690" name="connsiteY389"/>
                  <a:gd fmla="*/ 2553462 w 4414571" name="connsiteX390"/>
                  <a:gd fmla="*/ 1904048 h 2472690" name="connsiteY390"/>
                  <a:gd fmla="*/ 2550224 w 4414571" name="connsiteX391"/>
                  <a:gd fmla="*/ 1904905 h 2472690" name="connsiteY391"/>
                  <a:gd fmla="*/ 94774 w 4414571" name="connsiteX392"/>
                  <a:gd fmla="*/ 1900142 h 2472690" name="connsiteY392"/>
                  <a:gd fmla="*/ 91821 w 4414571" name="connsiteX393"/>
                  <a:gd fmla="*/ 1899475 h 2472690" name="connsiteY393"/>
                  <a:gd fmla="*/ 88678 w 4414571" name="connsiteX394"/>
                  <a:gd fmla="*/ 1890522 h 2472690" name="connsiteY394"/>
                  <a:gd fmla="*/ 109061 w 4414571" name="connsiteX395"/>
                  <a:gd fmla="*/ 1850326 h 2472690" name="connsiteY395"/>
                  <a:gd fmla="*/ 118300 w 4414571" name="connsiteX396"/>
                  <a:gd fmla="*/ 1847374 h 2472690" name="connsiteY396"/>
                  <a:gd fmla="*/ 121920 w 4414571" name="connsiteX397"/>
                  <a:gd fmla="*/ 1853470 h 2472690" name="connsiteY397"/>
                  <a:gd fmla="*/ 121063 w 4414571" name="connsiteX398"/>
                  <a:gd fmla="*/ 1856613 h 2472690" name="connsiteY398"/>
                  <a:gd fmla="*/ 100870 w 4414571" name="connsiteX399"/>
                  <a:gd fmla="*/ 1896332 h 2472690" name="connsiteY399"/>
                  <a:gd fmla="*/ 94774 w 4414571" name="connsiteX400"/>
                  <a:gd fmla="*/ 1900142 h 2472690" name="connsiteY400"/>
                  <a:gd fmla="*/ 4338638 w 4414571" name="connsiteX401"/>
                  <a:gd fmla="*/ 1886045 h 2472690" name="connsiteY401"/>
                  <a:gd fmla="*/ 4333685 w 4414571" name="connsiteX402"/>
                  <a:gd fmla="*/ 1883759 h 2472690" name="connsiteY402"/>
                  <a:gd fmla="*/ 4334161 w 4414571" name="connsiteX403"/>
                  <a:gd fmla="*/ 1874330 h 2472690" name="connsiteY403"/>
                  <a:gd fmla="*/ 4353878 w 4414571" name="connsiteX404"/>
                  <a:gd fmla="*/ 1854803 h 2472690" name="connsiteY404"/>
                  <a:gd fmla="*/ 4363784 w 4414571" name="connsiteX405"/>
                  <a:gd fmla="*/ 1842421 h 2472690" name="connsiteY405"/>
                  <a:gd fmla="*/ 4373214 w 4414571" name="connsiteX406"/>
                  <a:gd fmla="*/ 1841087 h 2472690" name="connsiteY406"/>
                  <a:gd fmla="*/ 4375880 w 4414571" name="connsiteX407"/>
                  <a:gd fmla="*/ 1846516 h 2472690" name="connsiteY407"/>
                  <a:gd fmla="*/ 4374547 w 4414571" name="connsiteX408"/>
                  <a:gd fmla="*/ 1850517 h 2472690" name="connsiteY408"/>
                  <a:gd fmla="*/ 4364260 w 4414571" name="connsiteX409"/>
                  <a:gd fmla="*/ 1863566 h 2472690" name="connsiteY409"/>
                  <a:gd fmla="*/ 4343114 w 4414571" name="connsiteX410"/>
                  <a:gd fmla="*/ 1884426 h 2472690" name="connsiteY410"/>
                  <a:gd fmla="*/ 4338638 w 4414571" name="connsiteX411"/>
                  <a:gd fmla="*/ 1886045 h 2472690" name="connsiteY411"/>
                  <a:gd fmla="*/ 2629472 w 4414571" name="connsiteX412"/>
                  <a:gd fmla="*/ 1862899 h 2472690" name="connsiteY412"/>
                  <a:gd fmla="*/ 2623661 w 4414571" name="connsiteX413"/>
                  <a:gd fmla="*/ 1859280 h 2472690" name="connsiteY413"/>
                  <a:gd fmla="*/ 2622804 w 4414571" name="connsiteX414"/>
                  <a:gd fmla="*/ 1856327 h 2472690" name="connsiteY414"/>
                  <a:gd fmla="*/ 2626614 w 4414571" name="connsiteX415"/>
                  <a:gd fmla="*/ 1850231 h 2472690" name="connsiteY415"/>
                  <a:gd fmla="*/ 2666524 w 4414571" name="connsiteX416"/>
                  <a:gd fmla="*/ 1829562 h 2472690" name="connsiteY416"/>
                  <a:gd fmla="*/ 2675477 w 4414571" name="connsiteX417"/>
                  <a:gd fmla="*/ 1832705 h 2472690" name="connsiteY417"/>
                  <a:gd fmla="*/ 2672524 w 4414571" name="connsiteX418"/>
                  <a:gd fmla="*/ 1841659 h 2472690" name="connsiteY418"/>
                  <a:gd fmla="*/ 2632520 w 4414571" name="connsiteX419"/>
                  <a:gd fmla="*/ 1862042 h 2472690" name="connsiteY419"/>
                  <a:gd fmla="*/ 2632329 w 4414571" name="connsiteX420"/>
                  <a:gd fmla="*/ 1862042 h 2472690" name="connsiteY420"/>
                  <a:gd fmla="*/ 2629472 w 4414571" name="connsiteX421"/>
                  <a:gd fmla="*/ 1862899 h 2472690" name="connsiteY421"/>
                  <a:gd fmla="*/ 1219486 w 4414571" name="connsiteX422"/>
                  <a:gd fmla="*/ 1851184 h 2472690" name="connsiteY422"/>
                  <a:gd fmla="*/ 1216152 w 4414571" name="connsiteX423"/>
                  <a:gd fmla="*/ 1850326 h 2472690" name="connsiteY423"/>
                  <a:gd fmla="*/ 1212818 w 4414571" name="connsiteX424"/>
                  <a:gd fmla="*/ 1844516 h 2472690" name="connsiteY424"/>
                  <a:gd fmla="*/ 1213961 w 4414571" name="connsiteX425"/>
                  <a:gd fmla="*/ 1841182 h 2472690" name="connsiteY425"/>
                  <a:gd fmla="*/ 1236821 w 4414571" name="connsiteX426"/>
                  <a:gd fmla="*/ 1802606 h 2472690" name="connsiteY426"/>
                  <a:gd fmla="*/ 1245965 w 4414571" name="connsiteX427"/>
                  <a:gd fmla="*/ 1800320 h 2472690" name="connsiteY427"/>
                  <a:gd fmla="*/ 1248251 w 4414571" name="connsiteX428"/>
                  <a:gd fmla="*/ 1809559 h 2472690" name="connsiteY428"/>
                  <a:gd fmla="*/ 1225391 w 4414571" name="connsiteX429"/>
                  <a:gd fmla="*/ 1848136 h 2472690" name="connsiteY429"/>
                  <a:gd fmla="*/ 1225201 w 4414571" name="connsiteX430"/>
                  <a:gd fmla="*/ 1848326 h 2472690" name="connsiteY430"/>
                  <a:gd fmla="*/ 1219486 w 4414571" name="connsiteX431"/>
                  <a:gd fmla="*/ 1851184 h 2472690" name="connsiteY431"/>
                  <a:gd fmla="*/ 1980819 w 4414571" name="connsiteX432"/>
                  <a:gd fmla="*/ 1843183 h 2472690" name="connsiteY432"/>
                  <a:gd fmla="*/ 1979676 w 4414571" name="connsiteX433"/>
                  <a:gd fmla="*/ 1843183 h 2472690" name="connsiteY433"/>
                  <a:gd fmla="*/ 1974056 w 4414571" name="connsiteX434"/>
                  <a:gd fmla="*/ 1835372 h 2472690" name="connsiteY434"/>
                  <a:gd fmla="*/ 1985105 w 4414571" name="connsiteX435"/>
                  <a:gd fmla="*/ 1796320 h 2472690" name="connsiteY435"/>
                  <a:gd fmla="*/ 1985296 w 4414571" name="connsiteX436"/>
                  <a:gd fmla="*/ 1795463 h 2472690" name="connsiteY436"/>
                  <a:gd fmla="*/ 1987487 w 4414571" name="connsiteX437"/>
                  <a:gd fmla="*/ 1790986 h 2472690" name="connsiteY437"/>
                  <a:gd fmla="*/ 1996249 w 4414571" name="connsiteX438"/>
                  <a:gd fmla="*/ 1787652 h 2472690" name="connsiteY438"/>
                  <a:gd fmla="*/ 2000250 w 4414571" name="connsiteX439"/>
                  <a:gd fmla="*/ 1793748 h 2472690" name="connsiteY439"/>
                  <a:gd fmla="*/ 1999583 w 4414571" name="connsiteX440"/>
                  <a:gd fmla="*/ 1796701 h 2472690" name="connsiteY440"/>
                  <a:gd fmla="*/ 1997583 w 4414571" name="connsiteX441"/>
                  <a:gd fmla="*/ 1801178 h 2472690" name="connsiteY441"/>
                  <a:gd fmla="*/ 1997107 w 4414571" name="connsiteX442"/>
                  <a:gd fmla="*/ 1801844 h 2472690" name="connsiteY442"/>
                  <a:gd fmla="*/ 1987201 w 4414571" name="connsiteX443"/>
                  <a:gd fmla="*/ 1837754 h 2472690" name="connsiteY443"/>
                  <a:gd fmla="*/ 1980819 w 4414571" name="connsiteX444"/>
                  <a:gd fmla="*/ 1843183 h 2472690" name="connsiteY444"/>
                  <a:gd fmla="*/ 2709577 w 4414571" name="connsiteX445"/>
                  <a:gd fmla="*/ 1822228 h 2472690" name="connsiteY445"/>
                  <a:gd fmla="*/ 2703481 w 4414571" name="connsiteX446"/>
                  <a:gd fmla="*/ 1818608 h 2472690" name="connsiteY446"/>
                  <a:gd fmla="*/ 2702814 w 4414571" name="connsiteX447"/>
                  <a:gd fmla="*/ 1815656 h 2472690" name="connsiteY447"/>
                  <a:gd fmla="*/ 2706624 w 4414571" name="connsiteX448"/>
                  <a:gd fmla="*/ 1809369 h 2472690" name="connsiteY448"/>
                  <a:gd fmla="*/ 2747010 w 4414571" name="connsiteX449"/>
                  <a:gd fmla="*/ 1789652 h 2472690" name="connsiteY449"/>
                  <a:gd fmla="*/ 2755964 w 4414571" name="connsiteX450"/>
                  <a:gd fmla="*/ 1792796 h 2472690" name="connsiteY450"/>
                  <a:gd fmla="*/ 2752820 w 4414571" name="connsiteX451"/>
                  <a:gd fmla="*/ 1801749 h 2472690" name="connsiteY451"/>
                  <a:gd fmla="*/ 2712434 w 4414571" name="connsiteX452"/>
                  <a:gd fmla="*/ 1821466 h 2472690" name="connsiteY452"/>
                  <a:gd fmla="*/ 2709577 w 4414571" name="connsiteX453"/>
                  <a:gd fmla="*/ 1822228 h 2472690" name="connsiteY453"/>
                  <a:gd fmla="*/ 136684 w 4414571" name="connsiteX454"/>
                  <a:gd fmla="*/ 1820704 h 2472690" name="connsiteY454"/>
                  <a:gd fmla="*/ 133350 w 4414571" name="connsiteX455"/>
                  <a:gd fmla="*/ 1819847 h 2472690" name="connsiteY455"/>
                  <a:gd fmla="*/ 130207 w 4414571" name="connsiteX456"/>
                  <a:gd fmla="*/ 1815846 h 2472690" name="connsiteY456"/>
                  <a:gd fmla="*/ 130683 w 4414571" name="connsiteX457"/>
                  <a:gd fmla="*/ 1810703 h 2472690" name="connsiteY457"/>
                  <a:gd fmla="*/ 153162 w 4414571" name="connsiteX458"/>
                  <a:gd fmla="*/ 1771840 h 2472690" name="connsiteY458"/>
                  <a:gd fmla="*/ 153162 w 4414571" name="connsiteX459"/>
                  <a:gd fmla="*/ 1771840 h 2472690" name="connsiteY459"/>
                  <a:gd fmla="*/ 162401 w 4414571" name="connsiteX460"/>
                  <a:gd fmla="*/ 1769364 h 2472690" name="connsiteY460"/>
                  <a:gd fmla="*/ 165735 w 4414571" name="connsiteX461"/>
                  <a:gd fmla="*/ 1774984 h 2472690" name="connsiteY461"/>
                  <a:gd fmla="*/ 164878 w 4414571" name="connsiteX462"/>
                  <a:gd fmla="*/ 1778603 h 2472690" name="connsiteY462"/>
                  <a:gd fmla="*/ 142684 w 4414571" name="connsiteX463"/>
                  <a:gd fmla="*/ 1817465 h 2472690" name="connsiteY463"/>
                  <a:gd fmla="*/ 136684 w 4414571" name="connsiteX464"/>
                  <a:gd fmla="*/ 1820704 h 2472690" name="connsiteY464"/>
                  <a:gd fmla="*/ 4391787 w 4414571" name="connsiteX465"/>
                  <a:gd fmla="*/ 1814608 h 2472690" name="connsiteY465"/>
                  <a:gd fmla="*/ 4389120 w 4414571" name="connsiteX466"/>
                  <a:gd fmla="*/ 1813941 h 2472690" name="connsiteY466"/>
                  <a:gd fmla="*/ 4385501 w 4414571" name="connsiteX467"/>
                  <a:gd fmla="*/ 1810131 h 2472690" name="connsiteY467"/>
                  <a:gd fmla="*/ 4385787 w 4414571" name="connsiteX468"/>
                  <a:gd fmla="*/ 1805178 h 2472690" name="connsiteY468"/>
                  <a:gd fmla="*/ 4398836 w 4414571" name="connsiteX469"/>
                  <a:gd fmla="*/ 1763839 h 2472690" name="connsiteY469"/>
                  <a:gd fmla="*/ 4406646 w 4414571" name="connsiteX470"/>
                  <a:gd fmla="*/ 1758410 h 2472690" name="connsiteY470"/>
                  <a:gd fmla="*/ 4412076 w 4414571" name="connsiteX471"/>
                  <a:gd fmla="*/ 1764887 h 2472690" name="connsiteY471"/>
                  <a:gd fmla="*/ 4412076 w 4414571" name="connsiteX472"/>
                  <a:gd fmla="*/ 1766221 h 2472690" name="connsiteY472"/>
                  <a:gd fmla="*/ 4397978 w 4414571" name="connsiteX473"/>
                  <a:gd fmla="*/ 1810417 h 2472690" name="connsiteY473"/>
                  <a:gd fmla="*/ 4391787 w 4414571" name="connsiteX474"/>
                  <a:gd fmla="*/ 1814608 h 2472690" name="connsiteY474"/>
                  <a:gd fmla="*/ 2790349 w 4414571" name="connsiteX475"/>
                  <a:gd fmla="*/ 1783175 h 2472690" name="connsiteY475"/>
                  <a:gd fmla="*/ 2784253 w 4414571" name="connsiteX476"/>
                  <a:gd fmla="*/ 1779365 h 2472690" name="connsiteY476"/>
                  <a:gd fmla="*/ 2783586 w 4414571" name="connsiteX477"/>
                  <a:gd fmla="*/ 1776413 h 2472690" name="connsiteY477"/>
                  <a:gd fmla="*/ 2787587 w 4414571" name="connsiteX478"/>
                  <a:gd fmla="*/ 1770316 h 2472690" name="connsiteY478"/>
                  <a:gd fmla="*/ 2828163 w 4414571" name="connsiteX479"/>
                  <a:gd fmla="*/ 1751457 h 2472690" name="connsiteY479"/>
                  <a:gd fmla="*/ 2837116 w 4414571" name="connsiteX480"/>
                  <a:gd fmla="*/ 1754791 h 2472690" name="connsiteY480"/>
                  <a:gd fmla="*/ 2837307 w 4414571" name="connsiteX481"/>
                  <a:gd fmla="*/ 1759934 h 2472690" name="connsiteY481"/>
                  <a:gd fmla="*/ 2833688 w 4414571" name="connsiteX482"/>
                  <a:gd fmla="*/ 1763554 h 2472690" name="connsiteY482"/>
                  <a:gd fmla="*/ 2793111 w 4414571" name="connsiteX483"/>
                  <a:gd fmla="*/ 1782413 h 2472690" name="connsiteY483"/>
                  <a:gd fmla="*/ 2792921 w 4414571" name="connsiteX484"/>
                  <a:gd fmla="*/ 1782604 h 2472690" name="connsiteY484"/>
                  <a:gd fmla="*/ 2790349 w 4414571" name="connsiteX485"/>
                  <a:gd fmla="*/ 1783175 h 2472690" name="connsiteY485"/>
                  <a:gd fmla="*/ 1264825 w 4414571" name="connsiteX486"/>
                  <a:gd fmla="*/ 1773746 h 2472690" name="connsiteY486"/>
                  <a:gd fmla="*/ 1261491 w 4414571" name="connsiteX487"/>
                  <a:gd fmla="*/ 1772888 h 2472690" name="connsiteY487"/>
                  <a:gd fmla="*/ 1258157 w 4414571" name="connsiteX488"/>
                  <a:gd fmla="*/ 1766792 h 2472690" name="connsiteY488"/>
                  <a:gd fmla="*/ 1259014 w 4414571" name="connsiteX489"/>
                  <a:gd fmla="*/ 1763839 h 2472690" name="connsiteY489"/>
                  <a:gd fmla="*/ 1259014 w 4414571" name="connsiteX490"/>
                  <a:gd fmla="*/ 1763649 h 2472690" name="connsiteY490"/>
                  <a:gd fmla="*/ 1259491 w 4414571" name="connsiteX491"/>
                  <a:gd fmla="*/ 1762982 h 2472690" name="connsiteY491"/>
                  <a:gd fmla="*/ 1280541 w 4414571" name="connsiteX492"/>
                  <a:gd fmla="*/ 1724597 h 2472690" name="connsiteY492"/>
                  <a:gd fmla="*/ 1289780 w 4414571" name="connsiteX493"/>
                  <a:gd fmla="*/ 1721930 h 2472690" name="connsiteY493"/>
                  <a:gd fmla="*/ 1292923 w 4414571" name="connsiteX494"/>
                  <a:gd fmla="*/ 1725930 h 2472690" name="connsiteY494"/>
                  <a:gd fmla="*/ 1292447 w 4414571" name="connsiteX495"/>
                  <a:gd fmla="*/ 1731073 h 2472690" name="connsiteY495"/>
                  <a:gd fmla="*/ 1270635 w 4414571" name="connsiteX496"/>
                  <a:gd fmla="*/ 1770126 h 2472690" name="connsiteY496"/>
                  <a:gd fmla="*/ 1264825 w 4414571" name="connsiteX497"/>
                  <a:gd fmla="*/ 1773746 h 2472690" name="connsiteY497"/>
                  <a:gd fmla="*/ 2013775 w 4414571" name="connsiteX498"/>
                  <a:gd fmla="*/ 1760125 h 2472690" name="connsiteY498"/>
                  <a:gd fmla="*/ 2010442 w 4414571" name="connsiteX499"/>
                  <a:gd fmla="*/ 1759267 h 2472690" name="connsiteY499"/>
                  <a:gd fmla="*/ 2007298 w 4414571" name="connsiteX500"/>
                  <a:gd fmla="*/ 1755457 h 2472690" name="connsiteY500"/>
                  <a:gd fmla="*/ 2007775 w 4414571" name="connsiteX501"/>
                  <a:gd fmla="*/ 1750314 h 2472690" name="connsiteY501"/>
                  <a:gd fmla="*/ 2029968 w 4414571" name="connsiteX502"/>
                  <a:gd fmla="*/ 1711071 h 2472690" name="connsiteY502"/>
                  <a:gd fmla="*/ 2039207 w 4414571" name="connsiteX503"/>
                  <a:gd fmla="*/ 1708595 h 2472690" name="connsiteY503"/>
                  <a:gd fmla="*/ 2042541 w 4414571" name="connsiteX504"/>
                  <a:gd fmla="*/ 1714214 h 2472690" name="connsiteY504"/>
                  <a:gd fmla="*/ 2041684 w 4414571" name="connsiteX505"/>
                  <a:gd fmla="*/ 1717834 h 2472690" name="connsiteY505"/>
                  <a:gd fmla="*/ 2019681 w 4414571" name="connsiteX506"/>
                  <a:gd fmla="*/ 1756696 h 2472690" name="connsiteY506"/>
                  <a:gd fmla="*/ 2013775 w 4414571" name="connsiteX507"/>
                  <a:gd fmla="*/ 1760125 h 2472690" name="connsiteY507"/>
                  <a:gd fmla="*/ 2872073 w 4414571" name="connsiteX508"/>
                  <a:gd fmla="*/ 1745932 h 2472690" name="connsiteY508"/>
                  <a:gd fmla="*/ 2865787 w 4414571" name="connsiteX509"/>
                  <a:gd fmla="*/ 1741932 h 2472690" name="connsiteY509"/>
                  <a:gd fmla="*/ 2865311 w 4414571" name="connsiteX510"/>
                  <a:gd fmla="*/ 1739456 h 2472690" name="connsiteY510"/>
                  <a:gd fmla="*/ 2869311 w 4414571" name="connsiteX511"/>
                  <a:gd fmla="*/ 1733169 h 2472690" name="connsiteY511"/>
                  <a:gd fmla="*/ 2910364 w 4414571" name="connsiteX512"/>
                  <a:gd fmla="*/ 1714976 h 2472690" name="connsiteY512"/>
                  <a:gd fmla="*/ 2919317 w 4414571" name="connsiteX513"/>
                  <a:gd fmla="*/ 1718596 h 2472690" name="connsiteY513"/>
                  <a:gd fmla="*/ 2919317 w 4414571" name="connsiteX514"/>
                  <a:gd fmla="*/ 1723739 h 2472690" name="connsiteY514"/>
                  <a:gd fmla="*/ 2915698 w 4414571" name="connsiteX515"/>
                  <a:gd fmla="*/ 1727549 h 2472690" name="connsiteY515"/>
                  <a:gd fmla="*/ 2874645 w 4414571" name="connsiteX516"/>
                  <a:gd fmla="*/ 1745266 h 2472690" name="connsiteY516"/>
                  <a:gd fmla="*/ 2872073 w 4414571" name="connsiteX517"/>
                  <a:gd fmla="*/ 1745932 h 2472690" name="connsiteY517"/>
                  <a:gd fmla="*/ 182309 w 4414571" name="connsiteX518"/>
                  <a:gd fmla="*/ 1743265 h 2472690" name="connsiteY518"/>
                  <a:gd fmla="*/ 178689 w 4414571" name="connsiteX519"/>
                  <a:gd fmla="*/ 1742408 h 2472690" name="connsiteY519"/>
                  <a:gd fmla="*/ 176498 w 4414571" name="connsiteX520"/>
                  <a:gd fmla="*/ 1733169 h 2472690" name="connsiteY520"/>
                  <a:gd fmla="*/ 200311 w 4414571" name="connsiteX521"/>
                  <a:gd fmla="*/ 1694974 h 2472690" name="connsiteY521"/>
                  <a:gd fmla="*/ 200501 w 4414571" name="connsiteX522"/>
                  <a:gd fmla="*/ 1694783 h 2472690" name="connsiteY522"/>
                  <a:gd fmla="*/ 209740 w 4414571" name="connsiteX523"/>
                  <a:gd fmla="*/ 1692783 h 2472690" name="connsiteY523"/>
                  <a:gd fmla="*/ 212884 w 4414571" name="connsiteX524"/>
                  <a:gd fmla="*/ 1698879 h 2472690" name="connsiteY524"/>
                  <a:gd fmla="*/ 211741 w 4414571" name="connsiteX525"/>
                  <a:gd fmla="*/ 1702213 h 2472690" name="connsiteY525"/>
                  <a:gd fmla="*/ 187928 w 4414571" name="connsiteX526"/>
                  <a:gd fmla="*/ 1740122 h 2472690" name="connsiteY526"/>
                  <a:gd fmla="*/ 182309 w 4414571" name="connsiteX527"/>
                  <a:gd fmla="*/ 1743265 h 2472690" name="connsiteY527"/>
                  <a:gd fmla="*/ 4407789 w 4414571" name="connsiteX528"/>
                  <a:gd fmla="*/ 1727359 h 2472690" name="connsiteY528"/>
                  <a:gd fmla="*/ 4401026 w 4414571" name="connsiteX529"/>
                  <a:gd fmla="*/ 1721072 h 2472690" name="connsiteY529"/>
                  <a:gd fmla="*/ 4391406 w 4414571" name="connsiteX530"/>
                  <a:gd fmla="*/ 1679543 h 2472690" name="connsiteY530"/>
                  <a:gd fmla="*/ 4390930 w 4414571" name="connsiteX531"/>
                  <a:gd fmla="*/ 1676876 h 2472690" name="connsiteY531"/>
                  <a:gd fmla="*/ 4395216 w 4414571" name="connsiteX532"/>
                  <a:gd fmla="*/ 1670780 h 2472690" name="connsiteY532"/>
                  <a:gd fmla="*/ 4403979 w 4414571" name="connsiteX533"/>
                  <a:gd fmla="*/ 1674400 h 2472690" name="connsiteY533"/>
                  <a:gd fmla="*/ 4414552 w 4414571" name="connsiteX534"/>
                  <a:gd fmla="*/ 1719929 h 2472690" name="connsiteY534"/>
                  <a:gd fmla="*/ 4408456 w 4414571" name="connsiteX535"/>
                  <a:gd fmla="*/ 1727359 h 2472690" name="connsiteY535"/>
                  <a:gd fmla="*/ 4407789 w 4414571" name="connsiteX536"/>
                  <a:gd fmla="*/ 1727359 h 2472690" name="connsiteY536"/>
                  <a:gd fmla="*/ 2954655 w 4414571" name="connsiteX537"/>
                  <a:gd fmla="*/ 1710690 h 2472690" name="connsiteY537"/>
                  <a:gd fmla="*/ 2948368 w 4414571" name="connsiteX538"/>
                  <a:gd fmla="*/ 1706404 h 2472690" name="connsiteY538"/>
                  <a:gd fmla="*/ 2947892 w 4414571" name="connsiteX539"/>
                  <a:gd fmla="*/ 1703737 h 2472690" name="connsiteY539"/>
                  <a:gd fmla="*/ 2951988 w 4414571" name="connsiteX540"/>
                  <a:gd fmla="*/ 1697641 h 2472690" name="connsiteY540"/>
                  <a:gd fmla="*/ 2993708 w 4414571" name="connsiteX541"/>
                  <a:gd fmla="*/ 1680781 h 2472690" name="connsiteY541"/>
                  <a:gd fmla="*/ 3002470 w 4414571" name="connsiteX542"/>
                  <a:gd fmla="*/ 1684591 h 2472690" name="connsiteY542"/>
                  <a:gd fmla="*/ 2998661 w 4414571" name="connsiteX543"/>
                  <a:gd fmla="*/ 1693355 h 2472690" name="connsiteY543"/>
                  <a:gd fmla="*/ 2957132 w 4414571" name="connsiteX544"/>
                  <a:gd fmla="*/ 1709928 h 2472690" name="connsiteY544"/>
                  <a:gd fmla="*/ 2954655 w 4414571" name="connsiteX545"/>
                  <a:gd fmla="*/ 1710690 h 2472690" name="connsiteY545"/>
                  <a:gd fmla="*/ 1307687 w 4414571" name="connsiteX546"/>
                  <a:gd fmla="*/ 1694974 h 2472690" name="connsiteY546"/>
                  <a:gd fmla="*/ 1304544 w 4414571" name="connsiteX547"/>
                  <a:gd fmla="*/ 1694116 h 2472690" name="connsiteY547"/>
                  <a:gd fmla="*/ 1300924 w 4414571" name="connsiteX548"/>
                  <a:gd fmla="*/ 1688306 h 2472690" name="connsiteY548"/>
                  <a:gd fmla="*/ 1301591 w 4414571" name="connsiteX549"/>
                  <a:gd fmla="*/ 1685354 h 2472690" name="connsiteY549"/>
                  <a:gd fmla="*/ 1301591 w 4414571" name="connsiteX550"/>
                  <a:gd fmla="*/ 1685163 h 2472690" name="connsiteY550"/>
                  <a:gd fmla="*/ 1302067 w 4414571" name="connsiteX551"/>
                  <a:gd fmla="*/ 1684687 h 2472690" name="connsiteY551"/>
                  <a:gd fmla="*/ 1322261 w 4414571" name="connsiteX552"/>
                  <a:gd fmla="*/ 1645444 h 2472690" name="connsiteY552"/>
                  <a:gd fmla="*/ 1331214 w 4414571" name="connsiteX553"/>
                  <a:gd fmla="*/ 1642491 h 2472690" name="connsiteY553"/>
                  <a:gd fmla="*/ 1334357 w 4414571" name="connsiteX554"/>
                  <a:gd fmla="*/ 1651445 h 2472690" name="connsiteY554"/>
                  <a:gd fmla="*/ 1313498 w 4414571" name="connsiteX555"/>
                  <a:gd fmla="*/ 1691354 h 2472690" name="connsiteY555"/>
                  <a:gd fmla="*/ 1307687 w 4414571" name="connsiteX556"/>
                  <a:gd fmla="*/ 1694974 h 2472690" name="connsiteY556"/>
                  <a:gd fmla="*/ 2059114 w 4414571" name="connsiteX557"/>
                  <a:gd fmla="*/ 1682401 h 2472690" name="connsiteY557"/>
                  <a:gd fmla="*/ 2055495 w 4414571" name="connsiteX558"/>
                  <a:gd fmla="*/ 1681543 h 2472690" name="connsiteY558"/>
                  <a:gd fmla="*/ 2053304 w 4414571" name="connsiteX559"/>
                  <a:gd fmla="*/ 1672114 h 2472690" name="connsiteY559"/>
                  <a:gd fmla="*/ 2077307 w 4414571" name="connsiteX560"/>
                  <a:gd fmla="*/ 1633918 h 2472690" name="connsiteY560"/>
                  <a:gd fmla="*/ 2077593 w 4414571" name="connsiteX561"/>
                  <a:gd fmla="*/ 1633728 h 2472690" name="connsiteY561"/>
                  <a:gd fmla="*/ 2086737 w 4414571" name="connsiteX562"/>
                  <a:gd fmla="*/ 1631918 h 2472690" name="connsiteY562"/>
                  <a:gd fmla="*/ 2089690 w 4414571" name="connsiteX563"/>
                  <a:gd fmla="*/ 1637729 h 2472690" name="connsiteY563"/>
                  <a:gd fmla="*/ 2088832 w 4414571" name="connsiteX564"/>
                  <a:gd fmla="*/ 1641062 h 2472690" name="connsiteY564"/>
                  <a:gd fmla="*/ 2088832 w 4414571" name="connsiteX565"/>
                  <a:gd fmla="*/ 1641253 h 2472690" name="connsiteY565"/>
                  <a:gd fmla="*/ 2088356 w 4414571" name="connsiteX566"/>
                  <a:gd fmla="*/ 1641729 h 2472690" name="connsiteY566"/>
                  <a:gd fmla="*/ 2064830 w 4414571" name="connsiteX567"/>
                  <a:gd fmla="*/ 1679257 h 2472690" name="connsiteY567"/>
                  <a:gd fmla="*/ 2059114 w 4414571" name="connsiteX568"/>
                  <a:gd fmla="*/ 1682401 h 2472690" name="connsiteY568"/>
                  <a:gd fmla="*/ 3038189 w 4414571" name="connsiteX569"/>
                  <a:gd fmla="*/ 1677924 h 2472690" name="connsiteY569"/>
                  <a:gd fmla="*/ 3031903 w 4414571" name="connsiteX570"/>
                  <a:gd fmla="*/ 1673447 h 2472690" name="connsiteY570"/>
                  <a:gd fmla="*/ 3031427 w 4414571" name="connsiteX571"/>
                  <a:gd fmla="*/ 1671161 h 2472690" name="connsiteY571"/>
                  <a:gd fmla="*/ 3035713 w 4414571" name="connsiteX572"/>
                  <a:gd fmla="*/ 1664684 h 2472690" name="connsiteY572"/>
                  <a:gd fmla="*/ 3077909 w 4414571" name="connsiteX573"/>
                  <a:gd fmla="*/ 1649444 h 2472690" name="connsiteY573"/>
                  <a:gd fmla="*/ 3086672 w 4414571" name="connsiteX574"/>
                  <a:gd fmla="*/ 1653445 h 2472690" name="connsiteY574"/>
                  <a:gd fmla="*/ 3086386 w 4414571" name="connsiteX575"/>
                  <a:gd fmla="*/ 1658588 h 2472690" name="connsiteY575"/>
                  <a:gd fmla="*/ 3082576 w 4414571" name="connsiteX576"/>
                  <a:gd fmla="*/ 1661922 h 2472690" name="connsiteY576"/>
                  <a:gd fmla="*/ 3040380 w 4414571" name="connsiteX577"/>
                  <a:gd fmla="*/ 1677448 h 2472690" name="connsiteY577"/>
                  <a:gd fmla="*/ 3038189 w 4414571" name="connsiteX578"/>
                  <a:gd fmla="*/ 1677924 h 2472690" name="connsiteY578"/>
                  <a:gd fmla="*/ 230505 w 4414571" name="connsiteX579"/>
                  <a:gd fmla="*/ 1667637 h 2472690" name="connsiteY579"/>
                  <a:gd fmla="*/ 226695 w 4414571" name="connsiteX580"/>
                  <a:gd fmla="*/ 1666494 h 2472690" name="connsiteY580"/>
                  <a:gd fmla="*/ 224885 w 4414571" name="connsiteX581"/>
                  <a:gd fmla="*/ 1657064 h 2472690" name="connsiteY581"/>
                  <a:gd fmla="*/ 249746 w 4414571" name="connsiteX582"/>
                  <a:gd fmla="*/ 1619822 h 2472690" name="connsiteY582"/>
                  <a:gd fmla="*/ 259175 w 4414571" name="connsiteX583"/>
                  <a:gd fmla="*/ 1618012 h 2472690" name="connsiteY583"/>
                  <a:gd fmla="*/ 262128 w 4414571" name="connsiteX584"/>
                  <a:gd fmla="*/ 1623631 h 2472690" name="connsiteY584"/>
                  <a:gd fmla="*/ 260985 w 4414571" name="connsiteX585"/>
                  <a:gd fmla="*/ 1627441 h 2472690" name="connsiteY585"/>
                  <a:gd fmla="*/ 236125 w 4414571" name="connsiteX586"/>
                  <a:gd fmla="*/ 1664494 h 2472690" name="connsiteY586"/>
                  <a:gd fmla="*/ 230505 w 4414571" name="connsiteX587"/>
                  <a:gd fmla="*/ 1667637 h 2472690" name="connsiteY587"/>
                  <a:gd fmla="*/ 3122581 w 4414571" name="connsiteX588"/>
                  <a:gd fmla="*/ 1647634 h 2472690" name="connsiteY588"/>
                  <a:gd fmla="*/ 3116294 w 4414571" name="connsiteX589"/>
                  <a:gd fmla="*/ 1643158 h 2472690" name="connsiteY589"/>
                  <a:gd fmla="*/ 3115818 w 4414571" name="connsiteX590"/>
                  <a:gd fmla="*/ 1641157 h 2472690" name="connsiteY590"/>
                  <a:gd fmla="*/ 3120295 w 4414571" name="connsiteX591"/>
                  <a:gd fmla="*/ 1634681 h 2472690" name="connsiteY591"/>
                  <a:gd fmla="*/ 3163157 w 4414571" name="connsiteX592"/>
                  <a:gd fmla="*/ 1620488 h 2472690" name="connsiteY592"/>
                  <a:gd fmla="*/ 3171444 w 4414571" name="connsiteX593"/>
                  <a:gd fmla="*/ 1624774 h 2472690" name="connsiteY593"/>
                  <a:gd fmla="*/ 3170968 w 4414571" name="connsiteX594"/>
                  <a:gd fmla="*/ 1629918 h 2472690" name="connsiteY594"/>
                  <a:gd fmla="*/ 3167158 w 4414571" name="connsiteX595"/>
                  <a:gd fmla="*/ 1633252 h 2472690" name="connsiteY595"/>
                  <a:gd fmla="*/ 3124676 w 4414571" name="connsiteX596"/>
                  <a:gd fmla="*/ 1647349 h 2472690" name="connsiteY596"/>
                  <a:gd fmla="*/ 3124486 w 4414571" name="connsiteX597"/>
                  <a:gd fmla="*/ 1647349 h 2472690" name="connsiteY597"/>
                  <a:gd fmla="*/ 3122581 w 4414571" name="connsiteX598"/>
                  <a:gd fmla="*/ 1647634 h 2472690" name="connsiteY598"/>
                  <a:gd fmla="*/ 4375213 w 4414571" name="connsiteX599"/>
                  <a:gd fmla="*/ 1644967 h 2472690" name="connsiteY599"/>
                  <a:gd fmla="*/ 4370070 w 4414571" name="connsiteX600"/>
                  <a:gd fmla="*/ 1642491 h 2472690" name="connsiteY600"/>
                  <a:gd fmla="*/ 4339114 w 4414571" name="connsiteX601"/>
                  <a:gd fmla="*/ 1612392 h 2472690" name="connsiteY601"/>
                  <a:gd fmla="*/ 4336637 w 4414571" name="connsiteX602"/>
                  <a:gd fmla="*/ 1606963 h 2472690" name="connsiteY602"/>
                  <a:gd fmla="*/ 4337780 w 4414571" name="connsiteX603"/>
                  <a:gd fmla="*/ 1602962 h 2472690" name="connsiteY603"/>
                  <a:gd fmla="*/ 4347210 w 4414571" name="connsiteX604"/>
                  <a:gd fmla="*/ 1601629 h 2472690" name="connsiteY604"/>
                  <a:gd fmla="*/ 4380643 w 4414571" name="connsiteX605"/>
                  <a:gd fmla="*/ 1633918 h 2472690" name="connsiteY605"/>
                  <a:gd fmla="*/ 4381976 w 4414571" name="connsiteX606"/>
                  <a:gd fmla="*/ 1638872 h 2472690" name="connsiteY606"/>
                  <a:gd fmla="*/ 4379500 w 4414571" name="connsiteX607"/>
                  <a:gd fmla="*/ 1643348 h 2472690" name="connsiteY607"/>
                  <a:gd fmla="*/ 4375213 w 4414571" name="connsiteX608"/>
                  <a:gd fmla="*/ 1644967 h 2472690" name="connsiteY608"/>
                  <a:gd fmla="*/ 3207829 w 4414571" name="connsiteX609"/>
                  <a:gd fmla="*/ 1620012 h 2472690" name="connsiteY609"/>
                  <a:gd fmla="*/ 3201543 w 4414571" name="connsiteX610"/>
                  <a:gd fmla="*/ 1615345 h 2472690" name="connsiteY610"/>
                  <a:gd fmla="*/ 3201067 w 4414571" name="connsiteX611"/>
                  <a:gd fmla="*/ 1613345 h 2472690" name="connsiteY611"/>
                  <a:gd fmla="*/ 3205734 w 4414571" name="connsiteX612"/>
                  <a:gd fmla="*/ 1607058 h 2472690" name="connsiteY612"/>
                  <a:gd fmla="*/ 3205925 w 4414571" name="connsiteX613"/>
                  <a:gd fmla="*/ 1607058 h 2472690" name="connsiteY613"/>
                  <a:gd fmla="*/ 3206401 w 4414571" name="connsiteX614"/>
                  <a:gd fmla="*/ 1606867 h 2472690" name="connsiteY614"/>
                  <a:gd fmla="*/ 3249073 w 4414571" name="connsiteX615"/>
                  <a:gd fmla="*/ 1594295 h 2472690" name="connsiteY615"/>
                  <a:gd fmla="*/ 3257359 w 4414571" name="connsiteX616"/>
                  <a:gd fmla="*/ 1598771 h 2472690" name="connsiteY616"/>
                  <a:gd fmla="*/ 3252692 w 4414571" name="connsiteX617"/>
                  <a:gd fmla="*/ 1607058 h 2472690" name="connsiteY617"/>
                  <a:gd fmla="*/ 3209830 w 4414571" name="connsiteX618"/>
                  <a:gd fmla="*/ 1619822 h 2472690" name="connsiteY618"/>
                  <a:gd fmla="*/ 3209639 w 4414571" name="connsiteX619"/>
                  <a:gd fmla="*/ 1619822 h 2472690" name="connsiteY619"/>
                  <a:gd fmla="*/ 3207829 w 4414571" name="connsiteX620"/>
                  <a:gd fmla="*/ 1620012 h 2472690" name="connsiteY620"/>
                  <a:gd fmla="*/ 1348549 w 4414571" name="connsiteX621"/>
                  <a:gd fmla="*/ 1614868 h 2472690" name="connsiteY621"/>
                  <a:gd fmla="*/ 1345406 w 4414571" name="connsiteX622"/>
                  <a:gd fmla="*/ 1614202 h 2472690" name="connsiteY622"/>
                  <a:gd fmla="*/ 1341787 w 4414571" name="connsiteX623"/>
                  <a:gd fmla="*/ 1608106 h 2472690" name="connsiteY623"/>
                  <a:gd fmla="*/ 1342454 w 4414571" name="connsiteX624"/>
                  <a:gd fmla="*/ 1605153 h 2472690" name="connsiteY624"/>
                  <a:gd fmla="*/ 1361980 w 4414571" name="connsiteX625"/>
                  <a:gd fmla="*/ 1564767 h 2472690" name="connsiteY625"/>
                  <a:gd fmla="*/ 1370933 w 4414571" name="connsiteX626"/>
                  <a:gd fmla="*/ 1561624 h 2472690" name="connsiteY626"/>
                  <a:gd fmla="*/ 1374077 w 4414571" name="connsiteX627"/>
                  <a:gd fmla="*/ 1570577 h 2472690" name="connsiteY627"/>
                  <a:gd fmla="*/ 1354360 w 4414571" name="connsiteX628"/>
                  <a:gd fmla="*/ 1610963 h 2472690" name="connsiteY628"/>
                  <a:gd fmla="*/ 1348549 w 4414571" name="connsiteX629"/>
                  <a:gd fmla="*/ 1614868 h 2472690" name="connsiteY629"/>
                  <a:gd fmla="*/ 2107406 w 4414571" name="connsiteX630"/>
                  <a:gd fmla="*/ 1606582 h 2472690" name="connsiteY630"/>
                  <a:gd fmla="*/ 2103596 w 4414571" name="connsiteX631"/>
                  <a:gd fmla="*/ 1605439 h 2472690" name="connsiteY631"/>
                  <a:gd fmla="*/ 2101787 w 4414571" name="connsiteX632"/>
                  <a:gd fmla="*/ 1596199 h 2472690" name="connsiteY632"/>
                  <a:gd fmla="*/ 2126456 w 4414571" name="connsiteX633"/>
                  <a:gd fmla="*/ 1558481 h 2472690" name="connsiteY633"/>
                  <a:gd fmla="*/ 2135696 w 4414571" name="connsiteX634"/>
                  <a:gd fmla="*/ 1556671 h 2472690" name="connsiteY634"/>
                  <a:gd fmla="*/ 2138839 w 4414571" name="connsiteX635"/>
                  <a:gd fmla="*/ 1562100 h 2472690" name="connsiteY635"/>
                  <a:gd fmla="*/ 2137696 w 4414571" name="connsiteX636"/>
                  <a:gd fmla="*/ 1565910 h 2472690" name="connsiteY636"/>
                  <a:gd fmla="*/ 2113026 w 4414571" name="connsiteX637"/>
                  <a:gd fmla="*/ 1603439 h 2472690" name="connsiteY637"/>
                  <a:gd fmla="*/ 2107406 w 4414571" name="connsiteX638"/>
                  <a:gd fmla="*/ 1606582 h 2472690" name="connsiteY638"/>
                  <a:gd fmla="*/ 3294316 w 4414571" name="connsiteX639"/>
                  <a:gd fmla="*/ 1595342 h 2472690" name="connsiteY639"/>
                  <a:gd fmla="*/ 3287554 w 4414571" name="connsiteX640"/>
                  <a:gd fmla="*/ 1590389 h 2472690" name="connsiteY640"/>
                  <a:gd fmla="*/ 3287554 w 4414571" name="connsiteX641"/>
                  <a:gd fmla="*/ 1588580 h 2472690" name="connsiteY641"/>
                  <a:gd fmla="*/ 3292507 w 4414571" name="connsiteX642"/>
                  <a:gd fmla="*/ 1582103 h 2472690" name="connsiteY642"/>
                  <a:gd fmla="*/ 3336036 w 4414571" name="connsiteX643"/>
                  <a:gd fmla="*/ 1570673 h 2472690" name="connsiteY643"/>
                  <a:gd fmla="*/ 3344132 w 4414571" name="connsiteX644"/>
                  <a:gd fmla="*/ 1575625 h 2472690" name="connsiteY644"/>
                  <a:gd fmla="*/ 3343466 w 4414571" name="connsiteX645"/>
                  <a:gd fmla="*/ 1580579 h 2472690" name="connsiteY645"/>
                  <a:gd fmla="*/ 3339179 w 4414571" name="connsiteX646"/>
                  <a:gd fmla="*/ 1583722 h 2472690" name="connsiteY646"/>
                  <a:gd fmla="*/ 3295841 w 4414571" name="connsiteX647"/>
                  <a:gd fmla="*/ 1595152 h 2472690" name="connsiteY647"/>
                  <a:gd fmla="*/ 3294316 w 4414571" name="connsiteX648"/>
                  <a:gd fmla="*/ 1595342 h 2472690" name="connsiteY648"/>
                  <a:gd fmla="*/ 281083 w 4414571" name="connsiteX649"/>
                  <a:gd fmla="*/ 1593342 h 2472690" name="connsiteY649"/>
                  <a:gd fmla="*/ 277273 w 4414571" name="connsiteX650"/>
                  <a:gd fmla="*/ 1592199 h 2472690" name="connsiteY650"/>
                  <a:gd fmla="*/ 274320 w 4414571" name="connsiteX651"/>
                  <a:gd fmla="*/ 1587722 h 2472690" name="connsiteY651"/>
                  <a:gd fmla="*/ 275463 w 4414571" name="connsiteX652"/>
                  <a:gd fmla="*/ 1582769 h 2472690" name="connsiteY652"/>
                  <a:gd fmla="*/ 301466 w 4414571" name="connsiteX653"/>
                  <a:gd fmla="*/ 1546003 h 2472690" name="connsiteY653"/>
                  <a:gd fmla="*/ 310896 w 4414571" name="connsiteX654"/>
                  <a:gd fmla="*/ 1544479 h 2472690" name="connsiteY654"/>
                  <a:gd fmla="*/ 313563 w 4414571" name="connsiteX655"/>
                  <a:gd fmla="*/ 1549813 h 2472690" name="connsiteY655"/>
                  <a:gd fmla="*/ 312420 w 4414571" name="connsiteX656"/>
                  <a:gd fmla="*/ 1553813 h 2472690" name="connsiteY656"/>
                  <a:gd fmla="*/ 286417 w 4414571" name="connsiteX657"/>
                  <a:gd fmla="*/ 1590389 h 2472690" name="connsiteY657"/>
                  <a:gd fmla="*/ 281083 w 4414571" name="connsiteX658"/>
                  <a:gd fmla="*/ 1593342 h 2472690" name="connsiteY658"/>
                  <a:gd fmla="*/ 4305396 w 4414571" name="connsiteX659"/>
                  <a:gd fmla="*/ 1589723 h 2472690" name="connsiteY659"/>
                  <a:gd fmla="*/ 4302061 w 4414571" name="connsiteX660"/>
                  <a:gd fmla="*/ 1588865 h 2472690" name="connsiteY660"/>
                  <a:gd fmla="*/ 4262533 w 4414571" name="connsiteX661"/>
                  <a:gd fmla="*/ 1568482 h 2472690" name="connsiteY661"/>
                  <a:gd fmla="*/ 4258723 w 4414571" name="connsiteX662"/>
                  <a:gd fmla="*/ 1562386 h 2472690" name="connsiteY662"/>
                  <a:gd fmla="*/ 4259390 w 4414571" name="connsiteX663"/>
                  <a:gd fmla="*/ 1559433 h 2472690" name="connsiteY663"/>
                  <a:gd fmla="*/ 4268343 w 4414571" name="connsiteX664"/>
                  <a:gd fmla="*/ 1556290 h 2472690" name="connsiteY664"/>
                  <a:gd fmla="*/ 4308538 w 4414571" name="connsiteX665"/>
                  <a:gd fmla="*/ 1577149 h 2472690" name="connsiteY665"/>
                  <a:gd fmla="*/ 4311206 w 4414571" name="connsiteX666"/>
                  <a:gd fmla="*/ 1586389 h 2472690" name="connsiteY666"/>
                  <a:gd fmla="*/ 4305396 w 4414571" name="connsiteX667"/>
                  <a:gd fmla="*/ 1589723 h 2472690" name="connsiteY667"/>
                  <a:gd fmla="*/ 3381089 w 4414571" name="connsiteX668"/>
                  <a:gd fmla="*/ 1573339 h 2472690" name="connsiteY668"/>
                  <a:gd fmla="*/ 3374612 w 4414571" name="connsiteX669"/>
                  <a:gd fmla="*/ 1567910 h 2472690" name="connsiteY669"/>
                  <a:gd fmla="*/ 3374327 w 4414571" name="connsiteX670"/>
                  <a:gd fmla="*/ 1566386 h 2472690" name="connsiteY670"/>
                  <a:gd fmla="*/ 3379470 w 4414571" name="connsiteX671"/>
                  <a:gd fmla="*/ 1559909 h 2472690" name="connsiteY671"/>
                  <a:gd fmla="*/ 3423475 w 4414571" name="connsiteX672"/>
                  <a:gd fmla="*/ 1550003 h 2472690" name="connsiteY672"/>
                  <a:gd fmla="*/ 3431572 w 4414571" name="connsiteX673"/>
                  <a:gd fmla="*/ 1555147 h 2472690" name="connsiteY673"/>
                  <a:gd fmla="*/ 3430715 w 4414571" name="connsiteX674"/>
                  <a:gd fmla="*/ 1560290 h 2472690" name="connsiteY674"/>
                  <a:gd fmla="*/ 3426428 w 4414571" name="connsiteX675"/>
                  <a:gd fmla="*/ 1563243 h 2472690" name="connsiteY675"/>
                  <a:gd fmla="*/ 3382613 w 4414571" name="connsiteX676"/>
                  <a:gd fmla="*/ 1573149 h 2472690" name="connsiteY676"/>
                  <a:gd fmla="*/ 3381089 w 4414571" name="connsiteX677"/>
                  <a:gd fmla="*/ 1573339 h 2472690" name="connsiteY677"/>
                  <a:gd fmla="*/ 3468910 w 4414571" name="connsiteX678"/>
                  <a:gd fmla="*/ 1554099 h 2472690" name="connsiteY678"/>
                  <a:gd fmla="*/ 3462433 w 4414571" name="connsiteX679"/>
                  <a:gd fmla="*/ 1548765 h 2472690" name="connsiteY679"/>
                  <a:gd fmla="*/ 3462242 w 4414571" name="connsiteX680"/>
                  <a:gd fmla="*/ 1547431 h 2472690" name="connsiteY680"/>
                  <a:gd fmla="*/ 3467672 w 4414571" name="connsiteX681"/>
                  <a:gd fmla="*/ 1540955 h 2472690" name="connsiteY681"/>
                  <a:gd fmla="*/ 3511868 w 4414571" name="connsiteX682"/>
                  <a:gd fmla="*/ 1532382 h 2472690" name="connsiteY682"/>
                  <a:gd fmla="*/ 3519773 w 4414571" name="connsiteX683"/>
                  <a:gd fmla="*/ 1538002 h 2472690" name="connsiteY683"/>
                  <a:gd fmla="*/ 3518916 w 4414571" name="connsiteX684"/>
                  <a:gd fmla="*/ 1542955 h 2472690" name="connsiteY684"/>
                  <a:gd fmla="*/ 3514439 w 4414571" name="connsiteX685"/>
                  <a:gd fmla="*/ 1545907 h 2472690" name="connsiteY685"/>
                  <a:gd fmla="*/ 3470434 w 4414571" name="connsiteX686"/>
                  <a:gd fmla="*/ 1554194 h 2472690" name="connsiteY686"/>
                  <a:gd fmla="*/ 3470244 w 4414571" name="connsiteX687"/>
                  <a:gd fmla="*/ 1554194 h 2472690" name="connsiteY687"/>
                  <a:gd fmla="*/ 3468910 w 4414571" name="connsiteX688"/>
                  <a:gd fmla="*/ 1554099 h 2472690" name="connsiteY688"/>
                  <a:gd fmla="*/ 4224433 w 4414571" name="connsiteX689"/>
                  <a:gd fmla="*/ 1550670 h 2472690" name="connsiteY689"/>
                  <a:gd fmla="*/ 4221956 w 4414571" name="connsiteX690"/>
                  <a:gd fmla="*/ 1550194 h 2472690" name="connsiteY690"/>
                  <a:gd fmla="*/ 4213003 w 4414571" name="connsiteX691"/>
                  <a:gd fmla="*/ 1546574 h 2472690" name="connsiteY691"/>
                  <a:gd fmla="*/ 4211193 w 4414571" name="connsiteX692"/>
                  <a:gd fmla="*/ 1545717 h 2472690" name="connsiteY692"/>
                  <a:gd fmla="*/ 4180428 w 4414571" name="connsiteX693"/>
                  <a:gd fmla="*/ 1534954 h 2472690" name="connsiteY693"/>
                  <a:gd fmla="*/ 4180428 w 4414571" name="connsiteX694"/>
                  <a:gd fmla="*/ 1534954 h 2472690" name="connsiteY694"/>
                  <a:gd fmla="*/ 4175760 w 4414571" name="connsiteX695"/>
                  <a:gd fmla="*/ 1528477 h 2472690" name="connsiteY695"/>
                  <a:gd fmla="*/ 4175950 w 4414571" name="connsiteX696"/>
                  <a:gd fmla="*/ 1526667 h 2472690" name="connsiteY696"/>
                  <a:gd fmla="*/ 4184237 w 4414571" name="connsiteX697"/>
                  <a:gd fmla="*/ 1522000 h 2472690" name="connsiteY697"/>
                  <a:gd fmla="*/ 4184428 w 4414571" name="connsiteX698"/>
                  <a:gd fmla="*/ 1522000 h 2472690" name="connsiteY698"/>
                  <a:gd fmla="*/ 4184713 w 4414571" name="connsiteX699"/>
                  <a:gd fmla="*/ 1522190 h 2472690" name="connsiteY699"/>
                  <a:gd fmla="*/ 4216336 w 4414571" name="connsiteX700"/>
                  <a:gd fmla="*/ 1533430 h 2472690" name="connsiteY700"/>
                  <a:gd fmla="*/ 4218337 w 4414571" name="connsiteX701"/>
                  <a:gd fmla="*/ 1534097 h 2472690" name="connsiteY701"/>
                  <a:gd fmla="*/ 4227100 w 4414571" name="connsiteX702"/>
                  <a:gd fmla="*/ 1537906 h 2472690" name="connsiteY702"/>
                  <a:gd fmla="*/ 4230719 w 4414571" name="connsiteX703"/>
                  <a:gd fmla="*/ 1541526 h 2472690" name="connsiteY703"/>
                  <a:gd fmla="*/ 4230719 w 4414571" name="connsiteX704"/>
                  <a:gd fmla="*/ 1546670 h 2472690" name="connsiteY704"/>
                  <a:gd fmla="*/ 4224433 w 4414571" name="connsiteX705"/>
                  <a:gd fmla="*/ 1550670 h 2472690" name="connsiteY705"/>
                  <a:gd fmla="*/ 3557302 w 4414571" name="connsiteX706"/>
                  <a:gd fmla="*/ 1538097 h 2472690" name="connsiteY706"/>
                  <a:gd fmla="*/ 3550539 w 4414571" name="connsiteX707"/>
                  <a:gd fmla="*/ 1532477 h 2472690" name="connsiteY707"/>
                  <a:gd fmla="*/ 3550539 w 4414571" name="connsiteX708"/>
                  <a:gd fmla="*/ 1531334 h 2472690" name="connsiteY708"/>
                  <a:gd fmla="*/ 3556159 w 4414571" name="connsiteX709"/>
                  <a:gd fmla="*/ 1524572 h 2472690" name="connsiteY709"/>
                  <a:gd fmla="*/ 3600545 w 4414571" name="connsiteX710"/>
                  <a:gd fmla="*/ 1517809 h 2472690" name="connsiteY710"/>
                  <a:gd fmla="*/ 3608165 w 4414571" name="connsiteX711"/>
                  <a:gd fmla="*/ 1523619 h 2472690" name="connsiteY711"/>
                  <a:gd fmla="*/ 3607022 w 4414571" name="connsiteX712"/>
                  <a:gd fmla="*/ 1528572 h 2472690" name="connsiteY712"/>
                  <a:gd fmla="*/ 3602545 w 4414571" name="connsiteX713"/>
                  <a:gd fmla="*/ 1531048 h 2472690" name="connsiteY713"/>
                  <a:gd fmla="*/ 3558350 w 4414571" name="connsiteX714"/>
                  <a:gd fmla="*/ 1538002 h 2472690" name="connsiteY714"/>
                  <a:gd fmla="*/ 3557302 w 4414571" name="connsiteX715"/>
                  <a:gd fmla="*/ 1538097 h 2472690" name="connsiteY715"/>
                  <a:gd fmla="*/ 1387126 w 4414571" name="connsiteX716"/>
                  <a:gd fmla="*/ 1533811 h 2472690" name="connsiteY716"/>
                  <a:gd fmla="*/ 1384459 w 4414571" name="connsiteX717"/>
                  <a:gd fmla="*/ 1533144 h 2472690" name="connsiteY717"/>
                  <a:gd fmla="*/ 1380649 w 4414571" name="connsiteX718"/>
                  <a:gd fmla="*/ 1527048 h 2472690" name="connsiteY718"/>
                  <a:gd fmla="*/ 1381125 w 4414571" name="connsiteX719"/>
                  <a:gd fmla="*/ 1524381 h 2472690" name="connsiteY719"/>
                  <a:gd fmla="*/ 1381125 w 4414571" name="connsiteX720"/>
                  <a:gd fmla="*/ 1524190 h 2472690" name="connsiteY720"/>
                  <a:gd fmla="*/ 1381601 w 4414571" name="connsiteX721"/>
                  <a:gd fmla="*/ 1523524 h 2472690" name="connsiteY721"/>
                  <a:gd fmla="*/ 1399794 w 4414571" name="connsiteX722"/>
                  <a:gd fmla="*/ 1483328 h 2472690" name="connsiteY722"/>
                  <a:gd fmla="*/ 1408748 w 4414571" name="connsiteX723"/>
                  <a:gd fmla="*/ 1479995 h 2472690" name="connsiteY723"/>
                  <a:gd fmla="*/ 1412367 w 4414571" name="connsiteX724"/>
                  <a:gd fmla="*/ 1483805 h 2472690" name="connsiteY724"/>
                  <a:gd fmla="*/ 1412177 w 4414571" name="connsiteX725"/>
                  <a:gd fmla="*/ 1488948 h 2472690" name="connsiteY725"/>
                  <a:gd fmla="*/ 1393507 w 4414571" name="connsiteX726"/>
                  <a:gd fmla="*/ 1529810 h 2472690" name="connsiteY726"/>
                  <a:gd fmla="*/ 1393317 w 4414571" name="connsiteX727"/>
                  <a:gd fmla="*/ 1530001 h 2472690" name="connsiteY727"/>
                  <a:gd fmla="*/ 1387126 w 4414571" name="connsiteX728"/>
                  <a:gd fmla="*/ 1533811 h 2472690" name="connsiteY728"/>
                  <a:gd fmla="*/ 2156746 w 4414571" name="connsiteX729"/>
                  <a:gd fmla="*/ 1531430 h 2472690" name="connsiteY729"/>
                  <a:gd fmla="*/ 2152936 w 4414571" name="connsiteX730"/>
                  <a:gd fmla="*/ 1530287 h 2472690" name="connsiteY730"/>
                  <a:gd fmla="*/ 2150269 w 4414571" name="connsiteX731"/>
                  <a:gd fmla="*/ 1526000 h 2472690" name="connsiteY731"/>
                  <a:gd fmla="*/ 2151126 w 4414571" name="connsiteX732"/>
                  <a:gd fmla="*/ 1521047 h 2472690" name="connsiteY732"/>
                  <a:gd fmla="*/ 2176082 w 4414571" name="connsiteX733"/>
                  <a:gd fmla="*/ 1483805 h 2472690" name="connsiteY733"/>
                  <a:gd fmla="*/ 2176082 w 4414571" name="connsiteX734"/>
                  <a:gd fmla="*/ 1483614 h 2472690" name="connsiteY734"/>
                  <a:gd fmla="*/ 2185511 w 4414571" name="connsiteX735"/>
                  <a:gd fmla="*/ 1481804 h 2472690" name="connsiteY735"/>
                  <a:gd fmla="*/ 2188464 w 4414571" name="connsiteX736"/>
                  <a:gd fmla="*/ 1487424 h 2472690" name="connsiteY736"/>
                  <a:gd fmla="*/ 2187321 w 4414571" name="connsiteX737"/>
                  <a:gd fmla="*/ 1491234 h 2472690" name="connsiteY737"/>
                  <a:gd fmla="*/ 2173605 w 4414571" name="connsiteX738"/>
                  <a:gd fmla="*/ 1511617 h 2472690" name="connsiteY738"/>
                  <a:gd fmla="*/ 2162366 w 4414571" name="connsiteX739"/>
                  <a:gd fmla="*/ 1528477 h 2472690" name="connsiteY739"/>
                  <a:gd fmla="*/ 2156746 w 4414571" name="connsiteX740"/>
                  <a:gd fmla="*/ 1531430 h 2472690" name="connsiteY740"/>
                  <a:gd fmla="*/ 3646170 w 4414571" name="connsiteX741"/>
                  <a:gd fmla="*/ 1525333 h 2472690" name="connsiteY741"/>
                  <a:gd fmla="*/ 3639407 w 4414571" name="connsiteX742"/>
                  <a:gd fmla="*/ 1519523 h 2472690" name="connsiteY742"/>
                  <a:gd fmla="*/ 3639407 w 4414571" name="connsiteX743"/>
                  <a:gd fmla="*/ 1518856 h 2472690" name="connsiteY743"/>
                  <a:gd fmla="*/ 3645218 w 4414571" name="connsiteX744"/>
                  <a:gd fmla="*/ 1511903 h 2472690" name="connsiteY744"/>
                  <a:gd fmla="*/ 3689890 w 4414571" name="connsiteX745"/>
                  <a:gd fmla="*/ 1506950 h 2472690" name="connsiteY745"/>
                  <a:gd fmla="*/ 3697319 w 4414571" name="connsiteX746"/>
                  <a:gd fmla="*/ 1512760 h 2472690" name="connsiteY746"/>
                  <a:gd fmla="*/ 3691509 w 4414571" name="connsiteX747"/>
                  <a:gd fmla="*/ 1520190 h 2472690" name="connsiteY747"/>
                  <a:gd fmla="*/ 3647123 w 4414571" name="connsiteX748"/>
                  <a:gd fmla="*/ 1525333 h 2472690" name="connsiteY748"/>
                  <a:gd fmla="*/ 3646170 w 4414571" name="connsiteX749"/>
                  <a:gd fmla="*/ 1525333 h 2472690" name="connsiteY749"/>
                  <a:gd fmla="*/ 4138613 w 4414571" name="connsiteX750"/>
                  <a:gd fmla="*/ 1525333 h 2472690" name="connsiteY750"/>
                  <a:gd fmla="*/ 4137755 w 4414571" name="connsiteX751"/>
                  <a:gd fmla="*/ 1525143 h 2472690" name="connsiteY751"/>
                  <a:gd fmla="*/ 4132993 w 4414571" name="connsiteX752"/>
                  <a:gd fmla="*/ 1524476 h 2472690" name="connsiteY752"/>
                  <a:gd fmla="*/ 4093274 w 4414571" name="connsiteX753"/>
                  <a:gd fmla="*/ 1519523 h 2472690" name="connsiteY753"/>
                  <a:gd fmla="*/ 4087463 w 4414571" name="connsiteX754"/>
                  <a:gd fmla="*/ 1512760 h 2472690" name="connsiteY754"/>
                  <a:gd fmla="*/ 4087463 w 4414571" name="connsiteX755"/>
                  <a:gd fmla="*/ 1512094 h 2472690" name="connsiteY755"/>
                  <a:gd fmla="*/ 4094893 w 4414571" name="connsiteX756"/>
                  <a:gd fmla="*/ 1506283 h 2472690" name="connsiteY756"/>
                  <a:gd fmla="*/ 4134802 w 4414571" name="connsiteX757"/>
                  <a:gd fmla="*/ 1511237 h 2472690" name="connsiteY757"/>
                  <a:gd fmla="*/ 4137470 w 4414571" name="connsiteX758"/>
                  <a:gd fmla="*/ 1511427 h 2472690" name="connsiteY758"/>
                  <a:gd fmla="*/ 4139756 w 4414571" name="connsiteX759"/>
                  <a:gd fmla="*/ 1511903 h 2472690" name="connsiteY759"/>
                  <a:gd fmla="*/ 4145376 w 4414571" name="connsiteX760"/>
                  <a:gd fmla="*/ 1519523 h 2472690" name="connsiteY760"/>
                  <a:gd fmla="*/ 4138613 w 4414571" name="connsiteX761"/>
                  <a:gd fmla="*/ 1525333 h 2472690" name="connsiteY761"/>
                  <a:gd fmla="*/ 333375 w 4414571" name="connsiteX762"/>
                  <a:gd fmla="*/ 1520190 h 2472690" name="connsiteY762"/>
                  <a:gd fmla="*/ 329279 w 4414571" name="connsiteX763"/>
                  <a:gd fmla="*/ 1519047 h 2472690" name="connsiteY763"/>
                  <a:gd fmla="*/ 326612 w 4414571" name="connsiteX764"/>
                  <a:gd fmla="*/ 1514570 h 2472690" name="connsiteY764"/>
                  <a:gd fmla="*/ 327946 w 4414571" name="connsiteX765"/>
                  <a:gd fmla="*/ 1509617 h 2472690" name="connsiteY765"/>
                  <a:gd fmla="*/ 354616 w 4414571" name="connsiteX766"/>
                  <a:gd fmla="*/ 1473517 h 2472690" name="connsiteY766"/>
                  <a:gd fmla="*/ 364046 w 4414571" name="connsiteX767"/>
                  <a:gd fmla="*/ 1471993 h 2472690" name="connsiteY767"/>
                  <a:gd fmla="*/ 366713 w 4414571" name="connsiteX768"/>
                  <a:gd fmla="*/ 1477328 h 2472690" name="connsiteY768"/>
                  <a:gd fmla="*/ 365379 w 4414571" name="connsiteX769"/>
                  <a:gd fmla="*/ 1481328 h 2472690" name="connsiteY769"/>
                  <a:gd fmla="*/ 338614 w 4414571" name="connsiteX770"/>
                  <a:gd fmla="*/ 1517428 h 2472690" name="connsiteY770"/>
                  <a:gd fmla="*/ 333375 w 4414571" name="connsiteX771"/>
                  <a:gd fmla="*/ 1520190 h 2472690" name="connsiteY771"/>
                  <a:gd fmla="*/ 3735515 w 4414571" name="connsiteX772"/>
                  <a:gd fmla="*/ 1516094 h 2472690" name="connsiteY772"/>
                  <a:gd fmla="*/ 3728752 w 4414571" name="connsiteX773"/>
                  <a:gd fmla="*/ 1509998 h 2472690" name="connsiteY773"/>
                  <a:gd fmla="*/ 3728752 w 4414571" name="connsiteX774"/>
                  <a:gd fmla="*/ 1509331 h 2472690" name="connsiteY774"/>
                  <a:gd fmla="*/ 3735038 w 4414571" name="connsiteX775"/>
                  <a:gd fmla="*/ 1502569 h 2472690" name="connsiteY775"/>
                  <a:gd fmla="*/ 3779901 w 4414571" name="connsiteX776"/>
                  <a:gd fmla="*/ 1499425 h 2472690" name="connsiteY776"/>
                  <a:gd fmla="*/ 3786854 w 4414571" name="connsiteX777"/>
                  <a:gd fmla="*/ 1505712 h 2472690" name="connsiteY777"/>
                  <a:gd fmla="*/ 3785330 w 4414571" name="connsiteX778"/>
                  <a:gd fmla="*/ 1510665 h 2472690" name="connsiteY778"/>
                  <a:gd fmla="*/ 3780663 w 4414571" name="connsiteX779"/>
                  <a:gd fmla="*/ 1512856 h 2472690" name="connsiteY779"/>
                  <a:gd fmla="*/ 3735991 w 4414571" name="connsiteX780"/>
                  <a:gd fmla="*/ 1515999 h 2472690" name="connsiteY780"/>
                  <a:gd fmla="*/ 3735515 w 4414571" name="connsiteX781"/>
                  <a:gd fmla="*/ 1516094 h 2472690" name="connsiteY781"/>
                  <a:gd fmla="*/ 4049554 w 4414571" name="connsiteX782"/>
                  <a:gd fmla="*/ 1515237 h 2472690" name="connsiteY782"/>
                  <a:gd fmla="*/ 4048887 w 4414571" name="connsiteX783"/>
                  <a:gd fmla="*/ 1515237 h 2472690" name="connsiteY783"/>
                  <a:gd fmla="*/ 4004500 w 4414571" name="connsiteX784"/>
                  <a:gd fmla="*/ 1512094 h 2472690" name="connsiteY784"/>
                  <a:gd fmla="*/ 3998024 w 4414571" name="connsiteX785"/>
                  <a:gd fmla="*/ 1505140 h 2472690" name="connsiteY785"/>
                  <a:gd fmla="*/ 3998024 w 4414571" name="connsiteX786"/>
                  <a:gd fmla="*/ 1504950 h 2472690" name="connsiteY786"/>
                  <a:gd fmla="*/ 4005167 w 4414571" name="connsiteX787"/>
                  <a:gd fmla="*/ 1498664 h 2472690" name="connsiteY787"/>
                  <a:gd fmla="*/ 4050030 w 4414571" name="connsiteX788"/>
                  <a:gd fmla="*/ 1501807 h 2472690" name="connsiteY788"/>
                  <a:gd fmla="*/ 4054697 w 4414571" name="connsiteX789"/>
                  <a:gd fmla="*/ 1504093 h 2472690" name="connsiteY789"/>
                  <a:gd fmla="*/ 4056221 w 4414571" name="connsiteX790"/>
                  <a:gd fmla="*/ 1509046 h 2472690" name="connsiteY790"/>
                  <a:gd fmla="*/ 4049554 w 4414571" name="connsiteX791"/>
                  <a:gd fmla="*/ 1515237 h 2472690" name="connsiteY791"/>
                  <a:gd fmla="*/ 3825335 w 4414571" name="connsiteX792"/>
                  <a:gd fmla="*/ 1510760 h 2472690" name="connsiteY792"/>
                  <a:gd fmla="*/ 3825335 w 4414571" name="connsiteX793"/>
                  <a:gd fmla="*/ 1510760 h 2472690" name="connsiteY793"/>
                  <a:gd fmla="*/ 3818573 w 4414571" name="connsiteX794"/>
                  <a:gd fmla="*/ 1504283 h 2472690" name="connsiteY794"/>
                  <a:gd fmla="*/ 3818573 w 4414571" name="connsiteX795"/>
                  <a:gd fmla="*/ 1503807 h 2472690" name="connsiteY795"/>
                  <a:gd fmla="*/ 3824859 w 4414571" name="connsiteX796"/>
                  <a:gd fmla="*/ 1497330 h 2472690" name="connsiteY796"/>
                  <a:gd fmla="*/ 3870008 w 4414571" name="connsiteX797"/>
                  <a:gd fmla="*/ 1495997 h 2472690" name="connsiteY797"/>
                  <a:gd fmla="*/ 3876770 w 4414571" name="connsiteX798"/>
                  <a:gd fmla="*/ 1502759 h 2472690" name="connsiteY798"/>
                  <a:gd fmla="*/ 3874961 w 4414571" name="connsiteX799"/>
                  <a:gd fmla="*/ 1507426 h 2472690" name="connsiteY799"/>
                  <a:gd fmla="*/ 3870294 w 4414571" name="connsiteX800"/>
                  <a:gd fmla="*/ 1509427 h 2472690" name="connsiteY800"/>
                  <a:gd fmla="*/ 3825621 w 4414571" name="connsiteX801"/>
                  <a:gd fmla="*/ 1510760 h 2472690" name="connsiteY801"/>
                  <a:gd fmla="*/ 3825335 w 4414571" name="connsiteX802"/>
                  <a:gd fmla="*/ 1510760 h 2472690" name="connsiteY802"/>
                  <a:gd fmla="*/ 3959733 w 4414571" name="connsiteX803"/>
                  <a:gd fmla="*/ 1510093 h 2472690" name="connsiteY803"/>
                  <a:gd fmla="*/ 3959733 w 4414571" name="connsiteX804"/>
                  <a:gd fmla="*/ 1510093 h 2472690" name="connsiteY804"/>
                  <a:gd fmla="*/ 3914870 w 4414571" name="connsiteX805"/>
                  <a:gd fmla="*/ 1509236 h 2472690" name="connsiteY805"/>
                  <a:gd fmla="*/ 3910203 w 4414571" name="connsiteX806"/>
                  <a:gd fmla="*/ 1507236 h 2472690" name="connsiteY806"/>
                  <a:gd fmla="*/ 3908394 w 4414571" name="connsiteX807"/>
                  <a:gd fmla="*/ 1502569 h 2472690" name="connsiteY807"/>
                  <a:gd fmla="*/ 3915156 w 4414571" name="connsiteX808"/>
                  <a:gd fmla="*/ 1495806 h 2472690" name="connsiteY808"/>
                  <a:gd fmla="*/ 3960019 w 4414571" name="connsiteX809"/>
                  <a:gd fmla="*/ 1496663 h 2472690" name="connsiteY809"/>
                  <a:gd fmla="*/ 3966496 w 4414571" name="connsiteX810"/>
                  <a:gd fmla="*/ 1503616 h 2472690" name="connsiteY810"/>
                  <a:gd fmla="*/ 3959733 w 4414571" name="connsiteX811"/>
                  <a:gd fmla="*/ 1510093 h 2472690" name="connsiteY811"/>
                  <a:gd fmla="*/ 2206847 w 4414571" name="connsiteX812"/>
                  <a:gd fmla="*/ 1456658 h 2472690" name="connsiteY812"/>
                  <a:gd fmla="*/ 2203037 w 4414571" name="connsiteX813"/>
                  <a:gd fmla="*/ 1455515 h 2472690" name="connsiteY813"/>
                  <a:gd fmla="*/ 2200084 w 4414571" name="connsiteX814"/>
                  <a:gd fmla="*/ 1451229 h 2472690" name="connsiteY814"/>
                  <a:gd fmla="*/ 2201228 w 4414571" name="connsiteX815"/>
                  <a:gd fmla="*/ 1446276 h 2472690" name="connsiteY815"/>
                  <a:gd fmla="*/ 2218754 w 4414571" name="connsiteX816"/>
                  <a:gd fmla="*/ 1419987 h 2472690" name="connsiteY816"/>
                  <a:gd fmla="*/ 2226183 w 4414571" name="connsiteX817"/>
                  <a:gd fmla="*/ 1408748 h 2472690" name="connsiteY817"/>
                  <a:gd fmla="*/ 2235422 w 4414571" name="connsiteX818"/>
                  <a:gd fmla="*/ 1406938 h 2472690" name="connsiteY818"/>
                  <a:gd fmla="*/ 2238566 w 4414571" name="connsiteX819"/>
                  <a:gd fmla="*/ 1412557 h 2472690" name="connsiteY819"/>
                  <a:gd fmla="*/ 2237423 w 4414571" name="connsiteX820"/>
                  <a:gd fmla="*/ 1416367 h 2472690" name="connsiteY820"/>
                  <a:gd fmla="*/ 2212562 w 4414571" name="connsiteX821"/>
                  <a:gd fmla="*/ 1453610 h 2472690" name="connsiteY821"/>
                  <a:gd fmla="*/ 2206847 w 4414571" name="connsiteX822"/>
                  <a:gd fmla="*/ 1456658 h 2472690" name="connsiteY822"/>
                  <a:gd fmla="*/ 1424178 w 4414571" name="connsiteX823"/>
                  <a:gd fmla="*/ 1451896 h 2472690" name="connsiteY823"/>
                  <a:gd fmla="*/ 1421511 w 4414571" name="connsiteX824"/>
                  <a:gd fmla="*/ 1451229 h 2472690" name="connsiteY824"/>
                  <a:gd fmla="*/ 1417511 w 4414571" name="connsiteX825"/>
                  <a:gd fmla="*/ 1444942 h 2472690" name="connsiteY825"/>
                  <a:gd fmla="*/ 1417987 w 4414571" name="connsiteX826"/>
                  <a:gd fmla="*/ 1442466 h 2472690" name="connsiteY826"/>
                  <a:gd fmla="*/ 1435894 w 4414571" name="connsiteX827"/>
                  <a:gd fmla="*/ 1401128 h 2472690" name="connsiteY827"/>
                  <a:gd fmla="*/ 1444657 w 4414571" name="connsiteX828"/>
                  <a:gd fmla="*/ 1397508 h 2472690" name="connsiteY828"/>
                  <a:gd fmla="*/ 1448276 w 4414571" name="connsiteX829"/>
                  <a:gd fmla="*/ 1401318 h 2472690" name="connsiteY829"/>
                  <a:gd fmla="*/ 1448276 w 4414571" name="connsiteX830"/>
                  <a:gd fmla="*/ 1406462 h 2472690" name="connsiteY830"/>
                  <a:gd fmla="*/ 1430274 w 4414571" name="connsiteX831"/>
                  <a:gd fmla="*/ 1447800 h 2472690" name="connsiteY831"/>
                  <a:gd fmla="*/ 1424178 w 4414571" name="connsiteX832"/>
                  <a:gd fmla="*/ 1451896 h 2472690" name="connsiteY832"/>
                  <a:gd fmla="*/ 387001 w 4414571" name="connsiteX833"/>
                  <a:gd fmla="*/ 1448086 h 2472690" name="connsiteY833"/>
                  <a:gd fmla="*/ 383000 w 4414571" name="connsiteX834"/>
                  <a:gd fmla="*/ 1446752 h 2472690" name="connsiteY834"/>
                  <a:gd fmla="*/ 380333 w 4414571" name="connsiteX835"/>
                  <a:gd fmla="*/ 1442466 h 2472690" name="connsiteY835"/>
                  <a:gd fmla="*/ 381667 w 4414571" name="connsiteX836"/>
                  <a:gd fmla="*/ 1437323 h 2472690" name="connsiteY836"/>
                  <a:gd fmla="*/ 409004 w 4414571" name="connsiteX837"/>
                  <a:gd fmla="*/ 1401604 h 2472690" name="connsiteY837"/>
                  <a:gd fmla="*/ 409289 w 4414571" name="connsiteX838"/>
                  <a:gd fmla="*/ 1401604 h 2472690" name="connsiteY838"/>
                  <a:gd fmla="*/ 418433 w 4414571" name="connsiteX839"/>
                  <a:gd fmla="*/ 1400461 h 2472690" name="connsiteY839"/>
                  <a:gd fmla="*/ 420910 w 4414571" name="connsiteX840"/>
                  <a:gd fmla="*/ 1405795 h 2472690" name="connsiteY840"/>
                  <a:gd fmla="*/ 419576 w 4414571" name="connsiteX841"/>
                  <a:gd fmla="*/ 1409795 h 2472690" name="connsiteY841"/>
                  <a:gd fmla="*/ 392430 w 4414571" name="connsiteX842"/>
                  <a:gd fmla="*/ 1445514 h 2472690" name="connsiteY842"/>
                  <a:gd fmla="*/ 387001 w 4414571" name="connsiteX843"/>
                  <a:gd fmla="*/ 1448086 h 2472690" name="connsiteY843"/>
                  <a:gd fmla="*/ 2256663 w 4414571" name="connsiteX844"/>
                  <a:gd fmla="*/ 1381887 h 2472690" name="connsiteY844"/>
                  <a:gd fmla="*/ 2253044 w 4414571" name="connsiteX845"/>
                  <a:gd fmla="*/ 1380744 h 2472690" name="connsiteY845"/>
                  <a:gd fmla="*/ 2250091 w 4414571" name="connsiteX846"/>
                  <a:gd fmla="*/ 1376458 h 2472690" name="connsiteY846"/>
                  <a:gd fmla="*/ 2250948 w 4414571" name="connsiteX847"/>
                  <a:gd fmla="*/ 1371505 h 2472690" name="connsiteY847"/>
                  <a:gd fmla="*/ 2275904 w 4414571" name="connsiteX848"/>
                  <a:gd fmla="*/ 1333976 h 2472690" name="connsiteY848"/>
                  <a:gd fmla="*/ 2285143 w 4414571" name="connsiteX849"/>
                  <a:gd fmla="*/ 1331976 h 2472690" name="connsiteY849"/>
                  <a:gd fmla="*/ 2288286 w 4414571" name="connsiteX850"/>
                  <a:gd fmla="*/ 1337596 h 2472690" name="connsiteY850"/>
                  <a:gd fmla="*/ 2287143 w 4414571" name="connsiteX851"/>
                  <a:gd fmla="*/ 1341406 h 2472690" name="connsiteY851"/>
                  <a:gd fmla="*/ 2262188 w 4414571" name="connsiteX852"/>
                  <a:gd fmla="*/ 1378934 h 2472690" name="connsiteY852"/>
                  <a:gd fmla="*/ 2256663 w 4414571" name="connsiteX853"/>
                  <a:gd fmla="*/ 1381887 h 2472690" name="connsiteY853"/>
                  <a:gd fmla="*/ 441769 w 4414571" name="connsiteX854"/>
                  <a:gd fmla="*/ 1376934 h 2472690" name="connsiteY854"/>
                  <a:gd fmla="*/ 437769 w 4414571" name="connsiteX855"/>
                  <a:gd fmla="*/ 1375600 h 2472690" name="connsiteY855"/>
                  <a:gd fmla="*/ 435102 w 4414571" name="connsiteX856"/>
                  <a:gd fmla="*/ 1371124 h 2472690" name="connsiteY856"/>
                  <a:gd fmla="*/ 436721 w 4414571" name="connsiteX857"/>
                  <a:gd fmla="*/ 1366171 h 2472690" name="connsiteY857"/>
                  <a:gd fmla="*/ 442150 w 4414571" name="connsiteX858"/>
                  <a:gd fmla="*/ 1359217 h 2472690" name="connsiteY858"/>
                  <a:gd fmla="*/ 464630 w 4414571" name="connsiteX859"/>
                  <a:gd fmla="*/ 1330928 h 2472690" name="connsiteY859"/>
                  <a:gd fmla="*/ 474059 w 4414571" name="connsiteX860"/>
                  <a:gd fmla="*/ 1329785 h 2472690" name="connsiteY860"/>
                  <a:gd fmla="*/ 476536 w 4414571" name="connsiteX861"/>
                  <a:gd fmla="*/ 1334929 h 2472690" name="connsiteY861"/>
                  <a:gd fmla="*/ 475393 w 4414571" name="connsiteX862"/>
                  <a:gd fmla="*/ 1338929 h 2472690" name="connsiteY862"/>
                  <a:gd fmla="*/ 475202 w 4414571" name="connsiteX863"/>
                  <a:gd fmla="*/ 1339120 h 2472690" name="connsiteY863"/>
                  <a:gd fmla="*/ 474726 w 4414571" name="connsiteX864"/>
                  <a:gd fmla="*/ 1339787 h 2472690" name="connsiteY864"/>
                  <a:gd fmla="*/ 447389 w 4414571" name="connsiteX865"/>
                  <a:gd fmla="*/ 1374362 h 2472690" name="connsiteY865"/>
                  <a:gd fmla="*/ 441769 w 4414571" name="connsiteX866"/>
                  <a:gd fmla="*/ 1376934 h 2472690" name="connsiteY866"/>
                  <a:gd fmla="*/ 1459421 w 4414571" name="connsiteX867"/>
                  <a:gd fmla="*/ 1369123 h 2472690" name="connsiteY867"/>
                  <a:gd fmla="*/ 1456754 w 4414571" name="connsiteX868"/>
                  <a:gd fmla="*/ 1368647 h 2472690" name="connsiteY868"/>
                  <a:gd fmla="*/ 1452658 w 4414571" name="connsiteX869"/>
                  <a:gd fmla="*/ 1362361 h 2472690" name="connsiteY869"/>
                  <a:gd fmla="*/ 1453134 w 4414571" name="connsiteX870"/>
                  <a:gd fmla="*/ 1359884 h 2472690" name="connsiteY870"/>
                  <a:gd fmla="*/ 1470184 w 4414571" name="connsiteX871"/>
                  <a:gd fmla="*/ 1318355 h 2472690" name="connsiteY871"/>
                  <a:gd fmla="*/ 1478947 w 4414571" name="connsiteX872"/>
                  <a:gd fmla="*/ 1314545 h 2472690" name="connsiteY872"/>
                  <a:gd fmla="*/ 1482566 w 4414571" name="connsiteX873"/>
                  <a:gd fmla="*/ 1323308 h 2472690" name="connsiteY873"/>
                  <a:gd fmla="*/ 1465516 w 4414571" name="connsiteX874"/>
                  <a:gd fmla="*/ 1365028 h 2472690" name="connsiteY874"/>
                  <a:gd fmla="*/ 1459421 w 4414571" name="connsiteX875"/>
                  <a:gd fmla="*/ 1369123 h 2472690" name="connsiteY875"/>
                  <a:gd fmla="*/ 2306193 w 4414571" name="connsiteX876"/>
                  <a:gd fmla="*/ 1306925 h 2472690" name="connsiteY876"/>
                  <a:gd fmla="*/ 2302574 w 4414571" name="connsiteX877"/>
                  <a:gd fmla="*/ 1306068 h 2472690" name="connsiteY877"/>
                  <a:gd fmla="*/ 2299621 w 4414571" name="connsiteX878"/>
                  <a:gd fmla="*/ 1301591 h 2472690" name="connsiteY878"/>
                  <a:gd fmla="*/ 2300478 w 4414571" name="connsiteX879"/>
                  <a:gd fmla="*/ 1296638 h 2472690" name="connsiteY879"/>
                  <a:gd fmla="*/ 2325148 w 4414571" name="connsiteX880"/>
                  <a:gd fmla="*/ 1258919 h 2472690" name="connsiteY880"/>
                  <a:gd fmla="*/ 2334292 w 4414571" name="connsiteX881"/>
                  <a:gd fmla="*/ 1257109 h 2472690" name="connsiteY881"/>
                  <a:gd fmla="*/ 2337435 w 4414571" name="connsiteX882"/>
                  <a:gd fmla="*/ 1262539 h 2472690" name="connsiteY882"/>
                  <a:gd fmla="*/ 2336292 w 4414571" name="connsiteX883"/>
                  <a:gd fmla="*/ 1266349 h 2472690" name="connsiteY883"/>
                  <a:gd fmla="*/ 2311622 w 4414571" name="connsiteX884"/>
                  <a:gd fmla="*/ 1304068 h 2472690" name="connsiteY884"/>
                  <a:gd fmla="*/ 2306193 w 4414571" name="connsiteX885"/>
                  <a:gd fmla="*/ 1306925 h 2472690" name="connsiteY885"/>
                  <a:gd fmla="*/ 497586 w 4414571" name="connsiteX886"/>
                  <a:gd fmla="*/ 1306735 h 2472690" name="connsiteY886"/>
                  <a:gd fmla="*/ 493300 w 4414571" name="connsiteX887"/>
                  <a:gd fmla="*/ 1305401 h 2472690" name="connsiteY887"/>
                  <a:gd fmla="*/ 490823 w 4414571" name="connsiteX888"/>
                  <a:gd fmla="*/ 1300734 h 2472690" name="connsiteY888"/>
                  <a:gd fmla="*/ 492442 w 4414571" name="connsiteX889"/>
                  <a:gd fmla="*/ 1295781 h 2472690" name="connsiteY889"/>
                  <a:gd fmla="*/ 520732 w 4414571" name="connsiteX890"/>
                  <a:gd fmla="*/ 1261015 h 2472690" name="connsiteY890"/>
                  <a:gd fmla="*/ 530162 w 4414571" name="connsiteX891"/>
                  <a:gd fmla="*/ 1259872 h 2472690" name="connsiteY891"/>
                  <a:gd fmla="*/ 532638 w 4414571" name="connsiteX892"/>
                  <a:gd fmla="*/ 1265015 h 2472690" name="connsiteY892"/>
                  <a:gd fmla="*/ 531305 w 4414571" name="connsiteX893"/>
                  <a:gd fmla="*/ 1269492 h 2472690" name="connsiteY893"/>
                  <a:gd fmla="*/ 503015 w 4414571" name="connsiteX894"/>
                  <a:gd fmla="*/ 1304258 h 2472690" name="connsiteY894"/>
                  <a:gd fmla="*/ 497586 w 4414571" name="connsiteX895"/>
                  <a:gd fmla="*/ 1306735 h 2472690" name="connsiteY895"/>
                  <a:gd fmla="*/ 1492853 w 4414571" name="connsiteX896"/>
                  <a:gd fmla="*/ 1285875 h 2472690" name="connsiteY896"/>
                  <a:gd fmla="*/ 1490377 w 4414571" name="connsiteX897"/>
                  <a:gd fmla="*/ 1285399 h 2472690" name="connsiteY897"/>
                  <a:gd fmla="*/ 1486090 w 4414571" name="connsiteX898"/>
                  <a:gd fmla="*/ 1279303 h 2472690" name="connsiteY898"/>
                  <a:gd fmla="*/ 1486567 w 4414571" name="connsiteX899"/>
                  <a:gd fmla="*/ 1276826 h 2472690" name="connsiteY899"/>
                  <a:gd fmla="*/ 1486567 w 4414571" name="connsiteX900"/>
                  <a:gd fmla="*/ 1276636 h 2472690" name="connsiteY900"/>
                  <a:gd fmla="*/ 1487043 w 4414571" name="connsiteX901"/>
                  <a:gd fmla="*/ 1275969 h 2472690" name="connsiteY901"/>
                  <a:gd fmla="*/ 1502759 w 4414571" name="connsiteX902"/>
                  <a:gd fmla="*/ 1234916 h 2472690" name="connsiteY902"/>
                  <a:gd fmla="*/ 1511522 w 4414571" name="connsiteX903"/>
                  <a:gd fmla="*/ 1230916 h 2472690" name="connsiteY903"/>
                  <a:gd fmla="*/ 1515332 w 4414571" name="connsiteX904"/>
                  <a:gd fmla="*/ 1239679 h 2472690" name="connsiteY904"/>
                  <a:gd fmla="*/ 1499140 w 4414571" name="connsiteX905"/>
                  <a:gd fmla="*/ 1281398 h 2472690" name="connsiteY905"/>
                  <a:gd fmla="*/ 1499140 w 4414571" name="connsiteX906"/>
                  <a:gd fmla="*/ 1281589 h 2472690" name="connsiteY906"/>
                  <a:gd fmla="*/ 1492853 w 4414571" name="connsiteX907"/>
                  <a:gd fmla="*/ 1285875 h 2472690" name="connsiteY907"/>
                  <a:gd fmla="*/ 554450 w 4414571" name="connsiteX908"/>
                  <a:gd fmla="*/ 1237107 h 2472690" name="connsiteY908"/>
                  <a:gd fmla="*/ 550164 w 4414571" name="connsiteX909"/>
                  <a:gd fmla="*/ 1235583 h 2472690" name="connsiteY909"/>
                  <a:gd fmla="*/ 549307 w 4414571" name="connsiteX910"/>
                  <a:gd fmla="*/ 1226153 h 2472690" name="connsiteY910"/>
                  <a:gd fmla="*/ 578072 w 4414571" name="connsiteX911"/>
                  <a:gd fmla="*/ 1191578 h 2472690" name="connsiteY911"/>
                  <a:gd fmla="*/ 587502 w 4414571" name="connsiteX912"/>
                  <a:gd fmla="*/ 1190720 h 2472690" name="connsiteY912"/>
                  <a:gd fmla="*/ 589979 w 4414571" name="connsiteX913"/>
                  <a:gd fmla="*/ 1195864 h 2472690" name="connsiteY913"/>
                  <a:gd fmla="*/ 588359 w 4414571" name="connsiteX914"/>
                  <a:gd fmla="*/ 1200150 h 2472690" name="connsiteY914"/>
                  <a:gd fmla="*/ 559594 w 4414571" name="connsiteX915"/>
                  <a:gd fmla="*/ 1234726 h 2472690" name="connsiteY915"/>
                  <a:gd fmla="*/ 554450 w 4414571" name="connsiteX916"/>
                  <a:gd fmla="*/ 1237107 h 2472690" name="connsiteY916"/>
                  <a:gd fmla="*/ 2355437 w 4414571" name="connsiteX917"/>
                  <a:gd fmla="*/ 1231773 h 2472690" name="connsiteY917"/>
                  <a:gd fmla="*/ 2351818 w 4414571" name="connsiteX918"/>
                  <a:gd fmla="*/ 1230630 h 2472690" name="connsiteY918"/>
                  <a:gd fmla="*/ 2348674 w 4414571" name="connsiteX919"/>
                  <a:gd fmla="*/ 1226344 h 2472690" name="connsiteY919"/>
                  <a:gd fmla="*/ 2349817 w 4414571" name="connsiteX920"/>
                  <a:gd fmla="*/ 1221391 h 2472690" name="connsiteY920"/>
                  <a:gd fmla="*/ 2358581 w 4414571" name="connsiteX921"/>
                  <a:gd fmla="*/ 1207484 h 2472690" name="connsiteY921"/>
                  <a:gd fmla="*/ 2374106 w 4414571" name="connsiteX922"/>
                  <a:gd fmla="*/ 1183481 h 2472690" name="connsiteY922"/>
                  <a:gd fmla="*/ 2383250 w 4414571" name="connsiteX923"/>
                  <a:gd fmla="*/ 1181481 h 2472690" name="connsiteY923"/>
                  <a:gd fmla="*/ 2386394 w 4414571" name="connsiteX924"/>
                  <a:gd fmla="*/ 1187291 h 2472690" name="connsiteY924"/>
                  <a:gd fmla="*/ 2385250 w 4414571" name="connsiteX925"/>
                  <a:gd fmla="*/ 1190625 h 2472690" name="connsiteY925"/>
                  <a:gd fmla="*/ 2360962 w 4414571" name="connsiteX926"/>
                  <a:gd fmla="*/ 1228534 h 2472690" name="connsiteY926"/>
                  <a:gd fmla="*/ 2355437 w 4414571" name="connsiteX927"/>
                  <a:gd fmla="*/ 1231773 h 2472690" name="connsiteY927"/>
                  <a:gd fmla="*/ 1524953 w 4414571" name="connsiteX928"/>
                  <a:gd fmla="*/ 1201864 h 2472690" name="connsiteY928"/>
                  <a:gd fmla="*/ 1522666 w 4414571" name="connsiteX929"/>
                  <a:gd fmla="*/ 1201388 h 2472690" name="connsiteY929"/>
                  <a:gd fmla="*/ 1518190 w 4414571" name="connsiteX930"/>
                  <a:gd fmla="*/ 1195102 h 2472690" name="connsiteY930"/>
                  <a:gd fmla="*/ 1518666 w 4414571" name="connsiteX931"/>
                  <a:gd fmla="*/ 1192625 h 2472690" name="connsiteY931"/>
                  <a:gd fmla="*/ 1534192 w 4414571" name="connsiteX932"/>
                  <a:gd fmla="*/ 1150620 h 2472690" name="connsiteY932"/>
                  <a:gd fmla="*/ 1542764 w 4414571" name="connsiteX933"/>
                  <a:gd fmla="*/ 1146620 h 2472690" name="connsiteY933"/>
                  <a:gd fmla="*/ 1546765 w 4414571" name="connsiteX934"/>
                  <a:gd fmla="*/ 1155192 h 2472690" name="connsiteY934"/>
                  <a:gd fmla="*/ 1544764 w 4414571" name="connsiteX935"/>
                  <a:gd fmla="*/ 1160812 h 2472690" name="connsiteY935"/>
                  <a:gd fmla="*/ 1531239 w 4414571" name="connsiteX936"/>
                  <a:gd fmla="*/ 1197388 h 2472690" name="connsiteY936"/>
                  <a:gd fmla="*/ 1531239 w 4414571" name="connsiteX937"/>
                  <a:gd fmla="*/ 1197578 h 2472690" name="connsiteY937"/>
                  <a:gd fmla="*/ 1524953 w 4414571" name="connsiteX938"/>
                  <a:gd fmla="*/ 1201864 h 2472690" name="connsiteY938"/>
                  <a:gd fmla="*/ 611886 w 4414571" name="connsiteX939"/>
                  <a:gd fmla="*/ 1168051 h 2472690" name="connsiteY939"/>
                  <a:gd fmla="*/ 607600 w 4414571" name="connsiteX940"/>
                  <a:gd fmla="*/ 1166431 h 2472690" name="connsiteY940"/>
                  <a:gd fmla="*/ 606742 w 4414571" name="connsiteX941"/>
                  <a:gd fmla="*/ 1157002 h 2472690" name="connsiteY941"/>
                  <a:gd fmla="*/ 625412 w 4414571" name="connsiteX942"/>
                  <a:gd fmla="*/ 1134999 h 2472690" name="connsiteY942"/>
                  <a:gd fmla="*/ 635698 w 4414571" name="connsiteX943"/>
                  <a:gd fmla="*/ 1122616 h 2472690" name="connsiteY943"/>
                  <a:gd fmla="*/ 645319 w 4414571" name="connsiteX944"/>
                  <a:gd fmla="*/ 1121759 h 2472690" name="connsiteY944"/>
                  <a:gd fmla="*/ 647605 w 4414571" name="connsiteX945"/>
                  <a:gd fmla="*/ 1127093 h 2472690" name="connsiteY945"/>
                  <a:gd fmla="*/ 645986 w 4414571" name="connsiteX946"/>
                  <a:gd fmla="*/ 1131380 h 2472690" name="connsiteY946"/>
                  <a:gd fmla="*/ 617030 w 4414571" name="connsiteX947"/>
                  <a:gd fmla="*/ 1165765 h 2472690" name="connsiteY947"/>
                  <a:gd fmla="*/ 611886 w 4414571" name="connsiteX948"/>
                  <a:gd fmla="*/ 1168051 h 2472690" name="connsiteY948"/>
                  <a:gd fmla="*/ 2403634 w 4414571" name="connsiteX949"/>
                  <a:gd fmla="*/ 1155859 h 2472690" name="connsiteY949"/>
                  <a:gd fmla="*/ 2400014 w 4414571" name="connsiteX950"/>
                  <a:gd fmla="*/ 1154716 h 2472690" name="connsiteY950"/>
                  <a:gd fmla="*/ 2397824 w 4414571" name="connsiteX951"/>
                  <a:gd fmla="*/ 1145476 h 2472690" name="connsiteY951"/>
                  <a:gd fmla="*/ 2421636 w 4414571" name="connsiteX952"/>
                  <a:gd fmla="*/ 1107281 h 2472690" name="connsiteY952"/>
                  <a:gd fmla="*/ 2430875 w 4414571" name="connsiteX953"/>
                  <a:gd fmla="*/ 1105281 h 2472690" name="connsiteY953"/>
                  <a:gd fmla="*/ 2434019 w 4414571" name="connsiteX954"/>
                  <a:gd fmla="*/ 1110901 h 2472690" name="connsiteY954"/>
                  <a:gd fmla="*/ 2433161 w 4414571" name="connsiteX955"/>
                  <a:gd fmla="*/ 1114520 h 2472690" name="connsiteY955"/>
                  <a:gd fmla="*/ 2426399 w 4414571" name="connsiteX956"/>
                  <a:gd fmla="*/ 1125283 h 2472690" name="connsiteY956"/>
                  <a:gd fmla="*/ 2409349 w 4414571" name="connsiteX957"/>
                  <a:gd fmla="*/ 1152715 h 2472690" name="connsiteY957"/>
                  <a:gd fmla="*/ 2403634 w 4414571" name="connsiteX958"/>
                  <a:gd fmla="*/ 1155859 h 2472690" name="connsiteY958"/>
                  <a:gd fmla="*/ 1555432 w 4414571" name="connsiteX959"/>
                  <a:gd fmla="*/ 1117282 h 2472690" name="connsiteY959"/>
                  <a:gd fmla="*/ 1553242 w 4414571" name="connsiteX960"/>
                  <a:gd fmla="*/ 1116806 h 2472690" name="connsiteY960"/>
                  <a:gd fmla="*/ 1548765 w 4414571" name="connsiteX961"/>
                  <a:gd fmla="*/ 1110710 h 2472690" name="connsiteY961"/>
                  <a:gd fmla="*/ 1549241 w 4414571" name="connsiteX962"/>
                  <a:gd fmla="*/ 1108234 h 2472690" name="connsiteY962"/>
                  <a:gd fmla="*/ 1564005 w 4414571" name="connsiteX963"/>
                  <a:gd fmla="*/ 1066038 h 2472690" name="connsiteY963"/>
                  <a:gd fmla="*/ 1572578 w 4414571" name="connsiteX964"/>
                  <a:gd fmla="*/ 1061752 h 2472690" name="connsiteY964"/>
                  <a:gd fmla="*/ 1576578 w 4414571" name="connsiteX965"/>
                  <a:gd fmla="*/ 1070324 h 2472690" name="connsiteY965"/>
                  <a:gd fmla="*/ 1562005 w 4414571" name="connsiteX966"/>
                  <a:gd fmla="*/ 1112710 h 2472690" name="connsiteY966"/>
                  <a:gd fmla="*/ 1561814 w 4414571" name="connsiteX967"/>
                  <a:gd fmla="*/ 1112901 h 2472690" name="connsiteY967"/>
                  <a:gd fmla="*/ 1555432 w 4414571" name="connsiteX968"/>
                  <a:gd fmla="*/ 1117282 h 2472690" name="connsiteY968"/>
                  <a:gd fmla="*/ 669988 w 4414571" name="connsiteX969"/>
                  <a:gd fmla="*/ 1099566 h 2472690" name="connsiteY969"/>
                  <a:gd fmla="*/ 665702 w 4414571" name="connsiteX970"/>
                  <a:gd fmla="*/ 1097756 h 2472690" name="connsiteY970"/>
                  <a:gd fmla="*/ 663226 w 4414571" name="connsiteX971"/>
                  <a:gd fmla="*/ 1093280 h 2472690" name="connsiteY971"/>
                  <a:gd fmla="*/ 664845 w 4414571" name="connsiteX972"/>
                  <a:gd fmla="*/ 1088326 h 2472690" name="connsiteY972"/>
                  <a:gd fmla="*/ 691991 w 4414571" name="connsiteX973"/>
                  <a:gd fmla="*/ 1056894 h 2472690" name="connsiteY973"/>
                  <a:gd fmla="*/ 694182 w 4414571" name="connsiteX974"/>
                  <a:gd fmla="*/ 1054227 h 2472690" name="connsiteY974"/>
                  <a:gd fmla="*/ 703612 w 4414571" name="connsiteX975"/>
                  <a:gd fmla="*/ 1053560 h 2472690" name="connsiteY975"/>
                  <a:gd fmla="*/ 706088 w 4414571" name="connsiteX976"/>
                  <a:gd fmla="*/ 1058704 h 2472690" name="connsiteY976"/>
                  <a:gd fmla="*/ 704279 w 4414571" name="connsiteX977"/>
                  <a:gd fmla="*/ 1062990 h 2472690" name="connsiteY977"/>
                  <a:gd fmla="*/ 675132 w 4414571" name="connsiteX978"/>
                  <a:gd fmla="*/ 1097089 h 2472690" name="connsiteY978"/>
                  <a:gd fmla="*/ 669988 w 4414571" name="connsiteX979"/>
                  <a:gd fmla="*/ 1099566 h 2472690" name="connsiteY979"/>
                  <a:gd fmla="*/ 2450783 w 4414571" name="connsiteX980"/>
                  <a:gd fmla="*/ 1079373 h 2472690" name="connsiteY980"/>
                  <a:gd fmla="*/ 2447449 w 4414571" name="connsiteX981"/>
                  <a:gd fmla="*/ 1078516 h 2472690" name="connsiteY981"/>
                  <a:gd fmla="*/ 2444306 w 4414571" name="connsiteX982"/>
                  <a:gd fmla="*/ 1074230 h 2472690" name="connsiteY982"/>
                  <a:gd fmla="*/ 2444972 w 4414571" name="connsiteX983"/>
                  <a:gd fmla="*/ 1069086 h 2472690" name="connsiteY983"/>
                  <a:gd fmla="*/ 2468118 w 4414571" name="connsiteX984"/>
                  <a:gd fmla="*/ 1030700 h 2472690" name="connsiteY984"/>
                  <a:gd fmla="*/ 2477357 w 4414571" name="connsiteX985"/>
                  <a:gd fmla="*/ 1028224 h 2472690" name="connsiteY985"/>
                  <a:gd fmla="*/ 2480691 w 4414571" name="connsiteX986"/>
                  <a:gd fmla="*/ 1034034 h 2472690" name="connsiteY986"/>
                  <a:gd fmla="*/ 2479834 w 4414571" name="connsiteX987"/>
                  <a:gd fmla="*/ 1037654 h 2472690" name="connsiteY987"/>
                  <a:gd fmla="*/ 2456688 w 4414571" name="connsiteX988"/>
                  <a:gd fmla="*/ 1076230 h 2472690" name="connsiteY988"/>
                  <a:gd fmla="*/ 2450783 w 4414571" name="connsiteX989"/>
                  <a:gd fmla="*/ 1079373 h 2472690" name="connsiteY989"/>
                  <a:gd fmla="*/ 1584674 w 4414571" name="connsiteX990"/>
                  <a:gd fmla="*/ 1032224 h 2472690" name="connsiteY990"/>
                  <a:gd fmla="*/ 1582674 w 4414571" name="connsiteX991"/>
                  <a:gd fmla="*/ 1032034 h 2472690" name="connsiteY991"/>
                  <a:gd fmla="*/ 1578007 w 4414571" name="connsiteX992"/>
                  <a:gd fmla="*/ 1025557 h 2472690" name="connsiteY992"/>
                  <a:gd fmla="*/ 1578483 w 4414571" name="connsiteX993"/>
                  <a:gd fmla="*/ 1023556 h 2472690" name="connsiteY993"/>
                  <a:gd fmla="*/ 1592580 w 4414571" name="connsiteX994"/>
                  <a:gd fmla="*/ 980884 h 2472690" name="connsiteY994"/>
                  <a:gd fmla="*/ 1600867 w 4414571" name="connsiteX995"/>
                  <a:gd fmla="*/ 976598 h 2472690" name="connsiteY995"/>
                  <a:gd fmla="*/ 1604867 w 4414571" name="connsiteX996"/>
                  <a:gd fmla="*/ 979932 h 2472690" name="connsiteY996"/>
                  <a:gd fmla="*/ 1605058 w 4414571" name="connsiteX997"/>
                  <a:gd fmla="*/ 985075 h 2472690" name="connsiteY997"/>
                  <a:gd fmla="*/ 1591628 w 4414571" name="connsiteX998"/>
                  <a:gd fmla="*/ 1026605 h 2472690" name="connsiteY998"/>
                  <a:gd fmla="*/ 1591151 w 4414571" name="connsiteX999"/>
                  <a:gd fmla="*/ 1027747 h 2472690" name="connsiteY999"/>
                  <a:gd fmla="*/ 1584674 w 4414571" name="connsiteX1000"/>
                  <a:gd fmla="*/ 1032224 h 2472690" name="connsiteY1000"/>
                  <a:gd fmla="*/ 728758 w 4414571" name="connsiteX1001"/>
                  <a:gd fmla="*/ 1031272 h 2472690" name="connsiteY1001"/>
                  <a:gd fmla="*/ 724281 w 4414571" name="connsiteX1002"/>
                  <a:gd fmla="*/ 1029748 h 2472690" name="connsiteY1002"/>
                  <a:gd fmla="*/ 723614 w 4414571" name="connsiteX1003"/>
                  <a:gd fmla="*/ 1020128 h 2472690" name="connsiteY1003"/>
                  <a:gd fmla="*/ 739330 w 4414571" name="connsiteX1004"/>
                  <a:gd fmla="*/ 1001935 h 2472690" name="connsiteY1004"/>
                  <a:gd fmla="*/ 753047 w 4414571" name="connsiteX1005"/>
                  <a:gd fmla="*/ 986218 h 2472690" name="connsiteY1005"/>
                  <a:gd fmla="*/ 753332 w 4414571" name="connsiteX1006"/>
                  <a:gd fmla="*/ 986028 h 2472690" name="connsiteY1006"/>
                  <a:gd fmla="*/ 762476 w 4414571" name="connsiteX1007"/>
                  <a:gd fmla="*/ 985838 h 2472690" name="connsiteY1007"/>
                  <a:gd fmla="*/ 764953 w 4414571" name="connsiteX1008"/>
                  <a:gd fmla="*/ 990505 h 2472690" name="connsiteY1008"/>
                  <a:gd fmla="*/ 763333 w 4414571" name="connsiteX1009"/>
                  <a:gd fmla="*/ 995172 h 2472690" name="connsiteY1009"/>
                  <a:gd fmla="*/ 745617 w 4414571" name="connsiteX1010"/>
                  <a:gd fmla="*/ 1015365 h 2472690" name="connsiteY1010"/>
                  <a:gd fmla="*/ 733711 w 4414571" name="connsiteX1011"/>
                  <a:gd fmla="*/ 1029081 h 2472690" name="connsiteY1011"/>
                  <a:gd fmla="*/ 728758 w 4414571" name="connsiteX1012"/>
                  <a:gd fmla="*/ 1031272 h 2472690" name="connsiteY1012"/>
                  <a:gd fmla="*/ 2496598 w 4414571" name="connsiteX1013"/>
                  <a:gd fmla="*/ 1002125 h 2472690" name="connsiteY1013"/>
                  <a:gd fmla="*/ 2493264 w 4414571" name="connsiteX1014"/>
                  <a:gd fmla="*/ 1001268 h 2472690" name="connsiteY1014"/>
                  <a:gd fmla="*/ 2490121 w 4414571" name="connsiteX1015"/>
                  <a:gd fmla="*/ 996982 h 2472690" name="connsiteY1015"/>
                  <a:gd fmla="*/ 2490788 w 4414571" name="connsiteX1016"/>
                  <a:gd fmla="*/ 992029 h 2472690" name="connsiteY1016"/>
                  <a:gd fmla="*/ 2512981 w 4414571" name="connsiteX1017"/>
                  <a:gd fmla="*/ 952976 h 2472690" name="connsiteY1017"/>
                  <a:gd fmla="*/ 2512981 w 4414571" name="connsiteX1018"/>
                  <a:gd fmla="*/ 952786 h 2472690" name="connsiteY1018"/>
                  <a:gd fmla="*/ 2522220 w 4414571" name="connsiteX1019"/>
                  <a:gd fmla="*/ 950500 h 2472690" name="connsiteY1019"/>
                  <a:gd fmla="*/ 2525554 w 4414571" name="connsiteX1020"/>
                  <a:gd fmla="*/ 956310 h 2472690" name="connsiteY1020"/>
                  <a:gd fmla="*/ 2524887 w 4414571" name="connsiteX1021"/>
                  <a:gd fmla="*/ 959263 h 2472690" name="connsiteY1021"/>
                  <a:gd fmla="*/ 2524697 w 4414571" name="connsiteX1022"/>
                  <a:gd fmla="*/ 959453 h 2472690" name="connsiteY1022"/>
                  <a:gd fmla="*/ 2524220 w 4414571" name="connsiteX1023"/>
                  <a:gd fmla="*/ 960120 h 2472690" name="connsiteY1023"/>
                  <a:gd fmla="*/ 2502408 w 4414571" name="connsiteX1024"/>
                  <a:gd fmla="*/ 998696 h 2472690" name="connsiteY1024"/>
                  <a:gd fmla="*/ 2496598 w 4414571" name="connsiteX1025"/>
                  <a:gd fmla="*/ 1002125 h 2472690" name="connsiteY1025"/>
                  <a:gd fmla="*/ 787813 w 4414571" name="connsiteX1026"/>
                  <a:gd fmla="*/ 963739 h 2472690" name="connsiteY1026"/>
                  <a:gd fmla="*/ 783336 w 4414571" name="connsiteX1027"/>
                  <a:gd fmla="*/ 961930 h 2472690" name="connsiteY1027"/>
                  <a:gd fmla="*/ 781050 w 4414571" name="connsiteX1028"/>
                  <a:gd fmla="*/ 957263 h 2472690" name="connsiteY1028"/>
                  <a:gd fmla="*/ 782669 w 4414571" name="connsiteX1029"/>
                  <a:gd fmla="*/ 952595 h 2472690" name="connsiteY1029"/>
                  <a:gd fmla="*/ 812292 w 4414571" name="connsiteX1030"/>
                  <a:gd fmla="*/ 918972 h 2472690" name="connsiteY1030"/>
                  <a:gd fmla="*/ 821722 w 4414571" name="connsiteX1031"/>
                  <a:gd fmla="*/ 918305 h 2472690" name="connsiteY1031"/>
                  <a:gd fmla="*/ 823913 w 4414571" name="connsiteX1032"/>
                  <a:gd fmla="*/ 923449 h 2472690" name="connsiteY1032"/>
                  <a:gd fmla="*/ 822293 w 4414571" name="connsiteX1033"/>
                  <a:gd fmla="*/ 927925 h 2472690" name="connsiteY1033"/>
                  <a:gd fmla="*/ 792671 w 4414571" name="connsiteX1034"/>
                  <a:gd fmla="*/ 961549 h 2472690" name="connsiteY1034"/>
                  <a:gd fmla="*/ 787813 w 4414571" name="connsiteX1035"/>
                  <a:gd fmla="*/ 963739 h 2472690" name="connsiteY1035"/>
                  <a:gd fmla="*/ 1612487 w 4414571" name="connsiteX1036"/>
                  <a:gd fmla="*/ 946880 h 2472690" name="connsiteY1036"/>
                  <a:gd fmla="*/ 1610487 w 4414571" name="connsiteX1037"/>
                  <a:gd fmla="*/ 946404 h 2472690" name="connsiteY1037"/>
                  <a:gd fmla="*/ 1605820 w 4414571" name="connsiteX1038"/>
                  <a:gd fmla="*/ 940117 h 2472690" name="connsiteY1038"/>
                  <a:gd fmla="*/ 1606296 w 4414571" name="connsiteX1039"/>
                  <a:gd fmla="*/ 938117 h 2472690" name="connsiteY1039"/>
                  <a:gd fmla="*/ 1619536 w 4414571" name="connsiteX1040"/>
                  <a:gd fmla="*/ 895255 h 2472690" name="connsiteY1040"/>
                  <a:gd fmla="*/ 1628108 w 4414571" name="connsiteX1041"/>
                  <a:gd fmla="*/ 890778 h 2472690" name="connsiteY1041"/>
                  <a:gd fmla="*/ 1632585 w 4414571" name="connsiteX1042"/>
                  <a:gd fmla="*/ 899065 h 2472690" name="connsiteY1042"/>
                  <a:gd fmla="*/ 1619059 w 4414571" name="connsiteX1043"/>
                  <a:gd fmla="*/ 942118 h 2472690" name="connsiteY1043"/>
                  <a:gd fmla="*/ 1612487 w 4414571" name="connsiteX1044"/>
                  <a:gd fmla="*/ 946880 h 2472690" name="connsiteY1044"/>
                  <a:gd fmla="*/ 2540603 w 4414571" name="connsiteX1045"/>
                  <a:gd fmla="*/ 923830 h 2472690" name="connsiteY1045"/>
                  <a:gd fmla="*/ 2537460 w 4414571" name="connsiteX1046"/>
                  <a:gd fmla="*/ 922972 h 2472690" name="connsiteY1046"/>
                  <a:gd fmla="*/ 2534126 w 4414571" name="connsiteX1047"/>
                  <a:gd fmla="*/ 918972 h 2472690" name="connsiteY1047"/>
                  <a:gd fmla="*/ 2534793 w 4414571" name="connsiteX1048"/>
                  <a:gd fmla="*/ 913829 h 2472690" name="connsiteY1048"/>
                  <a:gd fmla="*/ 2555939 w 4414571" name="connsiteX1049"/>
                  <a:gd fmla="*/ 874585 h 2472690" name="connsiteY1049"/>
                  <a:gd fmla="*/ 2555939 w 4414571" name="connsiteX1050"/>
                  <a:gd fmla="*/ 874395 h 2472690" name="connsiteY1050"/>
                  <a:gd fmla="*/ 2564892 w 4414571" name="connsiteX1051"/>
                  <a:gd fmla="*/ 871728 h 2472690" name="connsiteY1051"/>
                  <a:gd fmla="*/ 2568512 w 4414571" name="connsiteX1052"/>
                  <a:gd fmla="*/ 877538 h 2472690" name="connsiteY1052"/>
                  <a:gd fmla="*/ 2568035 w 4414571" name="connsiteX1053"/>
                  <a:gd fmla="*/ 880491 h 2472690" name="connsiteY1053"/>
                  <a:gd fmla="*/ 2567845 w 4414571" name="connsiteX1054"/>
                  <a:gd fmla="*/ 880681 h 2472690" name="connsiteY1054"/>
                  <a:gd fmla="*/ 2567369 w 4414571" name="connsiteX1055"/>
                  <a:gd fmla="*/ 881348 h 2472690" name="connsiteY1055"/>
                  <a:gd fmla="*/ 2546509 w 4414571" name="connsiteX1056"/>
                  <a:gd fmla="*/ 920401 h 2472690" name="connsiteY1056"/>
                  <a:gd fmla="*/ 2540603 w 4414571" name="connsiteX1057"/>
                  <a:gd fmla="*/ 923830 h 2472690" name="connsiteY1057"/>
                  <a:gd fmla="*/ 847058 w 4414571" name="connsiteX1058"/>
                  <a:gd fmla="*/ 896398 h 2472690" name="connsiteY1058"/>
                  <a:gd fmla="*/ 842581 w 4414571" name="connsiteX1059"/>
                  <a:gd fmla="*/ 894779 h 2472690" name="connsiteY1059"/>
                  <a:gd fmla="*/ 842105 w 4414571" name="connsiteX1060"/>
                  <a:gd fmla="*/ 885158 h 2472690" name="connsiteY1060"/>
                  <a:gd fmla="*/ 859155 w 4414571" name="connsiteX1061"/>
                  <a:gd fmla="*/ 865822 h 2472690" name="connsiteY1061"/>
                  <a:gd fmla="*/ 871919 w 4414571" name="connsiteX1062"/>
                  <a:gd fmla="*/ 851630 h 2472690" name="connsiteY1062"/>
                  <a:gd fmla="*/ 881348 w 4414571" name="connsiteX1063"/>
                  <a:gd fmla="*/ 850963 h 2472690" name="connsiteY1063"/>
                  <a:gd fmla="*/ 883539 w 4414571" name="connsiteX1064"/>
                  <a:gd fmla="*/ 855916 h 2472690" name="connsiteY1064"/>
                  <a:gd fmla="*/ 881729 w 4414571" name="connsiteX1065"/>
                  <a:gd fmla="*/ 860584 h 2472690" name="connsiteY1065"/>
                  <a:gd fmla="*/ 862013 w 4414571" name="connsiteX1066"/>
                  <a:gd fmla="*/ 882587 h 2472690" name="connsiteY1066"/>
                  <a:gd fmla="*/ 852106 w 4414571" name="connsiteX1067"/>
                  <a:gd fmla="*/ 894016 h 2472690" name="connsiteY1067"/>
                  <a:gd fmla="*/ 847058 w 4414571" name="connsiteX1068"/>
                  <a:gd fmla="*/ 896398 h 2472690" name="connsiteY1068"/>
                  <a:gd fmla="*/ 1638967 w 4414571" name="connsiteX1069"/>
                  <a:gd fmla="*/ 860965 h 2472690" name="connsiteY1069"/>
                  <a:gd fmla="*/ 1637157 w 4414571" name="connsiteX1070"/>
                  <a:gd fmla="*/ 860774 h 2472690" name="connsiteY1070"/>
                  <a:gd fmla="*/ 1632204 w 4414571" name="connsiteX1071"/>
                  <a:gd fmla="*/ 854297 h 2472690" name="connsiteY1071"/>
                  <a:gd fmla="*/ 1632680 w 4414571" name="connsiteX1072"/>
                  <a:gd fmla="*/ 852297 h 2472690" name="connsiteY1072"/>
                  <a:gd fmla="*/ 1636014 w 4414571" name="connsiteX1073"/>
                  <a:gd fmla="*/ 840581 h 2472690" name="connsiteY1073"/>
                  <a:gd fmla="*/ 1645253 w 4414571" name="connsiteX1074"/>
                  <a:gd fmla="*/ 809434 h 2472690" name="connsiteY1074"/>
                  <a:gd fmla="*/ 1653826 w 4414571" name="connsiteX1075"/>
                  <a:gd fmla="*/ 804672 h 2472690" name="connsiteY1075"/>
                  <a:gd fmla="*/ 1657636 w 4414571" name="connsiteX1076"/>
                  <a:gd fmla="*/ 807815 h 2472690" name="connsiteY1076"/>
                  <a:gd fmla="*/ 1658303 w 4414571" name="connsiteX1077"/>
                  <a:gd fmla="*/ 812959 h 2472690" name="connsiteY1077"/>
                  <a:gd fmla="*/ 1645539 w 4414571" name="connsiteX1078"/>
                  <a:gd fmla="*/ 856297 h 2472690" name="connsiteY1078"/>
                  <a:gd fmla="*/ 1638967 w 4414571" name="connsiteX1079"/>
                  <a:gd fmla="*/ 860965 h 2472690" name="connsiteY1079"/>
                  <a:gd fmla="*/ 2582323 w 4414571" name="connsiteX1080"/>
                  <a:gd fmla="*/ 844105 h 2472690" name="connsiteY1080"/>
                  <a:gd fmla="*/ 2579370 w 4414571" name="connsiteX1081"/>
                  <a:gd fmla="*/ 843439 h 2472690" name="connsiteY1081"/>
                  <a:gd fmla="*/ 2576417 w 4414571" name="connsiteX1082"/>
                  <a:gd fmla="*/ 834485 h 2472690" name="connsiteY1082"/>
                  <a:gd fmla="*/ 2596134 w 4414571" name="connsiteX1083"/>
                  <a:gd fmla="*/ 794290 h 2472690" name="connsiteY1083"/>
                  <a:gd fmla="*/ 2605088 w 4414571" name="connsiteX1084"/>
                  <a:gd fmla="*/ 791147 h 2472690" name="connsiteY1084"/>
                  <a:gd fmla="*/ 2608898 w 4414571" name="connsiteX1085"/>
                  <a:gd fmla="*/ 797242 h 2472690" name="connsiteY1085"/>
                  <a:gd fmla="*/ 2608231 w 4414571" name="connsiteX1086"/>
                  <a:gd fmla="*/ 800195 h 2472690" name="connsiteY1086"/>
                  <a:gd fmla="*/ 2588228 w 4414571" name="connsiteX1087"/>
                  <a:gd fmla="*/ 840581 h 2472690" name="connsiteY1087"/>
                  <a:gd fmla="*/ 2582323 w 4414571" name="connsiteX1088"/>
                  <a:gd fmla="*/ 844105 h 2472690" name="connsiteY1088"/>
                  <a:gd fmla="*/ 906780 w 4414571" name="connsiteX1089"/>
                  <a:gd fmla="*/ 829342 h 2472690" name="connsiteY1089"/>
                  <a:gd fmla="*/ 902303 w 4414571" name="connsiteX1090"/>
                  <a:gd fmla="*/ 827818 h 2472690" name="connsiteY1090"/>
                  <a:gd fmla="*/ 900113 w 4414571" name="connsiteX1091"/>
                  <a:gd fmla="*/ 823150 h 2472690" name="connsiteY1091"/>
                  <a:gd fmla="*/ 901922 w 4414571" name="connsiteX1092"/>
                  <a:gd fmla="*/ 818197 h 2472690" name="connsiteY1092"/>
                  <a:gd fmla="*/ 920591 w 4414571" name="connsiteX1093"/>
                  <a:gd fmla="*/ 797338 h 2472690" name="connsiteY1093"/>
                  <a:gd fmla="*/ 931831 w 4414571" name="connsiteX1094"/>
                  <a:gd fmla="*/ 784765 h 2472690" name="connsiteY1094"/>
                  <a:gd fmla="*/ 941451 w 4414571" name="connsiteX1095"/>
                  <a:gd fmla="*/ 784288 h 2472690" name="connsiteY1095"/>
                  <a:gd fmla="*/ 943642 w 4414571" name="connsiteX1096"/>
                  <a:gd fmla="*/ 789241 h 2472690" name="connsiteY1096"/>
                  <a:gd fmla="*/ 941832 w 4414571" name="connsiteX1097"/>
                  <a:gd fmla="*/ 793718 h 2472690" name="connsiteY1097"/>
                  <a:gd fmla="*/ 935546 w 4414571" name="connsiteX1098"/>
                  <a:gd fmla="*/ 800672 h 2472690" name="connsiteY1098"/>
                  <a:gd fmla="*/ 912019 w 4414571" name="connsiteX1099"/>
                  <a:gd fmla="*/ 827151 h 2472690" name="connsiteY1099"/>
                  <a:gd fmla="*/ 906780 w 4414571" name="connsiteX1100"/>
                  <a:gd fmla="*/ 829342 h 2472690" name="connsiteY1100"/>
                  <a:gd fmla="*/ 1664113 w 4414571" name="connsiteX1101"/>
                  <a:gd fmla="*/ 774573 h 2472690" name="connsiteY1101"/>
                  <a:gd fmla="*/ 1662303 w 4414571" name="connsiteX1102"/>
                  <a:gd fmla="*/ 774382 h 2472690" name="connsiteY1102"/>
                  <a:gd fmla="*/ 1657636 w 4414571" name="connsiteX1103"/>
                  <a:gd fmla="*/ 767905 h 2472690" name="connsiteY1103"/>
                  <a:gd fmla="*/ 1657826 w 4414571" name="connsiteX1104"/>
                  <a:gd fmla="*/ 766096 h 2472690" name="connsiteY1104"/>
                  <a:gd fmla="*/ 1669732 w 4414571" name="connsiteX1105"/>
                  <a:gd fmla="*/ 722757 h 2472690" name="connsiteY1105"/>
                  <a:gd fmla="*/ 1678019 w 4414571" name="connsiteX1106"/>
                  <a:gd fmla="*/ 718090 h 2472690" name="connsiteY1106"/>
                  <a:gd fmla="*/ 1682687 w 4414571" name="connsiteX1107"/>
                  <a:gd fmla="*/ 726376 h 2472690" name="connsiteY1107"/>
                  <a:gd fmla="*/ 1670590 w 4414571" name="connsiteX1108"/>
                  <a:gd fmla="*/ 769906 h 2472690" name="connsiteY1108"/>
                  <a:gd fmla="*/ 1670590 w 4414571" name="connsiteX1109"/>
                  <a:gd fmla="*/ 770096 h 2472690" name="connsiteY1109"/>
                  <a:gd fmla="*/ 1664113 w 4414571" name="connsiteX1110"/>
                  <a:gd fmla="*/ 774573 h 2472690" name="connsiteY1110"/>
                  <a:gd fmla="*/ 2621375 w 4414571" name="connsiteX1111"/>
                  <a:gd fmla="*/ 763333 h 2472690" name="connsiteY1111"/>
                  <a:gd fmla="*/ 2618708 w 4414571" name="connsiteX1112"/>
                  <a:gd fmla="*/ 762667 h 2472690" name="connsiteY1112"/>
                  <a:gd fmla="*/ 2615089 w 4414571" name="connsiteX1113"/>
                  <a:gd fmla="*/ 758857 h 2472690" name="connsiteY1113"/>
                  <a:gd fmla="*/ 2615374 w 4414571" name="connsiteX1114"/>
                  <a:gd fmla="*/ 753713 h 2472690" name="connsiteY1114"/>
                  <a:gd fmla="*/ 2633567 w 4414571" name="connsiteX1115"/>
                  <a:gd fmla="*/ 712851 h 2472690" name="connsiteY1115"/>
                  <a:gd fmla="*/ 2642330 w 4414571" name="connsiteX1116"/>
                  <a:gd fmla="*/ 709231 h 2472690" name="connsiteY1116"/>
                  <a:gd fmla="*/ 2646426 w 4414571" name="connsiteX1117"/>
                  <a:gd fmla="*/ 715518 h 2472690" name="connsiteY1117"/>
                  <a:gd fmla="*/ 2645950 w 4414571" name="connsiteX1118"/>
                  <a:gd fmla="*/ 718185 h 2472690" name="connsiteY1118"/>
                  <a:gd fmla="*/ 2627757 w 4414571" name="connsiteX1119"/>
                  <a:gd fmla="*/ 759238 h 2472690" name="connsiteY1119"/>
                  <a:gd fmla="*/ 2621375 w 4414571" name="connsiteX1120"/>
                  <a:gd fmla="*/ 763333 h 2472690" name="connsiteY1120"/>
                  <a:gd fmla="*/ 966978 w 4414571" name="connsiteX1121"/>
                  <a:gd fmla="*/ 762381 h 2472690" name="connsiteY1121"/>
                  <a:gd fmla="*/ 962311 w 4414571" name="connsiteX1122"/>
                  <a:gd fmla="*/ 760857 h 2472690" name="connsiteY1122"/>
                  <a:gd fmla="*/ 961834 w 4414571" name="connsiteX1123"/>
                  <a:gd fmla="*/ 751237 h 2472690" name="connsiteY1123"/>
                  <a:gd fmla="*/ 975550 w 4414571" name="connsiteX1124"/>
                  <a:gd fmla="*/ 736187 h 2472690" name="connsiteY1124"/>
                  <a:gd fmla="*/ 991933 w 4414571" name="connsiteX1125"/>
                  <a:gd fmla="*/ 717995 h 2472690" name="connsiteY1125"/>
                  <a:gd fmla="*/ 1001554 w 4414571" name="connsiteX1126"/>
                  <a:gd fmla="*/ 717518 h 2472690" name="connsiteY1126"/>
                  <a:gd fmla="*/ 1003554 w 4414571" name="connsiteX1127"/>
                  <a:gd fmla="*/ 722471 h 2472690" name="connsiteY1127"/>
                  <a:gd fmla="*/ 1001935 w 4414571" name="connsiteX1128"/>
                  <a:gd fmla="*/ 726948 h 2472690" name="connsiteY1128"/>
                  <a:gd fmla="*/ 997172 w 4414571" name="connsiteX1129"/>
                  <a:gd fmla="*/ 732091 h 2472690" name="connsiteY1129"/>
                  <a:gd fmla="*/ 971836 w 4414571" name="connsiteX1130"/>
                  <a:gd fmla="*/ 760381 h 2472690" name="connsiteY1130"/>
                  <a:gd fmla="*/ 966978 w 4414571" name="connsiteX1131"/>
                  <a:gd fmla="*/ 762381 h 2472690" name="connsiteY1131"/>
                  <a:gd fmla="*/ 1027081 w 4414571" name="connsiteX1132"/>
                  <a:gd fmla="*/ 695801 h 2472690" name="connsiteY1132"/>
                  <a:gd fmla="*/ 1022604 w 4414571" name="connsiteX1133"/>
                  <a:gd fmla="*/ 693991 h 2472690" name="connsiteY1133"/>
                  <a:gd fmla="*/ 1020318 w 4414571" name="connsiteX1134"/>
                  <a:gd fmla="*/ 689515 h 2472690" name="connsiteY1134"/>
                  <a:gd fmla="*/ 1022128 w 4414571" name="connsiteX1135"/>
                  <a:gd fmla="*/ 684562 h 2472690" name="connsiteY1135"/>
                  <a:gd fmla="*/ 1052227 w 4414571" name="connsiteX1136"/>
                  <a:gd fmla="*/ 651320 h 2472690" name="connsiteY1136"/>
                  <a:gd fmla="*/ 1052227 w 4414571" name="connsiteX1137"/>
                  <a:gd fmla="*/ 651129 h 2472690" name="connsiteY1137"/>
                  <a:gd fmla="*/ 1061656 w 4414571" name="connsiteX1138"/>
                  <a:gd fmla="*/ 650938 h 2472690" name="connsiteY1138"/>
                  <a:gd fmla="*/ 1063942 w 4414571" name="connsiteX1139"/>
                  <a:gd fmla="*/ 655891 h 2472690" name="connsiteY1139"/>
                  <a:gd fmla="*/ 1062323 w 4414571" name="connsiteX1140"/>
                  <a:gd fmla="*/ 660178 h 2472690" name="connsiteY1140"/>
                  <a:gd fmla="*/ 1062133 w 4414571" name="connsiteX1141"/>
                  <a:gd fmla="*/ 660368 h 2472690" name="connsiteY1141"/>
                  <a:gd fmla="*/ 1061656 w 4414571" name="connsiteX1142"/>
                  <a:gd fmla="*/ 660845 h 2472690" name="connsiteY1142"/>
                  <a:gd fmla="*/ 1054227 w 4414571" name="connsiteX1143"/>
                  <a:gd fmla="*/ 668941 h 2472690" name="connsiteY1143"/>
                  <a:gd fmla="*/ 1032034 w 4414571" name="connsiteX1144"/>
                  <a:gd fmla="*/ 693610 h 2472690" name="connsiteY1144"/>
                  <a:gd fmla="*/ 1027081 w 4414571" name="connsiteX1145"/>
                  <a:gd fmla="*/ 695801 h 2472690" name="connsiteY1145"/>
                  <a:gd fmla="*/ 1688116 w 4414571" name="connsiteX1146"/>
                  <a:gd fmla="*/ 687896 h 2472690" name="connsiteY1146"/>
                  <a:gd fmla="*/ 1686306 w 4414571" name="connsiteX1147"/>
                  <a:gd fmla="*/ 687705 h 2472690" name="connsiteY1147"/>
                  <a:gd fmla="*/ 1681353 w 4414571" name="connsiteX1148"/>
                  <a:gd fmla="*/ 681228 h 2472690" name="connsiteY1148"/>
                  <a:gd fmla="*/ 1681353 w 4414571" name="connsiteX1149"/>
                  <a:gd fmla="*/ 679704 h 2472690" name="connsiteY1149"/>
                  <a:gd fmla="*/ 1681353 w 4414571" name="connsiteX1150"/>
                  <a:gd fmla="*/ 679704 h 2472690" name="connsiteY1150"/>
                  <a:gd fmla="*/ 1681829 w 4414571" name="connsiteX1151"/>
                  <a:gd fmla="*/ 678847 h 2472690" name="connsiteY1151"/>
                  <a:gd fmla="*/ 1692878 w 4414571" name="connsiteX1152"/>
                  <a:gd fmla="*/ 636175 h 2472690" name="connsiteY1152"/>
                  <a:gd fmla="*/ 1701165 w 4414571" name="connsiteX1153"/>
                  <a:gd fmla="*/ 631222 h 2472690" name="connsiteY1153"/>
                  <a:gd fmla="*/ 1705165 w 4414571" name="connsiteX1154"/>
                  <a:gd fmla="*/ 634365 h 2472690" name="connsiteY1154"/>
                  <a:gd fmla="*/ 1705832 w 4414571" name="connsiteX1155"/>
                  <a:gd fmla="*/ 639318 h 2472690" name="connsiteY1155"/>
                  <a:gd fmla="*/ 1694593 w 4414571" name="connsiteX1156"/>
                  <a:gd fmla="*/ 683038 h 2472690" name="connsiteY1156"/>
                  <a:gd fmla="*/ 1688116 w 4414571" name="connsiteX1157"/>
                  <a:gd fmla="*/ 687896 h 2472690" name="connsiteY1157"/>
                  <a:gd fmla="*/ 2656808 w 4414571" name="connsiteX1158"/>
                  <a:gd fmla="*/ 680752 h 2472690" name="connsiteY1158"/>
                  <a:gd fmla="*/ 2654332 w 4414571" name="connsiteX1159"/>
                  <a:gd fmla="*/ 680275 h 2472690" name="connsiteY1159"/>
                  <a:gd fmla="*/ 2650522 w 4414571" name="connsiteX1160"/>
                  <a:gd fmla="*/ 671513 h 2472690" name="connsiteY1160"/>
                  <a:gd fmla="*/ 2666429 w 4414571" name="connsiteX1161"/>
                  <a:gd fmla="*/ 629507 h 2472690" name="connsiteY1161"/>
                  <a:gd fmla="*/ 2675001 w 4414571" name="connsiteX1162"/>
                  <a:gd fmla="*/ 625507 h 2472690" name="connsiteY1162"/>
                  <a:gd fmla="*/ 2679478 w 4414571" name="connsiteX1163"/>
                  <a:gd fmla="*/ 631793 h 2472690" name="connsiteY1163"/>
                  <a:gd fmla="*/ 2679002 w 4414571" name="connsiteX1164"/>
                  <a:gd fmla="*/ 634270 h 2472690" name="connsiteY1164"/>
                  <a:gd fmla="*/ 2663095 w 4414571" name="connsiteX1165"/>
                  <a:gd fmla="*/ 676465 h 2472690" name="connsiteY1165"/>
                  <a:gd fmla="*/ 2656808 w 4414571" name="connsiteX1166"/>
                  <a:gd fmla="*/ 680752 h 2472690" name="connsiteY1166"/>
                  <a:gd fmla="*/ 1087279 w 4414571" name="connsiteX1167"/>
                  <a:gd fmla="*/ 629126 h 2472690" name="connsiteY1167"/>
                  <a:gd fmla="*/ 1082802 w 4414571" name="connsiteX1168"/>
                  <a:gd fmla="*/ 627602 h 2472690" name="connsiteY1168"/>
                  <a:gd fmla="*/ 1080516 w 4414571" name="connsiteX1169"/>
                  <a:gd fmla="*/ 622935 h 2472690" name="connsiteY1169"/>
                  <a:gd fmla="*/ 1082326 w 4414571" name="connsiteX1170"/>
                  <a:gd fmla="*/ 617982 h 2472690" name="connsiteY1170"/>
                  <a:gd fmla="*/ 1112425 w 4414571" name="connsiteX1171"/>
                  <a:gd fmla="*/ 584740 h 2472690" name="connsiteY1171"/>
                  <a:gd fmla="*/ 1122045 w 4414571" name="connsiteX1172"/>
                  <a:gd fmla="*/ 584263 h 2472690" name="connsiteY1172"/>
                  <a:gd fmla="*/ 1124236 w 4414571" name="connsiteX1173"/>
                  <a:gd fmla="*/ 589216 h 2472690" name="connsiteY1173"/>
                  <a:gd fmla="*/ 1122426 w 4414571" name="connsiteX1174"/>
                  <a:gd fmla="*/ 593503 h 2472690" name="connsiteY1174"/>
                  <a:gd fmla="*/ 1122426 w 4414571" name="connsiteX1175"/>
                  <a:gd fmla="*/ 593693 h 2472690" name="connsiteY1175"/>
                  <a:gd fmla="*/ 1121950 w 4414571" name="connsiteX1176"/>
                  <a:gd fmla="*/ 594170 h 2472690" name="connsiteY1176"/>
                  <a:gd fmla="*/ 1092137 w 4414571" name="connsiteX1177"/>
                  <a:gd fmla="*/ 627126 h 2472690" name="connsiteY1177"/>
                  <a:gd fmla="*/ 1087279 w 4414571" name="connsiteX1178"/>
                  <a:gd fmla="*/ 629126 h 2472690" name="connsiteY1178"/>
                  <a:gd fmla="*/ 1710309 w 4414571" name="connsiteX1179"/>
                  <a:gd fmla="*/ 600837 h 2472690" name="connsiteY1179"/>
                  <a:gd fmla="*/ 1708690 w 4414571" name="connsiteX1180"/>
                  <a:gd fmla="*/ 600647 h 2472690" name="connsiteY1180"/>
                  <a:gd fmla="*/ 1703546 w 4414571" name="connsiteX1181"/>
                  <a:gd fmla="*/ 594170 h 2472690" name="connsiteY1181"/>
                  <a:gd fmla="*/ 1703737 w 4414571" name="connsiteX1182"/>
                  <a:gd fmla="*/ 592646 h 2472690" name="connsiteY1182"/>
                  <a:gd fmla="*/ 1714309 w 4414571" name="connsiteX1183"/>
                  <a:gd fmla="*/ 548830 h 2472690" name="connsiteY1183"/>
                  <a:gd fmla="*/ 1722406 w 4414571" name="connsiteX1184"/>
                  <a:gd fmla="*/ 543878 h 2472690" name="connsiteY1184"/>
                  <a:gd fmla="*/ 1726692 w 4414571" name="connsiteX1185"/>
                  <a:gd fmla="*/ 546830 h 2472690" name="connsiteY1185"/>
                  <a:gd fmla="*/ 1727359 w 4414571" name="connsiteX1186"/>
                  <a:gd fmla="*/ 551974 h 2472690" name="connsiteY1186"/>
                  <a:gd fmla="*/ 1716786 w 4414571" name="connsiteX1187"/>
                  <a:gd fmla="*/ 595789 h 2472690" name="connsiteY1187"/>
                  <a:gd fmla="*/ 1710309 w 4414571" name="connsiteX1188"/>
                  <a:gd fmla="*/ 600837 h 2472690" name="connsiteY1188"/>
                  <a:gd fmla="*/ 2687098 w 4414571" name="connsiteX1189"/>
                  <a:gd fmla="*/ 596074 h 2472690" name="connsiteY1189"/>
                  <a:gd fmla="*/ 2685098 w 4414571" name="connsiteX1190"/>
                  <a:gd fmla="*/ 595884 h 2472690" name="connsiteY1190"/>
                  <a:gd fmla="*/ 2681288 w 4414571" name="connsiteX1191"/>
                  <a:gd fmla="*/ 592550 h 2472690" name="connsiteY1191"/>
                  <a:gd fmla="*/ 2680811 w 4414571" name="connsiteX1192"/>
                  <a:gd fmla="*/ 587407 h 2472690" name="connsiteY1192"/>
                  <a:gd fmla="*/ 2693575 w 4414571" name="connsiteX1193"/>
                  <a:gd fmla="*/ 544544 h 2472690" name="connsiteY1193"/>
                  <a:gd fmla="*/ 2701671 w 4414571" name="connsiteX1194"/>
                  <a:gd fmla="*/ 539877 h 2472690" name="connsiteY1194"/>
                  <a:gd fmla="*/ 2706624 w 4414571" name="connsiteX1195"/>
                  <a:gd fmla="*/ 546640 h 2472690" name="connsiteY1195"/>
                  <a:gd fmla="*/ 2706433 w 4414571" name="connsiteX1196"/>
                  <a:gd fmla="*/ 548259 h 2472690" name="connsiteY1196"/>
                  <a:gd fmla="*/ 2693670 w 4414571" name="connsiteX1197"/>
                  <a:gd fmla="*/ 591598 h 2472690" name="connsiteY1197"/>
                  <a:gd fmla="*/ 2687098 w 4414571" name="connsiteX1198"/>
                  <a:gd fmla="*/ 596074 h 2472690" name="connsiteY1198"/>
                  <a:gd fmla="*/ 1730978 w 4414571" name="connsiteX1199"/>
                  <a:gd fmla="*/ 513302 h 2472690" name="connsiteY1199"/>
                  <a:gd fmla="*/ 1729359 w 4414571" name="connsiteX1200"/>
                  <a:gd fmla="*/ 513112 h 2472690" name="connsiteY1200"/>
                  <a:gd fmla="*/ 1724215 w 4414571" name="connsiteX1201"/>
                  <a:gd fmla="*/ 506349 h 2472690" name="connsiteY1201"/>
                  <a:gd fmla="*/ 1724406 w 4414571" name="connsiteX1202"/>
                  <a:gd fmla="*/ 505015 h 2472690" name="connsiteY1202"/>
                  <a:gd fmla="*/ 1726025 w 4414571" name="connsiteX1203"/>
                  <a:gd fmla="*/ 497872 h 2472690" name="connsiteY1203"/>
                  <a:gd fmla="*/ 1727835 w 4414571" name="connsiteX1204"/>
                  <a:gd fmla="*/ 489585 h 2472690" name="connsiteY1204"/>
                  <a:gd fmla="*/ 1734788 w 4414571" name="connsiteX1205"/>
                  <a:gd fmla="*/ 461105 h 2472690" name="connsiteY1205"/>
                  <a:gd fmla="*/ 1742884 w 4414571" name="connsiteX1206"/>
                  <a:gd fmla="*/ 456438 h 2472690" name="connsiteY1206"/>
                  <a:gd fmla="*/ 1747838 w 4414571" name="connsiteX1207"/>
                  <a:gd fmla="*/ 464725 h 2472690" name="connsiteY1207"/>
                  <a:gd fmla="*/ 1740884 w 4414571" name="connsiteX1208"/>
                  <a:gd fmla="*/ 492538 h 2472690" name="connsiteY1208"/>
                  <a:gd fmla="*/ 1737741 w 4414571" name="connsiteX1209"/>
                  <a:gd fmla="*/ 507778 h 2472690" name="connsiteY1209"/>
                  <a:gd fmla="*/ 1737550 w 4414571" name="connsiteX1210"/>
                  <a:gd fmla="*/ 507968 h 2472690" name="connsiteY1210"/>
                  <a:gd fmla="*/ 1730978 w 4414571" name="connsiteX1211"/>
                  <a:gd fmla="*/ 513302 h 2472690" name="connsiteY1211"/>
                  <a:gd fmla="*/ 2710720 w 4414571" name="connsiteX1212"/>
                  <a:gd fmla="*/ 509492 h 2472690" name="connsiteY1212"/>
                  <a:gd fmla="*/ 2709386 w 4414571" name="connsiteX1213"/>
                  <a:gd fmla="*/ 509302 h 2472690" name="connsiteY1213"/>
                  <a:gd fmla="*/ 2705100 w 4414571" name="connsiteX1214"/>
                  <a:gd fmla="*/ 506349 h 2472690" name="connsiteY1214"/>
                  <a:gd fmla="*/ 2704243 w 4414571" name="connsiteX1215"/>
                  <a:gd fmla="*/ 501396 h 2472690" name="connsiteY1215"/>
                  <a:gd fmla="*/ 2712339 w 4414571" name="connsiteX1216"/>
                  <a:gd fmla="*/ 457581 h 2472690" name="connsiteY1216"/>
                  <a:gd fmla="*/ 2720245 w 4414571" name="connsiteX1217"/>
                  <a:gd fmla="*/ 451961 h 2472690" name="connsiteY1217"/>
                  <a:gd fmla="*/ 2725865 w 4414571" name="connsiteX1218"/>
                  <a:gd fmla="*/ 458438 h 2472690" name="connsiteY1218"/>
                  <a:gd fmla="*/ 2725865 w 4414571" name="connsiteX1219"/>
                  <a:gd fmla="*/ 459581 h 2472690" name="connsiteY1219"/>
                  <a:gd fmla="*/ 2717292 w 4414571" name="connsiteX1220"/>
                  <a:gd fmla="*/ 504063 h 2472690" name="connsiteY1220"/>
                  <a:gd fmla="*/ 2710720 w 4414571" name="connsiteX1221"/>
                  <a:gd fmla="*/ 509492 h 2472690" name="connsiteY1221"/>
                  <a:gd fmla="*/ 1754314 w 4414571" name="connsiteX1222"/>
                  <a:gd fmla="*/ 426625 h 2472690" name="connsiteY1222"/>
                  <a:gd fmla="*/ 1752124 w 4414571" name="connsiteX1223"/>
                  <a:gd fmla="*/ 426148 h 2472690" name="connsiteY1223"/>
                  <a:gd fmla="*/ 1747647 w 4414571" name="connsiteX1224"/>
                  <a:gd fmla="*/ 419862 h 2472690" name="connsiteY1224"/>
                  <a:gd fmla="*/ 1747838 w 4414571" name="connsiteX1225"/>
                  <a:gd fmla="*/ 417576 h 2472690" name="connsiteY1225"/>
                  <a:gd fmla="*/ 1764030 w 4414571" name="connsiteX1226"/>
                  <a:gd fmla="*/ 375190 h 2472690" name="connsiteY1226"/>
                  <a:gd fmla="*/ 1772983 w 4414571" name="connsiteX1227"/>
                  <a:gd fmla="*/ 371570 h 2472690" name="connsiteY1227"/>
                  <a:gd fmla="*/ 1776317 w 4414571" name="connsiteX1228"/>
                  <a:gd fmla="*/ 380524 h 2472690" name="connsiteY1228"/>
                  <a:gd fmla="*/ 1760601 w 4414571" name="connsiteX1229"/>
                  <a:gd fmla="*/ 421862 h 2472690" name="connsiteY1229"/>
                  <a:gd fmla="*/ 1754314 w 4414571" name="connsiteX1230"/>
                  <a:gd fmla="*/ 426625 h 2472690" name="connsiteY1230"/>
                  <a:gd fmla="*/ 2724150 w 4414571" name="connsiteX1231"/>
                  <a:gd fmla="*/ 420814 h 2472690" name="connsiteY1231"/>
                  <a:gd fmla="*/ 2723674 w 4414571" name="connsiteX1232"/>
                  <a:gd fmla="*/ 420814 h 2472690" name="connsiteY1232"/>
                  <a:gd fmla="*/ 2717387 w 4414571" name="connsiteX1233"/>
                  <a:gd fmla="*/ 413671 h 2472690" name="connsiteY1233"/>
                  <a:gd fmla="*/ 2718911 w 4414571" name="connsiteX1234"/>
                  <a:gd fmla="*/ 376428 h 2472690" name="connsiteY1234"/>
                  <a:gd fmla="*/ 2718911 w 4414571" name="connsiteX1235"/>
                  <a:gd fmla="*/ 369475 h 2472690" name="connsiteY1235"/>
                  <a:gd fmla="*/ 2720721 w 4414571" name="connsiteX1236"/>
                  <a:gd fmla="*/ 364522 h 2472690" name="connsiteY1236"/>
                  <a:gd fmla="*/ 2732437 w 4414571" name="connsiteX1237"/>
                  <a:gd fmla="*/ 369189 h 2472690" name="connsiteY1237"/>
                  <a:gd fmla="*/ 2732437 w 4414571" name="connsiteX1238"/>
                  <a:gd fmla="*/ 376333 h 2472690" name="connsiteY1238"/>
                  <a:gd fmla="*/ 2730817 w 4414571" name="connsiteX1239"/>
                  <a:gd fmla="*/ 414528 h 2472690" name="connsiteY1239"/>
                  <a:gd fmla="*/ 2724150 w 4414571" name="connsiteX1240"/>
                  <a:gd fmla="*/ 420814 h 2472690" name="connsiteY1240"/>
                  <a:gd fmla="*/ 1789081 w 4414571" name="connsiteX1241"/>
                  <a:gd fmla="*/ 344043 h 2472690" name="connsiteY1241"/>
                  <a:gd fmla="*/ 1786128 w 4414571" name="connsiteX1242"/>
                  <a:gd fmla="*/ 343186 h 2472690" name="connsiteY1242"/>
                  <a:gd fmla="*/ 1782318 w 4414571" name="connsiteX1243"/>
                  <a:gd fmla="*/ 337375 h 2472690" name="connsiteY1243"/>
                  <a:gd fmla="*/ 1783175 w 4414571" name="connsiteX1244"/>
                  <a:gd fmla="*/ 334232 h 2472690" name="connsiteY1244"/>
                  <a:gd fmla="*/ 1804988 w 4414571" name="connsiteX1245"/>
                  <a:gd fmla="*/ 294513 h 2472690" name="connsiteY1245"/>
                  <a:gd fmla="*/ 1814227 w 4414571" name="connsiteX1246"/>
                  <a:gd fmla="*/ 292322 h 2472690" name="connsiteY1246"/>
                  <a:gd fmla="*/ 1817370 w 4414571" name="connsiteX1247"/>
                  <a:gd fmla="*/ 296323 h 2472690" name="connsiteY1247"/>
                  <a:gd fmla="*/ 1816513 w 4414571" name="connsiteX1248"/>
                  <a:gd fmla="*/ 301466 h 2472690" name="connsiteY1248"/>
                  <a:gd fmla="*/ 1795177 w 4414571" name="connsiteX1249"/>
                  <a:gd fmla="*/ 340042 h 2472690" name="connsiteY1249"/>
                  <a:gd fmla="*/ 1795177 w 4414571" name="connsiteX1250"/>
                  <a:gd fmla="*/ 340233 h 2472690" name="connsiteY1250"/>
                  <a:gd fmla="*/ 1789081 w 4414571" name="connsiteX1251"/>
                  <a:gd fmla="*/ 344043 h 2472690" name="connsiteY1251"/>
                  <a:gd fmla="*/ 2722626 w 4414571" name="connsiteX1252"/>
                  <a:gd fmla="*/ 331280 h 2472690" name="connsiteY1252"/>
                  <a:gd fmla="*/ 2715863 w 4414571" name="connsiteX1253"/>
                  <a:gd fmla="*/ 325469 h 2472690" name="connsiteY1253"/>
                  <a:gd fmla="*/ 2707100 w 4414571" name="connsiteX1254"/>
                  <a:gd fmla="*/ 282607 h 2472690" name="connsiteY1254"/>
                  <a:gd fmla="*/ 2707100 w 4414571" name="connsiteX1255"/>
                  <a:gd fmla="*/ 282416 h 2472690" name="connsiteY1255"/>
                  <a:gd fmla="*/ 2706910 w 4414571" name="connsiteX1256"/>
                  <a:gd fmla="*/ 280797 h 2472690" name="connsiteY1256"/>
                  <a:gd fmla="*/ 2711863 w 4414571" name="connsiteX1257"/>
                  <a:gd fmla="*/ 274034 h 2472690" name="connsiteY1257"/>
                  <a:gd fmla="*/ 2720149 w 4414571" name="connsiteX1258"/>
                  <a:gd fmla="*/ 278701 h 2472690" name="connsiteY1258"/>
                  <a:gd fmla="*/ 2729103 w 4414571" name="connsiteX1259"/>
                  <a:gd fmla="*/ 323564 h 2472690" name="connsiteY1259"/>
                  <a:gd fmla="*/ 2723293 w 4414571" name="connsiteX1260"/>
                  <a:gd fmla="*/ 331184 h 2472690" name="connsiteY1260"/>
                  <a:gd fmla="*/ 2722626 w 4414571" name="connsiteX1261"/>
                  <a:gd fmla="*/ 331280 h 2472690" name="connsiteY1261"/>
                  <a:gd fmla="*/ 1835372 w 4414571" name="connsiteX1262"/>
                  <a:gd fmla="*/ 267081 h 2472690" name="connsiteY1262"/>
                  <a:gd fmla="*/ 1831277 w 4414571" name="connsiteX1263"/>
                  <a:gd fmla="*/ 265747 h 2472690" name="connsiteY1263"/>
                  <a:gd fmla="*/ 1828609 w 4414571" name="connsiteX1264"/>
                  <a:gd fmla="*/ 260128 h 2472690" name="connsiteY1264"/>
                  <a:gd fmla="*/ 1829753 w 4414571" name="connsiteX1265"/>
                  <a:gd fmla="*/ 256508 h 2472690" name="connsiteY1265"/>
                  <a:gd fmla="*/ 1857089 w 4414571" name="connsiteX1266"/>
                  <a:gd fmla="*/ 220123 h 2472690" name="connsiteY1266"/>
                  <a:gd fmla="*/ 1866519 w 4414571" name="connsiteX1267"/>
                  <a:gd fmla="*/ 219265 h 2472690" name="connsiteY1267"/>
                  <a:gd fmla="*/ 1868996 w 4414571" name="connsiteX1268"/>
                  <a:gd fmla="*/ 223742 h 2472690" name="connsiteY1268"/>
                  <a:gd fmla="*/ 1867662 w 4414571" name="connsiteX1269"/>
                  <a:gd fmla="*/ 228695 h 2472690" name="connsiteY1269"/>
                  <a:gd fmla="*/ 1840992 w 4414571" name="connsiteX1270"/>
                  <a:gd fmla="*/ 263938 h 2472690" name="connsiteY1270"/>
                  <a:gd fmla="*/ 1840706 w 4414571" name="connsiteX1271"/>
                  <a:gd fmla="*/ 264128 h 2472690" name="connsiteY1271"/>
                  <a:gd fmla="*/ 1835372 w 4414571" name="connsiteX1272"/>
                  <a:gd fmla="*/ 267081 h 2472690" name="connsiteY1272"/>
                  <a:gd fmla="*/ 2698147 w 4414571" name="connsiteX1273"/>
                  <a:gd fmla="*/ 245269 h 2472690" name="connsiteY1273"/>
                  <a:gd fmla="*/ 2692051 w 4414571" name="connsiteX1274"/>
                  <a:gd fmla="*/ 241268 h 2472690" name="connsiteY1274"/>
                  <a:gd fmla="*/ 2670239 w 4414571" name="connsiteX1275"/>
                  <a:gd fmla="*/ 203549 h 2472690" name="connsiteY1275"/>
                  <a:gd fmla="*/ 2669096 w 4414571" name="connsiteX1276"/>
                  <a:gd fmla="*/ 199739 h 2472690" name="connsiteY1276"/>
                  <a:gd fmla="*/ 2672048 w 4414571" name="connsiteX1277"/>
                  <a:gd fmla="*/ 194120 h 2472690" name="connsiteY1277"/>
                  <a:gd fmla="*/ 2681288 w 4414571" name="connsiteX1278"/>
                  <a:gd fmla="*/ 195643 h 2472690" name="connsiteY1278"/>
                  <a:gd fmla="*/ 2704433 w 4414571" name="connsiteX1279"/>
                  <a:gd fmla="*/ 235648 h 2472690" name="connsiteY1279"/>
                  <a:gd fmla="*/ 2701099 w 4414571" name="connsiteX1280"/>
                  <a:gd fmla="*/ 244602 h 2472690" name="connsiteY1280"/>
                  <a:gd fmla="*/ 2698147 w 4414571" name="connsiteX1281"/>
                  <a:gd fmla="*/ 245269 h 2472690" name="connsiteY1281"/>
                  <a:gd fmla="*/ 1891665 w 4414571" name="connsiteX1282"/>
                  <a:gd fmla="*/ 197453 h 2472690" name="connsiteY1282"/>
                  <a:gd fmla="*/ 1887188 w 4414571" name="connsiteX1283"/>
                  <a:gd fmla="*/ 195453 h 2472690" name="connsiteY1283"/>
                  <a:gd fmla="*/ 1885188 w 4414571" name="connsiteX1284"/>
                  <a:gd fmla="*/ 190500 h 2472690" name="connsiteY1284"/>
                  <a:gd fmla="*/ 1886998 w 4414571" name="connsiteX1285"/>
                  <a:gd fmla="*/ 186023 h 2472690" name="connsiteY1285"/>
                  <a:gd fmla="*/ 1919097 w 4414571" name="connsiteX1286"/>
                  <a:gd fmla="*/ 154114 h 2472690" name="connsiteY1286"/>
                  <a:gd fmla="*/ 1928527 w 4414571" name="connsiteX1287"/>
                  <a:gd fmla="*/ 154305 h 2472690" name="connsiteY1287"/>
                  <a:gd fmla="*/ 1930337 w 4414571" name="connsiteX1288"/>
                  <a:gd fmla="*/ 159258 h 2472690" name="connsiteY1288"/>
                  <a:gd fmla="*/ 1928336 w 4414571" name="connsiteX1289"/>
                  <a:gd fmla="*/ 164021 h 2472690" name="connsiteY1289"/>
                  <a:gd fmla="*/ 1896713 w 4414571" name="connsiteX1290"/>
                  <a:gd fmla="*/ 195167 h 2472690" name="connsiteY1290"/>
                  <a:gd fmla="*/ 1891665 w 4414571" name="connsiteX1291"/>
                  <a:gd fmla="*/ 197453 h 2472690" name="connsiteY1291"/>
                  <a:gd fmla="*/ 2647188 w 4414571" name="connsiteX1292"/>
                  <a:gd fmla="*/ 171926 h 2472690" name="connsiteY1292"/>
                  <a:gd fmla="*/ 2642235 w 4414571" name="connsiteX1293"/>
                  <a:gd fmla="*/ 169926 h 2472690" name="connsiteY1293"/>
                  <a:gd fmla="*/ 2610326 w 4414571" name="connsiteX1294"/>
                  <a:gd fmla="*/ 138970 h 2472690" name="connsiteY1294"/>
                  <a:gd fmla="*/ 2608326 w 4414571" name="connsiteX1295"/>
                  <a:gd fmla="*/ 134017 h 2472690" name="connsiteY1295"/>
                  <a:gd fmla="*/ 2609945 w 4414571" name="connsiteX1296"/>
                  <a:gd fmla="*/ 129540 h 2472690" name="connsiteY1296"/>
                  <a:gd fmla="*/ 2619566 w 4414571" name="connsiteX1297"/>
                  <a:gd fmla="*/ 128873 h 2472690" name="connsiteY1297"/>
                  <a:gd fmla="*/ 2651855 w 4414571" name="connsiteX1298"/>
                  <a:gd fmla="*/ 160782 h 2472690" name="connsiteY1298"/>
                  <a:gd fmla="*/ 2651570 w 4414571" name="connsiteX1299"/>
                  <a:gd fmla="*/ 170212 h 2472690" name="connsiteY1299"/>
                  <a:gd fmla="*/ 2647188 w 4414571" name="connsiteX1300"/>
                  <a:gd fmla="*/ 171926 h 2472690" name="connsiteY1300"/>
                  <a:gd fmla="*/ 1957673 w 4414571" name="connsiteX1301"/>
                  <a:gd fmla="*/ 136398 h 2472690" name="connsiteY1301"/>
                  <a:gd fmla="*/ 1952530 w 4414571" name="connsiteX1302"/>
                  <a:gd fmla="*/ 133921 h 2472690" name="connsiteY1302"/>
                  <a:gd fmla="*/ 1950911 w 4414571" name="connsiteX1303"/>
                  <a:gd fmla="*/ 129635 h 2472690" name="connsiteY1303"/>
                  <a:gd fmla="*/ 1953578 w 4414571" name="connsiteX1304"/>
                  <a:gd fmla="*/ 124492 h 2472690" name="connsiteY1304"/>
                  <a:gd fmla="*/ 1989963 w 4414571" name="connsiteX1305"/>
                  <a:gd fmla="*/ 97536 h 2472690" name="connsiteY1305"/>
                  <a:gd fmla="*/ 1999393 w 4414571" name="connsiteX1306"/>
                  <a:gd fmla="*/ 99346 h 2472690" name="connsiteY1306"/>
                  <a:gd fmla="*/ 2000536 w 4414571" name="connsiteX1307"/>
                  <a:gd fmla="*/ 104299 h 2472690" name="connsiteY1307"/>
                  <a:gd fmla="*/ 1997583 w 4414571" name="connsiteX1308"/>
                  <a:gd fmla="*/ 108585 h 2472690" name="connsiteY1308"/>
                  <a:gd fmla="*/ 1961864 w 4414571" name="connsiteX1309"/>
                  <a:gd fmla="*/ 135064 h 2472690" name="connsiteY1309"/>
                  <a:gd fmla="*/ 1957673 w 4414571" name="connsiteX1310"/>
                  <a:gd fmla="*/ 136398 h 2472690" name="connsiteY1310"/>
                  <a:gd fmla="*/ 2580513 w 4414571" name="connsiteX1311"/>
                  <a:gd fmla="*/ 111919 h 2472690" name="connsiteY1311"/>
                  <a:gd fmla="*/ 2576513 w 4414571" name="connsiteX1312"/>
                  <a:gd fmla="*/ 110585 h 2472690" name="connsiteY1312"/>
                  <a:gd fmla="*/ 2540127 w 4414571" name="connsiteX1313"/>
                  <a:gd fmla="*/ 85249 h 2472690" name="connsiteY1313"/>
                  <a:gd fmla="*/ 2536984 w 4414571" name="connsiteX1314"/>
                  <a:gd fmla="*/ 79438 h 2472690" name="connsiteY1314"/>
                  <a:gd fmla="*/ 2537841 w 4414571" name="connsiteX1315"/>
                  <a:gd fmla="*/ 76105 h 2472690" name="connsiteY1315"/>
                  <a:gd fmla="*/ 2547271 w 4414571" name="connsiteX1316"/>
                  <a:gd fmla="*/ 73914 h 2472690" name="connsiteY1316"/>
                  <a:gd fmla="*/ 2584514 w 4414571" name="connsiteX1317"/>
                  <a:gd fmla="*/ 99917 h 2472690" name="connsiteY1317"/>
                  <a:gd fmla="*/ 2586990 w 4414571" name="connsiteX1318"/>
                  <a:gd fmla="*/ 104394 h 2472690" name="connsiteY1318"/>
                  <a:gd fmla="*/ 2585847 w 4414571" name="connsiteX1319"/>
                  <a:gd fmla="*/ 109347 h 2472690" name="connsiteY1319"/>
                  <a:gd fmla="*/ 2580513 w 4414571" name="connsiteX1320"/>
                  <a:gd fmla="*/ 111919 h 2472690" name="connsiteY1320"/>
                  <a:gd fmla="*/ 2031968 w 4414571" name="connsiteX1321"/>
                  <a:gd fmla="*/ 85915 h 2472690" name="connsiteY1321"/>
                  <a:gd fmla="*/ 2026158 w 4414571" name="connsiteX1322"/>
                  <a:gd fmla="*/ 82582 h 2472690" name="connsiteY1322"/>
                  <a:gd fmla="*/ 2025301 w 4414571" name="connsiteX1323"/>
                  <a:gd fmla="*/ 79438 h 2472690" name="connsiteY1323"/>
                  <a:gd fmla="*/ 2028634 w 4414571" name="connsiteX1324"/>
                  <a:gd fmla="*/ 73342 h 2472690" name="connsiteY1324"/>
                  <a:gd fmla="*/ 2068830 w 4414571" name="connsiteX1325"/>
                  <a:gd fmla="*/ 52292 h 2472690" name="connsiteY1325"/>
                  <a:gd fmla="*/ 2077783 w 4414571" name="connsiteX1326"/>
                  <a:gd fmla="*/ 55626 h 2472690" name="connsiteY1326"/>
                  <a:gd fmla="*/ 2074640 w 4414571" name="connsiteX1327"/>
                  <a:gd fmla="*/ 64579 h 2472690" name="connsiteY1327"/>
                  <a:gd fmla="*/ 2035397 w 4414571" name="connsiteX1328"/>
                  <a:gd fmla="*/ 84963 h 2472690" name="connsiteY1328"/>
                  <a:gd fmla="*/ 2031968 w 4414571" name="connsiteX1329"/>
                  <a:gd fmla="*/ 85915 h 2472690" name="connsiteY1329"/>
                  <a:gd fmla="*/ 2504694 w 4414571" name="connsiteX1330"/>
                  <a:gd fmla="*/ 64198 h 2472690" name="connsiteY1330"/>
                  <a:gd fmla="*/ 2501551 w 4414571" name="connsiteX1331"/>
                  <a:gd fmla="*/ 63532 h 2472690" name="connsiteY1331"/>
                  <a:gd fmla="*/ 2461355 w 4414571" name="connsiteX1332"/>
                  <a:gd fmla="*/ 45339 h 2472690" name="connsiteY1332"/>
                  <a:gd fmla="*/ 2457069 w 4414571" name="connsiteX1333"/>
                  <a:gd fmla="*/ 39243 h 2472690" name="connsiteY1333"/>
                  <a:gd fmla="*/ 2457545 w 4414571" name="connsiteX1334"/>
                  <a:gd fmla="*/ 36576 h 2472690" name="connsiteY1334"/>
                  <a:gd fmla="*/ 2466308 w 4414571" name="connsiteX1335"/>
                  <a:gd fmla="*/ 32766 h 2472690" name="connsiteY1335"/>
                  <a:gd fmla="*/ 2507647 w 4414571" name="connsiteX1336"/>
                  <a:gd fmla="*/ 51435 h 2472690" name="connsiteY1336"/>
                  <a:gd fmla="*/ 2510790 w 4414571" name="connsiteX1337"/>
                  <a:gd fmla="*/ 60674 h 2472690" name="connsiteY1337"/>
                  <a:gd fmla="*/ 2504694 w 4414571" name="connsiteX1338"/>
                  <a:gd fmla="*/ 64198 h 2472690" name="connsiteY1338"/>
                  <a:gd fmla="*/ 2113026 w 4414571" name="connsiteX1339"/>
                  <a:gd fmla="*/ 47530 h 2472690" name="connsiteY1339"/>
                  <a:gd fmla="*/ 2106740 w 4414571" name="connsiteX1340"/>
                  <a:gd fmla="*/ 43243 h 2472690" name="connsiteY1340"/>
                  <a:gd fmla="*/ 2106263 w 4414571" name="connsiteX1341"/>
                  <a:gd fmla="*/ 40767 h 2472690" name="connsiteY1341"/>
                  <a:gd fmla="*/ 2110549 w 4414571" name="connsiteX1342"/>
                  <a:gd fmla="*/ 34480 h 2472690" name="connsiteY1342"/>
                  <a:gd fmla="*/ 2153603 w 4414571" name="connsiteX1343"/>
                  <a:gd fmla="*/ 20098 h 2472690" name="connsiteY1343"/>
                  <a:gd fmla="*/ 2161889 w 4414571" name="connsiteX1344"/>
                  <a:gd fmla="*/ 24574 h 2472690" name="connsiteY1344"/>
                  <a:gd fmla="*/ 2161223 w 4414571" name="connsiteX1345"/>
                  <a:gd fmla="*/ 29718 h 2472690" name="connsiteY1345"/>
                  <a:gd fmla="*/ 2157413 w 4414571" name="connsiteX1346"/>
                  <a:gd fmla="*/ 32861 h 2472690" name="connsiteY1346"/>
                  <a:gd fmla="*/ 2115217 w 4414571" name="connsiteX1347"/>
                  <a:gd fmla="*/ 46958 h 2472690" name="connsiteY1347"/>
                  <a:gd fmla="*/ 2113026 w 4414571" name="connsiteX1348"/>
                  <a:gd fmla="*/ 47530 h 2472690" name="connsiteY1348"/>
                  <a:gd fmla="*/ 2421160 w 4414571" name="connsiteX1349"/>
                  <a:gd fmla="*/ 31432 h 2472690" name="connsiteY1349"/>
                  <a:gd fmla="*/ 2419350 w 4414571" name="connsiteX1350"/>
                  <a:gd fmla="*/ 30956 h 2472690" name="connsiteY1350"/>
                  <a:gd fmla="*/ 2376297 w 4414571" name="connsiteX1351"/>
                  <a:gd fmla="*/ 21050 h 2472690" name="connsiteY1351"/>
                  <a:gd fmla="*/ 2370868 w 4414571" name="connsiteX1352"/>
                  <a:gd fmla="*/ 14573 h 2472690" name="connsiteY1352"/>
                  <a:gd fmla="*/ 2370868 w 4414571" name="connsiteX1353"/>
                  <a:gd fmla="*/ 13240 h 2472690" name="connsiteY1353"/>
                  <a:gd fmla="*/ 2378774 w 4414571" name="connsiteX1354"/>
                  <a:gd fmla="*/ 7810 h 2472690" name="connsiteY1354"/>
                  <a:gd fmla="*/ 2423160 w 4414571" name="connsiteX1355"/>
                  <a:gd fmla="*/ 18097 h 2472690" name="connsiteY1355"/>
                  <a:gd fmla="*/ 2427637 w 4414571" name="connsiteX1356"/>
                  <a:gd fmla="*/ 26384 h 2472690" name="connsiteY1356"/>
                  <a:gd fmla="*/ 2421160 w 4414571" name="connsiteX1357"/>
                  <a:gd fmla="*/ 31432 h 2472690" name="connsiteY1357"/>
                  <a:gd fmla="*/ 2199227 w 4414571" name="connsiteX1358"/>
                  <a:gd fmla="*/ 22860 h 2472690" name="connsiteY1358"/>
                  <a:gd fmla="*/ 2192465 w 4414571" name="connsiteX1359"/>
                  <a:gd fmla="*/ 17240 h 2472690" name="connsiteY1359"/>
                  <a:gd fmla="*/ 2192465 w 4414571" name="connsiteX1360"/>
                  <a:gd fmla="*/ 15907 h 2472690" name="connsiteY1360"/>
                  <a:gd fmla="*/ 2197894 w 4414571" name="connsiteX1361"/>
                  <a:gd fmla="*/ 9430 h 2472690" name="connsiteY1361"/>
                  <a:gd fmla="*/ 2242757 w 4414571" name="connsiteX1362"/>
                  <a:gd fmla="*/ 2667 h 2472690" name="connsiteY1362"/>
                  <a:gd fmla="*/ 2250186 w 4414571" name="connsiteX1363"/>
                  <a:gd fmla="*/ 8763 h 2472690" name="connsiteY1363"/>
                  <a:gd fmla="*/ 2244185 w 4414571" name="connsiteX1364"/>
                  <a:gd fmla="*/ 16192 h 2472690" name="connsiteY1364"/>
                  <a:gd fmla="*/ 2200370 w 4414571" name="connsiteX1365"/>
                  <a:gd fmla="*/ 22670 h 2472690" name="connsiteY1365"/>
                  <a:gd fmla="*/ 2199227 w 4414571" name="connsiteX1366"/>
                  <a:gd fmla="*/ 22860 h 2472690" name="connsiteY1366"/>
                  <a:gd fmla="*/ 2333149 w 4414571" name="connsiteX1367"/>
                  <a:gd fmla="*/ 15240 h 2472690" name="connsiteY1367"/>
                  <a:gd fmla="*/ 2332482 w 4414571" name="connsiteX1368"/>
                  <a:gd fmla="*/ 15240 h 2472690" name="connsiteY1368"/>
                  <a:gd fmla="*/ 2288286 w 4414571" name="connsiteX1369"/>
                  <a:gd fmla="*/ 13716 h 2472690" name="connsiteY1369"/>
                  <a:gd fmla="*/ 2281523 w 4414571" name="connsiteX1370"/>
                  <a:gd fmla="*/ 6953 h 2472690" name="connsiteY1370"/>
                  <a:gd fmla="*/ 2288286 w 4414571" name="connsiteX1371"/>
                  <a:gd fmla="*/ 0 h 2472690" name="connsiteY1371"/>
                  <a:gd fmla="*/ 2293715 w 4414571" name="connsiteX1372"/>
                  <a:gd fmla="*/ 0 h 2472690" name="connsiteY1372"/>
                  <a:gd fmla="*/ 2333625 w 4414571" name="connsiteX1373"/>
                  <a:gd fmla="*/ 1810 h 2472690" name="connsiteY1373"/>
                  <a:gd fmla="*/ 2339721 w 4414571" name="connsiteX1374"/>
                  <a:gd fmla="*/ 8954 h 2472690" name="connsiteY1374"/>
                  <a:gd fmla="*/ 2333149 w 4414571" name="connsiteX1375"/>
                  <a:gd fmla="*/ 15240 h 2472690" name="connsiteY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</a:cxnLst>
                <a:rect b="b" l="l" r="r" t="t"/>
                <a:pathLst>
                  <a:path h="2472690" w="4414571">
                    <a:moveTo>
                      <a:pt x="397288" y="2472690"/>
                    </a:moveTo>
                    <a:lnTo>
                      <a:pt x="397288" y="2472690"/>
                    </a:lnTo>
                    <a:cubicBezTo>
                      <a:pt x="393478" y="2472690"/>
                      <a:pt x="390525" y="2469737"/>
                      <a:pt x="390525" y="2465927"/>
                    </a:cubicBezTo>
                    <a:cubicBezTo>
                      <a:pt x="390525" y="2464403"/>
                      <a:pt x="391192" y="2462594"/>
                      <a:pt x="392335" y="2461260"/>
                    </a:cubicBezTo>
                    <a:cubicBezTo>
                      <a:pt x="393668" y="2460117"/>
                      <a:pt x="395478" y="2459260"/>
                      <a:pt x="397288" y="2459260"/>
                    </a:cubicBezTo>
                    <a:cubicBezTo>
                      <a:pt x="412147" y="2459260"/>
                      <a:pt x="426910" y="2458593"/>
                      <a:pt x="441484" y="2457450"/>
                    </a:cubicBezTo>
                    <a:cubicBezTo>
                      <a:pt x="445960" y="2457260"/>
                      <a:pt x="448246" y="2459926"/>
                      <a:pt x="448627" y="2463546"/>
                    </a:cubicBezTo>
                    <a:cubicBezTo>
                      <a:pt x="448627" y="2465356"/>
                      <a:pt x="448151" y="2467166"/>
                      <a:pt x="447008" y="2468499"/>
                    </a:cubicBezTo>
                    <a:cubicBezTo>
                      <a:pt x="445865" y="2469833"/>
                      <a:pt x="444055" y="2470785"/>
                      <a:pt x="442341" y="2470976"/>
                    </a:cubicBezTo>
                    <a:cubicBezTo>
                      <a:pt x="428054" y="2472023"/>
                      <a:pt x="412813" y="2472690"/>
                      <a:pt x="397288" y="2472690"/>
                    </a:cubicBezTo>
                    <a:close/>
                    <a:moveTo>
                      <a:pt x="352425" y="2471643"/>
                    </a:moveTo>
                    <a:cubicBezTo>
                      <a:pt x="352234" y="2471643"/>
                      <a:pt x="352234" y="2471643"/>
                      <a:pt x="351949" y="2471643"/>
                    </a:cubicBezTo>
                    <a:cubicBezTo>
                      <a:pt x="336899" y="2470785"/>
                      <a:pt x="321659" y="2469166"/>
                      <a:pt x="306800" y="2467356"/>
                    </a:cubicBezTo>
                    <a:cubicBezTo>
                      <a:pt x="303467" y="2466689"/>
                      <a:pt x="300990" y="2463737"/>
                      <a:pt x="300990" y="2460403"/>
                    </a:cubicBezTo>
                    <a:cubicBezTo>
                      <a:pt x="300990" y="2460212"/>
                      <a:pt x="300990" y="2459926"/>
                      <a:pt x="300990" y="2459736"/>
                    </a:cubicBezTo>
                    <a:cubicBezTo>
                      <a:pt x="301466" y="2456117"/>
                      <a:pt x="304800" y="2453449"/>
                      <a:pt x="308610" y="2453926"/>
                    </a:cubicBezTo>
                    <a:cubicBezTo>
                      <a:pt x="322707" y="2455735"/>
                      <a:pt x="337375" y="2457260"/>
                      <a:pt x="352806" y="2458212"/>
                    </a:cubicBezTo>
                    <a:cubicBezTo>
                      <a:pt x="356425" y="2458403"/>
                      <a:pt x="359283" y="2461546"/>
                      <a:pt x="359092" y="2465356"/>
                    </a:cubicBezTo>
                    <a:cubicBezTo>
                      <a:pt x="358902" y="2468689"/>
                      <a:pt x="356044" y="2471643"/>
                      <a:pt x="352425" y="2471643"/>
                    </a:cubicBezTo>
                    <a:close/>
                    <a:moveTo>
                      <a:pt x="486442" y="2465737"/>
                    </a:moveTo>
                    <a:cubicBezTo>
                      <a:pt x="483108" y="2465737"/>
                      <a:pt x="480346" y="2463261"/>
                      <a:pt x="479965" y="2459926"/>
                    </a:cubicBezTo>
                    <a:cubicBezTo>
                      <a:pt x="479774" y="2459736"/>
                      <a:pt x="479774" y="2459260"/>
                      <a:pt x="479774" y="2459070"/>
                    </a:cubicBezTo>
                    <a:cubicBezTo>
                      <a:pt x="479774" y="2455735"/>
                      <a:pt x="482251" y="2452973"/>
                      <a:pt x="485584" y="2452307"/>
                    </a:cubicBezTo>
                    <a:cubicBezTo>
                      <a:pt x="500158" y="2450306"/>
                      <a:pt x="514731" y="2447353"/>
                      <a:pt x="529114" y="2444211"/>
                    </a:cubicBezTo>
                    <a:cubicBezTo>
                      <a:pt x="532447" y="2443544"/>
                      <a:pt x="536257" y="2445734"/>
                      <a:pt x="536924" y="2449354"/>
                    </a:cubicBezTo>
                    <a:cubicBezTo>
                      <a:pt x="537400" y="2451164"/>
                      <a:pt x="537115" y="2452973"/>
                      <a:pt x="536067" y="2454307"/>
                    </a:cubicBezTo>
                    <a:cubicBezTo>
                      <a:pt x="535210" y="2455926"/>
                      <a:pt x="533876" y="2456974"/>
                      <a:pt x="532066" y="2457450"/>
                    </a:cubicBezTo>
                    <a:cubicBezTo>
                      <a:pt x="517493" y="2460593"/>
                      <a:pt x="502634" y="2463546"/>
                      <a:pt x="487585" y="2465737"/>
                    </a:cubicBezTo>
                    <a:cubicBezTo>
                      <a:pt x="487108" y="2465737"/>
                      <a:pt x="486823" y="2465737"/>
                      <a:pt x="486442" y="2465737"/>
                    </a:cubicBezTo>
                    <a:close/>
                    <a:moveTo>
                      <a:pt x="263271" y="2460117"/>
                    </a:moveTo>
                    <a:cubicBezTo>
                      <a:pt x="262985" y="2460117"/>
                      <a:pt x="262604" y="2459926"/>
                      <a:pt x="262128" y="2459926"/>
                    </a:cubicBezTo>
                    <a:cubicBezTo>
                      <a:pt x="257175" y="2459070"/>
                      <a:pt x="250698" y="2457736"/>
                      <a:pt x="244411" y="2456117"/>
                    </a:cubicBezTo>
                    <a:cubicBezTo>
                      <a:pt x="235267" y="2454116"/>
                      <a:pt x="226504" y="2452116"/>
                      <a:pt x="217932" y="2449639"/>
                    </a:cubicBezTo>
                    <a:lnTo>
                      <a:pt x="217742" y="2449639"/>
                    </a:lnTo>
                    <a:cubicBezTo>
                      <a:pt x="214789" y="2448782"/>
                      <a:pt x="212788" y="2446020"/>
                      <a:pt x="213074" y="2443162"/>
                    </a:cubicBezTo>
                    <a:cubicBezTo>
                      <a:pt x="213074" y="2442686"/>
                      <a:pt x="213074" y="2442019"/>
                      <a:pt x="213265" y="2441353"/>
                    </a:cubicBezTo>
                    <a:cubicBezTo>
                      <a:pt x="214122" y="2438019"/>
                      <a:pt x="217742" y="2435924"/>
                      <a:pt x="221171" y="2436685"/>
                    </a:cubicBezTo>
                    <a:cubicBezTo>
                      <a:pt x="221361" y="2436685"/>
                      <a:pt x="221361" y="2436685"/>
                      <a:pt x="221647" y="2436685"/>
                    </a:cubicBezTo>
                    <a:cubicBezTo>
                      <a:pt x="221837" y="2436876"/>
                      <a:pt x="222123" y="2436876"/>
                      <a:pt x="222313" y="2437162"/>
                    </a:cubicBezTo>
                    <a:cubicBezTo>
                      <a:pt x="229934" y="2439162"/>
                      <a:pt x="238220" y="2441162"/>
                      <a:pt x="247459" y="2443258"/>
                    </a:cubicBezTo>
                    <a:cubicBezTo>
                      <a:pt x="252793" y="2444401"/>
                      <a:pt x="258699" y="2445734"/>
                      <a:pt x="264700" y="2446877"/>
                    </a:cubicBezTo>
                    <a:cubicBezTo>
                      <a:pt x="268319" y="2447544"/>
                      <a:pt x="270796" y="2451164"/>
                      <a:pt x="270129" y="2454783"/>
                    </a:cubicBezTo>
                    <a:cubicBezTo>
                      <a:pt x="269367" y="2457736"/>
                      <a:pt x="266700" y="2460117"/>
                      <a:pt x="263271" y="2460117"/>
                    </a:cubicBezTo>
                    <a:close/>
                    <a:moveTo>
                      <a:pt x="573691" y="2446210"/>
                    </a:moveTo>
                    <a:cubicBezTo>
                      <a:pt x="570738" y="2446210"/>
                      <a:pt x="568071" y="2444401"/>
                      <a:pt x="567404" y="2441543"/>
                    </a:cubicBezTo>
                    <a:cubicBezTo>
                      <a:pt x="567214" y="2440876"/>
                      <a:pt x="566928" y="2440210"/>
                      <a:pt x="566928" y="2439543"/>
                    </a:cubicBezTo>
                    <a:cubicBezTo>
                      <a:pt x="566928" y="2436590"/>
                      <a:pt x="568928" y="2433923"/>
                      <a:pt x="571881" y="2433257"/>
                    </a:cubicBezTo>
                    <a:cubicBezTo>
                      <a:pt x="585788" y="2428970"/>
                      <a:pt x="599980" y="2424303"/>
                      <a:pt x="613886" y="2419160"/>
                    </a:cubicBezTo>
                    <a:cubicBezTo>
                      <a:pt x="617411" y="2418017"/>
                      <a:pt x="621316" y="2419827"/>
                      <a:pt x="622649" y="2423160"/>
                    </a:cubicBezTo>
                    <a:cubicBezTo>
                      <a:pt x="623983" y="2426780"/>
                      <a:pt x="622173" y="2430589"/>
                      <a:pt x="618649" y="2431923"/>
                    </a:cubicBezTo>
                    <a:cubicBezTo>
                      <a:pt x="603790" y="2437352"/>
                      <a:pt x="589883" y="2442019"/>
                      <a:pt x="575977" y="2446115"/>
                    </a:cubicBezTo>
                    <a:lnTo>
                      <a:pt x="575786" y="2446115"/>
                    </a:lnTo>
                    <a:cubicBezTo>
                      <a:pt x="575024" y="2446210"/>
                      <a:pt x="574357" y="2446210"/>
                      <a:pt x="573691" y="2446210"/>
                    </a:cubicBezTo>
                    <a:close/>
                    <a:moveTo>
                      <a:pt x="176879" y="2436114"/>
                    </a:moveTo>
                    <a:cubicBezTo>
                      <a:pt x="176213" y="2436114"/>
                      <a:pt x="175355" y="2435924"/>
                      <a:pt x="174688" y="2435638"/>
                    </a:cubicBezTo>
                    <a:cubicBezTo>
                      <a:pt x="159829" y="2430018"/>
                      <a:pt x="145923" y="2423732"/>
                      <a:pt x="132969" y="2416969"/>
                    </a:cubicBezTo>
                    <a:cubicBezTo>
                      <a:pt x="130778" y="2415826"/>
                      <a:pt x="129350" y="2413635"/>
                      <a:pt x="129350" y="2411158"/>
                    </a:cubicBezTo>
                    <a:cubicBezTo>
                      <a:pt x="129350" y="2410016"/>
                      <a:pt x="129635" y="2408968"/>
                      <a:pt x="130207" y="2408015"/>
                    </a:cubicBezTo>
                    <a:cubicBezTo>
                      <a:pt x="131826" y="2404872"/>
                      <a:pt x="136017" y="2403539"/>
                      <a:pt x="139160" y="2405062"/>
                    </a:cubicBezTo>
                    <a:cubicBezTo>
                      <a:pt x="151543" y="2411539"/>
                      <a:pt x="164973" y="2417635"/>
                      <a:pt x="179356" y="2423065"/>
                    </a:cubicBezTo>
                    <a:cubicBezTo>
                      <a:pt x="181165" y="2423732"/>
                      <a:pt x="182499" y="2424874"/>
                      <a:pt x="183166" y="2426684"/>
                    </a:cubicBezTo>
                    <a:cubicBezTo>
                      <a:pt x="183832" y="2428303"/>
                      <a:pt x="184023" y="2430018"/>
                      <a:pt x="183356" y="2431828"/>
                    </a:cubicBezTo>
                    <a:cubicBezTo>
                      <a:pt x="182309" y="2434304"/>
                      <a:pt x="179832" y="2436114"/>
                      <a:pt x="176879" y="2436114"/>
                    </a:cubicBezTo>
                    <a:close/>
                    <a:moveTo>
                      <a:pt x="657892" y="2415254"/>
                    </a:moveTo>
                    <a:cubicBezTo>
                      <a:pt x="655225" y="2415254"/>
                      <a:pt x="652748" y="2413730"/>
                      <a:pt x="651605" y="2411445"/>
                    </a:cubicBezTo>
                    <a:cubicBezTo>
                      <a:pt x="651415" y="2410587"/>
                      <a:pt x="651129" y="2409635"/>
                      <a:pt x="651129" y="2408777"/>
                    </a:cubicBezTo>
                    <a:cubicBezTo>
                      <a:pt x="651129" y="2406111"/>
                      <a:pt x="652748" y="2403634"/>
                      <a:pt x="655225" y="2402491"/>
                    </a:cubicBezTo>
                    <a:cubicBezTo>
                      <a:pt x="668464" y="2396680"/>
                      <a:pt x="681895" y="2390108"/>
                      <a:pt x="695134" y="2383441"/>
                    </a:cubicBezTo>
                    <a:cubicBezTo>
                      <a:pt x="698468" y="2381631"/>
                      <a:pt x="702564" y="2382964"/>
                      <a:pt x="704374" y="2386394"/>
                    </a:cubicBezTo>
                    <a:cubicBezTo>
                      <a:pt x="705993" y="2389537"/>
                      <a:pt x="704564" y="2393537"/>
                      <a:pt x="701421" y="2395347"/>
                    </a:cubicBezTo>
                    <a:cubicBezTo>
                      <a:pt x="688181" y="2402110"/>
                      <a:pt x="674275" y="2408777"/>
                      <a:pt x="660559" y="2414873"/>
                    </a:cubicBezTo>
                    <a:cubicBezTo>
                      <a:pt x="659702" y="2415254"/>
                      <a:pt x="658749" y="2415254"/>
                      <a:pt x="657892" y="2415254"/>
                    </a:cubicBezTo>
                    <a:close/>
                    <a:moveTo>
                      <a:pt x="98107" y="2394204"/>
                    </a:moveTo>
                    <a:cubicBezTo>
                      <a:pt x="96488" y="2394204"/>
                      <a:pt x="95155" y="2393728"/>
                      <a:pt x="94107" y="2392871"/>
                    </a:cubicBezTo>
                    <a:cubicBezTo>
                      <a:pt x="81343" y="2383441"/>
                      <a:pt x="69628" y="2372868"/>
                      <a:pt x="59722" y="2362105"/>
                    </a:cubicBezTo>
                    <a:cubicBezTo>
                      <a:pt x="58579" y="2360771"/>
                      <a:pt x="57912" y="2359152"/>
                      <a:pt x="57912" y="2357628"/>
                    </a:cubicBezTo>
                    <a:cubicBezTo>
                      <a:pt x="57912" y="2355628"/>
                      <a:pt x="58769" y="2353818"/>
                      <a:pt x="60103" y="2352675"/>
                    </a:cubicBezTo>
                    <a:cubicBezTo>
                      <a:pt x="62770" y="2350199"/>
                      <a:pt x="67246" y="2350389"/>
                      <a:pt x="69532" y="2352866"/>
                    </a:cubicBezTo>
                    <a:cubicBezTo>
                      <a:pt x="78962" y="2363153"/>
                      <a:pt x="89916" y="2373058"/>
                      <a:pt x="102108" y="2382012"/>
                    </a:cubicBezTo>
                    <a:cubicBezTo>
                      <a:pt x="105061" y="2384012"/>
                      <a:pt x="105727" y="2388299"/>
                      <a:pt x="103442" y="2391442"/>
                    </a:cubicBezTo>
                    <a:cubicBezTo>
                      <a:pt x="102108" y="2393061"/>
                      <a:pt x="100108" y="2394204"/>
                      <a:pt x="98107" y="2394204"/>
                    </a:cubicBezTo>
                    <a:close/>
                    <a:moveTo>
                      <a:pt x="737616" y="2374392"/>
                    </a:moveTo>
                    <a:cubicBezTo>
                      <a:pt x="735139" y="2374392"/>
                      <a:pt x="732949" y="2373058"/>
                      <a:pt x="731806" y="2371058"/>
                    </a:cubicBezTo>
                    <a:cubicBezTo>
                      <a:pt x="731139" y="2369915"/>
                      <a:pt x="730948" y="2368867"/>
                      <a:pt x="730948" y="2367439"/>
                    </a:cubicBezTo>
                    <a:cubicBezTo>
                      <a:pt x="730948" y="2365153"/>
                      <a:pt x="732282" y="2362962"/>
                      <a:pt x="734282" y="2361819"/>
                    </a:cubicBezTo>
                    <a:cubicBezTo>
                      <a:pt x="747046" y="2354389"/>
                      <a:pt x="759619" y="2346579"/>
                      <a:pt x="772001" y="2338293"/>
                    </a:cubicBezTo>
                    <a:cubicBezTo>
                      <a:pt x="774954" y="2336292"/>
                      <a:pt x="779431" y="2337435"/>
                      <a:pt x="781240" y="2340292"/>
                    </a:cubicBezTo>
                    <a:cubicBezTo>
                      <a:pt x="782383" y="2341626"/>
                      <a:pt x="782574" y="2343436"/>
                      <a:pt x="782383" y="2345246"/>
                    </a:cubicBezTo>
                    <a:cubicBezTo>
                      <a:pt x="781907" y="2347055"/>
                      <a:pt x="781050" y="2348579"/>
                      <a:pt x="779431" y="2349532"/>
                    </a:cubicBezTo>
                    <a:cubicBezTo>
                      <a:pt x="767334" y="2357628"/>
                      <a:pt x="754571" y="2365439"/>
                      <a:pt x="741331" y="2373345"/>
                    </a:cubicBezTo>
                    <a:cubicBezTo>
                      <a:pt x="741331" y="2373535"/>
                      <a:pt x="741045" y="2373535"/>
                      <a:pt x="741045" y="2373535"/>
                    </a:cubicBezTo>
                    <a:cubicBezTo>
                      <a:pt x="739997" y="2374201"/>
                      <a:pt x="738664" y="2374392"/>
                      <a:pt x="737616" y="2374392"/>
                    </a:cubicBezTo>
                    <a:close/>
                    <a:moveTo>
                      <a:pt x="38195" y="2328196"/>
                    </a:moveTo>
                    <a:cubicBezTo>
                      <a:pt x="35719" y="2328196"/>
                      <a:pt x="33528" y="2327053"/>
                      <a:pt x="32385" y="2325053"/>
                    </a:cubicBezTo>
                    <a:cubicBezTo>
                      <a:pt x="24479" y="2311813"/>
                      <a:pt x="18288" y="2297621"/>
                      <a:pt x="13335" y="2282857"/>
                    </a:cubicBezTo>
                    <a:cubicBezTo>
                      <a:pt x="13144" y="2282190"/>
                      <a:pt x="13144" y="2281523"/>
                      <a:pt x="13144" y="2280857"/>
                    </a:cubicBezTo>
                    <a:cubicBezTo>
                      <a:pt x="12954" y="2277904"/>
                      <a:pt x="14954" y="2275237"/>
                      <a:pt x="17621" y="2274380"/>
                    </a:cubicBezTo>
                    <a:cubicBezTo>
                      <a:pt x="21241" y="2273237"/>
                      <a:pt x="25051" y="2275237"/>
                      <a:pt x="26194" y="2278666"/>
                    </a:cubicBezTo>
                    <a:cubicBezTo>
                      <a:pt x="30861" y="2292572"/>
                      <a:pt x="36767" y="2305812"/>
                      <a:pt x="44101" y="2318194"/>
                    </a:cubicBezTo>
                    <a:cubicBezTo>
                      <a:pt x="45910" y="2321528"/>
                      <a:pt x="44767" y="2325624"/>
                      <a:pt x="41624" y="2327434"/>
                    </a:cubicBezTo>
                    <a:cubicBezTo>
                      <a:pt x="40386" y="2327910"/>
                      <a:pt x="39338" y="2328196"/>
                      <a:pt x="38195" y="2328196"/>
                    </a:cubicBezTo>
                    <a:close/>
                    <a:moveTo>
                      <a:pt x="812578" y="2325243"/>
                    </a:moveTo>
                    <a:cubicBezTo>
                      <a:pt x="810387" y="2325243"/>
                      <a:pt x="808291" y="2324100"/>
                      <a:pt x="806958" y="2322290"/>
                    </a:cubicBezTo>
                    <a:cubicBezTo>
                      <a:pt x="806291" y="2321147"/>
                      <a:pt x="805815" y="2319814"/>
                      <a:pt x="805815" y="2318290"/>
                    </a:cubicBezTo>
                    <a:cubicBezTo>
                      <a:pt x="805815" y="2316289"/>
                      <a:pt x="806958" y="2314289"/>
                      <a:pt x="808482" y="2312860"/>
                    </a:cubicBezTo>
                    <a:cubicBezTo>
                      <a:pt x="820864" y="2303907"/>
                      <a:pt x="832771" y="2294953"/>
                      <a:pt x="843915" y="2285905"/>
                    </a:cubicBezTo>
                    <a:cubicBezTo>
                      <a:pt x="846582" y="2283714"/>
                      <a:pt x="851059" y="2284095"/>
                      <a:pt x="853345" y="2286762"/>
                    </a:cubicBezTo>
                    <a:cubicBezTo>
                      <a:pt x="855536" y="2289715"/>
                      <a:pt x="855155" y="2293906"/>
                      <a:pt x="852202" y="2296382"/>
                    </a:cubicBezTo>
                    <a:cubicBezTo>
                      <a:pt x="840581" y="2305812"/>
                      <a:pt x="828389" y="2315052"/>
                      <a:pt x="816483" y="2323814"/>
                    </a:cubicBezTo>
                    <a:cubicBezTo>
                      <a:pt x="815245" y="2324862"/>
                      <a:pt x="813911" y="2325243"/>
                      <a:pt x="812578" y="2325243"/>
                    </a:cubicBezTo>
                    <a:close/>
                    <a:moveTo>
                      <a:pt x="882587" y="2269141"/>
                    </a:moveTo>
                    <a:cubicBezTo>
                      <a:pt x="880777" y="2269141"/>
                      <a:pt x="878777" y="2268283"/>
                      <a:pt x="877633" y="2266950"/>
                    </a:cubicBezTo>
                    <a:cubicBezTo>
                      <a:pt x="876490" y="2265617"/>
                      <a:pt x="875824" y="2263997"/>
                      <a:pt x="875824" y="2262283"/>
                    </a:cubicBezTo>
                    <a:cubicBezTo>
                      <a:pt x="875824" y="2260473"/>
                      <a:pt x="876681" y="2258663"/>
                      <a:pt x="878300" y="2257330"/>
                    </a:cubicBezTo>
                    <a:cubicBezTo>
                      <a:pt x="890873" y="2246567"/>
                      <a:pt x="901637" y="2236660"/>
                      <a:pt x="911352" y="2227517"/>
                    </a:cubicBezTo>
                    <a:cubicBezTo>
                      <a:pt x="914019" y="2225230"/>
                      <a:pt x="918496" y="2225230"/>
                      <a:pt x="920972" y="2227993"/>
                    </a:cubicBezTo>
                    <a:cubicBezTo>
                      <a:pt x="923449" y="2230660"/>
                      <a:pt x="923163" y="2234946"/>
                      <a:pt x="920496" y="2237423"/>
                    </a:cubicBezTo>
                    <a:cubicBezTo>
                      <a:pt x="909733" y="2247519"/>
                      <a:pt x="898493" y="2257806"/>
                      <a:pt x="887063" y="2267712"/>
                    </a:cubicBezTo>
                    <a:cubicBezTo>
                      <a:pt x="885920" y="2268664"/>
                      <a:pt x="884396" y="2269141"/>
                      <a:pt x="882587" y="2269141"/>
                    </a:cubicBezTo>
                    <a:close/>
                    <a:moveTo>
                      <a:pt x="9430" y="2243804"/>
                    </a:moveTo>
                    <a:cubicBezTo>
                      <a:pt x="6096" y="2243804"/>
                      <a:pt x="3334" y="2241328"/>
                      <a:pt x="2953" y="2237994"/>
                    </a:cubicBezTo>
                    <a:cubicBezTo>
                      <a:pt x="952" y="2224564"/>
                      <a:pt x="0" y="2209705"/>
                      <a:pt x="0" y="2194655"/>
                    </a:cubicBezTo>
                    <a:lnTo>
                      <a:pt x="0" y="2192370"/>
                    </a:lnTo>
                    <a:cubicBezTo>
                      <a:pt x="0" y="2188559"/>
                      <a:pt x="2953" y="2185607"/>
                      <a:pt x="6477" y="2185607"/>
                    </a:cubicBezTo>
                    <a:cubicBezTo>
                      <a:pt x="10287" y="2185607"/>
                      <a:pt x="13430" y="2188559"/>
                      <a:pt x="13430" y="2192370"/>
                    </a:cubicBezTo>
                    <a:lnTo>
                      <a:pt x="13430" y="2194655"/>
                    </a:lnTo>
                    <a:cubicBezTo>
                      <a:pt x="13430" y="2208752"/>
                      <a:pt x="14288" y="2222944"/>
                      <a:pt x="16097" y="2236184"/>
                    </a:cubicBezTo>
                    <a:cubicBezTo>
                      <a:pt x="16383" y="2237994"/>
                      <a:pt x="15907" y="2239804"/>
                      <a:pt x="14764" y="2241137"/>
                    </a:cubicBezTo>
                    <a:cubicBezTo>
                      <a:pt x="13621" y="2242757"/>
                      <a:pt x="12097" y="2243614"/>
                      <a:pt x="10477" y="2243804"/>
                    </a:cubicBezTo>
                    <a:cubicBezTo>
                      <a:pt x="10096" y="2243804"/>
                      <a:pt x="9906" y="2243804"/>
                      <a:pt x="9430" y="2243804"/>
                    </a:cubicBezTo>
                    <a:close/>
                    <a:moveTo>
                      <a:pt x="948119" y="2207895"/>
                    </a:moveTo>
                    <a:cubicBezTo>
                      <a:pt x="946309" y="2207895"/>
                      <a:pt x="944785" y="2207228"/>
                      <a:pt x="943451" y="2205895"/>
                    </a:cubicBezTo>
                    <a:cubicBezTo>
                      <a:pt x="942308" y="2204752"/>
                      <a:pt x="941451" y="2202942"/>
                      <a:pt x="941451" y="2201228"/>
                    </a:cubicBezTo>
                    <a:cubicBezTo>
                      <a:pt x="941451" y="2199418"/>
                      <a:pt x="942118" y="2197894"/>
                      <a:pt x="943261" y="2196751"/>
                    </a:cubicBezTo>
                    <a:cubicBezTo>
                      <a:pt x="943451" y="2196561"/>
                      <a:pt x="943451" y="2196561"/>
                      <a:pt x="943451" y="2196561"/>
                    </a:cubicBezTo>
                    <a:cubicBezTo>
                      <a:pt x="943642" y="2196370"/>
                      <a:pt x="943928" y="2196084"/>
                      <a:pt x="944118" y="2196084"/>
                    </a:cubicBezTo>
                    <a:cubicBezTo>
                      <a:pt x="954214" y="2185797"/>
                      <a:pt x="964502" y="2175034"/>
                      <a:pt x="974407" y="2164175"/>
                    </a:cubicBezTo>
                    <a:cubicBezTo>
                      <a:pt x="976884" y="2161699"/>
                      <a:pt x="981361" y="2161508"/>
                      <a:pt x="984028" y="2163985"/>
                    </a:cubicBezTo>
                    <a:cubicBezTo>
                      <a:pt x="985171" y="2165318"/>
                      <a:pt x="986028" y="2166937"/>
                      <a:pt x="986028" y="2168652"/>
                    </a:cubicBezTo>
                    <a:cubicBezTo>
                      <a:pt x="986028" y="2170462"/>
                      <a:pt x="985552" y="2172271"/>
                      <a:pt x="984218" y="2173605"/>
                    </a:cubicBezTo>
                    <a:cubicBezTo>
                      <a:pt x="974122" y="2184368"/>
                      <a:pt x="963549" y="2195418"/>
                      <a:pt x="952976" y="2205895"/>
                    </a:cubicBezTo>
                    <a:lnTo>
                      <a:pt x="952786" y="2206086"/>
                    </a:lnTo>
                    <a:cubicBezTo>
                      <a:pt x="951452" y="2207228"/>
                      <a:pt x="949928" y="2207895"/>
                      <a:pt x="948119" y="2207895"/>
                    </a:cubicBezTo>
                    <a:close/>
                    <a:moveTo>
                      <a:pt x="3687318" y="2175796"/>
                    </a:moveTo>
                    <a:cubicBezTo>
                      <a:pt x="3683699" y="2175796"/>
                      <a:pt x="3680841" y="2173129"/>
                      <a:pt x="3680555" y="2169509"/>
                    </a:cubicBezTo>
                    <a:cubicBezTo>
                      <a:pt x="3680270" y="2165699"/>
                      <a:pt x="3683032" y="2162556"/>
                      <a:pt x="3686842" y="2162366"/>
                    </a:cubicBezTo>
                    <a:cubicBezTo>
                      <a:pt x="3700082" y="2161508"/>
                      <a:pt x="3714655" y="2159413"/>
                      <a:pt x="3730371" y="2156269"/>
                    </a:cubicBezTo>
                    <a:lnTo>
                      <a:pt x="3730371" y="2156269"/>
                    </a:lnTo>
                    <a:cubicBezTo>
                      <a:pt x="3734181" y="2155603"/>
                      <a:pt x="3737515" y="2158079"/>
                      <a:pt x="3738182" y="2161699"/>
                    </a:cubicBezTo>
                    <a:cubicBezTo>
                      <a:pt x="3738467" y="2162175"/>
                      <a:pt x="3738467" y="2162556"/>
                      <a:pt x="3738467" y="2163032"/>
                    </a:cubicBezTo>
                    <a:cubicBezTo>
                      <a:pt x="3738467" y="2166176"/>
                      <a:pt x="3735991" y="2168842"/>
                      <a:pt x="3733038" y="2169509"/>
                    </a:cubicBezTo>
                    <a:cubicBezTo>
                      <a:pt x="3716465" y="2172653"/>
                      <a:pt x="3701129" y="2174939"/>
                      <a:pt x="3687699" y="2175796"/>
                    </a:cubicBezTo>
                    <a:cubicBezTo>
                      <a:pt x="3687509" y="2175796"/>
                      <a:pt x="3687318" y="2175796"/>
                      <a:pt x="3687318" y="2175796"/>
                    </a:cubicBezTo>
                    <a:close/>
                    <a:moveTo>
                      <a:pt x="3775520" y="2159603"/>
                    </a:moveTo>
                    <a:cubicBezTo>
                      <a:pt x="3772376" y="2159603"/>
                      <a:pt x="3769900" y="2157603"/>
                      <a:pt x="3769043" y="2154650"/>
                    </a:cubicBezTo>
                    <a:cubicBezTo>
                      <a:pt x="3768567" y="2152841"/>
                      <a:pt x="3768852" y="2151031"/>
                      <a:pt x="3769710" y="2149507"/>
                    </a:cubicBezTo>
                    <a:cubicBezTo>
                      <a:pt x="3770566" y="2147887"/>
                      <a:pt x="3772186" y="2146840"/>
                      <a:pt x="3773995" y="2146364"/>
                    </a:cubicBezTo>
                    <a:cubicBezTo>
                      <a:pt x="3787521" y="2143030"/>
                      <a:pt x="3801809" y="2138744"/>
                      <a:pt x="3816858" y="2133981"/>
                    </a:cubicBezTo>
                    <a:lnTo>
                      <a:pt x="3816858" y="2133981"/>
                    </a:lnTo>
                    <a:cubicBezTo>
                      <a:pt x="3820477" y="2133124"/>
                      <a:pt x="3824002" y="2135124"/>
                      <a:pt x="3825145" y="2138458"/>
                    </a:cubicBezTo>
                    <a:cubicBezTo>
                      <a:pt x="3825335" y="2139124"/>
                      <a:pt x="3825621" y="2139791"/>
                      <a:pt x="3825621" y="2140458"/>
                    </a:cubicBezTo>
                    <a:cubicBezTo>
                      <a:pt x="3825621" y="2143411"/>
                      <a:pt x="3823811" y="2145887"/>
                      <a:pt x="3820954" y="2146935"/>
                    </a:cubicBezTo>
                    <a:lnTo>
                      <a:pt x="3820954" y="2146935"/>
                    </a:lnTo>
                    <a:cubicBezTo>
                      <a:pt x="3820668" y="2146935"/>
                      <a:pt x="3820668" y="2146935"/>
                      <a:pt x="3820477" y="2146935"/>
                    </a:cubicBezTo>
                    <a:cubicBezTo>
                      <a:pt x="3804761" y="2151888"/>
                      <a:pt x="3790855" y="2155889"/>
                      <a:pt x="3777425" y="2159317"/>
                    </a:cubicBezTo>
                    <a:cubicBezTo>
                      <a:pt x="3776567" y="2159603"/>
                      <a:pt x="3776186" y="2159603"/>
                      <a:pt x="3775520" y="2159603"/>
                    </a:cubicBezTo>
                    <a:close/>
                    <a:moveTo>
                      <a:pt x="9620" y="2154460"/>
                    </a:moveTo>
                    <a:cubicBezTo>
                      <a:pt x="9430" y="2154460"/>
                      <a:pt x="8954" y="2154460"/>
                      <a:pt x="8763" y="2154270"/>
                    </a:cubicBezTo>
                    <a:cubicBezTo>
                      <a:pt x="5143" y="2153793"/>
                      <a:pt x="2476" y="2150459"/>
                      <a:pt x="2953" y="2146840"/>
                    </a:cubicBezTo>
                    <a:cubicBezTo>
                      <a:pt x="4763" y="2132457"/>
                      <a:pt x="7239" y="2117408"/>
                      <a:pt x="10573" y="2101977"/>
                    </a:cubicBezTo>
                    <a:cubicBezTo>
                      <a:pt x="11239" y="2098643"/>
                      <a:pt x="15050" y="2096167"/>
                      <a:pt x="18479" y="2096833"/>
                    </a:cubicBezTo>
                    <a:cubicBezTo>
                      <a:pt x="21622" y="2097500"/>
                      <a:pt x="23908" y="2100453"/>
                      <a:pt x="23908" y="2103596"/>
                    </a:cubicBezTo>
                    <a:cubicBezTo>
                      <a:pt x="23908" y="2104073"/>
                      <a:pt x="23908" y="2104454"/>
                      <a:pt x="23908" y="2104930"/>
                    </a:cubicBezTo>
                    <a:cubicBezTo>
                      <a:pt x="20574" y="2119789"/>
                      <a:pt x="18097" y="2134362"/>
                      <a:pt x="16288" y="2148459"/>
                    </a:cubicBezTo>
                    <a:cubicBezTo>
                      <a:pt x="16002" y="2151793"/>
                      <a:pt x="13049" y="2154460"/>
                      <a:pt x="9620" y="2154460"/>
                    </a:cubicBezTo>
                    <a:close/>
                    <a:moveTo>
                      <a:pt x="1009364" y="2142363"/>
                    </a:moveTo>
                    <a:cubicBezTo>
                      <a:pt x="1007840" y="2142363"/>
                      <a:pt x="1006221" y="2141696"/>
                      <a:pt x="1005078" y="2140553"/>
                    </a:cubicBezTo>
                    <a:cubicBezTo>
                      <a:pt x="1003459" y="2139411"/>
                      <a:pt x="1002602" y="2137601"/>
                      <a:pt x="1002602" y="2135600"/>
                    </a:cubicBezTo>
                    <a:cubicBezTo>
                      <a:pt x="1002602" y="2134077"/>
                      <a:pt x="1003268" y="2132267"/>
                      <a:pt x="1004411" y="2131124"/>
                    </a:cubicBezTo>
                    <a:cubicBezTo>
                      <a:pt x="1014031" y="2120170"/>
                      <a:pt x="1023938" y="2108645"/>
                      <a:pt x="1033367" y="2097024"/>
                    </a:cubicBezTo>
                    <a:cubicBezTo>
                      <a:pt x="1035844" y="2094357"/>
                      <a:pt x="1040130" y="2093881"/>
                      <a:pt x="1042988" y="2096357"/>
                    </a:cubicBezTo>
                    <a:cubicBezTo>
                      <a:pt x="1044321" y="2097500"/>
                      <a:pt x="1045273" y="2099024"/>
                      <a:pt x="1045273" y="2100834"/>
                    </a:cubicBezTo>
                    <a:cubicBezTo>
                      <a:pt x="1045464" y="2102644"/>
                      <a:pt x="1045083" y="2104454"/>
                      <a:pt x="1043940" y="2105787"/>
                    </a:cubicBezTo>
                    <a:cubicBezTo>
                      <a:pt x="1034510" y="2116741"/>
                      <a:pt x="1024890" y="2128457"/>
                      <a:pt x="1014508" y="2140077"/>
                    </a:cubicBezTo>
                    <a:cubicBezTo>
                      <a:pt x="1013174" y="2141410"/>
                      <a:pt x="1011364" y="2142363"/>
                      <a:pt x="1009364" y="2142363"/>
                    </a:cubicBezTo>
                    <a:close/>
                    <a:moveTo>
                      <a:pt x="3861435" y="2133124"/>
                    </a:moveTo>
                    <a:cubicBezTo>
                      <a:pt x="3858482" y="2133124"/>
                      <a:pt x="3856006" y="2131314"/>
                      <a:pt x="3855149" y="2128647"/>
                    </a:cubicBezTo>
                    <a:cubicBezTo>
                      <a:pt x="3854482" y="2127123"/>
                      <a:pt x="3854482" y="2125313"/>
                      <a:pt x="3855435" y="2123694"/>
                    </a:cubicBezTo>
                    <a:cubicBezTo>
                      <a:pt x="3856101" y="2121884"/>
                      <a:pt x="3857625" y="2120741"/>
                      <a:pt x="3859244" y="2120074"/>
                    </a:cubicBezTo>
                    <a:cubicBezTo>
                      <a:pt x="3872960" y="2115407"/>
                      <a:pt x="3887057" y="2110169"/>
                      <a:pt x="3901250" y="2104834"/>
                    </a:cubicBezTo>
                    <a:cubicBezTo>
                      <a:pt x="3901250" y="2104834"/>
                      <a:pt x="3901250" y="2104834"/>
                      <a:pt x="3901440" y="2104834"/>
                    </a:cubicBezTo>
                    <a:cubicBezTo>
                      <a:pt x="3904774" y="2103501"/>
                      <a:pt x="3908870" y="2105311"/>
                      <a:pt x="3910013" y="2108645"/>
                    </a:cubicBezTo>
                    <a:cubicBezTo>
                      <a:pt x="3910489" y="2109311"/>
                      <a:pt x="3910489" y="2110264"/>
                      <a:pt x="3910489" y="2111121"/>
                    </a:cubicBezTo>
                    <a:cubicBezTo>
                      <a:pt x="3910489" y="2113788"/>
                      <a:pt x="3908965" y="2116455"/>
                      <a:pt x="3906202" y="2117408"/>
                    </a:cubicBezTo>
                    <a:cubicBezTo>
                      <a:pt x="3890963" y="2123218"/>
                      <a:pt x="3877056" y="2128171"/>
                      <a:pt x="3863721" y="2132933"/>
                    </a:cubicBezTo>
                    <a:cubicBezTo>
                      <a:pt x="3863054" y="2133124"/>
                      <a:pt x="3862102" y="2133124"/>
                      <a:pt x="3861435" y="2133124"/>
                    </a:cubicBezTo>
                    <a:close/>
                    <a:moveTo>
                      <a:pt x="3945636" y="2101501"/>
                    </a:moveTo>
                    <a:cubicBezTo>
                      <a:pt x="3942683" y="2101501"/>
                      <a:pt x="3940493" y="2099691"/>
                      <a:pt x="3939350" y="2097215"/>
                    </a:cubicBezTo>
                    <a:cubicBezTo>
                      <a:pt x="3938683" y="2095595"/>
                      <a:pt x="3938683" y="2093881"/>
                      <a:pt x="3939350" y="2092071"/>
                    </a:cubicBezTo>
                    <a:cubicBezTo>
                      <a:pt x="3940017" y="2090452"/>
                      <a:pt x="3941350" y="2089118"/>
                      <a:pt x="3942969" y="2088451"/>
                    </a:cubicBezTo>
                    <a:cubicBezTo>
                      <a:pt x="3956019" y="2083308"/>
                      <a:pt x="3969449" y="2077688"/>
                      <a:pt x="3984498" y="2071211"/>
                    </a:cubicBezTo>
                    <a:cubicBezTo>
                      <a:pt x="3987642" y="2069878"/>
                      <a:pt x="3991642" y="2071402"/>
                      <a:pt x="3993261" y="2074545"/>
                    </a:cubicBezTo>
                    <a:cubicBezTo>
                      <a:pt x="3993737" y="2075402"/>
                      <a:pt x="3993737" y="2076355"/>
                      <a:pt x="3993928" y="2077212"/>
                    </a:cubicBezTo>
                    <a:cubicBezTo>
                      <a:pt x="3993928" y="2079879"/>
                      <a:pt x="3992118" y="2082356"/>
                      <a:pt x="3989641" y="2083498"/>
                    </a:cubicBezTo>
                    <a:cubicBezTo>
                      <a:pt x="3976592" y="2089118"/>
                      <a:pt x="3963162" y="2094738"/>
                      <a:pt x="3948113" y="2100739"/>
                    </a:cubicBezTo>
                    <a:cubicBezTo>
                      <a:pt x="3947446" y="2101215"/>
                      <a:pt x="3946494" y="2101501"/>
                      <a:pt x="3945636" y="2101501"/>
                    </a:cubicBezTo>
                    <a:close/>
                    <a:moveTo>
                      <a:pt x="1067086" y="2073212"/>
                    </a:moveTo>
                    <a:cubicBezTo>
                      <a:pt x="1065466" y="2073212"/>
                      <a:pt x="1063942" y="2072735"/>
                      <a:pt x="1062799" y="2071878"/>
                    </a:cubicBezTo>
                    <a:cubicBezTo>
                      <a:pt x="1061180" y="2070545"/>
                      <a:pt x="1060323" y="2068735"/>
                      <a:pt x="1060323" y="2066734"/>
                    </a:cubicBezTo>
                    <a:cubicBezTo>
                      <a:pt x="1060132" y="2065115"/>
                      <a:pt x="1060799" y="2063591"/>
                      <a:pt x="1061656" y="2062448"/>
                    </a:cubicBezTo>
                    <a:cubicBezTo>
                      <a:pt x="1070610" y="2051018"/>
                      <a:pt x="1079849" y="2039112"/>
                      <a:pt x="1088803" y="2027015"/>
                    </a:cubicBezTo>
                    <a:cubicBezTo>
                      <a:pt x="1091089" y="2024063"/>
                      <a:pt x="1095565" y="2023396"/>
                      <a:pt x="1098232" y="2025682"/>
                    </a:cubicBezTo>
                    <a:cubicBezTo>
                      <a:pt x="1101376" y="2027873"/>
                      <a:pt x="1101852" y="2031968"/>
                      <a:pt x="1099852" y="2035112"/>
                    </a:cubicBezTo>
                    <a:cubicBezTo>
                      <a:pt x="1089089" y="2049018"/>
                      <a:pt x="1080516" y="2060257"/>
                      <a:pt x="1072515" y="2070545"/>
                    </a:cubicBezTo>
                    <a:cubicBezTo>
                      <a:pt x="1072515" y="2070545"/>
                      <a:pt x="1072324" y="2070545"/>
                      <a:pt x="1072324" y="2070735"/>
                    </a:cubicBezTo>
                    <a:cubicBezTo>
                      <a:pt x="1071086" y="2072354"/>
                      <a:pt x="1069086" y="2073212"/>
                      <a:pt x="1067086" y="2073212"/>
                    </a:cubicBezTo>
                    <a:close/>
                    <a:moveTo>
                      <a:pt x="2154936" y="2071402"/>
                    </a:moveTo>
                    <a:cubicBezTo>
                      <a:pt x="2149602" y="2071402"/>
                      <a:pt x="2144173" y="2071211"/>
                      <a:pt x="2138744" y="2070735"/>
                    </a:cubicBezTo>
                    <a:cubicBezTo>
                      <a:pt x="2135124" y="2070545"/>
                      <a:pt x="2132457" y="2067782"/>
                      <a:pt x="2132457" y="2064258"/>
                    </a:cubicBezTo>
                    <a:cubicBezTo>
                      <a:pt x="2132457" y="2064258"/>
                      <a:pt x="2132457" y="2064067"/>
                      <a:pt x="2132457" y="2063782"/>
                    </a:cubicBezTo>
                    <a:lnTo>
                      <a:pt x="2132457" y="2063591"/>
                    </a:lnTo>
                    <a:cubicBezTo>
                      <a:pt x="2132743" y="2059972"/>
                      <a:pt x="2135410" y="2057114"/>
                      <a:pt x="2139601" y="2057305"/>
                    </a:cubicBezTo>
                    <a:cubicBezTo>
                      <a:pt x="2152650" y="2058162"/>
                      <a:pt x="2168366" y="2057972"/>
                      <a:pt x="2183130" y="2056162"/>
                    </a:cubicBezTo>
                    <a:cubicBezTo>
                      <a:pt x="2186940" y="2055685"/>
                      <a:pt x="2190274" y="2058638"/>
                      <a:pt x="2190559" y="2062258"/>
                    </a:cubicBezTo>
                    <a:cubicBezTo>
                      <a:pt x="2190750" y="2064067"/>
                      <a:pt x="2190274" y="2065877"/>
                      <a:pt x="2189226" y="2067211"/>
                    </a:cubicBezTo>
                    <a:cubicBezTo>
                      <a:pt x="2188083" y="2068544"/>
                      <a:pt x="2186559" y="2069497"/>
                      <a:pt x="2184749" y="2069687"/>
                    </a:cubicBezTo>
                    <a:cubicBezTo>
                      <a:pt x="2174748" y="2070735"/>
                      <a:pt x="2164842" y="2071402"/>
                      <a:pt x="2154936" y="2071402"/>
                    </a:cubicBezTo>
                    <a:close/>
                    <a:moveTo>
                      <a:pt x="28099" y="2066734"/>
                    </a:moveTo>
                    <a:cubicBezTo>
                      <a:pt x="27432" y="2066734"/>
                      <a:pt x="26765" y="2066734"/>
                      <a:pt x="26289" y="2066544"/>
                    </a:cubicBezTo>
                    <a:cubicBezTo>
                      <a:pt x="24479" y="2066068"/>
                      <a:pt x="22955" y="2065020"/>
                      <a:pt x="22288" y="2063401"/>
                    </a:cubicBezTo>
                    <a:cubicBezTo>
                      <a:pt x="21431" y="2061877"/>
                      <a:pt x="21146" y="2059781"/>
                      <a:pt x="21622" y="2058257"/>
                    </a:cubicBezTo>
                    <a:cubicBezTo>
                      <a:pt x="26098" y="2043017"/>
                      <a:pt x="30575" y="2028825"/>
                      <a:pt x="35528" y="2015204"/>
                    </a:cubicBezTo>
                    <a:cubicBezTo>
                      <a:pt x="36671" y="2011585"/>
                      <a:pt x="40672" y="2009870"/>
                      <a:pt x="44101" y="2010918"/>
                    </a:cubicBezTo>
                    <a:cubicBezTo>
                      <a:pt x="46768" y="2012061"/>
                      <a:pt x="48577" y="2014538"/>
                      <a:pt x="48577" y="2017205"/>
                    </a:cubicBezTo>
                    <a:cubicBezTo>
                      <a:pt x="48577" y="2018062"/>
                      <a:pt x="48577" y="2018824"/>
                      <a:pt x="48101" y="2019490"/>
                    </a:cubicBezTo>
                    <a:cubicBezTo>
                      <a:pt x="43148" y="2034064"/>
                      <a:pt x="38481" y="2048447"/>
                      <a:pt x="34671" y="2061877"/>
                    </a:cubicBezTo>
                    <a:cubicBezTo>
                      <a:pt x="33718" y="2064639"/>
                      <a:pt x="30956" y="2066734"/>
                      <a:pt x="28099" y="2066734"/>
                    </a:cubicBezTo>
                    <a:close/>
                    <a:moveTo>
                      <a:pt x="4028218" y="2065782"/>
                    </a:moveTo>
                    <a:cubicBezTo>
                      <a:pt x="4025551" y="2065782"/>
                      <a:pt x="4023074" y="2064163"/>
                      <a:pt x="4021931" y="2061972"/>
                    </a:cubicBezTo>
                    <a:cubicBezTo>
                      <a:pt x="4020598" y="2058638"/>
                      <a:pt x="4021931" y="2054542"/>
                      <a:pt x="4025265" y="2053018"/>
                    </a:cubicBezTo>
                    <a:cubicBezTo>
                      <a:pt x="4039838" y="2046256"/>
                      <a:pt x="4053364" y="2040255"/>
                      <a:pt x="4065937" y="2034159"/>
                    </a:cubicBezTo>
                    <a:cubicBezTo>
                      <a:pt x="4069270" y="2032349"/>
                      <a:pt x="4073367" y="2033968"/>
                      <a:pt x="4074890" y="2037302"/>
                    </a:cubicBezTo>
                    <a:cubicBezTo>
                      <a:pt x="4075366" y="2038159"/>
                      <a:pt x="4075557" y="2039112"/>
                      <a:pt x="4075557" y="2040255"/>
                    </a:cubicBezTo>
                    <a:cubicBezTo>
                      <a:pt x="4075557" y="2042731"/>
                      <a:pt x="4074224" y="2045208"/>
                      <a:pt x="4071747" y="2046351"/>
                    </a:cubicBezTo>
                    <a:cubicBezTo>
                      <a:pt x="4059651" y="2052161"/>
                      <a:pt x="4046125" y="2058448"/>
                      <a:pt x="4030885" y="2065401"/>
                    </a:cubicBezTo>
                    <a:cubicBezTo>
                      <a:pt x="4030027" y="2065591"/>
                      <a:pt x="4029075" y="2065782"/>
                      <a:pt x="4028218" y="2065782"/>
                    </a:cubicBezTo>
                    <a:close/>
                    <a:moveTo>
                      <a:pt x="2095309" y="2062639"/>
                    </a:moveTo>
                    <a:cubicBezTo>
                      <a:pt x="2094643" y="2062639"/>
                      <a:pt x="2093976" y="2062448"/>
                      <a:pt x="2093309" y="2062163"/>
                    </a:cubicBezTo>
                    <a:cubicBezTo>
                      <a:pt x="2078260" y="2057495"/>
                      <a:pt x="2064163" y="2050732"/>
                      <a:pt x="2051304" y="2041970"/>
                    </a:cubicBezTo>
                    <a:cubicBezTo>
                      <a:pt x="2051304" y="2041970"/>
                      <a:pt x="2051114" y="2041970"/>
                      <a:pt x="2051114" y="2041779"/>
                    </a:cubicBezTo>
                    <a:cubicBezTo>
                      <a:pt x="2049589" y="2040636"/>
                      <a:pt x="2048447" y="2038636"/>
                      <a:pt x="2048447" y="2036445"/>
                    </a:cubicBezTo>
                    <a:cubicBezTo>
                      <a:pt x="2048447" y="2035112"/>
                      <a:pt x="2048923" y="2033778"/>
                      <a:pt x="2049589" y="2032635"/>
                    </a:cubicBezTo>
                    <a:cubicBezTo>
                      <a:pt x="2051590" y="2029682"/>
                      <a:pt x="2055876" y="2028825"/>
                      <a:pt x="2059019" y="2030825"/>
                    </a:cubicBezTo>
                    <a:cubicBezTo>
                      <a:pt x="2070640" y="2038922"/>
                      <a:pt x="2083689" y="2045208"/>
                      <a:pt x="2097405" y="2049494"/>
                    </a:cubicBezTo>
                    <a:cubicBezTo>
                      <a:pt x="2099215" y="2050161"/>
                      <a:pt x="2100548" y="2051304"/>
                      <a:pt x="2101406" y="2052828"/>
                    </a:cubicBezTo>
                    <a:cubicBezTo>
                      <a:pt x="2102072" y="2054352"/>
                      <a:pt x="2102263" y="2056162"/>
                      <a:pt x="2101882" y="2057972"/>
                    </a:cubicBezTo>
                    <a:cubicBezTo>
                      <a:pt x="2100929" y="2060829"/>
                      <a:pt x="2098167" y="2062639"/>
                      <a:pt x="2095309" y="2062639"/>
                    </a:cubicBezTo>
                    <a:close/>
                    <a:moveTo>
                      <a:pt x="2228183" y="2061781"/>
                    </a:moveTo>
                    <a:cubicBezTo>
                      <a:pt x="2225040" y="2061781"/>
                      <a:pt x="2222373" y="2059496"/>
                      <a:pt x="2221706" y="2056638"/>
                    </a:cubicBezTo>
                    <a:cubicBezTo>
                      <a:pt x="2221706" y="2055971"/>
                      <a:pt x="2221421" y="2055495"/>
                      <a:pt x="2221421" y="2054828"/>
                    </a:cubicBezTo>
                    <a:cubicBezTo>
                      <a:pt x="2221421" y="2051875"/>
                      <a:pt x="2223707" y="2049208"/>
                      <a:pt x="2226564" y="2048351"/>
                    </a:cubicBezTo>
                    <a:cubicBezTo>
                      <a:pt x="2239994" y="2045208"/>
                      <a:pt x="2254377" y="2040922"/>
                      <a:pt x="2268950" y="2035778"/>
                    </a:cubicBezTo>
                    <a:cubicBezTo>
                      <a:pt x="2272284" y="2034445"/>
                      <a:pt x="2276094" y="2036445"/>
                      <a:pt x="2277523" y="2039779"/>
                    </a:cubicBezTo>
                    <a:cubicBezTo>
                      <a:pt x="2278190" y="2041303"/>
                      <a:pt x="2277999" y="2043113"/>
                      <a:pt x="2277332" y="2044922"/>
                    </a:cubicBezTo>
                    <a:cubicBezTo>
                      <a:pt x="2276475" y="2046446"/>
                      <a:pt x="2275141" y="2047589"/>
                      <a:pt x="2273522" y="2048256"/>
                    </a:cubicBezTo>
                    <a:cubicBezTo>
                      <a:pt x="2258282" y="2053685"/>
                      <a:pt x="2243709" y="2058162"/>
                      <a:pt x="2229707" y="2061496"/>
                    </a:cubicBezTo>
                    <a:cubicBezTo>
                      <a:pt x="2229707" y="2061496"/>
                      <a:pt x="2229707" y="2061496"/>
                      <a:pt x="2229517" y="2061496"/>
                    </a:cubicBezTo>
                    <a:cubicBezTo>
                      <a:pt x="2229231" y="2061496"/>
                      <a:pt x="2228755" y="2061781"/>
                      <a:pt x="2228183" y="2061781"/>
                    </a:cubicBezTo>
                    <a:close/>
                    <a:moveTo>
                      <a:pt x="2312956" y="2032159"/>
                    </a:moveTo>
                    <a:cubicBezTo>
                      <a:pt x="2310289" y="2032159"/>
                      <a:pt x="2307812" y="2030539"/>
                      <a:pt x="2306669" y="2028158"/>
                    </a:cubicBezTo>
                    <a:cubicBezTo>
                      <a:pt x="2306193" y="2027301"/>
                      <a:pt x="2306003" y="2026634"/>
                      <a:pt x="2306003" y="2025491"/>
                    </a:cubicBezTo>
                    <a:cubicBezTo>
                      <a:pt x="2306003" y="2022824"/>
                      <a:pt x="2307622" y="2020348"/>
                      <a:pt x="2310003" y="2019205"/>
                    </a:cubicBezTo>
                    <a:cubicBezTo>
                      <a:pt x="2323052" y="2013585"/>
                      <a:pt x="2336483" y="2007108"/>
                      <a:pt x="2350199" y="2000155"/>
                    </a:cubicBezTo>
                    <a:cubicBezTo>
                      <a:pt x="2353532" y="1998631"/>
                      <a:pt x="2357628" y="1999964"/>
                      <a:pt x="2359152" y="2003107"/>
                    </a:cubicBezTo>
                    <a:cubicBezTo>
                      <a:pt x="2360962" y="2006441"/>
                      <a:pt x="2359628" y="2010537"/>
                      <a:pt x="2356199" y="2012061"/>
                    </a:cubicBezTo>
                    <a:cubicBezTo>
                      <a:pt x="2342674" y="2019014"/>
                      <a:pt x="2329053" y="2025777"/>
                      <a:pt x="2315528" y="2031587"/>
                    </a:cubicBezTo>
                    <a:cubicBezTo>
                      <a:pt x="2314766" y="2031873"/>
                      <a:pt x="2313908" y="2032159"/>
                      <a:pt x="2312956" y="2032159"/>
                    </a:cubicBezTo>
                    <a:close/>
                    <a:moveTo>
                      <a:pt x="4109275" y="2027206"/>
                    </a:moveTo>
                    <a:cubicBezTo>
                      <a:pt x="4106799" y="2027206"/>
                      <a:pt x="4104513" y="2025682"/>
                      <a:pt x="4103179" y="2023396"/>
                    </a:cubicBezTo>
                    <a:cubicBezTo>
                      <a:pt x="4102513" y="2021872"/>
                      <a:pt x="4102322" y="2020062"/>
                      <a:pt x="4102894" y="2018252"/>
                    </a:cubicBezTo>
                    <a:cubicBezTo>
                      <a:pt x="4103370" y="2016633"/>
                      <a:pt x="4104704" y="2015109"/>
                      <a:pt x="4106227" y="2014442"/>
                    </a:cubicBezTo>
                    <a:cubicBezTo>
                      <a:pt x="4118610" y="2008156"/>
                      <a:pt x="4131564" y="2001393"/>
                      <a:pt x="4145947" y="1994059"/>
                    </a:cubicBezTo>
                    <a:cubicBezTo>
                      <a:pt x="4145947" y="1994059"/>
                      <a:pt x="4145947" y="1994059"/>
                      <a:pt x="4145947" y="1993868"/>
                    </a:cubicBezTo>
                    <a:cubicBezTo>
                      <a:pt x="4149090" y="1992249"/>
                      <a:pt x="4153376" y="1993678"/>
                      <a:pt x="4155186" y="1996821"/>
                    </a:cubicBezTo>
                    <a:cubicBezTo>
                      <a:pt x="4155662" y="1997678"/>
                      <a:pt x="4155853" y="1998821"/>
                      <a:pt x="4155853" y="1999964"/>
                    </a:cubicBezTo>
                    <a:cubicBezTo>
                      <a:pt x="4155853" y="2002441"/>
                      <a:pt x="4154519" y="2004727"/>
                      <a:pt x="4152233" y="2005774"/>
                    </a:cubicBezTo>
                    <a:cubicBezTo>
                      <a:pt x="4139660" y="2012537"/>
                      <a:pt x="4126230" y="2019490"/>
                      <a:pt x="4112324" y="2026444"/>
                    </a:cubicBezTo>
                    <a:cubicBezTo>
                      <a:pt x="4111467" y="2026730"/>
                      <a:pt x="4110323" y="2027206"/>
                      <a:pt x="4109275" y="2027206"/>
                    </a:cubicBezTo>
                    <a:close/>
                    <a:moveTo>
                      <a:pt x="2022062" y="2012823"/>
                    </a:moveTo>
                    <a:cubicBezTo>
                      <a:pt x="2020062" y="2012823"/>
                      <a:pt x="2018252" y="2011966"/>
                      <a:pt x="2016919" y="2010347"/>
                    </a:cubicBezTo>
                    <a:cubicBezTo>
                      <a:pt x="2007489" y="1998631"/>
                      <a:pt x="1999202" y="1985391"/>
                      <a:pt x="1992439" y="1970818"/>
                    </a:cubicBezTo>
                    <a:cubicBezTo>
                      <a:pt x="1992154" y="1969960"/>
                      <a:pt x="1991963" y="1969008"/>
                      <a:pt x="1991963" y="1967865"/>
                    </a:cubicBezTo>
                    <a:cubicBezTo>
                      <a:pt x="1991963" y="1965389"/>
                      <a:pt x="1993582" y="1962912"/>
                      <a:pt x="1995773" y="1961769"/>
                    </a:cubicBezTo>
                    <a:cubicBezTo>
                      <a:pt x="1999107" y="1960435"/>
                      <a:pt x="2003203" y="1961769"/>
                      <a:pt x="2004727" y="1965103"/>
                    </a:cubicBezTo>
                    <a:cubicBezTo>
                      <a:pt x="2011013" y="1978533"/>
                      <a:pt x="2018633" y="1990915"/>
                      <a:pt x="2027396" y="2001679"/>
                    </a:cubicBezTo>
                    <a:cubicBezTo>
                      <a:pt x="2029587" y="2004631"/>
                      <a:pt x="2029206" y="2008823"/>
                      <a:pt x="2026253" y="2011108"/>
                    </a:cubicBezTo>
                    <a:cubicBezTo>
                      <a:pt x="2025206" y="2012347"/>
                      <a:pt x="2023681" y="2012823"/>
                      <a:pt x="2022062" y="2012823"/>
                    </a:cubicBezTo>
                    <a:close/>
                    <a:moveTo>
                      <a:pt x="1120902" y="2001393"/>
                    </a:moveTo>
                    <a:cubicBezTo>
                      <a:pt x="1119283" y="2001393"/>
                      <a:pt x="1117949" y="2000917"/>
                      <a:pt x="1116806" y="2000059"/>
                    </a:cubicBezTo>
                    <a:cubicBezTo>
                      <a:pt x="1114997" y="1998916"/>
                      <a:pt x="1114139" y="1996916"/>
                      <a:pt x="1114139" y="1994916"/>
                    </a:cubicBezTo>
                    <a:cubicBezTo>
                      <a:pt x="1113949" y="1993392"/>
                      <a:pt x="1114425" y="1991963"/>
                      <a:pt x="1115282" y="1990915"/>
                    </a:cubicBezTo>
                    <a:cubicBezTo>
                      <a:pt x="1124236" y="1978533"/>
                      <a:pt x="1132808" y="1966246"/>
                      <a:pt x="1141095" y="1954149"/>
                    </a:cubicBezTo>
                    <a:cubicBezTo>
                      <a:pt x="1143095" y="1951196"/>
                      <a:pt x="1147381" y="1950339"/>
                      <a:pt x="1150334" y="1952339"/>
                    </a:cubicBezTo>
                    <a:cubicBezTo>
                      <a:pt x="1153478" y="1954625"/>
                      <a:pt x="1154335" y="1958626"/>
                      <a:pt x="1152144" y="1961769"/>
                    </a:cubicBezTo>
                    <a:cubicBezTo>
                      <a:pt x="1142714" y="1975485"/>
                      <a:pt x="1134237" y="1987582"/>
                      <a:pt x="1126331" y="1998821"/>
                    </a:cubicBezTo>
                    <a:cubicBezTo>
                      <a:pt x="1125188" y="2000250"/>
                      <a:pt x="1122998" y="2001393"/>
                      <a:pt x="1120902" y="2001393"/>
                    </a:cubicBezTo>
                    <a:close/>
                    <a:moveTo>
                      <a:pt x="2392680" y="1991297"/>
                    </a:moveTo>
                    <a:cubicBezTo>
                      <a:pt x="2390204" y="1991297"/>
                      <a:pt x="2387917" y="1989963"/>
                      <a:pt x="2386870" y="1987963"/>
                    </a:cubicBezTo>
                    <a:cubicBezTo>
                      <a:pt x="2386394" y="1986820"/>
                      <a:pt x="2386013" y="1985677"/>
                      <a:pt x="2386013" y="1984629"/>
                    </a:cubicBezTo>
                    <a:cubicBezTo>
                      <a:pt x="2386013" y="1982153"/>
                      <a:pt x="2387346" y="1979962"/>
                      <a:pt x="2389632" y="1978819"/>
                    </a:cubicBezTo>
                    <a:cubicBezTo>
                      <a:pt x="2402681" y="1971389"/>
                      <a:pt x="2415635" y="1964246"/>
                      <a:pt x="2428875" y="1956816"/>
                    </a:cubicBezTo>
                    <a:cubicBezTo>
                      <a:pt x="2431828" y="1955006"/>
                      <a:pt x="2436019" y="1956340"/>
                      <a:pt x="2437829" y="1959483"/>
                    </a:cubicBezTo>
                    <a:cubicBezTo>
                      <a:pt x="2439638" y="1962626"/>
                      <a:pt x="2438495" y="1966913"/>
                      <a:pt x="2435162" y="1968722"/>
                    </a:cubicBezTo>
                    <a:lnTo>
                      <a:pt x="2422779" y="1975675"/>
                    </a:lnTo>
                    <a:cubicBezTo>
                      <a:pt x="2413825" y="1980629"/>
                      <a:pt x="2404777" y="1985581"/>
                      <a:pt x="2396014" y="1990439"/>
                    </a:cubicBezTo>
                    <a:cubicBezTo>
                      <a:pt x="2396014" y="1990439"/>
                      <a:pt x="2396014" y="1990439"/>
                      <a:pt x="2395823" y="1990439"/>
                    </a:cubicBezTo>
                    <a:cubicBezTo>
                      <a:pt x="2394871" y="1991106"/>
                      <a:pt x="2393823" y="1991297"/>
                      <a:pt x="2392680" y="1991297"/>
                    </a:cubicBezTo>
                    <a:close/>
                    <a:moveTo>
                      <a:pt x="4188714" y="1985010"/>
                    </a:moveTo>
                    <a:cubicBezTo>
                      <a:pt x="4186238" y="1985010"/>
                      <a:pt x="4184047" y="1983676"/>
                      <a:pt x="4182904" y="1981676"/>
                    </a:cubicBezTo>
                    <a:cubicBezTo>
                      <a:pt x="4182047" y="1980057"/>
                      <a:pt x="4181761" y="1978342"/>
                      <a:pt x="4182237" y="1976533"/>
                    </a:cubicBezTo>
                    <a:cubicBezTo>
                      <a:pt x="4182904" y="1974914"/>
                      <a:pt x="4184047" y="1973389"/>
                      <a:pt x="4185571" y="1972532"/>
                    </a:cubicBezTo>
                    <a:cubicBezTo>
                      <a:pt x="4200144" y="1964436"/>
                      <a:pt x="4212908" y="1957006"/>
                      <a:pt x="4224433" y="1950339"/>
                    </a:cubicBezTo>
                    <a:cubicBezTo>
                      <a:pt x="4224433" y="1950148"/>
                      <a:pt x="4224623" y="1950148"/>
                      <a:pt x="4224623" y="1950148"/>
                    </a:cubicBezTo>
                    <a:cubicBezTo>
                      <a:pt x="4227767" y="1948624"/>
                      <a:pt x="4231767" y="1949672"/>
                      <a:pt x="4233577" y="1952625"/>
                    </a:cubicBezTo>
                    <a:cubicBezTo>
                      <a:pt x="4234244" y="1953768"/>
                      <a:pt x="4234434" y="1954911"/>
                      <a:pt x="4234434" y="1956245"/>
                    </a:cubicBezTo>
                    <a:cubicBezTo>
                      <a:pt x="4234434" y="1958531"/>
                      <a:pt x="4233101" y="1960721"/>
                      <a:pt x="4231101" y="1961864"/>
                    </a:cubicBezTo>
                    <a:cubicBezTo>
                      <a:pt x="4218337" y="1969675"/>
                      <a:pt x="4205097" y="1977104"/>
                      <a:pt x="4192048" y="1984534"/>
                    </a:cubicBezTo>
                    <a:cubicBezTo>
                      <a:pt x="4190905" y="1984724"/>
                      <a:pt x="4189857" y="1985010"/>
                      <a:pt x="4188714" y="1985010"/>
                    </a:cubicBezTo>
                    <a:close/>
                    <a:moveTo>
                      <a:pt x="57721" y="1982057"/>
                    </a:moveTo>
                    <a:cubicBezTo>
                      <a:pt x="56864" y="1982057"/>
                      <a:pt x="56102" y="1981867"/>
                      <a:pt x="55245" y="1981390"/>
                    </a:cubicBezTo>
                    <a:cubicBezTo>
                      <a:pt x="53435" y="1980724"/>
                      <a:pt x="52292" y="1979581"/>
                      <a:pt x="51625" y="1977771"/>
                    </a:cubicBezTo>
                    <a:cubicBezTo>
                      <a:pt x="50768" y="1976247"/>
                      <a:pt x="50768" y="1974437"/>
                      <a:pt x="51435" y="1972628"/>
                    </a:cubicBezTo>
                    <a:cubicBezTo>
                      <a:pt x="56864" y="1959388"/>
                      <a:pt x="62865" y="1945481"/>
                      <a:pt x="69342" y="1931289"/>
                    </a:cubicBezTo>
                    <a:cubicBezTo>
                      <a:pt x="69342" y="1931289"/>
                      <a:pt x="69342" y="1931289"/>
                      <a:pt x="69342" y="1931098"/>
                    </a:cubicBezTo>
                    <a:cubicBezTo>
                      <a:pt x="70675" y="1927955"/>
                      <a:pt x="74962" y="1926431"/>
                      <a:pt x="78296" y="1927955"/>
                    </a:cubicBezTo>
                    <a:cubicBezTo>
                      <a:pt x="80772" y="1929098"/>
                      <a:pt x="82105" y="1931575"/>
                      <a:pt x="82105" y="1934242"/>
                    </a:cubicBezTo>
                    <a:cubicBezTo>
                      <a:pt x="82105" y="1934908"/>
                      <a:pt x="81915" y="1935861"/>
                      <a:pt x="81439" y="1936718"/>
                    </a:cubicBezTo>
                    <a:cubicBezTo>
                      <a:pt x="75629" y="1949767"/>
                      <a:pt x="69818" y="1963198"/>
                      <a:pt x="63913" y="1977771"/>
                    </a:cubicBezTo>
                    <a:cubicBezTo>
                      <a:pt x="62865" y="1980248"/>
                      <a:pt x="60388" y="1982057"/>
                      <a:pt x="57721" y="1982057"/>
                    </a:cubicBezTo>
                    <a:close/>
                    <a:moveTo>
                      <a:pt x="2471261" y="1947767"/>
                    </a:moveTo>
                    <a:cubicBezTo>
                      <a:pt x="2468785" y="1947767"/>
                      <a:pt x="2466499" y="1946434"/>
                      <a:pt x="2465451" y="1944148"/>
                    </a:cubicBezTo>
                    <a:cubicBezTo>
                      <a:pt x="2464784" y="1943290"/>
                      <a:pt x="2464594" y="1942148"/>
                      <a:pt x="2464594" y="1941005"/>
                    </a:cubicBezTo>
                    <a:cubicBezTo>
                      <a:pt x="2464594" y="1938528"/>
                      <a:pt x="2465927" y="1936337"/>
                      <a:pt x="2468213" y="1934908"/>
                    </a:cubicBezTo>
                    <a:cubicBezTo>
                      <a:pt x="2481263" y="1927765"/>
                      <a:pt x="2494502" y="1920526"/>
                      <a:pt x="2507456" y="1913382"/>
                    </a:cubicBezTo>
                    <a:cubicBezTo>
                      <a:pt x="2510790" y="1911572"/>
                      <a:pt x="2514886" y="1912906"/>
                      <a:pt x="2516696" y="1916049"/>
                    </a:cubicBezTo>
                    <a:cubicBezTo>
                      <a:pt x="2517553" y="1917668"/>
                      <a:pt x="2517839" y="1919383"/>
                      <a:pt x="2517172" y="1921192"/>
                    </a:cubicBezTo>
                    <a:cubicBezTo>
                      <a:pt x="2516696" y="1923002"/>
                      <a:pt x="2515648" y="1924336"/>
                      <a:pt x="2514029" y="1925193"/>
                    </a:cubicBezTo>
                    <a:cubicBezTo>
                      <a:pt x="2500789" y="1932337"/>
                      <a:pt x="2487740" y="1939576"/>
                      <a:pt x="2474500" y="1946720"/>
                    </a:cubicBezTo>
                    <a:cubicBezTo>
                      <a:pt x="2473452" y="1947291"/>
                      <a:pt x="2472309" y="1947767"/>
                      <a:pt x="2471261" y="1947767"/>
                    </a:cubicBezTo>
                    <a:close/>
                    <a:moveTo>
                      <a:pt x="4266153" y="1939004"/>
                    </a:moveTo>
                    <a:cubicBezTo>
                      <a:pt x="4263676" y="1939004"/>
                      <a:pt x="4261676" y="1937861"/>
                      <a:pt x="4260342" y="1935861"/>
                    </a:cubicBezTo>
                    <a:cubicBezTo>
                      <a:pt x="4259485" y="1934528"/>
                      <a:pt x="4259199" y="1932718"/>
                      <a:pt x="4259485" y="1930908"/>
                    </a:cubicBezTo>
                    <a:cubicBezTo>
                      <a:pt x="4259961" y="1929098"/>
                      <a:pt x="4261009" y="1927574"/>
                      <a:pt x="4262438" y="1926622"/>
                    </a:cubicBezTo>
                    <a:cubicBezTo>
                      <a:pt x="4275678" y="1918049"/>
                      <a:pt x="4288251" y="1909763"/>
                      <a:pt x="4299490" y="1901666"/>
                    </a:cubicBezTo>
                    <a:cubicBezTo>
                      <a:pt x="4302443" y="1899380"/>
                      <a:pt x="4306919" y="1900047"/>
                      <a:pt x="4308920" y="1903190"/>
                    </a:cubicBezTo>
                    <a:cubicBezTo>
                      <a:pt x="4309777" y="1904333"/>
                      <a:pt x="4310253" y="1905667"/>
                      <a:pt x="4310063" y="1907000"/>
                    </a:cubicBezTo>
                    <a:cubicBezTo>
                      <a:pt x="4310063" y="1909286"/>
                      <a:pt x="4309205" y="1911287"/>
                      <a:pt x="4307395" y="1912430"/>
                    </a:cubicBezTo>
                    <a:cubicBezTo>
                      <a:pt x="4295680" y="1920716"/>
                      <a:pt x="4283202" y="1929289"/>
                      <a:pt x="4269867" y="1938052"/>
                    </a:cubicBezTo>
                    <a:cubicBezTo>
                      <a:pt x="4268629" y="1938718"/>
                      <a:pt x="4267296" y="1939004"/>
                      <a:pt x="4266153" y="1939004"/>
                    </a:cubicBezTo>
                    <a:close/>
                    <a:moveTo>
                      <a:pt x="1984343" y="1932432"/>
                    </a:moveTo>
                    <a:cubicBezTo>
                      <a:pt x="1981009" y="1932432"/>
                      <a:pt x="1978247" y="1930241"/>
                      <a:pt x="1977581" y="1927098"/>
                    </a:cubicBezTo>
                    <a:cubicBezTo>
                      <a:pt x="1974247" y="1912239"/>
                      <a:pt x="1972151" y="1896999"/>
                      <a:pt x="1971484" y="1881568"/>
                    </a:cubicBezTo>
                    <a:cubicBezTo>
                      <a:pt x="1971484" y="1881378"/>
                      <a:pt x="1971484" y="1881378"/>
                      <a:pt x="1971484" y="1881092"/>
                    </a:cubicBezTo>
                    <a:lnTo>
                      <a:pt x="1971484" y="1881092"/>
                    </a:lnTo>
                    <a:cubicBezTo>
                      <a:pt x="1971484" y="1877473"/>
                      <a:pt x="1974437" y="1874615"/>
                      <a:pt x="1977962" y="1874330"/>
                    </a:cubicBezTo>
                    <a:lnTo>
                      <a:pt x="1978152" y="1874330"/>
                    </a:lnTo>
                    <a:cubicBezTo>
                      <a:pt x="1981772" y="1874330"/>
                      <a:pt x="1984629" y="1877282"/>
                      <a:pt x="1984915" y="1880806"/>
                    </a:cubicBezTo>
                    <a:cubicBezTo>
                      <a:pt x="1985581" y="1895380"/>
                      <a:pt x="1987391" y="1909953"/>
                      <a:pt x="1990725" y="1924145"/>
                    </a:cubicBezTo>
                    <a:cubicBezTo>
                      <a:pt x="1991201" y="1925955"/>
                      <a:pt x="1990725" y="1927765"/>
                      <a:pt x="1989868" y="1929098"/>
                    </a:cubicBezTo>
                    <a:cubicBezTo>
                      <a:pt x="1989011" y="1930717"/>
                      <a:pt x="1987391" y="1931765"/>
                      <a:pt x="1985581" y="1932241"/>
                    </a:cubicBezTo>
                    <a:cubicBezTo>
                      <a:pt x="1985296" y="1932241"/>
                      <a:pt x="1984820" y="1932432"/>
                      <a:pt x="1984343" y="1932432"/>
                    </a:cubicBezTo>
                    <a:close/>
                    <a:moveTo>
                      <a:pt x="1171670" y="1927289"/>
                    </a:moveTo>
                    <a:cubicBezTo>
                      <a:pt x="1170337" y="1927289"/>
                      <a:pt x="1169003" y="1926812"/>
                      <a:pt x="1167860" y="1926146"/>
                    </a:cubicBezTo>
                    <a:cubicBezTo>
                      <a:pt x="1166050" y="1925003"/>
                      <a:pt x="1164907" y="1922812"/>
                      <a:pt x="1164907" y="1920526"/>
                    </a:cubicBezTo>
                    <a:cubicBezTo>
                      <a:pt x="1164907" y="1919383"/>
                      <a:pt x="1165098" y="1918049"/>
                      <a:pt x="1166050" y="1916906"/>
                    </a:cubicBezTo>
                    <a:cubicBezTo>
                      <a:pt x="1173480" y="1905476"/>
                      <a:pt x="1181100" y="1893570"/>
                      <a:pt x="1190339" y="1879187"/>
                    </a:cubicBezTo>
                    <a:cubicBezTo>
                      <a:pt x="1192149" y="1876044"/>
                      <a:pt x="1196435" y="1875187"/>
                      <a:pt x="1199579" y="1876901"/>
                    </a:cubicBezTo>
                    <a:cubicBezTo>
                      <a:pt x="1201103" y="1877758"/>
                      <a:pt x="1202055" y="1879378"/>
                      <a:pt x="1202531" y="1881188"/>
                    </a:cubicBezTo>
                    <a:cubicBezTo>
                      <a:pt x="1203007" y="1882997"/>
                      <a:pt x="1202722" y="1884807"/>
                      <a:pt x="1201864" y="1886331"/>
                    </a:cubicBezTo>
                    <a:cubicBezTo>
                      <a:pt x="1193578" y="1899095"/>
                      <a:pt x="1185481" y="1911953"/>
                      <a:pt x="1177385" y="1924050"/>
                    </a:cubicBezTo>
                    <a:cubicBezTo>
                      <a:pt x="1175861" y="1926146"/>
                      <a:pt x="1173861" y="1927289"/>
                      <a:pt x="1171670" y="1927289"/>
                    </a:cubicBezTo>
                    <a:close/>
                    <a:moveTo>
                      <a:pt x="2550224" y="1904905"/>
                    </a:moveTo>
                    <a:cubicBezTo>
                      <a:pt x="2547747" y="1904905"/>
                      <a:pt x="2545271" y="1903571"/>
                      <a:pt x="2544128" y="1901285"/>
                    </a:cubicBezTo>
                    <a:cubicBezTo>
                      <a:pt x="2543651" y="1900142"/>
                      <a:pt x="2543270" y="1899285"/>
                      <a:pt x="2543270" y="1897951"/>
                    </a:cubicBezTo>
                    <a:cubicBezTo>
                      <a:pt x="2543461" y="1895475"/>
                      <a:pt x="2544794" y="1893189"/>
                      <a:pt x="2546890" y="1892141"/>
                    </a:cubicBezTo>
                    <a:cubicBezTo>
                      <a:pt x="2561463" y="1884235"/>
                      <a:pt x="2574512" y="1877568"/>
                      <a:pt x="2586609" y="1871091"/>
                    </a:cubicBezTo>
                    <a:cubicBezTo>
                      <a:pt x="2589943" y="1869567"/>
                      <a:pt x="2594039" y="1870900"/>
                      <a:pt x="2595848" y="1874044"/>
                    </a:cubicBezTo>
                    <a:cubicBezTo>
                      <a:pt x="2596515" y="1875663"/>
                      <a:pt x="2596706" y="1877378"/>
                      <a:pt x="2596324" y="1878997"/>
                    </a:cubicBezTo>
                    <a:cubicBezTo>
                      <a:pt x="2595848" y="1880806"/>
                      <a:pt x="2594515" y="1882331"/>
                      <a:pt x="2592991" y="1882997"/>
                    </a:cubicBezTo>
                    <a:lnTo>
                      <a:pt x="2584704" y="1887474"/>
                    </a:lnTo>
                    <a:cubicBezTo>
                      <a:pt x="2574417" y="1892903"/>
                      <a:pt x="2563844" y="1898523"/>
                      <a:pt x="2553462" y="1904048"/>
                    </a:cubicBezTo>
                    <a:cubicBezTo>
                      <a:pt x="2552224" y="1904429"/>
                      <a:pt x="2551366" y="1904905"/>
                      <a:pt x="2550224" y="1904905"/>
                    </a:cubicBezTo>
                    <a:close/>
                    <a:moveTo>
                      <a:pt x="94774" y="1900142"/>
                    </a:moveTo>
                    <a:cubicBezTo>
                      <a:pt x="93631" y="1900142"/>
                      <a:pt x="92773" y="1899952"/>
                      <a:pt x="91821" y="1899475"/>
                    </a:cubicBezTo>
                    <a:cubicBezTo>
                      <a:pt x="88487" y="1897951"/>
                      <a:pt x="87154" y="1893856"/>
                      <a:pt x="88678" y="1890522"/>
                    </a:cubicBezTo>
                    <a:cubicBezTo>
                      <a:pt x="95440" y="1876806"/>
                      <a:pt x="102108" y="1863376"/>
                      <a:pt x="109061" y="1850326"/>
                    </a:cubicBezTo>
                    <a:cubicBezTo>
                      <a:pt x="110871" y="1847183"/>
                      <a:pt x="114871" y="1845850"/>
                      <a:pt x="118300" y="1847374"/>
                    </a:cubicBezTo>
                    <a:cubicBezTo>
                      <a:pt x="120491" y="1848707"/>
                      <a:pt x="121920" y="1850993"/>
                      <a:pt x="121920" y="1853470"/>
                    </a:cubicBezTo>
                    <a:cubicBezTo>
                      <a:pt x="121920" y="1854327"/>
                      <a:pt x="121729" y="1855470"/>
                      <a:pt x="121063" y="1856613"/>
                    </a:cubicBezTo>
                    <a:cubicBezTo>
                      <a:pt x="114109" y="1870043"/>
                      <a:pt x="107156" y="1883283"/>
                      <a:pt x="100870" y="1896332"/>
                    </a:cubicBezTo>
                    <a:cubicBezTo>
                      <a:pt x="99727" y="1898809"/>
                      <a:pt x="97250" y="1900142"/>
                      <a:pt x="94774" y="1900142"/>
                    </a:cubicBezTo>
                    <a:close/>
                    <a:moveTo>
                      <a:pt x="4338638" y="1886045"/>
                    </a:moveTo>
                    <a:cubicBezTo>
                      <a:pt x="4336828" y="1886045"/>
                      <a:pt x="4334828" y="1885379"/>
                      <a:pt x="4333685" y="1883759"/>
                    </a:cubicBezTo>
                    <a:cubicBezTo>
                      <a:pt x="4331208" y="1881092"/>
                      <a:pt x="4331494" y="1876806"/>
                      <a:pt x="4334161" y="1874330"/>
                    </a:cubicBezTo>
                    <a:cubicBezTo>
                      <a:pt x="4341971" y="1867376"/>
                      <a:pt x="4348734" y="1860899"/>
                      <a:pt x="4353878" y="1854803"/>
                    </a:cubicBezTo>
                    <a:cubicBezTo>
                      <a:pt x="4357212" y="1850993"/>
                      <a:pt x="4360640" y="1846707"/>
                      <a:pt x="4363784" y="1842421"/>
                    </a:cubicBezTo>
                    <a:cubicBezTo>
                      <a:pt x="4365784" y="1839468"/>
                      <a:pt x="4370261" y="1838801"/>
                      <a:pt x="4373214" y="1841087"/>
                    </a:cubicBezTo>
                    <a:cubicBezTo>
                      <a:pt x="4374833" y="1842230"/>
                      <a:pt x="4375880" y="1844231"/>
                      <a:pt x="4375880" y="1846516"/>
                    </a:cubicBezTo>
                    <a:cubicBezTo>
                      <a:pt x="4375880" y="1847850"/>
                      <a:pt x="4375404" y="1849469"/>
                      <a:pt x="4374547" y="1850517"/>
                    </a:cubicBezTo>
                    <a:cubicBezTo>
                      <a:pt x="4370928" y="1855184"/>
                      <a:pt x="4367594" y="1859471"/>
                      <a:pt x="4364260" y="1863566"/>
                    </a:cubicBezTo>
                    <a:cubicBezTo>
                      <a:pt x="4358640" y="1870043"/>
                      <a:pt x="4351496" y="1877282"/>
                      <a:pt x="4343114" y="1884426"/>
                    </a:cubicBezTo>
                    <a:cubicBezTo>
                      <a:pt x="4341781" y="1885569"/>
                      <a:pt x="4340161" y="1886045"/>
                      <a:pt x="4338638" y="1886045"/>
                    </a:cubicBezTo>
                    <a:close/>
                    <a:moveTo>
                      <a:pt x="2629472" y="1862899"/>
                    </a:moveTo>
                    <a:cubicBezTo>
                      <a:pt x="2626995" y="1862899"/>
                      <a:pt x="2624804" y="1861566"/>
                      <a:pt x="2623661" y="1859280"/>
                    </a:cubicBezTo>
                    <a:cubicBezTo>
                      <a:pt x="2623185" y="1858423"/>
                      <a:pt x="2622804" y="1857470"/>
                      <a:pt x="2622804" y="1856327"/>
                    </a:cubicBezTo>
                    <a:cubicBezTo>
                      <a:pt x="2622804" y="1853851"/>
                      <a:pt x="2624328" y="1851374"/>
                      <a:pt x="2626614" y="1850231"/>
                    </a:cubicBezTo>
                    <a:cubicBezTo>
                      <a:pt x="2639378" y="1843468"/>
                      <a:pt x="2652903" y="1836515"/>
                      <a:pt x="2666524" y="1829562"/>
                    </a:cubicBezTo>
                    <a:cubicBezTo>
                      <a:pt x="2669667" y="1827943"/>
                      <a:pt x="2673953" y="1829372"/>
                      <a:pt x="2675477" y="1832705"/>
                    </a:cubicBezTo>
                    <a:cubicBezTo>
                      <a:pt x="2677287" y="1835848"/>
                      <a:pt x="2675954" y="1839849"/>
                      <a:pt x="2672524" y="1841659"/>
                    </a:cubicBezTo>
                    <a:cubicBezTo>
                      <a:pt x="2659952" y="1847945"/>
                      <a:pt x="2646902" y="1854708"/>
                      <a:pt x="2632520" y="1862042"/>
                    </a:cubicBezTo>
                    <a:lnTo>
                      <a:pt x="2632329" y="1862042"/>
                    </a:lnTo>
                    <a:cubicBezTo>
                      <a:pt x="2631472" y="1862709"/>
                      <a:pt x="2630615" y="1862899"/>
                      <a:pt x="2629472" y="1862899"/>
                    </a:cubicBezTo>
                    <a:close/>
                    <a:moveTo>
                      <a:pt x="1219486" y="1851184"/>
                    </a:moveTo>
                    <a:cubicBezTo>
                      <a:pt x="1218343" y="1851184"/>
                      <a:pt x="1217009" y="1850993"/>
                      <a:pt x="1216152" y="1850326"/>
                    </a:cubicBezTo>
                    <a:cubicBezTo>
                      <a:pt x="1214152" y="1849183"/>
                      <a:pt x="1212818" y="1846993"/>
                      <a:pt x="1212818" y="1844516"/>
                    </a:cubicBezTo>
                    <a:cubicBezTo>
                      <a:pt x="1212818" y="1843373"/>
                      <a:pt x="1213295" y="1842325"/>
                      <a:pt x="1213961" y="1841182"/>
                    </a:cubicBezTo>
                    <a:cubicBezTo>
                      <a:pt x="1221105" y="1829276"/>
                      <a:pt x="1228534" y="1816513"/>
                      <a:pt x="1236821" y="1802606"/>
                    </a:cubicBezTo>
                    <a:cubicBezTo>
                      <a:pt x="1238631" y="1799463"/>
                      <a:pt x="1242917" y="1798320"/>
                      <a:pt x="1245965" y="1800320"/>
                    </a:cubicBezTo>
                    <a:cubicBezTo>
                      <a:pt x="1249108" y="1802130"/>
                      <a:pt x="1250252" y="1806131"/>
                      <a:pt x="1248251" y="1809559"/>
                    </a:cubicBezTo>
                    <a:cubicBezTo>
                      <a:pt x="1240822" y="1822132"/>
                      <a:pt x="1233202" y="1835182"/>
                      <a:pt x="1225391" y="1848136"/>
                    </a:cubicBezTo>
                    <a:cubicBezTo>
                      <a:pt x="1225391" y="1848136"/>
                      <a:pt x="1225391" y="1848136"/>
                      <a:pt x="1225201" y="1848326"/>
                    </a:cubicBezTo>
                    <a:cubicBezTo>
                      <a:pt x="1223963" y="1850136"/>
                      <a:pt x="1221677" y="1851184"/>
                      <a:pt x="1219486" y="1851184"/>
                    </a:cubicBezTo>
                    <a:close/>
                    <a:moveTo>
                      <a:pt x="1980819" y="1843183"/>
                    </a:moveTo>
                    <a:cubicBezTo>
                      <a:pt x="1980343" y="1843183"/>
                      <a:pt x="1979962" y="1843183"/>
                      <a:pt x="1979676" y="1843183"/>
                    </a:cubicBezTo>
                    <a:cubicBezTo>
                      <a:pt x="1976056" y="1842516"/>
                      <a:pt x="1973389" y="1839182"/>
                      <a:pt x="1974056" y="1835372"/>
                    </a:cubicBezTo>
                    <a:cubicBezTo>
                      <a:pt x="1976247" y="1820513"/>
                      <a:pt x="1980152" y="1807273"/>
                      <a:pt x="1985105" y="1796320"/>
                    </a:cubicBezTo>
                    <a:lnTo>
                      <a:pt x="1985296" y="1795463"/>
                    </a:lnTo>
                    <a:cubicBezTo>
                      <a:pt x="1985963" y="1793939"/>
                      <a:pt x="1986629" y="1792319"/>
                      <a:pt x="1987487" y="1790986"/>
                    </a:cubicBezTo>
                    <a:cubicBezTo>
                      <a:pt x="1988820" y="1787652"/>
                      <a:pt x="1992916" y="1786033"/>
                      <a:pt x="1996249" y="1787652"/>
                    </a:cubicBezTo>
                    <a:cubicBezTo>
                      <a:pt x="1998726" y="1788795"/>
                      <a:pt x="2000250" y="1790986"/>
                      <a:pt x="2000250" y="1793748"/>
                    </a:cubicBezTo>
                    <a:cubicBezTo>
                      <a:pt x="2000250" y="1794605"/>
                      <a:pt x="2000059" y="1795748"/>
                      <a:pt x="1999583" y="1796701"/>
                    </a:cubicBezTo>
                    <a:cubicBezTo>
                      <a:pt x="1998916" y="1798034"/>
                      <a:pt x="1998250" y="1799654"/>
                      <a:pt x="1997583" y="1801178"/>
                    </a:cubicBezTo>
                    <a:lnTo>
                      <a:pt x="1997107" y="1801844"/>
                    </a:lnTo>
                    <a:cubicBezTo>
                      <a:pt x="1992821" y="1811941"/>
                      <a:pt x="1989487" y="1824323"/>
                      <a:pt x="1987201" y="1837754"/>
                    </a:cubicBezTo>
                    <a:cubicBezTo>
                      <a:pt x="1986820" y="1840706"/>
                      <a:pt x="1983962" y="1843183"/>
                      <a:pt x="1980819" y="1843183"/>
                    </a:cubicBezTo>
                    <a:close/>
                    <a:moveTo>
                      <a:pt x="2709577" y="1822228"/>
                    </a:moveTo>
                    <a:cubicBezTo>
                      <a:pt x="2707100" y="1822228"/>
                      <a:pt x="2704624" y="1820894"/>
                      <a:pt x="2703481" y="1818608"/>
                    </a:cubicBezTo>
                    <a:cubicBezTo>
                      <a:pt x="2703005" y="1817465"/>
                      <a:pt x="2702814" y="1816608"/>
                      <a:pt x="2702814" y="1815656"/>
                    </a:cubicBezTo>
                    <a:cubicBezTo>
                      <a:pt x="2702814" y="1812989"/>
                      <a:pt x="2704433" y="1810512"/>
                      <a:pt x="2706624" y="1809369"/>
                    </a:cubicBezTo>
                    <a:cubicBezTo>
                      <a:pt x="2718721" y="1803273"/>
                      <a:pt x="2731961" y="1796987"/>
                      <a:pt x="2747010" y="1789652"/>
                    </a:cubicBezTo>
                    <a:cubicBezTo>
                      <a:pt x="2750344" y="1788128"/>
                      <a:pt x="2754440" y="1789652"/>
                      <a:pt x="2755964" y="1792796"/>
                    </a:cubicBezTo>
                    <a:cubicBezTo>
                      <a:pt x="2757583" y="1796129"/>
                      <a:pt x="2756154" y="1800225"/>
                      <a:pt x="2752820" y="1801749"/>
                    </a:cubicBezTo>
                    <a:cubicBezTo>
                      <a:pt x="2739771" y="1808035"/>
                      <a:pt x="2726341" y="1814798"/>
                      <a:pt x="2712434" y="1821466"/>
                    </a:cubicBezTo>
                    <a:cubicBezTo>
                      <a:pt x="2711577" y="1822037"/>
                      <a:pt x="2710720" y="1822228"/>
                      <a:pt x="2709577" y="1822228"/>
                    </a:cubicBezTo>
                    <a:close/>
                    <a:moveTo>
                      <a:pt x="136684" y="1820704"/>
                    </a:moveTo>
                    <a:cubicBezTo>
                      <a:pt x="135541" y="1820704"/>
                      <a:pt x="134207" y="1820513"/>
                      <a:pt x="133350" y="1819847"/>
                    </a:cubicBezTo>
                    <a:cubicBezTo>
                      <a:pt x="131731" y="1818989"/>
                      <a:pt x="130683" y="1817560"/>
                      <a:pt x="130207" y="1815846"/>
                    </a:cubicBezTo>
                    <a:cubicBezTo>
                      <a:pt x="129540" y="1814322"/>
                      <a:pt x="129730" y="1812226"/>
                      <a:pt x="130683" y="1810703"/>
                    </a:cubicBezTo>
                    <a:cubicBezTo>
                      <a:pt x="137827" y="1797939"/>
                      <a:pt x="145542" y="1784890"/>
                      <a:pt x="153162" y="1771840"/>
                    </a:cubicBezTo>
                    <a:lnTo>
                      <a:pt x="153162" y="1771840"/>
                    </a:lnTo>
                    <a:cubicBezTo>
                      <a:pt x="154972" y="1768697"/>
                      <a:pt x="159258" y="1767554"/>
                      <a:pt x="162401" y="1769364"/>
                    </a:cubicBezTo>
                    <a:cubicBezTo>
                      <a:pt x="164592" y="1770507"/>
                      <a:pt x="165735" y="1772698"/>
                      <a:pt x="165735" y="1774984"/>
                    </a:cubicBezTo>
                    <a:cubicBezTo>
                      <a:pt x="165735" y="1776317"/>
                      <a:pt x="165544" y="1777460"/>
                      <a:pt x="164878" y="1778603"/>
                    </a:cubicBezTo>
                    <a:cubicBezTo>
                      <a:pt x="156305" y="1793176"/>
                      <a:pt x="149161" y="1805749"/>
                      <a:pt x="142684" y="1817465"/>
                    </a:cubicBezTo>
                    <a:cubicBezTo>
                      <a:pt x="141446" y="1819370"/>
                      <a:pt x="138970" y="1820704"/>
                      <a:pt x="136684" y="1820704"/>
                    </a:cubicBezTo>
                    <a:close/>
                    <a:moveTo>
                      <a:pt x="4391787" y="1814608"/>
                    </a:moveTo>
                    <a:cubicBezTo>
                      <a:pt x="4390930" y="1814608"/>
                      <a:pt x="4389978" y="1814417"/>
                      <a:pt x="4389120" y="1813941"/>
                    </a:cubicBezTo>
                    <a:cubicBezTo>
                      <a:pt x="4387310" y="1813274"/>
                      <a:pt x="4386167" y="1811941"/>
                      <a:pt x="4385501" y="1810131"/>
                    </a:cubicBezTo>
                    <a:cubicBezTo>
                      <a:pt x="4384834" y="1808607"/>
                      <a:pt x="4384834" y="1806797"/>
                      <a:pt x="4385787" y="1805178"/>
                    </a:cubicBezTo>
                    <a:cubicBezTo>
                      <a:pt x="4391882" y="1791748"/>
                      <a:pt x="4396073" y="1777841"/>
                      <a:pt x="4398836" y="1763839"/>
                    </a:cubicBezTo>
                    <a:cubicBezTo>
                      <a:pt x="4399503" y="1760220"/>
                      <a:pt x="4402836" y="1757743"/>
                      <a:pt x="4406646" y="1758410"/>
                    </a:cubicBezTo>
                    <a:cubicBezTo>
                      <a:pt x="4409789" y="1759077"/>
                      <a:pt x="4412076" y="1761744"/>
                      <a:pt x="4412076" y="1764887"/>
                    </a:cubicBezTo>
                    <a:cubicBezTo>
                      <a:pt x="4412076" y="1765364"/>
                      <a:pt x="4412076" y="1765745"/>
                      <a:pt x="4412076" y="1766221"/>
                    </a:cubicBezTo>
                    <a:cubicBezTo>
                      <a:pt x="4409123" y="1781270"/>
                      <a:pt x="4404455" y="1796320"/>
                      <a:pt x="4397978" y="1810417"/>
                    </a:cubicBezTo>
                    <a:cubicBezTo>
                      <a:pt x="4397026" y="1813084"/>
                      <a:pt x="4394549" y="1814608"/>
                      <a:pt x="4391787" y="1814608"/>
                    </a:cubicBezTo>
                    <a:close/>
                    <a:moveTo>
                      <a:pt x="2790349" y="1783175"/>
                    </a:moveTo>
                    <a:cubicBezTo>
                      <a:pt x="2787872" y="1783175"/>
                      <a:pt x="2785396" y="1781842"/>
                      <a:pt x="2784253" y="1779365"/>
                    </a:cubicBezTo>
                    <a:cubicBezTo>
                      <a:pt x="2783777" y="1778508"/>
                      <a:pt x="2783586" y="1777365"/>
                      <a:pt x="2783586" y="1776413"/>
                    </a:cubicBezTo>
                    <a:cubicBezTo>
                      <a:pt x="2783586" y="1773746"/>
                      <a:pt x="2785110" y="1771459"/>
                      <a:pt x="2787587" y="1770316"/>
                    </a:cubicBezTo>
                    <a:cubicBezTo>
                      <a:pt x="2799493" y="1764697"/>
                      <a:pt x="2813590" y="1757934"/>
                      <a:pt x="2828163" y="1751457"/>
                    </a:cubicBezTo>
                    <a:cubicBezTo>
                      <a:pt x="2831497" y="1749838"/>
                      <a:pt x="2835592" y="1751457"/>
                      <a:pt x="2837116" y="1754791"/>
                    </a:cubicBezTo>
                    <a:cubicBezTo>
                      <a:pt x="2837783" y="1756315"/>
                      <a:pt x="2837783" y="1758124"/>
                      <a:pt x="2837307" y="1759934"/>
                    </a:cubicBezTo>
                    <a:cubicBezTo>
                      <a:pt x="2836640" y="1761458"/>
                      <a:pt x="2835307" y="1762887"/>
                      <a:pt x="2833688" y="1763554"/>
                    </a:cubicBezTo>
                    <a:cubicBezTo>
                      <a:pt x="2819972" y="1770031"/>
                      <a:pt x="2806351" y="1776317"/>
                      <a:pt x="2793111" y="1782413"/>
                    </a:cubicBezTo>
                    <a:cubicBezTo>
                      <a:pt x="2793111" y="1782413"/>
                      <a:pt x="2793111" y="1782604"/>
                      <a:pt x="2792921" y="1782604"/>
                    </a:cubicBezTo>
                    <a:cubicBezTo>
                      <a:pt x="2792158" y="1782985"/>
                      <a:pt x="2791301" y="1783175"/>
                      <a:pt x="2790349" y="1783175"/>
                    </a:cubicBezTo>
                    <a:close/>
                    <a:moveTo>
                      <a:pt x="1264825" y="1773746"/>
                    </a:moveTo>
                    <a:cubicBezTo>
                      <a:pt x="1263682" y="1773746"/>
                      <a:pt x="1262539" y="1773269"/>
                      <a:pt x="1261491" y="1772888"/>
                    </a:cubicBezTo>
                    <a:cubicBezTo>
                      <a:pt x="1259491" y="1771555"/>
                      <a:pt x="1258157" y="1769269"/>
                      <a:pt x="1258157" y="1766792"/>
                    </a:cubicBezTo>
                    <a:cubicBezTo>
                      <a:pt x="1258157" y="1765649"/>
                      <a:pt x="1258443" y="1764792"/>
                      <a:pt x="1259014" y="1763839"/>
                    </a:cubicBezTo>
                    <a:cubicBezTo>
                      <a:pt x="1259014" y="1763649"/>
                      <a:pt x="1259014" y="1763649"/>
                      <a:pt x="1259014" y="1763649"/>
                    </a:cubicBezTo>
                    <a:cubicBezTo>
                      <a:pt x="1259014" y="1763458"/>
                      <a:pt x="1259300" y="1763173"/>
                      <a:pt x="1259491" y="1762982"/>
                    </a:cubicBezTo>
                    <a:cubicBezTo>
                      <a:pt x="1268063" y="1747742"/>
                      <a:pt x="1274540" y="1735836"/>
                      <a:pt x="1280541" y="1724597"/>
                    </a:cubicBezTo>
                    <a:cubicBezTo>
                      <a:pt x="1282351" y="1721453"/>
                      <a:pt x="1286637" y="1720120"/>
                      <a:pt x="1289780" y="1721930"/>
                    </a:cubicBezTo>
                    <a:cubicBezTo>
                      <a:pt x="1291399" y="1722787"/>
                      <a:pt x="1292447" y="1724215"/>
                      <a:pt x="1292923" y="1725930"/>
                    </a:cubicBezTo>
                    <a:cubicBezTo>
                      <a:pt x="1293590" y="1727740"/>
                      <a:pt x="1293400" y="1729549"/>
                      <a:pt x="1292447" y="1731073"/>
                    </a:cubicBezTo>
                    <a:cubicBezTo>
                      <a:pt x="1284637" y="1745171"/>
                      <a:pt x="1277588" y="1758029"/>
                      <a:pt x="1270635" y="1770126"/>
                    </a:cubicBezTo>
                    <a:cubicBezTo>
                      <a:pt x="1269492" y="1772412"/>
                      <a:pt x="1267301" y="1773746"/>
                      <a:pt x="1264825" y="1773746"/>
                    </a:cubicBezTo>
                    <a:close/>
                    <a:moveTo>
                      <a:pt x="2013775" y="1760125"/>
                    </a:moveTo>
                    <a:cubicBezTo>
                      <a:pt x="2012632" y="1760125"/>
                      <a:pt x="2011585" y="1759934"/>
                      <a:pt x="2010442" y="1759267"/>
                    </a:cubicBezTo>
                    <a:cubicBezTo>
                      <a:pt x="2008823" y="1758601"/>
                      <a:pt x="2007775" y="1756981"/>
                      <a:pt x="2007298" y="1755457"/>
                    </a:cubicBezTo>
                    <a:cubicBezTo>
                      <a:pt x="2006822" y="1753648"/>
                      <a:pt x="2006822" y="1751838"/>
                      <a:pt x="2007775" y="1750314"/>
                    </a:cubicBezTo>
                    <a:cubicBezTo>
                      <a:pt x="2013871" y="1738884"/>
                      <a:pt x="2021205" y="1726025"/>
                      <a:pt x="2029968" y="1711071"/>
                    </a:cubicBezTo>
                    <a:cubicBezTo>
                      <a:pt x="2031968" y="1707928"/>
                      <a:pt x="2036255" y="1706785"/>
                      <a:pt x="2039207" y="1708595"/>
                    </a:cubicBezTo>
                    <a:cubicBezTo>
                      <a:pt x="2041207" y="1709738"/>
                      <a:pt x="2042541" y="1711928"/>
                      <a:pt x="2042541" y="1714214"/>
                    </a:cubicBezTo>
                    <a:cubicBezTo>
                      <a:pt x="2042541" y="1715548"/>
                      <a:pt x="2042350" y="1716691"/>
                      <a:pt x="2041684" y="1717834"/>
                    </a:cubicBezTo>
                    <a:cubicBezTo>
                      <a:pt x="2033873" y="1731264"/>
                      <a:pt x="2026444" y="1744504"/>
                      <a:pt x="2019681" y="1756696"/>
                    </a:cubicBezTo>
                    <a:cubicBezTo>
                      <a:pt x="2018443" y="1758791"/>
                      <a:pt x="2016252" y="1760125"/>
                      <a:pt x="2013775" y="1760125"/>
                    </a:cubicBezTo>
                    <a:close/>
                    <a:moveTo>
                      <a:pt x="2872073" y="1745932"/>
                    </a:moveTo>
                    <a:cubicBezTo>
                      <a:pt x="2869406" y="1745932"/>
                      <a:pt x="2866930" y="1744313"/>
                      <a:pt x="2865787" y="1741932"/>
                    </a:cubicBezTo>
                    <a:cubicBezTo>
                      <a:pt x="2865596" y="1741265"/>
                      <a:pt x="2865311" y="1740408"/>
                      <a:pt x="2865311" y="1739456"/>
                    </a:cubicBezTo>
                    <a:cubicBezTo>
                      <a:pt x="2865311" y="1736503"/>
                      <a:pt x="2866930" y="1734312"/>
                      <a:pt x="2869311" y="1733169"/>
                    </a:cubicBezTo>
                    <a:cubicBezTo>
                      <a:pt x="2881694" y="1727549"/>
                      <a:pt x="2894648" y="1721930"/>
                      <a:pt x="2910364" y="1714976"/>
                    </a:cubicBezTo>
                    <a:cubicBezTo>
                      <a:pt x="2913698" y="1713643"/>
                      <a:pt x="2917794" y="1715167"/>
                      <a:pt x="2919317" y="1718596"/>
                    </a:cubicBezTo>
                    <a:cubicBezTo>
                      <a:pt x="2919984" y="1720406"/>
                      <a:pt x="2919984" y="1722215"/>
                      <a:pt x="2919317" y="1723739"/>
                    </a:cubicBezTo>
                    <a:cubicBezTo>
                      <a:pt x="2918650" y="1725549"/>
                      <a:pt x="2917317" y="1726882"/>
                      <a:pt x="2915698" y="1727549"/>
                    </a:cubicBezTo>
                    <a:cubicBezTo>
                      <a:pt x="2900648" y="1733836"/>
                      <a:pt x="2887218" y="1739932"/>
                      <a:pt x="2874645" y="1745266"/>
                    </a:cubicBezTo>
                    <a:cubicBezTo>
                      <a:pt x="2873883" y="1745742"/>
                      <a:pt x="2872931" y="1745932"/>
                      <a:pt x="2872073" y="1745932"/>
                    </a:cubicBezTo>
                    <a:close/>
                    <a:moveTo>
                      <a:pt x="182309" y="1743265"/>
                    </a:moveTo>
                    <a:cubicBezTo>
                      <a:pt x="180975" y="1743265"/>
                      <a:pt x="179832" y="1743075"/>
                      <a:pt x="178689" y="1742408"/>
                    </a:cubicBezTo>
                    <a:cubicBezTo>
                      <a:pt x="175546" y="1740408"/>
                      <a:pt x="174403" y="1736312"/>
                      <a:pt x="176498" y="1733169"/>
                    </a:cubicBezTo>
                    <a:cubicBezTo>
                      <a:pt x="183928" y="1720787"/>
                      <a:pt x="191929" y="1708214"/>
                      <a:pt x="200311" y="1694974"/>
                    </a:cubicBezTo>
                    <a:cubicBezTo>
                      <a:pt x="200311" y="1694974"/>
                      <a:pt x="200311" y="1694974"/>
                      <a:pt x="200501" y="1694783"/>
                    </a:cubicBezTo>
                    <a:cubicBezTo>
                      <a:pt x="202311" y="1691831"/>
                      <a:pt x="206788" y="1690973"/>
                      <a:pt x="209740" y="1692783"/>
                    </a:cubicBezTo>
                    <a:cubicBezTo>
                      <a:pt x="211741" y="1694116"/>
                      <a:pt x="212884" y="1696403"/>
                      <a:pt x="212884" y="1698879"/>
                    </a:cubicBezTo>
                    <a:cubicBezTo>
                      <a:pt x="212884" y="1700022"/>
                      <a:pt x="212407" y="1701165"/>
                      <a:pt x="211741" y="1702213"/>
                    </a:cubicBezTo>
                    <a:cubicBezTo>
                      <a:pt x="203930" y="1714786"/>
                      <a:pt x="195834" y="1727359"/>
                      <a:pt x="187928" y="1740122"/>
                    </a:cubicBezTo>
                    <a:cubicBezTo>
                      <a:pt x="186785" y="1742123"/>
                      <a:pt x="184499" y="1743265"/>
                      <a:pt x="182309" y="1743265"/>
                    </a:cubicBezTo>
                    <a:close/>
                    <a:moveTo>
                      <a:pt x="4407789" y="1727359"/>
                    </a:moveTo>
                    <a:cubicBezTo>
                      <a:pt x="4404455" y="1727359"/>
                      <a:pt x="4401503" y="1724692"/>
                      <a:pt x="4401026" y="1721072"/>
                    </a:cubicBezTo>
                    <a:cubicBezTo>
                      <a:pt x="4399883" y="1706975"/>
                      <a:pt x="4396550" y="1692783"/>
                      <a:pt x="4391406" y="1679543"/>
                    </a:cubicBezTo>
                    <a:cubicBezTo>
                      <a:pt x="4390930" y="1678686"/>
                      <a:pt x="4390930" y="1677733"/>
                      <a:pt x="4390930" y="1676876"/>
                    </a:cubicBezTo>
                    <a:cubicBezTo>
                      <a:pt x="4390930" y="1674209"/>
                      <a:pt x="4392740" y="1671733"/>
                      <a:pt x="4395216" y="1670780"/>
                    </a:cubicBezTo>
                    <a:cubicBezTo>
                      <a:pt x="4398550" y="1669447"/>
                      <a:pt x="4402645" y="1670971"/>
                      <a:pt x="4403979" y="1674400"/>
                    </a:cubicBezTo>
                    <a:cubicBezTo>
                      <a:pt x="4409599" y="1688973"/>
                      <a:pt x="4413219" y="1704213"/>
                      <a:pt x="4414552" y="1719929"/>
                    </a:cubicBezTo>
                    <a:cubicBezTo>
                      <a:pt x="4414838" y="1723739"/>
                      <a:pt x="4412076" y="1726882"/>
                      <a:pt x="4408456" y="1727359"/>
                    </a:cubicBezTo>
                    <a:cubicBezTo>
                      <a:pt x="4408265" y="1727359"/>
                      <a:pt x="4407979" y="1727359"/>
                      <a:pt x="4407789" y="1727359"/>
                    </a:cubicBezTo>
                    <a:close/>
                    <a:moveTo>
                      <a:pt x="2954655" y="1710690"/>
                    </a:moveTo>
                    <a:cubicBezTo>
                      <a:pt x="2951703" y="1710690"/>
                      <a:pt x="2949321" y="1708880"/>
                      <a:pt x="2948368" y="1706404"/>
                    </a:cubicBezTo>
                    <a:cubicBezTo>
                      <a:pt x="2947892" y="1705547"/>
                      <a:pt x="2947892" y="1704594"/>
                      <a:pt x="2947892" y="1703737"/>
                    </a:cubicBezTo>
                    <a:cubicBezTo>
                      <a:pt x="2947892" y="1701070"/>
                      <a:pt x="2949511" y="1698784"/>
                      <a:pt x="2951988" y="1697641"/>
                    </a:cubicBezTo>
                    <a:cubicBezTo>
                      <a:pt x="2964561" y="1692497"/>
                      <a:pt x="2978277" y="1687068"/>
                      <a:pt x="2993708" y="1680781"/>
                    </a:cubicBezTo>
                    <a:cubicBezTo>
                      <a:pt x="2997042" y="1679448"/>
                      <a:pt x="3001137" y="1681258"/>
                      <a:pt x="3002470" y="1684591"/>
                    </a:cubicBezTo>
                    <a:cubicBezTo>
                      <a:pt x="3003804" y="1688211"/>
                      <a:pt x="3002185" y="1692021"/>
                      <a:pt x="2998661" y="1693355"/>
                    </a:cubicBezTo>
                    <a:cubicBezTo>
                      <a:pt x="2983420" y="1699450"/>
                      <a:pt x="2969704" y="1704784"/>
                      <a:pt x="2957132" y="1709928"/>
                    </a:cubicBezTo>
                    <a:cubicBezTo>
                      <a:pt x="2956274" y="1710499"/>
                      <a:pt x="2955322" y="1710690"/>
                      <a:pt x="2954655" y="1710690"/>
                    </a:cubicBezTo>
                    <a:close/>
                    <a:moveTo>
                      <a:pt x="1307687" y="1694974"/>
                    </a:moveTo>
                    <a:cubicBezTo>
                      <a:pt x="1306544" y="1694974"/>
                      <a:pt x="1305497" y="1694783"/>
                      <a:pt x="1304544" y="1694116"/>
                    </a:cubicBezTo>
                    <a:cubicBezTo>
                      <a:pt x="1302353" y="1692973"/>
                      <a:pt x="1300924" y="1690783"/>
                      <a:pt x="1300924" y="1688306"/>
                    </a:cubicBezTo>
                    <a:cubicBezTo>
                      <a:pt x="1300924" y="1687449"/>
                      <a:pt x="1301115" y="1686306"/>
                      <a:pt x="1301591" y="1685354"/>
                    </a:cubicBezTo>
                    <a:cubicBezTo>
                      <a:pt x="1301591" y="1685163"/>
                      <a:pt x="1301591" y="1685163"/>
                      <a:pt x="1301591" y="1685163"/>
                    </a:cubicBezTo>
                    <a:cubicBezTo>
                      <a:pt x="1301782" y="1684973"/>
                      <a:pt x="1301782" y="1684973"/>
                      <a:pt x="1302067" y="1684687"/>
                    </a:cubicBezTo>
                    <a:cubicBezTo>
                      <a:pt x="1308545" y="1672114"/>
                      <a:pt x="1314831" y="1660017"/>
                      <a:pt x="1322261" y="1645444"/>
                    </a:cubicBezTo>
                    <a:cubicBezTo>
                      <a:pt x="1323880" y="1642300"/>
                      <a:pt x="1328071" y="1640681"/>
                      <a:pt x="1331214" y="1642491"/>
                    </a:cubicBezTo>
                    <a:cubicBezTo>
                      <a:pt x="1334548" y="1644110"/>
                      <a:pt x="1335881" y="1648111"/>
                      <a:pt x="1334357" y="1651445"/>
                    </a:cubicBezTo>
                    <a:cubicBezTo>
                      <a:pt x="1327595" y="1664494"/>
                      <a:pt x="1320641" y="1677924"/>
                      <a:pt x="1313498" y="1691354"/>
                    </a:cubicBezTo>
                    <a:cubicBezTo>
                      <a:pt x="1312355" y="1693640"/>
                      <a:pt x="1310164" y="1694974"/>
                      <a:pt x="1307687" y="1694974"/>
                    </a:cubicBezTo>
                    <a:close/>
                    <a:moveTo>
                      <a:pt x="2059114" y="1682401"/>
                    </a:moveTo>
                    <a:cubicBezTo>
                      <a:pt x="2057781" y="1682401"/>
                      <a:pt x="2056638" y="1682210"/>
                      <a:pt x="2055495" y="1681543"/>
                    </a:cubicBezTo>
                    <a:cubicBezTo>
                      <a:pt x="2052352" y="1679543"/>
                      <a:pt x="2051209" y="1675257"/>
                      <a:pt x="2053304" y="1672114"/>
                    </a:cubicBezTo>
                    <a:cubicBezTo>
                      <a:pt x="2062258" y="1657540"/>
                      <a:pt x="2069878" y="1645444"/>
                      <a:pt x="2077307" y="1633918"/>
                    </a:cubicBezTo>
                    <a:cubicBezTo>
                      <a:pt x="2077307" y="1633918"/>
                      <a:pt x="2077307" y="1633918"/>
                      <a:pt x="2077593" y="1633728"/>
                    </a:cubicBezTo>
                    <a:cubicBezTo>
                      <a:pt x="2079403" y="1631061"/>
                      <a:pt x="2083594" y="1630108"/>
                      <a:pt x="2086737" y="1631918"/>
                    </a:cubicBezTo>
                    <a:cubicBezTo>
                      <a:pt x="2088547" y="1633252"/>
                      <a:pt x="2089690" y="1635538"/>
                      <a:pt x="2089690" y="1637729"/>
                    </a:cubicBezTo>
                    <a:cubicBezTo>
                      <a:pt x="2089690" y="1638872"/>
                      <a:pt x="2089404" y="1640014"/>
                      <a:pt x="2088832" y="1641062"/>
                    </a:cubicBezTo>
                    <a:cubicBezTo>
                      <a:pt x="2088832" y="1641062"/>
                      <a:pt x="2088832" y="1641062"/>
                      <a:pt x="2088832" y="1641253"/>
                    </a:cubicBezTo>
                    <a:cubicBezTo>
                      <a:pt x="2088547" y="1641253"/>
                      <a:pt x="2088547" y="1641443"/>
                      <a:pt x="2088356" y="1641729"/>
                    </a:cubicBezTo>
                    <a:cubicBezTo>
                      <a:pt x="2080260" y="1654492"/>
                      <a:pt x="2072164" y="1667065"/>
                      <a:pt x="2064830" y="1679257"/>
                    </a:cubicBezTo>
                    <a:cubicBezTo>
                      <a:pt x="2063591" y="1681353"/>
                      <a:pt x="2061400" y="1682401"/>
                      <a:pt x="2059114" y="1682401"/>
                    </a:cubicBezTo>
                    <a:close/>
                    <a:moveTo>
                      <a:pt x="3038189" y="1677924"/>
                    </a:moveTo>
                    <a:cubicBezTo>
                      <a:pt x="3035236" y="1677924"/>
                      <a:pt x="3032760" y="1676114"/>
                      <a:pt x="3031903" y="1673447"/>
                    </a:cubicBezTo>
                    <a:cubicBezTo>
                      <a:pt x="3031712" y="1672781"/>
                      <a:pt x="3031427" y="1671828"/>
                      <a:pt x="3031427" y="1671161"/>
                    </a:cubicBezTo>
                    <a:cubicBezTo>
                      <a:pt x="3031427" y="1668208"/>
                      <a:pt x="3032950" y="1665732"/>
                      <a:pt x="3035713" y="1664684"/>
                    </a:cubicBezTo>
                    <a:cubicBezTo>
                      <a:pt x="3048286" y="1660207"/>
                      <a:pt x="3063050" y="1654588"/>
                      <a:pt x="3077909" y="1649444"/>
                    </a:cubicBezTo>
                    <a:cubicBezTo>
                      <a:pt x="3081242" y="1648111"/>
                      <a:pt x="3085338" y="1650111"/>
                      <a:pt x="3086672" y="1653445"/>
                    </a:cubicBezTo>
                    <a:cubicBezTo>
                      <a:pt x="3087148" y="1654969"/>
                      <a:pt x="3087148" y="1656779"/>
                      <a:pt x="3086386" y="1658588"/>
                    </a:cubicBezTo>
                    <a:cubicBezTo>
                      <a:pt x="3085529" y="1660112"/>
                      <a:pt x="3084195" y="1661541"/>
                      <a:pt x="3082576" y="1661922"/>
                    </a:cubicBezTo>
                    <a:cubicBezTo>
                      <a:pt x="3066193" y="1667732"/>
                      <a:pt x="3052763" y="1672685"/>
                      <a:pt x="3040380" y="1677448"/>
                    </a:cubicBezTo>
                    <a:cubicBezTo>
                      <a:pt x="3039713" y="1677733"/>
                      <a:pt x="3038856" y="1677924"/>
                      <a:pt x="3038189" y="1677924"/>
                    </a:cubicBezTo>
                    <a:close/>
                    <a:moveTo>
                      <a:pt x="230505" y="1667637"/>
                    </a:moveTo>
                    <a:cubicBezTo>
                      <a:pt x="229171" y="1667637"/>
                      <a:pt x="227838" y="1667161"/>
                      <a:pt x="226695" y="1666494"/>
                    </a:cubicBezTo>
                    <a:cubicBezTo>
                      <a:pt x="223742" y="1664494"/>
                      <a:pt x="222885" y="1660207"/>
                      <a:pt x="224885" y="1657064"/>
                    </a:cubicBezTo>
                    <a:cubicBezTo>
                      <a:pt x="233458" y="1644301"/>
                      <a:pt x="241744" y="1631728"/>
                      <a:pt x="249746" y="1619822"/>
                    </a:cubicBezTo>
                    <a:cubicBezTo>
                      <a:pt x="251746" y="1616869"/>
                      <a:pt x="256222" y="1616012"/>
                      <a:pt x="259175" y="1618012"/>
                    </a:cubicBezTo>
                    <a:cubicBezTo>
                      <a:pt x="260985" y="1619345"/>
                      <a:pt x="262128" y="1621346"/>
                      <a:pt x="262128" y="1623631"/>
                    </a:cubicBezTo>
                    <a:cubicBezTo>
                      <a:pt x="262128" y="1624965"/>
                      <a:pt x="261652" y="1626298"/>
                      <a:pt x="260985" y="1627441"/>
                    </a:cubicBezTo>
                    <a:cubicBezTo>
                      <a:pt x="252222" y="1640014"/>
                      <a:pt x="243935" y="1652588"/>
                      <a:pt x="236125" y="1664494"/>
                    </a:cubicBezTo>
                    <a:cubicBezTo>
                      <a:pt x="234791" y="1666494"/>
                      <a:pt x="232791" y="1667637"/>
                      <a:pt x="230505" y="1667637"/>
                    </a:cubicBezTo>
                    <a:close/>
                    <a:moveTo>
                      <a:pt x="3122581" y="1647634"/>
                    </a:moveTo>
                    <a:cubicBezTo>
                      <a:pt x="3119628" y="1647634"/>
                      <a:pt x="3117152" y="1645825"/>
                      <a:pt x="3116294" y="1643158"/>
                    </a:cubicBezTo>
                    <a:cubicBezTo>
                      <a:pt x="3116104" y="1642491"/>
                      <a:pt x="3115818" y="1641824"/>
                      <a:pt x="3115818" y="1641157"/>
                    </a:cubicBezTo>
                    <a:cubicBezTo>
                      <a:pt x="3115818" y="1638205"/>
                      <a:pt x="3117628" y="1635538"/>
                      <a:pt x="3120295" y="1634681"/>
                    </a:cubicBezTo>
                    <a:cubicBezTo>
                      <a:pt x="3135535" y="1629537"/>
                      <a:pt x="3149442" y="1624774"/>
                      <a:pt x="3163157" y="1620488"/>
                    </a:cubicBezTo>
                    <a:cubicBezTo>
                      <a:pt x="3166491" y="1619345"/>
                      <a:pt x="3170301" y="1621346"/>
                      <a:pt x="3171444" y="1624774"/>
                    </a:cubicBezTo>
                    <a:cubicBezTo>
                      <a:pt x="3172111" y="1626584"/>
                      <a:pt x="3171920" y="1628394"/>
                      <a:pt x="3170968" y="1629918"/>
                    </a:cubicBezTo>
                    <a:cubicBezTo>
                      <a:pt x="3170301" y="1631537"/>
                      <a:pt x="3168968" y="1632871"/>
                      <a:pt x="3167158" y="1633252"/>
                    </a:cubicBezTo>
                    <a:cubicBezTo>
                      <a:pt x="3151441" y="1638395"/>
                      <a:pt x="3137535" y="1642872"/>
                      <a:pt x="3124676" y="1647349"/>
                    </a:cubicBezTo>
                    <a:lnTo>
                      <a:pt x="3124486" y="1647349"/>
                    </a:lnTo>
                    <a:cubicBezTo>
                      <a:pt x="3123914" y="1647634"/>
                      <a:pt x="3123248" y="1647634"/>
                      <a:pt x="3122581" y="1647634"/>
                    </a:cubicBezTo>
                    <a:close/>
                    <a:moveTo>
                      <a:pt x="4375213" y="1644967"/>
                    </a:moveTo>
                    <a:cubicBezTo>
                      <a:pt x="4373214" y="1644967"/>
                      <a:pt x="4371404" y="1644110"/>
                      <a:pt x="4370070" y="1642491"/>
                    </a:cubicBezTo>
                    <a:cubicBezTo>
                      <a:pt x="4361593" y="1631537"/>
                      <a:pt x="4351020" y="1621441"/>
                      <a:pt x="4339114" y="1612392"/>
                    </a:cubicBezTo>
                    <a:cubicBezTo>
                      <a:pt x="4337495" y="1611058"/>
                      <a:pt x="4336637" y="1609058"/>
                      <a:pt x="4336637" y="1606963"/>
                    </a:cubicBezTo>
                    <a:cubicBezTo>
                      <a:pt x="4336637" y="1605439"/>
                      <a:pt x="4337113" y="1604010"/>
                      <a:pt x="4337780" y="1602962"/>
                    </a:cubicBezTo>
                    <a:cubicBezTo>
                      <a:pt x="4340067" y="1600009"/>
                      <a:pt x="4344543" y="1599343"/>
                      <a:pt x="4347210" y="1601629"/>
                    </a:cubicBezTo>
                    <a:cubicBezTo>
                      <a:pt x="4359974" y="1611058"/>
                      <a:pt x="4371213" y="1622012"/>
                      <a:pt x="4380643" y="1633918"/>
                    </a:cubicBezTo>
                    <a:cubicBezTo>
                      <a:pt x="4381786" y="1635442"/>
                      <a:pt x="4382262" y="1637252"/>
                      <a:pt x="4381976" y="1638872"/>
                    </a:cubicBezTo>
                    <a:cubicBezTo>
                      <a:pt x="4381691" y="1640681"/>
                      <a:pt x="4380833" y="1642491"/>
                      <a:pt x="4379500" y="1643348"/>
                    </a:cubicBezTo>
                    <a:cubicBezTo>
                      <a:pt x="4378357" y="1644491"/>
                      <a:pt x="4376833" y="1644967"/>
                      <a:pt x="4375213" y="1644967"/>
                    </a:cubicBezTo>
                    <a:close/>
                    <a:moveTo>
                      <a:pt x="3207829" y="1620012"/>
                    </a:moveTo>
                    <a:cubicBezTo>
                      <a:pt x="3204877" y="1620012"/>
                      <a:pt x="3202401" y="1618202"/>
                      <a:pt x="3201543" y="1615345"/>
                    </a:cubicBezTo>
                    <a:cubicBezTo>
                      <a:pt x="3201352" y="1614678"/>
                      <a:pt x="3201067" y="1614011"/>
                      <a:pt x="3201067" y="1613345"/>
                    </a:cubicBezTo>
                    <a:cubicBezTo>
                      <a:pt x="3201067" y="1610678"/>
                      <a:pt x="3203067" y="1607915"/>
                      <a:pt x="3205734" y="1607058"/>
                    </a:cubicBezTo>
                    <a:cubicBezTo>
                      <a:pt x="3205734" y="1607058"/>
                      <a:pt x="3205734" y="1607058"/>
                      <a:pt x="3205925" y="1607058"/>
                    </a:cubicBezTo>
                    <a:cubicBezTo>
                      <a:pt x="3205925" y="1607058"/>
                      <a:pt x="3206210" y="1606867"/>
                      <a:pt x="3206401" y="1606867"/>
                    </a:cubicBezTo>
                    <a:cubicBezTo>
                      <a:pt x="3221260" y="1602391"/>
                      <a:pt x="3235071" y="1598105"/>
                      <a:pt x="3249073" y="1594295"/>
                    </a:cubicBezTo>
                    <a:cubicBezTo>
                      <a:pt x="3252692" y="1593151"/>
                      <a:pt x="3256216" y="1595438"/>
                      <a:pt x="3257359" y="1598771"/>
                    </a:cubicBezTo>
                    <a:cubicBezTo>
                      <a:pt x="3258217" y="1602391"/>
                      <a:pt x="3256216" y="1606201"/>
                      <a:pt x="3252692" y="1607058"/>
                    </a:cubicBezTo>
                    <a:cubicBezTo>
                      <a:pt x="3239929" y="1610868"/>
                      <a:pt x="3225736" y="1615154"/>
                      <a:pt x="3209830" y="1619822"/>
                    </a:cubicBezTo>
                    <a:cubicBezTo>
                      <a:pt x="3209830" y="1619822"/>
                      <a:pt x="3209830" y="1619822"/>
                      <a:pt x="3209639" y="1619822"/>
                    </a:cubicBezTo>
                    <a:cubicBezTo>
                      <a:pt x="3209258" y="1620012"/>
                      <a:pt x="3208496" y="1620012"/>
                      <a:pt x="3207829" y="1620012"/>
                    </a:cubicBezTo>
                    <a:close/>
                    <a:moveTo>
                      <a:pt x="1348549" y="1614868"/>
                    </a:moveTo>
                    <a:cubicBezTo>
                      <a:pt x="1347406" y="1614868"/>
                      <a:pt x="1346359" y="1614678"/>
                      <a:pt x="1345406" y="1614202"/>
                    </a:cubicBezTo>
                    <a:cubicBezTo>
                      <a:pt x="1343120" y="1613059"/>
                      <a:pt x="1341596" y="1610868"/>
                      <a:pt x="1341787" y="1608106"/>
                    </a:cubicBezTo>
                    <a:cubicBezTo>
                      <a:pt x="1341787" y="1606963"/>
                      <a:pt x="1341977" y="1606106"/>
                      <a:pt x="1342454" y="1605153"/>
                    </a:cubicBezTo>
                    <a:cubicBezTo>
                      <a:pt x="1348740" y="1592389"/>
                      <a:pt x="1355217" y="1579150"/>
                      <a:pt x="1361980" y="1564767"/>
                    </a:cubicBezTo>
                    <a:cubicBezTo>
                      <a:pt x="1363599" y="1561433"/>
                      <a:pt x="1367599" y="1559814"/>
                      <a:pt x="1370933" y="1561624"/>
                    </a:cubicBezTo>
                    <a:cubicBezTo>
                      <a:pt x="1374267" y="1563148"/>
                      <a:pt x="1375600" y="1567243"/>
                      <a:pt x="1374077" y="1570577"/>
                    </a:cubicBezTo>
                    <a:cubicBezTo>
                      <a:pt x="1367790" y="1583626"/>
                      <a:pt x="1361313" y="1597247"/>
                      <a:pt x="1354360" y="1610963"/>
                    </a:cubicBezTo>
                    <a:cubicBezTo>
                      <a:pt x="1353407" y="1613535"/>
                      <a:pt x="1351026" y="1614868"/>
                      <a:pt x="1348549" y="1614868"/>
                    </a:cubicBezTo>
                    <a:close/>
                    <a:moveTo>
                      <a:pt x="2107406" y="1606582"/>
                    </a:moveTo>
                    <a:cubicBezTo>
                      <a:pt x="2106073" y="1606582"/>
                      <a:pt x="2104739" y="1606106"/>
                      <a:pt x="2103596" y="1605439"/>
                    </a:cubicBezTo>
                    <a:cubicBezTo>
                      <a:pt x="2100644" y="1603439"/>
                      <a:pt x="2099786" y="1599152"/>
                      <a:pt x="2101787" y="1596199"/>
                    </a:cubicBezTo>
                    <a:cubicBezTo>
                      <a:pt x="2109407" y="1584103"/>
                      <a:pt x="2117503" y="1572006"/>
                      <a:pt x="2126456" y="1558481"/>
                    </a:cubicBezTo>
                    <a:cubicBezTo>
                      <a:pt x="2128266" y="1555528"/>
                      <a:pt x="2132743" y="1554671"/>
                      <a:pt x="2135696" y="1556671"/>
                    </a:cubicBezTo>
                    <a:cubicBezTo>
                      <a:pt x="2137505" y="1557814"/>
                      <a:pt x="2138648" y="1559814"/>
                      <a:pt x="2138839" y="1562100"/>
                    </a:cubicBezTo>
                    <a:cubicBezTo>
                      <a:pt x="2138839" y="1563433"/>
                      <a:pt x="2138363" y="1564767"/>
                      <a:pt x="2137696" y="1565910"/>
                    </a:cubicBezTo>
                    <a:cubicBezTo>
                      <a:pt x="2128266" y="1580007"/>
                      <a:pt x="2120170" y="1592389"/>
                      <a:pt x="2113026" y="1603439"/>
                    </a:cubicBezTo>
                    <a:cubicBezTo>
                      <a:pt x="2111692" y="1605439"/>
                      <a:pt x="2109597" y="1606582"/>
                      <a:pt x="2107406" y="1606582"/>
                    </a:cubicBezTo>
                    <a:close/>
                    <a:moveTo>
                      <a:pt x="3294316" y="1595342"/>
                    </a:moveTo>
                    <a:cubicBezTo>
                      <a:pt x="3291173" y="1595342"/>
                      <a:pt x="3288506" y="1593342"/>
                      <a:pt x="3287554" y="1590389"/>
                    </a:cubicBezTo>
                    <a:cubicBezTo>
                      <a:pt x="3287554" y="1589723"/>
                      <a:pt x="3287554" y="1589056"/>
                      <a:pt x="3287554" y="1588580"/>
                    </a:cubicBezTo>
                    <a:cubicBezTo>
                      <a:pt x="3287363" y="1585627"/>
                      <a:pt x="3289363" y="1582769"/>
                      <a:pt x="3292507" y="1582103"/>
                    </a:cubicBezTo>
                    <a:cubicBezTo>
                      <a:pt x="3310033" y="1577435"/>
                      <a:pt x="3323463" y="1573816"/>
                      <a:pt x="3336036" y="1570673"/>
                    </a:cubicBezTo>
                    <a:cubicBezTo>
                      <a:pt x="3339370" y="1569815"/>
                      <a:pt x="3343180" y="1572006"/>
                      <a:pt x="3344132" y="1575625"/>
                    </a:cubicBezTo>
                    <a:cubicBezTo>
                      <a:pt x="3344609" y="1577245"/>
                      <a:pt x="3344323" y="1578959"/>
                      <a:pt x="3343466" y="1580579"/>
                    </a:cubicBezTo>
                    <a:cubicBezTo>
                      <a:pt x="3342608" y="1582103"/>
                      <a:pt x="3340989" y="1583246"/>
                      <a:pt x="3339179" y="1583722"/>
                    </a:cubicBezTo>
                    <a:cubicBezTo>
                      <a:pt x="3321844" y="1588198"/>
                      <a:pt x="3308604" y="1591532"/>
                      <a:pt x="3295841" y="1595152"/>
                    </a:cubicBezTo>
                    <a:cubicBezTo>
                      <a:pt x="3295364" y="1595152"/>
                      <a:pt x="3294698" y="1595342"/>
                      <a:pt x="3294316" y="1595342"/>
                    </a:cubicBezTo>
                    <a:close/>
                    <a:moveTo>
                      <a:pt x="281083" y="1593342"/>
                    </a:moveTo>
                    <a:cubicBezTo>
                      <a:pt x="279749" y="1593342"/>
                      <a:pt x="278416" y="1592866"/>
                      <a:pt x="277273" y="1592199"/>
                    </a:cubicBezTo>
                    <a:cubicBezTo>
                      <a:pt x="275654" y="1591056"/>
                      <a:pt x="274796" y="1589532"/>
                      <a:pt x="274320" y="1587722"/>
                    </a:cubicBezTo>
                    <a:cubicBezTo>
                      <a:pt x="274130" y="1585913"/>
                      <a:pt x="274606" y="1584103"/>
                      <a:pt x="275463" y="1582769"/>
                    </a:cubicBezTo>
                    <a:cubicBezTo>
                      <a:pt x="283750" y="1571054"/>
                      <a:pt x="292513" y="1558766"/>
                      <a:pt x="301466" y="1546003"/>
                    </a:cubicBezTo>
                    <a:cubicBezTo>
                      <a:pt x="303467" y="1543050"/>
                      <a:pt x="307943" y="1542383"/>
                      <a:pt x="310896" y="1544479"/>
                    </a:cubicBezTo>
                    <a:cubicBezTo>
                      <a:pt x="312706" y="1545812"/>
                      <a:pt x="313563" y="1547622"/>
                      <a:pt x="313563" y="1549813"/>
                    </a:cubicBezTo>
                    <a:cubicBezTo>
                      <a:pt x="313849" y="1551146"/>
                      <a:pt x="313372" y="1552765"/>
                      <a:pt x="312420" y="1553813"/>
                    </a:cubicBezTo>
                    <a:cubicBezTo>
                      <a:pt x="302133" y="1568196"/>
                      <a:pt x="294037" y="1579816"/>
                      <a:pt x="286417" y="1590389"/>
                    </a:cubicBezTo>
                    <a:cubicBezTo>
                      <a:pt x="285274" y="1592199"/>
                      <a:pt x="283273" y="1593342"/>
                      <a:pt x="281083" y="1593342"/>
                    </a:cubicBezTo>
                    <a:close/>
                    <a:moveTo>
                      <a:pt x="4305396" y="1589723"/>
                    </a:moveTo>
                    <a:cubicBezTo>
                      <a:pt x="4304062" y="1589723"/>
                      <a:pt x="4303110" y="1589532"/>
                      <a:pt x="4302061" y="1588865"/>
                    </a:cubicBezTo>
                    <a:cubicBezTo>
                      <a:pt x="4289488" y="1581912"/>
                      <a:pt x="4276249" y="1574959"/>
                      <a:pt x="4262533" y="1568482"/>
                    </a:cubicBezTo>
                    <a:cubicBezTo>
                      <a:pt x="4260342" y="1567339"/>
                      <a:pt x="4258723" y="1564862"/>
                      <a:pt x="4258723" y="1562386"/>
                    </a:cubicBezTo>
                    <a:cubicBezTo>
                      <a:pt x="4258723" y="1561529"/>
                      <a:pt x="4258914" y="1560385"/>
                      <a:pt x="4259390" y="1559433"/>
                    </a:cubicBezTo>
                    <a:cubicBezTo>
                      <a:pt x="4260913" y="1556290"/>
                      <a:pt x="4265200" y="1554766"/>
                      <a:pt x="4268343" y="1556290"/>
                    </a:cubicBezTo>
                    <a:cubicBezTo>
                      <a:pt x="4283393" y="1563433"/>
                      <a:pt x="4296632" y="1570196"/>
                      <a:pt x="4308538" y="1577149"/>
                    </a:cubicBezTo>
                    <a:cubicBezTo>
                      <a:pt x="4311873" y="1578959"/>
                      <a:pt x="4313015" y="1582960"/>
                      <a:pt x="4311206" y="1586389"/>
                    </a:cubicBezTo>
                    <a:cubicBezTo>
                      <a:pt x="4310158" y="1588389"/>
                      <a:pt x="4307681" y="1589723"/>
                      <a:pt x="4305396" y="1589723"/>
                    </a:cubicBezTo>
                    <a:close/>
                    <a:moveTo>
                      <a:pt x="3381089" y="1573339"/>
                    </a:moveTo>
                    <a:cubicBezTo>
                      <a:pt x="3377946" y="1573339"/>
                      <a:pt x="3375279" y="1571149"/>
                      <a:pt x="3374612" y="1567910"/>
                    </a:cubicBezTo>
                    <a:cubicBezTo>
                      <a:pt x="3374612" y="1567434"/>
                      <a:pt x="3374327" y="1566767"/>
                      <a:pt x="3374327" y="1566386"/>
                    </a:cubicBezTo>
                    <a:cubicBezTo>
                      <a:pt x="3374327" y="1563243"/>
                      <a:pt x="3376613" y="1560576"/>
                      <a:pt x="3379470" y="1559909"/>
                    </a:cubicBezTo>
                    <a:cubicBezTo>
                      <a:pt x="3392234" y="1556956"/>
                      <a:pt x="3406140" y="1553813"/>
                      <a:pt x="3423475" y="1550003"/>
                    </a:cubicBezTo>
                    <a:cubicBezTo>
                      <a:pt x="3426810" y="1549146"/>
                      <a:pt x="3430619" y="1551527"/>
                      <a:pt x="3431572" y="1555147"/>
                    </a:cubicBezTo>
                    <a:cubicBezTo>
                      <a:pt x="3431858" y="1556956"/>
                      <a:pt x="3431572" y="1558766"/>
                      <a:pt x="3430715" y="1560290"/>
                    </a:cubicBezTo>
                    <a:cubicBezTo>
                      <a:pt x="3429572" y="1561624"/>
                      <a:pt x="3428238" y="1562767"/>
                      <a:pt x="3426428" y="1563243"/>
                    </a:cubicBezTo>
                    <a:cubicBezTo>
                      <a:pt x="3410236" y="1566577"/>
                      <a:pt x="3394520" y="1570196"/>
                      <a:pt x="3382613" y="1573149"/>
                    </a:cubicBezTo>
                    <a:cubicBezTo>
                      <a:pt x="3382232" y="1573149"/>
                      <a:pt x="3381756" y="1573339"/>
                      <a:pt x="3381089" y="1573339"/>
                    </a:cubicBezTo>
                    <a:close/>
                    <a:moveTo>
                      <a:pt x="3468910" y="1554099"/>
                    </a:moveTo>
                    <a:cubicBezTo>
                      <a:pt x="3465766" y="1554099"/>
                      <a:pt x="3462814" y="1551813"/>
                      <a:pt x="3462433" y="1548765"/>
                    </a:cubicBezTo>
                    <a:cubicBezTo>
                      <a:pt x="3462242" y="1548289"/>
                      <a:pt x="3462242" y="1547908"/>
                      <a:pt x="3462242" y="1547431"/>
                    </a:cubicBezTo>
                    <a:cubicBezTo>
                      <a:pt x="3462242" y="1544288"/>
                      <a:pt x="3464528" y="1541621"/>
                      <a:pt x="3467672" y="1540955"/>
                    </a:cubicBezTo>
                    <a:cubicBezTo>
                      <a:pt x="3484721" y="1537621"/>
                      <a:pt x="3498628" y="1534858"/>
                      <a:pt x="3511868" y="1532382"/>
                    </a:cubicBezTo>
                    <a:cubicBezTo>
                      <a:pt x="3515487" y="1531906"/>
                      <a:pt x="3519011" y="1534192"/>
                      <a:pt x="3519773" y="1538002"/>
                    </a:cubicBezTo>
                    <a:cubicBezTo>
                      <a:pt x="3520250" y="1539526"/>
                      <a:pt x="3519773" y="1541335"/>
                      <a:pt x="3518916" y="1542955"/>
                    </a:cubicBezTo>
                    <a:cubicBezTo>
                      <a:pt x="3517773" y="1544288"/>
                      <a:pt x="3516249" y="1545431"/>
                      <a:pt x="3514439" y="1545907"/>
                    </a:cubicBezTo>
                    <a:cubicBezTo>
                      <a:pt x="3501200" y="1548193"/>
                      <a:pt x="3486817" y="1550860"/>
                      <a:pt x="3470434" y="1554194"/>
                    </a:cubicBezTo>
                    <a:lnTo>
                      <a:pt x="3470244" y="1554194"/>
                    </a:lnTo>
                    <a:cubicBezTo>
                      <a:pt x="3469767" y="1554099"/>
                      <a:pt x="3469386" y="1554099"/>
                      <a:pt x="3468910" y="1554099"/>
                    </a:cubicBezTo>
                    <a:close/>
                    <a:moveTo>
                      <a:pt x="4224433" y="1550670"/>
                    </a:moveTo>
                    <a:cubicBezTo>
                      <a:pt x="4223576" y="1550670"/>
                      <a:pt x="4222813" y="1550670"/>
                      <a:pt x="4221956" y="1550194"/>
                    </a:cubicBezTo>
                    <a:cubicBezTo>
                      <a:pt x="4219004" y="1548860"/>
                      <a:pt x="4215860" y="1547717"/>
                      <a:pt x="4213003" y="1546574"/>
                    </a:cubicBezTo>
                    <a:lnTo>
                      <a:pt x="4211193" y="1545717"/>
                    </a:lnTo>
                    <a:cubicBezTo>
                      <a:pt x="4200906" y="1541716"/>
                      <a:pt x="4190524" y="1537906"/>
                      <a:pt x="4180428" y="1534954"/>
                    </a:cubicBezTo>
                    <a:lnTo>
                      <a:pt x="4180428" y="1534954"/>
                    </a:lnTo>
                    <a:cubicBezTo>
                      <a:pt x="4177475" y="1534097"/>
                      <a:pt x="4175760" y="1531334"/>
                      <a:pt x="4175760" y="1528477"/>
                    </a:cubicBezTo>
                    <a:cubicBezTo>
                      <a:pt x="4175760" y="1527810"/>
                      <a:pt x="4175760" y="1527143"/>
                      <a:pt x="4175950" y="1526667"/>
                    </a:cubicBezTo>
                    <a:cubicBezTo>
                      <a:pt x="4177093" y="1523048"/>
                      <a:pt x="4180618" y="1521047"/>
                      <a:pt x="4184237" y="1522000"/>
                    </a:cubicBezTo>
                    <a:lnTo>
                      <a:pt x="4184428" y="1522000"/>
                    </a:lnTo>
                    <a:lnTo>
                      <a:pt x="4184713" y="1522190"/>
                    </a:lnTo>
                    <a:cubicBezTo>
                      <a:pt x="4195477" y="1525333"/>
                      <a:pt x="4206050" y="1529143"/>
                      <a:pt x="4216336" y="1533430"/>
                    </a:cubicBezTo>
                    <a:lnTo>
                      <a:pt x="4218337" y="1534097"/>
                    </a:lnTo>
                    <a:cubicBezTo>
                      <a:pt x="4221290" y="1535430"/>
                      <a:pt x="4224147" y="1536573"/>
                      <a:pt x="4227100" y="1537906"/>
                    </a:cubicBezTo>
                    <a:cubicBezTo>
                      <a:pt x="4228719" y="1538573"/>
                      <a:pt x="4230053" y="1539716"/>
                      <a:pt x="4230719" y="1541526"/>
                    </a:cubicBezTo>
                    <a:cubicBezTo>
                      <a:pt x="4231386" y="1543145"/>
                      <a:pt x="4231386" y="1544860"/>
                      <a:pt x="4230719" y="1546670"/>
                    </a:cubicBezTo>
                    <a:cubicBezTo>
                      <a:pt x="4229576" y="1549146"/>
                      <a:pt x="4227290" y="1550670"/>
                      <a:pt x="4224433" y="1550670"/>
                    </a:cubicBezTo>
                    <a:close/>
                    <a:moveTo>
                      <a:pt x="3557302" y="1538097"/>
                    </a:moveTo>
                    <a:cubicBezTo>
                      <a:pt x="3553968" y="1538097"/>
                      <a:pt x="3551206" y="1535621"/>
                      <a:pt x="3550539" y="1532477"/>
                    </a:cubicBezTo>
                    <a:cubicBezTo>
                      <a:pt x="3550539" y="1532287"/>
                      <a:pt x="3550539" y="1531810"/>
                      <a:pt x="3550539" y="1531334"/>
                    </a:cubicBezTo>
                    <a:cubicBezTo>
                      <a:pt x="3550253" y="1528000"/>
                      <a:pt x="3552730" y="1525238"/>
                      <a:pt x="3556159" y="1524572"/>
                    </a:cubicBezTo>
                    <a:cubicBezTo>
                      <a:pt x="3569875" y="1522571"/>
                      <a:pt x="3584448" y="1520285"/>
                      <a:pt x="3600545" y="1517809"/>
                    </a:cubicBezTo>
                    <a:cubicBezTo>
                      <a:pt x="3604641" y="1517332"/>
                      <a:pt x="3607689" y="1520095"/>
                      <a:pt x="3608165" y="1523619"/>
                    </a:cubicBezTo>
                    <a:cubicBezTo>
                      <a:pt x="3608451" y="1525238"/>
                      <a:pt x="3607975" y="1526953"/>
                      <a:pt x="3607022" y="1528572"/>
                    </a:cubicBezTo>
                    <a:cubicBezTo>
                      <a:pt x="3605879" y="1529906"/>
                      <a:pt x="3604355" y="1530858"/>
                      <a:pt x="3602545" y="1531048"/>
                    </a:cubicBezTo>
                    <a:cubicBezTo>
                      <a:pt x="3587306" y="1533334"/>
                      <a:pt x="3572256" y="1535716"/>
                      <a:pt x="3558350" y="1538002"/>
                    </a:cubicBezTo>
                    <a:cubicBezTo>
                      <a:pt x="3557968" y="1538097"/>
                      <a:pt x="3557588" y="1538097"/>
                      <a:pt x="3557302" y="1538097"/>
                    </a:cubicBezTo>
                    <a:close/>
                    <a:moveTo>
                      <a:pt x="1387126" y="1533811"/>
                    </a:moveTo>
                    <a:cubicBezTo>
                      <a:pt x="1386269" y="1533811"/>
                      <a:pt x="1385316" y="1533620"/>
                      <a:pt x="1384459" y="1533144"/>
                    </a:cubicBezTo>
                    <a:cubicBezTo>
                      <a:pt x="1381982" y="1532001"/>
                      <a:pt x="1380649" y="1529810"/>
                      <a:pt x="1380649" y="1527048"/>
                    </a:cubicBezTo>
                    <a:cubicBezTo>
                      <a:pt x="1380649" y="1526191"/>
                      <a:pt x="1380649" y="1525238"/>
                      <a:pt x="1381125" y="1524381"/>
                    </a:cubicBezTo>
                    <a:lnTo>
                      <a:pt x="1381125" y="1524190"/>
                    </a:lnTo>
                    <a:lnTo>
                      <a:pt x="1381601" y="1523524"/>
                    </a:lnTo>
                    <a:cubicBezTo>
                      <a:pt x="1387031" y="1511808"/>
                      <a:pt x="1392841" y="1499235"/>
                      <a:pt x="1399794" y="1483328"/>
                    </a:cubicBezTo>
                    <a:cubicBezTo>
                      <a:pt x="1401318" y="1480185"/>
                      <a:pt x="1405414" y="1478661"/>
                      <a:pt x="1408748" y="1479995"/>
                    </a:cubicBezTo>
                    <a:cubicBezTo>
                      <a:pt x="1410367" y="1480852"/>
                      <a:pt x="1411700" y="1482281"/>
                      <a:pt x="1412367" y="1483805"/>
                    </a:cubicBezTo>
                    <a:cubicBezTo>
                      <a:pt x="1413034" y="1485614"/>
                      <a:pt x="1412843" y="1487424"/>
                      <a:pt x="1412177" y="1488948"/>
                    </a:cubicBezTo>
                    <a:cubicBezTo>
                      <a:pt x="1407033" y="1500188"/>
                      <a:pt x="1400270" y="1514951"/>
                      <a:pt x="1393507" y="1529810"/>
                    </a:cubicBezTo>
                    <a:cubicBezTo>
                      <a:pt x="1393507" y="1530001"/>
                      <a:pt x="1393317" y="1530001"/>
                      <a:pt x="1393317" y="1530001"/>
                    </a:cubicBezTo>
                    <a:cubicBezTo>
                      <a:pt x="1392079" y="1532287"/>
                      <a:pt x="1389793" y="1533811"/>
                      <a:pt x="1387126" y="1533811"/>
                    </a:cubicBezTo>
                    <a:close/>
                    <a:moveTo>
                      <a:pt x="2156746" y="1531430"/>
                    </a:moveTo>
                    <a:cubicBezTo>
                      <a:pt x="2155412" y="1531430"/>
                      <a:pt x="2154079" y="1531239"/>
                      <a:pt x="2152936" y="1530287"/>
                    </a:cubicBezTo>
                    <a:cubicBezTo>
                      <a:pt x="2151602" y="1529429"/>
                      <a:pt x="2150459" y="1527810"/>
                      <a:pt x="2150269" y="1526000"/>
                    </a:cubicBezTo>
                    <a:cubicBezTo>
                      <a:pt x="2149792" y="1524190"/>
                      <a:pt x="2150269" y="1522381"/>
                      <a:pt x="2151126" y="1521047"/>
                    </a:cubicBezTo>
                    <a:cubicBezTo>
                      <a:pt x="2158556" y="1509998"/>
                      <a:pt x="2167033" y="1497044"/>
                      <a:pt x="2176082" y="1483805"/>
                    </a:cubicBezTo>
                    <a:lnTo>
                      <a:pt x="2176082" y="1483614"/>
                    </a:lnTo>
                    <a:cubicBezTo>
                      <a:pt x="2178082" y="1480661"/>
                      <a:pt x="2182558" y="1479804"/>
                      <a:pt x="2185511" y="1481804"/>
                    </a:cubicBezTo>
                    <a:cubicBezTo>
                      <a:pt x="2187321" y="1482947"/>
                      <a:pt x="2188464" y="1485138"/>
                      <a:pt x="2188464" y="1487424"/>
                    </a:cubicBezTo>
                    <a:cubicBezTo>
                      <a:pt x="2188464" y="1488757"/>
                      <a:pt x="2188274" y="1490091"/>
                      <a:pt x="2187321" y="1491234"/>
                    </a:cubicBezTo>
                    <a:cubicBezTo>
                      <a:pt x="2182844" y="1497997"/>
                      <a:pt x="2178367" y="1504664"/>
                      <a:pt x="2173605" y="1511617"/>
                    </a:cubicBezTo>
                    <a:cubicBezTo>
                      <a:pt x="2169795" y="1517237"/>
                      <a:pt x="2166175" y="1522857"/>
                      <a:pt x="2162366" y="1528477"/>
                    </a:cubicBezTo>
                    <a:cubicBezTo>
                      <a:pt x="2161032" y="1530287"/>
                      <a:pt x="2159032" y="1531430"/>
                      <a:pt x="2156746" y="1531430"/>
                    </a:cubicBezTo>
                    <a:close/>
                    <a:moveTo>
                      <a:pt x="3646170" y="1525333"/>
                    </a:moveTo>
                    <a:cubicBezTo>
                      <a:pt x="3642836" y="1525333"/>
                      <a:pt x="3639884" y="1522857"/>
                      <a:pt x="3639407" y="1519523"/>
                    </a:cubicBezTo>
                    <a:cubicBezTo>
                      <a:pt x="3639407" y="1519333"/>
                      <a:pt x="3639407" y="1519047"/>
                      <a:pt x="3639407" y="1518856"/>
                    </a:cubicBezTo>
                    <a:cubicBezTo>
                      <a:pt x="3639122" y="1515237"/>
                      <a:pt x="3641884" y="1512380"/>
                      <a:pt x="3645218" y="1511903"/>
                    </a:cubicBezTo>
                    <a:cubicBezTo>
                      <a:pt x="3658457" y="1510379"/>
                      <a:pt x="3672840" y="1508760"/>
                      <a:pt x="3689890" y="1506950"/>
                    </a:cubicBezTo>
                    <a:cubicBezTo>
                      <a:pt x="3694176" y="1506283"/>
                      <a:pt x="3697034" y="1509236"/>
                      <a:pt x="3697319" y="1512760"/>
                    </a:cubicBezTo>
                    <a:cubicBezTo>
                      <a:pt x="3697795" y="1516571"/>
                      <a:pt x="3695033" y="1519904"/>
                      <a:pt x="3691509" y="1520190"/>
                    </a:cubicBezTo>
                    <a:cubicBezTo>
                      <a:pt x="3676269" y="1521714"/>
                      <a:pt x="3661220" y="1523524"/>
                      <a:pt x="3647123" y="1525333"/>
                    </a:cubicBezTo>
                    <a:cubicBezTo>
                      <a:pt x="3646646" y="1525333"/>
                      <a:pt x="3646456" y="1525333"/>
                      <a:pt x="3646170" y="1525333"/>
                    </a:cubicBezTo>
                    <a:close/>
                    <a:moveTo>
                      <a:pt x="4138613" y="1525333"/>
                    </a:moveTo>
                    <a:cubicBezTo>
                      <a:pt x="4138422" y="1525333"/>
                      <a:pt x="4137946" y="1525333"/>
                      <a:pt x="4137755" y="1525143"/>
                    </a:cubicBezTo>
                    <a:lnTo>
                      <a:pt x="4132993" y="1524476"/>
                    </a:lnTo>
                    <a:cubicBezTo>
                      <a:pt x="4120039" y="1522666"/>
                      <a:pt x="4107180" y="1521142"/>
                      <a:pt x="4093274" y="1519523"/>
                    </a:cubicBezTo>
                    <a:cubicBezTo>
                      <a:pt x="4089940" y="1519047"/>
                      <a:pt x="4087463" y="1516189"/>
                      <a:pt x="4087463" y="1512760"/>
                    </a:cubicBezTo>
                    <a:cubicBezTo>
                      <a:pt x="4087463" y="1512570"/>
                      <a:pt x="4087463" y="1512284"/>
                      <a:pt x="4087463" y="1512094"/>
                    </a:cubicBezTo>
                    <a:cubicBezTo>
                      <a:pt x="4087940" y="1508474"/>
                      <a:pt x="4091083" y="1505807"/>
                      <a:pt x="4094893" y="1506283"/>
                    </a:cubicBezTo>
                    <a:cubicBezTo>
                      <a:pt x="4107656" y="1507617"/>
                      <a:pt x="4120896" y="1509236"/>
                      <a:pt x="4134802" y="1511237"/>
                    </a:cubicBezTo>
                    <a:cubicBezTo>
                      <a:pt x="4135660" y="1511237"/>
                      <a:pt x="4136612" y="1511427"/>
                      <a:pt x="4137470" y="1511427"/>
                    </a:cubicBezTo>
                    <a:cubicBezTo>
                      <a:pt x="4138136" y="1511617"/>
                      <a:pt x="4139089" y="1511617"/>
                      <a:pt x="4139756" y="1511903"/>
                    </a:cubicBezTo>
                    <a:cubicBezTo>
                      <a:pt x="4143375" y="1512570"/>
                      <a:pt x="4145852" y="1515904"/>
                      <a:pt x="4145376" y="1519523"/>
                    </a:cubicBezTo>
                    <a:cubicBezTo>
                      <a:pt x="4144709" y="1522857"/>
                      <a:pt x="4142041" y="1525333"/>
                      <a:pt x="4138613" y="1525333"/>
                    </a:cubicBezTo>
                    <a:close/>
                    <a:moveTo>
                      <a:pt x="333375" y="1520190"/>
                    </a:moveTo>
                    <a:cubicBezTo>
                      <a:pt x="331756" y="1520190"/>
                      <a:pt x="330422" y="1519714"/>
                      <a:pt x="329279" y="1519047"/>
                    </a:cubicBezTo>
                    <a:cubicBezTo>
                      <a:pt x="327946" y="1517904"/>
                      <a:pt x="326803" y="1516380"/>
                      <a:pt x="326612" y="1514570"/>
                    </a:cubicBezTo>
                    <a:cubicBezTo>
                      <a:pt x="326422" y="1512760"/>
                      <a:pt x="326898" y="1510951"/>
                      <a:pt x="327946" y="1509617"/>
                    </a:cubicBezTo>
                    <a:cubicBezTo>
                      <a:pt x="336232" y="1498187"/>
                      <a:pt x="344996" y="1486281"/>
                      <a:pt x="354616" y="1473517"/>
                    </a:cubicBezTo>
                    <a:cubicBezTo>
                      <a:pt x="356616" y="1470565"/>
                      <a:pt x="360902" y="1469898"/>
                      <a:pt x="364046" y="1471993"/>
                    </a:cubicBezTo>
                    <a:cubicBezTo>
                      <a:pt x="365665" y="1473327"/>
                      <a:pt x="366713" y="1475327"/>
                      <a:pt x="366713" y="1477328"/>
                    </a:cubicBezTo>
                    <a:cubicBezTo>
                      <a:pt x="366713" y="1478851"/>
                      <a:pt x="366236" y="1480280"/>
                      <a:pt x="365379" y="1481328"/>
                    </a:cubicBezTo>
                    <a:cubicBezTo>
                      <a:pt x="356616" y="1493044"/>
                      <a:pt x="347853" y="1504855"/>
                      <a:pt x="338614" y="1517428"/>
                    </a:cubicBezTo>
                    <a:cubicBezTo>
                      <a:pt x="337375" y="1519238"/>
                      <a:pt x="335375" y="1520190"/>
                      <a:pt x="333375" y="1520190"/>
                    </a:cubicBezTo>
                    <a:close/>
                    <a:moveTo>
                      <a:pt x="3735515" y="1516094"/>
                    </a:moveTo>
                    <a:cubicBezTo>
                      <a:pt x="3731895" y="1516094"/>
                      <a:pt x="3729038" y="1513427"/>
                      <a:pt x="3728752" y="1509998"/>
                    </a:cubicBezTo>
                    <a:cubicBezTo>
                      <a:pt x="3728752" y="1509808"/>
                      <a:pt x="3728752" y="1509522"/>
                      <a:pt x="3728752" y="1509331"/>
                    </a:cubicBezTo>
                    <a:cubicBezTo>
                      <a:pt x="3728752" y="1505712"/>
                      <a:pt x="3731419" y="1502855"/>
                      <a:pt x="3735038" y="1502569"/>
                    </a:cubicBezTo>
                    <a:cubicBezTo>
                      <a:pt x="3750754" y="1501235"/>
                      <a:pt x="3765613" y="1500283"/>
                      <a:pt x="3779901" y="1499425"/>
                    </a:cubicBezTo>
                    <a:cubicBezTo>
                      <a:pt x="3783044" y="1499425"/>
                      <a:pt x="3786854" y="1501902"/>
                      <a:pt x="3786854" y="1505712"/>
                    </a:cubicBezTo>
                    <a:cubicBezTo>
                      <a:pt x="3787140" y="1507522"/>
                      <a:pt x="3786378" y="1509331"/>
                      <a:pt x="3785330" y="1510665"/>
                    </a:cubicBezTo>
                    <a:cubicBezTo>
                      <a:pt x="3784187" y="1511998"/>
                      <a:pt x="3782377" y="1512665"/>
                      <a:pt x="3780663" y="1512856"/>
                    </a:cubicBezTo>
                    <a:cubicBezTo>
                      <a:pt x="3766566" y="1513523"/>
                      <a:pt x="3751898" y="1514665"/>
                      <a:pt x="3735991" y="1515999"/>
                    </a:cubicBezTo>
                    <a:cubicBezTo>
                      <a:pt x="3735801" y="1516094"/>
                      <a:pt x="3735515" y="1516094"/>
                      <a:pt x="3735515" y="1516094"/>
                    </a:cubicBezTo>
                    <a:close/>
                    <a:moveTo>
                      <a:pt x="4049554" y="1515237"/>
                    </a:moveTo>
                    <a:cubicBezTo>
                      <a:pt x="4049363" y="1515237"/>
                      <a:pt x="4049077" y="1515237"/>
                      <a:pt x="4048887" y="1515237"/>
                    </a:cubicBezTo>
                    <a:cubicBezTo>
                      <a:pt x="4033171" y="1513904"/>
                      <a:pt x="4018598" y="1512760"/>
                      <a:pt x="4004500" y="1512094"/>
                    </a:cubicBezTo>
                    <a:cubicBezTo>
                      <a:pt x="4000691" y="1511903"/>
                      <a:pt x="3998024" y="1508760"/>
                      <a:pt x="3998024" y="1505140"/>
                    </a:cubicBezTo>
                    <a:lnTo>
                      <a:pt x="3998024" y="1504950"/>
                    </a:lnTo>
                    <a:cubicBezTo>
                      <a:pt x="3998214" y="1501140"/>
                      <a:pt x="4002024" y="1498664"/>
                      <a:pt x="4005167" y="1498664"/>
                    </a:cubicBezTo>
                    <a:cubicBezTo>
                      <a:pt x="4019264" y="1499330"/>
                      <a:pt x="4033838" y="1500473"/>
                      <a:pt x="4050030" y="1501807"/>
                    </a:cubicBezTo>
                    <a:cubicBezTo>
                      <a:pt x="4051840" y="1501997"/>
                      <a:pt x="4053364" y="1502664"/>
                      <a:pt x="4054697" y="1504093"/>
                    </a:cubicBezTo>
                    <a:cubicBezTo>
                      <a:pt x="4055840" y="1505712"/>
                      <a:pt x="4056221" y="1507236"/>
                      <a:pt x="4056221" y="1509046"/>
                    </a:cubicBezTo>
                    <a:cubicBezTo>
                      <a:pt x="4055840" y="1512570"/>
                      <a:pt x="4052888" y="1515237"/>
                      <a:pt x="4049554" y="1515237"/>
                    </a:cubicBezTo>
                    <a:close/>
                    <a:moveTo>
                      <a:pt x="3825335" y="1510760"/>
                    </a:moveTo>
                    <a:lnTo>
                      <a:pt x="3825335" y="1510760"/>
                    </a:lnTo>
                    <a:cubicBezTo>
                      <a:pt x="3821526" y="1510760"/>
                      <a:pt x="3818573" y="1507807"/>
                      <a:pt x="3818573" y="1504283"/>
                    </a:cubicBezTo>
                    <a:lnTo>
                      <a:pt x="3818573" y="1503807"/>
                    </a:lnTo>
                    <a:cubicBezTo>
                      <a:pt x="3818573" y="1500188"/>
                      <a:pt x="3821240" y="1497330"/>
                      <a:pt x="3824859" y="1497330"/>
                    </a:cubicBezTo>
                    <a:cubicBezTo>
                      <a:pt x="3838289" y="1496663"/>
                      <a:pt x="3852482" y="1496187"/>
                      <a:pt x="3870008" y="1495997"/>
                    </a:cubicBezTo>
                    <a:cubicBezTo>
                      <a:pt x="3873818" y="1495997"/>
                      <a:pt x="3876770" y="1498949"/>
                      <a:pt x="3876770" y="1502759"/>
                    </a:cubicBezTo>
                    <a:cubicBezTo>
                      <a:pt x="3877056" y="1504379"/>
                      <a:pt x="3876294" y="1506093"/>
                      <a:pt x="3874961" y="1507426"/>
                    </a:cubicBezTo>
                    <a:cubicBezTo>
                      <a:pt x="3873818" y="1508760"/>
                      <a:pt x="3872008" y="1509427"/>
                      <a:pt x="3870294" y="1509427"/>
                    </a:cubicBezTo>
                    <a:cubicBezTo>
                      <a:pt x="3855911" y="1509617"/>
                      <a:pt x="3840861" y="1510093"/>
                      <a:pt x="3825621" y="1510760"/>
                    </a:cubicBezTo>
                    <a:cubicBezTo>
                      <a:pt x="3825335" y="1510760"/>
                      <a:pt x="3825335" y="1510760"/>
                      <a:pt x="3825335" y="1510760"/>
                    </a:cubicBezTo>
                    <a:close/>
                    <a:moveTo>
                      <a:pt x="3959733" y="1510093"/>
                    </a:moveTo>
                    <a:lnTo>
                      <a:pt x="3959733" y="1510093"/>
                    </a:lnTo>
                    <a:cubicBezTo>
                      <a:pt x="3944302" y="1509617"/>
                      <a:pt x="3929253" y="1509236"/>
                      <a:pt x="3914870" y="1509236"/>
                    </a:cubicBezTo>
                    <a:cubicBezTo>
                      <a:pt x="3913061" y="1509236"/>
                      <a:pt x="3911536" y="1508570"/>
                      <a:pt x="3910203" y="1507236"/>
                    </a:cubicBezTo>
                    <a:cubicBezTo>
                      <a:pt x="3908870" y="1505903"/>
                      <a:pt x="3908203" y="1504283"/>
                      <a:pt x="3908394" y="1502569"/>
                    </a:cubicBezTo>
                    <a:cubicBezTo>
                      <a:pt x="3908394" y="1498759"/>
                      <a:pt x="3911346" y="1495806"/>
                      <a:pt x="3915156" y="1495806"/>
                    </a:cubicBezTo>
                    <a:cubicBezTo>
                      <a:pt x="3930015" y="1495806"/>
                      <a:pt x="3944969" y="1496282"/>
                      <a:pt x="3960019" y="1496663"/>
                    </a:cubicBezTo>
                    <a:cubicBezTo>
                      <a:pt x="3963829" y="1496663"/>
                      <a:pt x="3966782" y="1499806"/>
                      <a:pt x="3966496" y="1503616"/>
                    </a:cubicBezTo>
                    <a:cubicBezTo>
                      <a:pt x="3966496" y="1507141"/>
                      <a:pt x="3963543" y="1510093"/>
                      <a:pt x="3959733" y="1510093"/>
                    </a:cubicBezTo>
                    <a:close/>
                    <a:moveTo>
                      <a:pt x="2206847" y="1456658"/>
                    </a:moveTo>
                    <a:cubicBezTo>
                      <a:pt x="2205514" y="1456658"/>
                      <a:pt x="2204180" y="1456468"/>
                      <a:pt x="2203037" y="1455515"/>
                    </a:cubicBezTo>
                    <a:cubicBezTo>
                      <a:pt x="2201418" y="1454658"/>
                      <a:pt x="2200561" y="1453039"/>
                      <a:pt x="2200084" y="1451229"/>
                    </a:cubicBezTo>
                    <a:cubicBezTo>
                      <a:pt x="2199799" y="1449419"/>
                      <a:pt x="2200084" y="1447609"/>
                      <a:pt x="2201228" y="1446276"/>
                    </a:cubicBezTo>
                    <a:cubicBezTo>
                      <a:pt x="2206847" y="1437513"/>
                      <a:pt x="2212848" y="1428750"/>
                      <a:pt x="2218754" y="1419987"/>
                    </a:cubicBezTo>
                    <a:lnTo>
                      <a:pt x="2226183" y="1408748"/>
                    </a:lnTo>
                    <a:cubicBezTo>
                      <a:pt x="2228183" y="1405795"/>
                      <a:pt x="2232470" y="1404938"/>
                      <a:pt x="2235422" y="1406938"/>
                    </a:cubicBezTo>
                    <a:cubicBezTo>
                      <a:pt x="2237423" y="1408081"/>
                      <a:pt x="2238566" y="1410272"/>
                      <a:pt x="2238566" y="1412557"/>
                    </a:cubicBezTo>
                    <a:cubicBezTo>
                      <a:pt x="2238566" y="1413891"/>
                      <a:pt x="2238089" y="1415224"/>
                      <a:pt x="2237423" y="1416367"/>
                    </a:cubicBezTo>
                    <a:cubicBezTo>
                      <a:pt x="2228850" y="1428940"/>
                      <a:pt x="2220563" y="1441323"/>
                      <a:pt x="2212562" y="1453610"/>
                    </a:cubicBezTo>
                    <a:cubicBezTo>
                      <a:pt x="2211038" y="1455515"/>
                      <a:pt x="2209038" y="1456658"/>
                      <a:pt x="2206847" y="1456658"/>
                    </a:cubicBezTo>
                    <a:close/>
                    <a:moveTo>
                      <a:pt x="1424178" y="1451896"/>
                    </a:moveTo>
                    <a:cubicBezTo>
                      <a:pt x="1423321" y="1451896"/>
                      <a:pt x="1422368" y="1451705"/>
                      <a:pt x="1421511" y="1451229"/>
                    </a:cubicBezTo>
                    <a:cubicBezTo>
                      <a:pt x="1419034" y="1450086"/>
                      <a:pt x="1417511" y="1447609"/>
                      <a:pt x="1417511" y="1444942"/>
                    </a:cubicBezTo>
                    <a:cubicBezTo>
                      <a:pt x="1417511" y="1444085"/>
                      <a:pt x="1417701" y="1443133"/>
                      <a:pt x="1417987" y="1442466"/>
                    </a:cubicBezTo>
                    <a:cubicBezTo>
                      <a:pt x="1423797" y="1429226"/>
                      <a:pt x="1429893" y="1415510"/>
                      <a:pt x="1435894" y="1401128"/>
                    </a:cubicBezTo>
                    <a:cubicBezTo>
                      <a:pt x="1437227" y="1397794"/>
                      <a:pt x="1441323" y="1396174"/>
                      <a:pt x="1444657" y="1397508"/>
                    </a:cubicBezTo>
                    <a:cubicBezTo>
                      <a:pt x="1446181" y="1398175"/>
                      <a:pt x="1447609" y="1399508"/>
                      <a:pt x="1448276" y="1401318"/>
                    </a:cubicBezTo>
                    <a:cubicBezTo>
                      <a:pt x="1448943" y="1402842"/>
                      <a:pt x="1448943" y="1404652"/>
                      <a:pt x="1448276" y="1406462"/>
                    </a:cubicBezTo>
                    <a:cubicBezTo>
                      <a:pt x="1442180" y="1420558"/>
                      <a:pt x="1436180" y="1434560"/>
                      <a:pt x="1430274" y="1447800"/>
                    </a:cubicBezTo>
                    <a:cubicBezTo>
                      <a:pt x="1429322" y="1450372"/>
                      <a:pt x="1426845" y="1451896"/>
                      <a:pt x="1424178" y="1451896"/>
                    </a:cubicBezTo>
                    <a:close/>
                    <a:moveTo>
                      <a:pt x="387001" y="1448086"/>
                    </a:moveTo>
                    <a:cubicBezTo>
                      <a:pt x="385381" y="1448086"/>
                      <a:pt x="384048" y="1447609"/>
                      <a:pt x="383000" y="1446752"/>
                    </a:cubicBezTo>
                    <a:cubicBezTo>
                      <a:pt x="381381" y="1445895"/>
                      <a:pt x="380524" y="1444276"/>
                      <a:pt x="380333" y="1442466"/>
                    </a:cubicBezTo>
                    <a:cubicBezTo>
                      <a:pt x="380047" y="1440656"/>
                      <a:pt x="380524" y="1438847"/>
                      <a:pt x="381667" y="1437323"/>
                    </a:cubicBezTo>
                    <a:cubicBezTo>
                      <a:pt x="389572" y="1427035"/>
                      <a:pt x="398240" y="1415796"/>
                      <a:pt x="409004" y="1401604"/>
                    </a:cubicBezTo>
                    <a:cubicBezTo>
                      <a:pt x="409004" y="1401604"/>
                      <a:pt x="409004" y="1401604"/>
                      <a:pt x="409289" y="1401604"/>
                    </a:cubicBezTo>
                    <a:cubicBezTo>
                      <a:pt x="411480" y="1398937"/>
                      <a:pt x="415766" y="1398270"/>
                      <a:pt x="418433" y="1400461"/>
                    </a:cubicBezTo>
                    <a:cubicBezTo>
                      <a:pt x="420052" y="1401794"/>
                      <a:pt x="421100" y="1403795"/>
                      <a:pt x="420910" y="1405795"/>
                    </a:cubicBezTo>
                    <a:cubicBezTo>
                      <a:pt x="420910" y="1407414"/>
                      <a:pt x="420434" y="1408748"/>
                      <a:pt x="419576" y="1409795"/>
                    </a:cubicBezTo>
                    <a:cubicBezTo>
                      <a:pt x="410813" y="1421035"/>
                      <a:pt x="402050" y="1432655"/>
                      <a:pt x="392430" y="1445514"/>
                    </a:cubicBezTo>
                    <a:cubicBezTo>
                      <a:pt x="391001" y="1447229"/>
                      <a:pt x="389001" y="1448086"/>
                      <a:pt x="387001" y="1448086"/>
                    </a:cubicBezTo>
                    <a:close/>
                    <a:moveTo>
                      <a:pt x="2256663" y="1381887"/>
                    </a:moveTo>
                    <a:cubicBezTo>
                      <a:pt x="2255330" y="1381887"/>
                      <a:pt x="2253996" y="1381697"/>
                      <a:pt x="2253044" y="1380744"/>
                    </a:cubicBezTo>
                    <a:cubicBezTo>
                      <a:pt x="2251520" y="1379887"/>
                      <a:pt x="2250377" y="1378267"/>
                      <a:pt x="2250091" y="1376458"/>
                    </a:cubicBezTo>
                    <a:cubicBezTo>
                      <a:pt x="2249615" y="1374648"/>
                      <a:pt x="2250091" y="1372838"/>
                      <a:pt x="2250948" y="1371505"/>
                    </a:cubicBezTo>
                    <a:cubicBezTo>
                      <a:pt x="2259235" y="1359122"/>
                      <a:pt x="2267522" y="1346549"/>
                      <a:pt x="2275904" y="1333976"/>
                    </a:cubicBezTo>
                    <a:cubicBezTo>
                      <a:pt x="2277904" y="1331023"/>
                      <a:pt x="2282190" y="1330166"/>
                      <a:pt x="2285143" y="1331976"/>
                    </a:cubicBezTo>
                    <a:cubicBezTo>
                      <a:pt x="2287143" y="1333309"/>
                      <a:pt x="2288286" y="1335310"/>
                      <a:pt x="2288286" y="1337596"/>
                    </a:cubicBezTo>
                    <a:cubicBezTo>
                      <a:pt x="2288286" y="1338929"/>
                      <a:pt x="2287810" y="1340263"/>
                      <a:pt x="2287143" y="1341406"/>
                    </a:cubicBezTo>
                    <a:cubicBezTo>
                      <a:pt x="2278856" y="1353979"/>
                      <a:pt x="2270570" y="1366552"/>
                      <a:pt x="2262188" y="1378934"/>
                    </a:cubicBezTo>
                    <a:cubicBezTo>
                      <a:pt x="2260949" y="1380744"/>
                      <a:pt x="2258854" y="1381887"/>
                      <a:pt x="2256663" y="1381887"/>
                    </a:cubicBezTo>
                    <a:close/>
                    <a:moveTo>
                      <a:pt x="441769" y="1376934"/>
                    </a:moveTo>
                    <a:cubicBezTo>
                      <a:pt x="440436" y="1376934"/>
                      <a:pt x="438817" y="1376458"/>
                      <a:pt x="437769" y="1375600"/>
                    </a:cubicBezTo>
                    <a:cubicBezTo>
                      <a:pt x="436435" y="1374457"/>
                      <a:pt x="435292" y="1372933"/>
                      <a:pt x="435102" y="1371124"/>
                    </a:cubicBezTo>
                    <a:cubicBezTo>
                      <a:pt x="435102" y="1369314"/>
                      <a:pt x="435578" y="1367504"/>
                      <a:pt x="436721" y="1366171"/>
                    </a:cubicBezTo>
                    <a:lnTo>
                      <a:pt x="442150" y="1359217"/>
                    </a:lnTo>
                    <a:cubicBezTo>
                      <a:pt x="449580" y="1349788"/>
                      <a:pt x="457009" y="1340358"/>
                      <a:pt x="464630" y="1330928"/>
                    </a:cubicBezTo>
                    <a:cubicBezTo>
                      <a:pt x="466820" y="1327975"/>
                      <a:pt x="471106" y="1327595"/>
                      <a:pt x="474059" y="1329785"/>
                    </a:cubicBezTo>
                    <a:cubicBezTo>
                      <a:pt x="475583" y="1331119"/>
                      <a:pt x="476536" y="1332929"/>
                      <a:pt x="476536" y="1334929"/>
                    </a:cubicBezTo>
                    <a:cubicBezTo>
                      <a:pt x="476536" y="1336262"/>
                      <a:pt x="476059" y="1337881"/>
                      <a:pt x="475393" y="1338929"/>
                    </a:cubicBezTo>
                    <a:cubicBezTo>
                      <a:pt x="475202" y="1339120"/>
                      <a:pt x="475202" y="1339120"/>
                      <a:pt x="475202" y="1339120"/>
                    </a:cubicBezTo>
                    <a:cubicBezTo>
                      <a:pt x="475012" y="1339310"/>
                      <a:pt x="475012" y="1339596"/>
                      <a:pt x="474726" y="1339787"/>
                    </a:cubicBezTo>
                    <a:cubicBezTo>
                      <a:pt x="465582" y="1351216"/>
                      <a:pt x="456343" y="1362932"/>
                      <a:pt x="447389" y="1374362"/>
                    </a:cubicBezTo>
                    <a:cubicBezTo>
                      <a:pt x="445770" y="1376077"/>
                      <a:pt x="443960" y="1376934"/>
                      <a:pt x="441769" y="1376934"/>
                    </a:cubicBezTo>
                    <a:close/>
                    <a:moveTo>
                      <a:pt x="1459421" y="1369123"/>
                    </a:moveTo>
                    <a:cubicBezTo>
                      <a:pt x="1458563" y="1369123"/>
                      <a:pt x="1457611" y="1368933"/>
                      <a:pt x="1456754" y="1368647"/>
                    </a:cubicBezTo>
                    <a:cubicBezTo>
                      <a:pt x="1454277" y="1367504"/>
                      <a:pt x="1452658" y="1365028"/>
                      <a:pt x="1452658" y="1362361"/>
                    </a:cubicBezTo>
                    <a:cubicBezTo>
                      <a:pt x="1452658" y="1361504"/>
                      <a:pt x="1452658" y="1360551"/>
                      <a:pt x="1453134" y="1359884"/>
                    </a:cubicBezTo>
                    <a:cubicBezTo>
                      <a:pt x="1459421" y="1344644"/>
                      <a:pt x="1465040" y="1331119"/>
                      <a:pt x="1470184" y="1318355"/>
                    </a:cubicBezTo>
                    <a:cubicBezTo>
                      <a:pt x="1471517" y="1315022"/>
                      <a:pt x="1475327" y="1313212"/>
                      <a:pt x="1478947" y="1314545"/>
                    </a:cubicBezTo>
                    <a:cubicBezTo>
                      <a:pt x="1482281" y="1315879"/>
                      <a:pt x="1483900" y="1319974"/>
                      <a:pt x="1482566" y="1323308"/>
                    </a:cubicBezTo>
                    <a:cubicBezTo>
                      <a:pt x="1476947" y="1337691"/>
                      <a:pt x="1471136" y="1351598"/>
                      <a:pt x="1465516" y="1365028"/>
                    </a:cubicBezTo>
                    <a:cubicBezTo>
                      <a:pt x="1464564" y="1367504"/>
                      <a:pt x="1462088" y="1369123"/>
                      <a:pt x="1459421" y="1369123"/>
                    </a:cubicBezTo>
                    <a:close/>
                    <a:moveTo>
                      <a:pt x="2306193" y="1306925"/>
                    </a:moveTo>
                    <a:cubicBezTo>
                      <a:pt x="2304859" y="1306925"/>
                      <a:pt x="2303716" y="1306735"/>
                      <a:pt x="2302574" y="1306068"/>
                    </a:cubicBezTo>
                    <a:cubicBezTo>
                      <a:pt x="2301049" y="1304925"/>
                      <a:pt x="2299907" y="1303401"/>
                      <a:pt x="2299621" y="1301591"/>
                    </a:cubicBezTo>
                    <a:cubicBezTo>
                      <a:pt x="2299145" y="1300067"/>
                      <a:pt x="2299621" y="1298257"/>
                      <a:pt x="2300478" y="1296638"/>
                    </a:cubicBezTo>
                    <a:cubicBezTo>
                      <a:pt x="2308765" y="1284065"/>
                      <a:pt x="2316861" y="1271683"/>
                      <a:pt x="2325148" y="1258919"/>
                    </a:cubicBezTo>
                    <a:cubicBezTo>
                      <a:pt x="2326958" y="1255966"/>
                      <a:pt x="2331434" y="1255109"/>
                      <a:pt x="2334292" y="1257109"/>
                    </a:cubicBezTo>
                    <a:cubicBezTo>
                      <a:pt x="2336292" y="1258253"/>
                      <a:pt x="2337435" y="1260253"/>
                      <a:pt x="2337435" y="1262539"/>
                    </a:cubicBezTo>
                    <a:cubicBezTo>
                      <a:pt x="2337435" y="1263872"/>
                      <a:pt x="2336959" y="1265206"/>
                      <a:pt x="2336292" y="1266349"/>
                    </a:cubicBezTo>
                    <a:cubicBezTo>
                      <a:pt x="2326862" y="1280922"/>
                      <a:pt x="2318957" y="1292828"/>
                      <a:pt x="2311622" y="1304068"/>
                    </a:cubicBezTo>
                    <a:cubicBezTo>
                      <a:pt x="2310765" y="1305782"/>
                      <a:pt x="2308479" y="1306925"/>
                      <a:pt x="2306193" y="1306925"/>
                    </a:cubicBezTo>
                    <a:close/>
                    <a:moveTo>
                      <a:pt x="497586" y="1306735"/>
                    </a:moveTo>
                    <a:cubicBezTo>
                      <a:pt x="496062" y="1306735"/>
                      <a:pt x="494633" y="1306258"/>
                      <a:pt x="493300" y="1305401"/>
                    </a:cubicBezTo>
                    <a:cubicBezTo>
                      <a:pt x="491966" y="1304258"/>
                      <a:pt x="491014" y="1302448"/>
                      <a:pt x="490823" y="1300734"/>
                    </a:cubicBezTo>
                    <a:cubicBezTo>
                      <a:pt x="490823" y="1298924"/>
                      <a:pt x="491299" y="1297400"/>
                      <a:pt x="492442" y="1295781"/>
                    </a:cubicBezTo>
                    <a:cubicBezTo>
                      <a:pt x="501872" y="1284351"/>
                      <a:pt x="511302" y="1272635"/>
                      <a:pt x="520732" y="1261015"/>
                    </a:cubicBezTo>
                    <a:cubicBezTo>
                      <a:pt x="522922" y="1258062"/>
                      <a:pt x="527495" y="1257681"/>
                      <a:pt x="530162" y="1259872"/>
                    </a:cubicBezTo>
                    <a:cubicBezTo>
                      <a:pt x="531781" y="1261205"/>
                      <a:pt x="532638" y="1263015"/>
                      <a:pt x="532638" y="1265015"/>
                    </a:cubicBezTo>
                    <a:cubicBezTo>
                      <a:pt x="532638" y="1266539"/>
                      <a:pt x="532162" y="1268158"/>
                      <a:pt x="531305" y="1269492"/>
                    </a:cubicBezTo>
                    <a:cubicBezTo>
                      <a:pt x="521684" y="1281208"/>
                      <a:pt x="511969" y="1293019"/>
                      <a:pt x="503015" y="1304258"/>
                    </a:cubicBezTo>
                    <a:cubicBezTo>
                      <a:pt x="501682" y="1305782"/>
                      <a:pt x="499681" y="1306735"/>
                      <a:pt x="497586" y="1306735"/>
                    </a:cubicBezTo>
                    <a:close/>
                    <a:moveTo>
                      <a:pt x="1492853" y="1285875"/>
                    </a:moveTo>
                    <a:cubicBezTo>
                      <a:pt x="1491996" y="1285875"/>
                      <a:pt x="1491329" y="1285684"/>
                      <a:pt x="1490377" y="1285399"/>
                    </a:cubicBezTo>
                    <a:cubicBezTo>
                      <a:pt x="1487900" y="1284256"/>
                      <a:pt x="1486281" y="1282065"/>
                      <a:pt x="1486090" y="1279303"/>
                    </a:cubicBezTo>
                    <a:cubicBezTo>
                      <a:pt x="1486090" y="1278446"/>
                      <a:pt x="1486281" y="1277683"/>
                      <a:pt x="1486567" y="1276826"/>
                    </a:cubicBezTo>
                    <a:lnTo>
                      <a:pt x="1486567" y="1276636"/>
                    </a:lnTo>
                    <a:cubicBezTo>
                      <a:pt x="1486757" y="1276445"/>
                      <a:pt x="1486757" y="1276159"/>
                      <a:pt x="1487043" y="1275969"/>
                    </a:cubicBezTo>
                    <a:cubicBezTo>
                      <a:pt x="1493330" y="1259586"/>
                      <a:pt x="1498282" y="1246823"/>
                      <a:pt x="1502759" y="1234916"/>
                    </a:cubicBezTo>
                    <a:cubicBezTo>
                      <a:pt x="1504093" y="1231582"/>
                      <a:pt x="1508189" y="1229487"/>
                      <a:pt x="1511522" y="1230916"/>
                    </a:cubicBezTo>
                    <a:cubicBezTo>
                      <a:pt x="1515142" y="1232249"/>
                      <a:pt x="1516666" y="1236059"/>
                      <a:pt x="1515332" y="1239679"/>
                    </a:cubicBezTo>
                    <a:cubicBezTo>
                      <a:pt x="1510665" y="1252442"/>
                      <a:pt x="1505236" y="1266158"/>
                      <a:pt x="1499140" y="1281398"/>
                    </a:cubicBezTo>
                    <a:cubicBezTo>
                      <a:pt x="1499140" y="1281589"/>
                      <a:pt x="1499140" y="1281589"/>
                      <a:pt x="1499140" y="1281589"/>
                    </a:cubicBezTo>
                    <a:cubicBezTo>
                      <a:pt x="1498187" y="1284065"/>
                      <a:pt x="1495520" y="1285875"/>
                      <a:pt x="1492853" y="1285875"/>
                    </a:cubicBezTo>
                    <a:close/>
                    <a:moveTo>
                      <a:pt x="554450" y="1237107"/>
                    </a:moveTo>
                    <a:cubicBezTo>
                      <a:pt x="552831" y="1237107"/>
                      <a:pt x="551307" y="1236631"/>
                      <a:pt x="550164" y="1235583"/>
                    </a:cubicBezTo>
                    <a:cubicBezTo>
                      <a:pt x="547211" y="1233106"/>
                      <a:pt x="547021" y="1228820"/>
                      <a:pt x="549307" y="1226153"/>
                    </a:cubicBezTo>
                    <a:cubicBezTo>
                      <a:pt x="560737" y="1212247"/>
                      <a:pt x="569500" y="1201483"/>
                      <a:pt x="578072" y="1191578"/>
                    </a:cubicBezTo>
                    <a:cubicBezTo>
                      <a:pt x="580358" y="1188625"/>
                      <a:pt x="584835" y="1188244"/>
                      <a:pt x="587502" y="1190720"/>
                    </a:cubicBezTo>
                    <a:cubicBezTo>
                      <a:pt x="589121" y="1191863"/>
                      <a:pt x="589979" y="1193864"/>
                      <a:pt x="589979" y="1195864"/>
                    </a:cubicBezTo>
                    <a:cubicBezTo>
                      <a:pt x="589979" y="1197388"/>
                      <a:pt x="589312" y="1199007"/>
                      <a:pt x="588359" y="1200150"/>
                    </a:cubicBezTo>
                    <a:cubicBezTo>
                      <a:pt x="578739" y="1211580"/>
                      <a:pt x="569309" y="1223296"/>
                      <a:pt x="559594" y="1234726"/>
                    </a:cubicBezTo>
                    <a:cubicBezTo>
                      <a:pt x="558260" y="1236250"/>
                      <a:pt x="556450" y="1237107"/>
                      <a:pt x="554450" y="1237107"/>
                    </a:cubicBezTo>
                    <a:close/>
                    <a:moveTo>
                      <a:pt x="2355437" y="1231773"/>
                    </a:moveTo>
                    <a:cubicBezTo>
                      <a:pt x="2354104" y="1231773"/>
                      <a:pt x="2352770" y="1231297"/>
                      <a:pt x="2351818" y="1230630"/>
                    </a:cubicBezTo>
                    <a:cubicBezTo>
                      <a:pt x="2350199" y="1229773"/>
                      <a:pt x="2349151" y="1228154"/>
                      <a:pt x="2348674" y="1226344"/>
                    </a:cubicBezTo>
                    <a:cubicBezTo>
                      <a:pt x="2348484" y="1224534"/>
                      <a:pt x="2348674" y="1222724"/>
                      <a:pt x="2349817" y="1221391"/>
                    </a:cubicBezTo>
                    <a:lnTo>
                      <a:pt x="2358581" y="1207484"/>
                    </a:lnTo>
                    <a:cubicBezTo>
                      <a:pt x="2363724" y="1199388"/>
                      <a:pt x="2368867" y="1191578"/>
                      <a:pt x="2374106" y="1183481"/>
                    </a:cubicBezTo>
                    <a:cubicBezTo>
                      <a:pt x="2375916" y="1180529"/>
                      <a:pt x="2380107" y="1179481"/>
                      <a:pt x="2383250" y="1181481"/>
                    </a:cubicBezTo>
                    <a:cubicBezTo>
                      <a:pt x="2385250" y="1182624"/>
                      <a:pt x="2386394" y="1184815"/>
                      <a:pt x="2386394" y="1187291"/>
                    </a:cubicBezTo>
                    <a:cubicBezTo>
                      <a:pt x="2386394" y="1188434"/>
                      <a:pt x="2385917" y="1189768"/>
                      <a:pt x="2385250" y="1190625"/>
                    </a:cubicBezTo>
                    <a:cubicBezTo>
                      <a:pt x="2378297" y="1201674"/>
                      <a:pt x="2370677" y="1213771"/>
                      <a:pt x="2360962" y="1228534"/>
                    </a:cubicBezTo>
                    <a:cubicBezTo>
                      <a:pt x="2359628" y="1230630"/>
                      <a:pt x="2357628" y="1231773"/>
                      <a:pt x="2355437" y="1231773"/>
                    </a:cubicBezTo>
                    <a:close/>
                    <a:moveTo>
                      <a:pt x="1524953" y="1201864"/>
                    </a:moveTo>
                    <a:cubicBezTo>
                      <a:pt x="1524095" y="1201864"/>
                      <a:pt x="1523333" y="1201674"/>
                      <a:pt x="1522666" y="1201388"/>
                    </a:cubicBezTo>
                    <a:cubicBezTo>
                      <a:pt x="1519999" y="1200531"/>
                      <a:pt x="1518190" y="1197769"/>
                      <a:pt x="1518190" y="1195102"/>
                    </a:cubicBezTo>
                    <a:cubicBezTo>
                      <a:pt x="1518190" y="1194245"/>
                      <a:pt x="1518475" y="1193292"/>
                      <a:pt x="1518666" y="1192625"/>
                    </a:cubicBezTo>
                    <a:cubicBezTo>
                      <a:pt x="1523809" y="1178528"/>
                      <a:pt x="1528953" y="1164526"/>
                      <a:pt x="1534192" y="1150620"/>
                    </a:cubicBezTo>
                    <a:cubicBezTo>
                      <a:pt x="1535335" y="1147000"/>
                      <a:pt x="1539335" y="1145191"/>
                      <a:pt x="1542764" y="1146620"/>
                    </a:cubicBezTo>
                    <a:cubicBezTo>
                      <a:pt x="1546384" y="1147763"/>
                      <a:pt x="1548098" y="1151573"/>
                      <a:pt x="1546765" y="1155192"/>
                    </a:cubicBezTo>
                    <a:lnTo>
                      <a:pt x="1544764" y="1160812"/>
                    </a:lnTo>
                    <a:cubicBezTo>
                      <a:pt x="1540288" y="1172908"/>
                      <a:pt x="1535811" y="1185291"/>
                      <a:pt x="1531239" y="1197388"/>
                    </a:cubicBezTo>
                    <a:cubicBezTo>
                      <a:pt x="1531239" y="1197578"/>
                      <a:pt x="1531239" y="1197578"/>
                      <a:pt x="1531239" y="1197578"/>
                    </a:cubicBezTo>
                    <a:cubicBezTo>
                      <a:pt x="1530096" y="1200055"/>
                      <a:pt x="1527620" y="1201864"/>
                      <a:pt x="1524953" y="1201864"/>
                    </a:cubicBezTo>
                    <a:close/>
                    <a:moveTo>
                      <a:pt x="611886" y="1168051"/>
                    </a:moveTo>
                    <a:cubicBezTo>
                      <a:pt x="610362" y="1168051"/>
                      <a:pt x="608743" y="1167574"/>
                      <a:pt x="607600" y="1166431"/>
                    </a:cubicBezTo>
                    <a:cubicBezTo>
                      <a:pt x="604647" y="1164146"/>
                      <a:pt x="604266" y="1159955"/>
                      <a:pt x="606742" y="1157002"/>
                    </a:cubicBezTo>
                    <a:cubicBezTo>
                      <a:pt x="613029" y="1149572"/>
                      <a:pt x="619125" y="1142143"/>
                      <a:pt x="625412" y="1134999"/>
                    </a:cubicBezTo>
                    <a:lnTo>
                      <a:pt x="635698" y="1122616"/>
                    </a:lnTo>
                    <a:cubicBezTo>
                      <a:pt x="638175" y="1119949"/>
                      <a:pt x="642461" y="1119473"/>
                      <a:pt x="645319" y="1121759"/>
                    </a:cubicBezTo>
                    <a:cubicBezTo>
                      <a:pt x="646652" y="1123093"/>
                      <a:pt x="647605" y="1125093"/>
                      <a:pt x="647605" y="1127093"/>
                    </a:cubicBezTo>
                    <a:cubicBezTo>
                      <a:pt x="647605" y="1128713"/>
                      <a:pt x="647129" y="1130046"/>
                      <a:pt x="645986" y="1131380"/>
                    </a:cubicBezTo>
                    <a:cubicBezTo>
                      <a:pt x="636365" y="1142809"/>
                      <a:pt x="626650" y="1154239"/>
                      <a:pt x="617030" y="1165765"/>
                    </a:cubicBezTo>
                    <a:cubicBezTo>
                      <a:pt x="615696" y="1167098"/>
                      <a:pt x="613886" y="1168051"/>
                      <a:pt x="611886" y="1168051"/>
                    </a:cubicBezTo>
                    <a:close/>
                    <a:moveTo>
                      <a:pt x="2403634" y="1155859"/>
                    </a:moveTo>
                    <a:cubicBezTo>
                      <a:pt x="2402300" y="1155859"/>
                      <a:pt x="2401157" y="1155382"/>
                      <a:pt x="2400014" y="1154716"/>
                    </a:cubicBezTo>
                    <a:cubicBezTo>
                      <a:pt x="2396871" y="1152906"/>
                      <a:pt x="2396014" y="1148620"/>
                      <a:pt x="2397824" y="1145476"/>
                    </a:cubicBezTo>
                    <a:cubicBezTo>
                      <a:pt x="2405920" y="1132904"/>
                      <a:pt x="2413730" y="1120140"/>
                      <a:pt x="2421636" y="1107281"/>
                    </a:cubicBezTo>
                    <a:cubicBezTo>
                      <a:pt x="2423446" y="1104329"/>
                      <a:pt x="2427923" y="1103281"/>
                      <a:pt x="2430875" y="1105281"/>
                    </a:cubicBezTo>
                    <a:cubicBezTo>
                      <a:pt x="2432875" y="1106424"/>
                      <a:pt x="2434019" y="1108615"/>
                      <a:pt x="2434019" y="1110901"/>
                    </a:cubicBezTo>
                    <a:cubicBezTo>
                      <a:pt x="2434019" y="1112234"/>
                      <a:pt x="2433733" y="1113377"/>
                      <a:pt x="2433161" y="1114520"/>
                    </a:cubicBezTo>
                    <a:cubicBezTo>
                      <a:pt x="2430875" y="1118140"/>
                      <a:pt x="2428684" y="1121664"/>
                      <a:pt x="2426399" y="1125283"/>
                    </a:cubicBezTo>
                    <a:cubicBezTo>
                      <a:pt x="2420779" y="1134237"/>
                      <a:pt x="2415159" y="1143476"/>
                      <a:pt x="2409349" y="1152715"/>
                    </a:cubicBezTo>
                    <a:cubicBezTo>
                      <a:pt x="2408111" y="1154525"/>
                      <a:pt x="2405920" y="1155859"/>
                      <a:pt x="2403634" y="1155859"/>
                    </a:cubicBezTo>
                    <a:close/>
                    <a:moveTo>
                      <a:pt x="1555432" y="1117282"/>
                    </a:moveTo>
                    <a:cubicBezTo>
                      <a:pt x="1554766" y="1117282"/>
                      <a:pt x="1554099" y="1117282"/>
                      <a:pt x="1553242" y="1116806"/>
                    </a:cubicBezTo>
                    <a:cubicBezTo>
                      <a:pt x="1550765" y="1115949"/>
                      <a:pt x="1548765" y="1113473"/>
                      <a:pt x="1548765" y="1110710"/>
                    </a:cubicBezTo>
                    <a:cubicBezTo>
                      <a:pt x="1548765" y="1109853"/>
                      <a:pt x="1548956" y="1109186"/>
                      <a:pt x="1549241" y="1108234"/>
                    </a:cubicBezTo>
                    <a:cubicBezTo>
                      <a:pt x="1554575" y="1092708"/>
                      <a:pt x="1559528" y="1078801"/>
                      <a:pt x="1564005" y="1066038"/>
                    </a:cubicBezTo>
                    <a:cubicBezTo>
                      <a:pt x="1565148" y="1062418"/>
                      <a:pt x="1569148" y="1060609"/>
                      <a:pt x="1572578" y="1061752"/>
                    </a:cubicBezTo>
                    <a:cubicBezTo>
                      <a:pt x="1575911" y="1062895"/>
                      <a:pt x="1577912" y="1066705"/>
                      <a:pt x="1576578" y="1070324"/>
                    </a:cubicBezTo>
                    <a:cubicBezTo>
                      <a:pt x="1571434" y="1085850"/>
                      <a:pt x="1566481" y="1099756"/>
                      <a:pt x="1562005" y="1112710"/>
                    </a:cubicBezTo>
                    <a:cubicBezTo>
                      <a:pt x="1561814" y="1112901"/>
                      <a:pt x="1561814" y="1112901"/>
                      <a:pt x="1561814" y="1112901"/>
                    </a:cubicBezTo>
                    <a:cubicBezTo>
                      <a:pt x="1560862" y="1115663"/>
                      <a:pt x="1558385" y="1117282"/>
                      <a:pt x="1555432" y="1117282"/>
                    </a:cubicBezTo>
                    <a:close/>
                    <a:moveTo>
                      <a:pt x="669988" y="1099566"/>
                    </a:moveTo>
                    <a:cubicBezTo>
                      <a:pt x="668369" y="1099566"/>
                      <a:pt x="666845" y="1098899"/>
                      <a:pt x="665702" y="1097756"/>
                    </a:cubicBezTo>
                    <a:cubicBezTo>
                      <a:pt x="664369" y="1096613"/>
                      <a:pt x="663512" y="1095089"/>
                      <a:pt x="663226" y="1093280"/>
                    </a:cubicBezTo>
                    <a:cubicBezTo>
                      <a:pt x="663226" y="1091470"/>
                      <a:pt x="663702" y="1089660"/>
                      <a:pt x="664845" y="1088326"/>
                    </a:cubicBezTo>
                    <a:cubicBezTo>
                      <a:pt x="673798" y="1077754"/>
                      <a:pt x="682752" y="1067467"/>
                      <a:pt x="691991" y="1056894"/>
                    </a:cubicBezTo>
                    <a:lnTo>
                      <a:pt x="694182" y="1054227"/>
                    </a:lnTo>
                    <a:cubicBezTo>
                      <a:pt x="696468" y="1051560"/>
                      <a:pt x="700945" y="1051084"/>
                      <a:pt x="703612" y="1053560"/>
                    </a:cubicBezTo>
                    <a:cubicBezTo>
                      <a:pt x="705136" y="1054894"/>
                      <a:pt x="706088" y="1056704"/>
                      <a:pt x="706088" y="1058704"/>
                    </a:cubicBezTo>
                    <a:cubicBezTo>
                      <a:pt x="706088" y="1060228"/>
                      <a:pt x="705422" y="1061847"/>
                      <a:pt x="704279" y="1062990"/>
                    </a:cubicBezTo>
                    <a:cubicBezTo>
                      <a:pt x="694849" y="1073944"/>
                      <a:pt x="684943" y="1085469"/>
                      <a:pt x="675132" y="1097089"/>
                    </a:cubicBezTo>
                    <a:cubicBezTo>
                      <a:pt x="673798" y="1098614"/>
                      <a:pt x="671989" y="1099566"/>
                      <a:pt x="669988" y="1099566"/>
                    </a:cubicBezTo>
                    <a:close/>
                    <a:moveTo>
                      <a:pt x="2450783" y="1079373"/>
                    </a:moveTo>
                    <a:cubicBezTo>
                      <a:pt x="2449640" y="1079373"/>
                      <a:pt x="2448306" y="1078897"/>
                      <a:pt x="2447449" y="1078516"/>
                    </a:cubicBezTo>
                    <a:cubicBezTo>
                      <a:pt x="2445830" y="1077373"/>
                      <a:pt x="2444782" y="1076039"/>
                      <a:pt x="2444306" y="1074230"/>
                    </a:cubicBezTo>
                    <a:cubicBezTo>
                      <a:pt x="2443829" y="1072420"/>
                      <a:pt x="2444020" y="1070610"/>
                      <a:pt x="2444972" y="1069086"/>
                    </a:cubicBezTo>
                    <a:cubicBezTo>
                      <a:pt x="2452402" y="1056989"/>
                      <a:pt x="2460022" y="1044416"/>
                      <a:pt x="2468118" y="1030700"/>
                    </a:cubicBezTo>
                    <a:cubicBezTo>
                      <a:pt x="2469928" y="1027557"/>
                      <a:pt x="2474214" y="1026414"/>
                      <a:pt x="2477357" y="1028224"/>
                    </a:cubicBezTo>
                    <a:cubicBezTo>
                      <a:pt x="2479358" y="1029557"/>
                      <a:pt x="2480691" y="1031557"/>
                      <a:pt x="2480691" y="1034034"/>
                    </a:cubicBezTo>
                    <a:cubicBezTo>
                      <a:pt x="2480691" y="1035177"/>
                      <a:pt x="2480215" y="1036510"/>
                      <a:pt x="2479834" y="1037654"/>
                    </a:cubicBezTo>
                    <a:cubicBezTo>
                      <a:pt x="2472690" y="1049369"/>
                      <a:pt x="2465261" y="1062133"/>
                      <a:pt x="2456688" y="1076230"/>
                    </a:cubicBezTo>
                    <a:cubicBezTo>
                      <a:pt x="2455259" y="1078230"/>
                      <a:pt x="2453259" y="1079373"/>
                      <a:pt x="2450783" y="1079373"/>
                    </a:cubicBezTo>
                    <a:close/>
                    <a:moveTo>
                      <a:pt x="1584674" y="1032224"/>
                    </a:moveTo>
                    <a:cubicBezTo>
                      <a:pt x="1584007" y="1032224"/>
                      <a:pt x="1583341" y="1032224"/>
                      <a:pt x="1582674" y="1032034"/>
                    </a:cubicBezTo>
                    <a:cubicBezTo>
                      <a:pt x="1579721" y="1031176"/>
                      <a:pt x="1578007" y="1028414"/>
                      <a:pt x="1578007" y="1025557"/>
                    </a:cubicBezTo>
                    <a:cubicBezTo>
                      <a:pt x="1578007" y="1024890"/>
                      <a:pt x="1578292" y="1024223"/>
                      <a:pt x="1578483" y="1023556"/>
                    </a:cubicBezTo>
                    <a:cubicBezTo>
                      <a:pt x="1582960" y="1009840"/>
                      <a:pt x="1587722" y="995458"/>
                      <a:pt x="1592580" y="980884"/>
                    </a:cubicBezTo>
                    <a:cubicBezTo>
                      <a:pt x="1593723" y="977551"/>
                      <a:pt x="1597533" y="975550"/>
                      <a:pt x="1600867" y="976598"/>
                    </a:cubicBezTo>
                    <a:cubicBezTo>
                      <a:pt x="1602677" y="977074"/>
                      <a:pt x="1604010" y="978408"/>
                      <a:pt x="1604867" y="979932"/>
                    </a:cubicBezTo>
                    <a:cubicBezTo>
                      <a:pt x="1605534" y="981551"/>
                      <a:pt x="1605724" y="983266"/>
                      <a:pt x="1605058" y="985075"/>
                    </a:cubicBezTo>
                    <a:cubicBezTo>
                      <a:pt x="1600772" y="998791"/>
                      <a:pt x="1596104" y="1012507"/>
                      <a:pt x="1591628" y="1026605"/>
                    </a:cubicBezTo>
                    <a:lnTo>
                      <a:pt x="1591151" y="1027747"/>
                    </a:lnTo>
                    <a:cubicBezTo>
                      <a:pt x="1590294" y="1030414"/>
                      <a:pt x="1587532" y="1032224"/>
                      <a:pt x="1584674" y="1032224"/>
                    </a:cubicBezTo>
                    <a:close/>
                    <a:moveTo>
                      <a:pt x="728758" y="1031272"/>
                    </a:moveTo>
                    <a:cubicBezTo>
                      <a:pt x="726948" y="1031272"/>
                      <a:pt x="725424" y="1030605"/>
                      <a:pt x="724281" y="1029748"/>
                    </a:cubicBezTo>
                    <a:cubicBezTo>
                      <a:pt x="721614" y="1027271"/>
                      <a:pt x="721138" y="1022985"/>
                      <a:pt x="723614" y="1020128"/>
                    </a:cubicBezTo>
                    <a:cubicBezTo>
                      <a:pt x="728758" y="1014031"/>
                      <a:pt x="734187" y="1008031"/>
                      <a:pt x="739330" y="1001935"/>
                    </a:cubicBezTo>
                    <a:cubicBezTo>
                      <a:pt x="743998" y="996791"/>
                      <a:pt x="748570" y="991648"/>
                      <a:pt x="753047" y="986218"/>
                    </a:cubicBezTo>
                    <a:cubicBezTo>
                      <a:pt x="753047" y="986218"/>
                      <a:pt x="753332" y="986218"/>
                      <a:pt x="753332" y="986028"/>
                    </a:cubicBezTo>
                    <a:cubicBezTo>
                      <a:pt x="755809" y="983551"/>
                      <a:pt x="760095" y="983361"/>
                      <a:pt x="762476" y="985838"/>
                    </a:cubicBezTo>
                    <a:cubicBezTo>
                      <a:pt x="764096" y="986980"/>
                      <a:pt x="764953" y="988790"/>
                      <a:pt x="764953" y="990505"/>
                    </a:cubicBezTo>
                    <a:cubicBezTo>
                      <a:pt x="764953" y="992314"/>
                      <a:pt x="764286" y="993838"/>
                      <a:pt x="763333" y="995172"/>
                    </a:cubicBezTo>
                    <a:cubicBezTo>
                      <a:pt x="757238" y="1001935"/>
                      <a:pt x="751427" y="1008602"/>
                      <a:pt x="745617" y="1015365"/>
                    </a:cubicBezTo>
                    <a:cubicBezTo>
                      <a:pt x="741616" y="1019842"/>
                      <a:pt x="737806" y="1024604"/>
                      <a:pt x="733711" y="1029081"/>
                    </a:cubicBezTo>
                    <a:cubicBezTo>
                      <a:pt x="732663" y="1030414"/>
                      <a:pt x="730567" y="1031272"/>
                      <a:pt x="728758" y="1031272"/>
                    </a:cubicBezTo>
                    <a:close/>
                    <a:moveTo>
                      <a:pt x="2496598" y="1002125"/>
                    </a:moveTo>
                    <a:cubicBezTo>
                      <a:pt x="2495264" y="1002125"/>
                      <a:pt x="2494121" y="1001649"/>
                      <a:pt x="2493264" y="1001268"/>
                    </a:cubicBezTo>
                    <a:cubicBezTo>
                      <a:pt x="2491645" y="1000411"/>
                      <a:pt x="2490597" y="998791"/>
                      <a:pt x="2490121" y="996982"/>
                    </a:cubicBezTo>
                    <a:cubicBezTo>
                      <a:pt x="2489645" y="995363"/>
                      <a:pt x="2489835" y="993648"/>
                      <a:pt x="2490788" y="992029"/>
                    </a:cubicBezTo>
                    <a:cubicBezTo>
                      <a:pt x="2499074" y="977455"/>
                      <a:pt x="2506313" y="964882"/>
                      <a:pt x="2512981" y="952976"/>
                    </a:cubicBezTo>
                    <a:cubicBezTo>
                      <a:pt x="2512981" y="952976"/>
                      <a:pt x="2512981" y="952976"/>
                      <a:pt x="2512981" y="952786"/>
                    </a:cubicBezTo>
                    <a:cubicBezTo>
                      <a:pt x="2514791" y="949833"/>
                      <a:pt x="2519077" y="948785"/>
                      <a:pt x="2522220" y="950500"/>
                    </a:cubicBezTo>
                    <a:cubicBezTo>
                      <a:pt x="2524220" y="951643"/>
                      <a:pt x="2525554" y="953833"/>
                      <a:pt x="2525554" y="956310"/>
                    </a:cubicBezTo>
                    <a:cubicBezTo>
                      <a:pt x="2525554" y="957453"/>
                      <a:pt x="2525268" y="958310"/>
                      <a:pt x="2524887" y="959263"/>
                    </a:cubicBezTo>
                    <a:cubicBezTo>
                      <a:pt x="2524887" y="959453"/>
                      <a:pt x="2524697" y="959453"/>
                      <a:pt x="2524697" y="959453"/>
                    </a:cubicBezTo>
                    <a:cubicBezTo>
                      <a:pt x="2524697" y="959930"/>
                      <a:pt x="2524411" y="959930"/>
                      <a:pt x="2524220" y="960120"/>
                    </a:cubicBezTo>
                    <a:cubicBezTo>
                      <a:pt x="2517458" y="972217"/>
                      <a:pt x="2510314" y="985075"/>
                      <a:pt x="2502408" y="998696"/>
                    </a:cubicBezTo>
                    <a:cubicBezTo>
                      <a:pt x="2501074" y="1000792"/>
                      <a:pt x="2499074" y="1002125"/>
                      <a:pt x="2496598" y="1002125"/>
                    </a:cubicBezTo>
                    <a:close/>
                    <a:moveTo>
                      <a:pt x="787813" y="963739"/>
                    </a:moveTo>
                    <a:cubicBezTo>
                      <a:pt x="786003" y="963739"/>
                      <a:pt x="784479" y="963073"/>
                      <a:pt x="783336" y="961930"/>
                    </a:cubicBezTo>
                    <a:cubicBezTo>
                      <a:pt x="782003" y="960787"/>
                      <a:pt x="781050" y="959263"/>
                      <a:pt x="781050" y="957263"/>
                    </a:cubicBezTo>
                    <a:cubicBezTo>
                      <a:pt x="780859" y="955453"/>
                      <a:pt x="781526" y="953929"/>
                      <a:pt x="782669" y="952595"/>
                    </a:cubicBezTo>
                    <a:cubicBezTo>
                      <a:pt x="792575" y="941356"/>
                      <a:pt x="802386" y="930116"/>
                      <a:pt x="812292" y="918972"/>
                    </a:cubicBezTo>
                    <a:cubicBezTo>
                      <a:pt x="814483" y="916305"/>
                      <a:pt x="819055" y="916019"/>
                      <a:pt x="821722" y="918305"/>
                    </a:cubicBezTo>
                    <a:cubicBezTo>
                      <a:pt x="823246" y="919639"/>
                      <a:pt x="823913" y="921448"/>
                      <a:pt x="823913" y="923449"/>
                    </a:cubicBezTo>
                    <a:cubicBezTo>
                      <a:pt x="824103" y="925068"/>
                      <a:pt x="823436" y="926592"/>
                      <a:pt x="822293" y="927925"/>
                    </a:cubicBezTo>
                    <a:cubicBezTo>
                      <a:pt x="812387" y="938974"/>
                      <a:pt x="802577" y="950119"/>
                      <a:pt x="792671" y="961549"/>
                    </a:cubicBezTo>
                    <a:cubicBezTo>
                      <a:pt x="791432" y="962882"/>
                      <a:pt x="789622" y="963739"/>
                      <a:pt x="787813" y="963739"/>
                    </a:cubicBezTo>
                    <a:close/>
                    <a:moveTo>
                      <a:pt x="1612487" y="946880"/>
                    </a:moveTo>
                    <a:cubicBezTo>
                      <a:pt x="1611821" y="946880"/>
                      <a:pt x="1611154" y="946690"/>
                      <a:pt x="1610487" y="946404"/>
                    </a:cubicBezTo>
                    <a:cubicBezTo>
                      <a:pt x="1607820" y="945547"/>
                      <a:pt x="1605820" y="943070"/>
                      <a:pt x="1605820" y="940117"/>
                    </a:cubicBezTo>
                    <a:cubicBezTo>
                      <a:pt x="1605820" y="939451"/>
                      <a:pt x="1606010" y="938784"/>
                      <a:pt x="1606296" y="938117"/>
                    </a:cubicBezTo>
                    <a:cubicBezTo>
                      <a:pt x="1610582" y="924211"/>
                      <a:pt x="1615249" y="909638"/>
                      <a:pt x="1619536" y="895255"/>
                    </a:cubicBezTo>
                    <a:cubicBezTo>
                      <a:pt x="1620679" y="891635"/>
                      <a:pt x="1624679" y="889635"/>
                      <a:pt x="1628108" y="890778"/>
                    </a:cubicBezTo>
                    <a:cubicBezTo>
                      <a:pt x="1631728" y="891921"/>
                      <a:pt x="1633728" y="895731"/>
                      <a:pt x="1632585" y="899065"/>
                    </a:cubicBezTo>
                    <a:cubicBezTo>
                      <a:pt x="1627632" y="914972"/>
                      <a:pt x="1623155" y="929164"/>
                      <a:pt x="1619059" y="942118"/>
                    </a:cubicBezTo>
                    <a:cubicBezTo>
                      <a:pt x="1618107" y="944880"/>
                      <a:pt x="1615345" y="946880"/>
                      <a:pt x="1612487" y="946880"/>
                    </a:cubicBezTo>
                    <a:close/>
                    <a:moveTo>
                      <a:pt x="2540603" y="923830"/>
                    </a:moveTo>
                    <a:cubicBezTo>
                      <a:pt x="2539460" y="923830"/>
                      <a:pt x="2538317" y="923354"/>
                      <a:pt x="2537460" y="922972"/>
                    </a:cubicBezTo>
                    <a:cubicBezTo>
                      <a:pt x="2535650" y="922115"/>
                      <a:pt x="2534507" y="920782"/>
                      <a:pt x="2534126" y="918972"/>
                    </a:cubicBezTo>
                    <a:cubicBezTo>
                      <a:pt x="2533650" y="917353"/>
                      <a:pt x="2533841" y="915353"/>
                      <a:pt x="2534793" y="913829"/>
                    </a:cubicBezTo>
                    <a:cubicBezTo>
                      <a:pt x="2542699" y="899446"/>
                      <a:pt x="2549366" y="886682"/>
                      <a:pt x="2555939" y="874585"/>
                    </a:cubicBezTo>
                    <a:lnTo>
                      <a:pt x="2555939" y="874395"/>
                    </a:lnTo>
                    <a:cubicBezTo>
                      <a:pt x="2557748" y="871252"/>
                      <a:pt x="2561749" y="869918"/>
                      <a:pt x="2564892" y="871728"/>
                    </a:cubicBezTo>
                    <a:cubicBezTo>
                      <a:pt x="2567083" y="872871"/>
                      <a:pt x="2568512" y="875062"/>
                      <a:pt x="2568512" y="877538"/>
                    </a:cubicBezTo>
                    <a:cubicBezTo>
                      <a:pt x="2568512" y="878396"/>
                      <a:pt x="2568321" y="879538"/>
                      <a:pt x="2568035" y="880491"/>
                    </a:cubicBezTo>
                    <a:cubicBezTo>
                      <a:pt x="2567845" y="880681"/>
                      <a:pt x="2567845" y="880681"/>
                      <a:pt x="2567845" y="880681"/>
                    </a:cubicBezTo>
                    <a:cubicBezTo>
                      <a:pt x="2567559" y="880872"/>
                      <a:pt x="2567559" y="881158"/>
                      <a:pt x="2567369" y="881348"/>
                    </a:cubicBezTo>
                    <a:cubicBezTo>
                      <a:pt x="2560606" y="894588"/>
                      <a:pt x="2553462" y="907828"/>
                      <a:pt x="2546509" y="920401"/>
                    </a:cubicBezTo>
                    <a:cubicBezTo>
                      <a:pt x="2545271" y="922496"/>
                      <a:pt x="2542984" y="923830"/>
                      <a:pt x="2540603" y="923830"/>
                    </a:cubicBezTo>
                    <a:close/>
                    <a:moveTo>
                      <a:pt x="847058" y="896398"/>
                    </a:moveTo>
                    <a:cubicBezTo>
                      <a:pt x="845439" y="896398"/>
                      <a:pt x="843724" y="895731"/>
                      <a:pt x="842581" y="894779"/>
                    </a:cubicBezTo>
                    <a:cubicBezTo>
                      <a:pt x="839914" y="892112"/>
                      <a:pt x="839629" y="888016"/>
                      <a:pt x="842105" y="885158"/>
                    </a:cubicBezTo>
                    <a:cubicBezTo>
                      <a:pt x="847725" y="878681"/>
                      <a:pt x="853535" y="872395"/>
                      <a:pt x="859155" y="865822"/>
                    </a:cubicBezTo>
                    <a:lnTo>
                      <a:pt x="871919" y="851630"/>
                    </a:lnTo>
                    <a:cubicBezTo>
                      <a:pt x="874109" y="848963"/>
                      <a:pt x="878681" y="848678"/>
                      <a:pt x="881348" y="850963"/>
                    </a:cubicBezTo>
                    <a:cubicBezTo>
                      <a:pt x="882682" y="852297"/>
                      <a:pt x="883539" y="854107"/>
                      <a:pt x="883539" y="855916"/>
                    </a:cubicBezTo>
                    <a:cubicBezTo>
                      <a:pt x="883539" y="857726"/>
                      <a:pt x="882872" y="859250"/>
                      <a:pt x="881729" y="860584"/>
                    </a:cubicBezTo>
                    <a:cubicBezTo>
                      <a:pt x="875252" y="867728"/>
                      <a:pt x="868680" y="875157"/>
                      <a:pt x="862013" y="882587"/>
                    </a:cubicBezTo>
                    <a:lnTo>
                      <a:pt x="852106" y="894016"/>
                    </a:lnTo>
                    <a:cubicBezTo>
                      <a:pt x="850868" y="895540"/>
                      <a:pt x="849154" y="896398"/>
                      <a:pt x="847058" y="896398"/>
                    </a:cubicBezTo>
                    <a:close/>
                    <a:moveTo>
                      <a:pt x="1638967" y="860965"/>
                    </a:moveTo>
                    <a:cubicBezTo>
                      <a:pt x="1638490" y="860965"/>
                      <a:pt x="1637824" y="860774"/>
                      <a:pt x="1637157" y="860774"/>
                    </a:cubicBezTo>
                    <a:cubicBezTo>
                      <a:pt x="1634204" y="859917"/>
                      <a:pt x="1632490" y="857155"/>
                      <a:pt x="1632204" y="854297"/>
                    </a:cubicBezTo>
                    <a:cubicBezTo>
                      <a:pt x="1632204" y="853630"/>
                      <a:pt x="1632490" y="852964"/>
                      <a:pt x="1632680" y="852297"/>
                    </a:cubicBezTo>
                    <a:lnTo>
                      <a:pt x="1636014" y="840581"/>
                    </a:lnTo>
                    <a:cubicBezTo>
                      <a:pt x="1639157" y="830008"/>
                      <a:pt x="1642300" y="819722"/>
                      <a:pt x="1645253" y="809434"/>
                    </a:cubicBezTo>
                    <a:cubicBezTo>
                      <a:pt x="1646396" y="805815"/>
                      <a:pt x="1650206" y="803815"/>
                      <a:pt x="1653826" y="804672"/>
                    </a:cubicBezTo>
                    <a:cubicBezTo>
                      <a:pt x="1655445" y="805148"/>
                      <a:pt x="1656779" y="806291"/>
                      <a:pt x="1657636" y="807815"/>
                    </a:cubicBezTo>
                    <a:cubicBezTo>
                      <a:pt x="1658493" y="809434"/>
                      <a:pt x="1658779" y="811149"/>
                      <a:pt x="1658303" y="812959"/>
                    </a:cubicBezTo>
                    <a:cubicBezTo>
                      <a:pt x="1654302" y="826675"/>
                      <a:pt x="1650492" y="840105"/>
                      <a:pt x="1645539" y="856297"/>
                    </a:cubicBezTo>
                    <a:cubicBezTo>
                      <a:pt x="1644587" y="858964"/>
                      <a:pt x="1642110" y="860965"/>
                      <a:pt x="1638967" y="860965"/>
                    </a:cubicBezTo>
                    <a:close/>
                    <a:moveTo>
                      <a:pt x="2582323" y="844105"/>
                    </a:moveTo>
                    <a:cubicBezTo>
                      <a:pt x="2581466" y="844105"/>
                      <a:pt x="2580323" y="843915"/>
                      <a:pt x="2579370" y="843439"/>
                    </a:cubicBezTo>
                    <a:cubicBezTo>
                      <a:pt x="2576036" y="841820"/>
                      <a:pt x="2574703" y="837819"/>
                      <a:pt x="2576417" y="834485"/>
                    </a:cubicBezTo>
                    <a:cubicBezTo>
                      <a:pt x="2583180" y="820769"/>
                      <a:pt x="2589848" y="807339"/>
                      <a:pt x="2596134" y="794290"/>
                    </a:cubicBezTo>
                    <a:cubicBezTo>
                      <a:pt x="2597753" y="790956"/>
                      <a:pt x="2601944" y="789622"/>
                      <a:pt x="2605088" y="791147"/>
                    </a:cubicBezTo>
                    <a:cubicBezTo>
                      <a:pt x="2607278" y="792289"/>
                      <a:pt x="2608898" y="794480"/>
                      <a:pt x="2608898" y="797242"/>
                    </a:cubicBezTo>
                    <a:cubicBezTo>
                      <a:pt x="2608898" y="798385"/>
                      <a:pt x="2608707" y="799243"/>
                      <a:pt x="2608231" y="800195"/>
                    </a:cubicBezTo>
                    <a:cubicBezTo>
                      <a:pt x="2601087" y="815245"/>
                      <a:pt x="2594515" y="828484"/>
                      <a:pt x="2588228" y="840581"/>
                    </a:cubicBezTo>
                    <a:cubicBezTo>
                      <a:pt x="2587276" y="842772"/>
                      <a:pt x="2584990" y="844105"/>
                      <a:pt x="2582323" y="844105"/>
                    </a:cubicBezTo>
                    <a:close/>
                    <a:moveTo>
                      <a:pt x="906780" y="829342"/>
                    </a:moveTo>
                    <a:cubicBezTo>
                      <a:pt x="905161" y="829342"/>
                      <a:pt x="903637" y="828865"/>
                      <a:pt x="902303" y="827818"/>
                    </a:cubicBezTo>
                    <a:cubicBezTo>
                      <a:pt x="900970" y="826484"/>
                      <a:pt x="900303" y="824865"/>
                      <a:pt x="900113" y="823150"/>
                    </a:cubicBezTo>
                    <a:cubicBezTo>
                      <a:pt x="900113" y="821341"/>
                      <a:pt x="900779" y="819531"/>
                      <a:pt x="901922" y="818197"/>
                    </a:cubicBezTo>
                    <a:cubicBezTo>
                      <a:pt x="908209" y="811244"/>
                      <a:pt x="914495" y="804291"/>
                      <a:pt x="920591" y="797338"/>
                    </a:cubicBezTo>
                    <a:lnTo>
                      <a:pt x="931831" y="784765"/>
                    </a:lnTo>
                    <a:cubicBezTo>
                      <a:pt x="934307" y="782098"/>
                      <a:pt x="938784" y="781812"/>
                      <a:pt x="941451" y="784288"/>
                    </a:cubicBezTo>
                    <a:cubicBezTo>
                      <a:pt x="942784" y="785622"/>
                      <a:pt x="943642" y="787432"/>
                      <a:pt x="943642" y="789241"/>
                    </a:cubicBezTo>
                    <a:cubicBezTo>
                      <a:pt x="943642" y="791051"/>
                      <a:pt x="942975" y="792575"/>
                      <a:pt x="941832" y="793718"/>
                    </a:cubicBezTo>
                    <a:lnTo>
                      <a:pt x="935546" y="800672"/>
                    </a:lnTo>
                    <a:cubicBezTo>
                      <a:pt x="927735" y="809625"/>
                      <a:pt x="919829" y="818388"/>
                      <a:pt x="912019" y="827151"/>
                    </a:cubicBezTo>
                    <a:cubicBezTo>
                      <a:pt x="910590" y="828675"/>
                      <a:pt x="908780" y="829342"/>
                      <a:pt x="906780" y="829342"/>
                    </a:cubicBezTo>
                    <a:close/>
                    <a:moveTo>
                      <a:pt x="1664113" y="774573"/>
                    </a:moveTo>
                    <a:cubicBezTo>
                      <a:pt x="1663637" y="774573"/>
                      <a:pt x="1662970" y="774573"/>
                      <a:pt x="1662303" y="774382"/>
                    </a:cubicBezTo>
                    <a:cubicBezTo>
                      <a:pt x="1659350" y="773525"/>
                      <a:pt x="1657350" y="770763"/>
                      <a:pt x="1657636" y="767905"/>
                    </a:cubicBezTo>
                    <a:cubicBezTo>
                      <a:pt x="1657636" y="767239"/>
                      <a:pt x="1657636" y="766763"/>
                      <a:pt x="1657826" y="766096"/>
                    </a:cubicBezTo>
                    <a:cubicBezTo>
                      <a:pt x="1661446" y="753332"/>
                      <a:pt x="1665256" y="739616"/>
                      <a:pt x="1669732" y="722757"/>
                    </a:cubicBezTo>
                    <a:cubicBezTo>
                      <a:pt x="1670590" y="719423"/>
                      <a:pt x="1674686" y="717137"/>
                      <a:pt x="1678019" y="718090"/>
                    </a:cubicBezTo>
                    <a:cubicBezTo>
                      <a:pt x="1681639" y="719233"/>
                      <a:pt x="1683830" y="722757"/>
                      <a:pt x="1682687" y="726376"/>
                    </a:cubicBezTo>
                    <a:cubicBezTo>
                      <a:pt x="1678877" y="740759"/>
                      <a:pt x="1674876" y="755142"/>
                      <a:pt x="1670590" y="769906"/>
                    </a:cubicBezTo>
                    <a:cubicBezTo>
                      <a:pt x="1670590" y="769906"/>
                      <a:pt x="1670590" y="769906"/>
                      <a:pt x="1670590" y="770096"/>
                    </a:cubicBezTo>
                    <a:cubicBezTo>
                      <a:pt x="1669732" y="772763"/>
                      <a:pt x="1667065" y="774573"/>
                      <a:pt x="1664113" y="774573"/>
                    </a:cubicBezTo>
                    <a:close/>
                    <a:moveTo>
                      <a:pt x="2621375" y="763333"/>
                    </a:moveTo>
                    <a:cubicBezTo>
                      <a:pt x="2620518" y="763333"/>
                      <a:pt x="2619566" y="763143"/>
                      <a:pt x="2618708" y="762667"/>
                    </a:cubicBezTo>
                    <a:cubicBezTo>
                      <a:pt x="2616899" y="762000"/>
                      <a:pt x="2615756" y="760666"/>
                      <a:pt x="2615089" y="758857"/>
                    </a:cubicBezTo>
                    <a:cubicBezTo>
                      <a:pt x="2614422" y="757047"/>
                      <a:pt x="2614613" y="755237"/>
                      <a:pt x="2615374" y="753713"/>
                    </a:cubicBezTo>
                    <a:cubicBezTo>
                      <a:pt x="2622328" y="738473"/>
                      <a:pt x="2628138" y="725233"/>
                      <a:pt x="2633567" y="712851"/>
                    </a:cubicBezTo>
                    <a:cubicBezTo>
                      <a:pt x="2634901" y="709517"/>
                      <a:pt x="2638997" y="707898"/>
                      <a:pt x="2642330" y="709231"/>
                    </a:cubicBezTo>
                    <a:cubicBezTo>
                      <a:pt x="2644807" y="710374"/>
                      <a:pt x="2646426" y="712851"/>
                      <a:pt x="2646426" y="715518"/>
                    </a:cubicBezTo>
                    <a:cubicBezTo>
                      <a:pt x="2646426" y="716375"/>
                      <a:pt x="2646140" y="717328"/>
                      <a:pt x="2645950" y="718185"/>
                    </a:cubicBezTo>
                    <a:cubicBezTo>
                      <a:pt x="2640140" y="731615"/>
                      <a:pt x="2633853" y="745522"/>
                      <a:pt x="2627757" y="759238"/>
                    </a:cubicBezTo>
                    <a:cubicBezTo>
                      <a:pt x="2626519" y="761714"/>
                      <a:pt x="2624042" y="763333"/>
                      <a:pt x="2621375" y="763333"/>
                    </a:cubicBezTo>
                    <a:close/>
                    <a:moveTo>
                      <a:pt x="966978" y="762381"/>
                    </a:moveTo>
                    <a:cubicBezTo>
                      <a:pt x="965168" y="762381"/>
                      <a:pt x="963644" y="761905"/>
                      <a:pt x="962311" y="760857"/>
                    </a:cubicBezTo>
                    <a:cubicBezTo>
                      <a:pt x="959644" y="758380"/>
                      <a:pt x="959358" y="753904"/>
                      <a:pt x="961834" y="751237"/>
                    </a:cubicBezTo>
                    <a:cubicBezTo>
                      <a:pt x="966502" y="746284"/>
                      <a:pt x="970979" y="741140"/>
                      <a:pt x="975550" y="736187"/>
                    </a:cubicBezTo>
                    <a:cubicBezTo>
                      <a:pt x="981170" y="730091"/>
                      <a:pt x="986599" y="723805"/>
                      <a:pt x="991933" y="717995"/>
                    </a:cubicBezTo>
                    <a:cubicBezTo>
                      <a:pt x="994410" y="715328"/>
                      <a:pt x="998887" y="715042"/>
                      <a:pt x="1001554" y="717518"/>
                    </a:cubicBezTo>
                    <a:cubicBezTo>
                      <a:pt x="1002887" y="718661"/>
                      <a:pt x="1003554" y="720471"/>
                      <a:pt x="1003554" y="722471"/>
                    </a:cubicBezTo>
                    <a:cubicBezTo>
                      <a:pt x="1003745" y="723995"/>
                      <a:pt x="1003078" y="725614"/>
                      <a:pt x="1001935" y="726948"/>
                    </a:cubicBezTo>
                    <a:lnTo>
                      <a:pt x="997172" y="732091"/>
                    </a:lnTo>
                    <a:cubicBezTo>
                      <a:pt x="988600" y="741521"/>
                      <a:pt x="980313" y="750760"/>
                      <a:pt x="971836" y="760381"/>
                    </a:cubicBezTo>
                    <a:cubicBezTo>
                      <a:pt x="970502" y="761714"/>
                      <a:pt x="968788" y="762381"/>
                      <a:pt x="966978" y="762381"/>
                    </a:cubicBezTo>
                    <a:close/>
                    <a:moveTo>
                      <a:pt x="1027081" y="695801"/>
                    </a:moveTo>
                    <a:cubicBezTo>
                      <a:pt x="1025271" y="695801"/>
                      <a:pt x="1023747" y="695134"/>
                      <a:pt x="1022604" y="693991"/>
                    </a:cubicBezTo>
                    <a:cubicBezTo>
                      <a:pt x="1021271" y="692848"/>
                      <a:pt x="1020318" y="691324"/>
                      <a:pt x="1020318" y="689515"/>
                    </a:cubicBezTo>
                    <a:cubicBezTo>
                      <a:pt x="1020128" y="687705"/>
                      <a:pt x="1020794" y="685895"/>
                      <a:pt x="1022128" y="684562"/>
                    </a:cubicBezTo>
                    <a:cubicBezTo>
                      <a:pt x="1032034" y="673322"/>
                      <a:pt x="1042130" y="662368"/>
                      <a:pt x="1052227" y="651320"/>
                    </a:cubicBezTo>
                    <a:cubicBezTo>
                      <a:pt x="1052227" y="651129"/>
                      <a:pt x="1052227" y="651129"/>
                      <a:pt x="1052227" y="651129"/>
                    </a:cubicBezTo>
                    <a:cubicBezTo>
                      <a:pt x="1054703" y="648653"/>
                      <a:pt x="1059180" y="648462"/>
                      <a:pt x="1061656" y="650938"/>
                    </a:cubicBezTo>
                    <a:cubicBezTo>
                      <a:pt x="1062990" y="652081"/>
                      <a:pt x="1063942" y="653891"/>
                      <a:pt x="1063942" y="655891"/>
                    </a:cubicBezTo>
                    <a:cubicBezTo>
                      <a:pt x="1063942" y="657511"/>
                      <a:pt x="1063466" y="658844"/>
                      <a:pt x="1062323" y="660178"/>
                    </a:cubicBezTo>
                    <a:cubicBezTo>
                      <a:pt x="1062323" y="660178"/>
                      <a:pt x="1062323" y="660368"/>
                      <a:pt x="1062133" y="660368"/>
                    </a:cubicBezTo>
                    <a:cubicBezTo>
                      <a:pt x="1061942" y="660559"/>
                      <a:pt x="1061942" y="660845"/>
                      <a:pt x="1061656" y="660845"/>
                    </a:cubicBezTo>
                    <a:lnTo>
                      <a:pt x="1054227" y="668941"/>
                    </a:lnTo>
                    <a:cubicBezTo>
                      <a:pt x="1046797" y="677228"/>
                      <a:pt x="1039463" y="685514"/>
                      <a:pt x="1032034" y="693610"/>
                    </a:cubicBezTo>
                    <a:cubicBezTo>
                      <a:pt x="1030700" y="695039"/>
                      <a:pt x="1028890" y="695801"/>
                      <a:pt x="1027081" y="695801"/>
                    </a:cubicBezTo>
                    <a:close/>
                    <a:moveTo>
                      <a:pt x="1688116" y="687896"/>
                    </a:moveTo>
                    <a:cubicBezTo>
                      <a:pt x="1687449" y="687896"/>
                      <a:pt x="1686973" y="687896"/>
                      <a:pt x="1686306" y="687705"/>
                    </a:cubicBezTo>
                    <a:cubicBezTo>
                      <a:pt x="1683163" y="686848"/>
                      <a:pt x="1681163" y="684085"/>
                      <a:pt x="1681353" y="681228"/>
                    </a:cubicBezTo>
                    <a:cubicBezTo>
                      <a:pt x="1681353" y="680752"/>
                      <a:pt x="1681353" y="680085"/>
                      <a:pt x="1681353" y="679704"/>
                    </a:cubicBezTo>
                    <a:lnTo>
                      <a:pt x="1681353" y="679704"/>
                    </a:lnTo>
                    <a:cubicBezTo>
                      <a:pt x="1681544" y="679228"/>
                      <a:pt x="1681544" y="679037"/>
                      <a:pt x="1681829" y="678847"/>
                    </a:cubicBezTo>
                    <a:cubicBezTo>
                      <a:pt x="1685639" y="664273"/>
                      <a:pt x="1689259" y="649891"/>
                      <a:pt x="1692878" y="636175"/>
                    </a:cubicBezTo>
                    <a:cubicBezTo>
                      <a:pt x="1693736" y="632555"/>
                      <a:pt x="1697546" y="630364"/>
                      <a:pt x="1701165" y="631222"/>
                    </a:cubicBezTo>
                    <a:cubicBezTo>
                      <a:pt x="1702784" y="631698"/>
                      <a:pt x="1704308" y="632841"/>
                      <a:pt x="1705165" y="634365"/>
                    </a:cubicBezTo>
                    <a:cubicBezTo>
                      <a:pt x="1706023" y="635984"/>
                      <a:pt x="1706308" y="637699"/>
                      <a:pt x="1705832" y="639318"/>
                    </a:cubicBezTo>
                    <a:cubicBezTo>
                      <a:pt x="1701546" y="655891"/>
                      <a:pt x="1698022" y="669798"/>
                      <a:pt x="1694593" y="683038"/>
                    </a:cubicBezTo>
                    <a:cubicBezTo>
                      <a:pt x="1693736" y="685895"/>
                      <a:pt x="1691069" y="687896"/>
                      <a:pt x="1688116" y="687896"/>
                    </a:cubicBezTo>
                    <a:close/>
                    <a:moveTo>
                      <a:pt x="2656808" y="680752"/>
                    </a:moveTo>
                    <a:cubicBezTo>
                      <a:pt x="2655951" y="680752"/>
                      <a:pt x="2654999" y="680561"/>
                      <a:pt x="2654332" y="680275"/>
                    </a:cubicBezTo>
                    <a:cubicBezTo>
                      <a:pt x="2650712" y="678656"/>
                      <a:pt x="2649188" y="674846"/>
                      <a:pt x="2650522" y="671513"/>
                    </a:cubicBezTo>
                    <a:cubicBezTo>
                      <a:pt x="2656141" y="656939"/>
                      <a:pt x="2661475" y="643033"/>
                      <a:pt x="2666429" y="629507"/>
                    </a:cubicBezTo>
                    <a:cubicBezTo>
                      <a:pt x="2667572" y="626173"/>
                      <a:pt x="2671572" y="624364"/>
                      <a:pt x="2675001" y="625507"/>
                    </a:cubicBezTo>
                    <a:cubicBezTo>
                      <a:pt x="2677668" y="626650"/>
                      <a:pt x="2679478" y="629126"/>
                      <a:pt x="2679478" y="631793"/>
                    </a:cubicBezTo>
                    <a:cubicBezTo>
                      <a:pt x="2679478" y="632650"/>
                      <a:pt x="2679287" y="633603"/>
                      <a:pt x="2679002" y="634270"/>
                    </a:cubicBezTo>
                    <a:cubicBezTo>
                      <a:pt x="2673858" y="648653"/>
                      <a:pt x="2668429" y="662749"/>
                      <a:pt x="2663095" y="676465"/>
                    </a:cubicBezTo>
                    <a:cubicBezTo>
                      <a:pt x="2662047" y="678942"/>
                      <a:pt x="2659571" y="680752"/>
                      <a:pt x="2656808" y="680752"/>
                    </a:cubicBezTo>
                    <a:close/>
                    <a:moveTo>
                      <a:pt x="1087279" y="629126"/>
                    </a:moveTo>
                    <a:cubicBezTo>
                      <a:pt x="1085659" y="629126"/>
                      <a:pt x="1084136" y="628650"/>
                      <a:pt x="1082802" y="627602"/>
                    </a:cubicBezTo>
                    <a:cubicBezTo>
                      <a:pt x="1081469" y="626269"/>
                      <a:pt x="1080802" y="624649"/>
                      <a:pt x="1080516" y="622935"/>
                    </a:cubicBezTo>
                    <a:cubicBezTo>
                      <a:pt x="1080516" y="621125"/>
                      <a:pt x="1081183" y="619315"/>
                      <a:pt x="1082326" y="617982"/>
                    </a:cubicBezTo>
                    <a:cubicBezTo>
                      <a:pt x="1092422" y="606742"/>
                      <a:pt x="1102519" y="595789"/>
                      <a:pt x="1112425" y="584740"/>
                    </a:cubicBezTo>
                    <a:cubicBezTo>
                      <a:pt x="1114901" y="582073"/>
                      <a:pt x="1119378" y="581787"/>
                      <a:pt x="1122045" y="584263"/>
                    </a:cubicBezTo>
                    <a:cubicBezTo>
                      <a:pt x="1123379" y="585406"/>
                      <a:pt x="1124236" y="587216"/>
                      <a:pt x="1124236" y="589216"/>
                    </a:cubicBezTo>
                    <a:cubicBezTo>
                      <a:pt x="1124236" y="590740"/>
                      <a:pt x="1123569" y="592360"/>
                      <a:pt x="1122426" y="593503"/>
                    </a:cubicBezTo>
                    <a:cubicBezTo>
                      <a:pt x="1122426" y="593693"/>
                      <a:pt x="1122426" y="593693"/>
                      <a:pt x="1122426" y="593693"/>
                    </a:cubicBezTo>
                    <a:cubicBezTo>
                      <a:pt x="1122236" y="593884"/>
                      <a:pt x="1122236" y="594170"/>
                      <a:pt x="1121950" y="594170"/>
                    </a:cubicBezTo>
                    <a:cubicBezTo>
                      <a:pt x="1112044" y="605218"/>
                      <a:pt x="1102233" y="615982"/>
                      <a:pt x="1092137" y="627126"/>
                    </a:cubicBezTo>
                    <a:cubicBezTo>
                      <a:pt x="1091089" y="628459"/>
                      <a:pt x="1089279" y="629126"/>
                      <a:pt x="1087279" y="629126"/>
                    </a:cubicBezTo>
                    <a:close/>
                    <a:moveTo>
                      <a:pt x="1710309" y="600837"/>
                    </a:moveTo>
                    <a:cubicBezTo>
                      <a:pt x="1709642" y="600837"/>
                      <a:pt x="1709166" y="600647"/>
                      <a:pt x="1708690" y="600647"/>
                    </a:cubicBezTo>
                    <a:cubicBezTo>
                      <a:pt x="1705737" y="599980"/>
                      <a:pt x="1703546" y="597313"/>
                      <a:pt x="1703546" y="594170"/>
                    </a:cubicBezTo>
                    <a:cubicBezTo>
                      <a:pt x="1703546" y="593503"/>
                      <a:pt x="1703737" y="593026"/>
                      <a:pt x="1703737" y="592646"/>
                    </a:cubicBezTo>
                    <a:cubicBezTo>
                      <a:pt x="1707071" y="578548"/>
                      <a:pt x="1710690" y="563689"/>
                      <a:pt x="1714309" y="548830"/>
                    </a:cubicBezTo>
                    <a:cubicBezTo>
                      <a:pt x="1715167" y="545211"/>
                      <a:pt x="1718786" y="543020"/>
                      <a:pt x="1722406" y="543878"/>
                    </a:cubicBezTo>
                    <a:cubicBezTo>
                      <a:pt x="1724215" y="544354"/>
                      <a:pt x="1725739" y="545211"/>
                      <a:pt x="1726692" y="546830"/>
                    </a:cubicBezTo>
                    <a:cubicBezTo>
                      <a:pt x="1727549" y="548354"/>
                      <a:pt x="1727835" y="550164"/>
                      <a:pt x="1727359" y="551974"/>
                    </a:cubicBezTo>
                    <a:cubicBezTo>
                      <a:pt x="1724406" y="564737"/>
                      <a:pt x="1720882" y="579787"/>
                      <a:pt x="1716786" y="595789"/>
                    </a:cubicBezTo>
                    <a:cubicBezTo>
                      <a:pt x="1716119" y="598551"/>
                      <a:pt x="1713452" y="600837"/>
                      <a:pt x="1710309" y="600837"/>
                    </a:cubicBezTo>
                    <a:close/>
                    <a:moveTo>
                      <a:pt x="2687098" y="596074"/>
                    </a:moveTo>
                    <a:cubicBezTo>
                      <a:pt x="2686431" y="596074"/>
                      <a:pt x="2685764" y="596074"/>
                      <a:pt x="2685098" y="595884"/>
                    </a:cubicBezTo>
                    <a:cubicBezTo>
                      <a:pt x="2683288" y="595217"/>
                      <a:pt x="2681954" y="594074"/>
                      <a:pt x="2681288" y="592550"/>
                    </a:cubicBezTo>
                    <a:cubicBezTo>
                      <a:pt x="2680430" y="591026"/>
                      <a:pt x="2680145" y="589216"/>
                      <a:pt x="2680811" y="587407"/>
                    </a:cubicBezTo>
                    <a:cubicBezTo>
                      <a:pt x="2685288" y="573310"/>
                      <a:pt x="2689574" y="558927"/>
                      <a:pt x="2693575" y="544544"/>
                    </a:cubicBezTo>
                    <a:cubicBezTo>
                      <a:pt x="2694432" y="541210"/>
                      <a:pt x="2698052" y="538924"/>
                      <a:pt x="2701671" y="539877"/>
                    </a:cubicBezTo>
                    <a:cubicBezTo>
                      <a:pt x="2704624" y="540734"/>
                      <a:pt x="2706624" y="543497"/>
                      <a:pt x="2706624" y="546640"/>
                    </a:cubicBezTo>
                    <a:cubicBezTo>
                      <a:pt x="2706624" y="547116"/>
                      <a:pt x="2706624" y="547783"/>
                      <a:pt x="2706433" y="548259"/>
                    </a:cubicBezTo>
                    <a:cubicBezTo>
                      <a:pt x="2702624" y="562832"/>
                      <a:pt x="2698147" y="577405"/>
                      <a:pt x="2693670" y="591598"/>
                    </a:cubicBezTo>
                    <a:cubicBezTo>
                      <a:pt x="2692717" y="594265"/>
                      <a:pt x="2690050" y="596074"/>
                      <a:pt x="2687098" y="596074"/>
                    </a:cubicBezTo>
                    <a:close/>
                    <a:moveTo>
                      <a:pt x="1730978" y="513302"/>
                    </a:moveTo>
                    <a:cubicBezTo>
                      <a:pt x="1730502" y="513302"/>
                      <a:pt x="1729835" y="513302"/>
                      <a:pt x="1729359" y="513112"/>
                    </a:cubicBezTo>
                    <a:cubicBezTo>
                      <a:pt x="1726406" y="512445"/>
                      <a:pt x="1724215" y="509492"/>
                      <a:pt x="1724215" y="506349"/>
                    </a:cubicBezTo>
                    <a:cubicBezTo>
                      <a:pt x="1724215" y="505873"/>
                      <a:pt x="1724215" y="505492"/>
                      <a:pt x="1724406" y="505015"/>
                    </a:cubicBezTo>
                    <a:cubicBezTo>
                      <a:pt x="1724882" y="502539"/>
                      <a:pt x="1725263" y="500348"/>
                      <a:pt x="1726025" y="497872"/>
                    </a:cubicBezTo>
                    <a:cubicBezTo>
                      <a:pt x="1726692" y="495205"/>
                      <a:pt x="1727168" y="492538"/>
                      <a:pt x="1727835" y="489585"/>
                    </a:cubicBezTo>
                    <a:cubicBezTo>
                      <a:pt x="1729835" y="480155"/>
                      <a:pt x="1732121" y="470725"/>
                      <a:pt x="1734788" y="461105"/>
                    </a:cubicBezTo>
                    <a:cubicBezTo>
                      <a:pt x="1735646" y="457486"/>
                      <a:pt x="1739456" y="455485"/>
                      <a:pt x="1742884" y="456438"/>
                    </a:cubicBezTo>
                    <a:cubicBezTo>
                      <a:pt x="1746504" y="457295"/>
                      <a:pt x="1748695" y="461105"/>
                      <a:pt x="1747838" y="464725"/>
                    </a:cubicBezTo>
                    <a:cubicBezTo>
                      <a:pt x="1745361" y="473678"/>
                      <a:pt x="1743170" y="483108"/>
                      <a:pt x="1740884" y="492538"/>
                    </a:cubicBezTo>
                    <a:cubicBezTo>
                      <a:pt x="1739741" y="497872"/>
                      <a:pt x="1738884" y="502825"/>
                      <a:pt x="1737741" y="507778"/>
                    </a:cubicBezTo>
                    <a:cubicBezTo>
                      <a:pt x="1737741" y="507778"/>
                      <a:pt x="1737741" y="507968"/>
                      <a:pt x="1737550" y="507968"/>
                    </a:cubicBezTo>
                    <a:cubicBezTo>
                      <a:pt x="1736789" y="511016"/>
                      <a:pt x="1734122" y="513302"/>
                      <a:pt x="1730978" y="513302"/>
                    </a:cubicBezTo>
                    <a:close/>
                    <a:moveTo>
                      <a:pt x="2710720" y="509492"/>
                    </a:moveTo>
                    <a:cubicBezTo>
                      <a:pt x="2710244" y="509492"/>
                      <a:pt x="2709863" y="509492"/>
                      <a:pt x="2709386" y="509302"/>
                    </a:cubicBezTo>
                    <a:cubicBezTo>
                      <a:pt x="2707577" y="509111"/>
                      <a:pt x="2706053" y="507968"/>
                      <a:pt x="2705100" y="506349"/>
                    </a:cubicBezTo>
                    <a:cubicBezTo>
                      <a:pt x="2704243" y="504730"/>
                      <a:pt x="2703766" y="503015"/>
                      <a:pt x="2704243" y="501396"/>
                    </a:cubicBezTo>
                    <a:cubicBezTo>
                      <a:pt x="2707862" y="485013"/>
                      <a:pt x="2710529" y="470630"/>
                      <a:pt x="2712339" y="457581"/>
                    </a:cubicBezTo>
                    <a:cubicBezTo>
                      <a:pt x="2713006" y="453962"/>
                      <a:pt x="2716435" y="451295"/>
                      <a:pt x="2720245" y="451961"/>
                    </a:cubicBezTo>
                    <a:cubicBezTo>
                      <a:pt x="2723388" y="452438"/>
                      <a:pt x="2725865" y="455295"/>
                      <a:pt x="2725865" y="458438"/>
                    </a:cubicBezTo>
                    <a:cubicBezTo>
                      <a:pt x="2725865" y="458914"/>
                      <a:pt x="2725865" y="459105"/>
                      <a:pt x="2725865" y="459581"/>
                    </a:cubicBezTo>
                    <a:cubicBezTo>
                      <a:pt x="2723579" y="473678"/>
                      <a:pt x="2720912" y="488728"/>
                      <a:pt x="2717292" y="504063"/>
                    </a:cubicBezTo>
                    <a:cubicBezTo>
                      <a:pt x="2716530" y="507206"/>
                      <a:pt x="2713863" y="509492"/>
                      <a:pt x="2710720" y="509492"/>
                    </a:cubicBezTo>
                    <a:close/>
                    <a:moveTo>
                      <a:pt x="1754314" y="426625"/>
                    </a:moveTo>
                    <a:cubicBezTo>
                      <a:pt x="1753457" y="426625"/>
                      <a:pt x="1752695" y="426434"/>
                      <a:pt x="1752124" y="426148"/>
                    </a:cubicBezTo>
                    <a:cubicBezTo>
                      <a:pt x="1749457" y="425291"/>
                      <a:pt x="1747647" y="422815"/>
                      <a:pt x="1747647" y="419862"/>
                    </a:cubicBezTo>
                    <a:cubicBezTo>
                      <a:pt x="1747647" y="419195"/>
                      <a:pt x="1747647" y="418243"/>
                      <a:pt x="1747838" y="417576"/>
                    </a:cubicBezTo>
                    <a:cubicBezTo>
                      <a:pt x="1752790" y="403193"/>
                      <a:pt x="1758410" y="388810"/>
                      <a:pt x="1764030" y="375190"/>
                    </a:cubicBezTo>
                    <a:cubicBezTo>
                      <a:pt x="1765364" y="371856"/>
                      <a:pt x="1769650" y="370237"/>
                      <a:pt x="1772983" y="371570"/>
                    </a:cubicBezTo>
                    <a:cubicBezTo>
                      <a:pt x="1776317" y="373094"/>
                      <a:pt x="1777937" y="376904"/>
                      <a:pt x="1776317" y="380524"/>
                    </a:cubicBezTo>
                    <a:cubicBezTo>
                      <a:pt x="1770983" y="393763"/>
                      <a:pt x="1765554" y="407670"/>
                      <a:pt x="1760601" y="421862"/>
                    </a:cubicBezTo>
                    <a:cubicBezTo>
                      <a:pt x="1759744" y="424815"/>
                      <a:pt x="1756981" y="426625"/>
                      <a:pt x="1754314" y="426625"/>
                    </a:cubicBezTo>
                    <a:close/>
                    <a:moveTo>
                      <a:pt x="2724150" y="420814"/>
                    </a:moveTo>
                    <a:cubicBezTo>
                      <a:pt x="2724150" y="420814"/>
                      <a:pt x="2723959" y="420814"/>
                      <a:pt x="2723674" y="420814"/>
                    </a:cubicBezTo>
                    <a:cubicBezTo>
                      <a:pt x="2719864" y="420624"/>
                      <a:pt x="2717197" y="417195"/>
                      <a:pt x="2717387" y="413671"/>
                    </a:cubicBezTo>
                    <a:cubicBezTo>
                      <a:pt x="2718530" y="401288"/>
                      <a:pt x="2718911" y="388715"/>
                      <a:pt x="2718911" y="376428"/>
                    </a:cubicBezTo>
                    <a:cubicBezTo>
                      <a:pt x="2718911" y="373951"/>
                      <a:pt x="2718911" y="371761"/>
                      <a:pt x="2718911" y="369475"/>
                    </a:cubicBezTo>
                    <a:cubicBezTo>
                      <a:pt x="2718721" y="367665"/>
                      <a:pt x="2719388" y="365855"/>
                      <a:pt x="2720721" y="364522"/>
                    </a:cubicBezTo>
                    <a:cubicBezTo>
                      <a:pt x="2724817" y="360521"/>
                      <a:pt x="2732151" y="363855"/>
                      <a:pt x="2732437" y="369189"/>
                    </a:cubicBezTo>
                    <a:cubicBezTo>
                      <a:pt x="2732437" y="371475"/>
                      <a:pt x="2732437" y="373856"/>
                      <a:pt x="2732437" y="376333"/>
                    </a:cubicBezTo>
                    <a:cubicBezTo>
                      <a:pt x="2732437" y="388906"/>
                      <a:pt x="2731961" y="401955"/>
                      <a:pt x="2730817" y="414528"/>
                    </a:cubicBezTo>
                    <a:cubicBezTo>
                      <a:pt x="2730722" y="418147"/>
                      <a:pt x="2727770" y="420814"/>
                      <a:pt x="2724150" y="420814"/>
                    </a:cubicBezTo>
                    <a:close/>
                    <a:moveTo>
                      <a:pt x="1789081" y="344043"/>
                    </a:moveTo>
                    <a:cubicBezTo>
                      <a:pt x="1788223" y="344043"/>
                      <a:pt x="1787081" y="343567"/>
                      <a:pt x="1786128" y="343186"/>
                    </a:cubicBezTo>
                    <a:cubicBezTo>
                      <a:pt x="1783937" y="342043"/>
                      <a:pt x="1782318" y="339852"/>
                      <a:pt x="1782318" y="337375"/>
                    </a:cubicBezTo>
                    <a:cubicBezTo>
                      <a:pt x="1782318" y="336232"/>
                      <a:pt x="1782508" y="335089"/>
                      <a:pt x="1783175" y="334232"/>
                    </a:cubicBezTo>
                    <a:cubicBezTo>
                      <a:pt x="1789652" y="321183"/>
                      <a:pt x="1797082" y="307753"/>
                      <a:pt x="1804988" y="294513"/>
                    </a:cubicBezTo>
                    <a:cubicBezTo>
                      <a:pt x="1806988" y="291370"/>
                      <a:pt x="1811083" y="290513"/>
                      <a:pt x="1814227" y="292322"/>
                    </a:cubicBezTo>
                    <a:cubicBezTo>
                      <a:pt x="1815846" y="293180"/>
                      <a:pt x="1816894" y="294799"/>
                      <a:pt x="1817370" y="296323"/>
                    </a:cubicBezTo>
                    <a:cubicBezTo>
                      <a:pt x="1817846" y="298132"/>
                      <a:pt x="1817370" y="299942"/>
                      <a:pt x="1816513" y="301466"/>
                    </a:cubicBezTo>
                    <a:cubicBezTo>
                      <a:pt x="1808893" y="314515"/>
                      <a:pt x="1801749" y="327470"/>
                      <a:pt x="1795177" y="340042"/>
                    </a:cubicBezTo>
                    <a:lnTo>
                      <a:pt x="1795177" y="340233"/>
                    </a:lnTo>
                    <a:cubicBezTo>
                      <a:pt x="1794034" y="342519"/>
                      <a:pt x="1791557" y="344043"/>
                      <a:pt x="1789081" y="344043"/>
                    </a:cubicBezTo>
                    <a:close/>
                    <a:moveTo>
                      <a:pt x="2722626" y="331280"/>
                    </a:moveTo>
                    <a:cubicBezTo>
                      <a:pt x="2719292" y="331280"/>
                      <a:pt x="2716340" y="328803"/>
                      <a:pt x="2715863" y="325469"/>
                    </a:cubicBezTo>
                    <a:cubicBezTo>
                      <a:pt x="2713863" y="310610"/>
                      <a:pt x="2710910" y="296323"/>
                      <a:pt x="2707100" y="282607"/>
                    </a:cubicBezTo>
                    <a:cubicBezTo>
                      <a:pt x="2707100" y="282416"/>
                      <a:pt x="2707100" y="282416"/>
                      <a:pt x="2707100" y="282416"/>
                    </a:cubicBezTo>
                    <a:cubicBezTo>
                      <a:pt x="2707100" y="281940"/>
                      <a:pt x="2706910" y="281273"/>
                      <a:pt x="2706910" y="280797"/>
                    </a:cubicBezTo>
                    <a:cubicBezTo>
                      <a:pt x="2706910" y="277654"/>
                      <a:pt x="2708910" y="274987"/>
                      <a:pt x="2711863" y="274034"/>
                    </a:cubicBezTo>
                    <a:cubicBezTo>
                      <a:pt x="2715482" y="273177"/>
                      <a:pt x="2719292" y="275177"/>
                      <a:pt x="2720149" y="278701"/>
                    </a:cubicBezTo>
                    <a:cubicBezTo>
                      <a:pt x="2724150" y="293084"/>
                      <a:pt x="2727103" y="308134"/>
                      <a:pt x="2729103" y="323564"/>
                    </a:cubicBezTo>
                    <a:cubicBezTo>
                      <a:pt x="2729579" y="327184"/>
                      <a:pt x="2727103" y="330517"/>
                      <a:pt x="2723293" y="331184"/>
                    </a:cubicBezTo>
                    <a:cubicBezTo>
                      <a:pt x="2723007" y="331280"/>
                      <a:pt x="2722816" y="331280"/>
                      <a:pt x="2722626" y="331280"/>
                    </a:cubicBezTo>
                    <a:close/>
                    <a:moveTo>
                      <a:pt x="1835372" y="267081"/>
                    </a:moveTo>
                    <a:cubicBezTo>
                      <a:pt x="1833753" y="267081"/>
                      <a:pt x="1832420" y="266605"/>
                      <a:pt x="1831277" y="265747"/>
                    </a:cubicBezTo>
                    <a:cubicBezTo>
                      <a:pt x="1829467" y="264605"/>
                      <a:pt x="1828324" y="262414"/>
                      <a:pt x="1828609" y="260128"/>
                    </a:cubicBezTo>
                    <a:cubicBezTo>
                      <a:pt x="1828609" y="258794"/>
                      <a:pt x="1829086" y="257461"/>
                      <a:pt x="1829753" y="256508"/>
                    </a:cubicBezTo>
                    <a:cubicBezTo>
                      <a:pt x="1838515" y="244126"/>
                      <a:pt x="1847469" y="232029"/>
                      <a:pt x="1857089" y="220123"/>
                    </a:cubicBezTo>
                    <a:cubicBezTo>
                      <a:pt x="1859280" y="217456"/>
                      <a:pt x="1863566" y="216979"/>
                      <a:pt x="1866519" y="219265"/>
                    </a:cubicBezTo>
                    <a:cubicBezTo>
                      <a:pt x="1867853" y="220408"/>
                      <a:pt x="1868710" y="221932"/>
                      <a:pt x="1868996" y="223742"/>
                    </a:cubicBezTo>
                    <a:cubicBezTo>
                      <a:pt x="1869186" y="225552"/>
                      <a:pt x="1868710" y="227362"/>
                      <a:pt x="1867662" y="228695"/>
                    </a:cubicBezTo>
                    <a:cubicBezTo>
                      <a:pt x="1858708" y="239649"/>
                      <a:pt x="1849946" y="251174"/>
                      <a:pt x="1840992" y="263938"/>
                    </a:cubicBezTo>
                    <a:cubicBezTo>
                      <a:pt x="1840706" y="264128"/>
                      <a:pt x="1840706" y="264128"/>
                      <a:pt x="1840706" y="264128"/>
                    </a:cubicBezTo>
                    <a:cubicBezTo>
                      <a:pt x="1839563" y="265938"/>
                      <a:pt x="1837373" y="267081"/>
                      <a:pt x="1835372" y="267081"/>
                    </a:cubicBezTo>
                    <a:close/>
                    <a:moveTo>
                      <a:pt x="2698147" y="245269"/>
                    </a:moveTo>
                    <a:cubicBezTo>
                      <a:pt x="2695670" y="245269"/>
                      <a:pt x="2693194" y="243745"/>
                      <a:pt x="2692051" y="241268"/>
                    </a:cubicBezTo>
                    <a:cubicBezTo>
                      <a:pt x="2685955" y="228029"/>
                      <a:pt x="2678525" y="215265"/>
                      <a:pt x="2670239" y="203549"/>
                    </a:cubicBezTo>
                    <a:cubicBezTo>
                      <a:pt x="2669572" y="202406"/>
                      <a:pt x="2669096" y="201073"/>
                      <a:pt x="2669096" y="199739"/>
                    </a:cubicBezTo>
                    <a:cubicBezTo>
                      <a:pt x="2669096" y="197453"/>
                      <a:pt x="2669953" y="195453"/>
                      <a:pt x="2672048" y="194120"/>
                    </a:cubicBezTo>
                    <a:cubicBezTo>
                      <a:pt x="2675001" y="192119"/>
                      <a:pt x="2679192" y="192786"/>
                      <a:pt x="2681288" y="195643"/>
                    </a:cubicBezTo>
                    <a:cubicBezTo>
                      <a:pt x="2690050" y="208026"/>
                      <a:pt x="2697671" y="221456"/>
                      <a:pt x="2704433" y="235648"/>
                    </a:cubicBezTo>
                    <a:cubicBezTo>
                      <a:pt x="2706053" y="238982"/>
                      <a:pt x="2704433" y="243078"/>
                      <a:pt x="2701099" y="244602"/>
                    </a:cubicBezTo>
                    <a:cubicBezTo>
                      <a:pt x="2700147" y="245078"/>
                      <a:pt x="2699290" y="245269"/>
                      <a:pt x="2698147" y="245269"/>
                    </a:cubicBezTo>
                    <a:close/>
                    <a:moveTo>
                      <a:pt x="1891665" y="197453"/>
                    </a:moveTo>
                    <a:cubicBezTo>
                      <a:pt x="1890046" y="197453"/>
                      <a:pt x="1888331" y="196787"/>
                      <a:pt x="1887188" y="195453"/>
                    </a:cubicBezTo>
                    <a:cubicBezTo>
                      <a:pt x="1885855" y="194310"/>
                      <a:pt x="1884998" y="192310"/>
                      <a:pt x="1885188" y="190500"/>
                    </a:cubicBezTo>
                    <a:cubicBezTo>
                      <a:pt x="1885188" y="188976"/>
                      <a:pt x="1885664" y="187166"/>
                      <a:pt x="1886998" y="186023"/>
                    </a:cubicBezTo>
                    <a:cubicBezTo>
                      <a:pt x="1897571" y="174784"/>
                      <a:pt x="1908334" y="164021"/>
                      <a:pt x="1919097" y="154114"/>
                    </a:cubicBezTo>
                    <a:cubicBezTo>
                      <a:pt x="1921764" y="151638"/>
                      <a:pt x="1926241" y="151924"/>
                      <a:pt x="1928527" y="154305"/>
                    </a:cubicBezTo>
                    <a:cubicBezTo>
                      <a:pt x="1929860" y="155638"/>
                      <a:pt x="1930527" y="157448"/>
                      <a:pt x="1930337" y="159258"/>
                    </a:cubicBezTo>
                    <a:cubicBezTo>
                      <a:pt x="1930337" y="161068"/>
                      <a:pt x="1929670" y="162592"/>
                      <a:pt x="1928336" y="164021"/>
                    </a:cubicBezTo>
                    <a:cubicBezTo>
                      <a:pt x="1917287" y="174117"/>
                      <a:pt x="1906810" y="184690"/>
                      <a:pt x="1896713" y="195167"/>
                    </a:cubicBezTo>
                    <a:cubicBezTo>
                      <a:pt x="1895284" y="196596"/>
                      <a:pt x="1893665" y="197453"/>
                      <a:pt x="1891665" y="197453"/>
                    </a:cubicBezTo>
                    <a:close/>
                    <a:moveTo>
                      <a:pt x="2647188" y="171926"/>
                    </a:moveTo>
                    <a:cubicBezTo>
                      <a:pt x="2645188" y="171926"/>
                      <a:pt x="2643569" y="171259"/>
                      <a:pt x="2642235" y="169926"/>
                    </a:cubicBezTo>
                    <a:cubicBezTo>
                      <a:pt x="2632139" y="159163"/>
                      <a:pt x="2621566" y="148876"/>
                      <a:pt x="2610326" y="138970"/>
                    </a:cubicBezTo>
                    <a:cubicBezTo>
                      <a:pt x="2608993" y="137636"/>
                      <a:pt x="2608326" y="135826"/>
                      <a:pt x="2608326" y="134017"/>
                    </a:cubicBezTo>
                    <a:cubicBezTo>
                      <a:pt x="2608326" y="132207"/>
                      <a:pt x="2608802" y="130683"/>
                      <a:pt x="2609945" y="129540"/>
                    </a:cubicBezTo>
                    <a:cubicBezTo>
                      <a:pt x="2612422" y="126873"/>
                      <a:pt x="2616899" y="126587"/>
                      <a:pt x="2619566" y="128873"/>
                    </a:cubicBezTo>
                    <a:cubicBezTo>
                      <a:pt x="2630329" y="138779"/>
                      <a:pt x="2641092" y="149257"/>
                      <a:pt x="2651855" y="160782"/>
                    </a:cubicBezTo>
                    <a:cubicBezTo>
                      <a:pt x="2654522" y="163449"/>
                      <a:pt x="2654332" y="167735"/>
                      <a:pt x="2651570" y="170212"/>
                    </a:cubicBezTo>
                    <a:cubicBezTo>
                      <a:pt x="2650522" y="171259"/>
                      <a:pt x="2648712" y="171926"/>
                      <a:pt x="2647188" y="171926"/>
                    </a:cubicBezTo>
                    <a:close/>
                    <a:moveTo>
                      <a:pt x="1957673" y="136398"/>
                    </a:moveTo>
                    <a:cubicBezTo>
                      <a:pt x="1955673" y="136398"/>
                      <a:pt x="1953673" y="135541"/>
                      <a:pt x="1952530" y="133921"/>
                    </a:cubicBezTo>
                    <a:cubicBezTo>
                      <a:pt x="1951387" y="132779"/>
                      <a:pt x="1950911" y="131254"/>
                      <a:pt x="1950911" y="129635"/>
                    </a:cubicBezTo>
                    <a:cubicBezTo>
                      <a:pt x="1950911" y="127635"/>
                      <a:pt x="1951768" y="125635"/>
                      <a:pt x="1953578" y="124492"/>
                    </a:cubicBezTo>
                    <a:cubicBezTo>
                      <a:pt x="1965484" y="114871"/>
                      <a:pt x="1977866" y="105823"/>
                      <a:pt x="1989963" y="97536"/>
                    </a:cubicBezTo>
                    <a:cubicBezTo>
                      <a:pt x="1993106" y="95536"/>
                      <a:pt x="1997392" y="96393"/>
                      <a:pt x="1999393" y="99346"/>
                    </a:cubicBezTo>
                    <a:cubicBezTo>
                      <a:pt x="2000250" y="100679"/>
                      <a:pt x="2000726" y="102489"/>
                      <a:pt x="2000536" y="104299"/>
                    </a:cubicBezTo>
                    <a:cubicBezTo>
                      <a:pt x="2000059" y="106108"/>
                      <a:pt x="1999202" y="107632"/>
                      <a:pt x="1997583" y="108585"/>
                    </a:cubicBezTo>
                    <a:cubicBezTo>
                      <a:pt x="1985486" y="116872"/>
                      <a:pt x="1973294" y="125825"/>
                      <a:pt x="1961864" y="135064"/>
                    </a:cubicBezTo>
                    <a:cubicBezTo>
                      <a:pt x="1960816" y="136017"/>
                      <a:pt x="1959197" y="136398"/>
                      <a:pt x="1957673" y="136398"/>
                    </a:cubicBezTo>
                    <a:close/>
                    <a:moveTo>
                      <a:pt x="2580513" y="111919"/>
                    </a:moveTo>
                    <a:cubicBezTo>
                      <a:pt x="2578989" y="111919"/>
                      <a:pt x="2577560" y="111442"/>
                      <a:pt x="2576513" y="110585"/>
                    </a:cubicBezTo>
                    <a:cubicBezTo>
                      <a:pt x="2564892" y="101632"/>
                      <a:pt x="2552509" y="93059"/>
                      <a:pt x="2540127" y="85249"/>
                    </a:cubicBezTo>
                    <a:cubicBezTo>
                      <a:pt x="2538127" y="84106"/>
                      <a:pt x="2536793" y="81915"/>
                      <a:pt x="2536984" y="79438"/>
                    </a:cubicBezTo>
                    <a:cubicBezTo>
                      <a:pt x="2536984" y="78296"/>
                      <a:pt x="2537174" y="77153"/>
                      <a:pt x="2537841" y="76105"/>
                    </a:cubicBezTo>
                    <a:cubicBezTo>
                      <a:pt x="2539841" y="72962"/>
                      <a:pt x="2544128" y="72104"/>
                      <a:pt x="2547271" y="73914"/>
                    </a:cubicBezTo>
                    <a:cubicBezTo>
                      <a:pt x="2560034" y="82201"/>
                      <a:pt x="2572607" y="90773"/>
                      <a:pt x="2584514" y="99917"/>
                    </a:cubicBezTo>
                    <a:cubicBezTo>
                      <a:pt x="2585847" y="101060"/>
                      <a:pt x="2586704" y="102584"/>
                      <a:pt x="2586990" y="104394"/>
                    </a:cubicBezTo>
                    <a:cubicBezTo>
                      <a:pt x="2587466" y="106204"/>
                      <a:pt x="2586990" y="108013"/>
                      <a:pt x="2585847" y="109347"/>
                    </a:cubicBezTo>
                    <a:cubicBezTo>
                      <a:pt x="2584609" y="111062"/>
                      <a:pt x="2582513" y="111919"/>
                      <a:pt x="2580513" y="111919"/>
                    </a:cubicBezTo>
                    <a:close/>
                    <a:moveTo>
                      <a:pt x="2031968" y="85915"/>
                    </a:moveTo>
                    <a:cubicBezTo>
                      <a:pt x="2029492" y="85915"/>
                      <a:pt x="2027301" y="84772"/>
                      <a:pt x="2026158" y="82582"/>
                    </a:cubicBezTo>
                    <a:cubicBezTo>
                      <a:pt x="2025491" y="81724"/>
                      <a:pt x="2025301" y="80581"/>
                      <a:pt x="2025301" y="79438"/>
                    </a:cubicBezTo>
                    <a:cubicBezTo>
                      <a:pt x="2025015" y="76962"/>
                      <a:pt x="2026444" y="74771"/>
                      <a:pt x="2028634" y="73342"/>
                    </a:cubicBezTo>
                    <a:cubicBezTo>
                      <a:pt x="2041684" y="65913"/>
                      <a:pt x="2055400" y="58769"/>
                      <a:pt x="2068830" y="52292"/>
                    </a:cubicBezTo>
                    <a:cubicBezTo>
                      <a:pt x="2071973" y="50673"/>
                      <a:pt x="2076259" y="52292"/>
                      <a:pt x="2077783" y="55626"/>
                    </a:cubicBezTo>
                    <a:cubicBezTo>
                      <a:pt x="2079307" y="58769"/>
                      <a:pt x="2077974" y="62770"/>
                      <a:pt x="2074640" y="64579"/>
                    </a:cubicBezTo>
                    <a:cubicBezTo>
                      <a:pt x="2061210" y="70866"/>
                      <a:pt x="2047970" y="77819"/>
                      <a:pt x="2035397" y="84963"/>
                    </a:cubicBezTo>
                    <a:cubicBezTo>
                      <a:pt x="2034159" y="85725"/>
                      <a:pt x="2033111" y="85915"/>
                      <a:pt x="2031968" y="85915"/>
                    </a:cubicBezTo>
                    <a:close/>
                    <a:moveTo>
                      <a:pt x="2504694" y="64198"/>
                    </a:moveTo>
                    <a:cubicBezTo>
                      <a:pt x="2503551" y="64198"/>
                      <a:pt x="2502503" y="64008"/>
                      <a:pt x="2501551" y="63532"/>
                    </a:cubicBezTo>
                    <a:cubicBezTo>
                      <a:pt x="2488787" y="56769"/>
                      <a:pt x="2475071" y="50768"/>
                      <a:pt x="2461355" y="45339"/>
                    </a:cubicBezTo>
                    <a:cubicBezTo>
                      <a:pt x="2458688" y="44196"/>
                      <a:pt x="2457069" y="42005"/>
                      <a:pt x="2457069" y="39243"/>
                    </a:cubicBezTo>
                    <a:cubicBezTo>
                      <a:pt x="2457069" y="38386"/>
                      <a:pt x="2457069" y="37433"/>
                      <a:pt x="2457545" y="36576"/>
                    </a:cubicBezTo>
                    <a:cubicBezTo>
                      <a:pt x="2458879" y="33242"/>
                      <a:pt x="2462974" y="31432"/>
                      <a:pt x="2466308" y="32766"/>
                    </a:cubicBezTo>
                    <a:cubicBezTo>
                      <a:pt x="2479834" y="38100"/>
                      <a:pt x="2493740" y="44482"/>
                      <a:pt x="2507647" y="51435"/>
                    </a:cubicBezTo>
                    <a:cubicBezTo>
                      <a:pt x="2510981" y="53245"/>
                      <a:pt x="2512314" y="57245"/>
                      <a:pt x="2510790" y="60674"/>
                    </a:cubicBezTo>
                    <a:cubicBezTo>
                      <a:pt x="2509361" y="62770"/>
                      <a:pt x="2507171" y="64198"/>
                      <a:pt x="2504694" y="64198"/>
                    </a:cubicBezTo>
                    <a:close/>
                    <a:moveTo>
                      <a:pt x="2113026" y="47530"/>
                    </a:moveTo>
                    <a:cubicBezTo>
                      <a:pt x="2110073" y="47530"/>
                      <a:pt x="2107692" y="45720"/>
                      <a:pt x="2106740" y="43243"/>
                    </a:cubicBezTo>
                    <a:cubicBezTo>
                      <a:pt x="2106263" y="42386"/>
                      <a:pt x="2106263" y="41720"/>
                      <a:pt x="2106263" y="40767"/>
                    </a:cubicBezTo>
                    <a:cubicBezTo>
                      <a:pt x="2106073" y="38100"/>
                      <a:pt x="2107883" y="35433"/>
                      <a:pt x="2110549" y="34480"/>
                    </a:cubicBezTo>
                    <a:cubicBezTo>
                      <a:pt x="2124647" y="29051"/>
                      <a:pt x="2139029" y="24193"/>
                      <a:pt x="2153603" y="20098"/>
                    </a:cubicBezTo>
                    <a:cubicBezTo>
                      <a:pt x="2157222" y="19240"/>
                      <a:pt x="2161032" y="21241"/>
                      <a:pt x="2161889" y="24574"/>
                    </a:cubicBezTo>
                    <a:cubicBezTo>
                      <a:pt x="2162366" y="26384"/>
                      <a:pt x="2162080" y="28194"/>
                      <a:pt x="2161223" y="29718"/>
                    </a:cubicBezTo>
                    <a:cubicBezTo>
                      <a:pt x="2160556" y="31242"/>
                      <a:pt x="2159032" y="32385"/>
                      <a:pt x="2157413" y="32861"/>
                    </a:cubicBezTo>
                    <a:cubicBezTo>
                      <a:pt x="2142839" y="37147"/>
                      <a:pt x="2128647" y="41815"/>
                      <a:pt x="2115217" y="46958"/>
                    </a:cubicBezTo>
                    <a:cubicBezTo>
                      <a:pt x="2114550" y="47339"/>
                      <a:pt x="2113693" y="47530"/>
                      <a:pt x="2113026" y="47530"/>
                    </a:cubicBezTo>
                    <a:close/>
                    <a:moveTo>
                      <a:pt x="2421160" y="31432"/>
                    </a:moveTo>
                    <a:cubicBezTo>
                      <a:pt x="2420683" y="31432"/>
                      <a:pt x="2420017" y="31242"/>
                      <a:pt x="2419350" y="30956"/>
                    </a:cubicBezTo>
                    <a:cubicBezTo>
                      <a:pt x="2405444" y="27146"/>
                      <a:pt x="2390870" y="23813"/>
                      <a:pt x="2376297" y="21050"/>
                    </a:cubicBezTo>
                    <a:cubicBezTo>
                      <a:pt x="2373154" y="20383"/>
                      <a:pt x="2370868" y="17716"/>
                      <a:pt x="2370868" y="14573"/>
                    </a:cubicBezTo>
                    <a:cubicBezTo>
                      <a:pt x="2370868" y="14097"/>
                      <a:pt x="2370868" y="13716"/>
                      <a:pt x="2370868" y="13240"/>
                    </a:cubicBezTo>
                    <a:cubicBezTo>
                      <a:pt x="2371534" y="9620"/>
                      <a:pt x="2374964" y="7144"/>
                      <a:pt x="2378774" y="7810"/>
                    </a:cubicBezTo>
                    <a:cubicBezTo>
                      <a:pt x="2393537" y="10478"/>
                      <a:pt x="2408587" y="13906"/>
                      <a:pt x="2423160" y="18097"/>
                    </a:cubicBezTo>
                    <a:cubicBezTo>
                      <a:pt x="2426494" y="18955"/>
                      <a:pt x="2428780" y="22765"/>
                      <a:pt x="2427637" y="26384"/>
                    </a:cubicBezTo>
                    <a:cubicBezTo>
                      <a:pt x="2426780" y="29337"/>
                      <a:pt x="2424303" y="31432"/>
                      <a:pt x="2421160" y="31432"/>
                    </a:cubicBezTo>
                    <a:close/>
                    <a:moveTo>
                      <a:pt x="2199227" y="22860"/>
                    </a:moveTo>
                    <a:cubicBezTo>
                      <a:pt x="2195894" y="22860"/>
                      <a:pt x="2193131" y="20574"/>
                      <a:pt x="2192465" y="17240"/>
                    </a:cubicBezTo>
                    <a:cubicBezTo>
                      <a:pt x="2192465" y="16764"/>
                      <a:pt x="2192465" y="16383"/>
                      <a:pt x="2192465" y="15907"/>
                    </a:cubicBezTo>
                    <a:cubicBezTo>
                      <a:pt x="2192465" y="12763"/>
                      <a:pt x="2194750" y="10096"/>
                      <a:pt x="2197894" y="9430"/>
                    </a:cubicBezTo>
                    <a:cubicBezTo>
                      <a:pt x="2212943" y="6477"/>
                      <a:pt x="2227993" y="4286"/>
                      <a:pt x="2242757" y="2667"/>
                    </a:cubicBezTo>
                    <a:cubicBezTo>
                      <a:pt x="2246852" y="2191"/>
                      <a:pt x="2249710" y="5143"/>
                      <a:pt x="2250186" y="8763"/>
                    </a:cubicBezTo>
                    <a:cubicBezTo>
                      <a:pt x="2250662" y="12382"/>
                      <a:pt x="2247995" y="15716"/>
                      <a:pt x="2244185" y="16192"/>
                    </a:cubicBezTo>
                    <a:cubicBezTo>
                      <a:pt x="2229803" y="17812"/>
                      <a:pt x="2215229" y="19812"/>
                      <a:pt x="2200370" y="22670"/>
                    </a:cubicBezTo>
                    <a:cubicBezTo>
                      <a:pt x="2200084" y="22860"/>
                      <a:pt x="2199608" y="22860"/>
                      <a:pt x="2199227" y="22860"/>
                    </a:cubicBezTo>
                    <a:close/>
                    <a:moveTo>
                      <a:pt x="2333149" y="15240"/>
                    </a:moveTo>
                    <a:cubicBezTo>
                      <a:pt x="2332958" y="15240"/>
                      <a:pt x="2332673" y="15240"/>
                      <a:pt x="2332482" y="15240"/>
                    </a:cubicBezTo>
                    <a:cubicBezTo>
                      <a:pt x="2317909" y="13906"/>
                      <a:pt x="2303336" y="13240"/>
                      <a:pt x="2288286" y="13716"/>
                    </a:cubicBezTo>
                    <a:cubicBezTo>
                      <a:pt x="2284666" y="13716"/>
                      <a:pt x="2281523" y="10573"/>
                      <a:pt x="2281523" y="6953"/>
                    </a:cubicBezTo>
                    <a:cubicBezTo>
                      <a:pt x="2281523" y="3143"/>
                      <a:pt x="2284476" y="190"/>
                      <a:pt x="2288286" y="0"/>
                    </a:cubicBezTo>
                    <a:lnTo>
                      <a:pt x="2293715" y="0"/>
                    </a:lnTo>
                    <a:cubicBezTo>
                      <a:pt x="2306765" y="0"/>
                      <a:pt x="2320195" y="667"/>
                      <a:pt x="2333625" y="1810"/>
                    </a:cubicBezTo>
                    <a:cubicBezTo>
                      <a:pt x="2337435" y="2000"/>
                      <a:pt x="2340102" y="5429"/>
                      <a:pt x="2339721" y="8954"/>
                    </a:cubicBezTo>
                    <a:cubicBezTo>
                      <a:pt x="2339435" y="12573"/>
                      <a:pt x="2336578" y="15240"/>
                      <a:pt x="2333149" y="15240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86cbebd-c36c-4057-81bc-37a4bebc8770" id="84" name="任意多边形: 形状 83">
                <a:extLst>
                  <a:ext uri="{FF2B5EF4-FFF2-40B4-BE49-F238E27FC236}">
                    <a16:creationId id="{12D245C9-0A5F-FFFB-F6B2-66E3A88FBD0A}"/>
                  </a:ext>
                </a:extLst>
              </p:cNvPr>
              <p:cNvSpPr/>
              <p:nvPr/>
            </p:nvSpPr>
            <p:spPr>
              <a:xfrm flipV="false" flipH="false">
                <a:off x="1474207" y="2718529"/>
                <a:ext cx="2613561" cy="3273694"/>
              </a:xfrm>
              <a:custGeom>
                <a:avLst/>
                <a:gdLst>
                  <a:gd fmla="*/ 114586 w 3792569" name="connsiteX0"/>
                  <a:gd fmla="*/ 4750499 h 4750498" name="connsiteY0"/>
                  <a:gd fmla="*/ 81153 w 3792569" name="connsiteX1"/>
                  <a:gd fmla="*/ 4743736 h 4750498" name="connsiteY1"/>
                  <a:gd fmla="*/ 76867 w 3792569" name="connsiteX2"/>
                  <a:gd fmla="*/ 4737450 h 4750498" name="connsiteY2"/>
                  <a:gd fmla="*/ 77534 w 3792569" name="connsiteX3"/>
                  <a:gd fmla="*/ 4734973 h 4750498" name="connsiteY3"/>
                  <a:gd fmla="*/ 86297 w 3792569" name="connsiteX4"/>
                  <a:gd fmla="*/ 4731353 h 4750498" name="connsiteY4"/>
                  <a:gd fmla="*/ 126683 w 3792569" name="connsiteX5"/>
                  <a:gd fmla="*/ 4736021 h 4750498" name="connsiteY5"/>
                  <a:gd fmla="*/ 134112 w 3792569" name="connsiteX6"/>
                  <a:gd fmla="*/ 4741831 h 4750498" name="connsiteY6"/>
                  <a:gd fmla="*/ 132969 w 3792569" name="connsiteX7"/>
                  <a:gd fmla="*/ 4746784 h 4750498" name="connsiteY7"/>
                  <a:gd fmla="*/ 128492 w 3792569" name="connsiteX8"/>
                  <a:gd fmla="*/ 4749451 h 4750498" name="connsiteY8"/>
                  <a:gd fmla="*/ 114586 w 3792569" name="connsiteX9"/>
                  <a:gd fmla="*/ 4750499 h 4750498" name="connsiteY9"/>
                  <a:gd fmla="*/ 170021 w 3792569" name="connsiteX10"/>
                  <a:gd fmla="*/ 4736402 h 4750498" name="connsiteY10"/>
                  <a:gd fmla="*/ 163925 w 3792569" name="connsiteX11"/>
                  <a:gd fmla="*/ 4732592 h 4750498" name="connsiteY11"/>
                  <a:gd fmla="*/ 163259 w 3792569" name="connsiteX12"/>
                  <a:gd fmla="*/ 4729639 h 4750498" name="connsiteY12"/>
                  <a:gd fmla="*/ 167069 w 3792569" name="connsiteX13"/>
                  <a:gd fmla="*/ 4723543 h 4750498" name="connsiteY13"/>
                  <a:gd fmla="*/ 204788 w 3792569" name="connsiteX14"/>
                  <a:gd fmla="*/ 4701540 h 4750498" name="connsiteY14"/>
                  <a:gd fmla="*/ 214217 w 3792569" name="connsiteX15"/>
                  <a:gd fmla="*/ 4703350 h 4750498" name="connsiteY15"/>
                  <a:gd fmla="*/ 212408 w 3792569" name="connsiteX16"/>
                  <a:gd fmla="*/ 4712780 h 4750498" name="connsiteY16"/>
                  <a:gd fmla="*/ 172879 w 3792569" name="connsiteX17"/>
                  <a:gd fmla="*/ 4735640 h 4750498" name="connsiteY17"/>
                  <a:gd fmla="*/ 170021 w 3792569" name="connsiteX18"/>
                  <a:gd fmla="*/ 4736402 h 4750498" name="connsiteY18"/>
                  <a:gd fmla="*/ 49340 w 3792569" name="connsiteX19"/>
                  <a:gd fmla="*/ 4716399 h 4750498" name="connsiteY19"/>
                  <a:gd fmla="*/ 44006 w 3792569" name="connsiteX20"/>
                  <a:gd fmla="*/ 4713732 h 4750498" name="connsiteY20"/>
                  <a:gd fmla="*/ 22003 w 3792569" name="connsiteX21"/>
                  <a:gd fmla="*/ 4672680 h 4750498" name="connsiteY21"/>
                  <a:gd fmla="*/ 21527 w 3792569" name="connsiteX22"/>
                  <a:gd fmla="*/ 4670203 h 4750498" name="connsiteY22"/>
                  <a:gd fmla="*/ 26003 w 3792569" name="connsiteX23"/>
                  <a:gd fmla="*/ 4663916 h 4750498" name="connsiteY23"/>
                  <a:gd fmla="*/ 34576 w 3792569" name="connsiteX24"/>
                  <a:gd fmla="*/ 4667727 h 4750498" name="connsiteY24"/>
                  <a:gd fmla="*/ 54769 w 3792569" name="connsiteX25"/>
                  <a:gd fmla="*/ 4705636 h 4750498" name="connsiteY25"/>
                  <a:gd fmla="*/ 53435 w 3792569" name="connsiteX26"/>
                  <a:gd fmla="*/ 4715066 h 4750498" name="connsiteY26"/>
                  <a:gd fmla="*/ 49340 w 3792569" name="connsiteX27"/>
                  <a:gd fmla="*/ 4716399 h 4750498" name="connsiteY27"/>
                  <a:gd fmla="*/ 244412 w 3792569" name="connsiteX28"/>
                  <a:gd fmla="*/ 4686777 h 4750498" name="connsiteY28"/>
                  <a:gd fmla="*/ 239268 w 3792569" name="connsiteX29"/>
                  <a:gd fmla="*/ 4684300 h 4750498" name="connsiteY29"/>
                  <a:gd fmla="*/ 237744 w 3792569" name="connsiteX30"/>
                  <a:gd fmla="*/ 4680014 h 4750498" name="connsiteY30"/>
                  <a:gd fmla="*/ 239935 w 3792569" name="connsiteX31"/>
                  <a:gd fmla="*/ 4674870 h 4750498" name="connsiteY31"/>
                  <a:gd fmla="*/ 272891 w 3792569" name="connsiteX32"/>
                  <a:gd fmla="*/ 4645057 h 4750498" name="connsiteY32"/>
                  <a:gd fmla="*/ 282321 w 3792569" name="connsiteX33"/>
                  <a:gd fmla="*/ 4645248 h 4750498" name="connsiteY33"/>
                  <a:gd fmla="*/ 282321 w 3792569" name="connsiteX34"/>
                  <a:gd fmla="*/ 4654868 h 4750498" name="connsiteY34"/>
                  <a:gd fmla="*/ 248888 w 3792569" name="connsiteX35"/>
                  <a:gd fmla="*/ 4684967 h 4750498" name="connsiteY35"/>
                  <a:gd fmla="*/ 248602 w 3792569" name="connsiteX36"/>
                  <a:gd fmla="*/ 4685157 h 4750498" name="connsiteY36"/>
                  <a:gd fmla="*/ 244412 w 3792569" name="connsiteX37"/>
                  <a:gd fmla="*/ 4686777 h 4750498" name="connsiteY37"/>
                  <a:gd fmla="*/ 16097 w 3792569" name="connsiteX38"/>
                  <a:gd fmla="*/ 4633818 h 4750498" name="connsiteY38"/>
                  <a:gd fmla="*/ 9620 w 3792569" name="connsiteX39"/>
                  <a:gd fmla="*/ 4628388 h 4750498" name="connsiteY39"/>
                  <a:gd fmla="*/ 2858 w 3792569" name="connsiteX40"/>
                  <a:gd fmla="*/ 4583240 h 4750498" name="connsiteY40"/>
                  <a:gd fmla="*/ 2858 w 3792569" name="connsiteX41"/>
                  <a:gd fmla="*/ 4583049 h 4750498" name="connsiteY41"/>
                  <a:gd fmla="*/ 2858 w 3792569" name="connsiteX42"/>
                  <a:gd fmla="*/ 4582573 h 4750498" name="connsiteY42"/>
                  <a:gd fmla="*/ 8954 w 3792569" name="connsiteX43"/>
                  <a:gd fmla="*/ 4575810 h 4750498" name="connsiteY43"/>
                  <a:gd fmla="*/ 16097 w 3792569" name="connsiteX44"/>
                  <a:gd fmla="*/ 4581621 h 4750498" name="connsiteY44"/>
                  <a:gd fmla="*/ 16288 w 3792569" name="connsiteX45"/>
                  <a:gd fmla="*/ 4581811 h 4750498" name="connsiteY45"/>
                  <a:gd fmla="*/ 16288 w 3792569" name="connsiteX46"/>
                  <a:gd fmla="*/ 4582478 h 4750498" name="connsiteY46"/>
                  <a:gd fmla="*/ 22765 w 3792569" name="connsiteX47"/>
                  <a:gd fmla="*/ 4625531 h 4750498" name="connsiteY47"/>
                  <a:gd fmla="*/ 21622 w 3792569" name="connsiteX48"/>
                  <a:gd fmla="*/ 4630674 h 4750498" name="connsiteY48"/>
                  <a:gd fmla="*/ 17335 w 3792569" name="connsiteX49"/>
                  <a:gd fmla="*/ 4633341 h 4750498" name="connsiteY49"/>
                  <a:gd fmla="*/ 16097 w 3792569" name="connsiteX50"/>
                  <a:gd fmla="*/ 4633818 h 4750498" name="connsiteY50"/>
                  <a:gd fmla="*/ 308991 w 3792569" name="connsiteX51"/>
                  <a:gd fmla="*/ 4624769 h 4750498" name="connsiteY51"/>
                  <a:gd fmla="*/ 304324 w 3792569" name="connsiteX52"/>
                  <a:gd fmla="*/ 4622959 h 4750498" name="connsiteY52"/>
                  <a:gd fmla="*/ 302323 w 3792569" name="connsiteX53"/>
                  <a:gd fmla="*/ 4617816 h 4750498" name="connsiteY53"/>
                  <a:gd fmla="*/ 304133 w 3792569" name="connsiteX54"/>
                  <a:gd fmla="*/ 4613339 h 4750498" name="connsiteY54"/>
                  <a:gd fmla="*/ 333947 w 3792569" name="connsiteX55"/>
                  <a:gd fmla="*/ 4580382 h 4750498" name="connsiteY55"/>
                  <a:gd fmla="*/ 343567 w 3792569" name="connsiteX56"/>
                  <a:gd fmla="*/ 4579716 h 4750498" name="connsiteY56"/>
                  <a:gd fmla="*/ 345758 w 3792569" name="connsiteX57"/>
                  <a:gd fmla="*/ 4584383 h 4750498" name="connsiteY57"/>
                  <a:gd fmla="*/ 344234 w 3792569" name="connsiteX58"/>
                  <a:gd fmla="*/ 4589050 h 4750498" name="connsiteY58"/>
                  <a:gd fmla="*/ 313944 w 3792569" name="connsiteX59"/>
                  <a:gd fmla="*/ 4622483 h 4750498" name="connsiteY59"/>
                  <a:gd fmla="*/ 308991 w 3792569" name="connsiteX60"/>
                  <a:gd fmla="*/ 4624769 h 4750498" name="connsiteY60"/>
                  <a:gd fmla="*/ 368046 w 3792569" name="connsiteX61"/>
                  <a:gd fmla="*/ 4557237 h 4750498" name="connsiteY61"/>
                  <a:gd fmla="*/ 363760 w 3792569" name="connsiteX62"/>
                  <a:gd fmla="*/ 4555903 h 4750498" name="connsiteY62"/>
                  <a:gd fmla="*/ 361283 w 3792569" name="connsiteX63"/>
                  <a:gd fmla="*/ 4550569 h 4750498" name="connsiteY63"/>
                  <a:gd fmla="*/ 362903 w 3792569" name="connsiteX64"/>
                  <a:gd fmla="*/ 4546283 h 4750498" name="connsiteY64"/>
                  <a:gd fmla="*/ 390716 w 3792569" name="connsiteX65"/>
                  <a:gd fmla="*/ 4511516 h 4750498" name="connsiteY65"/>
                  <a:gd fmla="*/ 400145 w 3792569" name="connsiteX66"/>
                  <a:gd fmla="*/ 4510373 h 4750498" name="connsiteY66"/>
                  <a:gd fmla="*/ 402812 w 3792569" name="connsiteX67"/>
                  <a:gd fmla="*/ 4514660 h 4750498" name="connsiteY67"/>
                  <a:gd fmla="*/ 401479 w 3792569" name="connsiteX68"/>
                  <a:gd fmla="*/ 4519803 h 4750498" name="connsiteY68"/>
                  <a:gd fmla="*/ 373190 w 3792569" name="connsiteX69"/>
                  <a:gd fmla="*/ 4554856 h 4750498" name="connsiteY69"/>
                  <a:gd fmla="*/ 368046 w 3792569" name="connsiteX70"/>
                  <a:gd fmla="*/ 4557237 h 4750498" name="connsiteY70"/>
                  <a:gd fmla="*/ 6858 w 3792569" name="connsiteX71"/>
                  <a:gd fmla="*/ 4544664 h 4750498" name="connsiteY71"/>
                  <a:gd fmla="*/ 6668 w 3792569" name="connsiteX72"/>
                  <a:gd fmla="*/ 4544664 h 4750498" name="connsiteY72"/>
                  <a:gd fmla="*/ 191 w 3792569" name="connsiteX73"/>
                  <a:gd fmla="*/ 4537901 h 4750498" name="connsiteY73"/>
                  <a:gd fmla="*/ 0 w 3792569" name="connsiteX74"/>
                  <a:gd fmla="*/ 4520374 h 4750498" name="connsiteY74"/>
                  <a:gd fmla="*/ 476 w 3792569" name="connsiteX75"/>
                  <a:gd fmla="*/ 4492562 h 4750498" name="connsiteY75"/>
                  <a:gd fmla="*/ 7239 w 3792569" name="connsiteX76"/>
                  <a:gd fmla="*/ 4486085 h 4750498" name="connsiteY76"/>
                  <a:gd fmla="*/ 7430 w 3792569" name="connsiteX77"/>
                  <a:gd fmla="*/ 4486085 h 4750498" name="connsiteY77"/>
                  <a:gd fmla="*/ 13907 w 3792569" name="connsiteX78"/>
                  <a:gd fmla="*/ 4492848 h 4750498" name="connsiteY78"/>
                  <a:gd fmla="*/ 13907 w 3792569" name="connsiteX79"/>
                  <a:gd fmla="*/ 4493038 h 4750498" name="connsiteY79"/>
                  <a:gd fmla="*/ 13430 w 3792569" name="connsiteX80"/>
                  <a:gd fmla="*/ 4520470 h 4750498" name="connsiteY80"/>
                  <a:gd fmla="*/ 13430 w 3792569" name="connsiteX81"/>
                  <a:gd fmla="*/ 4537710 h 4750498" name="connsiteY81"/>
                  <a:gd fmla="*/ 11621 w 3792569" name="connsiteX82"/>
                  <a:gd fmla="*/ 4542377 h 4750498" name="connsiteY82"/>
                  <a:gd fmla="*/ 6858 w 3792569" name="connsiteX83"/>
                  <a:gd fmla="*/ 4544664 h 4750498" name="connsiteY83"/>
                  <a:gd fmla="*/ 6858 w 3792569" name="connsiteX84"/>
                  <a:gd fmla="*/ 4544664 h 4750498" name="connsiteY84"/>
                  <a:gd fmla="*/ 423291 w 3792569" name="connsiteX85"/>
                  <a:gd fmla="*/ 4486752 h 4750498" name="connsiteY85"/>
                  <a:gd fmla="*/ 419291 w 3792569" name="connsiteX86"/>
                  <a:gd fmla="*/ 4485132 h 4750498" name="connsiteY86"/>
                  <a:gd fmla="*/ 416623 w 3792569" name="connsiteX87"/>
                  <a:gd fmla="*/ 4479798 h 4750498" name="connsiteY87"/>
                  <a:gd fmla="*/ 417957 w 3792569" name="connsiteX88"/>
                  <a:gd fmla="*/ 4475988 h 4750498" name="connsiteY88"/>
                  <a:gd fmla="*/ 444437 w 3792569" name="connsiteX89"/>
                  <a:gd fmla="*/ 4439889 h 4750498" name="connsiteY89"/>
                  <a:gd fmla="*/ 453866 w 3792569" name="connsiteX90"/>
                  <a:gd fmla="*/ 4438364 h 4750498" name="connsiteY90"/>
                  <a:gd fmla="*/ 455390 w 3792569" name="connsiteX91"/>
                  <a:gd fmla="*/ 4447794 h 4750498" name="connsiteY91"/>
                  <a:gd fmla="*/ 428720 w 3792569" name="connsiteX92"/>
                  <a:gd fmla="*/ 4484180 h 4750498" name="connsiteY92"/>
                  <a:gd fmla="*/ 423291 w 3792569" name="connsiteX93"/>
                  <a:gd fmla="*/ 4486752 h 4750498" name="connsiteY93"/>
                  <a:gd fmla="*/ 9811 w 3792569" name="connsiteX94"/>
                  <a:gd fmla="*/ 4454938 h 4750498" name="connsiteY94"/>
                  <a:gd fmla="*/ 9335 w 3792569" name="connsiteX95"/>
                  <a:gd fmla="*/ 4454938 h 4750498" name="connsiteY95"/>
                  <a:gd fmla="*/ 3048 w 3792569" name="connsiteX96"/>
                  <a:gd fmla="*/ 4447509 h 4750498" name="connsiteY96"/>
                  <a:gd fmla="*/ 8001 w 3792569" name="connsiteX97"/>
                  <a:gd fmla="*/ 4402646 h 4750498" name="connsiteY97"/>
                  <a:gd fmla="*/ 15621 w 3792569" name="connsiteX98"/>
                  <a:gd fmla="*/ 4396836 h 4750498" name="connsiteY98"/>
                  <a:gd fmla="*/ 21431 w 3792569" name="connsiteX99"/>
                  <a:gd fmla="*/ 4403789 h 4750498" name="connsiteY99"/>
                  <a:gd fmla="*/ 21431 w 3792569" name="connsiteX100"/>
                  <a:gd fmla="*/ 4404455 h 4750498" name="connsiteY100"/>
                  <a:gd fmla="*/ 16478 w 3792569" name="connsiteX101"/>
                  <a:gd fmla="*/ 4448652 h 4750498" name="connsiteY101"/>
                  <a:gd fmla="*/ 9811 w 3792569" name="connsiteX102"/>
                  <a:gd fmla="*/ 4454938 h 4750498" name="connsiteY102"/>
                  <a:gd fmla="*/ 475774 w 3792569" name="connsiteX103"/>
                  <a:gd fmla="*/ 4414076 h 4750498" name="connsiteY103"/>
                  <a:gd fmla="*/ 471964 w 3792569" name="connsiteX104"/>
                  <a:gd fmla="*/ 4412742 h 4750498" name="connsiteY104"/>
                  <a:gd fmla="*/ 469011 w 3792569" name="connsiteX105"/>
                  <a:gd fmla="*/ 4407123 h 4750498" name="connsiteY105"/>
                  <a:gd fmla="*/ 470154 w 3792569" name="connsiteX106"/>
                  <a:gd fmla="*/ 4403503 h 4750498" name="connsiteY106"/>
                  <a:gd fmla="*/ 470440 w 3792569" name="connsiteX107"/>
                  <a:gd fmla="*/ 4403312 h 4750498" name="connsiteY107"/>
                  <a:gd fmla="*/ 470916 w 3792569" name="connsiteX108"/>
                  <a:gd fmla="*/ 4402836 h 4750498" name="connsiteY108"/>
                  <a:gd fmla="*/ 495872 w 3792569" name="connsiteX109"/>
                  <a:gd fmla="*/ 4366451 h 4750498" name="connsiteY109"/>
                  <a:gd fmla="*/ 505301 w 3792569" name="connsiteX110"/>
                  <a:gd fmla="*/ 4364641 h 4750498" name="connsiteY110"/>
                  <a:gd fmla="*/ 507968 w 3792569" name="connsiteX111"/>
                  <a:gd fmla="*/ 4368927 h 4750498" name="connsiteY111"/>
                  <a:gd fmla="*/ 507111 w 3792569" name="connsiteX112"/>
                  <a:gd fmla="*/ 4374071 h 4750498" name="connsiteY112"/>
                  <a:gd fmla="*/ 481775 w 3792569" name="connsiteX113"/>
                  <a:gd fmla="*/ 4410647 h 4750498" name="connsiteY113"/>
                  <a:gd fmla="*/ 481489 w 3792569" name="connsiteX114"/>
                  <a:gd fmla="*/ 4411123 h 4750498" name="connsiteY114"/>
                  <a:gd fmla="*/ 475774 w 3792569" name="connsiteX115"/>
                  <a:gd fmla="*/ 4414076 h 4750498" name="connsiteY115"/>
                  <a:gd fmla="*/ 21717 w 3792569" name="connsiteX116"/>
                  <a:gd fmla="*/ 4365784 h 4750498" name="connsiteY116"/>
                  <a:gd fmla="*/ 20574 w 3792569" name="connsiteX117"/>
                  <a:gd fmla="*/ 4365784 h 4750498" name="connsiteY117"/>
                  <a:gd fmla="*/ 15145 w 3792569" name="connsiteX118"/>
                  <a:gd fmla="*/ 4357878 h 4750498" name="connsiteY118"/>
                  <a:gd fmla="*/ 24384 w 3792569" name="connsiteX119"/>
                  <a:gd fmla="*/ 4313396 h 4750498" name="connsiteY119"/>
                  <a:gd fmla="*/ 32480 w 3792569" name="connsiteX120"/>
                  <a:gd fmla="*/ 4308444 h 4750498" name="connsiteY120"/>
                  <a:gd fmla="*/ 37624 w 3792569" name="connsiteX121"/>
                  <a:gd fmla="*/ 4315206 h 4750498" name="connsiteY121"/>
                  <a:gd fmla="*/ 37433 w 3792569" name="connsiteX122"/>
                  <a:gd fmla="*/ 4316540 h 4750498" name="connsiteY122"/>
                  <a:gd fmla="*/ 28480 w 3792569" name="connsiteX123"/>
                  <a:gd fmla="*/ 4360260 h 4750498" name="connsiteY123"/>
                  <a:gd fmla="*/ 21717 w 3792569" name="connsiteX124"/>
                  <a:gd fmla="*/ 4365784 h 4750498" name="connsiteY124"/>
                  <a:gd fmla="*/ 526256 w 3792569" name="connsiteX125"/>
                  <a:gd fmla="*/ 4339781 h 4750498" name="connsiteY125"/>
                  <a:gd fmla="*/ 522446 w 3792569" name="connsiteX126"/>
                  <a:gd fmla="*/ 4338638 h 4750498" name="connsiteY126"/>
                  <a:gd fmla="*/ 519494 w 3792569" name="connsiteX127"/>
                  <a:gd fmla="*/ 4333018 h 4750498" name="connsiteY127"/>
                  <a:gd fmla="*/ 520637 w 3792569" name="connsiteX128"/>
                  <a:gd fmla="*/ 4329208 h 4750498" name="connsiteY128"/>
                  <a:gd fmla="*/ 541782 w 3792569" name="connsiteX129"/>
                  <a:gd fmla="*/ 4297109 h 4750498" name="connsiteY129"/>
                  <a:gd fmla="*/ 545116 w 3792569" name="connsiteX130"/>
                  <a:gd fmla="*/ 4291679 h 4750498" name="connsiteY130"/>
                  <a:gd fmla="*/ 554546 w 3792569" name="connsiteX131"/>
                  <a:gd fmla="*/ 4289679 h 4750498" name="connsiteY131"/>
                  <a:gd fmla="*/ 556546 w 3792569" name="connsiteX132"/>
                  <a:gd fmla="*/ 4299109 h 4750498" name="connsiteY132"/>
                  <a:gd fmla="*/ 531876 w 3792569" name="connsiteX133"/>
                  <a:gd fmla="*/ 4336637 h 4750498" name="connsiteY133"/>
                  <a:gd fmla="*/ 526256 w 3792569" name="connsiteX134"/>
                  <a:gd fmla="*/ 4339781 h 4750498" name="connsiteY134"/>
                  <a:gd fmla="*/ 42101 w 3792569" name="connsiteX135"/>
                  <a:gd fmla="*/ 4278440 h 4750498" name="connsiteY135"/>
                  <a:gd fmla="*/ 40291 w 3792569" name="connsiteX136"/>
                  <a:gd fmla="*/ 4277963 h 4750498" name="connsiteY136"/>
                  <a:gd fmla="*/ 36195 w 3792569" name="connsiteX137"/>
                  <a:gd fmla="*/ 4274820 h 4750498" name="connsiteY137"/>
                  <a:gd fmla="*/ 35528 w 3792569" name="connsiteX138"/>
                  <a:gd fmla="*/ 4269677 h 4750498" name="connsiteY138"/>
                  <a:gd fmla="*/ 49625 w 3792569" name="connsiteX139"/>
                  <a:gd fmla="*/ 4226624 h 4750498" name="connsiteY139"/>
                  <a:gd fmla="*/ 49816 w 3792569" name="connsiteX140"/>
                  <a:gd fmla="*/ 4226433 h 4750498" name="connsiteY140"/>
                  <a:gd fmla="*/ 58388 w 3792569" name="connsiteX141"/>
                  <a:gd fmla="*/ 4222623 h 4750498" name="connsiteY141"/>
                  <a:gd fmla="*/ 62675 w 3792569" name="connsiteX142"/>
                  <a:gd fmla="*/ 4228910 h 4750498" name="connsiteY142"/>
                  <a:gd fmla="*/ 62198 w 3792569" name="connsiteX143"/>
                  <a:gd fmla="*/ 4231386 h 4750498" name="connsiteY143"/>
                  <a:gd fmla="*/ 48482 w 3792569" name="connsiteX144"/>
                  <a:gd fmla="*/ 4273582 h 4750498" name="connsiteY144"/>
                  <a:gd fmla="*/ 42101 w 3792569" name="connsiteX145"/>
                  <a:gd fmla="*/ 4278440 h 4750498" name="connsiteY145"/>
                  <a:gd fmla="*/ 574929 w 3792569" name="connsiteX146"/>
                  <a:gd fmla="*/ 4264343 h 4750498" name="connsiteY146"/>
                  <a:gd fmla="*/ 571405 w 3792569" name="connsiteX147"/>
                  <a:gd fmla="*/ 4263200 h 4750498" name="connsiteY147"/>
                  <a:gd fmla="*/ 568262 w 3792569" name="connsiteX148"/>
                  <a:gd fmla="*/ 4257580 h 4750498" name="connsiteY148"/>
                  <a:gd fmla="*/ 569405 w 3792569" name="connsiteX149"/>
                  <a:gd fmla="*/ 4253961 h 4750498" name="connsiteY149"/>
                  <a:gd fmla="*/ 593217 w 3792569" name="connsiteX150"/>
                  <a:gd fmla="*/ 4216051 h 4750498" name="connsiteY150"/>
                  <a:gd fmla="*/ 602456 w 3792569" name="connsiteX151"/>
                  <a:gd fmla="*/ 4213765 h 4750498" name="connsiteY151"/>
                  <a:gd fmla="*/ 604647 w 3792569" name="connsiteX152"/>
                  <a:gd fmla="*/ 4223004 h 4750498" name="connsiteY152"/>
                  <a:gd fmla="*/ 580644 w 3792569" name="connsiteX153"/>
                  <a:gd fmla="*/ 4261200 h 4750498" name="connsiteY153"/>
                  <a:gd fmla="*/ 574929 w 3792569" name="connsiteX154"/>
                  <a:gd fmla="*/ 4264343 h 4750498" name="connsiteY154"/>
                  <a:gd fmla="*/ 73343 w 3792569" name="connsiteX155"/>
                  <a:gd fmla="*/ 4194334 h 4750498" name="connsiteY155"/>
                  <a:gd fmla="*/ 70390 w 3792569" name="connsiteX156"/>
                  <a:gd fmla="*/ 4193667 h 4750498" name="connsiteY156"/>
                  <a:gd fmla="*/ 67056 w 3792569" name="connsiteX157"/>
                  <a:gd fmla="*/ 4189857 h 4750498" name="connsiteY157"/>
                  <a:gd fmla="*/ 67342 w 3792569" name="connsiteX158"/>
                  <a:gd fmla="*/ 4184714 h 4750498" name="connsiteY158"/>
                  <a:gd fmla="*/ 90488 w 3792569" name="connsiteX159"/>
                  <a:gd fmla="*/ 4144709 h 4750498" name="connsiteY159"/>
                  <a:gd fmla="*/ 90678 w 3792569" name="connsiteX160"/>
                  <a:gd fmla="*/ 4144709 h 4750498" name="connsiteY160"/>
                  <a:gd fmla="*/ 99917 w 3792569" name="connsiteX161"/>
                  <a:gd fmla="*/ 4143375 h 4750498" name="connsiteY161"/>
                  <a:gd fmla="*/ 102584 w 3792569" name="connsiteX162"/>
                  <a:gd fmla="*/ 4148519 h 4750498" name="connsiteY162"/>
                  <a:gd fmla="*/ 101441 w 3792569" name="connsiteX163"/>
                  <a:gd fmla="*/ 4152519 h 4750498" name="connsiteY163"/>
                  <a:gd fmla="*/ 101441 w 3792569" name="connsiteX164"/>
                  <a:gd fmla="*/ 4152519 h 4750498" name="connsiteY164"/>
                  <a:gd fmla="*/ 101251 w 3792569" name="connsiteX165"/>
                  <a:gd fmla="*/ 4152995 h 4750498" name="connsiteY165"/>
                  <a:gd fmla="*/ 79439 w 3792569" name="connsiteX166"/>
                  <a:gd fmla="*/ 4190524 h 4750498" name="connsiteY166"/>
                  <a:gd fmla="*/ 73343 w 3792569" name="connsiteX167"/>
                  <a:gd fmla="*/ 4194334 h 4750498" name="connsiteY167"/>
                  <a:gd fmla="*/ 622364 w 3792569" name="connsiteX168"/>
                  <a:gd fmla="*/ 4188047 h 4750498" name="connsiteY168"/>
                  <a:gd fmla="*/ 618744 w 3792569" name="connsiteX169"/>
                  <a:gd fmla="*/ 4187190 h 4750498" name="connsiteY169"/>
                  <a:gd fmla="*/ 615601 w 3792569" name="connsiteX170"/>
                  <a:gd fmla="*/ 4181380 h 4750498" name="connsiteY170"/>
                  <a:gd fmla="*/ 616458 w 3792569" name="connsiteX171"/>
                  <a:gd fmla="*/ 4178046 h 4750498" name="connsiteY171"/>
                  <a:gd fmla="*/ 639794 w 3792569" name="connsiteX172"/>
                  <a:gd fmla="*/ 4139660 h 4750498" name="connsiteY172"/>
                  <a:gd fmla="*/ 649034 w 3792569" name="connsiteX173"/>
                  <a:gd fmla="*/ 4137184 h 4750498" name="connsiteY173"/>
                  <a:gd fmla="*/ 651224 w 3792569" name="connsiteX174"/>
                  <a:gd fmla="*/ 4146614 h 4750498" name="connsiteY174"/>
                  <a:gd fmla="*/ 628079 w 3792569" name="connsiteX175"/>
                  <a:gd fmla="*/ 4184809 h 4750498" name="connsiteY175"/>
                  <a:gd fmla="*/ 628079 w 3792569" name="connsiteX176"/>
                  <a:gd fmla="*/ 4184999 h 4750498" name="connsiteY176"/>
                  <a:gd fmla="*/ 622364 w 3792569" name="connsiteX177"/>
                  <a:gd fmla="*/ 4188047 h 4750498" name="connsiteY177"/>
                  <a:gd fmla="*/ 668560 w 3792569" name="connsiteX178"/>
                  <a:gd fmla="*/ 4111085 h 4750498" name="connsiteY178"/>
                  <a:gd fmla="*/ 665226 w 3792569" name="connsiteX179"/>
                  <a:gd fmla="*/ 4110228 h 4750498" name="connsiteY179"/>
                  <a:gd fmla="*/ 661892 w 3792569" name="connsiteX180"/>
                  <a:gd fmla="*/ 4104608 h 4750498" name="connsiteY180"/>
                  <a:gd fmla="*/ 662750 w 3792569" name="connsiteX181"/>
                  <a:gd fmla="*/ 4101275 h 4750498" name="connsiteY181"/>
                  <a:gd fmla="*/ 662750 w 3792569" name="connsiteX182"/>
                  <a:gd fmla="*/ 4101084 h 4750498" name="connsiteY182"/>
                  <a:gd fmla="*/ 662940 w 3792569" name="connsiteX183"/>
                  <a:gd fmla="*/ 4100608 h 4750498" name="connsiteY183"/>
                  <a:gd fmla="*/ 685419 w 3792569" name="connsiteX184"/>
                  <a:gd fmla="*/ 4062412 h 4750498" name="connsiteY184"/>
                  <a:gd fmla="*/ 694658 w 3792569" name="connsiteX185"/>
                  <a:gd fmla="*/ 4059936 h 4750498" name="connsiteY185"/>
                  <a:gd fmla="*/ 697802 w 3792569" name="connsiteX186"/>
                  <a:gd fmla="*/ 4063937 h 4750498" name="connsiteY186"/>
                  <a:gd fmla="*/ 697135 w 3792569" name="connsiteX187"/>
                  <a:gd fmla="*/ 4069080 h 4750498" name="connsiteY187"/>
                  <a:gd fmla="*/ 696659 w 3792569" name="connsiteX188"/>
                  <a:gd fmla="*/ 4069556 h 4750498" name="connsiteY188"/>
                  <a:gd fmla="*/ 674465 w 3792569" name="connsiteX189"/>
                  <a:gd fmla="*/ 4107942 h 4750498" name="connsiteY189"/>
                  <a:gd fmla="*/ 668560 w 3792569" name="connsiteX190"/>
                  <a:gd fmla="*/ 4111085 h 4750498" name="connsiteY190"/>
                  <a:gd fmla="*/ 713708 w 3792569" name="connsiteX191"/>
                  <a:gd fmla="*/ 4033647 h 4750498" name="connsiteY191"/>
                  <a:gd fmla="*/ 710375 w 3792569" name="connsiteX192"/>
                  <a:gd fmla="*/ 4032790 h 4750498" name="connsiteY192"/>
                  <a:gd fmla="*/ 707041 w 3792569" name="connsiteX193"/>
                  <a:gd fmla="*/ 4026694 h 4750498" name="connsiteY193"/>
                  <a:gd fmla="*/ 707898 w 3792569" name="connsiteX194"/>
                  <a:gd fmla="*/ 4023551 h 4750498" name="connsiteY194"/>
                  <a:gd fmla="*/ 730091 w 3792569" name="connsiteX195"/>
                  <a:gd fmla="*/ 3984498 h 4750498" name="connsiteY195"/>
                  <a:gd fmla="*/ 739331 w 3792569" name="connsiteX196"/>
                  <a:gd fmla="*/ 3982022 h 4750498" name="connsiteY196"/>
                  <a:gd fmla="*/ 741807 w 3792569" name="connsiteX197"/>
                  <a:gd fmla="*/ 3991261 h 4750498" name="connsiteY197"/>
                  <a:gd fmla="*/ 719614 w 3792569" name="connsiteX198"/>
                  <a:gd fmla="*/ 4030313 h 4750498" name="connsiteY198"/>
                  <a:gd fmla="*/ 719423 w 3792569" name="connsiteX199"/>
                  <a:gd fmla="*/ 4030504 h 4750498" name="connsiteY199"/>
                  <a:gd fmla="*/ 713708 w 3792569" name="connsiteX200"/>
                  <a:gd fmla="*/ 4033647 h 4750498" name="connsiteY200"/>
                  <a:gd fmla="*/ 757904 w 3792569" name="connsiteX201"/>
                  <a:gd fmla="*/ 3955542 h 4750498" name="connsiteY201"/>
                  <a:gd fmla="*/ 754571 w 3792569" name="connsiteX202"/>
                  <a:gd fmla="*/ 3954685 h 4750498" name="connsiteY202"/>
                  <a:gd fmla="*/ 751237 w 3792569" name="connsiteX203"/>
                  <a:gd fmla="*/ 3948875 h 4750498" name="connsiteY203"/>
                  <a:gd fmla="*/ 752094 w 3792569" name="connsiteX204"/>
                  <a:gd fmla="*/ 3945541 h 4750498" name="connsiteY204"/>
                  <a:gd fmla="*/ 754571 w 3792569" name="connsiteX205"/>
                  <a:gd fmla="*/ 3941064 h 4750498" name="connsiteY205"/>
                  <a:gd fmla="*/ 773906 w 3792569" name="connsiteX206"/>
                  <a:gd fmla="*/ 3906488 h 4750498" name="connsiteY206"/>
                  <a:gd fmla="*/ 783146 w 3792569" name="connsiteX207"/>
                  <a:gd fmla="*/ 3903821 h 4750498" name="connsiteY207"/>
                  <a:gd fmla="*/ 786289 w 3792569" name="connsiteX208"/>
                  <a:gd fmla="*/ 3907822 h 4750498" name="connsiteY208"/>
                  <a:gd fmla="*/ 785813 w 3792569" name="connsiteX209"/>
                  <a:gd fmla="*/ 3912965 h 4750498" name="connsiteY209"/>
                  <a:gd fmla="*/ 764000 w 3792569" name="connsiteX210"/>
                  <a:gd fmla="*/ 3952018 h 4750498" name="connsiteY210"/>
                  <a:gd fmla="*/ 763810 w 3792569" name="connsiteX211"/>
                  <a:gd fmla="*/ 3952208 h 4750498" name="connsiteY211"/>
                  <a:gd fmla="*/ 757904 w 3792569" name="connsiteX212"/>
                  <a:gd fmla="*/ 3955542 h 4750498" name="connsiteY212"/>
                  <a:gd fmla="*/ 801434 w 3792569" name="connsiteX213"/>
                  <a:gd fmla="*/ 3876961 h 4750498" name="connsiteY213"/>
                  <a:gd fmla="*/ 798100 w 3792569" name="connsiteX214"/>
                  <a:gd fmla="*/ 3876294 h 4750498" name="connsiteY214"/>
                  <a:gd fmla="*/ 794766 w 3792569" name="connsiteX215"/>
                  <a:gd fmla="*/ 3870198 h 4750498" name="connsiteY215"/>
                  <a:gd fmla="*/ 795623 w 3792569" name="connsiteX216"/>
                  <a:gd fmla="*/ 3867055 h 4750498" name="connsiteY216"/>
                  <a:gd fmla="*/ 808673 w 3792569" name="connsiteX217"/>
                  <a:gd fmla="*/ 3843052 h 4750498" name="connsiteY217"/>
                  <a:gd fmla="*/ 816959 w 3792569" name="connsiteX218"/>
                  <a:gd fmla="*/ 3827526 h 4750498" name="connsiteY218"/>
                  <a:gd fmla="*/ 826199 w 3792569" name="connsiteX219"/>
                  <a:gd fmla="*/ 3824859 h 4750498" name="connsiteY219"/>
                  <a:gd fmla="*/ 828865 w 3792569" name="connsiteX220"/>
                  <a:gd fmla="*/ 3834098 h 4750498" name="connsiteY220"/>
                  <a:gd fmla="*/ 828008 w 3792569" name="connsiteX221"/>
                  <a:gd fmla="*/ 3835908 h 4750498" name="connsiteY221"/>
                  <a:gd fmla="*/ 807339 w 3792569" name="connsiteX222"/>
                  <a:gd fmla="*/ 3873627 h 4750498" name="connsiteY222"/>
                  <a:gd fmla="*/ 801434 w 3792569" name="connsiteX223"/>
                  <a:gd fmla="*/ 3876961 h 4750498" name="connsiteY223"/>
                  <a:gd fmla="*/ 844106 w 3792569" name="connsiteX224"/>
                  <a:gd fmla="*/ 3798189 h 4750498" name="connsiteY224"/>
                  <a:gd fmla="*/ 840962 w 3792569" name="connsiteX225"/>
                  <a:gd fmla="*/ 3797332 h 4750498" name="connsiteY225"/>
                  <a:gd fmla="*/ 837343 w 3792569" name="connsiteX226"/>
                  <a:gd fmla="*/ 3791522 h 4750498" name="connsiteY226"/>
                  <a:gd fmla="*/ 838200 w 3792569" name="connsiteX227"/>
                  <a:gd fmla="*/ 3788378 h 4750498" name="connsiteY227"/>
                  <a:gd fmla="*/ 859250 w 3792569" name="connsiteX228"/>
                  <a:gd fmla="*/ 3748659 h 4750498" name="connsiteY228"/>
                  <a:gd fmla="*/ 868490 w 3792569" name="connsiteX229"/>
                  <a:gd fmla="*/ 3745992 h 4750498" name="connsiteY229"/>
                  <a:gd fmla="*/ 871157 w 3792569" name="connsiteX230"/>
                  <a:gd fmla="*/ 3754945 h 4750498" name="connsiteY230"/>
                  <a:gd fmla="*/ 850106 w 3792569" name="connsiteX231"/>
                  <a:gd fmla="*/ 3794665 h 4750498" name="connsiteY231"/>
                  <a:gd fmla="*/ 844106 w 3792569" name="connsiteX232"/>
                  <a:gd fmla="*/ 3798189 h 4750498" name="connsiteY232"/>
                  <a:gd fmla="*/ 886301 w 3792569" name="connsiteX233"/>
                  <a:gd fmla="*/ 3718941 h 4750498" name="connsiteY233"/>
                  <a:gd fmla="*/ 883158 w 3792569" name="connsiteX234"/>
                  <a:gd fmla="*/ 3718084 h 4750498" name="connsiteY234"/>
                  <a:gd fmla="*/ 879539 w 3792569" name="connsiteX235"/>
                  <a:gd fmla="*/ 3712274 h 4750498" name="connsiteY235"/>
                  <a:gd fmla="*/ 880396 w 3792569" name="connsiteX236"/>
                  <a:gd fmla="*/ 3708940 h 4750498" name="connsiteY236"/>
                  <a:gd fmla="*/ 896779 w 3792569" name="connsiteX237"/>
                  <a:gd fmla="*/ 3677698 h 4750498" name="connsiteY237"/>
                  <a:gd fmla="*/ 901256 w 3792569" name="connsiteX238"/>
                  <a:gd fmla="*/ 3669411 h 4750498" name="connsiteY238"/>
                  <a:gd fmla="*/ 910209 w 3792569" name="connsiteX239"/>
                  <a:gd fmla="*/ 3666458 h 4750498" name="connsiteY239"/>
                  <a:gd fmla="*/ 913543 w 3792569" name="connsiteX240"/>
                  <a:gd fmla="*/ 3670459 h 4750498" name="connsiteY240"/>
                  <a:gd fmla="*/ 913067 w 3792569" name="connsiteX241"/>
                  <a:gd fmla="*/ 3675602 h 4750498" name="connsiteY241"/>
                  <a:gd fmla="*/ 892207 w 3792569" name="connsiteX242"/>
                  <a:gd fmla="*/ 3715322 h 4750498" name="connsiteY242"/>
                  <a:gd fmla="*/ 886301 w 3792569" name="connsiteX243"/>
                  <a:gd fmla="*/ 3718941 h 4750498" name="connsiteY243"/>
                  <a:gd fmla="*/ 928021 w 3792569" name="connsiteX244"/>
                  <a:gd fmla="*/ 3639217 h 4750498" name="connsiteY244"/>
                  <a:gd fmla="*/ 924878 w 3792569" name="connsiteX245"/>
                  <a:gd fmla="*/ 3638550 h 4750498" name="connsiteY245"/>
                  <a:gd fmla="*/ 921258 w 3792569" name="connsiteX246"/>
                  <a:gd fmla="*/ 3632740 h 4750498" name="connsiteY246"/>
                  <a:gd fmla="*/ 921925 w 3792569" name="connsiteX247"/>
                  <a:gd fmla="*/ 3629597 h 4750498" name="connsiteY247"/>
                  <a:gd fmla="*/ 942594 w 3792569" name="connsiteX248"/>
                  <a:gd fmla="*/ 3589687 h 4750498" name="connsiteY248"/>
                  <a:gd fmla="*/ 951548 w 3792569" name="connsiteX249"/>
                  <a:gd fmla="*/ 3586734 h 4750498" name="connsiteY249"/>
                  <a:gd fmla="*/ 954500 w 3792569" name="connsiteX250"/>
                  <a:gd fmla="*/ 3595687 h 4750498" name="connsiteY250"/>
                  <a:gd fmla="*/ 941737 w 3792569" name="connsiteX251"/>
                  <a:gd fmla="*/ 3620643 h 4750498" name="connsiteY251"/>
                  <a:gd fmla="*/ 933831 w 3792569" name="connsiteX252"/>
                  <a:gd fmla="*/ 3635693 h 4750498" name="connsiteY252"/>
                  <a:gd fmla="*/ 928021 w 3792569" name="connsiteX253"/>
                  <a:gd fmla="*/ 3639217 h 4750498" name="connsiteY253"/>
                  <a:gd fmla="*/ 969074 w 3792569" name="connsiteX254"/>
                  <a:gd fmla="*/ 3559588 h 4750498" name="connsiteY254"/>
                  <a:gd fmla="*/ 965930 w 3792569" name="connsiteX255"/>
                  <a:gd fmla="*/ 3558921 h 4750498" name="connsiteY255"/>
                  <a:gd fmla="*/ 962406 w 3792569" name="connsiteX256"/>
                  <a:gd fmla="*/ 3552825 h 4750498" name="connsiteY256"/>
                  <a:gd fmla="*/ 963073 w 3792569" name="connsiteX257"/>
                  <a:gd fmla="*/ 3549682 h 4750498" name="connsiteY257"/>
                  <a:gd fmla="*/ 978789 w 3792569" name="connsiteX258"/>
                  <a:gd fmla="*/ 3518726 h 4750498" name="connsiteY258"/>
                  <a:gd fmla="*/ 983456 w 3792569" name="connsiteX259"/>
                  <a:gd fmla="*/ 3509772 h 4750498" name="connsiteY259"/>
                  <a:gd fmla="*/ 992410 w 3792569" name="connsiteX260"/>
                  <a:gd fmla="*/ 3506819 h 4750498" name="connsiteY260"/>
                  <a:gd fmla="*/ 995363 w 3792569" name="connsiteX261"/>
                  <a:gd fmla="*/ 3515773 h 4750498" name="connsiteY261"/>
                  <a:gd fmla="*/ 975170 w 3792569" name="connsiteX262"/>
                  <a:gd fmla="*/ 3555778 h 4750498" name="connsiteY262"/>
                  <a:gd fmla="*/ 969074 w 3792569" name="connsiteX263"/>
                  <a:gd fmla="*/ 3559588 h 4750498" name="connsiteY263"/>
                  <a:gd fmla="*/ 1009745 w 3792569" name="connsiteX264"/>
                  <a:gd fmla="*/ 3479483 h 4750498" name="connsiteY264"/>
                  <a:gd fmla="*/ 1006602 w 3792569" name="connsiteX265"/>
                  <a:gd fmla="*/ 3478816 h 4750498" name="connsiteY265"/>
                  <a:gd fmla="*/ 1002982 w 3792569" name="connsiteX266"/>
                  <a:gd fmla="*/ 3472529 h 4750498" name="connsiteY266"/>
                  <a:gd fmla="*/ 1003649 w 3792569" name="connsiteX267"/>
                  <a:gd fmla="*/ 3469862 h 4750498" name="connsiteY267"/>
                  <a:gd fmla="*/ 1023842 w 3792569" name="connsiteX268"/>
                  <a:gd fmla="*/ 3429667 h 4750498" name="connsiteY268"/>
                  <a:gd fmla="*/ 1032796 w 3792569" name="connsiteX269"/>
                  <a:gd fmla="*/ 3426524 h 4750498" name="connsiteY269"/>
                  <a:gd fmla="*/ 1035749 w 3792569" name="connsiteX270"/>
                  <a:gd fmla="*/ 3435763 h 4750498" name="connsiteY270"/>
                  <a:gd fmla="*/ 1027938 w 3792569" name="connsiteX271"/>
                  <a:gd fmla="*/ 3451479 h 4750498" name="connsiteY271"/>
                  <a:gd fmla="*/ 1015556 w 3792569" name="connsiteX272"/>
                  <a:gd fmla="*/ 3475958 h 4750498" name="connsiteY272"/>
                  <a:gd fmla="*/ 1009745 w 3792569" name="connsiteX273"/>
                  <a:gd fmla="*/ 3479483 h 4750498" name="connsiteY273"/>
                  <a:gd fmla="*/ 1049941 w 3792569" name="connsiteX274"/>
                  <a:gd fmla="*/ 3399092 h 4750498" name="connsiteY274"/>
                  <a:gd fmla="*/ 1046798 w 3792569" name="connsiteX275"/>
                  <a:gd fmla="*/ 3398425 h 4750498" name="connsiteY275"/>
                  <a:gd fmla="*/ 1043178 w 3792569" name="connsiteX276"/>
                  <a:gd fmla="*/ 3392329 h 4750498" name="connsiteY276"/>
                  <a:gd fmla="*/ 1043654 w 3792569" name="connsiteX277"/>
                  <a:gd fmla="*/ 3389662 h 4750498" name="connsiteY277"/>
                  <a:gd fmla="*/ 1043845 w 3792569" name="connsiteX278"/>
                  <a:gd fmla="*/ 3389471 h 4750498" name="connsiteY278"/>
                  <a:gd fmla="*/ 1044321 w 3792569" name="connsiteX279"/>
                  <a:gd fmla="*/ 3388804 h 4750498" name="connsiteY279"/>
                  <a:gd fmla="*/ 1052894 w 3792569" name="connsiteX280"/>
                  <a:gd fmla="*/ 3371279 h 4750498" name="connsiteY280"/>
                  <a:gd fmla="*/ 1063847 w 3792569" name="connsiteX281"/>
                  <a:gd fmla="*/ 3349276 h 4750498" name="connsiteY281"/>
                  <a:gd fmla="*/ 1072801 w 3792569" name="connsiteX282"/>
                  <a:gd fmla="*/ 3346133 h 4750498" name="connsiteY282"/>
                  <a:gd fmla="*/ 1075944 w 3792569" name="connsiteX283"/>
                  <a:gd fmla="*/ 3355086 h 4750498" name="connsiteY283"/>
                  <a:gd fmla="*/ 1068991 w 3792569" name="connsiteX284"/>
                  <a:gd fmla="*/ 3368993 h 4750498" name="connsiteY284"/>
                  <a:gd fmla="*/ 1055942 w 3792569" name="connsiteX285"/>
                  <a:gd fmla="*/ 3395472 h 4750498" name="connsiteY285"/>
                  <a:gd fmla="*/ 1055656 w 3792569" name="connsiteX286"/>
                  <a:gd fmla="*/ 3395662 h 4750498" name="connsiteY286"/>
                  <a:gd fmla="*/ 1049941 w 3792569" name="connsiteX287"/>
                  <a:gd fmla="*/ 3399092 h 4750498" name="connsiteY287"/>
                  <a:gd fmla="*/ 1089660 w 3792569" name="connsiteX288"/>
                  <a:gd fmla="*/ 3318701 h 4750498" name="connsiteY288"/>
                  <a:gd fmla="*/ 1086707 w 3792569" name="connsiteX289"/>
                  <a:gd fmla="*/ 3318034 h 4750498" name="connsiteY289"/>
                  <a:gd fmla="*/ 1082897 w 3792569" name="connsiteX290"/>
                  <a:gd fmla="*/ 3311938 h 4750498" name="connsiteY290"/>
                  <a:gd fmla="*/ 1083564 w 3792569" name="connsiteX291"/>
                  <a:gd fmla="*/ 3308985 h 4750498" name="connsiteY291"/>
                  <a:gd fmla="*/ 1103281 w 3792569" name="connsiteX292"/>
                  <a:gd fmla="*/ 3268599 h 4750498" name="connsiteY292"/>
                  <a:gd fmla="*/ 1112234 w 3792569" name="connsiteX293"/>
                  <a:gd fmla="*/ 3265456 h 4750498" name="connsiteY293"/>
                  <a:gd fmla="*/ 1115568 w 3792569" name="connsiteX294"/>
                  <a:gd fmla="*/ 3269456 h 4750498" name="connsiteY294"/>
                  <a:gd fmla="*/ 1115282 w 3792569" name="connsiteX295"/>
                  <a:gd fmla="*/ 3274600 h 4750498" name="connsiteY295"/>
                  <a:gd fmla="*/ 1100709 w 3792569" name="connsiteX296"/>
                  <a:gd fmla="*/ 3304032 h 4750498" name="connsiteY296"/>
                  <a:gd fmla="*/ 1095566 w 3792569" name="connsiteX297"/>
                  <a:gd fmla="*/ 3314795 h 4750498" name="connsiteY297"/>
                  <a:gd fmla="*/ 1089660 w 3792569" name="connsiteX298"/>
                  <a:gd fmla="*/ 3318701 h 4750498" name="connsiteY298"/>
                  <a:gd fmla="*/ 1128903 w 3792569" name="connsiteX299"/>
                  <a:gd fmla="*/ 3237929 h 4750498" name="connsiteY299"/>
                  <a:gd fmla="*/ 1125950 w 3792569" name="connsiteX300"/>
                  <a:gd fmla="*/ 3237262 h 4750498" name="connsiteY300"/>
                  <a:gd fmla="*/ 1122140 w 3792569" name="connsiteX301"/>
                  <a:gd fmla="*/ 3231166 h 4750498" name="connsiteY301"/>
                  <a:gd fmla="*/ 1122807 w 3792569" name="connsiteX302"/>
                  <a:gd fmla="*/ 3228213 h 4750498" name="connsiteY302"/>
                  <a:gd fmla="*/ 1130903 w 3792569" name="connsiteX303"/>
                  <a:gd fmla="*/ 3211830 h 4750498" name="connsiteY303"/>
                  <a:gd fmla="*/ 1142524 w 3792569" name="connsiteX304"/>
                  <a:gd fmla="*/ 3187827 h 4750498" name="connsiteY304"/>
                  <a:gd fmla="*/ 1151477 w 3792569" name="connsiteX305"/>
                  <a:gd fmla="*/ 3184684 h 4750498" name="connsiteY305"/>
                  <a:gd fmla="*/ 1154621 w 3792569" name="connsiteX306"/>
                  <a:gd fmla="*/ 3193923 h 4750498" name="connsiteY306"/>
                  <a:gd fmla="*/ 1142524 w 3792569" name="connsiteX307"/>
                  <a:gd fmla="*/ 3218593 h 4750498" name="connsiteY307"/>
                  <a:gd fmla="*/ 1134904 w 3792569" name="connsiteX308"/>
                  <a:gd fmla="*/ 3234309 h 4750498" name="connsiteY308"/>
                  <a:gd fmla="*/ 1134904 w 3792569" name="connsiteX309"/>
                  <a:gd fmla="*/ 3234500 h 4750498" name="connsiteY309"/>
                  <a:gd fmla="*/ 1128903 w 3792569" name="connsiteX310"/>
                  <a:gd fmla="*/ 3237929 h 4750498" name="connsiteY310"/>
                  <a:gd fmla="*/ 1167956 w 3792569" name="connsiteX311"/>
                  <a:gd fmla="*/ 3157157 h 4750498" name="connsiteY311"/>
                  <a:gd fmla="*/ 1167956 w 3792569" name="connsiteX312"/>
                  <a:gd fmla="*/ 3157157 h 4750498" name="connsiteY312"/>
                  <a:gd fmla="*/ 1165003 w 3792569" name="connsiteX313"/>
                  <a:gd fmla="*/ 3156490 h 4750498" name="connsiteY313"/>
                  <a:gd fmla="*/ 1161193 w 3792569" name="connsiteX314"/>
                  <a:gd fmla="*/ 3150394 h 4750498" name="connsiteY314"/>
                  <a:gd fmla="*/ 1161860 w 3792569" name="connsiteX315"/>
                  <a:gd fmla="*/ 3147441 h 4750498" name="connsiteY315"/>
                  <a:gd fmla="*/ 1163479 w 3792569" name="connsiteX316"/>
                  <a:gd fmla="*/ 3144488 h 4750498" name="connsiteY316"/>
                  <a:gd fmla="*/ 1181386 w 3792569" name="connsiteX317"/>
                  <a:gd fmla="*/ 3106960 h 4750498" name="connsiteY317"/>
                  <a:gd fmla="*/ 1190339 w 3792569" name="connsiteX318"/>
                  <a:gd fmla="*/ 3103817 h 4750498" name="connsiteY318"/>
                  <a:gd fmla="*/ 1193483 w 3792569" name="connsiteX319"/>
                  <a:gd fmla="*/ 3112770 h 4750498" name="connsiteY319"/>
                  <a:gd fmla="*/ 1185386 w 3792569" name="connsiteX320"/>
                  <a:gd fmla="*/ 3129629 h 4750498" name="connsiteY320"/>
                  <a:gd fmla="*/ 1173956 w 3792569" name="connsiteX321"/>
                  <a:gd fmla="*/ 3153156 h 4750498" name="connsiteY321"/>
                  <a:gd fmla="*/ 1167956 w 3792569" name="connsiteX322"/>
                  <a:gd fmla="*/ 3157157 h 4750498" name="connsiteY322"/>
                  <a:gd fmla="*/ 1206818 w 3792569" name="connsiteX323"/>
                  <a:gd fmla="*/ 3076099 h 4750498" name="connsiteY323"/>
                  <a:gd fmla="*/ 1203865 w 3792569" name="connsiteX324"/>
                  <a:gd fmla="*/ 3075432 h 4750498" name="connsiteY324"/>
                  <a:gd fmla="*/ 1200055 w 3792569" name="connsiteX325"/>
                  <a:gd fmla="*/ 3069622 h 4750498" name="connsiteY325"/>
                  <a:gd fmla="*/ 1200531 w 3792569" name="connsiteX326"/>
                  <a:gd fmla="*/ 3066955 h 4750498" name="connsiteY326"/>
                  <a:gd fmla="*/ 1200817 w 3792569" name="connsiteX327"/>
                  <a:gd fmla="*/ 3066764 h 4750498" name="connsiteY327"/>
                  <a:gd fmla="*/ 1201007 w 3792569" name="connsiteX328"/>
                  <a:gd fmla="*/ 3066098 h 4750498" name="connsiteY328"/>
                  <a:gd fmla="*/ 1219200 w 3792569" name="connsiteX329"/>
                  <a:gd fmla="*/ 3027902 h 4750498" name="connsiteY329"/>
                  <a:gd fmla="*/ 1219676 w 3792569" name="connsiteX330"/>
                  <a:gd fmla="*/ 3026569 h 4750498" name="connsiteY330"/>
                  <a:gd fmla="*/ 1220153 w 3792569" name="connsiteX331"/>
                  <a:gd fmla="*/ 3026093 h 4750498" name="connsiteY331"/>
                  <a:gd fmla="*/ 1228916 w 3792569" name="connsiteX332"/>
                  <a:gd fmla="*/ 3022759 h 4750498" name="connsiteY332"/>
                  <a:gd fmla="*/ 1232249 w 3792569" name="connsiteX333"/>
                  <a:gd fmla="*/ 3031712 h 4750498" name="connsiteY333"/>
                  <a:gd fmla="*/ 1231773 w 3792569" name="connsiteX334"/>
                  <a:gd fmla="*/ 3032855 h 4750498" name="connsiteY334"/>
                  <a:gd fmla="*/ 1231297 w 3792569" name="connsiteX335"/>
                  <a:gd fmla="*/ 3033712 h 4750498" name="connsiteY335"/>
                  <a:gd fmla="*/ 1212914 w 3792569" name="connsiteX336"/>
                  <a:gd fmla="*/ 3072289 h 4750498" name="connsiteY336"/>
                  <a:gd fmla="*/ 1206818 w 3792569" name="connsiteX337"/>
                  <a:gd fmla="*/ 3076099 h 4750498" name="connsiteY337"/>
                  <a:gd fmla="*/ 1243394 w 3792569" name="connsiteX338"/>
                  <a:gd fmla="*/ 2993708 h 4750498" name="connsiteY338"/>
                  <a:gd fmla="*/ 1240917 w 3792569" name="connsiteX339"/>
                  <a:gd fmla="*/ 2993231 h 4750498" name="connsiteY339"/>
                  <a:gd fmla="*/ 1236631 w 3792569" name="connsiteX340"/>
                  <a:gd fmla="*/ 2987135 h 4750498" name="connsiteY340"/>
                  <a:gd fmla="*/ 1237107 w 3792569" name="connsiteX341"/>
                  <a:gd fmla="*/ 2984468 h 4750498" name="connsiteY341"/>
                  <a:gd fmla="*/ 1253490 w 3792569" name="connsiteX342"/>
                  <a:gd fmla="*/ 2942463 h 4750498" name="connsiteY342"/>
                  <a:gd fmla="*/ 1262253 w 3792569" name="connsiteX343"/>
                  <a:gd fmla="*/ 2938462 h 4750498" name="connsiteY343"/>
                  <a:gd fmla="*/ 1266063 w 3792569" name="connsiteX344"/>
                  <a:gd fmla="*/ 2947226 h 4750498" name="connsiteY344"/>
                  <a:gd fmla="*/ 1249680 w 3792569" name="connsiteX345"/>
                  <a:gd fmla="*/ 2989421 h 4750498" name="connsiteY345"/>
                  <a:gd fmla="*/ 1243394 w 3792569" name="connsiteX346"/>
                  <a:gd fmla="*/ 2993708 h 4750498" name="connsiteY346"/>
                  <a:gd fmla="*/ 1275969 w 3792569" name="connsiteX347"/>
                  <a:gd fmla="*/ 2909602 h 4750498" name="connsiteY347"/>
                  <a:gd fmla="*/ 1273493 w 3792569" name="connsiteX348"/>
                  <a:gd fmla="*/ 2909126 h 4750498" name="connsiteY348"/>
                  <a:gd fmla="*/ 1269206 w 3792569" name="connsiteX349"/>
                  <a:gd fmla="*/ 2902649 h 4750498" name="connsiteY349"/>
                  <a:gd fmla="*/ 1269397 w 3792569" name="connsiteX350"/>
                  <a:gd fmla="*/ 2900648 h 4750498" name="connsiteY350"/>
                  <a:gd fmla="*/ 1269587 w 3792569" name="connsiteX351"/>
                  <a:gd fmla="*/ 2900458 h 4750498" name="connsiteY351"/>
                  <a:gd fmla="*/ 1269778 w 3792569" name="connsiteX352"/>
                  <a:gd fmla="*/ 2899791 h 4750498" name="connsiteY352"/>
                  <a:gd fmla="*/ 1281494 w 3792569" name="connsiteX353"/>
                  <a:gd fmla="*/ 2869025 h 4750498" name="connsiteY353"/>
                  <a:gd fmla="*/ 1285494 w 3792569" name="connsiteX354"/>
                  <a:gd fmla="*/ 2858453 h 4750498" name="connsiteY354"/>
                  <a:gd fmla="*/ 1294257 w 3792569" name="connsiteX355"/>
                  <a:gd fmla="*/ 2854452 h 4750498" name="connsiteY355"/>
                  <a:gd fmla="*/ 1297877 w 3792569" name="connsiteX356"/>
                  <a:gd fmla="*/ 2858072 h 4750498" name="connsiteY356"/>
                  <a:gd fmla="*/ 1298162 w 3792569" name="connsiteX357"/>
                  <a:gd fmla="*/ 2863215 h 4750498" name="connsiteY357"/>
                  <a:gd fmla="*/ 1282256 w 3792569" name="connsiteX358"/>
                  <a:gd fmla="*/ 2905220 h 4750498" name="connsiteY358"/>
                  <a:gd fmla="*/ 1275969 w 3792569" name="connsiteX359"/>
                  <a:gd fmla="*/ 2909602 h 4750498" name="connsiteY359"/>
                  <a:gd fmla="*/ 1307783 w 3792569" name="connsiteX360"/>
                  <a:gd fmla="*/ 2825401 h 4750498" name="connsiteY360"/>
                  <a:gd fmla="*/ 1305306 w 3792569" name="connsiteX361"/>
                  <a:gd fmla="*/ 2824925 h 4750498" name="connsiteY361"/>
                  <a:gd fmla="*/ 1301020 w 3792569" name="connsiteX362"/>
                  <a:gd fmla="*/ 2818448 h 4750498" name="connsiteY362"/>
                  <a:gd fmla="*/ 1301496 w 3792569" name="connsiteX363"/>
                  <a:gd fmla="*/ 2816162 h 4750498" name="connsiteY363"/>
                  <a:gd fmla="*/ 1317403 w 3792569" name="connsiteX364"/>
                  <a:gd fmla="*/ 2773966 h 4750498" name="connsiteY364"/>
                  <a:gd fmla="*/ 1326166 w 3792569" name="connsiteX365"/>
                  <a:gd fmla="*/ 2770156 h 4750498" name="connsiteY365"/>
                  <a:gd fmla="*/ 1329976 w 3792569" name="connsiteX366"/>
                  <a:gd fmla="*/ 2778919 h 4750498" name="connsiteY366"/>
                  <a:gd fmla="*/ 1320546 w 3792569" name="connsiteX367"/>
                  <a:gd fmla="*/ 2803589 h 4750498" name="connsiteY367"/>
                  <a:gd fmla="*/ 1314069 w 3792569" name="connsiteX368"/>
                  <a:gd fmla="*/ 2820638 h 4750498" name="connsiteY368"/>
                  <a:gd fmla="*/ 1314069 w 3792569" name="connsiteX369"/>
                  <a:gd fmla="*/ 2820829 h 4750498" name="connsiteY369"/>
                  <a:gd fmla="*/ 1307783 w 3792569" name="connsiteX370"/>
                  <a:gd fmla="*/ 2825401 h 4750498" name="connsiteY370"/>
                  <a:gd fmla="*/ 1339691 w 3792569" name="connsiteX371"/>
                  <a:gd fmla="*/ 2741200 h 4750498" name="connsiteY371"/>
                  <a:gd fmla="*/ 1337501 w 3792569" name="connsiteX372"/>
                  <a:gd fmla="*/ 2740724 h 4750498" name="connsiteY372"/>
                  <a:gd fmla="*/ 1333024 w 3792569" name="connsiteX373"/>
                  <a:gd fmla="*/ 2734247 h 4750498" name="connsiteY373"/>
                  <a:gd fmla="*/ 1333500 w 3792569" name="connsiteX374"/>
                  <a:gd fmla="*/ 2731961 h 4750498" name="connsiteY374"/>
                  <a:gd fmla="*/ 1344740 w 3792569" name="connsiteX375"/>
                  <a:gd fmla="*/ 2702528 h 4750498" name="connsiteY375"/>
                  <a:gd fmla="*/ 1349693 w 3792569" name="connsiteX376"/>
                  <a:gd fmla="*/ 2689955 h 4750498" name="connsiteY376"/>
                  <a:gd fmla="*/ 1358456 w 3792569" name="connsiteX377"/>
                  <a:gd fmla="*/ 2686145 h 4750498" name="connsiteY377"/>
                  <a:gd fmla="*/ 1362075 w 3792569" name="connsiteX378"/>
                  <a:gd fmla="*/ 2689479 h 4750498" name="connsiteY378"/>
                  <a:gd fmla="*/ 1362266 w 3792569" name="connsiteX379"/>
                  <a:gd fmla="*/ 2694623 h 4750498" name="connsiteY379"/>
                  <a:gd fmla="*/ 1346359 w 3792569" name="connsiteX380"/>
                  <a:gd fmla="*/ 2736342 h 4750498" name="connsiteY380"/>
                  <a:gd fmla="*/ 1346359 w 3792569" name="connsiteX381"/>
                  <a:gd fmla="*/ 2736533 h 4750498" name="connsiteY381"/>
                  <a:gd fmla="*/ 1339691 w 3792569" name="connsiteX382"/>
                  <a:gd fmla="*/ 2741200 h 4750498" name="connsiteY382"/>
                  <a:gd fmla="*/ 1371791 w 3792569" name="connsiteX383"/>
                  <a:gd fmla="*/ 2657285 h 4750498" name="connsiteY383"/>
                  <a:gd fmla="*/ 1369600 w 3792569" name="connsiteX384"/>
                  <a:gd fmla="*/ 2656808 h 4750498" name="connsiteY384"/>
                  <a:gd fmla="*/ 1365314 w 3792569" name="connsiteX385"/>
                  <a:gd fmla="*/ 2650522 h 4750498" name="connsiteY385"/>
                  <a:gd fmla="*/ 1365790 w 3792569" name="connsiteX386"/>
                  <a:gd fmla="*/ 2648045 h 4750498" name="connsiteY386"/>
                  <a:gd fmla="*/ 1381982 w 3792569" name="connsiteX387"/>
                  <a:gd fmla="*/ 2606040 h 4750498" name="connsiteY387"/>
                  <a:gd fmla="*/ 1390745 w 3792569" name="connsiteX388"/>
                  <a:gd fmla="*/ 2602230 h 4750498" name="connsiteY388"/>
                  <a:gd fmla="*/ 1394365 w 3792569" name="connsiteX389"/>
                  <a:gd fmla="*/ 2605564 h 4750498" name="connsiteY389"/>
                  <a:gd fmla="*/ 1394651 w 3792569" name="connsiteX390"/>
                  <a:gd fmla="*/ 2610898 h 4750498" name="connsiteY390"/>
                  <a:gd fmla="*/ 1378458 w 3792569" name="connsiteX391"/>
                  <a:gd fmla="*/ 2652617 h 4750498" name="connsiteY391"/>
                  <a:gd fmla="*/ 1371791 w 3792569" name="connsiteX392"/>
                  <a:gd fmla="*/ 2657285 h 4750498" name="connsiteY392"/>
                  <a:gd fmla="*/ 1404366 w 3792569" name="connsiteX393"/>
                  <a:gd fmla="*/ 2573369 h 4750498" name="connsiteY393"/>
                  <a:gd fmla="*/ 1402175 w 3792569" name="connsiteX394"/>
                  <a:gd fmla="*/ 2572893 h 4750498" name="connsiteY394"/>
                  <a:gd fmla="*/ 1397889 w 3792569" name="connsiteX395"/>
                  <a:gd fmla="*/ 2566416 h 4750498" name="connsiteY395"/>
                  <a:gd fmla="*/ 1398080 w 3792569" name="connsiteX396"/>
                  <a:gd fmla="*/ 2564130 h 4750498" name="connsiteY396"/>
                  <a:gd fmla="*/ 1414653 w 3792569" name="connsiteX397"/>
                  <a:gd fmla="*/ 2522125 h 4750498" name="connsiteY397"/>
                  <a:gd fmla="*/ 1423416 w 3792569" name="connsiteX398"/>
                  <a:gd fmla="*/ 2518505 h 4750498" name="connsiteY398"/>
                  <a:gd fmla="*/ 1427036 w 3792569" name="connsiteX399"/>
                  <a:gd fmla="*/ 2521839 h 4750498" name="connsiteY399"/>
                  <a:gd fmla="*/ 1427321 w 3792569" name="connsiteX400"/>
                  <a:gd fmla="*/ 2526983 h 4750498" name="connsiteY400"/>
                  <a:gd fmla="*/ 1422368 w 3792569" name="connsiteX401"/>
                  <a:gd fmla="*/ 2539746 h 4750498" name="connsiteY401"/>
                  <a:gd fmla="*/ 1410938 w 3792569" name="connsiteX402"/>
                  <a:gd fmla="*/ 2568702 h 4750498" name="connsiteY402"/>
                  <a:gd fmla="*/ 1410938 w 3792569" name="connsiteX403"/>
                  <a:gd fmla="*/ 2568893 h 4750498" name="connsiteY403"/>
                  <a:gd fmla="*/ 1404366 w 3792569" name="connsiteX404"/>
                  <a:gd fmla="*/ 2573369 h 4750498" name="connsiteY404"/>
                  <a:gd fmla="*/ 1437323 w 3792569" name="connsiteX405"/>
                  <a:gd fmla="*/ 2489645 h 4750498" name="connsiteY405"/>
                  <a:gd fmla="*/ 1434846 w 3792569" name="connsiteX406"/>
                  <a:gd fmla="*/ 2489168 h 4750498" name="connsiteY406"/>
                  <a:gd fmla="*/ 1430560 w 3792569" name="connsiteX407"/>
                  <a:gd fmla="*/ 2483072 h 4750498" name="connsiteY407"/>
                  <a:gd fmla="*/ 1431036 w 3792569" name="connsiteX408"/>
                  <a:gd fmla="*/ 2480405 h 4750498" name="connsiteY408"/>
                  <a:gd fmla="*/ 1441133 w 3792569" name="connsiteX409"/>
                  <a:gd fmla="*/ 2455259 h 4750498" name="connsiteY409"/>
                  <a:gd fmla="*/ 1447610 w 3792569" name="connsiteX410"/>
                  <a:gd fmla="*/ 2438686 h 4750498" name="connsiteY410"/>
                  <a:gd fmla="*/ 1456373 w 3792569" name="connsiteX411"/>
                  <a:gd fmla="*/ 2434876 h 4750498" name="connsiteY411"/>
                  <a:gd fmla="*/ 1460183 w 3792569" name="connsiteX412"/>
                  <a:gd fmla="*/ 2438495 h 4750498" name="connsiteY412"/>
                  <a:gd fmla="*/ 1460183 w 3792569" name="connsiteX413"/>
                  <a:gd fmla="*/ 2443639 h 4750498" name="connsiteY413"/>
                  <a:gd fmla="*/ 1451896 w 3792569" name="connsiteX414"/>
                  <a:gd fmla="*/ 2464308 h 4750498" name="connsiteY414"/>
                  <a:gd fmla="*/ 1443609 w 3792569" name="connsiteX415"/>
                  <a:gd fmla="*/ 2485358 h 4750498" name="connsiteY415"/>
                  <a:gd fmla="*/ 1437323 w 3792569" name="connsiteX416"/>
                  <a:gd fmla="*/ 2489645 h 4750498" name="connsiteY416"/>
                  <a:gd fmla="*/ 1470565 w 3792569" name="connsiteX417"/>
                  <a:gd fmla="*/ 2406110 h 4750498" name="connsiteY417"/>
                  <a:gd fmla="*/ 1468088 w 3792569" name="connsiteX418"/>
                  <a:gd fmla="*/ 2405634 h 4750498" name="connsiteY418"/>
                  <a:gd fmla="*/ 1464088 w 3792569" name="connsiteX419"/>
                  <a:gd fmla="*/ 2399538 h 4750498" name="connsiteY419"/>
                  <a:gd fmla="*/ 1464564 w 3792569" name="connsiteX420"/>
                  <a:gd fmla="*/ 2396871 h 4750498" name="connsiteY420"/>
                  <a:gd fmla="*/ 1481423 w 3792569" name="connsiteX421"/>
                  <a:gd fmla="*/ 2355152 h 4750498" name="connsiteY421"/>
                  <a:gd fmla="*/ 1490186 w 3792569" name="connsiteX422"/>
                  <a:gd fmla="*/ 2351532 h 4750498" name="connsiteY422"/>
                  <a:gd fmla="*/ 1493806 w 3792569" name="connsiteX423"/>
                  <a:gd fmla="*/ 2360295 h 4750498" name="connsiteY423"/>
                  <a:gd fmla="*/ 1476947 w 3792569" name="connsiteX424"/>
                  <a:gd fmla="*/ 2401824 h 4750498" name="connsiteY424"/>
                  <a:gd fmla="*/ 1476947 w 3792569" name="connsiteX425"/>
                  <a:gd fmla="*/ 2402015 h 4750498" name="connsiteY425"/>
                  <a:gd fmla="*/ 1470565 w 3792569" name="connsiteX426"/>
                  <a:gd fmla="*/ 2406110 h 4750498" name="connsiteY426"/>
                  <a:gd fmla="*/ 1504379 w 3792569" name="connsiteX427"/>
                  <a:gd fmla="*/ 2322862 h 4750498" name="connsiteY427"/>
                  <a:gd fmla="*/ 1501712 w 3792569" name="connsiteX428"/>
                  <a:gd fmla="*/ 2322386 h 4750498" name="connsiteY428"/>
                  <a:gd fmla="*/ 1497711 w 3792569" name="connsiteX429"/>
                  <a:gd fmla="*/ 2316099 h 4750498" name="connsiteY429"/>
                  <a:gd fmla="*/ 1498187 w 3792569" name="connsiteX430"/>
                  <a:gd fmla="*/ 2313623 h 4750498" name="connsiteY430"/>
                  <a:gd fmla="*/ 1515237 w 3792569" name="connsiteX431"/>
                  <a:gd fmla="*/ 2271903 h 4750498" name="connsiteY431"/>
                  <a:gd fmla="*/ 1524000 w 3792569" name="connsiteX432"/>
                  <a:gd fmla="*/ 2268284 h 4750498" name="connsiteY432"/>
                  <a:gd fmla="*/ 1527620 w 3792569" name="connsiteX433"/>
                  <a:gd fmla="*/ 2271903 h 4750498" name="connsiteY433"/>
                  <a:gd fmla="*/ 1527810 w 3792569" name="connsiteX434"/>
                  <a:gd fmla="*/ 2277047 h 4750498" name="connsiteY434"/>
                  <a:gd fmla="*/ 1510760 w 3792569" name="connsiteX435"/>
                  <a:gd fmla="*/ 2318576 h 4750498" name="connsiteY435"/>
                  <a:gd fmla="*/ 1504379 w 3792569" name="connsiteX436"/>
                  <a:gd fmla="*/ 2322862 h 4750498" name="connsiteY436"/>
                  <a:gd fmla="*/ 1538573 w 3792569" name="connsiteX437"/>
                  <a:gd fmla="*/ 2239804 h 4750498" name="connsiteY437"/>
                  <a:gd fmla="*/ 1536097 w 3792569" name="connsiteX438"/>
                  <a:gd fmla="*/ 2239137 h 4750498" name="connsiteY438"/>
                  <a:gd fmla="*/ 1531811 w 3792569" name="connsiteX439"/>
                  <a:gd fmla="*/ 2233041 h 4750498" name="connsiteY439"/>
                  <a:gd fmla="*/ 1532477 w 3792569" name="connsiteX440"/>
                  <a:gd fmla="*/ 2230374 h 4750498" name="connsiteY440"/>
                  <a:gd fmla="*/ 1536287 w 3792569" name="connsiteX441"/>
                  <a:gd fmla="*/ 2220944 h 4750498" name="connsiteY441"/>
                  <a:gd fmla="*/ 1549813 w 3792569" name="connsiteX442"/>
                  <a:gd fmla="*/ 2188845 h 4750498" name="connsiteY442"/>
                  <a:gd fmla="*/ 1558576 w 3792569" name="connsiteX443"/>
                  <a:gd fmla="*/ 2185226 h 4750498" name="connsiteY443"/>
                  <a:gd fmla="*/ 1562195 w 3792569" name="connsiteX444"/>
                  <a:gd fmla="*/ 2188845 h 4750498" name="connsiteY444"/>
                  <a:gd fmla="*/ 1562195 w 3792569" name="connsiteX445"/>
                  <a:gd fmla="*/ 2193989 h 4750498" name="connsiteY445"/>
                  <a:gd fmla="*/ 1554099 w 3792569" name="connsiteX446"/>
                  <a:gd fmla="*/ 2213324 h 4750498" name="connsiteY446"/>
                  <a:gd fmla="*/ 1544860 w 3792569" name="connsiteX447"/>
                  <a:gd fmla="*/ 2235518 h 4750498" name="connsiteY447"/>
                  <a:gd fmla="*/ 1538573 w 3792569" name="connsiteX448"/>
                  <a:gd fmla="*/ 2239804 h 4750498" name="connsiteY448"/>
                  <a:gd fmla="*/ 1573340 w 3792569" name="connsiteX449"/>
                  <a:gd fmla="*/ 2156746 h 4750498" name="connsiteY449"/>
                  <a:gd fmla="*/ 1570673 w 3792569" name="connsiteX450"/>
                  <a:gd fmla="*/ 2156270 h 4750498" name="connsiteY450"/>
                  <a:gd fmla="*/ 1566672 w 3792569" name="connsiteX451"/>
                  <a:gd fmla="*/ 2149983 h 4750498" name="connsiteY451"/>
                  <a:gd fmla="*/ 1567148 w 3792569" name="connsiteX452"/>
                  <a:gd fmla="*/ 2147507 h 4750498" name="connsiteY452"/>
                  <a:gd fmla="*/ 1571435 w 3792569" name="connsiteX453"/>
                  <a:gd fmla="*/ 2137220 h 4750498" name="connsiteY453"/>
                  <a:gd fmla="*/ 1584674 w 3792569" name="connsiteX454"/>
                  <a:gd fmla="*/ 2105978 h 4750498" name="connsiteY454"/>
                  <a:gd fmla="*/ 1593628 w 3792569" name="connsiteX455"/>
                  <a:gd fmla="*/ 2102358 h 4750498" name="connsiteY455"/>
                  <a:gd fmla="*/ 1597247 w 3792569" name="connsiteX456"/>
                  <a:gd fmla="*/ 2111312 h 4750498" name="connsiteY456"/>
                  <a:gd fmla="*/ 1579721 w 3792569" name="connsiteX457"/>
                  <a:gd fmla="*/ 2152364 h 4750498" name="connsiteY457"/>
                  <a:gd fmla="*/ 1579436 w 3792569" name="connsiteX458"/>
                  <a:gd fmla="*/ 2152555 h 4750498" name="connsiteY458"/>
                  <a:gd fmla="*/ 1573340 w 3792569" name="connsiteX459"/>
                  <a:gd fmla="*/ 2156746 h 4750498" name="connsiteY459"/>
                  <a:gd fmla="*/ 1608582 w 3792569" name="connsiteX460"/>
                  <a:gd fmla="*/ 2074164 h 4750498" name="connsiteY460"/>
                  <a:gd fmla="*/ 1605915 w 3792569" name="connsiteX461"/>
                  <a:gd fmla="*/ 2073497 h 4750498" name="connsiteY461"/>
                  <a:gd fmla="*/ 1601819 w 3792569" name="connsiteX462"/>
                  <a:gd fmla="*/ 2067401 h 4750498" name="connsiteY462"/>
                  <a:gd fmla="*/ 1602296 w 3792569" name="connsiteX463"/>
                  <a:gd fmla="*/ 2064734 h 4750498" name="connsiteY463"/>
                  <a:gd fmla="*/ 1620203 w 3792569" name="connsiteX464"/>
                  <a:gd fmla="*/ 2023396 h 4750498" name="connsiteY464"/>
                  <a:gd fmla="*/ 1628966 w 3792569" name="connsiteX465"/>
                  <a:gd fmla="*/ 2020062 h 4750498" name="connsiteY465"/>
                  <a:gd fmla="*/ 1632585 w 3792569" name="connsiteX466"/>
                  <a:gd fmla="*/ 2023682 h 4750498" name="connsiteY466"/>
                  <a:gd fmla="*/ 1632395 w 3792569" name="connsiteX467"/>
                  <a:gd fmla="*/ 2028825 h 4750498" name="connsiteY467"/>
                  <a:gd fmla="*/ 1614678 w 3792569" name="connsiteX468"/>
                  <a:gd fmla="*/ 2070164 h 4750498" name="connsiteY468"/>
                  <a:gd fmla="*/ 1608582 w 3792569" name="connsiteX469"/>
                  <a:gd fmla="*/ 2074164 h 4750498" name="connsiteY469"/>
                  <a:gd fmla="*/ 1644301 w 3792569" name="connsiteX470"/>
                  <a:gd fmla="*/ 1991582 h 4750498" name="connsiteY470"/>
                  <a:gd fmla="*/ 1641634 w 3792569" name="connsiteX471"/>
                  <a:gd fmla="*/ 1991106 h 4750498" name="connsiteY471"/>
                  <a:gd fmla="*/ 1637633 w 3792569" name="connsiteX472"/>
                  <a:gd fmla="*/ 1984819 h 4750498" name="connsiteY472"/>
                  <a:gd fmla="*/ 1638110 w 3792569" name="connsiteX473"/>
                  <a:gd fmla="*/ 1982152 h 4750498" name="connsiteY473"/>
                  <a:gd fmla="*/ 1656302 w 3792569" name="connsiteX474"/>
                  <a:gd fmla="*/ 1941100 h 4750498" name="connsiteY474"/>
                  <a:gd fmla="*/ 1665065 w 3792569" name="connsiteX475"/>
                  <a:gd fmla="*/ 1937766 h 4750498" name="connsiteY475"/>
                  <a:gd fmla="*/ 1668685 w 3792569" name="connsiteX476"/>
                  <a:gd fmla="*/ 1946529 h 4750498" name="connsiteY476"/>
                  <a:gd fmla="*/ 1650492 w 3792569" name="connsiteX477"/>
                  <a:gd fmla="*/ 1987582 h 4750498" name="connsiteY477"/>
                  <a:gd fmla="*/ 1650492 w 3792569" name="connsiteX478"/>
                  <a:gd fmla="*/ 1988058 h 4750498" name="connsiteY478"/>
                  <a:gd fmla="*/ 1644301 w 3792569" name="connsiteX479"/>
                  <a:gd fmla="*/ 1991582 h 4750498" name="connsiteY479"/>
                  <a:gd fmla="*/ 1680591 w 3792569" name="connsiteX480"/>
                  <a:gd fmla="*/ 1909381 h 4750498" name="connsiteY480"/>
                  <a:gd fmla="*/ 1677638 w 3792569" name="connsiteX481"/>
                  <a:gd fmla="*/ 1908905 h 4750498" name="connsiteY481"/>
                  <a:gd fmla="*/ 1673828 w 3792569" name="connsiteX482"/>
                  <a:gd fmla="*/ 1902619 h 4750498" name="connsiteY482"/>
                  <a:gd fmla="*/ 1674305 w 3792569" name="connsiteX483"/>
                  <a:gd fmla="*/ 1899952 h 4750498" name="connsiteY483"/>
                  <a:gd fmla="*/ 1675162 w 3792569" name="connsiteX484"/>
                  <a:gd fmla="*/ 1898142 h 4750498" name="connsiteY484"/>
                  <a:gd fmla="*/ 1692688 w 3792569" name="connsiteX485"/>
                  <a:gd fmla="*/ 1858899 h 4750498" name="connsiteY485"/>
                  <a:gd fmla="*/ 1701641 w 3792569" name="connsiteX486"/>
                  <a:gd fmla="*/ 1855565 h 4750498" name="connsiteY486"/>
                  <a:gd fmla="*/ 1704975 w 3792569" name="connsiteX487"/>
                  <a:gd fmla="*/ 1859375 h 4750498" name="connsiteY487"/>
                  <a:gd fmla="*/ 1704975 w 3792569" name="connsiteX488"/>
                  <a:gd fmla="*/ 1864519 h 4750498" name="connsiteY488"/>
                  <a:gd fmla="*/ 1686592 w 3792569" name="connsiteX489"/>
                  <a:gd fmla="*/ 1905191 h 4750498" name="connsiteY489"/>
                  <a:gd fmla="*/ 1686592 w 3792569" name="connsiteX490"/>
                  <a:gd fmla="*/ 1905667 h 4750498" name="connsiteY490"/>
                  <a:gd fmla="*/ 1680591 w 3792569" name="connsiteX491"/>
                  <a:gd fmla="*/ 1909381 h 4750498" name="connsiteY491"/>
                  <a:gd fmla="*/ 1717453 w 3792569" name="connsiteX492"/>
                  <a:gd fmla="*/ 1827467 h 4750498" name="connsiteY492"/>
                  <a:gd fmla="*/ 1714500 w 3792569" name="connsiteX493"/>
                  <a:gd fmla="*/ 1826990 h 4750498" name="connsiteY493"/>
                  <a:gd fmla="*/ 1710690 w 3792569" name="connsiteX494"/>
                  <a:gd fmla="*/ 1820894 h 4750498" name="connsiteY494"/>
                  <a:gd fmla="*/ 1711166 w 3792569" name="connsiteX495"/>
                  <a:gd fmla="*/ 1817942 h 4750498" name="connsiteY495"/>
                  <a:gd fmla="*/ 1711452 w 3792569" name="connsiteX496"/>
                  <a:gd fmla="*/ 1817942 h 4750498" name="connsiteY496"/>
                  <a:gd fmla="*/ 1711452 w 3792569" name="connsiteX497"/>
                  <a:gd fmla="*/ 1817465 h 4750498" name="connsiteY497"/>
                  <a:gd fmla="*/ 1727168 w 3792569" name="connsiteX498"/>
                  <a:gd fmla="*/ 1783080 h 4750498" name="connsiteY498"/>
                  <a:gd fmla="*/ 1730121 w 3792569" name="connsiteX499"/>
                  <a:gd fmla="*/ 1776984 h 4750498" name="connsiteY499"/>
                  <a:gd fmla="*/ 1739075 w 3792569" name="connsiteX500"/>
                  <a:gd fmla="*/ 1773650 h 4750498" name="connsiteY500"/>
                  <a:gd fmla="*/ 1742408 w 3792569" name="connsiteX501"/>
                  <a:gd fmla="*/ 1777460 h 4750498" name="connsiteY501"/>
                  <a:gd fmla="*/ 1742123 w 3792569" name="connsiteX502"/>
                  <a:gd fmla="*/ 1782604 h 4750498" name="connsiteY502"/>
                  <a:gd fmla="*/ 1733550 w 3792569" name="connsiteX503"/>
                  <a:gd fmla="*/ 1801654 h 4750498" name="connsiteY503"/>
                  <a:gd fmla="*/ 1723454 w 3792569" name="connsiteX504"/>
                  <a:gd fmla="*/ 1823466 h 4750498" name="connsiteY504"/>
                  <a:gd fmla="*/ 1717453 w 3792569" name="connsiteX505"/>
                  <a:gd fmla="*/ 1827467 h 4750498" name="connsiteY505"/>
                  <a:gd fmla="*/ 1754886 w 3792569" name="connsiteX506"/>
                  <a:gd fmla="*/ 1745837 h 4750498" name="connsiteY506"/>
                  <a:gd fmla="*/ 1752219 w 3792569" name="connsiteX507"/>
                  <a:gd fmla="*/ 1745361 h 4750498" name="connsiteY507"/>
                  <a:gd fmla="*/ 1748219 w 3792569" name="connsiteX508"/>
                  <a:gd fmla="*/ 1739265 h 4750498" name="connsiteY508"/>
                  <a:gd fmla="*/ 1748885 w 3792569" name="connsiteX509"/>
                  <a:gd fmla="*/ 1736312 h 4750498" name="connsiteY509"/>
                  <a:gd fmla="*/ 1762982 w 3792569" name="connsiteX510"/>
                  <a:gd fmla="*/ 1706023 h 4750498" name="connsiteY510"/>
                  <a:gd fmla="*/ 1767650 w 3792569" name="connsiteX511"/>
                  <a:gd fmla="*/ 1695450 h 4750498" name="connsiteY511"/>
                  <a:gd fmla="*/ 1776603 w 3792569" name="connsiteX512"/>
                  <a:gd fmla="*/ 1692307 h 4750498" name="connsiteY512"/>
                  <a:gd fmla="*/ 1779937 w 3792569" name="connsiteX513"/>
                  <a:gd fmla="*/ 1701260 h 4750498" name="connsiteY513"/>
                  <a:gd fmla="*/ 1760887 w 3792569" name="connsiteX514"/>
                  <a:gd fmla="*/ 1741932 h 4750498" name="connsiteY514"/>
                  <a:gd fmla="*/ 1754886 w 3792569" name="connsiteX515"/>
                  <a:gd fmla="*/ 1745837 h 4750498" name="connsiteY515"/>
                  <a:gd fmla="*/ 1793081 w 3792569" name="connsiteX516"/>
                  <a:gd fmla="*/ 1664589 h 4750498" name="connsiteY516"/>
                  <a:gd fmla="*/ 1790129 w 3792569" name="connsiteX517"/>
                  <a:gd fmla="*/ 1663922 h 4750498" name="connsiteY517"/>
                  <a:gd fmla="*/ 1786319 w 3792569" name="connsiteX518"/>
                  <a:gd fmla="*/ 1657826 h 4750498" name="connsiteY518"/>
                  <a:gd fmla="*/ 1786985 w 3792569" name="connsiteX519"/>
                  <a:gd fmla="*/ 1654874 h 4750498" name="connsiteY519"/>
                  <a:gd fmla="*/ 1804702 w 3792569" name="connsiteX520"/>
                  <a:gd fmla="*/ 1618107 h 4750498" name="connsiteY520"/>
                  <a:gd fmla="*/ 1806321 w 3792569" name="connsiteX521"/>
                  <a:gd fmla="*/ 1614488 h 4750498" name="connsiteY521"/>
                  <a:gd fmla="*/ 1815275 w 3792569" name="connsiteX522"/>
                  <a:gd fmla="*/ 1611154 h 4750498" name="connsiteY522"/>
                  <a:gd fmla="*/ 1818894 w 3792569" name="connsiteX523"/>
                  <a:gd fmla="*/ 1614964 h 4750498" name="connsiteY523"/>
                  <a:gd fmla="*/ 1818704 w 3792569" name="connsiteX524"/>
                  <a:gd fmla="*/ 1620107 h 4750498" name="connsiteY524"/>
                  <a:gd fmla="*/ 1799177 w 3792569" name="connsiteX525"/>
                  <a:gd fmla="*/ 1660779 h 4750498" name="connsiteY525"/>
                  <a:gd fmla="*/ 1793081 w 3792569" name="connsiteX526"/>
                  <a:gd fmla="*/ 1664589 h 4750498" name="connsiteY526"/>
                  <a:gd fmla="*/ 1831848 w 3792569" name="connsiteX527"/>
                  <a:gd fmla="*/ 1583531 h 4750498" name="connsiteY527"/>
                  <a:gd fmla="*/ 1828895 w 3792569" name="connsiteX528"/>
                  <a:gd fmla="*/ 1582864 h 4750498" name="connsiteY528"/>
                  <a:gd fmla="*/ 1825085 w 3792569" name="connsiteX529"/>
                  <a:gd fmla="*/ 1576768 h 4750498" name="connsiteY529"/>
                  <a:gd fmla="*/ 1825752 w 3792569" name="connsiteX530"/>
                  <a:gd fmla="*/ 1573816 h 4750498" name="connsiteY530"/>
                  <a:gd fmla="*/ 1845469 w 3792569" name="connsiteX531"/>
                  <a:gd fmla="*/ 1533620 h 4750498" name="connsiteY531"/>
                  <a:gd fmla="*/ 1854422 w 3792569" name="connsiteX532"/>
                  <a:gd fmla="*/ 1530477 h 4750498" name="connsiteY532"/>
                  <a:gd fmla="*/ 1857566 w 3792569" name="connsiteX533"/>
                  <a:gd fmla="*/ 1539431 h 4750498" name="connsiteY533"/>
                  <a:gd fmla="*/ 1852422 w 3792569" name="connsiteX534"/>
                  <a:gd fmla="*/ 1550003 h 4750498" name="connsiteY534"/>
                  <a:gd fmla="*/ 1837849 w 3792569" name="connsiteX535"/>
                  <a:gd fmla="*/ 1579626 h 4750498" name="connsiteY535"/>
                  <a:gd fmla="*/ 1831848 w 3792569" name="connsiteX536"/>
                  <a:gd fmla="*/ 1583531 h 4750498" name="connsiteY536"/>
                  <a:gd fmla="*/ 1871377 w 3792569" name="connsiteX537"/>
                  <a:gd fmla="*/ 1503140 h 4750498" name="connsiteY537"/>
                  <a:gd fmla="*/ 1868424 w 3792569" name="connsiteX538"/>
                  <a:gd fmla="*/ 1502474 h 4750498" name="connsiteY538"/>
                  <a:gd fmla="*/ 1864614 w 3792569" name="connsiteX539"/>
                  <a:gd fmla="*/ 1496187 h 4750498" name="connsiteY539"/>
                  <a:gd fmla="*/ 1865281 w 3792569" name="connsiteX540"/>
                  <a:gd fmla="*/ 1493234 h 4750498" name="connsiteY540"/>
                  <a:gd fmla="*/ 1869091 w 3792569" name="connsiteX541"/>
                  <a:gd fmla="*/ 1485805 h 4750498" name="connsiteY541"/>
                  <a:gd fmla="*/ 1885474 w 3792569" name="connsiteX542"/>
                  <a:gd fmla="*/ 1453039 h 4750498" name="connsiteY542"/>
                  <a:gd fmla="*/ 1894427 w 3792569" name="connsiteX543"/>
                  <a:gd fmla="*/ 1450086 h 4750498" name="connsiteY543"/>
                  <a:gd fmla="*/ 1897380 w 3792569" name="connsiteX544"/>
                  <a:gd fmla="*/ 1459039 h 4750498" name="connsiteY544"/>
                  <a:gd fmla="*/ 1877378 w 3792569" name="connsiteX545"/>
                  <a:gd fmla="*/ 1499235 h 4750498" name="connsiteY545"/>
                  <a:gd fmla="*/ 1871377 w 3792569" name="connsiteX546"/>
                  <a:gd fmla="*/ 1503140 h 4750498" name="connsiteY546"/>
                  <a:gd fmla="*/ 1911763 w 3792569" name="connsiteX547"/>
                  <a:gd fmla="*/ 1422845 h 4750498" name="connsiteY547"/>
                  <a:gd fmla="*/ 1908810 w 3792569" name="connsiteX548"/>
                  <a:gd fmla="*/ 1422178 h 4750498" name="connsiteY548"/>
                  <a:gd fmla="*/ 1905000 w 3792569" name="connsiteX549"/>
                  <a:gd fmla="*/ 1415891 h 4750498" name="connsiteY549"/>
                  <a:gd fmla="*/ 1905667 w 3792569" name="connsiteX550"/>
                  <a:gd fmla="*/ 1413224 h 4750498" name="connsiteY550"/>
                  <a:gd fmla="*/ 1926336 w 3792569" name="connsiteX551"/>
                  <a:gd fmla="*/ 1373029 h 4750498" name="connsiteY551"/>
                  <a:gd fmla="*/ 1935290 w 3792569" name="connsiteX552"/>
                  <a:gd fmla="*/ 1370076 h 4750498" name="connsiteY552"/>
                  <a:gd fmla="*/ 1938623 w 3792569" name="connsiteX553"/>
                  <a:gd fmla="*/ 1373886 h 4750498" name="connsiteY553"/>
                  <a:gd fmla="*/ 1938147 w 3792569" name="connsiteX554"/>
                  <a:gd fmla="*/ 1379030 h 4750498" name="connsiteY554"/>
                  <a:gd fmla="*/ 1917764 w 3792569" name="connsiteX555"/>
                  <a:gd fmla="*/ 1418939 h 4750498" name="connsiteY555"/>
                  <a:gd fmla="*/ 1917764 w 3792569" name="connsiteX556"/>
                  <a:gd fmla="*/ 1419130 h 4750498" name="connsiteY556"/>
                  <a:gd fmla="*/ 1911763 w 3792569" name="connsiteX557"/>
                  <a:gd fmla="*/ 1422845 h 4750498" name="connsiteY557"/>
                  <a:gd fmla="*/ 1953101 w 3792569" name="connsiteX558"/>
                  <a:gd fmla="*/ 1342644 h 4750498" name="connsiteY558"/>
                  <a:gd fmla="*/ 1949958 w 3792569" name="connsiteX559"/>
                  <a:gd fmla="*/ 1341977 h 4750498" name="connsiteY559"/>
                  <a:gd fmla="*/ 1946339 w 3792569" name="connsiteX560"/>
                  <a:gd fmla="*/ 1336167 h 4750498" name="connsiteY560"/>
                  <a:gd fmla="*/ 1947005 w 3792569" name="connsiteX561"/>
                  <a:gd fmla="*/ 1332833 h 4750498" name="connsiteY561"/>
                  <a:gd fmla="*/ 1959959 w 3792569" name="connsiteX562"/>
                  <a:gd fmla="*/ 1308164 h 4750498" name="connsiteY562"/>
                  <a:gd fmla="*/ 1968056 w 3792569" name="connsiteX563"/>
                  <a:gd fmla="*/ 1293114 h 4750498" name="connsiteY563"/>
                  <a:gd fmla="*/ 1977009 w 3792569" name="connsiteX564"/>
                  <a:gd fmla="*/ 1290447 h 4750498" name="connsiteY564"/>
                  <a:gd fmla="*/ 1979962 w 3792569" name="connsiteX565"/>
                  <a:gd fmla="*/ 1299401 h 4750498" name="connsiteY565"/>
                  <a:gd fmla="*/ 1959102 w 3792569" name="connsiteX566"/>
                  <a:gd fmla="*/ 1339120 h 4750498" name="connsiteY566"/>
                  <a:gd fmla="*/ 1953101 w 3792569" name="connsiteX567"/>
                  <a:gd fmla="*/ 1342644 h 4750498" name="connsiteY567"/>
                  <a:gd fmla="*/ 1995107 w 3792569" name="connsiteX568"/>
                  <a:gd fmla="*/ 1263206 h 4750498" name="connsiteY568"/>
                  <a:gd fmla="*/ 1991963 w 3792569" name="connsiteX569"/>
                  <a:gd fmla="*/ 1262539 h 4750498" name="connsiteY569"/>
                  <a:gd fmla="*/ 1988344 w 3792569" name="connsiteX570"/>
                  <a:gd fmla="*/ 1256729 h 4750498" name="connsiteY570"/>
                  <a:gd fmla="*/ 1989201 w 3792569" name="connsiteX571"/>
                  <a:gd fmla="*/ 1253585 h 4750498" name="connsiteY571"/>
                  <a:gd fmla="*/ 1989201 w 3792569" name="connsiteX572"/>
                  <a:gd fmla="*/ 1253395 h 4750498" name="connsiteY572"/>
                  <a:gd fmla="*/ 1989391 w 3792569" name="connsiteX573"/>
                  <a:gd fmla="*/ 1252918 h 4750498" name="connsiteY573"/>
                  <a:gd fmla="*/ 2010442 w 3792569" name="connsiteX574"/>
                  <a:gd fmla="*/ 1213866 h 4750498" name="connsiteY574"/>
                  <a:gd fmla="*/ 2019681 w 3792569" name="connsiteX575"/>
                  <a:gd fmla="*/ 1211199 h 4750498" name="connsiteY575"/>
                  <a:gd fmla="*/ 2022824 w 3792569" name="connsiteX576"/>
                  <a:gd fmla="*/ 1215200 h 4750498" name="connsiteY576"/>
                  <a:gd fmla="*/ 2022348 w 3792569" name="connsiteX577"/>
                  <a:gd fmla="*/ 1220343 h 4750498" name="connsiteY577"/>
                  <a:gd fmla="*/ 2001012 w 3792569" name="connsiteX578"/>
                  <a:gd fmla="*/ 1259872 h 4750498" name="connsiteY578"/>
                  <a:gd fmla="*/ 1995107 w 3792569" name="connsiteX579"/>
                  <a:gd fmla="*/ 1263206 h 4750498" name="connsiteY579"/>
                  <a:gd fmla="*/ 2038159 w 3792569" name="connsiteX580"/>
                  <a:gd fmla="*/ 1184434 h 4750498" name="connsiteY580"/>
                  <a:gd fmla="*/ 2035016 w 3792569" name="connsiteX581"/>
                  <a:gd fmla="*/ 1183577 h 4750498" name="connsiteY581"/>
                  <a:gd fmla="*/ 2031397 w 3792569" name="connsiteX582"/>
                  <a:gd fmla="*/ 1177766 h 4750498" name="connsiteY582"/>
                  <a:gd fmla="*/ 2032254 w 3792569" name="connsiteX583"/>
                  <a:gd fmla="*/ 1174433 h 4750498" name="connsiteY583"/>
                  <a:gd fmla="*/ 2054066 w 3792569" name="connsiteX584"/>
                  <a:gd fmla="*/ 1135189 h 4750498" name="connsiteY584"/>
                  <a:gd fmla="*/ 2063306 w 3792569" name="connsiteX585"/>
                  <a:gd fmla="*/ 1132713 h 4750498" name="connsiteY585"/>
                  <a:gd fmla="*/ 2065782 w 3792569" name="connsiteX586"/>
                  <a:gd fmla="*/ 1141952 h 4750498" name="connsiteY586"/>
                  <a:gd fmla="*/ 2044256 w 3792569" name="connsiteX587"/>
                  <a:gd fmla="*/ 1180814 h 4750498" name="connsiteY587"/>
                  <a:gd fmla="*/ 2044065 w 3792569" name="connsiteX588"/>
                  <a:gd fmla="*/ 1181005 h 4750498" name="connsiteY588"/>
                  <a:gd fmla="*/ 2038159 w 3792569" name="connsiteX589"/>
                  <a:gd fmla="*/ 1184434 h 4750498" name="connsiteY589"/>
                  <a:gd fmla="*/ 2082165 w 3792569" name="connsiteX590"/>
                  <a:gd fmla="*/ 1106138 h 4750498" name="connsiteY590"/>
                  <a:gd fmla="*/ 2078831 w 3792569" name="connsiteX591"/>
                  <a:gd fmla="*/ 1105281 h 4750498" name="connsiteY591"/>
                  <a:gd fmla="*/ 2075498 w 3792569" name="connsiteX592"/>
                  <a:gd fmla="*/ 1099185 h 4750498" name="connsiteY592"/>
                  <a:gd fmla="*/ 2076355 w 3792569" name="connsiteX593"/>
                  <a:gd fmla="*/ 1096042 h 4750498" name="connsiteY593"/>
                  <a:gd fmla="*/ 2098834 w 3792569" name="connsiteX594"/>
                  <a:gd fmla="*/ 1056989 h 4750498" name="connsiteY594"/>
                  <a:gd fmla="*/ 2108073 w 3792569" name="connsiteX595"/>
                  <a:gd fmla="*/ 1054513 h 4750498" name="connsiteY595"/>
                  <a:gd fmla="*/ 2111216 w 3792569" name="connsiteX596"/>
                  <a:gd fmla="*/ 1058799 h 4750498" name="connsiteY596"/>
                  <a:gd fmla="*/ 2110550 w 3792569" name="connsiteX597"/>
                  <a:gd fmla="*/ 1063752 h 4750498" name="connsiteY597"/>
                  <a:gd fmla="*/ 2088071 w 3792569" name="connsiteX598"/>
                  <a:gd fmla="*/ 1102614 h 4750498" name="connsiteY598"/>
                  <a:gd fmla="*/ 2088071 w 3792569" name="connsiteX599"/>
                  <a:gd fmla="*/ 1102805 h 4750498" name="connsiteY599"/>
                  <a:gd fmla="*/ 2082165 w 3792569" name="connsiteX600"/>
                  <a:gd fmla="*/ 1106138 h 4750498" name="connsiteY600"/>
                  <a:gd fmla="*/ 2127314 w 3792569" name="connsiteX601"/>
                  <a:gd fmla="*/ 1028414 h 4750498" name="connsiteY601"/>
                  <a:gd fmla="*/ 2123694 w 3792569" name="connsiteX602"/>
                  <a:gd fmla="*/ 1027271 h 4750498" name="connsiteY602"/>
                  <a:gd fmla="*/ 2120551 w 3792569" name="connsiteX603"/>
                  <a:gd fmla="*/ 1021651 h 4750498" name="connsiteY603"/>
                  <a:gd fmla="*/ 2121408 w 3792569" name="connsiteX604"/>
                  <a:gd fmla="*/ 1018032 h 4750498" name="connsiteY604"/>
                  <a:gd fmla="*/ 2144268 w 3792569" name="connsiteX605"/>
                  <a:gd fmla="*/ 979456 h 4750498" name="connsiteY605"/>
                  <a:gd fmla="*/ 2153507 w 3792569" name="connsiteX606"/>
                  <a:gd fmla="*/ 977170 h 4750498" name="connsiteY606"/>
                  <a:gd fmla="*/ 2156651 w 3792569" name="connsiteX607"/>
                  <a:gd fmla="*/ 981170 h 4750498" name="connsiteY607"/>
                  <a:gd fmla="*/ 2155793 w 3792569" name="connsiteX608"/>
                  <a:gd fmla="*/ 986314 h 4750498" name="connsiteY608"/>
                  <a:gd fmla="*/ 2136077 w 3792569" name="connsiteX609"/>
                  <a:gd fmla="*/ 1019747 h 4750498" name="connsiteY609"/>
                  <a:gd fmla="*/ 2132933 w 3792569" name="connsiteX610"/>
                  <a:gd fmla="*/ 1024890 h 4750498" name="connsiteY610"/>
                  <a:gd fmla="*/ 2127314 w 3792569" name="connsiteX611"/>
                  <a:gd fmla="*/ 1028414 h 4750498" name="connsiteY611"/>
                  <a:gd fmla="*/ 2173319 w 3792569" name="connsiteX612"/>
                  <a:gd fmla="*/ 951262 h 4750498" name="connsiteY612"/>
                  <a:gd fmla="*/ 2169986 w 3792569" name="connsiteX613"/>
                  <a:gd fmla="*/ 950405 h 4750498" name="connsiteY613"/>
                  <a:gd fmla="*/ 2166652 w 3792569" name="connsiteX614"/>
                  <a:gd fmla="*/ 944594 h 4750498" name="connsiteY614"/>
                  <a:gd fmla="*/ 2167795 w 3792569" name="connsiteX615"/>
                  <a:gd fmla="*/ 941260 h 4750498" name="connsiteY615"/>
                  <a:gd fmla="*/ 2191417 w 3792569" name="connsiteX616"/>
                  <a:gd fmla="*/ 902875 h 4750498" name="connsiteY616"/>
                  <a:gd fmla="*/ 2200561 w 3792569" name="connsiteX617"/>
                  <a:gd fmla="*/ 900589 h 4750498" name="connsiteY617"/>
                  <a:gd fmla="*/ 2202847 w 3792569" name="connsiteX618"/>
                  <a:gd fmla="*/ 910018 h 4750498" name="connsiteY618"/>
                  <a:gd fmla="*/ 2202371 w 3792569" name="connsiteX619"/>
                  <a:gd fmla="*/ 910495 h 4750498" name="connsiteY619"/>
                  <a:gd fmla="*/ 2179225 w 3792569" name="connsiteX620"/>
                  <a:gd fmla="*/ 948214 h 4750498" name="connsiteY620"/>
                  <a:gd fmla="*/ 2178939 w 3792569" name="connsiteX621"/>
                  <a:gd fmla="*/ 948404 h 4750498" name="connsiteY621"/>
                  <a:gd fmla="*/ 2173319 w 3792569" name="connsiteX622"/>
                  <a:gd fmla="*/ 951262 h 4750498" name="connsiteY622"/>
                  <a:gd fmla="*/ 2220849 w 3792569" name="connsiteX623"/>
                  <a:gd fmla="*/ 874967 h 4750498" name="connsiteY623"/>
                  <a:gd fmla="*/ 2217230 w 3792569" name="connsiteX624"/>
                  <a:gd fmla="*/ 874109 h 4750498" name="connsiteY624"/>
                  <a:gd fmla="*/ 2214086 w 3792569" name="connsiteX625"/>
                  <a:gd fmla="*/ 868299 h 4750498" name="connsiteY625"/>
                  <a:gd fmla="*/ 2214944 w 3792569" name="connsiteX626"/>
                  <a:gd fmla="*/ 864680 h 4750498" name="connsiteY626"/>
                  <a:gd fmla="*/ 2239137 w 3792569" name="connsiteX627"/>
                  <a:gd fmla="*/ 826960 h 4750498" name="connsiteY627"/>
                  <a:gd fmla="*/ 2248567 w 3792569" name="connsiteX628"/>
                  <a:gd fmla="*/ 824675 h 4750498" name="connsiteY628"/>
                  <a:gd fmla="*/ 2250567 w 3792569" name="connsiteX629"/>
                  <a:gd fmla="*/ 834104 h 4750498" name="connsiteY629"/>
                  <a:gd fmla="*/ 2226564 w 3792569" name="connsiteX630"/>
                  <a:gd fmla="*/ 871633 h 4750498" name="connsiteY630"/>
                  <a:gd fmla="*/ 2226278 w 3792569" name="connsiteX631"/>
                  <a:gd fmla="*/ 871823 h 4750498" name="connsiteY631"/>
                  <a:gd fmla="*/ 2220849 w 3792569" name="connsiteX632"/>
                  <a:gd fmla="*/ 874967 h 4750498" name="connsiteY632"/>
                  <a:gd fmla="*/ 3754279 w 3792569" name="connsiteX633"/>
                  <a:gd fmla="*/ 855155 h 4750498" name="connsiteY633"/>
                  <a:gd fmla="*/ 3752469 w 3792569" name="connsiteX634"/>
                  <a:gd fmla="*/ 854964 h 4750498" name="connsiteY634"/>
                  <a:gd fmla="*/ 3747802 w 3792569" name="connsiteX635"/>
                  <a:gd fmla="*/ 846677 h 4750498" name="connsiteY635"/>
                  <a:gd fmla="*/ 3752945 w 3792569" name="connsiteX636"/>
                  <a:gd fmla="*/ 827151 h 4750498" name="connsiteY636"/>
                  <a:gd fmla="*/ 3761042 w 3792569" name="connsiteX637"/>
                  <a:gd fmla="*/ 822198 h 4750498" name="connsiteY637"/>
                  <a:gd fmla="*/ 3766185 w 3792569" name="connsiteX638"/>
                  <a:gd fmla="*/ 828675 h 4750498" name="connsiteY638"/>
                  <a:gd fmla="*/ 3765899 w 3792569" name="connsiteX639"/>
                  <a:gd fmla="*/ 830485 h 4750498" name="connsiteY639"/>
                  <a:gd fmla="*/ 3760756 w 3792569" name="connsiteX640"/>
                  <a:gd fmla="*/ 850201 h 4750498" name="connsiteY640"/>
                  <a:gd fmla="*/ 3754279 w 3792569" name="connsiteX641"/>
                  <a:gd fmla="*/ 855155 h 4750498" name="connsiteY641"/>
                  <a:gd fmla="*/ 2269522 w 3792569" name="connsiteX642"/>
                  <a:gd fmla="*/ 799529 h 4750498" name="connsiteY642"/>
                  <a:gd fmla="*/ 2265712 w 3792569" name="connsiteX643"/>
                  <a:gd fmla="*/ 798385 h 4750498" name="connsiteY643"/>
                  <a:gd fmla="*/ 2262759 w 3792569" name="connsiteX644"/>
                  <a:gd fmla="*/ 792766 h 4750498" name="connsiteY644"/>
                  <a:gd fmla="*/ 2263616 w 3792569" name="connsiteX645"/>
                  <a:gd fmla="*/ 789432 h 4750498" name="connsiteY645"/>
                  <a:gd fmla="*/ 2263807 w 3792569" name="connsiteX646"/>
                  <a:gd fmla="*/ 789242 h 4750498" name="connsiteY646"/>
                  <a:gd fmla="*/ 2264283 w 3792569" name="connsiteX647"/>
                  <a:gd fmla="*/ 788575 h 4750498" name="connsiteY647"/>
                  <a:gd fmla="*/ 2288763 w 3792569" name="connsiteX648"/>
                  <a:gd fmla="*/ 751713 h 4750498" name="connsiteY648"/>
                  <a:gd fmla="*/ 2298192 w 3792569" name="connsiteX649"/>
                  <a:gd fmla="*/ 749903 h 4750498" name="connsiteY649"/>
                  <a:gd fmla="*/ 2300002 w 3792569" name="connsiteX650"/>
                  <a:gd fmla="*/ 759143 h 4750498" name="connsiteY650"/>
                  <a:gd fmla="*/ 2275047 w 3792569" name="connsiteX651"/>
                  <a:gd fmla="*/ 796576 h 4750498" name="connsiteY651"/>
                  <a:gd fmla="*/ 2269522 w 3792569" name="connsiteX652"/>
                  <a:gd fmla="*/ 799529 h 4750498" name="connsiteY652"/>
                  <a:gd fmla="*/ 3769328 w 3792569" name="connsiteX653"/>
                  <a:gd fmla="*/ 791623 h 4750498" name="connsiteY653"/>
                  <a:gd fmla="*/ 3768185 w 3792569" name="connsiteX654"/>
                  <a:gd fmla="*/ 791623 h 4750498" name="connsiteY654"/>
                  <a:gd fmla="*/ 3763709 w 3792569" name="connsiteX655"/>
                  <a:gd fmla="*/ 788670 h 4750498" name="connsiteY655"/>
                  <a:gd fmla="*/ 3762851 w 3792569" name="connsiteX656"/>
                  <a:gd fmla="*/ 783717 h 4750498" name="connsiteY656"/>
                  <a:gd fmla="*/ 3770472 w 3792569" name="connsiteX657"/>
                  <a:gd fmla="*/ 739711 h 4750498" name="connsiteY657"/>
                  <a:gd fmla="*/ 3778091 w 3792569" name="connsiteX658"/>
                  <a:gd fmla="*/ 734092 h 4750498" name="connsiteY658"/>
                  <a:gd fmla="*/ 3783902 w 3792569" name="connsiteX659"/>
                  <a:gd fmla="*/ 740569 h 4750498" name="connsiteY659"/>
                  <a:gd fmla="*/ 3783902 w 3792569" name="connsiteX660"/>
                  <a:gd fmla="*/ 741712 h 4750498" name="connsiteY660"/>
                  <a:gd fmla="*/ 3775996 w 3792569" name="connsiteX661"/>
                  <a:gd fmla="*/ 786193 h 4750498" name="connsiteY661"/>
                  <a:gd fmla="*/ 3769328 w 3792569" name="connsiteX662"/>
                  <a:gd fmla="*/ 791623 h 4750498" name="connsiteY662"/>
                  <a:gd fmla="*/ 2319814 w 3792569" name="connsiteX663"/>
                  <a:gd fmla="*/ 725043 h 4750498" name="connsiteY663"/>
                  <a:gd fmla="*/ 2316004 w 3792569" name="connsiteX664"/>
                  <a:gd fmla="*/ 723900 h 4750498" name="connsiteY664"/>
                  <a:gd fmla="*/ 2313051 w 3792569" name="connsiteX665"/>
                  <a:gd fmla="*/ 718280 h 4750498" name="connsiteY665"/>
                  <a:gd fmla="*/ 2314194 w 3792569" name="connsiteX666"/>
                  <a:gd fmla="*/ 714947 h 4750498" name="connsiteY666"/>
                  <a:gd fmla="*/ 2314194 w 3792569" name="connsiteX667"/>
                  <a:gd fmla="*/ 714470 h 4750498" name="connsiteY667"/>
                  <a:gd fmla="*/ 2314670 w 3792569" name="connsiteX668"/>
                  <a:gd fmla="*/ 713994 h 4750498" name="connsiteY668"/>
                  <a:gd fmla="*/ 2340007 w 3792569" name="connsiteX669"/>
                  <a:gd fmla="*/ 677609 h 4750498" name="connsiteY669"/>
                  <a:gd fmla="*/ 2349437 w 3792569" name="connsiteX670"/>
                  <a:gd fmla="*/ 675989 h 4750498" name="connsiteY670"/>
                  <a:gd fmla="*/ 2351056 w 3792569" name="connsiteX671"/>
                  <a:gd fmla="*/ 685419 h 4750498" name="connsiteY671"/>
                  <a:gd fmla="*/ 2325434 w 3792569" name="connsiteX672"/>
                  <a:gd fmla="*/ 721995 h 4750498" name="connsiteY672"/>
                  <a:gd fmla="*/ 2319814 w 3792569" name="connsiteX673"/>
                  <a:gd fmla="*/ 725043 h 4750498" name="connsiteY673"/>
                  <a:gd fmla="*/ 3782568 w 3792569" name="connsiteX674"/>
                  <a:gd fmla="*/ 703040 h 4750498" name="connsiteY674"/>
                  <a:gd fmla="*/ 3781901 w 3792569" name="connsiteX675"/>
                  <a:gd fmla="*/ 703040 h 4750498" name="connsiteY675"/>
                  <a:gd fmla="*/ 3777425 w 3792569" name="connsiteX676"/>
                  <a:gd fmla="*/ 700564 h 4750498" name="connsiteY676"/>
                  <a:gd fmla="*/ 3775805 w 3792569" name="connsiteX677"/>
                  <a:gd fmla="*/ 695611 h 4750498" name="connsiteY677"/>
                  <a:gd fmla="*/ 3778758 w 3792569" name="connsiteX678"/>
                  <a:gd fmla="*/ 651129 h 4750498" name="connsiteY678"/>
                  <a:gd fmla="*/ 3785521 w 3792569" name="connsiteX679"/>
                  <a:gd fmla="*/ 644652 h 4750498" name="connsiteY679"/>
                  <a:gd fmla="*/ 3792284 w 3792569" name="connsiteX680"/>
                  <a:gd fmla="*/ 651415 h 4750498" name="connsiteY680"/>
                  <a:gd fmla="*/ 3792284 w 3792569" name="connsiteX681"/>
                  <a:gd fmla="*/ 651605 h 4750498" name="connsiteY681"/>
                  <a:gd fmla="*/ 3789331 w 3792569" name="connsiteX682"/>
                  <a:gd fmla="*/ 696944 h 4750498" name="connsiteY682"/>
                  <a:gd fmla="*/ 3782568 w 3792569" name="connsiteX683"/>
                  <a:gd fmla="*/ 703040 h 4750498" name="connsiteY683"/>
                  <a:gd fmla="*/ 2371725 w 3792569" name="connsiteX684"/>
                  <a:gd fmla="*/ 651796 h 4750498" name="connsiteY684"/>
                  <a:gd fmla="*/ 2367915 w 3792569" name="connsiteX685"/>
                  <a:gd fmla="*/ 650462 h 4750498" name="connsiteY685"/>
                  <a:gd fmla="*/ 2364963 w 3792569" name="connsiteX686"/>
                  <a:gd fmla="*/ 645128 h 4750498" name="connsiteY686"/>
                  <a:gd fmla="*/ 2366296 w 3792569" name="connsiteX687"/>
                  <a:gd fmla="*/ 641128 h 4750498" name="connsiteY687"/>
                  <a:gd fmla="*/ 2392775 w 3792569" name="connsiteX688"/>
                  <a:gd fmla="*/ 604742 h 4750498" name="connsiteY688"/>
                  <a:gd fmla="*/ 2402205 w 3792569" name="connsiteX689"/>
                  <a:gd fmla="*/ 603409 h 4750498" name="connsiteY689"/>
                  <a:gd fmla="*/ 2403824 w 3792569" name="connsiteX690"/>
                  <a:gd fmla="*/ 612838 h 4750498" name="connsiteY690"/>
                  <a:gd fmla="*/ 2377059 w 3792569" name="connsiteX691"/>
                  <a:gd fmla="*/ 648938 h 4750498" name="connsiteY691"/>
                  <a:gd fmla="*/ 2371725 w 3792569" name="connsiteX692"/>
                  <a:gd fmla="*/ 651796 h 4750498" name="connsiteY692"/>
                  <a:gd fmla="*/ 3785997 w 3792569" name="connsiteX693"/>
                  <a:gd fmla="*/ 613220 h 4750498" name="connsiteY693"/>
                  <a:gd fmla="*/ 3785807 w 3792569" name="connsiteX694"/>
                  <a:gd fmla="*/ 613220 h 4750498" name="connsiteY694"/>
                  <a:gd fmla="*/ 3779044 w 3792569" name="connsiteX695"/>
                  <a:gd fmla="*/ 606743 h 4750498" name="connsiteY695"/>
                  <a:gd fmla="*/ 3776853 w 3792569" name="connsiteX696"/>
                  <a:gd fmla="*/ 562261 h 4750498" name="connsiteY696"/>
                  <a:gd fmla="*/ 3776853 w 3792569" name="connsiteX697"/>
                  <a:gd fmla="*/ 561594 h 4750498" name="connsiteY697"/>
                  <a:gd fmla="*/ 3782949 w 3792569" name="connsiteX698"/>
                  <a:gd fmla="*/ 555117 h 4750498" name="connsiteY698"/>
                  <a:gd fmla="*/ 3790093 w 3792569" name="connsiteX699"/>
                  <a:gd fmla="*/ 561213 h 4750498" name="connsiteY699"/>
                  <a:gd fmla="*/ 3792569 w 3792569" name="connsiteX700"/>
                  <a:gd fmla="*/ 606552 h 4750498" name="connsiteY700"/>
                  <a:gd fmla="*/ 3785997 w 3792569" name="connsiteX701"/>
                  <a:gd fmla="*/ 613220 h 4750498" name="connsiteY701"/>
                  <a:gd fmla="*/ 3785997 w 3792569" name="connsiteX702"/>
                  <a:gd fmla="*/ 613220 h 4750498" name="connsiteY702"/>
                  <a:gd fmla="*/ 2425351 w 3792569" name="connsiteX703"/>
                  <a:gd fmla="*/ 579787 h 4750498" name="connsiteY703"/>
                  <a:gd fmla="*/ 2421350 w 3792569" name="connsiteX704"/>
                  <a:gd fmla="*/ 578263 h 4750498" name="connsiteY704"/>
                  <a:gd fmla="*/ 2418683 w 3792569" name="connsiteX705"/>
                  <a:gd fmla="*/ 572834 h 4750498" name="connsiteY705"/>
                  <a:gd fmla="*/ 2420017 w 3792569" name="connsiteX706"/>
                  <a:gd fmla="*/ 569024 h 4750498" name="connsiteY706"/>
                  <a:gd fmla="*/ 2420017 w 3792569" name="connsiteX707"/>
                  <a:gd fmla="*/ 568833 h 4750498" name="connsiteY707"/>
                  <a:gd fmla="*/ 2420493 w 3792569" name="connsiteX708"/>
                  <a:gd fmla="*/ 568357 h 4750498" name="connsiteY708"/>
                  <a:gd fmla="*/ 2447639 w 3792569" name="connsiteX709"/>
                  <a:gd fmla="*/ 533305 h 4750498" name="connsiteY709"/>
                  <a:gd fmla="*/ 2457069 w 3792569" name="connsiteX710"/>
                  <a:gd fmla="*/ 532162 h 4750498" name="connsiteY710"/>
                  <a:gd fmla="*/ 2458212 w 3792569" name="connsiteX711"/>
                  <a:gd fmla="*/ 541592 h 4750498" name="connsiteY711"/>
                  <a:gd fmla="*/ 2430875 w 3792569" name="connsiteX712"/>
                  <a:gd fmla="*/ 577025 h 4750498" name="connsiteY712"/>
                  <a:gd fmla="*/ 2425351 w 3792569" name="connsiteX713"/>
                  <a:gd fmla="*/ 579787 h 4750498" name="connsiteY713"/>
                  <a:gd fmla="*/ 3778091 w 3792569" name="connsiteX714"/>
                  <a:gd fmla="*/ 523875 h 4750498" name="connsiteY714"/>
                  <a:gd fmla="*/ 3771614 w 3792569" name="connsiteX715"/>
                  <a:gd fmla="*/ 518255 h 4750498" name="connsiteY715"/>
                  <a:gd fmla="*/ 3763804 w 3792569" name="connsiteX716"/>
                  <a:gd fmla="*/ 474440 h 4750498" name="connsiteY716"/>
                  <a:gd fmla="*/ 3763613 w 3792569" name="connsiteX717"/>
                  <a:gd fmla="*/ 473107 h 4750498" name="connsiteY717"/>
                  <a:gd fmla="*/ 3769043 w 3792569" name="connsiteX718"/>
                  <a:gd fmla="*/ 466344 h 4750498" name="connsiteY718"/>
                  <a:gd fmla="*/ 3776853 w 3792569" name="connsiteX719"/>
                  <a:gd fmla="*/ 471488 h 4750498" name="connsiteY719"/>
                  <a:gd fmla="*/ 3784949 w 3792569" name="connsiteX720"/>
                  <a:gd fmla="*/ 516160 h 4750498" name="connsiteY720"/>
                  <a:gd fmla="*/ 3779330 w 3792569" name="connsiteX721"/>
                  <a:gd fmla="*/ 523780 h 4750498" name="connsiteY721"/>
                  <a:gd fmla="*/ 3778091 w 3792569" name="connsiteX722"/>
                  <a:gd fmla="*/ 523875 h 4750498" name="connsiteY722"/>
                  <a:gd fmla="*/ 2480977 w 3792569" name="connsiteX723"/>
                  <a:gd fmla="*/ 509111 h 4750498" name="connsiteY723"/>
                  <a:gd fmla="*/ 2476691 w 3792569" name="connsiteX724"/>
                  <a:gd fmla="*/ 507587 h 4750498" name="connsiteY724"/>
                  <a:gd fmla="*/ 2474214 w 3792569" name="connsiteX725"/>
                  <a:gd fmla="*/ 502444 h 4750498" name="connsiteY725"/>
                  <a:gd fmla="*/ 2475833 w 3792569" name="connsiteX726"/>
                  <a:gd fmla="*/ 498157 h 4750498" name="connsiteY726"/>
                  <a:gd fmla="*/ 2504313 w 3792569" name="connsiteX727"/>
                  <a:gd fmla="*/ 463582 h 4750498" name="connsiteY727"/>
                  <a:gd fmla="*/ 2513933 w 3792569" name="connsiteX728"/>
                  <a:gd fmla="*/ 462725 h 4750498" name="connsiteY728"/>
                  <a:gd fmla="*/ 2516124 w 3792569" name="connsiteX729"/>
                  <a:gd fmla="*/ 467201 h 4750498" name="connsiteY729"/>
                  <a:gd fmla="*/ 2514505 w 3792569" name="connsiteX730"/>
                  <a:gd fmla="*/ 472154 h 4750498" name="connsiteY730"/>
                  <a:gd fmla="*/ 2486025 w 3792569" name="connsiteX731"/>
                  <a:gd fmla="*/ 506730 h 4750498" name="connsiteY731"/>
                  <a:gd fmla="*/ 2480977 w 3792569" name="connsiteX732"/>
                  <a:gd fmla="*/ 509111 h 4750498" name="connsiteY732"/>
                  <a:gd fmla="*/ 2538698 w 3792569" name="connsiteX733"/>
                  <a:gd fmla="*/ 440436 h 4750498" name="connsiteY733"/>
                  <a:gd fmla="*/ 2534222 w 3792569" name="connsiteX734"/>
                  <a:gd fmla="*/ 438912 h 4750498" name="connsiteY734"/>
                  <a:gd fmla="*/ 2532031 w 3792569" name="connsiteX735"/>
                  <a:gd fmla="*/ 433769 h 4750498" name="connsiteY735"/>
                  <a:gd fmla="*/ 2533841 w 3792569" name="connsiteX736"/>
                  <a:gd fmla="*/ 429292 h 4750498" name="connsiteY736"/>
                  <a:gd fmla="*/ 2563654 w 3792569" name="connsiteX737"/>
                  <a:gd fmla="*/ 395669 h 4750498" name="connsiteY737"/>
                  <a:gd fmla="*/ 2573084 w 3792569" name="connsiteX738"/>
                  <a:gd fmla="*/ 395192 h 4750498" name="connsiteY738"/>
                  <a:gd fmla="*/ 2575274 w 3792569" name="connsiteX739"/>
                  <a:gd fmla="*/ 399955 h 4750498" name="connsiteY739"/>
                  <a:gd fmla="*/ 2573465 w 3792569" name="connsiteX740"/>
                  <a:gd fmla="*/ 404622 h 4750498" name="connsiteY740"/>
                  <a:gd fmla="*/ 2543842 w 3792569" name="connsiteX741"/>
                  <a:gd fmla="*/ 438245 h 4750498" name="connsiteY741"/>
                  <a:gd fmla="*/ 2538698 w 3792569" name="connsiteX742"/>
                  <a:gd fmla="*/ 440436 h 4750498" name="connsiteY742"/>
                  <a:gd fmla="*/ 3759518 w 3792569" name="connsiteX743"/>
                  <a:gd fmla="*/ 436150 h 4750498" name="connsiteY743"/>
                  <a:gd fmla="*/ 3753041 w 3792569" name="connsiteX744"/>
                  <a:gd fmla="*/ 431482 h 4750498" name="connsiteY744"/>
                  <a:gd fmla="*/ 3739801 w 3792569" name="connsiteX745"/>
                  <a:gd fmla="*/ 389096 h 4750498" name="connsiteY745"/>
                  <a:gd fmla="*/ 3739325 w 3792569" name="connsiteX746"/>
                  <a:gd fmla="*/ 386810 h 4750498" name="connsiteY746"/>
                  <a:gd fmla="*/ 3743801 w 3792569" name="connsiteX747"/>
                  <a:gd fmla="*/ 380333 h 4750498" name="connsiteY747"/>
                  <a:gd fmla="*/ 3752374 w 3792569" name="connsiteX748"/>
                  <a:gd fmla="*/ 384619 h 4750498" name="connsiteY748"/>
                  <a:gd fmla="*/ 3766090 w 3792569" name="connsiteX749"/>
                  <a:gd fmla="*/ 427673 h 4750498" name="connsiteY749"/>
                  <a:gd fmla="*/ 3761423 w 3792569" name="connsiteX750"/>
                  <a:gd fmla="*/ 435959 h 4750498" name="connsiteY750"/>
                  <a:gd fmla="*/ 3759518 w 3792569" name="connsiteX751"/>
                  <a:gd fmla="*/ 436150 h 4750498" name="connsiteY751"/>
                  <a:gd fmla="*/ 2599087 w 3792569" name="connsiteX752"/>
                  <a:gd fmla="*/ 373761 h 4750498" name="connsiteY752"/>
                  <a:gd fmla="*/ 2599087 w 3792569" name="connsiteX753"/>
                  <a:gd fmla="*/ 373761 h 4750498" name="connsiteY753"/>
                  <a:gd fmla="*/ 2594420 w 3792569" name="connsiteX754"/>
                  <a:gd fmla="*/ 371951 h 4750498" name="connsiteY754"/>
                  <a:gd fmla="*/ 2592134 w 3792569" name="connsiteX755"/>
                  <a:gd fmla="*/ 366808 h 4750498" name="connsiteY755"/>
                  <a:gd fmla="*/ 2594134 w 3792569" name="connsiteX756"/>
                  <a:gd fmla="*/ 362331 h 4750498" name="connsiteY756"/>
                  <a:gd fmla="*/ 2625376 w 3792569" name="connsiteX757"/>
                  <a:gd fmla="*/ 330041 h 4750498" name="connsiteY757"/>
                  <a:gd fmla="*/ 2634806 w 3792569" name="connsiteX758"/>
                  <a:gd fmla="*/ 329851 h 4750498" name="connsiteY758"/>
                  <a:gd fmla="*/ 2636806 w 3792569" name="connsiteX759"/>
                  <a:gd fmla="*/ 334518 h 4750498" name="connsiteY759"/>
                  <a:gd fmla="*/ 2634806 w 3792569" name="connsiteX760"/>
                  <a:gd fmla="*/ 339471 h 4750498" name="connsiteY760"/>
                  <a:gd fmla="*/ 2603849 w 3792569" name="connsiteX761"/>
                  <a:gd fmla="*/ 371570 h 4750498" name="connsiteY761"/>
                  <a:gd fmla="*/ 2599087 w 3792569" name="connsiteX762"/>
                  <a:gd fmla="*/ 373761 h 4750498" name="connsiteY762"/>
                  <a:gd fmla="*/ 3729895 w 3792569" name="connsiteX763"/>
                  <a:gd fmla="*/ 351473 h 4750498" name="connsiteY763"/>
                  <a:gd fmla="*/ 3723608 w 3792569" name="connsiteX764"/>
                  <a:gd fmla="*/ 347472 h 4750498" name="connsiteY764"/>
                  <a:gd fmla="*/ 3704749 w 3792569" name="connsiteX765"/>
                  <a:gd fmla="*/ 307086 h 4750498" name="connsiteY765"/>
                  <a:gd fmla="*/ 3704749 w 3792569" name="connsiteX766"/>
                  <a:gd fmla="*/ 306896 h 4750498" name="connsiteY766"/>
                  <a:gd fmla="*/ 3704082 w 3792569" name="connsiteX767"/>
                  <a:gd fmla="*/ 304228 h 4750498" name="connsiteY767"/>
                  <a:gd fmla="*/ 3707892 w 3792569" name="connsiteX768"/>
                  <a:gd fmla="*/ 298132 h 4750498" name="connsiteY768"/>
                  <a:gd fmla="*/ 3716846 w 3792569" name="connsiteX769"/>
                  <a:gd fmla="*/ 300800 h 4750498" name="connsiteY769"/>
                  <a:gd fmla="*/ 3716846 w 3792569" name="connsiteX770"/>
                  <a:gd fmla="*/ 300990 h 4750498" name="connsiteY770"/>
                  <a:gd fmla="*/ 3717036 w 3792569" name="connsiteX771"/>
                  <a:gd fmla="*/ 301466 h 4750498" name="connsiteY771"/>
                  <a:gd fmla="*/ 3735896 w 3792569" name="connsiteX772"/>
                  <a:gd fmla="*/ 342328 h 4750498" name="connsiteY772"/>
                  <a:gd fmla="*/ 3732276 w 3792569" name="connsiteX773"/>
                  <a:gd fmla="*/ 351092 h 4750498" name="connsiteY773"/>
                  <a:gd fmla="*/ 3729895 w 3792569" name="connsiteX774"/>
                  <a:gd fmla="*/ 351473 h 4750498" name="connsiteY774"/>
                  <a:gd fmla="*/ 2661952 w 3792569" name="connsiteX775"/>
                  <a:gd fmla="*/ 309753 h 4750498" name="connsiteY775"/>
                  <a:gd fmla="*/ 2656999 w 3792569" name="connsiteX776"/>
                  <a:gd fmla="*/ 307753 h 4750498" name="connsiteY776"/>
                  <a:gd fmla="*/ 2655189 w 3792569" name="connsiteX777"/>
                  <a:gd fmla="*/ 302800 h 4750498" name="connsiteY777"/>
                  <a:gd fmla="*/ 2657189 w 3792569" name="connsiteX778"/>
                  <a:gd fmla="*/ 298037 h 4750498" name="connsiteY778"/>
                  <a:gd fmla="*/ 2689955 w 3792569" name="connsiteX779"/>
                  <a:gd fmla="*/ 267081 h 4750498" name="connsiteY779"/>
                  <a:gd fmla="*/ 2699385 w 3792569" name="connsiteX780"/>
                  <a:gd fmla="*/ 267557 h 4750498" name="connsiteY780"/>
                  <a:gd fmla="*/ 2698909 w 3792569" name="connsiteX781"/>
                  <a:gd fmla="*/ 276987 h 4750498" name="connsiteY781"/>
                  <a:gd fmla="*/ 2666810 w 3792569" name="connsiteX782"/>
                  <a:gd fmla="*/ 307467 h 4750498" name="connsiteY782"/>
                  <a:gd fmla="*/ 2666619 w 3792569" name="connsiteX783"/>
                  <a:gd fmla="*/ 307657 h 4750498" name="connsiteY783"/>
                  <a:gd fmla="*/ 2661952 w 3792569" name="connsiteX784"/>
                  <a:gd fmla="*/ 309753 h 4750498" name="connsiteY784"/>
                  <a:gd fmla="*/ 3689414 w 3792569" name="connsiteX785"/>
                  <a:gd fmla="*/ 271367 h 4750498" name="connsiteY785"/>
                  <a:gd fmla="*/ 3683603 w 3792569" name="connsiteX786"/>
                  <a:gd fmla="*/ 268034 h 4750498" name="connsiteY786"/>
                  <a:gd fmla="*/ 3659791 w 3792569" name="connsiteX787"/>
                  <a:gd fmla="*/ 230505 h 4750498" name="connsiteY787"/>
                  <a:gd fmla="*/ 3658648 w 3792569" name="connsiteX788"/>
                  <a:gd fmla="*/ 226695 h 4750498" name="connsiteY788"/>
                  <a:gd fmla="*/ 3661601 w 3792569" name="connsiteX789"/>
                  <a:gd fmla="*/ 221075 h 4750498" name="connsiteY789"/>
                  <a:gd fmla="*/ 3671030 w 3792569" name="connsiteX790"/>
                  <a:gd fmla="*/ 222885 h 4750498" name="connsiteY790"/>
                  <a:gd fmla="*/ 3695319 w 3792569" name="connsiteX791"/>
                  <a:gd fmla="*/ 261271 h 4750498" name="connsiteY791"/>
                  <a:gd fmla="*/ 3695986 w 3792569" name="connsiteX792"/>
                  <a:gd fmla="*/ 266414 h 4750498" name="connsiteY792"/>
                  <a:gd fmla="*/ 3692843 w 3792569" name="connsiteX793"/>
                  <a:gd fmla="*/ 270415 h 4750498" name="connsiteY793"/>
                  <a:gd fmla="*/ 3689414 w 3792569" name="connsiteX794"/>
                  <a:gd fmla="*/ 271367 h 4750498" name="connsiteY794"/>
                  <a:gd fmla="*/ 2727865 w 3792569" name="connsiteX795"/>
                  <a:gd fmla="*/ 248698 h 4750498" name="connsiteY795"/>
                  <a:gd fmla="*/ 2722722 w 3792569" name="connsiteX796"/>
                  <a:gd fmla="*/ 246412 h 4750498" name="connsiteY796"/>
                  <a:gd fmla="*/ 2721102 w 3792569" name="connsiteX797"/>
                  <a:gd fmla="*/ 241935 h 4750498" name="connsiteY797"/>
                  <a:gd fmla="*/ 2723388 w 3792569" name="connsiteX798"/>
                  <a:gd fmla="*/ 236982 h 4750498" name="connsiteY798"/>
                  <a:gd fmla="*/ 2757678 w 3792569" name="connsiteX799"/>
                  <a:gd fmla="*/ 207836 h 4750498" name="connsiteY799"/>
                  <a:gd fmla="*/ 2767108 w 3792569" name="connsiteX800"/>
                  <a:gd fmla="*/ 208693 h 4750498" name="connsiteY800"/>
                  <a:gd fmla="*/ 2766251 w 3792569" name="connsiteX801"/>
                  <a:gd fmla="*/ 218123 h 4750498" name="connsiteY801"/>
                  <a:gd fmla="*/ 2732342 w 3792569" name="connsiteX802"/>
                  <a:gd fmla="*/ 247078 h 4750498" name="connsiteY802"/>
                  <a:gd fmla="*/ 2727865 w 3792569" name="connsiteX803"/>
                  <a:gd fmla="*/ 248698 h 4750498" name="connsiteY803"/>
                  <a:gd fmla="*/ 3639217 w 3792569" name="connsiteX804"/>
                  <a:gd fmla="*/ 197072 h 4750498" name="connsiteY804"/>
                  <a:gd fmla="*/ 3633788 w 3792569" name="connsiteX805"/>
                  <a:gd fmla="*/ 194405 h 4750498" name="connsiteY805"/>
                  <a:gd fmla="*/ 3605498 w 3792569" name="connsiteX806"/>
                  <a:gd fmla="*/ 160306 h 4750498" name="connsiteY806"/>
                  <a:gd fmla="*/ 3603689 w 3792569" name="connsiteX807"/>
                  <a:gd fmla="*/ 155638 h 4750498" name="connsiteY807"/>
                  <a:gd fmla="*/ 3605880 w 3792569" name="connsiteX808"/>
                  <a:gd fmla="*/ 150686 h 4750498" name="connsiteY808"/>
                  <a:gd fmla="*/ 3615500 w 3792569" name="connsiteX809"/>
                  <a:gd fmla="*/ 151352 h 4750498" name="connsiteY809"/>
                  <a:gd fmla="*/ 3644456 w 3792569" name="connsiteX810"/>
                  <a:gd fmla="*/ 186119 h 4750498" name="connsiteY810"/>
                  <a:gd fmla="*/ 3643122 w 3792569" name="connsiteX811"/>
                  <a:gd fmla="*/ 195548 h 4750498" name="connsiteY811"/>
                  <a:gd fmla="*/ 3639217 w 3792569" name="connsiteX812"/>
                  <a:gd fmla="*/ 197072 h 4750498" name="connsiteY812"/>
                  <a:gd fmla="*/ 2797302 w 3792569" name="connsiteX813"/>
                  <a:gd fmla="*/ 191738 h 4750498" name="connsiteY813"/>
                  <a:gd fmla="*/ 2791873 w 3792569" name="connsiteX814"/>
                  <a:gd fmla="*/ 189262 h 4750498" name="connsiteY814"/>
                  <a:gd fmla="*/ 2790539 w 3792569" name="connsiteX815"/>
                  <a:gd fmla="*/ 185261 h 4750498" name="connsiteY815"/>
                  <a:gd fmla="*/ 2793016 w 3792569" name="connsiteX816"/>
                  <a:gd fmla="*/ 179832 h 4750498" name="connsiteY816"/>
                  <a:gd fmla="*/ 2793206 w 3792569" name="connsiteX817"/>
                  <a:gd fmla="*/ 179642 h 4750498" name="connsiteY817"/>
                  <a:gd fmla="*/ 2829306 w 3792569" name="connsiteX818"/>
                  <a:gd fmla="*/ 152971 h 4750498" name="connsiteY818"/>
                  <a:gd fmla="*/ 2838736 w 3792569" name="connsiteX819"/>
                  <a:gd fmla="*/ 154591 h 4750498" name="connsiteY819"/>
                  <a:gd fmla="*/ 2839879 w 3792569" name="connsiteX820"/>
                  <a:gd fmla="*/ 159544 h 4750498" name="connsiteY820"/>
                  <a:gd fmla="*/ 2837212 w 3792569" name="connsiteX821"/>
                  <a:gd fmla="*/ 164021 h 4750498" name="connsiteY821"/>
                  <a:gd fmla="*/ 2801303 w 3792569" name="connsiteX822"/>
                  <a:gd fmla="*/ 190500 h 4750498" name="connsiteY822"/>
                  <a:gd fmla="*/ 2797302 w 3792569" name="connsiteX823"/>
                  <a:gd fmla="*/ 191738 h 4750498" name="connsiteY823"/>
                  <a:gd fmla="*/ 2870168 w 3792569" name="connsiteX824"/>
                  <a:gd fmla="*/ 139827 h 4750498" name="connsiteY824"/>
                  <a:gd fmla="*/ 2864549 w 3792569" name="connsiteX825"/>
                  <a:gd fmla="*/ 136684 h 4750498" name="connsiteY825"/>
                  <a:gd fmla="*/ 2863406 w 3792569" name="connsiteX826"/>
                  <a:gd fmla="*/ 132874 h 4750498" name="connsiteY826"/>
                  <a:gd fmla="*/ 2866549 w 3792569" name="connsiteX827"/>
                  <a:gd fmla="*/ 127444 h 4750498" name="connsiteY827"/>
                  <a:gd fmla="*/ 2904935 w 3792569" name="connsiteX828"/>
                  <a:gd fmla="*/ 103632 h 4750498" name="connsiteY828"/>
                  <a:gd fmla="*/ 2914174 w 3792569" name="connsiteX829"/>
                  <a:gd fmla="*/ 105918 h 4750498" name="connsiteY829"/>
                  <a:gd fmla="*/ 2911697 w 3792569" name="connsiteX830"/>
                  <a:gd fmla="*/ 115157 h 4750498" name="connsiteY830"/>
                  <a:gd fmla="*/ 2873978 w 3792569" name="connsiteX831"/>
                  <a:gd fmla="*/ 138684 h 4750498" name="connsiteY831"/>
                  <a:gd fmla="*/ 2870168 w 3792569" name="connsiteX832"/>
                  <a:gd fmla="*/ 139827 h 4750498" name="connsiteY832"/>
                  <a:gd fmla="*/ 3579209 w 3792569" name="connsiteX833"/>
                  <a:gd fmla="*/ 130207 h 4750498" name="connsiteY833"/>
                  <a:gd fmla="*/ 3574542 w 3792569" name="connsiteX834"/>
                  <a:gd fmla="*/ 128206 h 4750498" name="connsiteY834"/>
                  <a:gd fmla="*/ 3545586 w 3792569" name="connsiteX835"/>
                  <a:gd fmla="*/ 104013 h 4750498" name="connsiteY835"/>
                  <a:gd fmla="*/ 3540919 w 3792569" name="connsiteX836"/>
                  <a:gd fmla="*/ 101060 h 4750498" name="connsiteY836"/>
                  <a:gd fmla="*/ 3537585 w 3792569" name="connsiteX837"/>
                  <a:gd fmla="*/ 95250 h 4750498" name="connsiteY837"/>
                  <a:gd fmla="*/ 3538728 w 3792569" name="connsiteX838"/>
                  <a:gd fmla="*/ 91916 h 4750498" name="connsiteY838"/>
                  <a:gd fmla="*/ 3547967 w 3792569" name="connsiteX839"/>
                  <a:gd fmla="*/ 89630 h 4750498" name="connsiteY839"/>
                  <a:gd fmla="*/ 3552920 w 3792569" name="connsiteX840"/>
                  <a:gd fmla="*/ 92583 h 4750498" name="connsiteY840"/>
                  <a:gd fmla="*/ 3584163 w 3792569" name="connsiteX841"/>
                  <a:gd fmla="*/ 118586 h 4750498" name="connsiteY841"/>
                  <a:gd fmla="*/ 3586163 w 3792569" name="connsiteX842"/>
                  <a:gd fmla="*/ 123253 h 4750498" name="connsiteY842"/>
                  <a:gd fmla="*/ 3584353 w 3792569" name="connsiteX843"/>
                  <a:gd fmla="*/ 127921 h 4750498" name="connsiteY843"/>
                  <a:gd fmla="*/ 3579209 w 3792569" name="connsiteX844"/>
                  <a:gd fmla="*/ 130207 h 4750498" name="connsiteY844"/>
                  <a:gd fmla="*/ 2947416 w 3792569" name="connsiteX845"/>
                  <a:gd fmla="*/ 94297 h 4750498" name="connsiteY845"/>
                  <a:gd fmla="*/ 2941606 w 3792569" name="connsiteX846"/>
                  <a:gd fmla="*/ 90678 h 4750498" name="connsiteY846"/>
                  <a:gd fmla="*/ 2940749 w 3792569" name="connsiteX847"/>
                  <a:gd fmla="*/ 87344 h 4750498" name="connsiteY847"/>
                  <a:gd fmla="*/ 2944368 w 3792569" name="connsiteX848"/>
                  <a:gd fmla="*/ 81534 h 4750498" name="connsiteY848"/>
                  <a:gd fmla="*/ 2984754 w 3792569" name="connsiteX849"/>
                  <a:gd fmla="*/ 61531 h 4750498" name="connsiteY849"/>
                  <a:gd fmla="*/ 2993708 w 3792569" name="connsiteX850"/>
                  <a:gd fmla="*/ 64865 h 4750498" name="connsiteY850"/>
                  <a:gd fmla="*/ 2990374 w 3792569" name="connsiteX851"/>
                  <a:gd fmla="*/ 73819 h 4750498" name="connsiteY851"/>
                  <a:gd fmla="*/ 2950845 w 3792569" name="connsiteX852"/>
                  <a:gd fmla="*/ 93345 h 4750498" name="connsiteY852"/>
                  <a:gd fmla="*/ 2950655 w 3792569" name="connsiteX853"/>
                  <a:gd fmla="*/ 93345 h 4750498" name="connsiteY853"/>
                  <a:gd fmla="*/ 2947416 w 3792569" name="connsiteX854"/>
                  <a:gd fmla="*/ 94297 h 4750498" name="connsiteY854"/>
                  <a:gd fmla="*/ 3505200 w 3792569" name="connsiteX855"/>
                  <a:gd fmla="*/ 79724 h 4750498" name="connsiteY855"/>
                  <a:gd fmla="*/ 3502057 w 3792569" name="connsiteX856"/>
                  <a:gd fmla="*/ 79057 h 4750498" name="connsiteY856"/>
                  <a:gd fmla="*/ 3462147 w 3792569" name="connsiteX857"/>
                  <a:gd fmla="*/ 59722 h 4750498" name="connsiteY857"/>
                  <a:gd fmla="*/ 3458051 w 3792569" name="connsiteX858"/>
                  <a:gd fmla="*/ 53435 h 4750498" name="connsiteY858"/>
                  <a:gd fmla="*/ 3458718 w 3792569" name="connsiteX859"/>
                  <a:gd fmla="*/ 50768 h 4750498" name="connsiteY859"/>
                  <a:gd fmla="*/ 3467481 w 3792569" name="connsiteX860"/>
                  <a:gd fmla="*/ 47434 h 4750498" name="connsiteY860"/>
                  <a:gd fmla="*/ 3508534 w 3792569" name="connsiteX861"/>
                  <a:gd fmla="*/ 67151 h 4750498" name="connsiteY861"/>
                  <a:gd fmla="*/ 3511677 w 3792569" name="connsiteX862"/>
                  <a:gd fmla="*/ 71152 h 4750498" name="connsiteY862"/>
                  <a:gd fmla="*/ 3511201 w 3792569" name="connsiteX863"/>
                  <a:gd fmla="*/ 76105 h 4750498" name="connsiteY863"/>
                  <a:gd fmla="*/ 3505200 w 3792569" name="connsiteX864"/>
                  <a:gd fmla="*/ 79724 h 4750498" name="connsiteY864"/>
                  <a:gd fmla="*/ 3028664 w 3792569" name="connsiteX865"/>
                  <a:gd fmla="*/ 56769 h 4750498" name="connsiteY865"/>
                  <a:gd fmla="*/ 3022378 w 3792569" name="connsiteX866"/>
                  <a:gd fmla="*/ 52483 h 4750498" name="connsiteY866"/>
                  <a:gd fmla="*/ 3021902 w 3792569" name="connsiteX867"/>
                  <a:gd fmla="*/ 49816 h 4750498" name="connsiteY867"/>
                  <a:gd fmla="*/ 3025902 w 3792569" name="connsiteX868"/>
                  <a:gd fmla="*/ 44005 h 4750498" name="connsiteY868"/>
                  <a:gd fmla="*/ 3026378 w 3792569" name="connsiteX869"/>
                  <a:gd fmla="*/ 43815 h 4750498" name="connsiteY869"/>
                  <a:gd fmla="*/ 3027045 w 3792569" name="connsiteX870"/>
                  <a:gd fmla="*/ 43624 h 4750498" name="connsiteY870"/>
                  <a:gd fmla="*/ 3068765 w 3792569" name="connsiteX871"/>
                  <a:gd fmla="*/ 28765 h 4750498" name="connsiteY871"/>
                  <a:gd fmla="*/ 3077242 w 3792569" name="connsiteX872"/>
                  <a:gd fmla="*/ 33052 h 4750498" name="connsiteY872"/>
                  <a:gd fmla="*/ 3072765 w 3792569" name="connsiteX873"/>
                  <a:gd fmla="*/ 41624 h 4750498" name="connsiteY873"/>
                  <a:gd fmla="*/ 3031046 w 3792569" name="connsiteX874"/>
                  <a:gd fmla="*/ 56483 h 4750498" name="connsiteY874"/>
                  <a:gd fmla="*/ 3028664 w 3792569" name="connsiteX875"/>
                  <a:gd fmla="*/ 56769 h 4750498" name="connsiteY875"/>
                  <a:gd fmla="*/ 3422999 w 3792569" name="connsiteX876"/>
                  <a:gd fmla="*/ 43815 h 4750498" name="connsiteY876"/>
                  <a:gd fmla="*/ 3420713 w 3792569" name="connsiteX877"/>
                  <a:gd fmla="*/ 43624 h 4750498" name="connsiteY877"/>
                  <a:gd fmla="*/ 3378518 w 3792569" name="connsiteX878"/>
                  <a:gd fmla="*/ 30575 h 4750498" name="connsiteY878"/>
                  <a:gd fmla="*/ 3373374 w 3792569" name="connsiteX879"/>
                  <a:gd fmla="*/ 24098 h 4750498" name="connsiteY879"/>
                  <a:gd fmla="*/ 3373565 w 3792569" name="connsiteX880"/>
                  <a:gd fmla="*/ 22288 h 4750498" name="connsiteY880"/>
                  <a:gd fmla="*/ 3381851 w 3792569" name="connsiteX881"/>
                  <a:gd fmla="*/ 17621 h 4750498" name="connsiteY881"/>
                  <a:gd fmla="*/ 3425190 w 3792569" name="connsiteX882"/>
                  <a:gd fmla="*/ 30861 h 4750498" name="connsiteY882"/>
                  <a:gd fmla="*/ 3429000 w 3792569" name="connsiteX883"/>
                  <a:gd fmla="*/ 34195 h 4750498" name="connsiteY883"/>
                  <a:gd fmla="*/ 3429476 w 3792569" name="connsiteX884"/>
                  <a:gd fmla="*/ 39338 h 4750498" name="connsiteY884"/>
                  <a:gd fmla="*/ 3422999 w 3792569" name="connsiteX885"/>
                  <a:gd fmla="*/ 43815 h 4750498" name="connsiteY885"/>
                  <a:gd fmla="*/ 3113913 w 3792569" name="connsiteX886"/>
                  <a:gd fmla="*/ 29623 h 4750498" name="connsiteY886"/>
                  <a:gd fmla="*/ 3107436 w 3792569" name="connsiteX887"/>
                  <a:gd fmla="*/ 24479 h 4750498" name="connsiteY887"/>
                  <a:gd fmla="*/ 3107246 w 3792569" name="connsiteX888"/>
                  <a:gd fmla="*/ 22860 h 4750498" name="connsiteY888"/>
                  <a:gd fmla="*/ 3112389 w 3792569" name="connsiteX889"/>
                  <a:gd fmla="*/ 16383 h 4750498" name="connsiteY889"/>
                  <a:gd fmla="*/ 3156585 w 3792569" name="connsiteX890"/>
                  <a:gd fmla="*/ 7429 h 4750498" name="connsiteY890"/>
                  <a:gd fmla="*/ 3164396 w 3792569" name="connsiteX891"/>
                  <a:gd fmla="*/ 13049 h 4750498" name="connsiteY891"/>
                  <a:gd fmla="*/ 3158776 w 3792569" name="connsiteX892"/>
                  <a:gd fmla="*/ 20669 h 4750498" name="connsiteY892"/>
                  <a:gd fmla="*/ 3115437 w 3792569" name="connsiteX893"/>
                  <a:gd fmla="*/ 29623 h 4750498" name="connsiteY893"/>
                  <a:gd fmla="*/ 3113913 w 3792569" name="connsiteX894"/>
                  <a:gd fmla="*/ 29623 h 4750498" name="connsiteY894"/>
                  <a:gd fmla="*/ 3336417 w 3792569" name="connsiteX895"/>
                  <a:gd fmla="*/ 21145 h 4750498" name="connsiteY895"/>
                  <a:gd fmla="*/ 3335274 w 3792569" name="connsiteX896"/>
                  <a:gd fmla="*/ 21145 h 4750498" name="connsiteY896"/>
                  <a:gd fmla="*/ 3291269 w 3792569" name="connsiteX897"/>
                  <a:gd fmla="*/ 15335 h 4750498" name="connsiteY897"/>
                  <a:gd fmla="*/ 3285173 w 3792569" name="connsiteX898"/>
                  <a:gd fmla="*/ 8858 h 4750498" name="connsiteY898"/>
                  <a:gd fmla="*/ 3285173 w 3792569" name="connsiteX899"/>
                  <a:gd fmla="*/ 8191 h 4750498" name="connsiteY899"/>
                  <a:gd fmla="*/ 3292316 w 3792569" name="connsiteX900"/>
                  <a:gd fmla="*/ 1905 h 4750498" name="connsiteY900"/>
                  <a:gd fmla="*/ 3337465 w 3792569" name="connsiteX901"/>
                  <a:gd fmla="*/ 7715 h 4750498" name="connsiteY901"/>
                  <a:gd fmla="*/ 3343085 w 3792569" name="connsiteX902"/>
                  <a:gd fmla="*/ 15526 h 4750498" name="connsiteY902"/>
                  <a:gd fmla="*/ 3336417 w 3792569" name="connsiteX903"/>
                  <a:gd fmla="*/ 21145 h 4750498" name="connsiteY903"/>
                  <a:gd fmla="*/ 3202210 w 3792569" name="connsiteX904"/>
                  <a:gd fmla="*/ 15240 h 4750498" name="connsiteY904"/>
                  <a:gd fmla="*/ 3195447 w 3792569" name="connsiteX905"/>
                  <a:gd fmla="*/ 8953 h 4750498" name="connsiteY905"/>
                  <a:gd fmla="*/ 3195447 w 3792569" name="connsiteX906"/>
                  <a:gd fmla="*/ 8287 h 4750498" name="connsiteY906"/>
                  <a:gd fmla="*/ 3201734 w 3792569" name="connsiteX907"/>
                  <a:gd fmla="*/ 1810 h 4750498" name="connsiteY907"/>
                  <a:gd fmla="*/ 3246597 w 3792569" name="connsiteX908"/>
                  <a:gd fmla="*/ 0 h 4750498" name="connsiteY908"/>
                  <a:gd fmla="*/ 3247073 w 3792569" name="connsiteX909"/>
                  <a:gd fmla="*/ 0 h 4750498" name="connsiteY909"/>
                  <a:gd fmla="*/ 3253835 w 3792569" name="connsiteX910"/>
                  <a:gd fmla="*/ 6763 h 4750498" name="connsiteY910"/>
                  <a:gd fmla="*/ 3247073 w 3792569" name="connsiteX911"/>
                  <a:gd fmla="*/ 13240 h 4750498" name="connsiteY911"/>
                  <a:gd fmla="*/ 3246597 w 3792569" name="connsiteX912"/>
                  <a:gd fmla="*/ 13240 h 4750498" name="connsiteY912"/>
                  <a:gd fmla="*/ 3202781 w 3792569" name="connsiteX913"/>
                  <a:gd fmla="*/ 15240 h 4750498" name="connsiteY913"/>
                  <a:gd fmla="*/ 3202210 w 3792569" name="connsiteX914"/>
                  <a:gd fmla="*/ 15240 h 4750498" name="connsiteY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</a:cxnLst>
                <a:rect b="b" l="l" r="r" t="t"/>
                <a:pathLst>
                  <a:path h="4750498" w="3792569">
                    <a:moveTo>
                      <a:pt x="114586" y="4750499"/>
                    </a:moveTo>
                    <a:cubicBezTo>
                      <a:pt x="102680" y="4750499"/>
                      <a:pt x="91250" y="4748213"/>
                      <a:pt x="81153" y="4743736"/>
                    </a:cubicBezTo>
                    <a:cubicBezTo>
                      <a:pt x="78486" y="4742879"/>
                      <a:pt x="76867" y="4740402"/>
                      <a:pt x="76867" y="4737450"/>
                    </a:cubicBezTo>
                    <a:cubicBezTo>
                      <a:pt x="76867" y="4736592"/>
                      <a:pt x="77057" y="4735640"/>
                      <a:pt x="77534" y="4734973"/>
                    </a:cubicBezTo>
                    <a:cubicBezTo>
                      <a:pt x="78867" y="4731639"/>
                      <a:pt x="83153" y="4730020"/>
                      <a:pt x="86297" y="4731353"/>
                    </a:cubicBezTo>
                    <a:cubicBezTo>
                      <a:pt x="98393" y="4736497"/>
                      <a:pt x="111252" y="4738307"/>
                      <a:pt x="126683" y="4736021"/>
                    </a:cubicBezTo>
                    <a:cubicBezTo>
                      <a:pt x="130493" y="4735354"/>
                      <a:pt x="133636" y="4738307"/>
                      <a:pt x="134112" y="4741831"/>
                    </a:cubicBezTo>
                    <a:cubicBezTo>
                      <a:pt x="134302" y="4743641"/>
                      <a:pt x="133922" y="4745450"/>
                      <a:pt x="132969" y="4746784"/>
                    </a:cubicBezTo>
                    <a:cubicBezTo>
                      <a:pt x="131826" y="4748308"/>
                      <a:pt x="130302" y="4749261"/>
                      <a:pt x="128492" y="4749451"/>
                    </a:cubicBezTo>
                    <a:cubicBezTo>
                      <a:pt x="123444" y="4750308"/>
                      <a:pt x="118872" y="4750499"/>
                      <a:pt x="114586" y="4750499"/>
                    </a:cubicBezTo>
                    <a:close/>
                    <a:moveTo>
                      <a:pt x="170021" y="4736402"/>
                    </a:moveTo>
                    <a:cubicBezTo>
                      <a:pt x="167354" y="4736402"/>
                      <a:pt x="165068" y="4734878"/>
                      <a:pt x="163925" y="4732592"/>
                    </a:cubicBezTo>
                    <a:cubicBezTo>
                      <a:pt x="163449" y="4731734"/>
                      <a:pt x="163259" y="4730591"/>
                      <a:pt x="163259" y="4729639"/>
                    </a:cubicBezTo>
                    <a:cubicBezTo>
                      <a:pt x="163259" y="4726972"/>
                      <a:pt x="164878" y="4724686"/>
                      <a:pt x="167069" y="4723543"/>
                    </a:cubicBezTo>
                    <a:cubicBezTo>
                      <a:pt x="178975" y="4717923"/>
                      <a:pt x="191738" y="4710494"/>
                      <a:pt x="204788" y="4701540"/>
                    </a:cubicBezTo>
                    <a:cubicBezTo>
                      <a:pt x="207931" y="4699540"/>
                      <a:pt x="212217" y="4700397"/>
                      <a:pt x="214217" y="4703350"/>
                    </a:cubicBezTo>
                    <a:cubicBezTo>
                      <a:pt x="216218" y="4706493"/>
                      <a:pt x="215551" y="4710494"/>
                      <a:pt x="212408" y="4712780"/>
                    </a:cubicBezTo>
                    <a:cubicBezTo>
                      <a:pt x="198692" y="4722209"/>
                      <a:pt x="185452" y="4729830"/>
                      <a:pt x="172879" y="4735640"/>
                    </a:cubicBezTo>
                    <a:cubicBezTo>
                      <a:pt x="172117" y="4736116"/>
                      <a:pt x="170974" y="4736402"/>
                      <a:pt x="170021" y="4736402"/>
                    </a:cubicBezTo>
                    <a:close/>
                    <a:moveTo>
                      <a:pt x="49340" y="4716399"/>
                    </a:moveTo>
                    <a:cubicBezTo>
                      <a:pt x="47339" y="4716399"/>
                      <a:pt x="45339" y="4715542"/>
                      <a:pt x="44006" y="4713732"/>
                    </a:cubicBezTo>
                    <a:cubicBezTo>
                      <a:pt x="35433" y="4702493"/>
                      <a:pt x="28099" y="4688586"/>
                      <a:pt x="22003" y="4672680"/>
                    </a:cubicBezTo>
                    <a:cubicBezTo>
                      <a:pt x="21812" y="4671822"/>
                      <a:pt x="21812" y="4671155"/>
                      <a:pt x="21527" y="4670203"/>
                    </a:cubicBezTo>
                    <a:cubicBezTo>
                      <a:pt x="21527" y="4667536"/>
                      <a:pt x="23336" y="4665059"/>
                      <a:pt x="26003" y="4663916"/>
                    </a:cubicBezTo>
                    <a:cubicBezTo>
                      <a:pt x="29337" y="4662773"/>
                      <a:pt x="33433" y="4664393"/>
                      <a:pt x="34576" y="4667727"/>
                    </a:cubicBezTo>
                    <a:cubicBezTo>
                      <a:pt x="40386" y="4682776"/>
                      <a:pt x="47149" y="4695349"/>
                      <a:pt x="54769" y="4705636"/>
                    </a:cubicBezTo>
                    <a:cubicBezTo>
                      <a:pt x="56960" y="4708589"/>
                      <a:pt x="56388" y="4712780"/>
                      <a:pt x="53435" y="4715066"/>
                    </a:cubicBezTo>
                    <a:cubicBezTo>
                      <a:pt x="52197" y="4715923"/>
                      <a:pt x="50864" y="4716399"/>
                      <a:pt x="49340" y="4716399"/>
                    </a:cubicBezTo>
                    <a:close/>
                    <a:moveTo>
                      <a:pt x="244412" y="4686777"/>
                    </a:moveTo>
                    <a:cubicBezTo>
                      <a:pt x="242411" y="4686777"/>
                      <a:pt x="240411" y="4685919"/>
                      <a:pt x="239268" y="4684300"/>
                    </a:cubicBezTo>
                    <a:cubicBezTo>
                      <a:pt x="238125" y="4683157"/>
                      <a:pt x="237744" y="4681633"/>
                      <a:pt x="237744" y="4680014"/>
                    </a:cubicBezTo>
                    <a:cubicBezTo>
                      <a:pt x="237458" y="4678014"/>
                      <a:pt x="238411" y="4676204"/>
                      <a:pt x="239935" y="4674870"/>
                    </a:cubicBezTo>
                    <a:cubicBezTo>
                      <a:pt x="250508" y="4666107"/>
                      <a:pt x="261461" y="4656011"/>
                      <a:pt x="272891" y="4645057"/>
                    </a:cubicBezTo>
                    <a:cubicBezTo>
                      <a:pt x="275368" y="4642580"/>
                      <a:pt x="279845" y="4642771"/>
                      <a:pt x="282321" y="4645248"/>
                    </a:cubicBezTo>
                    <a:cubicBezTo>
                      <a:pt x="284988" y="4647914"/>
                      <a:pt x="284798" y="4652201"/>
                      <a:pt x="282321" y="4654868"/>
                    </a:cubicBezTo>
                    <a:cubicBezTo>
                      <a:pt x="271082" y="4665631"/>
                      <a:pt x="259842" y="4675727"/>
                      <a:pt x="248888" y="4684967"/>
                    </a:cubicBezTo>
                    <a:cubicBezTo>
                      <a:pt x="248602" y="4684967"/>
                      <a:pt x="248602" y="4685157"/>
                      <a:pt x="248602" y="4685157"/>
                    </a:cubicBezTo>
                    <a:cubicBezTo>
                      <a:pt x="247460" y="4686110"/>
                      <a:pt x="245936" y="4686777"/>
                      <a:pt x="244412" y="4686777"/>
                    </a:cubicBezTo>
                    <a:close/>
                    <a:moveTo>
                      <a:pt x="16097" y="4633818"/>
                    </a:moveTo>
                    <a:cubicBezTo>
                      <a:pt x="12954" y="4633818"/>
                      <a:pt x="10001" y="4631532"/>
                      <a:pt x="9620" y="4628388"/>
                    </a:cubicBezTo>
                    <a:cubicBezTo>
                      <a:pt x="6668" y="4614672"/>
                      <a:pt x="4477" y="4599432"/>
                      <a:pt x="2858" y="4583240"/>
                    </a:cubicBezTo>
                    <a:lnTo>
                      <a:pt x="2858" y="4583049"/>
                    </a:lnTo>
                    <a:cubicBezTo>
                      <a:pt x="2858" y="4582858"/>
                      <a:pt x="2858" y="4582858"/>
                      <a:pt x="2858" y="4582573"/>
                    </a:cubicBezTo>
                    <a:cubicBezTo>
                      <a:pt x="2858" y="4579239"/>
                      <a:pt x="5334" y="4576287"/>
                      <a:pt x="8954" y="4575810"/>
                    </a:cubicBezTo>
                    <a:cubicBezTo>
                      <a:pt x="12097" y="4575334"/>
                      <a:pt x="15716" y="4578096"/>
                      <a:pt x="16097" y="4581621"/>
                    </a:cubicBezTo>
                    <a:lnTo>
                      <a:pt x="16288" y="4581811"/>
                    </a:lnTo>
                    <a:cubicBezTo>
                      <a:pt x="16288" y="4582002"/>
                      <a:pt x="16288" y="4582287"/>
                      <a:pt x="16288" y="4582478"/>
                    </a:cubicBezTo>
                    <a:cubicBezTo>
                      <a:pt x="17907" y="4597718"/>
                      <a:pt x="19907" y="4612291"/>
                      <a:pt x="22765" y="4625531"/>
                    </a:cubicBezTo>
                    <a:cubicBezTo>
                      <a:pt x="22955" y="4627341"/>
                      <a:pt x="22574" y="4629150"/>
                      <a:pt x="21622" y="4630674"/>
                    </a:cubicBezTo>
                    <a:cubicBezTo>
                      <a:pt x="20765" y="4632008"/>
                      <a:pt x="19145" y="4633151"/>
                      <a:pt x="17335" y="4633341"/>
                    </a:cubicBezTo>
                    <a:cubicBezTo>
                      <a:pt x="17050" y="4633818"/>
                      <a:pt x="16574" y="4633818"/>
                      <a:pt x="16097" y="4633818"/>
                    </a:cubicBezTo>
                    <a:close/>
                    <a:moveTo>
                      <a:pt x="308991" y="4624769"/>
                    </a:moveTo>
                    <a:cubicBezTo>
                      <a:pt x="307181" y="4624769"/>
                      <a:pt x="305657" y="4624102"/>
                      <a:pt x="304324" y="4622959"/>
                    </a:cubicBezTo>
                    <a:cubicBezTo>
                      <a:pt x="302990" y="4621625"/>
                      <a:pt x="302323" y="4619816"/>
                      <a:pt x="302323" y="4617816"/>
                    </a:cubicBezTo>
                    <a:cubicBezTo>
                      <a:pt x="302323" y="4616291"/>
                      <a:pt x="302990" y="4614672"/>
                      <a:pt x="304133" y="4613339"/>
                    </a:cubicBezTo>
                    <a:cubicBezTo>
                      <a:pt x="314230" y="4602575"/>
                      <a:pt x="324326" y="4591622"/>
                      <a:pt x="333947" y="4580382"/>
                    </a:cubicBezTo>
                    <a:cubicBezTo>
                      <a:pt x="336423" y="4577715"/>
                      <a:pt x="340900" y="4577430"/>
                      <a:pt x="343567" y="4579716"/>
                    </a:cubicBezTo>
                    <a:cubicBezTo>
                      <a:pt x="344900" y="4580859"/>
                      <a:pt x="345567" y="4582668"/>
                      <a:pt x="345758" y="4584383"/>
                    </a:cubicBezTo>
                    <a:cubicBezTo>
                      <a:pt x="345758" y="4586193"/>
                      <a:pt x="345281" y="4587716"/>
                      <a:pt x="344234" y="4589050"/>
                    </a:cubicBezTo>
                    <a:cubicBezTo>
                      <a:pt x="333947" y="4600956"/>
                      <a:pt x="323564" y="4612196"/>
                      <a:pt x="313944" y="4622483"/>
                    </a:cubicBezTo>
                    <a:cubicBezTo>
                      <a:pt x="312611" y="4623912"/>
                      <a:pt x="310801" y="4624769"/>
                      <a:pt x="308991" y="4624769"/>
                    </a:cubicBezTo>
                    <a:close/>
                    <a:moveTo>
                      <a:pt x="368046" y="4557237"/>
                    </a:moveTo>
                    <a:cubicBezTo>
                      <a:pt x="366427" y="4557237"/>
                      <a:pt x="364903" y="4556760"/>
                      <a:pt x="363760" y="4555903"/>
                    </a:cubicBezTo>
                    <a:cubicBezTo>
                      <a:pt x="362141" y="4554569"/>
                      <a:pt x="361283" y="4552569"/>
                      <a:pt x="361283" y="4550569"/>
                    </a:cubicBezTo>
                    <a:cubicBezTo>
                      <a:pt x="361283" y="4549045"/>
                      <a:pt x="361760" y="4547616"/>
                      <a:pt x="362903" y="4546283"/>
                    </a:cubicBezTo>
                    <a:cubicBezTo>
                      <a:pt x="372809" y="4534186"/>
                      <a:pt x="381953" y="4522756"/>
                      <a:pt x="390716" y="4511516"/>
                    </a:cubicBezTo>
                    <a:cubicBezTo>
                      <a:pt x="393002" y="4508564"/>
                      <a:pt x="397478" y="4508183"/>
                      <a:pt x="400145" y="4510373"/>
                    </a:cubicBezTo>
                    <a:cubicBezTo>
                      <a:pt x="401765" y="4511516"/>
                      <a:pt x="402622" y="4513041"/>
                      <a:pt x="402812" y="4514660"/>
                    </a:cubicBezTo>
                    <a:cubicBezTo>
                      <a:pt x="403098" y="4516469"/>
                      <a:pt x="402622" y="4518279"/>
                      <a:pt x="401479" y="4519803"/>
                    </a:cubicBezTo>
                    <a:cubicBezTo>
                      <a:pt x="391573" y="4532376"/>
                      <a:pt x="382429" y="4543806"/>
                      <a:pt x="373190" y="4554856"/>
                    </a:cubicBezTo>
                    <a:cubicBezTo>
                      <a:pt x="371856" y="4556379"/>
                      <a:pt x="370046" y="4557237"/>
                      <a:pt x="368046" y="4557237"/>
                    </a:cubicBezTo>
                    <a:close/>
                    <a:moveTo>
                      <a:pt x="6858" y="4544664"/>
                    </a:moveTo>
                    <a:lnTo>
                      <a:pt x="6668" y="4544664"/>
                    </a:lnTo>
                    <a:cubicBezTo>
                      <a:pt x="3048" y="4544664"/>
                      <a:pt x="191" y="4541520"/>
                      <a:pt x="191" y="4537901"/>
                    </a:cubicBezTo>
                    <a:cubicBezTo>
                      <a:pt x="0" y="4532757"/>
                      <a:pt x="0" y="4527137"/>
                      <a:pt x="0" y="4520374"/>
                    </a:cubicBezTo>
                    <a:cubicBezTo>
                      <a:pt x="0" y="4510278"/>
                      <a:pt x="0" y="4501324"/>
                      <a:pt x="476" y="4492562"/>
                    </a:cubicBezTo>
                    <a:cubicBezTo>
                      <a:pt x="476" y="4488942"/>
                      <a:pt x="3429" y="4486085"/>
                      <a:pt x="7239" y="4486085"/>
                    </a:cubicBezTo>
                    <a:lnTo>
                      <a:pt x="7430" y="4486085"/>
                    </a:lnTo>
                    <a:cubicBezTo>
                      <a:pt x="11049" y="4486275"/>
                      <a:pt x="13907" y="4489228"/>
                      <a:pt x="13907" y="4492848"/>
                    </a:cubicBezTo>
                    <a:lnTo>
                      <a:pt x="13907" y="4493038"/>
                    </a:lnTo>
                    <a:cubicBezTo>
                      <a:pt x="13430" y="4502944"/>
                      <a:pt x="13430" y="4511707"/>
                      <a:pt x="13430" y="4520470"/>
                    </a:cubicBezTo>
                    <a:cubicBezTo>
                      <a:pt x="13430" y="4526947"/>
                      <a:pt x="13430" y="4532567"/>
                      <a:pt x="13430" y="4537710"/>
                    </a:cubicBezTo>
                    <a:cubicBezTo>
                      <a:pt x="13621" y="4539520"/>
                      <a:pt x="12954" y="4541044"/>
                      <a:pt x="11621" y="4542377"/>
                    </a:cubicBezTo>
                    <a:cubicBezTo>
                      <a:pt x="10478" y="4543806"/>
                      <a:pt x="8668" y="4544473"/>
                      <a:pt x="6858" y="4544664"/>
                    </a:cubicBezTo>
                    <a:lnTo>
                      <a:pt x="6858" y="4544664"/>
                    </a:lnTo>
                    <a:close/>
                    <a:moveTo>
                      <a:pt x="423291" y="4486752"/>
                    </a:moveTo>
                    <a:cubicBezTo>
                      <a:pt x="421958" y="4486752"/>
                      <a:pt x="420624" y="4486085"/>
                      <a:pt x="419291" y="4485132"/>
                    </a:cubicBezTo>
                    <a:cubicBezTo>
                      <a:pt x="417671" y="4483989"/>
                      <a:pt x="416623" y="4481989"/>
                      <a:pt x="416623" y="4479798"/>
                    </a:cubicBezTo>
                    <a:cubicBezTo>
                      <a:pt x="416623" y="4478465"/>
                      <a:pt x="417100" y="4477131"/>
                      <a:pt x="417957" y="4475988"/>
                    </a:cubicBezTo>
                    <a:cubicBezTo>
                      <a:pt x="427387" y="4463224"/>
                      <a:pt x="436150" y="4451509"/>
                      <a:pt x="444437" y="4439889"/>
                    </a:cubicBezTo>
                    <a:cubicBezTo>
                      <a:pt x="446627" y="4436936"/>
                      <a:pt x="450914" y="4436269"/>
                      <a:pt x="453866" y="4438364"/>
                    </a:cubicBezTo>
                    <a:cubicBezTo>
                      <a:pt x="457010" y="4440650"/>
                      <a:pt x="457676" y="4444841"/>
                      <a:pt x="455390" y="4447794"/>
                    </a:cubicBezTo>
                    <a:cubicBezTo>
                      <a:pt x="446818" y="4459510"/>
                      <a:pt x="437864" y="4472083"/>
                      <a:pt x="428720" y="4484180"/>
                    </a:cubicBezTo>
                    <a:cubicBezTo>
                      <a:pt x="427482" y="4485609"/>
                      <a:pt x="425482" y="4486752"/>
                      <a:pt x="423291" y="4486752"/>
                    </a:cubicBezTo>
                    <a:close/>
                    <a:moveTo>
                      <a:pt x="9811" y="4454938"/>
                    </a:moveTo>
                    <a:cubicBezTo>
                      <a:pt x="9620" y="4454938"/>
                      <a:pt x="9335" y="4454938"/>
                      <a:pt x="9335" y="4454938"/>
                    </a:cubicBezTo>
                    <a:cubicBezTo>
                      <a:pt x="5525" y="4454462"/>
                      <a:pt x="2858" y="4451318"/>
                      <a:pt x="3048" y="4447509"/>
                    </a:cubicBezTo>
                    <a:cubicBezTo>
                      <a:pt x="4382" y="4432650"/>
                      <a:pt x="6001" y="4417695"/>
                      <a:pt x="8001" y="4402646"/>
                    </a:cubicBezTo>
                    <a:cubicBezTo>
                      <a:pt x="8477" y="4399026"/>
                      <a:pt x="11811" y="4396169"/>
                      <a:pt x="15621" y="4396836"/>
                    </a:cubicBezTo>
                    <a:cubicBezTo>
                      <a:pt x="18955" y="4397312"/>
                      <a:pt x="21431" y="4400169"/>
                      <a:pt x="21431" y="4403789"/>
                    </a:cubicBezTo>
                    <a:cubicBezTo>
                      <a:pt x="21431" y="4403979"/>
                      <a:pt x="21431" y="4404265"/>
                      <a:pt x="21431" y="4404455"/>
                    </a:cubicBezTo>
                    <a:cubicBezTo>
                      <a:pt x="19431" y="4419029"/>
                      <a:pt x="17812" y="4434078"/>
                      <a:pt x="16478" y="4448652"/>
                    </a:cubicBezTo>
                    <a:cubicBezTo>
                      <a:pt x="16288" y="4452176"/>
                      <a:pt x="13145" y="4454938"/>
                      <a:pt x="9811" y="4454938"/>
                    </a:cubicBezTo>
                    <a:close/>
                    <a:moveTo>
                      <a:pt x="475774" y="4414076"/>
                    </a:moveTo>
                    <a:cubicBezTo>
                      <a:pt x="474440" y="4414076"/>
                      <a:pt x="473107" y="4413600"/>
                      <a:pt x="471964" y="4412742"/>
                    </a:cubicBezTo>
                    <a:cubicBezTo>
                      <a:pt x="470154" y="4411599"/>
                      <a:pt x="469011" y="4409409"/>
                      <a:pt x="469011" y="4407123"/>
                    </a:cubicBezTo>
                    <a:cubicBezTo>
                      <a:pt x="469202" y="4405789"/>
                      <a:pt x="469487" y="4404646"/>
                      <a:pt x="470154" y="4403503"/>
                    </a:cubicBezTo>
                    <a:cubicBezTo>
                      <a:pt x="470440" y="4403503"/>
                      <a:pt x="470440" y="4403312"/>
                      <a:pt x="470440" y="4403312"/>
                    </a:cubicBezTo>
                    <a:cubicBezTo>
                      <a:pt x="470630" y="4403122"/>
                      <a:pt x="470630" y="4403122"/>
                      <a:pt x="470916" y="4402836"/>
                    </a:cubicBezTo>
                    <a:cubicBezTo>
                      <a:pt x="478060" y="4392263"/>
                      <a:pt x="486823" y="4379691"/>
                      <a:pt x="495872" y="4366451"/>
                    </a:cubicBezTo>
                    <a:cubicBezTo>
                      <a:pt x="497872" y="4363498"/>
                      <a:pt x="502158" y="4362641"/>
                      <a:pt x="505301" y="4364641"/>
                    </a:cubicBezTo>
                    <a:cubicBezTo>
                      <a:pt x="506635" y="4365498"/>
                      <a:pt x="507778" y="4367118"/>
                      <a:pt x="507968" y="4368927"/>
                    </a:cubicBezTo>
                    <a:cubicBezTo>
                      <a:pt x="508445" y="4370737"/>
                      <a:pt x="507968" y="4372547"/>
                      <a:pt x="507111" y="4374071"/>
                    </a:cubicBezTo>
                    <a:cubicBezTo>
                      <a:pt x="499015" y="4385786"/>
                      <a:pt x="490728" y="4397883"/>
                      <a:pt x="481775" y="4410647"/>
                    </a:cubicBezTo>
                    <a:cubicBezTo>
                      <a:pt x="481775" y="4410837"/>
                      <a:pt x="481489" y="4410837"/>
                      <a:pt x="481489" y="4411123"/>
                    </a:cubicBezTo>
                    <a:cubicBezTo>
                      <a:pt x="480060" y="4412933"/>
                      <a:pt x="478060" y="4414076"/>
                      <a:pt x="475774" y="4414076"/>
                    </a:cubicBezTo>
                    <a:close/>
                    <a:moveTo>
                      <a:pt x="21717" y="4365784"/>
                    </a:moveTo>
                    <a:cubicBezTo>
                      <a:pt x="21527" y="4365784"/>
                      <a:pt x="21050" y="4365784"/>
                      <a:pt x="20574" y="4365784"/>
                    </a:cubicBezTo>
                    <a:cubicBezTo>
                      <a:pt x="16955" y="4365117"/>
                      <a:pt x="14478" y="4361498"/>
                      <a:pt x="15145" y="4357878"/>
                    </a:cubicBezTo>
                    <a:cubicBezTo>
                      <a:pt x="17812" y="4342352"/>
                      <a:pt x="20955" y="4327398"/>
                      <a:pt x="24384" y="4313396"/>
                    </a:cubicBezTo>
                    <a:cubicBezTo>
                      <a:pt x="25051" y="4310063"/>
                      <a:pt x="28861" y="4307586"/>
                      <a:pt x="32480" y="4308444"/>
                    </a:cubicBezTo>
                    <a:cubicBezTo>
                      <a:pt x="35433" y="4309110"/>
                      <a:pt x="37624" y="4312063"/>
                      <a:pt x="37624" y="4315206"/>
                    </a:cubicBezTo>
                    <a:cubicBezTo>
                      <a:pt x="37624" y="4315683"/>
                      <a:pt x="37433" y="4316063"/>
                      <a:pt x="37433" y="4316540"/>
                    </a:cubicBezTo>
                    <a:cubicBezTo>
                      <a:pt x="34100" y="4330637"/>
                      <a:pt x="31147" y="4345305"/>
                      <a:pt x="28480" y="4360260"/>
                    </a:cubicBezTo>
                    <a:cubicBezTo>
                      <a:pt x="27813" y="4363593"/>
                      <a:pt x="25051" y="4365784"/>
                      <a:pt x="21717" y="4365784"/>
                    </a:cubicBezTo>
                    <a:close/>
                    <a:moveTo>
                      <a:pt x="526256" y="4339781"/>
                    </a:moveTo>
                    <a:cubicBezTo>
                      <a:pt x="524923" y="4339781"/>
                      <a:pt x="523589" y="4339304"/>
                      <a:pt x="522446" y="4338638"/>
                    </a:cubicBezTo>
                    <a:cubicBezTo>
                      <a:pt x="520637" y="4337304"/>
                      <a:pt x="519494" y="4335304"/>
                      <a:pt x="519494" y="4333018"/>
                    </a:cubicBezTo>
                    <a:cubicBezTo>
                      <a:pt x="519494" y="4331685"/>
                      <a:pt x="519970" y="4330351"/>
                      <a:pt x="520637" y="4329208"/>
                    </a:cubicBezTo>
                    <a:cubicBezTo>
                      <a:pt x="527590" y="4318921"/>
                      <a:pt x="534543" y="4308158"/>
                      <a:pt x="541782" y="4297109"/>
                    </a:cubicBezTo>
                    <a:lnTo>
                      <a:pt x="545116" y="4291679"/>
                    </a:lnTo>
                    <a:cubicBezTo>
                      <a:pt x="547116" y="4288727"/>
                      <a:pt x="551402" y="4287679"/>
                      <a:pt x="554546" y="4289679"/>
                    </a:cubicBezTo>
                    <a:cubicBezTo>
                      <a:pt x="557498" y="4291679"/>
                      <a:pt x="558546" y="4295966"/>
                      <a:pt x="556546" y="4299109"/>
                    </a:cubicBezTo>
                    <a:cubicBezTo>
                      <a:pt x="548926" y="4310825"/>
                      <a:pt x="540830" y="4323112"/>
                      <a:pt x="531876" y="4336637"/>
                    </a:cubicBezTo>
                    <a:cubicBezTo>
                      <a:pt x="530543" y="4338638"/>
                      <a:pt x="528542" y="4339781"/>
                      <a:pt x="526256" y="4339781"/>
                    </a:cubicBezTo>
                    <a:close/>
                    <a:moveTo>
                      <a:pt x="42101" y="4278440"/>
                    </a:moveTo>
                    <a:cubicBezTo>
                      <a:pt x="41434" y="4278440"/>
                      <a:pt x="40767" y="4278249"/>
                      <a:pt x="40291" y="4277963"/>
                    </a:cubicBezTo>
                    <a:cubicBezTo>
                      <a:pt x="38481" y="4277487"/>
                      <a:pt x="37148" y="4276439"/>
                      <a:pt x="36195" y="4274820"/>
                    </a:cubicBezTo>
                    <a:cubicBezTo>
                      <a:pt x="35338" y="4273296"/>
                      <a:pt x="35052" y="4271486"/>
                      <a:pt x="35528" y="4269677"/>
                    </a:cubicBezTo>
                    <a:cubicBezTo>
                      <a:pt x="39815" y="4255294"/>
                      <a:pt x="44482" y="4240721"/>
                      <a:pt x="49625" y="4226624"/>
                    </a:cubicBezTo>
                    <a:cubicBezTo>
                      <a:pt x="49625" y="4226624"/>
                      <a:pt x="49625" y="4226433"/>
                      <a:pt x="49816" y="4226433"/>
                    </a:cubicBezTo>
                    <a:cubicBezTo>
                      <a:pt x="50959" y="4223100"/>
                      <a:pt x="54959" y="4221480"/>
                      <a:pt x="58388" y="4222623"/>
                    </a:cubicBezTo>
                    <a:cubicBezTo>
                      <a:pt x="60865" y="4223766"/>
                      <a:pt x="62675" y="4226243"/>
                      <a:pt x="62675" y="4228910"/>
                    </a:cubicBezTo>
                    <a:cubicBezTo>
                      <a:pt x="62675" y="4229767"/>
                      <a:pt x="62675" y="4230434"/>
                      <a:pt x="62198" y="4231386"/>
                    </a:cubicBezTo>
                    <a:cubicBezTo>
                      <a:pt x="57531" y="4244150"/>
                      <a:pt x="52959" y="4258342"/>
                      <a:pt x="48482" y="4273582"/>
                    </a:cubicBezTo>
                    <a:cubicBezTo>
                      <a:pt x="47720" y="4276439"/>
                      <a:pt x="45053" y="4278440"/>
                      <a:pt x="42101" y="4278440"/>
                    </a:cubicBezTo>
                    <a:close/>
                    <a:moveTo>
                      <a:pt x="574929" y="4264343"/>
                    </a:moveTo>
                    <a:cubicBezTo>
                      <a:pt x="573596" y="4264343"/>
                      <a:pt x="572453" y="4263867"/>
                      <a:pt x="571405" y="4263200"/>
                    </a:cubicBezTo>
                    <a:cubicBezTo>
                      <a:pt x="569405" y="4262057"/>
                      <a:pt x="568262" y="4259866"/>
                      <a:pt x="568262" y="4257580"/>
                    </a:cubicBezTo>
                    <a:cubicBezTo>
                      <a:pt x="568262" y="4256246"/>
                      <a:pt x="568738" y="4255103"/>
                      <a:pt x="569405" y="4253961"/>
                    </a:cubicBezTo>
                    <a:cubicBezTo>
                      <a:pt x="577025" y="4241864"/>
                      <a:pt x="585121" y="4229005"/>
                      <a:pt x="593217" y="4216051"/>
                    </a:cubicBezTo>
                    <a:cubicBezTo>
                      <a:pt x="595027" y="4212908"/>
                      <a:pt x="599504" y="4212051"/>
                      <a:pt x="602456" y="4213765"/>
                    </a:cubicBezTo>
                    <a:cubicBezTo>
                      <a:pt x="605600" y="4215765"/>
                      <a:pt x="606457" y="4219861"/>
                      <a:pt x="604647" y="4223004"/>
                    </a:cubicBezTo>
                    <a:cubicBezTo>
                      <a:pt x="596075" y="4236720"/>
                      <a:pt x="588455" y="4249008"/>
                      <a:pt x="580644" y="4261200"/>
                    </a:cubicBezTo>
                    <a:cubicBezTo>
                      <a:pt x="579501" y="4263200"/>
                      <a:pt x="577215" y="4264343"/>
                      <a:pt x="574929" y="4264343"/>
                    </a:cubicBezTo>
                    <a:close/>
                    <a:moveTo>
                      <a:pt x="73343" y="4194334"/>
                    </a:moveTo>
                    <a:cubicBezTo>
                      <a:pt x="72485" y="4194334"/>
                      <a:pt x="71342" y="4194143"/>
                      <a:pt x="70390" y="4193667"/>
                    </a:cubicBezTo>
                    <a:cubicBezTo>
                      <a:pt x="68771" y="4192810"/>
                      <a:pt x="67437" y="4191381"/>
                      <a:pt x="67056" y="4189857"/>
                    </a:cubicBezTo>
                    <a:cubicBezTo>
                      <a:pt x="66389" y="4188047"/>
                      <a:pt x="66580" y="4186237"/>
                      <a:pt x="67342" y="4184714"/>
                    </a:cubicBezTo>
                    <a:cubicBezTo>
                      <a:pt x="74962" y="4169188"/>
                      <a:pt x="82582" y="4155758"/>
                      <a:pt x="90488" y="4144709"/>
                    </a:cubicBezTo>
                    <a:cubicBezTo>
                      <a:pt x="90488" y="4144709"/>
                      <a:pt x="90488" y="4144709"/>
                      <a:pt x="90678" y="4144709"/>
                    </a:cubicBezTo>
                    <a:cubicBezTo>
                      <a:pt x="92678" y="4141756"/>
                      <a:pt x="96965" y="4141375"/>
                      <a:pt x="99917" y="4143375"/>
                    </a:cubicBezTo>
                    <a:cubicBezTo>
                      <a:pt x="101537" y="4144518"/>
                      <a:pt x="102584" y="4146518"/>
                      <a:pt x="102584" y="4148519"/>
                    </a:cubicBezTo>
                    <a:cubicBezTo>
                      <a:pt x="102584" y="4149852"/>
                      <a:pt x="102394" y="4151186"/>
                      <a:pt x="101441" y="4152519"/>
                    </a:cubicBezTo>
                    <a:lnTo>
                      <a:pt x="101441" y="4152519"/>
                    </a:lnTo>
                    <a:cubicBezTo>
                      <a:pt x="101251" y="4152710"/>
                      <a:pt x="101251" y="4152710"/>
                      <a:pt x="101251" y="4152995"/>
                    </a:cubicBezTo>
                    <a:cubicBezTo>
                      <a:pt x="93631" y="4163568"/>
                      <a:pt x="86392" y="4176141"/>
                      <a:pt x="79439" y="4190524"/>
                    </a:cubicBezTo>
                    <a:cubicBezTo>
                      <a:pt x="78296" y="4192715"/>
                      <a:pt x="76010" y="4194334"/>
                      <a:pt x="73343" y="4194334"/>
                    </a:cubicBezTo>
                    <a:close/>
                    <a:moveTo>
                      <a:pt x="622364" y="4188047"/>
                    </a:moveTo>
                    <a:cubicBezTo>
                      <a:pt x="621030" y="4188047"/>
                      <a:pt x="619887" y="4187857"/>
                      <a:pt x="618744" y="4187190"/>
                    </a:cubicBezTo>
                    <a:cubicBezTo>
                      <a:pt x="616744" y="4185857"/>
                      <a:pt x="615601" y="4183856"/>
                      <a:pt x="615601" y="4181380"/>
                    </a:cubicBezTo>
                    <a:cubicBezTo>
                      <a:pt x="615601" y="4180237"/>
                      <a:pt x="616077" y="4178903"/>
                      <a:pt x="616458" y="4178046"/>
                    </a:cubicBezTo>
                    <a:cubicBezTo>
                      <a:pt x="624078" y="4165473"/>
                      <a:pt x="631889" y="4152710"/>
                      <a:pt x="639794" y="4139660"/>
                    </a:cubicBezTo>
                    <a:cubicBezTo>
                      <a:pt x="641604" y="4136517"/>
                      <a:pt x="645890" y="4135374"/>
                      <a:pt x="649034" y="4137184"/>
                    </a:cubicBezTo>
                    <a:cubicBezTo>
                      <a:pt x="652177" y="4139184"/>
                      <a:pt x="653320" y="4143280"/>
                      <a:pt x="651224" y="4146614"/>
                    </a:cubicBezTo>
                    <a:cubicBezTo>
                      <a:pt x="644271" y="4158044"/>
                      <a:pt x="636175" y="4171760"/>
                      <a:pt x="628079" y="4184809"/>
                    </a:cubicBezTo>
                    <a:lnTo>
                      <a:pt x="628079" y="4184999"/>
                    </a:lnTo>
                    <a:cubicBezTo>
                      <a:pt x="626840" y="4186904"/>
                      <a:pt x="624840" y="4188047"/>
                      <a:pt x="622364" y="4188047"/>
                    </a:cubicBezTo>
                    <a:close/>
                    <a:moveTo>
                      <a:pt x="668560" y="4111085"/>
                    </a:moveTo>
                    <a:cubicBezTo>
                      <a:pt x="667226" y="4111085"/>
                      <a:pt x="666083" y="4110895"/>
                      <a:pt x="665226" y="4110228"/>
                    </a:cubicBezTo>
                    <a:cubicBezTo>
                      <a:pt x="663226" y="4109085"/>
                      <a:pt x="661892" y="4106894"/>
                      <a:pt x="661892" y="4104608"/>
                    </a:cubicBezTo>
                    <a:cubicBezTo>
                      <a:pt x="661892" y="4103465"/>
                      <a:pt x="662178" y="4102132"/>
                      <a:pt x="662750" y="4101275"/>
                    </a:cubicBezTo>
                    <a:lnTo>
                      <a:pt x="662750" y="4101084"/>
                    </a:lnTo>
                    <a:lnTo>
                      <a:pt x="662940" y="4100608"/>
                    </a:lnTo>
                    <a:cubicBezTo>
                      <a:pt x="670084" y="4088511"/>
                      <a:pt x="677513" y="4075938"/>
                      <a:pt x="685419" y="4062412"/>
                    </a:cubicBezTo>
                    <a:cubicBezTo>
                      <a:pt x="687229" y="4059269"/>
                      <a:pt x="691515" y="4058126"/>
                      <a:pt x="694658" y="4059936"/>
                    </a:cubicBezTo>
                    <a:cubicBezTo>
                      <a:pt x="696278" y="4060793"/>
                      <a:pt x="697325" y="4062412"/>
                      <a:pt x="697802" y="4063937"/>
                    </a:cubicBezTo>
                    <a:cubicBezTo>
                      <a:pt x="698278" y="4065746"/>
                      <a:pt x="697992" y="4067556"/>
                      <a:pt x="697135" y="4069080"/>
                    </a:cubicBezTo>
                    <a:lnTo>
                      <a:pt x="696659" y="4069556"/>
                    </a:lnTo>
                    <a:cubicBezTo>
                      <a:pt x="689229" y="4082606"/>
                      <a:pt x="681895" y="4095369"/>
                      <a:pt x="674465" y="4107942"/>
                    </a:cubicBezTo>
                    <a:cubicBezTo>
                      <a:pt x="673037" y="4109942"/>
                      <a:pt x="670846" y="4111085"/>
                      <a:pt x="668560" y="4111085"/>
                    </a:cubicBezTo>
                    <a:close/>
                    <a:moveTo>
                      <a:pt x="713708" y="4033647"/>
                    </a:moveTo>
                    <a:cubicBezTo>
                      <a:pt x="712375" y="4033647"/>
                      <a:pt x="711232" y="4033171"/>
                      <a:pt x="710375" y="4032790"/>
                    </a:cubicBezTo>
                    <a:cubicBezTo>
                      <a:pt x="708184" y="4031456"/>
                      <a:pt x="706755" y="4029170"/>
                      <a:pt x="707041" y="4026694"/>
                    </a:cubicBezTo>
                    <a:cubicBezTo>
                      <a:pt x="707041" y="4025551"/>
                      <a:pt x="707231" y="4024408"/>
                      <a:pt x="707898" y="4023551"/>
                    </a:cubicBezTo>
                    <a:cubicBezTo>
                      <a:pt x="714661" y="4011835"/>
                      <a:pt x="722471" y="3998214"/>
                      <a:pt x="730091" y="3984498"/>
                    </a:cubicBezTo>
                    <a:cubicBezTo>
                      <a:pt x="731901" y="3981545"/>
                      <a:pt x="736187" y="3980212"/>
                      <a:pt x="739331" y="3982022"/>
                    </a:cubicBezTo>
                    <a:cubicBezTo>
                      <a:pt x="742474" y="3983831"/>
                      <a:pt x="743617" y="3988118"/>
                      <a:pt x="741807" y="3991261"/>
                    </a:cubicBezTo>
                    <a:cubicBezTo>
                      <a:pt x="734378" y="4004501"/>
                      <a:pt x="726948" y="4017550"/>
                      <a:pt x="719614" y="4030313"/>
                    </a:cubicBezTo>
                    <a:cubicBezTo>
                      <a:pt x="719614" y="4030313"/>
                      <a:pt x="719423" y="4030313"/>
                      <a:pt x="719423" y="4030504"/>
                    </a:cubicBezTo>
                    <a:cubicBezTo>
                      <a:pt x="718185" y="4032314"/>
                      <a:pt x="715899" y="4033647"/>
                      <a:pt x="713708" y="4033647"/>
                    </a:cubicBezTo>
                    <a:close/>
                    <a:moveTo>
                      <a:pt x="757904" y="3955542"/>
                    </a:moveTo>
                    <a:cubicBezTo>
                      <a:pt x="756761" y="3955542"/>
                      <a:pt x="755714" y="3955352"/>
                      <a:pt x="754571" y="3954685"/>
                    </a:cubicBezTo>
                    <a:cubicBezTo>
                      <a:pt x="752570" y="3953542"/>
                      <a:pt x="751237" y="3951351"/>
                      <a:pt x="751237" y="3948875"/>
                    </a:cubicBezTo>
                    <a:cubicBezTo>
                      <a:pt x="751237" y="3947732"/>
                      <a:pt x="751427" y="3946589"/>
                      <a:pt x="752094" y="3945541"/>
                    </a:cubicBezTo>
                    <a:lnTo>
                      <a:pt x="754571" y="3941064"/>
                    </a:lnTo>
                    <a:cubicBezTo>
                      <a:pt x="761048" y="3929634"/>
                      <a:pt x="767334" y="3918204"/>
                      <a:pt x="773906" y="3906488"/>
                    </a:cubicBezTo>
                    <a:cubicBezTo>
                      <a:pt x="775716" y="3903345"/>
                      <a:pt x="780002" y="3902012"/>
                      <a:pt x="783146" y="3903821"/>
                    </a:cubicBezTo>
                    <a:cubicBezTo>
                      <a:pt x="784765" y="3904679"/>
                      <a:pt x="785813" y="3906012"/>
                      <a:pt x="786289" y="3907822"/>
                    </a:cubicBezTo>
                    <a:cubicBezTo>
                      <a:pt x="786765" y="3909632"/>
                      <a:pt x="786765" y="3911441"/>
                      <a:pt x="785813" y="3912965"/>
                    </a:cubicBezTo>
                    <a:cubicBezTo>
                      <a:pt x="778383" y="3926205"/>
                      <a:pt x="771239" y="3939254"/>
                      <a:pt x="764000" y="3952018"/>
                    </a:cubicBezTo>
                    <a:cubicBezTo>
                      <a:pt x="764000" y="3952018"/>
                      <a:pt x="763810" y="3952018"/>
                      <a:pt x="763810" y="3952208"/>
                    </a:cubicBezTo>
                    <a:cubicBezTo>
                      <a:pt x="762667" y="3954113"/>
                      <a:pt x="760381" y="3955542"/>
                      <a:pt x="757904" y="3955542"/>
                    </a:cubicBezTo>
                    <a:close/>
                    <a:moveTo>
                      <a:pt x="801434" y="3876961"/>
                    </a:moveTo>
                    <a:cubicBezTo>
                      <a:pt x="800290" y="3876961"/>
                      <a:pt x="799148" y="3876770"/>
                      <a:pt x="798100" y="3876294"/>
                    </a:cubicBezTo>
                    <a:cubicBezTo>
                      <a:pt x="796099" y="3874961"/>
                      <a:pt x="794766" y="3872675"/>
                      <a:pt x="794766" y="3870198"/>
                    </a:cubicBezTo>
                    <a:cubicBezTo>
                      <a:pt x="794766" y="3869055"/>
                      <a:pt x="795052" y="3867912"/>
                      <a:pt x="795623" y="3867055"/>
                    </a:cubicBezTo>
                    <a:cubicBezTo>
                      <a:pt x="799910" y="3859244"/>
                      <a:pt x="804196" y="3851148"/>
                      <a:pt x="808673" y="3843052"/>
                    </a:cubicBezTo>
                    <a:cubicBezTo>
                      <a:pt x="811340" y="3837908"/>
                      <a:pt x="814292" y="3832765"/>
                      <a:pt x="816959" y="3827526"/>
                    </a:cubicBezTo>
                    <a:cubicBezTo>
                      <a:pt x="818769" y="3824383"/>
                      <a:pt x="823055" y="3823240"/>
                      <a:pt x="826199" y="3824859"/>
                    </a:cubicBezTo>
                    <a:cubicBezTo>
                      <a:pt x="829342" y="3826669"/>
                      <a:pt x="830675" y="3830669"/>
                      <a:pt x="828865" y="3834098"/>
                    </a:cubicBezTo>
                    <a:lnTo>
                      <a:pt x="828008" y="3835908"/>
                    </a:lnTo>
                    <a:cubicBezTo>
                      <a:pt x="821055" y="3848672"/>
                      <a:pt x="814102" y="3861054"/>
                      <a:pt x="807339" y="3873627"/>
                    </a:cubicBezTo>
                    <a:cubicBezTo>
                      <a:pt x="806196" y="3875627"/>
                      <a:pt x="803910" y="3876961"/>
                      <a:pt x="801434" y="3876961"/>
                    </a:cubicBezTo>
                    <a:close/>
                    <a:moveTo>
                      <a:pt x="844106" y="3798189"/>
                    </a:moveTo>
                    <a:cubicBezTo>
                      <a:pt x="842963" y="3798189"/>
                      <a:pt x="842105" y="3797713"/>
                      <a:pt x="840962" y="3797332"/>
                    </a:cubicBezTo>
                    <a:cubicBezTo>
                      <a:pt x="838676" y="3796189"/>
                      <a:pt x="837343" y="3793998"/>
                      <a:pt x="837343" y="3791522"/>
                    </a:cubicBezTo>
                    <a:cubicBezTo>
                      <a:pt x="837343" y="3790379"/>
                      <a:pt x="837819" y="3789236"/>
                      <a:pt x="838200" y="3788378"/>
                    </a:cubicBezTo>
                    <a:cubicBezTo>
                      <a:pt x="845153" y="3775139"/>
                      <a:pt x="852297" y="3762089"/>
                      <a:pt x="859250" y="3748659"/>
                    </a:cubicBezTo>
                    <a:cubicBezTo>
                      <a:pt x="861060" y="3745516"/>
                      <a:pt x="865346" y="3744182"/>
                      <a:pt x="868490" y="3745992"/>
                    </a:cubicBezTo>
                    <a:cubicBezTo>
                      <a:pt x="871633" y="3747516"/>
                      <a:pt x="872966" y="3751802"/>
                      <a:pt x="871157" y="3754945"/>
                    </a:cubicBezTo>
                    <a:cubicBezTo>
                      <a:pt x="864013" y="3768376"/>
                      <a:pt x="857060" y="3781616"/>
                      <a:pt x="850106" y="3794665"/>
                    </a:cubicBezTo>
                    <a:cubicBezTo>
                      <a:pt x="848773" y="3796856"/>
                      <a:pt x="846582" y="3798189"/>
                      <a:pt x="844106" y="3798189"/>
                    </a:cubicBezTo>
                    <a:close/>
                    <a:moveTo>
                      <a:pt x="886301" y="3718941"/>
                    </a:moveTo>
                    <a:cubicBezTo>
                      <a:pt x="885158" y="3718941"/>
                      <a:pt x="884301" y="3718465"/>
                      <a:pt x="883158" y="3718084"/>
                    </a:cubicBezTo>
                    <a:cubicBezTo>
                      <a:pt x="880967" y="3716941"/>
                      <a:pt x="879539" y="3714750"/>
                      <a:pt x="879539" y="3712274"/>
                    </a:cubicBezTo>
                    <a:cubicBezTo>
                      <a:pt x="879539" y="3711131"/>
                      <a:pt x="879729" y="3709987"/>
                      <a:pt x="880396" y="3708940"/>
                    </a:cubicBezTo>
                    <a:cubicBezTo>
                      <a:pt x="885825" y="3698653"/>
                      <a:pt x="891445" y="3688270"/>
                      <a:pt x="896779" y="3677698"/>
                    </a:cubicBezTo>
                    <a:lnTo>
                      <a:pt x="901256" y="3669411"/>
                    </a:lnTo>
                    <a:cubicBezTo>
                      <a:pt x="902875" y="3666268"/>
                      <a:pt x="907066" y="3664934"/>
                      <a:pt x="910209" y="3666458"/>
                    </a:cubicBezTo>
                    <a:cubicBezTo>
                      <a:pt x="911828" y="3667316"/>
                      <a:pt x="913162" y="3668744"/>
                      <a:pt x="913543" y="3670459"/>
                    </a:cubicBezTo>
                    <a:cubicBezTo>
                      <a:pt x="914019" y="3671983"/>
                      <a:pt x="914019" y="3673793"/>
                      <a:pt x="913067" y="3675602"/>
                    </a:cubicBezTo>
                    <a:cubicBezTo>
                      <a:pt x="906304" y="3688652"/>
                      <a:pt x="899160" y="3701891"/>
                      <a:pt x="892207" y="3715322"/>
                    </a:cubicBezTo>
                    <a:cubicBezTo>
                      <a:pt x="891254" y="3717322"/>
                      <a:pt x="888778" y="3718941"/>
                      <a:pt x="886301" y="3718941"/>
                    </a:cubicBezTo>
                    <a:close/>
                    <a:moveTo>
                      <a:pt x="928021" y="3639217"/>
                    </a:moveTo>
                    <a:cubicBezTo>
                      <a:pt x="926878" y="3639217"/>
                      <a:pt x="925830" y="3639026"/>
                      <a:pt x="924878" y="3638550"/>
                    </a:cubicBezTo>
                    <a:cubicBezTo>
                      <a:pt x="922592" y="3637407"/>
                      <a:pt x="921258" y="3635216"/>
                      <a:pt x="921258" y="3632740"/>
                    </a:cubicBezTo>
                    <a:cubicBezTo>
                      <a:pt x="920972" y="3631597"/>
                      <a:pt x="921449" y="3630454"/>
                      <a:pt x="921925" y="3629597"/>
                    </a:cubicBezTo>
                    <a:cubicBezTo>
                      <a:pt x="928688" y="3616357"/>
                      <a:pt x="935641" y="3603117"/>
                      <a:pt x="942594" y="3589687"/>
                    </a:cubicBezTo>
                    <a:cubicBezTo>
                      <a:pt x="944118" y="3586544"/>
                      <a:pt x="948404" y="3585210"/>
                      <a:pt x="951548" y="3586734"/>
                    </a:cubicBezTo>
                    <a:cubicBezTo>
                      <a:pt x="954881" y="3588258"/>
                      <a:pt x="956215" y="3592544"/>
                      <a:pt x="954500" y="3595687"/>
                    </a:cubicBezTo>
                    <a:cubicBezTo>
                      <a:pt x="950214" y="3603974"/>
                      <a:pt x="945928" y="3612261"/>
                      <a:pt x="941737" y="3620643"/>
                    </a:cubicBezTo>
                    <a:lnTo>
                      <a:pt x="933831" y="3635693"/>
                    </a:lnTo>
                    <a:cubicBezTo>
                      <a:pt x="932783" y="3637883"/>
                      <a:pt x="930497" y="3639217"/>
                      <a:pt x="928021" y="3639217"/>
                    </a:cubicBezTo>
                    <a:close/>
                    <a:moveTo>
                      <a:pt x="969074" y="3559588"/>
                    </a:moveTo>
                    <a:cubicBezTo>
                      <a:pt x="967931" y="3559588"/>
                      <a:pt x="966788" y="3559397"/>
                      <a:pt x="965930" y="3558921"/>
                    </a:cubicBezTo>
                    <a:cubicBezTo>
                      <a:pt x="963740" y="3557587"/>
                      <a:pt x="962406" y="3555302"/>
                      <a:pt x="962406" y="3552825"/>
                    </a:cubicBezTo>
                    <a:cubicBezTo>
                      <a:pt x="962120" y="3551682"/>
                      <a:pt x="962597" y="3550634"/>
                      <a:pt x="963073" y="3549682"/>
                    </a:cubicBezTo>
                    <a:cubicBezTo>
                      <a:pt x="968216" y="3539395"/>
                      <a:pt x="973646" y="3529298"/>
                      <a:pt x="978789" y="3518726"/>
                    </a:cubicBezTo>
                    <a:lnTo>
                      <a:pt x="983456" y="3509772"/>
                    </a:lnTo>
                    <a:cubicBezTo>
                      <a:pt x="985076" y="3506629"/>
                      <a:pt x="989267" y="3505105"/>
                      <a:pt x="992410" y="3506819"/>
                    </a:cubicBezTo>
                    <a:cubicBezTo>
                      <a:pt x="995744" y="3508343"/>
                      <a:pt x="997077" y="3512439"/>
                      <a:pt x="995363" y="3515773"/>
                    </a:cubicBezTo>
                    <a:cubicBezTo>
                      <a:pt x="988600" y="3529203"/>
                      <a:pt x="981932" y="3542729"/>
                      <a:pt x="975170" y="3555778"/>
                    </a:cubicBezTo>
                    <a:cubicBezTo>
                      <a:pt x="973836" y="3558254"/>
                      <a:pt x="971550" y="3559588"/>
                      <a:pt x="969074" y="3559588"/>
                    </a:cubicBezTo>
                    <a:close/>
                    <a:moveTo>
                      <a:pt x="1009745" y="3479483"/>
                    </a:moveTo>
                    <a:cubicBezTo>
                      <a:pt x="1008602" y="3479483"/>
                      <a:pt x="1007555" y="3479292"/>
                      <a:pt x="1006602" y="3478816"/>
                    </a:cubicBezTo>
                    <a:cubicBezTo>
                      <a:pt x="1004411" y="3477673"/>
                      <a:pt x="1002792" y="3475196"/>
                      <a:pt x="1002982" y="3472529"/>
                    </a:cubicBezTo>
                    <a:cubicBezTo>
                      <a:pt x="1002982" y="3471672"/>
                      <a:pt x="1003173" y="3470720"/>
                      <a:pt x="1003649" y="3469862"/>
                    </a:cubicBezTo>
                    <a:cubicBezTo>
                      <a:pt x="1010412" y="3456623"/>
                      <a:pt x="1017080" y="3443192"/>
                      <a:pt x="1023842" y="3429667"/>
                    </a:cubicBezTo>
                    <a:cubicBezTo>
                      <a:pt x="1025461" y="3426333"/>
                      <a:pt x="1029462" y="3425000"/>
                      <a:pt x="1032796" y="3426524"/>
                    </a:cubicBezTo>
                    <a:cubicBezTo>
                      <a:pt x="1035939" y="3428333"/>
                      <a:pt x="1037463" y="3432334"/>
                      <a:pt x="1035749" y="3435763"/>
                    </a:cubicBezTo>
                    <a:lnTo>
                      <a:pt x="1027938" y="3451479"/>
                    </a:lnTo>
                    <a:cubicBezTo>
                      <a:pt x="1023842" y="3459766"/>
                      <a:pt x="1019651" y="3467862"/>
                      <a:pt x="1015556" y="3475958"/>
                    </a:cubicBezTo>
                    <a:cubicBezTo>
                      <a:pt x="1014413" y="3478054"/>
                      <a:pt x="1012222" y="3479483"/>
                      <a:pt x="1009745" y="3479483"/>
                    </a:cubicBezTo>
                    <a:close/>
                    <a:moveTo>
                      <a:pt x="1049941" y="3399092"/>
                    </a:moveTo>
                    <a:cubicBezTo>
                      <a:pt x="1048798" y="3399092"/>
                      <a:pt x="1047750" y="3398901"/>
                      <a:pt x="1046798" y="3398425"/>
                    </a:cubicBezTo>
                    <a:cubicBezTo>
                      <a:pt x="1044511" y="3397282"/>
                      <a:pt x="1043178" y="3395091"/>
                      <a:pt x="1043178" y="3392329"/>
                    </a:cubicBezTo>
                    <a:cubicBezTo>
                      <a:pt x="1043178" y="3391472"/>
                      <a:pt x="1043369" y="3390519"/>
                      <a:pt x="1043654" y="3389662"/>
                    </a:cubicBezTo>
                    <a:lnTo>
                      <a:pt x="1043845" y="3389471"/>
                    </a:lnTo>
                    <a:cubicBezTo>
                      <a:pt x="1043845" y="3389281"/>
                      <a:pt x="1044035" y="3388995"/>
                      <a:pt x="1044321" y="3388804"/>
                    </a:cubicBezTo>
                    <a:lnTo>
                      <a:pt x="1052894" y="3371279"/>
                    </a:lnTo>
                    <a:cubicBezTo>
                      <a:pt x="1056513" y="3364135"/>
                      <a:pt x="1060037" y="3356705"/>
                      <a:pt x="1063847" y="3349276"/>
                    </a:cubicBezTo>
                    <a:cubicBezTo>
                      <a:pt x="1065467" y="3345942"/>
                      <a:pt x="1069467" y="3344609"/>
                      <a:pt x="1072801" y="3346133"/>
                    </a:cubicBezTo>
                    <a:cubicBezTo>
                      <a:pt x="1076135" y="3347942"/>
                      <a:pt x="1077468" y="3351943"/>
                      <a:pt x="1075944" y="3355086"/>
                    </a:cubicBezTo>
                    <a:lnTo>
                      <a:pt x="1068991" y="3368993"/>
                    </a:lnTo>
                    <a:cubicBezTo>
                      <a:pt x="1064705" y="3377756"/>
                      <a:pt x="1060228" y="3386709"/>
                      <a:pt x="1055942" y="3395472"/>
                    </a:cubicBezTo>
                    <a:cubicBezTo>
                      <a:pt x="1055656" y="3395472"/>
                      <a:pt x="1055656" y="3395472"/>
                      <a:pt x="1055656" y="3395662"/>
                    </a:cubicBezTo>
                    <a:cubicBezTo>
                      <a:pt x="1054608" y="3397758"/>
                      <a:pt x="1052417" y="3399092"/>
                      <a:pt x="1049941" y="3399092"/>
                    </a:cubicBezTo>
                    <a:close/>
                    <a:moveTo>
                      <a:pt x="1089660" y="3318701"/>
                    </a:moveTo>
                    <a:cubicBezTo>
                      <a:pt x="1088517" y="3318701"/>
                      <a:pt x="1087660" y="3318510"/>
                      <a:pt x="1086707" y="3318034"/>
                    </a:cubicBezTo>
                    <a:cubicBezTo>
                      <a:pt x="1084231" y="3316891"/>
                      <a:pt x="1082897" y="3314414"/>
                      <a:pt x="1082897" y="3311938"/>
                    </a:cubicBezTo>
                    <a:cubicBezTo>
                      <a:pt x="1082897" y="3310795"/>
                      <a:pt x="1083088" y="3309937"/>
                      <a:pt x="1083564" y="3308985"/>
                    </a:cubicBezTo>
                    <a:cubicBezTo>
                      <a:pt x="1090041" y="3295555"/>
                      <a:pt x="1096804" y="3282029"/>
                      <a:pt x="1103281" y="3268599"/>
                    </a:cubicBezTo>
                    <a:cubicBezTo>
                      <a:pt x="1104900" y="3265265"/>
                      <a:pt x="1108901" y="3263837"/>
                      <a:pt x="1112234" y="3265456"/>
                    </a:cubicBezTo>
                    <a:cubicBezTo>
                      <a:pt x="1113854" y="3266313"/>
                      <a:pt x="1115187" y="3267742"/>
                      <a:pt x="1115568" y="3269456"/>
                    </a:cubicBezTo>
                    <a:cubicBezTo>
                      <a:pt x="1116235" y="3270980"/>
                      <a:pt x="1116044" y="3272790"/>
                      <a:pt x="1115282" y="3274600"/>
                    </a:cubicBezTo>
                    <a:cubicBezTo>
                      <a:pt x="1110329" y="3284506"/>
                      <a:pt x="1105662" y="3294126"/>
                      <a:pt x="1100709" y="3304032"/>
                    </a:cubicBezTo>
                    <a:lnTo>
                      <a:pt x="1095566" y="3314795"/>
                    </a:lnTo>
                    <a:cubicBezTo>
                      <a:pt x="1094613" y="3317177"/>
                      <a:pt x="1092137" y="3318701"/>
                      <a:pt x="1089660" y="3318701"/>
                    </a:cubicBezTo>
                    <a:close/>
                    <a:moveTo>
                      <a:pt x="1128903" y="3237929"/>
                    </a:moveTo>
                    <a:cubicBezTo>
                      <a:pt x="1128046" y="3237929"/>
                      <a:pt x="1126903" y="3237738"/>
                      <a:pt x="1125950" y="3237262"/>
                    </a:cubicBezTo>
                    <a:cubicBezTo>
                      <a:pt x="1123664" y="3236119"/>
                      <a:pt x="1122140" y="3233928"/>
                      <a:pt x="1122140" y="3231166"/>
                    </a:cubicBezTo>
                    <a:cubicBezTo>
                      <a:pt x="1122140" y="3230309"/>
                      <a:pt x="1122331" y="3229356"/>
                      <a:pt x="1122807" y="3228213"/>
                    </a:cubicBezTo>
                    <a:lnTo>
                      <a:pt x="1130903" y="3211830"/>
                    </a:lnTo>
                    <a:cubicBezTo>
                      <a:pt x="1134713" y="3203924"/>
                      <a:pt x="1138523" y="3195923"/>
                      <a:pt x="1142524" y="3187827"/>
                    </a:cubicBezTo>
                    <a:cubicBezTo>
                      <a:pt x="1143857" y="3184684"/>
                      <a:pt x="1148144" y="3183160"/>
                      <a:pt x="1151477" y="3184684"/>
                    </a:cubicBezTo>
                    <a:cubicBezTo>
                      <a:pt x="1154621" y="3186494"/>
                      <a:pt x="1156145" y="3190494"/>
                      <a:pt x="1154621" y="3193923"/>
                    </a:cubicBezTo>
                    <a:cubicBezTo>
                      <a:pt x="1150620" y="3202019"/>
                      <a:pt x="1146524" y="3210306"/>
                      <a:pt x="1142524" y="3218593"/>
                    </a:cubicBezTo>
                    <a:lnTo>
                      <a:pt x="1134904" y="3234309"/>
                    </a:lnTo>
                    <a:lnTo>
                      <a:pt x="1134904" y="3234500"/>
                    </a:lnTo>
                    <a:cubicBezTo>
                      <a:pt x="1133856" y="3236595"/>
                      <a:pt x="1131665" y="3237929"/>
                      <a:pt x="1128903" y="3237929"/>
                    </a:cubicBezTo>
                    <a:close/>
                    <a:moveTo>
                      <a:pt x="1167956" y="3157157"/>
                    </a:moveTo>
                    <a:lnTo>
                      <a:pt x="1167956" y="3157157"/>
                    </a:lnTo>
                    <a:cubicBezTo>
                      <a:pt x="1167098" y="3157157"/>
                      <a:pt x="1165955" y="3156966"/>
                      <a:pt x="1165003" y="3156490"/>
                    </a:cubicBezTo>
                    <a:cubicBezTo>
                      <a:pt x="1162812" y="3155347"/>
                      <a:pt x="1161193" y="3153156"/>
                      <a:pt x="1161193" y="3150394"/>
                    </a:cubicBezTo>
                    <a:cubicBezTo>
                      <a:pt x="1161193" y="3149537"/>
                      <a:pt x="1161479" y="3148394"/>
                      <a:pt x="1161860" y="3147441"/>
                    </a:cubicBezTo>
                    <a:lnTo>
                      <a:pt x="1163479" y="3144488"/>
                    </a:lnTo>
                    <a:cubicBezTo>
                      <a:pt x="1169289" y="3132106"/>
                      <a:pt x="1175385" y="3119533"/>
                      <a:pt x="1181386" y="3106960"/>
                    </a:cubicBezTo>
                    <a:cubicBezTo>
                      <a:pt x="1183005" y="3103626"/>
                      <a:pt x="1187006" y="3102293"/>
                      <a:pt x="1190339" y="3103817"/>
                    </a:cubicBezTo>
                    <a:cubicBezTo>
                      <a:pt x="1193673" y="3105436"/>
                      <a:pt x="1195102" y="3109436"/>
                      <a:pt x="1193483" y="3112770"/>
                    </a:cubicBezTo>
                    <a:cubicBezTo>
                      <a:pt x="1190816" y="3118390"/>
                      <a:pt x="1188053" y="3124010"/>
                      <a:pt x="1185386" y="3129629"/>
                    </a:cubicBezTo>
                    <a:cubicBezTo>
                      <a:pt x="1181576" y="3137440"/>
                      <a:pt x="1177766" y="3145345"/>
                      <a:pt x="1173956" y="3153156"/>
                    </a:cubicBezTo>
                    <a:cubicBezTo>
                      <a:pt x="1172909" y="3155823"/>
                      <a:pt x="1170623" y="3157157"/>
                      <a:pt x="1167956" y="3157157"/>
                    </a:cubicBezTo>
                    <a:close/>
                    <a:moveTo>
                      <a:pt x="1206818" y="3076099"/>
                    </a:moveTo>
                    <a:cubicBezTo>
                      <a:pt x="1205960" y="3076099"/>
                      <a:pt x="1204817" y="3075908"/>
                      <a:pt x="1203865" y="3075432"/>
                    </a:cubicBezTo>
                    <a:cubicBezTo>
                      <a:pt x="1201579" y="3074575"/>
                      <a:pt x="1200055" y="3072098"/>
                      <a:pt x="1200055" y="3069622"/>
                    </a:cubicBezTo>
                    <a:cubicBezTo>
                      <a:pt x="1200055" y="3068479"/>
                      <a:pt x="1200245" y="3067622"/>
                      <a:pt x="1200531" y="3066955"/>
                    </a:cubicBezTo>
                    <a:cubicBezTo>
                      <a:pt x="1200531" y="3066764"/>
                      <a:pt x="1200531" y="3066764"/>
                      <a:pt x="1200817" y="3066764"/>
                    </a:cubicBezTo>
                    <a:cubicBezTo>
                      <a:pt x="1200817" y="3066574"/>
                      <a:pt x="1201007" y="3066288"/>
                      <a:pt x="1201007" y="3066098"/>
                    </a:cubicBezTo>
                    <a:cubicBezTo>
                      <a:pt x="1207008" y="3053525"/>
                      <a:pt x="1213104" y="3040761"/>
                      <a:pt x="1219200" y="3027902"/>
                    </a:cubicBezTo>
                    <a:cubicBezTo>
                      <a:pt x="1219391" y="3027426"/>
                      <a:pt x="1219676" y="3027045"/>
                      <a:pt x="1219676" y="3026569"/>
                    </a:cubicBezTo>
                    <a:lnTo>
                      <a:pt x="1220153" y="3026093"/>
                    </a:lnTo>
                    <a:cubicBezTo>
                      <a:pt x="1221486" y="3022949"/>
                      <a:pt x="1225772" y="3021425"/>
                      <a:pt x="1228916" y="3022759"/>
                    </a:cubicBezTo>
                    <a:cubicBezTo>
                      <a:pt x="1232249" y="3024283"/>
                      <a:pt x="1233869" y="3028379"/>
                      <a:pt x="1232249" y="3031712"/>
                    </a:cubicBezTo>
                    <a:cubicBezTo>
                      <a:pt x="1232059" y="3032189"/>
                      <a:pt x="1232059" y="3032379"/>
                      <a:pt x="1231773" y="3032855"/>
                    </a:cubicBezTo>
                    <a:cubicBezTo>
                      <a:pt x="1231487" y="3033046"/>
                      <a:pt x="1231297" y="3033522"/>
                      <a:pt x="1231297" y="3033712"/>
                    </a:cubicBezTo>
                    <a:cubicBezTo>
                      <a:pt x="1224820" y="3047619"/>
                      <a:pt x="1218248" y="3061145"/>
                      <a:pt x="1212914" y="3072289"/>
                    </a:cubicBezTo>
                    <a:cubicBezTo>
                      <a:pt x="1211771" y="3074765"/>
                      <a:pt x="1209485" y="3076099"/>
                      <a:pt x="1206818" y="3076099"/>
                    </a:cubicBezTo>
                    <a:close/>
                    <a:moveTo>
                      <a:pt x="1243394" y="2993708"/>
                    </a:moveTo>
                    <a:cubicBezTo>
                      <a:pt x="1242727" y="2993708"/>
                      <a:pt x="1241774" y="2993708"/>
                      <a:pt x="1240917" y="2993231"/>
                    </a:cubicBezTo>
                    <a:cubicBezTo>
                      <a:pt x="1238441" y="2992374"/>
                      <a:pt x="1236917" y="2989898"/>
                      <a:pt x="1236631" y="2987135"/>
                    </a:cubicBezTo>
                    <a:cubicBezTo>
                      <a:pt x="1236631" y="2986278"/>
                      <a:pt x="1236821" y="2985326"/>
                      <a:pt x="1237107" y="2984468"/>
                    </a:cubicBezTo>
                    <a:cubicBezTo>
                      <a:pt x="1241774" y="2972753"/>
                      <a:pt x="1247204" y="2959132"/>
                      <a:pt x="1253490" y="2942463"/>
                    </a:cubicBezTo>
                    <a:cubicBezTo>
                      <a:pt x="1254824" y="2939129"/>
                      <a:pt x="1258919" y="2937320"/>
                      <a:pt x="1262253" y="2938462"/>
                    </a:cubicBezTo>
                    <a:cubicBezTo>
                      <a:pt x="1265873" y="2939796"/>
                      <a:pt x="1267397" y="2943797"/>
                      <a:pt x="1266063" y="2947226"/>
                    </a:cubicBezTo>
                    <a:cubicBezTo>
                      <a:pt x="1260920" y="2960942"/>
                      <a:pt x="1255490" y="2974658"/>
                      <a:pt x="1249680" y="2989421"/>
                    </a:cubicBezTo>
                    <a:cubicBezTo>
                      <a:pt x="1248823" y="2992184"/>
                      <a:pt x="1246346" y="2993708"/>
                      <a:pt x="1243394" y="2993708"/>
                    </a:cubicBezTo>
                    <a:close/>
                    <a:moveTo>
                      <a:pt x="1275969" y="2909602"/>
                    </a:moveTo>
                    <a:cubicBezTo>
                      <a:pt x="1275112" y="2909602"/>
                      <a:pt x="1274350" y="2909411"/>
                      <a:pt x="1273493" y="2909126"/>
                    </a:cubicBezTo>
                    <a:cubicBezTo>
                      <a:pt x="1270826" y="2908268"/>
                      <a:pt x="1269206" y="2905506"/>
                      <a:pt x="1269206" y="2902649"/>
                    </a:cubicBezTo>
                    <a:cubicBezTo>
                      <a:pt x="1269206" y="2901982"/>
                      <a:pt x="1269206" y="2901315"/>
                      <a:pt x="1269397" y="2900648"/>
                    </a:cubicBezTo>
                    <a:lnTo>
                      <a:pt x="1269587" y="2900458"/>
                    </a:lnTo>
                    <a:cubicBezTo>
                      <a:pt x="1269587" y="2900267"/>
                      <a:pt x="1269587" y="2899982"/>
                      <a:pt x="1269778" y="2899791"/>
                    </a:cubicBezTo>
                    <a:cubicBezTo>
                      <a:pt x="1273397" y="2890171"/>
                      <a:pt x="1277398" y="2879789"/>
                      <a:pt x="1281494" y="2869025"/>
                    </a:cubicBezTo>
                    <a:lnTo>
                      <a:pt x="1285494" y="2858453"/>
                    </a:lnTo>
                    <a:cubicBezTo>
                      <a:pt x="1286828" y="2854833"/>
                      <a:pt x="1290923" y="2853309"/>
                      <a:pt x="1294257" y="2854452"/>
                    </a:cubicBezTo>
                    <a:cubicBezTo>
                      <a:pt x="1295781" y="2855119"/>
                      <a:pt x="1297210" y="2856262"/>
                      <a:pt x="1297877" y="2858072"/>
                    </a:cubicBezTo>
                    <a:cubicBezTo>
                      <a:pt x="1298734" y="2859691"/>
                      <a:pt x="1298734" y="2861405"/>
                      <a:pt x="1298162" y="2863215"/>
                    </a:cubicBezTo>
                    <a:cubicBezTo>
                      <a:pt x="1292543" y="2878074"/>
                      <a:pt x="1287113" y="2892171"/>
                      <a:pt x="1282256" y="2905220"/>
                    </a:cubicBezTo>
                    <a:cubicBezTo>
                      <a:pt x="1281113" y="2907792"/>
                      <a:pt x="1278636" y="2909602"/>
                      <a:pt x="1275969" y="2909602"/>
                    </a:cubicBezTo>
                    <a:close/>
                    <a:moveTo>
                      <a:pt x="1307783" y="2825401"/>
                    </a:moveTo>
                    <a:cubicBezTo>
                      <a:pt x="1306925" y="2825401"/>
                      <a:pt x="1306163" y="2825210"/>
                      <a:pt x="1305306" y="2824925"/>
                    </a:cubicBezTo>
                    <a:cubicBezTo>
                      <a:pt x="1302830" y="2823782"/>
                      <a:pt x="1301020" y="2821305"/>
                      <a:pt x="1301020" y="2818448"/>
                    </a:cubicBezTo>
                    <a:cubicBezTo>
                      <a:pt x="1301020" y="2817781"/>
                      <a:pt x="1301210" y="2816828"/>
                      <a:pt x="1301496" y="2816162"/>
                    </a:cubicBezTo>
                    <a:cubicBezTo>
                      <a:pt x="1306640" y="2802731"/>
                      <a:pt x="1311783" y="2788539"/>
                      <a:pt x="1317403" y="2773966"/>
                    </a:cubicBezTo>
                    <a:cubicBezTo>
                      <a:pt x="1318546" y="2770823"/>
                      <a:pt x="1322546" y="2768822"/>
                      <a:pt x="1326166" y="2770156"/>
                    </a:cubicBezTo>
                    <a:cubicBezTo>
                      <a:pt x="1329500" y="2771489"/>
                      <a:pt x="1331309" y="2775299"/>
                      <a:pt x="1329976" y="2778919"/>
                    </a:cubicBezTo>
                    <a:cubicBezTo>
                      <a:pt x="1326833" y="2787206"/>
                      <a:pt x="1323689" y="2795492"/>
                      <a:pt x="1320546" y="2803589"/>
                    </a:cubicBezTo>
                    <a:lnTo>
                      <a:pt x="1314069" y="2820638"/>
                    </a:lnTo>
                    <a:lnTo>
                      <a:pt x="1314069" y="2820829"/>
                    </a:lnTo>
                    <a:cubicBezTo>
                      <a:pt x="1313212" y="2823591"/>
                      <a:pt x="1310735" y="2825401"/>
                      <a:pt x="1307783" y="2825401"/>
                    </a:cubicBezTo>
                    <a:close/>
                    <a:moveTo>
                      <a:pt x="1339691" y="2741200"/>
                    </a:moveTo>
                    <a:cubicBezTo>
                      <a:pt x="1339025" y="2741200"/>
                      <a:pt x="1338072" y="2741009"/>
                      <a:pt x="1337501" y="2740724"/>
                    </a:cubicBezTo>
                    <a:cubicBezTo>
                      <a:pt x="1334834" y="2739581"/>
                      <a:pt x="1333024" y="2737104"/>
                      <a:pt x="1333024" y="2734247"/>
                    </a:cubicBezTo>
                    <a:cubicBezTo>
                      <a:pt x="1333024" y="2733580"/>
                      <a:pt x="1333214" y="2732627"/>
                      <a:pt x="1333500" y="2731961"/>
                    </a:cubicBezTo>
                    <a:cubicBezTo>
                      <a:pt x="1337310" y="2722340"/>
                      <a:pt x="1340930" y="2712434"/>
                      <a:pt x="1344740" y="2702528"/>
                    </a:cubicBezTo>
                    <a:lnTo>
                      <a:pt x="1349693" y="2689955"/>
                    </a:lnTo>
                    <a:cubicBezTo>
                      <a:pt x="1351026" y="2686622"/>
                      <a:pt x="1354836" y="2684812"/>
                      <a:pt x="1358456" y="2686145"/>
                    </a:cubicBezTo>
                    <a:cubicBezTo>
                      <a:pt x="1360075" y="2686622"/>
                      <a:pt x="1361408" y="2687955"/>
                      <a:pt x="1362075" y="2689479"/>
                    </a:cubicBezTo>
                    <a:cubicBezTo>
                      <a:pt x="1362742" y="2691098"/>
                      <a:pt x="1362932" y="2693099"/>
                      <a:pt x="1362266" y="2694623"/>
                    </a:cubicBezTo>
                    <a:cubicBezTo>
                      <a:pt x="1356646" y="2709005"/>
                      <a:pt x="1351502" y="2722912"/>
                      <a:pt x="1346359" y="2736342"/>
                    </a:cubicBezTo>
                    <a:cubicBezTo>
                      <a:pt x="1346359" y="2736533"/>
                      <a:pt x="1346359" y="2736533"/>
                      <a:pt x="1346359" y="2736533"/>
                    </a:cubicBezTo>
                    <a:cubicBezTo>
                      <a:pt x="1345025" y="2739390"/>
                      <a:pt x="1342644" y="2741200"/>
                      <a:pt x="1339691" y="2741200"/>
                    </a:cubicBezTo>
                    <a:close/>
                    <a:moveTo>
                      <a:pt x="1371791" y="2657285"/>
                    </a:moveTo>
                    <a:cubicBezTo>
                      <a:pt x="1371124" y="2657285"/>
                      <a:pt x="1370267" y="2657094"/>
                      <a:pt x="1369600" y="2656808"/>
                    </a:cubicBezTo>
                    <a:cubicBezTo>
                      <a:pt x="1367123" y="2655665"/>
                      <a:pt x="1365314" y="2653189"/>
                      <a:pt x="1365314" y="2650522"/>
                    </a:cubicBezTo>
                    <a:cubicBezTo>
                      <a:pt x="1365123" y="2649665"/>
                      <a:pt x="1365314" y="2648712"/>
                      <a:pt x="1365790" y="2648045"/>
                    </a:cubicBezTo>
                    <a:lnTo>
                      <a:pt x="1381982" y="2606040"/>
                    </a:lnTo>
                    <a:cubicBezTo>
                      <a:pt x="1383316" y="2602706"/>
                      <a:pt x="1387126" y="2600897"/>
                      <a:pt x="1390745" y="2602230"/>
                    </a:cubicBezTo>
                    <a:cubicBezTo>
                      <a:pt x="1392269" y="2602897"/>
                      <a:pt x="1393698" y="2604040"/>
                      <a:pt x="1394365" y="2605564"/>
                    </a:cubicBezTo>
                    <a:cubicBezTo>
                      <a:pt x="1395222" y="2607374"/>
                      <a:pt x="1395222" y="2609183"/>
                      <a:pt x="1394651" y="2610898"/>
                    </a:cubicBezTo>
                    <a:cubicBezTo>
                      <a:pt x="1389031" y="2624995"/>
                      <a:pt x="1383602" y="2638997"/>
                      <a:pt x="1378458" y="2652617"/>
                    </a:cubicBezTo>
                    <a:cubicBezTo>
                      <a:pt x="1377125" y="2655475"/>
                      <a:pt x="1374743" y="2657285"/>
                      <a:pt x="1371791" y="2657285"/>
                    </a:cubicBezTo>
                    <a:close/>
                    <a:moveTo>
                      <a:pt x="1404366" y="2573369"/>
                    </a:moveTo>
                    <a:cubicBezTo>
                      <a:pt x="1403699" y="2573369"/>
                      <a:pt x="1402842" y="2573179"/>
                      <a:pt x="1402175" y="2572893"/>
                    </a:cubicBezTo>
                    <a:cubicBezTo>
                      <a:pt x="1399508" y="2571750"/>
                      <a:pt x="1397699" y="2569274"/>
                      <a:pt x="1397889" y="2566416"/>
                    </a:cubicBezTo>
                    <a:cubicBezTo>
                      <a:pt x="1397889" y="2565749"/>
                      <a:pt x="1397889" y="2564797"/>
                      <a:pt x="1398080" y="2564130"/>
                    </a:cubicBezTo>
                    <a:cubicBezTo>
                      <a:pt x="1403699" y="2550414"/>
                      <a:pt x="1409129" y="2536508"/>
                      <a:pt x="1414653" y="2522125"/>
                    </a:cubicBezTo>
                    <a:cubicBezTo>
                      <a:pt x="1415987" y="2518982"/>
                      <a:pt x="1420082" y="2517172"/>
                      <a:pt x="1423416" y="2518505"/>
                    </a:cubicBezTo>
                    <a:cubicBezTo>
                      <a:pt x="1424940" y="2518982"/>
                      <a:pt x="1426369" y="2520315"/>
                      <a:pt x="1427036" y="2521839"/>
                    </a:cubicBezTo>
                    <a:cubicBezTo>
                      <a:pt x="1427702" y="2523649"/>
                      <a:pt x="1427893" y="2525459"/>
                      <a:pt x="1427321" y="2526983"/>
                    </a:cubicBezTo>
                    <a:lnTo>
                      <a:pt x="1422368" y="2539746"/>
                    </a:lnTo>
                    <a:cubicBezTo>
                      <a:pt x="1418558" y="2549366"/>
                      <a:pt x="1414748" y="2559082"/>
                      <a:pt x="1410938" y="2568702"/>
                    </a:cubicBezTo>
                    <a:lnTo>
                      <a:pt x="1410938" y="2568893"/>
                    </a:lnTo>
                    <a:cubicBezTo>
                      <a:pt x="1409700" y="2571750"/>
                      <a:pt x="1407224" y="2573369"/>
                      <a:pt x="1404366" y="2573369"/>
                    </a:cubicBezTo>
                    <a:close/>
                    <a:moveTo>
                      <a:pt x="1437323" y="2489645"/>
                    </a:moveTo>
                    <a:cubicBezTo>
                      <a:pt x="1436465" y="2489645"/>
                      <a:pt x="1435799" y="2489454"/>
                      <a:pt x="1434846" y="2489168"/>
                    </a:cubicBezTo>
                    <a:cubicBezTo>
                      <a:pt x="1432370" y="2488311"/>
                      <a:pt x="1430560" y="2485835"/>
                      <a:pt x="1430560" y="2483072"/>
                    </a:cubicBezTo>
                    <a:cubicBezTo>
                      <a:pt x="1430560" y="2482215"/>
                      <a:pt x="1430846" y="2481262"/>
                      <a:pt x="1431036" y="2480405"/>
                    </a:cubicBezTo>
                    <a:cubicBezTo>
                      <a:pt x="1434370" y="2472119"/>
                      <a:pt x="1437799" y="2463832"/>
                      <a:pt x="1441133" y="2455259"/>
                    </a:cubicBezTo>
                    <a:lnTo>
                      <a:pt x="1447610" y="2438686"/>
                    </a:lnTo>
                    <a:cubicBezTo>
                      <a:pt x="1448943" y="2435352"/>
                      <a:pt x="1452944" y="2433542"/>
                      <a:pt x="1456373" y="2434876"/>
                    </a:cubicBezTo>
                    <a:cubicBezTo>
                      <a:pt x="1458182" y="2435543"/>
                      <a:pt x="1459325" y="2436876"/>
                      <a:pt x="1460183" y="2438495"/>
                    </a:cubicBezTo>
                    <a:cubicBezTo>
                      <a:pt x="1460849" y="2440019"/>
                      <a:pt x="1460849" y="2442115"/>
                      <a:pt x="1460183" y="2443639"/>
                    </a:cubicBezTo>
                    <a:cubicBezTo>
                      <a:pt x="1457516" y="2450592"/>
                      <a:pt x="1454563" y="2457545"/>
                      <a:pt x="1451896" y="2464308"/>
                    </a:cubicBezTo>
                    <a:cubicBezTo>
                      <a:pt x="1449229" y="2471452"/>
                      <a:pt x="1446276" y="2478500"/>
                      <a:pt x="1443609" y="2485358"/>
                    </a:cubicBezTo>
                    <a:cubicBezTo>
                      <a:pt x="1442657" y="2487835"/>
                      <a:pt x="1439990" y="2489645"/>
                      <a:pt x="1437323" y="2489645"/>
                    </a:cubicBezTo>
                    <a:close/>
                    <a:moveTo>
                      <a:pt x="1470565" y="2406110"/>
                    </a:moveTo>
                    <a:cubicBezTo>
                      <a:pt x="1469898" y="2406110"/>
                      <a:pt x="1468946" y="2405920"/>
                      <a:pt x="1468088" y="2405634"/>
                    </a:cubicBezTo>
                    <a:cubicBezTo>
                      <a:pt x="1465612" y="2404491"/>
                      <a:pt x="1464088" y="2402300"/>
                      <a:pt x="1464088" y="2399538"/>
                    </a:cubicBezTo>
                    <a:cubicBezTo>
                      <a:pt x="1463897" y="2398681"/>
                      <a:pt x="1464088" y="2397728"/>
                      <a:pt x="1464564" y="2396871"/>
                    </a:cubicBezTo>
                    <a:cubicBezTo>
                      <a:pt x="1469898" y="2383155"/>
                      <a:pt x="1475518" y="2369249"/>
                      <a:pt x="1481423" y="2355152"/>
                    </a:cubicBezTo>
                    <a:cubicBezTo>
                      <a:pt x="1482757" y="2351818"/>
                      <a:pt x="1486757" y="2350008"/>
                      <a:pt x="1490186" y="2351532"/>
                    </a:cubicBezTo>
                    <a:cubicBezTo>
                      <a:pt x="1493520" y="2352866"/>
                      <a:pt x="1495139" y="2356676"/>
                      <a:pt x="1493806" y="2360295"/>
                    </a:cubicBezTo>
                    <a:cubicBezTo>
                      <a:pt x="1489329" y="2371535"/>
                      <a:pt x="1483043" y="2386775"/>
                      <a:pt x="1476947" y="2401824"/>
                    </a:cubicBezTo>
                    <a:cubicBezTo>
                      <a:pt x="1476947" y="2402015"/>
                      <a:pt x="1476947" y="2402015"/>
                      <a:pt x="1476947" y="2402015"/>
                    </a:cubicBezTo>
                    <a:cubicBezTo>
                      <a:pt x="1475708" y="2404586"/>
                      <a:pt x="1473232" y="2406110"/>
                      <a:pt x="1470565" y="2406110"/>
                    </a:cubicBezTo>
                    <a:close/>
                    <a:moveTo>
                      <a:pt x="1504379" y="2322862"/>
                    </a:moveTo>
                    <a:cubicBezTo>
                      <a:pt x="1503521" y="2322862"/>
                      <a:pt x="1502569" y="2322671"/>
                      <a:pt x="1501712" y="2322386"/>
                    </a:cubicBezTo>
                    <a:cubicBezTo>
                      <a:pt x="1499235" y="2321243"/>
                      <a:pt x="1497711" y="2318766"/>
                      <a:pt x="1497711" y="2316099"/>
                    </a:cubicBezTo>
                    <a:cubicBezTo>
                      <a:pt x="1497711" y="2315242"/>
                      <a:pt x="1497711" y="2314289"/>
                      <a:pt x="1498187" y="2313623"/>
                    </a:cubicBezTo>
                    <a:cubicBezTo>
                      <a:pt x="1503807" y="2299716"/>
                      <a:pt x="1509427" y="2285810"/>
                      <a:pt x="1515237" y="2271903"/>
                    </a:cubicBezTo>
                    <a:cubicBezTo>
                      <a:pt x="1516571" y="2268569"/>
                      <a:pt x="1520666" y="2266950"/>
                      <a:pt x="1524000" y="2268284"/>
                    </a:cubicBezTo>
                    <a:cubicBezTo>
                      <a:pt x="1525619" y="2268950"/>
                      <a:pt x="1526953" y="2270284"/>
                      <a:pt x="1527620" y="2271903"/>
                    </a:cubicBezTo>
                    <a:cubicBezTo>
                      <a:pt x="1528477" y="2273713"/>
                      <a:pt x="1528477" y="2275523"/>
                      <a:pt x="1527810" y="2277047"/>
                    </a:cubicBezTo>
                    <a:cubicBezTo>
                      <a:pt x="1522000" y="2290953"/>
                      <a:pt x="1516380" y="2304860"/>
                      <a:pt x="1510760" y="2318576"/>
                    </a:cubicBezTo>
                    <a:cubicBezTo>
                      <a:pt x="1509617" y="2321243"/>
                      <a:pt x="1507141" y="2322862"/>
                      <a:pt x="1504379" y="2322862"/>
                    </a:cubicBezTo>
                    <a:close/>
                    <a:moveTo>
                      <a:pt x="1538573" y="2239804"/>
                    </a:moveTo>
                    <a:cubicBezTo>
                      <a:pt x="1537716" y="2239804"/>
                      <a:pt x="1536764" y="2239613"/>
                      <a:pt x="1536097" y="2239137"/>
                    </a:cubicBezTo>
                    <a:cubicBezTo>
                      <a:pt x="1533430" y="2238280"/>
                      <a:pt x="1531811" y="2235803"/>
                      <a:pt x="1531811" y="2233041"/>
                    </a:cubicBezTo>
                    <a:cubicBezTo>
                      <a:pt x="1531811" y="2232184"/>
                      <a:pt x="1532001" y="2231231"/>
                      <a:pt x="1532477" y="2230374"/>
                    </a:cubicBezTo>
                    <a:lnTo>
                      <a:pt x="1536287" y="2220944"/>
                    </a:lnTo>
                    <a:cubicBezTo>
                      <a:pt x="1540764" y="2210372"/>
                      <a:pt x="1545050" y="2199608"/>
                      <a:pt x="1549813" y="2188845"/>
                    </a:cubicBezTo>
                    <a:cubicBezTo>
                      <a:pt x="1551146" y="2185511"/>
                      <a:pt x="1555147" y="2183892"/>
                      <a:pt x="1558576" y="2185226"/>
                    </a:cubicBezTo>
                    <a:cubicBezTo>
                      <a:pt x="1560195" y="2185892"/>
                      <a:pt x="1561529" y="2187226"/>
                      <a:pt x="1562195" y="2188845"/>
                    </a:cubicBezTo>
                    <a:cubicBezTo>
                      <a:pt x="1562862" y="2190655"/>
                      <a:pt x="1562862" y="2192465"/>
                      <a:pt x="1562195" y="2193989"/>
                    </a:cubicBezTo>
                    <a:cubicBezTo>
                      <a:pt x="1559528" y="2200466"/>
                      <a:pt x="1556766" y="2207038"/>
                      <a:pt x="1554099" y="2213324"/>
                    </a:cubicBezTo>
                    <a:cubicBezTo>
                      <a:pt x="1550956" y="2220754"/>
                      <a:pt x="1547813" y="2228088"/>
                      <a:pt x="1544860" y="2235518"/>
                    </a:cubicBezTo>
                    <a:cubicBezTo>
                      <a:pt x="1543717" y="2237994"/>
                      <a:pt x="1541240" y="2239804"/>
                      <a:pt x="1538573" y="2239804"/>
                    </a:cubicBezTo>
                    <a:close/>
                    <a:moveTo>
                      <a:pt x="1573340" y="2156746"/>
                    </a:moveTo>
                    <a:cubicBezTo>
                      <a:pt x="1572482" y="2156746"/>
                      <a:pt x="1571530" y="2156746"/>
                      <a:pt x="1570673" y="2156270"/>
                    </a:cubicBezTo>
                    <a:cubicBezTo>
                      <a:pt x="1568196" y="2155127"/>
                      <a:pt x="1566672" y="2152650"/>
                      <a:pt x="1566672" y="2149983"/>
                    </a:cubicBezTo>
                    <a:cubicBezTo>
                      <a:pt x="1566672" y="2149126"/>
                      <a:pt x="1566863" y="2148173"/>
                      <a:pt x="1567148" y="2147507"/>
                    </a:cubicBezTo>
                    <a:lnTo>
                      <a:pt x="1571435" y="2137220"/>
                    </a:lnTo>
                    <a:cubicBezTo>
                      <a:pt x="1575911" y="2126933"/>
                      <a:pt x="1580388" y="2116550"/>
                      <a:pt x="1584674" y="2105978"/>
                    </a:cubicBezTo>
                    <a:cubicBezTo>
                      <a:pt x="1586294" y="2102644"/>
                      <a:pt x="1590294" y="2101025"/>
                      <a:pt x="1593628" y="2102358"/>
                    </a:cubicBezTo>
                    <a:cubicBezTo>
                      <a:pt x="1596962" y="2103882"/>
                      <a:pt x="1598581" y="2107692"/>
                      <a:pt x="1597247" y="2111312"/>
                    </a:cubicBezTo>
                    <a:cubicBezTo>
                      <a:pt x="1591247" y="2125028"/>
                      <a:pt x="1585341" y="2138648"/>
                      <a:pt x="1579721" y="2152364"/>
                    </a:cubicBezTo>
                    <a:cubicBezTo>
                      <a:pt x="1579721" y="2152364"/>
                      <a:pt x="1579721" y="2152364"/>
                      <a:pt x="1579436" y="2152555"/>
                    </a:cubicBezTo>
                    <a:cubicBezTo>
                      <a:pt x="1578483" y="2155222"/>
                      <a:pt x="1576007" y="2156746"/>
                      <a:pt x="1573340" y="2156746"/>
                    </a:cubicBezTo>
                    <a:close/>
                    <a:moveTo>
                      <a:pt x="1608582" y="2074164"/>
                    </a:moveTo>
                    <a:cubicBezTo>
                      <a:pt x="1607439" y="2074164"/>
                      <a:pt x="1606582" y="2073974"/>
                      <a:pt x="1605915" y="2073497"/>
                    </a:cubicBezTo>
                    <a:cubicBezTo>
                      <a:pt x="1603439" y="2072640"/>
                      <a:pt x="1601819" y="2070164"/>
                      <a:pt x="1601819" y="2067401"/>
                    </a:cubicBezTo>
                    <a:cubicBezTo>
                      <a:pt x="1601819" y="2066258"/>
                      <a:pt x="1601819" y="2065401"/>
                      <a:pt x="1602296" y="2064734"/>
                    </a:cubicBezTo>
                    <a:cubicBezTo>
                      <a:pt x="1608106" y="2051018"/>
                      <a:pt x="1614202" y="2037302"/>
                      <a:pt x="1620203" y="2023396"/>
                    </a:cubicBezTo>
                    <a:cubicBezTo>
                      <a:pt x="1621536" y="2020062"/>
                      <a:pt x="1625632" y="2018443"/>
                      <a:pt x="1628966" y="2020062"/>
                    </a:cubicBezTo>
                    <a:cubicBezTo>
                      <a:pt x="1630585" y="2020729"/>
                      <a:pt x="1631918" y="2021872"/>
                      <a:pt x="1632585" y="2023682"/>
                    </a:cubicBezTo>
                    <a:cubicBezTo>
                      <a:pt x="1633252" y="2025206"/>
                      <a:pt x="1633252" y="2027301"/>
                      <a:pt x="1632395" y="2028825"/>
                    </a:cubicBezTo>
                    <a:cubicBezTo>
                      <a:pt x="1626584" y="2042732"/>
                      <a:pt x="1620488" y="2056448"/>
                      <a:pt x="1614678" y="2070164"/>
                    </a:cubicBezTo>
                    <a:cubicBezTo>
                      <a:pt x="1613535" y="2072640"/>
                      <a:pt x="1611059" y="2074164"/>
                      <a:pt x="1608582" y="2074164"/>
                    </a:cubicBezTo>
                    <a:close/>
                    <a:moveTo>
                      <a:pt x="1644301" y="1991582"/>
                    </a:moveTo>
                    <a:cubicBezTo>
                      <a:pt x="1643158" y="1991582"/>
                      <a:pt x="1642301" y="1991582"/>
                      <a:pt x="1641634" y="1991106"/>
                    </a:cubicBezTo>
                    <a:cubicBezTo>
                      <a:pt x="1639157" y="1989963"/>
                      <a:pt x="1637633" y="1987486"/>
                      <a:pt x="1637633" y="1984819"/>
                    </a:cubicBezTo>
                    <a:cubicBezTo>
                      <a:pt x="1637633" y="1983962"/>
                      <a:pt x="1637824" y="1983010"/>
                      <a:pt x="1638110" y="1982152"/>
                    </a:cubicBezTo>
                    <a:cubicBezTo>
                      <a:pt x="1644206" y="1968722"/>
                      <a:pt x="1650206" y="1954816"/>
                      <a:pt x="1656302" y="1941100"/>
                    </a:cubicBezTo>
                    <a:cubicBezTo>
                      <a:pt x="1657636" y="1937766"/>
                      <a:pt x="1661922" y="1936147"/>
                      <a:pt x="1665065" y="1937766"/>
                    </a:cubicBezTo>
                    <a:cubicBezTo>
                      <a:pt x="1668399" y="1939100"/>
                      <a:pt x="1670018" y="1943195"/>
                      <a:pt x="1668685" y="1946529"/>
                    </a:cubicBezTo>
                    <a:cubicBezTo>
                      <a:pt x="1661922" y="1961769"/>
                      <a:pt x="1656112" y="1975009"/>
                      <a:pt x="1650492" y="1987582"/>
                    </a:cubicBezTo>
                    <a:cubicBezTo>
                      <a:pt x="1650492" y="1987772"/>
                      <a:pt x="1650492" y="1987772"/>
                      <a:pt x="1650492" y="1988058"/>
                    </a:cubicBezTo>
                    <a:cubicBezTo>
                      <a:pt x="1649159" y="1990249"/>
                      <a:pt x="1646682" y="1991582"/>
                      <a:pt x="1644301" y="1991582"/>
                    </a:cubicBezTo>
                    <a:close/>
                    <a:moveTo>
                      <a:pt x="1680591" y="1909381"/>
                    </a:moveTo>
                    <a:cubicBezTo>
                      <a:pt x="1679448" y="1909381"/>
                      <a:pt x="1678591" y="1909191"/>
                      <a:pt x="1677638" y="1908905"/>
                    </a:cubicBezTo>
                    <a:cubicBezTo>
                      <a:pt x="1675162" y="1907762"/>
                      <a:pt x="1673543" y="1905286"/>
                      <a:pt x="1673828" y="1902619"/>
                    </a:cubicBezTo>
                    <a:cubicBezTo>
                      <a:pt x="1673828" y="1901762"/>
                      <a:pt x="1674114" y="1900809"/>
                      <a:pt x="1674305" y="1899952"/>
                    </a:cubicBezTo>
                    <a:lnTo>
                      <a:pt x="1675162" y="1898142"/>
                    </a:lnTo>
                    <a:cubicBezTo>
                      <a:pt x="1680972" y="1885093"/>
                      <a:pt x="1686782" y="1872139"/>
                      <a:pt x="1692688" y="1858899"/>
                    </a:cubicBezTo>
                    <a:cubicBezTo>
                      <a:pt x="1694212" y="1855756"/>
                      <a:pt x="1698308" y="1854232"/>
                      <a:pt x="1701641" y="1855565"/>
                    </a:cubicBezTo>
                    <a:cubicBezTo>
                      <a:pt x="1703261" y="1856232"/>
                      <a:pt x="1704594" y="1857566"/>
                      <a:pt x="1704975" y="1859375"/>
                    </a:cubicBezTo>
                    <a:cubicBezTo>
                      <a:pt x="1705642" y="1860899"/>
                      <a:pt x="1705642" y="1862995"/>
                      <a:pt x="1704975" y="1864519"/>
                    </a:cubicBezTo>
                    <a:cubicBezTo>
                      <a:pt x="1698879" y="1878235"/>
                      <a:pt x="1692593" y="1891665"/>
                      <a:pt x="1686592" y="1905191"/>
                    </a:cubicBezTo>
                    <a:cubicBezTo>
                      <a:pt x="1686592" y="1905381"/>
                      <a:pt x="1686592" y="1905381"/>
                      <a:pt x="1686592" y="1905667"/>
                    </a:cubicBezTo>
                    <a:cubicBezTo>
                      <a:pt x="1685544" y="1907858"/>
                      <a:pt x="1683068" y="1909381"/>
                      <a:pt x="1680591" y="1909381"/>
                    </a:cubicBezTo>
                    <a:close/>
                    <a:moveTo>
                      <a:pt x="1717453" y="1827467"/>
                    </a:moveTo>
                    <a:cubicBezTo>
                      <a:pt x="1716596" y="1827467"/>
                      <a:pt x="1715643" y="1827276"/>
                      <a:pt x="1714500" y="1826990"/>
                    </a:cubicBezTo>
                    <a:cubicBezTo>
                      <a:pt x="1712214" y="1825847"/>
                      <a:pt x="1710690" y="1823371"/>
                      <a:pt x="1710690" y="1820894"/>
                    </a:cubicBezTo>
                    <a:cubicBezTo>
                      <a:pt x="1710690" y="1820037"/>
                      <a:pt x="1710881" y="1818894"/>
                      <a:pt x="1711166" y="1817942"/>
                    </a:cubicBezTo>
                    <a:cubicBezTo>
                      <a:pt x="1711166" y="1817942"/>
                      <a:pt x="1711166" y="1817942"/>
                      <a:pt x="1711452" y="1817942"/>
                    </a:cubicBezTo>
                    <a:cubicBezTo>
                      <a:pt x="1711452" y="1817751"/>
                      <a:pt x="1711452" y="1817751"/>
                      <a:pt x="1711452" y="1817465"/>
                    </a:cubicBezTo>
                    <a:cubicBezTo>
                      <a:pt x="1716786" y="1806035"/>
                      <a:pt x="1722025" y="1794605"/>
                      <a:pt x="1727168" y="1783080"/>
                    </a:cubicBezTo>
                    <a:lnTo>
                      <a:pt x="1730121" y="1776984"/>
                    </a:lnTo>
                    <a:cubicBezTo>
                      <a:pt x="1731740" y="1773650"/>
                      <a:pt x="1735741" y="1772031"/>
                      <a:pt x="1739075" y="1773650"/>
                    </a:cubicBezTo>
                    <a:cubicBezTo>
                      <a:pt x="1740694" y="1774317"/>
                      <a:pt x="1741742" y="1775651"/>
                      <a:pt x="1742408" y="1777460"/>
                    </a:cubicBezTo>
                    <a:cubicBezTo>
                      <a:pt x="1743075" y="1778984"/>
                      <a:pt x="1743075" y="1780794"/>
                      <a:pt x="1742123" y="1782604"/>
                    </a:cubicBezTo>
                    <a:lnTo>
                      <a:pt x="1733550" y="1801654"/>
                    </a:lnTo>
                    <a:cubicBezTo>
                      <a:pt x="1730216" y="1808798"/>
                      <a:pt x="1726787" y="1816037"/>
                      <a:pt x="1723454" y="1823466"/>
                    </a:cubicBezTo>
                    <a:cubicBezTo>
                      <a:pt x="1722406" y="1825943"/>
                      <a:pt x="1720120" y="1827467"/>
                      <a:pt x="1717453" y="1827467"/>
                    </a:cubicBezTo>
                    <a:close/>
                    <a:moveTo>
                      <a:pt x="1754886" y="1745837"/>
                    </a:moveTo>
                    <a:cubicBezTo>
                      <a:pt x="1754029" y="1745837"/>
                      <a:pt x="1753076" y="1745837"/>
                      <a:pt x="1752219" y="1745361"/>
                    </a:cubicBezTo>
                    <a:cubicBezTo>
                      <a:pt x="1749743" y="1744218"/>
                      <a:pt x="1748219" y="1742027"/>
                      <a:pt x="1748219" y="1739265"/>
                    </a:cubicBezTo>
                    <a:cubicBezTo>
                      <a:pt x="1748219" y="1738122"/>
                      <a:pt x="1748409" y="1737265"/>
                      <a:pt x="1748885" y="1736312"/>
                    </a:cubicBezTo>
                    <a:cubicBezTo>
                      <a:pt x="1753553" y="1726216"/>
                      <a:pt x="1758315" y="1716119"/>
                      <a:pt x="1762982" y="1706023"/>
                    </a:cubicBezTo>
                    <a:lnTo>
                      <a:pt x="1767650" y="1695450"/>
                    </a:lnTo>
                    <a:cubicBezTo>
                      <a:pt x="1769174" y="1692307"/>
                      <a:pt x="1773460" y="1690688"/>
                      <a:pt x="1776603" y="1692307"/>
                    </a:cubicBezTo>
                    <a:cubicBezTo>
                      <a:pt x="1779937" y="1693831"/>
                      <a:pt x="1781556" y="1697927"/>
                      <a:pt x="1779937" y="1701260"/>
                    </a:cubicBezTo>
                    <a:cubicBezTo>
                      <a:pt x="1773650" y="1714691"/>
                      <a:pt x="1767173" y="1728406"/>
                      <a:pt x="1760887" y="1741932"/>
                    </a:cubicBezTo>
                    <a:cubicBezTo>
                      <a:pt x="1759839" y="1744409"/>
                      <a:pt x="1757648" y="1745837"/>
                      <a:pt x="1754886" y="1745837"/>
                    </a:cubicBezTo>
                    <a:close/>
                    <a:moveTo>
                      <a:pt x="1793081" y="1664589"/>
                    </a:moveTo>
                    <a:cubicBezTo>
                      <a:pt x="1792224" y="1664589"/>
                      <a:pt x="1791081" y="1664399"/>
                      <a:pt x="1790129" y="1663922"/>
                    </a:cubicBezTo>
                    <a:cubicBezTo>
                      <a:pt x="1787843" y="1662779"/>
                      <a:pt x="1786319" y="1660589"/>
                      <a:pt x="1786319" y="1657826"/>
                    </a:cubicBezTo>
                    <a:cubicBezTo>
                      <a:pt x="1786319" y="1656969"/>
                      <a:pt x="1786509" y="1655826"/>
                      <a:pt x="1786985" y="1654874"/>
                    </a:cubicBezTo>
                    <a:cubicBezTo>
                      <a:pt x="1792796" y="1642491"/>
                      <a:pt x="1798701" y="1630394"/>
                      <a:pt x="1804702" y="1618107"/>
                    </a:cubicBezTo>
                    <a:lnTo>
                      <a:pt x="1806321" y="1614488"/>
                    </a:lnTo>
                    <a:cubicBezTo>
                      <a:pt x="1807940" y="1611154"/>
                      <a:pt x="1812131" y="1609535"/>
                      <a:pt x="1815275" y="1611154"/>
                    </a:cubicBezTo>
                    <a:cubicBezTo>
                      <a:pt x="1816799" y="1612011"/>
                      <a:pt x="1818227" y="1613440"/>
                      <a:pt x="1818894" y="1614964"/>
                    </a:cubicBezTo>
                    <a:cubicBezTo>
                      <a:pt x="1819370" y="1616774"/>
                      <a:pt x="1819370" y="1618583"/>
                      <a:pt x="1818704" y="1620107"/>
                    </a:cubicBezTo>
                    <a:cubicBezTo>
                      <a:pt x="1812227" y="1633823"/>
                      <a:pt x="1805654" y="1647254"/>
                      <a:pt x="1799177" y="1660779"/>
                    </a:cubicBezTo>
                    <a:cubicBezTo>
                      <a:pt x="1798034" y="1662970"/>
                      <a:pt x="1795748" y="1664589"/>
                      <a:pt x="1793081" y="1664589"/>
                    </a:cubicBezTo>
                    <a:close/>
                    <a:moveTo>
                      <a:pt x="1831848" y="1583531"/>
                    </a:moveTo>
                    <a:cubicBezTo>
                      <a:pt x="1830991" y="1583531"/>
                      <a:pt x="1829848" y="1583341"/>
                      <a:pt x="1828895" y="1582864"/>
                    </a:cubicBezTo>
                    <a:cubicBezTo>
                      <a:pt x="1826705" y="1581722"/>
                      <a:pt x="1825085" y="1579531"/>
                      <a:pt x="1825085" y="1576768"/>
                    </a:cubicBezTo>
                    <a:cubicBezTo>
                      <a:pt x="1825085" y="1575626"/>
                      <a:pt x="1825276" y="1574768"/>
                      <a:pt x="1825752" y="1573816"/>
                    </a:cubicBezTo>
                    <a:cubicBezTo>
                      <a:pt x="1831562" y="1561910"/>
                      <a:pt x="1838516" y="1547527"/>
                      <a:pt x="1845469" y="1533620"/>
                    </a:cubicBezTo>
                    <a:cubicBezTo>
                      <a:pt x="1847088" y="1530287"/>
                      <a:pt x="1851279" y="1528858"/>
                      <a:pt x="1854422" y="1530477"/>
                    </a:cubicBezTo>
                    <a:cubicBezTo>
                      <a:pt x="1857756" y="1532001"/>
                      <a:pt x="1859090" y="1536097"/>
                      <a:pt x="1857566" y="1539431"/>
                    </a:cubicBezTo>
                    <a:lnTo>
                      <a:pt x="1852422" y="1550003"/>
                    </a:lnTo>
                    <a:cubicBezTo>
                      <a:pt x="1847469" y="1559909"/>
                      <a:pt x="1842802" y="1569720"/>
                      <a:pt x="1837849" y="1579626"/>
                    </a:cubicBezTo>
                    <a:cubicBezTo>
                      <a:pt x="1836801" y="1581912"/>
                      <a:pt x="1834610" y="1583531"/>
                      <a:pt x="1831848" y="1583531"/>
                    </a:cubicBezTo>
                    <a:close/>
                    <a:moveTo>
                      <a:pt x="1871377" y="1503140"/>
                    </a:moveTo>
                    <a:cubicBezTo>
                      <a:pt x="1870234" y="1503140"/>
                      <a:pt x="1869377" y="1502950"/>
                      <a:pt x="1868424" y="1502474"/>
                    </a:cubicBezTo>
                    <a:cubicBezTo>
                      <a:pt x="1865948" y="1501331"/>
                      <a:pt x="1864614" y="1498854"/>
                      <a:pt x="1864614" y="1496187"/>
                    </a:cubicBezTo>
                    <a:cubicBezTo>
                      <a:pt x="1864614" y="1495330"/>
                      <a:pt x="1864900" y="1494187"/>
                      <a:pt x="1865281" y="1493234"/>
                    </a:cubicBezTo>
                    <a:lnTo>
                      <a:pt x="1869091" y="1485805"/>
                    </a:lnTo>
                    <a:cubicBezTo>
                      <a:pt x="1874520" y="1474851"/>
                      <a:pt x="1879854" y="1463993"/>
                      <a:pt x="1885474" y="1453039"/>
                    </a:cubicBezTo>
                    <a:cubicBezTo>
                      <a:pt x="1886998" y="1449896"/>
                      <a:pt x="1891284" y="1448562"/>
                      <a:pt x="1894427" y="1450086"/>
                    </a:cubicBezTo>
                    <a:cubicBezTo>
                      <a:pt x="1897761" y="1451610"/>
                      <a:pt x="1899095" y="1455896"/>
                      <a:pt x="1897380" y="1459039"/>
                    </a:cubicBezTo>
                    <a:cubicBezTo>
                      <a:pt x="1890617" y="1472470"/>
                      <a:pt x="1884140" y="1485995"/>
                      <a:pt x="1877378" y="1499235"/>
                    </a:cubicBezTo>
                    <a:cubicBezTo>
                      <a:pt x="1876330" y="1501616"/>
                      <a:pt x="1874139" y="1503140"/>
                      <a:pt x="1871377" y="1503140"/>
                    </a:cubicBezTo>
                    <a:close/>
                    <a:moveTo>
                      <a:pt x="1911763" y="1422845"/>
                    </a:moveTo>
                    <a:cubicBezTo>
                      <a:pt x="1910620" y="1422845"/>
                      <a:pt x="1909763" y="1422654"/>
                      <a:pt x="1908810" y="1422178"/>
                    </a:cubicBezTo>
                    <a:cubicBezTo>
                      <a:pt x="1906334" y="1421035"/>
                      <a:pt x="1905000" y="1418558"/>
                      <a:pt x="1905000" y="1415891"/>
                    </a:cubicBezTo>
                    <a:cubicBezTo>
                      <a:pt x="1905000" y="1415034"/>
                      <a:pt x="1905191" y="1414081"/>
                      <a:pt x="1905667" y="1413224"/>
                    </a:cubicBezTo>
                    <a:cubicBezTo>
                      <a:pt x="1912430" y="1399985"/>
                      <a:pt x="1919383" y="1386268"/>
                      <a:pt x="1926336" y="1373029"/>
                    </a:cubicBezTo>
                    <a:cubicBezTo>
                      <a:pt x="1927955" y="1369885"/>
                      <a:pt x="1932146" y="1368552"/>
                      <a:pt x="1935290" y="1370076"/>
                    </a:cubicBezTo>
                    <a:cubicBezTo>
                      <a:pt x="1936909" y="1370933"/>
                      <a:pt x="1938242" y="1372362"/>
                      <a:pt x="1938623" y="1373886"/>
                    </a:cubicBezTo>
                    <a:cubicBezTo>
                      <a:pt x="1939290" y="1375696"/>
                      <a:pt x="1939100" y="1377506"/>
                      <a:pt x="1938147" y="1379030"/>
                    </a:cubicBezTo>
                    <a:cubicBezTo>
                      <a:pt x="1931384" y="1392269"/>
                      <a:pt x="1924431" y="1405700"/>
                      <a:pt x="1917764" y="1418939"/>
                    </a:cubicBezTo>
                    <a:lnTo>
                      <a:pt x="1917764" y="1419130"/>
                    </a:lnTo>
                    <a:cubicBezTo>
                      <a:pt x="1916716" y="1421511"/>
                      <a:pt x="1914239" y="1422845"/>
                      <a:pt x="1911763" y="1422845"/>
                    </a:cubicBezTo>
                    <a:close/>
                    <a:moveTo>
                      <a:pt x="1953101" y="1342644"/>
                    </a:moveTo>
                    <a:cubicBezTo>
                      <a:pt x="1951958" y="1342644"/>
                      <a:pt x="1950911" y="1342454"/>
                      <a:pt x="1949958" y="1341977"/>
                    </a:cubicBezTo>
                    <a:cubicBezTo>
                      <a:pt x="1947672" y="1340834"/>
                      <a:pt x="1946339" y="1338643"/>
                      <a:pt x="1946339" y="1336167"/>
                    </a:cubicBezTo>
                    <a:cubicBezTo>
                      <a:pt x="1946339" y="1335024"/>
                      <a:pt x="1946529" y="1333881"/>
                      <a:pt x="1947005" y="1332833"/>
                    </a:cubicBezTo>
                    <a:cubicBezTo>
                      <a:pt x="1951482" y="1324737"/>
                      <a:pt x="1955768" y="1316450"/>
                      <a:pt x="1959959" y="1308164"/>
                    </a:cubicBezTo>
                    <a:lnTo>
                      <a:pt x="1968056" y="1293114"/>
                    </a:lnTo>
                    <a:cubicBezTo>
                      <a:pt x="1969675" y="1289971"/>
                      <a:pt x="1973866" y="1288637"/>
                      <a:pt x="1977009" y="1290447"/>
                    </a:cubicBezTo>
                    <a:cubicBezTo>
                      <a:pt x="1980343" y="1291971"/>
                      <a:pt x="1981486" y="1296067"/>
                      <a:pt x="1979962" y="1299401"/>
                    </a:cubicBezTo>
                    <a:cubicBezTo>
                      <a:pt x="1973199" y="1311974"/>
                      <a:pt x="1966055" y="1325689"/>
                      <a:pt x="1959102" y="1339120"/>
                    </a:cubicBezTo>
                    <a:cubicBezTo>
                      <a:pt x="1958054" y="1341310"/>
                      <a:pt x="1955578" y="1342644"/>
                      <a:pt x="1953101" y="1342644"/>
                    </a:cubicBezTo>
                    <a:close/>
                    <a:moveTo>
                      <a:pt x="1995107" y="1263206"/>
                    </a:moveTo>
                    <a:cubicBezTo>
                      <a:pt x="1993964" y="1263206"/>
                      <a:pt x="1993106" y="1263015"/>
                      <a:pt x="1991963" y="1262539"/>
                    </a:cubicBezTo>
                    <a:cubicBezTo>
                      <a:pt x="1989963" y="1261396"/>
                      <a:pt x="1988630" y="1259205"/>
                      <a:pt x="1988344" y="1256729"/>
                    </a:cubicBezTo>
                    <a:cubicBezTo>
                      <a:pt x="1988344" y="1255585"/>
                      <a:pt x="1988820" y="1254443"/>
                      <a:pt x="1989201" y="1253585"/>
                    </a:cubicBezTo>
                    <a:lnTo>
                      <a:pt x="1989201" y="1253395"/>
                    </a:lnTo>
                    <a:cubicBezTo>
                      <a:pt x="1989201" y="1253395"/>
                      <a:pt x="1989391" y="1253204"/>
                      <a:pt x="1989391" y="1252918"/>
                    </a:cubicBezTo>
                    <a:cubicBezTo>
                      <a:pt x="1995392" y="1241489"/>
                      <a:pt x="2002155" y="1229106"/>
                      <a:pt x="2010442" y="1213866"/>
                    </a:cubicBezTo>
                    <a:cubicBezTo>
                      <a:pt x="2012251" y="1210723"/>
                      <a:pt x="2016538" y="1209389"/>
                      <a:pt x="2019681" y="1211199"/>
                    </a:cubicBezTo>
                    <a:cubicBezTo>
                      <a:pt x="2021300" y="1212056"/>
                      <a:pt x="2022348" y="1213485"/>
                      <a:pt x="2022824" y="1215200"/>
                    </a:cubicBezTo>
                    <a:cubicBezTo>
                      <a:pt x="2023491" y="1217009"/>
                      <a:pt x="2023300" y="1218819"/>
                      <a:pt x="2022348" y="1220343"/>
                    </a:cubicBezTo>
                    <a:cubicBezTo>
                      <a:pt x="2015204" y="1233392"/>
                      <a:pt x="2008251" y="1246632"/>
                      <a:pt x="2001012" y="1259872"/>
                    </a:cubicBezTo>
                    <a:cubicBezTo>
                      <a:pt x="1999774" y="1261872"/>
                      <a:pt x="1997583" y="1263206"/>
                      <a:pt x="1995107" y="1263206"/>
                    </a:cubicBezTo>
                    <a:close/>
                    <a:moveTo>
                      <a:pt x="2038159" y="1184434"/>
                    </a:moveTo>
                    <a:cubicBezTo>
                      <a:pt x="2037016" y="1184434"/>
                      <a:pt x="2035969" y="1184243"/>
                      <a:pt x="2035016" y="1183577"/>
                    </a:cubicBezTo>
                    <a:cubicBezTo>
                      <a:pt x="2032730" y="1182434"/>
                      <a:pt x="2031397" y="1180243"/>
                      <a:pt x="2031397" y="1177766"/>
                    </a:cubicBezTo>
                    <a:cubicBezTo>
                      <a:pt x="2031397" y="1176623"/>
                      <a:pt x="2031587" y="1175480"/>
                      <a:pt x="2032254" y="1174433"/>
                    </a:cubicBezTo>
                    <a:cubicBezTo>
                      <a:pt x="2038731" y="1162526"/>
                      <a:pt x="2045970" y="1149763"/>
                      <a:pt x="2054066" y="1135189"/>
                    </a:cubicBezTo>
                    <a:cubicBezTo>
                      <a:pt x="2055876" y="1132046"/>
                      <a:pt x="2060067" y="1130903"/>
                      <a:pt x="2063306" y="1132713"/>
                    </a:cubicBezTo>
                    <a:cubicBezTo>
                      <a:pt x="2066449" y="1134523"/>
                      <a:pt x="2067782" y="1138523"/>
                      <a:pt x="2065782" y="1141952"/>
                    </a:cubicBezTo>
                    <a:cubicBezTo>
                      <a:pt x="2058638" y="1155002"/>
                      <a:pt x="2051399" y="1167956"/>
                      <a:pt x="2044256" y="1180814"/>
                    </a:cubicBezTo>
                    <a:cubicBezTo>
                      <a:pt x="2044256" y="1181005"/>
                      <a:pt x="2044065" y="1181005"/>
                      <a:pt x="2044065" y="1181005"/>
                    </a:cubicBezTo>
                    <a:cubicBezTo>
                      <a:pt x="2042922" y="1183100"/>
                      <a:pt x="2040636" y="1184434"/>
                      <a:pt x="2038159" y="1184434"/>
                    </a:cubicBezTo>
                    <a:close/>
                    <a:moveTo>
                      <a:pt x="2082165" y="1106138"/>
                    </a:moveTo>
                    <a:cubicBezTo>
                      <a:pt x="2081022" y="1106138"/>
                      <a:pt x="2079974" y="1105948"/>
                      <a:pt x="2078831" y="1105281"/>
                    </a:cubicBezTo>
                    <a:cubicBezTo>
                      <a:pt x="2076641" y="1104138"/>
                      <a:pt x="2075498" y="1101662"/>
                      <a:pt x="2075498" y="1099185"/>
                    </a:cubicBezTo>
                    <a:cubicBezTo>
                      <a:pt x="2075498" y="1098042"/>
                      <a:pt x="2075688" y="1096899"/>
                      <a:pt x="2076355" y="1096042"/>
                    </a:cubicBezTo>
                    <a:cubicBezTo>
                      <a:pt x="2082832" y="1084326"/>
                      <a:pt x="2090928" y="1070705"/>
                      <a:pt x="2098834" y="1056989"/>
                    </a:cubicBezTo>
                    <a:cubicBezTo>
                      <a:pt x="2100644" y="1053846"/>
                      <a:pt x="2104930" y="1052703"/>
                      <a:pt x="2108073" y="1054513"/>
                    </a:cubicBezTo>
                    <a:cubicBezTo>
                      <a:pt x="2109597" y="1055370"/>
                      <a:pt x="2110550" y="1056989"/>
                      <a:pt x="2111216" y="1058799"/>
                    </a:cubicBezTo>
                    <a:cubicBezTo>
                      <a:pt x="2111693" y="1060323"/>
                      <a:pt x="2111407" y="1062418"/>
                      <a:pt x="2110550" y="1063752"/>
                    </a:cubicBezTo>
                    <a:cubicBezTo>
                      <a:pt x="2102739" y="1077182"/>
                      <a:pt x="2094833" y="1090898"/>
                      <a:pt x="2088071" y="1102614"/>
                    </a:cubicBezTo>
                    <a:lnTo>
                      <a:pt x="2088071" y="1102805"/>
                    </a:lnTo>
                    <a:cubicBezTo>
                      <a:pt x="2086832" y="1104805"/>
                      <a:pt x="2084641" y="1106138"/>
                      <a:pt x="2082165" y="1106138"/>
                    </a:cubicBezTo>
                    <a:close/>
                    <a:moveTo>
                      <a:pt x="2127314" y="1028414"/>
                    </a:moveTo>
                    <a:cubicBezTo>
                      <a:pt x="2125980" y="1028414"/>
                      <a:pt x="2124837" y="1027938"/>
                      <a:pt x="2123694" y="1027271"/>
                    </a:cubicBezTo>
                    <a:cubicBezTo>
                      <a:pt x="2121694" y="1026128"/>
                      <a:pt x="2120551" y="1024128"/>
                      <a:pt x="2120551" y="1021651"/>
                    </a:cubicBezTo>
                    <a:cubicBezTo>
                      <a:pt x="2120360" y="1020318"/>
                      <a:pt x="2120741" y="1019175"/>
                      <a:pt x="2121408" y="1018032"/>
                    </a:cubicBezTo>
                    <a:cubicBezTo>
                      <a:pt x="2128361" y="1006126"/>
                      <a:pt x="2136458" y="992696"/>
                      <a:pt x="2144268" y="979456"/>
                    </a:cubicBezTo>
                    <a:cubicBezTo>
                      <a:pt x="2146078" y="976313"/>
                      <a:pt x="2150555" y="975455"/>
                      <a:pt x="2153507" y="977170"/>
                    </a:cubicBezTo>
                    <a:cubicBezTo>
                      <a:pt x="2155127" y="978027"/>
                      <a:pt x="2156174" y="979456"/>
                      <a:pt x="2156651" y="981170"/>
                    </a:cubicBezTo>
                    <a:cubicBezTo>
                      <a:pt x="2157127" y="982980"/>
                      <a:pt x="2156841" y="984790"/>
                      <a:pt x="2155793" y="986314"/>
                    </a:cubicBezTo>
                    <a:cubicBezTo>
                      <a:pt x="2149316" y="997363"/>
                      <a:pt x="2142554" y="1008507"/>
                      <a:pt x="2136077" y="1019747"/>
                    </a:cubicBezTo>
                    <a:lnTo>
                      <a:pt x="2132933" y="1024890"/>
                    </a:lnTo>
                    <a:cubicBezTo>
                      <a:pt x="2131790" y="1027081"/>
                      <a:pt x="2129505" y="1028414"/>
                      <a:pt x="2127314" y="1028414"/>
                    </a:cubicBezTo>
                    <a:close/>
                    <a:moveTo>
                      <a:pt x="2173319" y="951262"/>
                    </a:moveTo>
                    <a:cubicBezTo>
                      <a:pt x="2172176" y="951262"/>
                      <a:pt x="2170843" y="951071"/>
                      <a:pt x="2169986" y="950405"/>
                    </a:cubicBezTo>
                    <a:cubicBezTo>
                      <a:pt x="2167985" y="949071"/>
                      <a:pt x="2166652" y="947071"/>
                      <a:pt x="2166652" y="944594"/>
                    </a:cubicBezTo>
                    <a:cubicBezTo>
                      <a:pt x="2166652" y="943451"/>
                      <a:pt x="2167128" y="942118"/>
                      <a:pt x="2167795" y="941260"/>
                    </a:cubicBezTo>
                    <a:cubicBezTo>
                      <a:pt x="2175701" y="928211"/>
                      <a:pt x="2183511" y="915257"/>
                      <a:pt x="2191417" y="902875"/>
                    </a:cubicBezTo>
                    <a:cubicBezTo>
                      <a:pt x="2193227" y="899731"/>
                      <a:pt x="2197513" y="898874"/>
                      <a:pt x="2200561" y="900589"/>
                    </a:cubicBezTo>
                    <a:cubicBezTo>
                      <a:pt x="2203704" y="902589"/>
                      <a:pt x="2204657" y="906875"/>
                      <a:pt x="2202847" y="910018"/>
                    </a:cubicBezTo>
                    <a:lnTo>
                      <a:pt x="2202371" y="910495"/>
                    </a:lnTo>
                    <a:cubicBezTo>
                      <a:pt x="2194751" y="922877"/>
                      <a:pt x="2186940" y="935641"/>
                      <a:pt x="2179225" y="948214"/>
                    </a:cubicBezTo>
                    <a:cubicBezTo>
                      <a:pt x="2179225" y="948214"/>
                      <a:pt x="2179225" y="948214"/>
                      <a:pt x="2178939" y="948404"/>
                    </a:cubicBezTo>
                    <a:cubicBezTo>
                      <a:pt x="2177796" y="950119"/>
                      <a:pt x="2175510" y="951262"/>
                      <a:pt x="2173319" y="951262"/>
                    </a:cubicBezTo>
                    <a:close/>
                    <a:moveTo>
                      <a:pt x="2220849" y="874967"/>
                    </a:moveTo>
                    <a:cubicBezTo>
                      <a:pt x="2219516" y="874967"/>
                      <a:pt x="2218373" y="874776"/>
                      <a:pt x="2217230" y="874109"/>
                    </a:cubicBezTo>
                    <a:cubicBezTo>
                      <a:pt x="2215230" y="872776"/>
                      <a:pt x="2213896" y="870490"/>
                      <a:pt x="2214086" y="868299"/>
                    </a:cubicBezTo>
                    <a:cubicBezTo>
                      <a:pt x="2214086" y="866966"/>
                      <a:pt x="2214277" y="865822"/>
                      <a:pt x="2214944" y="864680"/>
                    </a:cubicBezTo>
                    <a:cubicBezTo>
                      <a:pt x="2223897" y="850773"/>
                      <a:pt x="2231803" y="838391"/>
                      <a:pt x="2239137" y="826960"/>
                    </a:cubicBezTo>
                    <a:cubicBezTo>
                      <a:pt x="2241138" y="823817"/>
                      <a:pt x="2245424" y="822960"/>
                      <a:pt x="2248567" y="824675"/>
                    </a:cubicBezTo>
                    <a:cubicBezTo>
                      <a:pt x="2251710" y="826675"/>
                      <a:pt x="2252567" y="830961"/>
                      <a:pt x="2250567" y="834104"/>
                    </a:cubicBezTo>
                    <a:cubicBezTo>
                      <a:pt x="2241995" y="847344"/>
                      <a:pt x="2234184" y="859441"/>
                      <a:pt x="2226564" y="871633"/>
                    </a:cubicBezTo>
                    <a:cubicBezTo>
                      <a:pt x="2226564" y="871823"/>
                      <a:pt x="2226278" y="871823"/>
                      <a:pt x="2226278" y="871823"/>
                    </a:cubicBezTo>
                    <a:cubicBezTo>
                      <a:pt x="2225326" y="873824"/>
                      <a:pt x="2223135" y="874967"/>
                      <a:pt x="2220849" y="874967"/>
                    </a:cubicBezTo>
                    <a:close/>
                    <a:moveTo>
                      <a:pt x="3754279" y="855155"/>
                    </a:moveTo>
                    <a:cubicBezTo>
                      <a:pt x="3753612" y="855155"/>
                      <a:pt x="3753136" y="855155"/>
                      <a:pt x="3752469" y="854964"/>
                    </a:cubicBezTo>
                    <a:cubicBezTo>
                      <a:pt x="3748850" y="854107"/>
                      <a:pt x="3746849" y="850201"/>
                      <a:pt x="3747802" y="846677"/>
                    </a:cubicBezTo>
                    <a:cubicBezTo>
                      <a:pt x="3749612" y="840200"/>
                      <a:pt x="3751422" y="833628"/>
                      <a:pt x="3752945" y="827151"/>
                    </a:cubicBezTo>
                    <a:cubicBezTo>
                      <a:pt x="3753803" y="823531"/>
                      <a:pt x="3757613" y="821341"/>
                      <a:pt x="3761042" y="822198"/>
                    </a:cubicBezTo>
                    <a:cubicBezTo>
                      <a:pt x="3764185" y="823055"/>
                      <a:pt x="3766185" y="825532"/>
                      <a:pt x="3766185" y="828675"/>
                    </a:cubicBezTo>
                    <a:cubicBezTo>
                      <a:pt x="3766185" y="829342"/>
                      <a:pt x="3766185" y="830009"/>
                      <a:pt x="3765899" y="830485"/>
                    </a:cubicBezTo>
                    <a:cubicBezTo>
                      <a:pt x="3764090" y="837629"/>
                      <a:pt x="3762375" y="844868"/>
                      <a:pt x="3760756" y="850201"/>
                    </a:cubicBezTo>
                    <a:cubicBezTo>
                      <a:pt x="3759899" y="853154"/>
                      <a:pt x="3757232" y="855155"/>
                      <a:pt x="3754279" y="855155"/>
                    </a:cubicBezTo>
                    <a:close/>
                    <a:moveTo>
                      <a:pt x="2269522" y="799529"/>
                    </a:moveTo>
                    <a:cubicBezTo>
                      <a:pt x="2268188" y="799529"/>
                      <a:pt x="2266855" y="799052"/>
                      <a:pt x="2265712" y="798385"/>
                    </a:cubicBezTo>
                    <a:cubicBezTo>
                      <a:pt x="2263902" y="797243"/>
                      <a:pt x="2262759" y="795052"/>
                      <a:pt x="2262759" y="792766"/>
                    </a:cubicBezTo>
                    <a:cubicBezTo>
                      <a:pt x="2262759" y="791623"/>
                      <a:pt x="2263235" y="790289"/>
                      <a:pt x="2263616" y="789432"/>
                    </a:cubicBezTo>
                    <a:cubicBezTo>
                      <a:pt x="2263807" y="789242"/>
                      <a:pt x="2263807" y="789242"/>
                      <a:pt x="2263807" y="789242"/>
                    </a:cubicBezTo>
                    <a:cubicBezTo>
                      <a:pt x="2264093" y="789051"/>
                      <a:pt x="2264093" y="788765"/>
                      <a:pt x="2264283" y="788575"/>
                    </a:cubicBezTo>
                    <a:cubicBezTo>
                      <a:pt x="2273046" y="775335"/>
                      <a:pt x="2280857" y="763238"/>
                      <a:pt x="2288763" y="751713"/>
                    </a:cubicBezTo>
                    <a:cubicBezTo>
                      <a:pt x="2290763" y="748760"/>
                      <a:pt x="2295239" y="747903"/>
                      <a:pt x="2298192" y="749903"/>
                    </a:cubicBezTo>
                    <a:cubicBezTo>
                      <a:pt x="2301335" y="751904"/>
                      <a:pt x="2302002" y="756190"/>
                      <a:pt x="2300002" y="759143"/>
                    </a:cubicBezTo>
                    <a:cubicBezTo>
                      <a:pt x="2292572" y="770096"/>
                      <a:pt x="2284095" y="783146"/>
                      <a:pt x="2275047" y="796576"/>
                    </a:cubicBezTo>
                    <a:cubicBezTo>
                      <a:pt x="2273808" y="798385"/>
                      <a:pt x="2271808" y="799529"/>
                      <a:pt x="2269522" y="799529"/>
                    </a:cubicBezTo>
                    <a:close/>
                    <a:moveTo>
                      <a:pt x="3769328" y="791623"/>
                    </a:moveTo>
                    <a:cubicBezTo>
                      <a:pt x="3769138" y="791623"/>
                      <a:pt x="3768662" y="791623"/>
                      <a:pt x="3768185" y="791623"/>
                    </a:cubicBezTo>
                    <a:cubicBezTo>
                      <a:pt x="3766376" y="791147"/>
                      <a:pt x="3764852" y="790289"/>
                      <a:pt x="3763709" y="788670"/>
                    </a:cubicBezTo>
                    <a:cubicBezTo>
                      <a:pt x="3762851" y="787146"/>
                      <a:pt x="3762375" y="785336"/>
                      <a:pt x="3762851" y="783717"/>
                    </a:cubicBezTo>
                    <a:cubicBezTo>
                      <a:pt x="3765995" y="768668"/>
                      <a:pt x="3768471" y="753904"/>
                      <a:pt x="3770472" y="739711"/>
                    </a:cubicBezTo>
                    <a:cubicBezTo>
                      <a:pt x="3771138" y="736092"/>
                      <a:pt x="3774281" y="733425"/>
                      <a:pt x="3778091" y="734092"/>
                    </a:cubicBezTo>
                    <a:cubicBezTo>
                      <a:pt x="3781425" y="734568"/>
                      <a:pt x="3783902" y="737426"/>
                      <a:pt x="3783902" y="740569"/>
                    </a:cubicBezTo>
                    <a:cubicBezTo>
                      <a:pt x="3783902" y="741045"/>
                      <a:pt x="3783902" y="741236"/>
                      <a:pt x="3783902" y="741712"/>
                    </a:cubicBezTo>
                    <a:cubicBezTo>
                      <a:pt x="3781616" y="755809"/>
                      <a:pt x="3779234" y="770477"/>
                      <a:pt x="3775996" y="786193"/>
                    </a:cubicBezTo>
                    <a:cubicBezTo>
                      <a:pt x="3775424" y="789432"/>
                      <a:pt x="3772757" y="791623"/>
                      <a:pt x="3769328" y="791623"/>
                    </a:cubicBezTo>
                    <a:close/>
                    <a:moveTo>
                      <a:pt x="2319814" y="725043"/>
                    </a:moveTo>
                    <a:cubicBezTo>
                      <a:pt x="2318480" y="725043"/>
                      <a:pt x="2317147" y="724853"/>
                      <a:pt x="2316004" y="723900"/>
                    </a:cubicBezTo>
                    <a:cubicBezTo>
                      <a:pt x="2314194" y="722567"/>
                      <a:pt x="2313051" y="720566"/>
                      <a:pt x="2313051" y="718280"/>
                    </a:cubicBezTo>
                    <a:cubicBezTo>
                      <a:pt x="2313051" y="716947"/>
                      <a:pt x="2313527" y="715804"/>
                      <a:pt x="2314194" y="714947"/>
                    </a:cubicBezTo>
                    <a:cubicBezTo>
                      <a:pt x="2314194" y="714756"/>
                      <a:pt x="2314194" y="714756"/>
                      <a:pt x="2314194" y="714470"/>
                    </a:cubicBezTo>
                    <a:cubicBezTo>
                      <a:pt x="2314385" y="714470"/>
                      <a:pt x="2314385" y="714280"/>
                      <a:pt x="2314670" y="713994"/>
                    </a:cubicBezTo>
                    <a:cubicBezTo>
                      <a:pt x="2322957" y="701897"/>
                      <a:pt x="2331530" y="689801"/>
                      <a:pt x="2340007" y="677609"/>
                    </a:cubicBezTo>
                    <a:cubicBezTo>
                      <a:pt x="2342007" y="674656"/>
                      <a:pt x="2346484" y="673989"/>
                      <a:pt x="2349437" y="675989"/>
                    </a:cubicBezTo>
                    <a:cubicBezTo>
                      <a:pt x="2352389" y="677990"/>
                      <a:pt x="2353056" y="682276"/>
                      <a:pt x="2351056" y="685419"/>
                    </a:cubicBezTo>
                    <a:cubicBezTo>
                      <a:pt x="2342483" y="697516"/>
                      <a:pt x="2333720" y="709898"/>
                      <a:pt x="2325434" y="721995"/>
                    </a:cubicBezTo>
                    <a:cubicBezTo>
                      <a:pt x="2324100" y="724090"/>
                      <a:pt x="2322100" y="725043"/>
                      <a:pt x="2319814" y="725043"/>
                    </a:cubicBezTo>
                    <a:close/>
                    <a:moveTo>
                      <a:pt x="3782568" y="703040"/>
                    </a:moveTo>
                    <a:cubicBezTo>
                      <a:pt x="3782378" y="703040"/>
                      <a:pt x="3782092" y="703040"/>
                      <a:pt x="3781901" y="703040"/>
                    </a:cubicBezTo>
                    <a:cubicBezTo>
                      <a:pt x="3780092" y="702850"/>
                      <a:pt x="3778568" y="701897"/>
                      <a:pt x="3777425" y="700564"/>
                    </a:cubicBezTo>
                    <a:cubicBezTo>
                      <a:pt x="3776282" y="699230"/>
                      <a:pt x="3775615" y="697421"/>
                      <a:pt x="3775805" y="695611"/>
                    </a:cubicBezTo>
                    <a:cubicBezTo>
                      <a:pt x="3777139" y="680561"/>
                      <a:pt x="3778282" y="665512"/>
                      <a:pt x="3778758" y="651129"/>
                    </a:cubicBezTo>
                    <a:cubicBezTo>
                      <a:pt x="3778758" y="647509"/>
                      <a:pt x="3781901" y="644652"/>
                      <a:pt x="3785521" y="644652"/>
                    </a:cubicBezTo>
                    <a:cubicBezTo>
                      <a:pt x="3789331" y="644843"/>
                      <a:pt x="3792284" y="647795"/>
                      <a:pt x="3792284" y="651415"/>
                    </a:cubicBezTo>
                    <a:lnTo>
                      <a:pt x="3792284" y="651605"/>
                    </a:lnTo>
                    <a:cubicBezTo>
                      <a:pt x="3791617" y="666655"/>
                      <a:pt x="3790664" y="681895"/>
                      <a:pt x="3789331" y="696944"/>
                    </a:cubicBezTo>
                    <a:cubicBezTo>
                      <a:pt x="3788855" y="700278"/>
                      <a:pt x="3786188" y="703040"/>
                      <a:pt x="3782568" y="703040"/>
                    </a:cubicBezTo>
                    <a:close/>
                    <a:moveTo>
                      <a:pt x="2371725" y="651796"/>
                    </a:moveTo>
                    <a:cubicBezTo>
                      <a:pt x="2370392" y="651796"/>
                      <a:pt x="2369058" y="651320"/>
                      <a:pt x="2367915" y="650462"/>
                    </a:cubicBezTo>
                    <a:cubicBezTo>
                      <a:pt x="2366105" y="649129"/>
                      <a:pt x="2364963" y="647128"/>
                      <a:pt x="2364963" y="645128"/>
                    </a:cubicBezTo>
                    <a:cubicBezTo>
                      <a:pt x="2364963" y="643795"/>
                      <a:pt x="2365439" y="642176"/>
                      <a:pt x="2366296" y="641128"/>
                    </a:cubicBezTo>
                    <a:cubicBezTo>
                      <a:pt x="2374106" y="630365"/>
                      <a:pt x="2383346" y="617601"/>
                      <a:pt x="2392775" y="604742"/>
                    </a:cubicBezTo>
                    <a:cubicBezTo>
                      <a:pt x="2395061" y="602075"/>
                      <a:pt x="2399252" y="601409"/>
                      <a:pt x="2402205" y="603409"/>
                    </a:cubicBezTo>
                    <a:cubicBezTo>
                      <a:pt x="2405348" y="605600"/>
                      <a:pt x="2406015" y="609886"/>
                      <a:pt x="2403824" y="612838"/>
                    </a:cubicBezTo>
                    <a:cubicBezTo>
                      <a:pt x="2395252" y="624269"/>
                      <a:pt x="2386489" y="635984"/>
                      <a:pt x="2377059" y="648938"/>
                    </a:cubicBezTo>
                    <a:cubicBezTo>
                      <a:pt x="2375916" y="650748"/>
                      <a:pt x="2373916" y="651796"/>
                      <a:pt x="2371725" y="651796"/>
                    </a:cubicBezTo>
                    <a:close/>
                    <a:moveTo>
                      <a:pt x="3785997" y="613220"/>
                    </a:moveTo>
                    <a:lnTo>
                      <a:pt x="3785807" y="613220"/>
                    </a:lnTo>
                    <a:cubicBezTo>
                      <a:pt x="3782187" y="613220"/>
                      <a:pt x="3779044" y="610267"/>
                      <a:pt x="3779044" y="606743"/>
                    </a:cubicBezTo>
                    <a:cubicBezTo>
                      <a:pt x="3778568" y="591217"/>
                      <a:pt x="3777901" y="576263"/>
                      <a:pt x="3776853" y="562261"/>
                    </a:cubicBezTo>
                    <a:lnTo>
                      <a:pt x="3776853" y="561594"/>
                    </a:lnTo>
                    <a:cubicBezTo>
                      <a:pt x="3776853" y="558260"/>
                      <a:pt x="3779520" y="555307"/>
                      <a:pt x="3782949" y="555117"/>
                    </a:cubicBezTo>
                    <a:cubicBezTo>
                      <a:pt x="3786569" y="554926"/>
                      <a:pt x="3789902" y="557594"/>
                      <a:pt x="3790093" y="561213"/>
                    </a:cubicBezTo>
                    <a:cubicBezTo>
                      <a:pt x="3791426" y="576263"/>
                      <a:pt x="3792093" y="591312"/>
                      <a:pt x="3792569" y="606552"/>
                    </a:cubicBezTo>
                    <a:cubicBezTo>
                      <a:pt x="3792474" y="610076"/>
                      <a:pt x="3789522" y="613220"/>
                      <a:pt x="3785997" y="613220"/>
                    </a:cubicBezTo>
                    <a:lnTo>
                      <a:pt x="3785997" y="613220"/>
                    </a:lnTo>
                    <a:close/>
                    <a:moveTo>
                      <a:pt x="2425351" y="579787"/>
                    </a:moveTo>
                    <a:cubicBezTo>
                      <a:pt x="2423732" y="579787"/>
                      <a:pt x="2422398" y="579120"/>
                      <a:pt x="2421350" y="578263"/>
                    </a:cubicBezTo>
                    <a:cubicBezTo>
                      <a:pt x="2419541" y="576929"/>
                      <a:pt x="2418683" y="575120"/>
                      <a:pt x="2418683" y="572834"/>
                    </a:cubicBezTo>
                    <a:cubicBezTo>
                      <a:pt x="2418683" y="571500"/>
                      <a:pt x="2419160" y="570167"/>
                      <a:pt x="2420017" y="569024"/>
                    </a:cubicBezTo>
                    <a:cubicBezTo>
                      <a:pt x="2420017" y="569024"/>
                      <a:pt x="2420017" y="569024"/>
                      <a:pt x="2420017" y="568833"/>
                    </a:cubicBezTo>
                    <a:cubicBezTo>
                      <a:pt x="2420207" y="568643"/>
                      <a:pt x="2420493" y="568643"/>
                      <a:pt x="2420493" y="568357"/>
                    </a:cubicBezTo>
                    <a:cubicBezTo>
                      <a:pt x="2430780" y="554926"/>
                      <a:pt x="2439543" y="543687"/>
                      <a:pt x="2447639" y="533305"/>
                    </a:cubicBezTo>
                    <a:cubicBezTo>
                      <a:pt x="2449830" y="530352"/>
                      <a:pt x="2454402" y="529971"/>
                      <a:pt x="2457069" y="532162"/>
                    </a:cubicBezTo>
                    <a:cubicBezTo>
                      <a:pt x="2460022" y="534448"/>
                      <a:pt x="2460403" y="538639"/>
                      <a:pt x="2458212" y="541592"/>
                    </a:cubicBezTo>
                    <a:cubicBezTo>
                      <a:pt x="2449640" y="552545"/>
                      <a:pt x="2440686" y="564261"/>
                      <a:pt x="2430875" y="577025"/>
                    </a:cubicBezTo>
                    <a:cubicBezTo>
                      <a:pt x="2429351" y="578644"/>
                      <a:pt x="2427351" y="579787"/>
                      <a:pt x="2425351" y="579787"/>
                    </a:cubicBezTo>
                    <a:close/>
                    <a:moveTo>
                      <a:pt x="3778091" y="523875"/>
                    </a:moveTo>
                    <a:cubicBezTo>
                      <a:pt x="3774758" y="523875"/>
                      <a:pt x="3771995" y="521589"/>
                      <a:pt x="3771614" y="518255"/>
                    </a:cubicBezTo>
                    <a:cubicBezTo>
                      <a:pt x="3769424" y="503873"/>
                      <a:pt x="3766947" y="489775"/>
                      <a:pt x="3763804" y="474440"/>
                    </a:cubicBezTo>
                    <a:cubicBezTo>
                      <a:pt x="3763613" y="473964"/>
                      <a:pt x="3763613" y="473583"/>
                      <a:pt x="3763613" y="473107"/>
                    </a:cubicBezTo>
                    <a:cubicBezTo>
                      <a:pt x="3763613" y="469963"/>
                      <a:pt x="3765804" y="467011"/>
                      <a:pt x="3769043" y="466344"/>
                    </a:cubicBezTo>
                    <a:cubicBezTo>
                      <a:pt x="3772853" y="465677"/>
                      <a:pt x="3776186" y="467868"/>
                      <a:pt x="3776853" y="471488"/>
                    </a:cubicBezTo>
                    <a:cubicBezTo>
                      <a:pt x="3779997" y="486346"/>
                      <a:pt x="3782663" y="501301"/>
                      <a:pt x="3784949" y="516160"/>
                    </a:cubicBezTo>
                    <a:cubicBezTo>
                      <a:pt x="3785426" y="519779"/>
                      <a:pt x="3782949" y="523303"/>
                      <a:pt x="3779330" y="523780"/>
                    </a:cubicBezTo>
                    <a:cubicBezTo>
                      <a:pt x="3778758" y="523875"/>
                      <a:pt x="3778568" y="523875"/>
                      <a:pt x="3778091" y="523875"/>
                    </a:cubicBezTo>
                    <a:close/>
                    <a:moveTo>
                      <a:pt x="2480977" y="509111"/>
                    </a:moveTo>
                    <a:cubicBezTo>
                      <a:pt x="2479453" y="509111"/>
                      <a:pt x="2477834" y="508635"/>
                      <a:pt x="2476691" y="507587"/>
                    </a:cubicBezTo>
                    <a:cubicBezTo>
                      <a:pt x="2475072" y="506444"/>
                      <a:pt x="2474214" y="504444"/>
                      <a:pt x="2474214" y="502444"/>
                    </a:cubicBezTo>
                    <a:cubicBezTo>
                      <a:pt x="2474214" y="501110"/>
                      <a:pt x="2474690" y="499491"/>
                      <a:pt x="2475833" y="498157"/>
                    </a:cubicBezTo>
                    <a:cubicBezTo>
                      <a:pt x="2486787" y="484442"/>
                      <a:pt x="2496026" y="473488"/>
                      <a:pt x="2504313" y="463582"/>
                    </a:cubicBezTo>
                    <a:cubicBezTo>
                      <a:pt x="2506599" y="460629"/>
                      <a:pt x="2511076" y="460438"/>
                      <a:pt x="2513933" y="462725"/>
                    </a:cubicBezTo>
                    <a:cubicBezTo>
                      <a:pt x="2515267" y="463867"/>
                      <a:pt x="2515934" y="465392"/>
                      <a:pt x="2516124" y="467201"/>
                    </a:cubicBezTo>
                    <a:cubicBezTo>
                      <a:pt x="2516315" y="469011"/>
                      <a:pt x="2515648" y="470821"/>
                      <a:pt x="2514505" y="472154"/>
                    </a:cubicBezTo>
                    <a:cubicBezTo>
                      <a:pt x="2505075" y="483394"/>
                      <a:pt x="2495645" y="495014"/>
                      <a:pt x="2486025" y="506730"/>
                    </a:cubicBezTo>
                    <a:cubicBezTo>
                      <a:pt x="2484787" y="508159"/>
                      <a:pt x="2483072" y="509111"/>
                      <a:pt x="2480977" y="509111"/>
                    </a:cubicBezTo>
                    <a:close/>
                    <a:moveTo>
                      <a:pt x="2538698" y="440436"/>
                    </a:moveTo>
                    <a:cubicBezTo>
                      <a:pt x="2537079" y="440436"/>
                      <a:pt x="2535555" y="439769"/>
                      <a:pt x="2534222" y="438912"/>
                    </a:cubicBezTo>
                    <a:cubicBezTo>
                      <a:pt x="2532888" y="437578"/>
                      <a:pt x="2532031" y="435769"/>
                      <a:pt x="2532031" y="433769"/>
                    </a:cubicBezTo>
                    <a:cubicBezTo>
                      <a:pt x="2532031" y="432149"/>
                      <a:pt x="2532698" y="430625"/>
                      <a:pt x="2533841" y="429292"/>
                    </a:cubicBezTo>
                    <a:cubicBezTo>
                      <a:pt x="2544413" y="416909"/>
                      <a:pt x="2554224" y="405955"/>
                      <a:pt x="2563654" y="395669"/>
                    </a:cubicBezTo>
                    <a:cubicBezTo>
                      <a:pt x="2565845" y="393001"/>
                      <a:pt x="2570417" y="392716"/>
                      <a:pt x="2573084" y="395192"/>
                    </a:cubicBezTo>
                    <a:cubicBezTo>
                      <a:pt x="2574417" y="396335"/>
                      <a:pt x="2575274" y="398145"/>
                      <a:pt x="2575274" y="399955"/>
                    </a:cubicBezTo>
                    <a:cubicBezTo>
                      <a:pt x="2575274" y="401765"/>
                      <a:pt x="2574608" y="403288"/>
                      <a:pt x="2573465" y="404622"/>
                    </a:cubicBezTo>
                    <a:cubicBezTo>
                      <a:pt x="2564321" y="414909"/>
                      <a:pt x="2554605" y="425958"/>
                      <a:pt x="2543842" y="438245"/>
                    </a:cubicBezTo>
                    <a:cubicBezTo>
                      <a:pt x="2542508" y="439484"/>
                      <a:pt x="2540699" y="440436"/>
                      <a:pt x="2538698" y="440436"/>
                    </a:cubicBezTo>
                    <a:close/>
                    <a:moveTo>
                      <a:pt x="3759518" y="436150"/>
                    </a:moveTo>
                    <a:cubicBezTo>
                      <a:pt x="3756565" y="436150"/>
                      <a:pt x="3753898" y="434150"/>
                      <a:pt x="3753041" y="431482"/>
                    </a:cubicBezTo>
                    <a:cubicBezTo>
                      <a:pt x="3748945" y="416623"/>
                      <a:pt x="3744468" y="402526"/>
                      <a:pt x="3739801" y="389096"/>
                    </a:cubicBezTo>
                    <a:cubicBezTo>
                      <a:pt x="3739325" y="388430"/>
                      <a:pt x="3739325" y="387572"/>
                      <a:pt x="3739325" y="386810"/>
                    </a:cubicBezTo>
                    <a:cubicBezTo>
                      <a:pt x="3739325" y="383857"/>
                      <a:pt x="3741134" y="381476"/>
                      <a:pt x="3743801" y="380333"/>
                    </a:cubicBezTo>
                    <a:cubicBezTo>
                      <a:pt x="3747135" y="379190"/>
                      <a:pt x="3751231" y="381190"/>
                      <a:pt x="3752374" y="384619"/>
                    </a:cubicBezTo>
                    <a:cubicBezTo>
                      <a:pt x="3757517" y="399193"/>
                      <a:pt x="3761994" y="413766"/>
                      <a:pt x="3766090" y="427673"/>
                    </a:cubicBezTo>
                    <a:cubicBezTo>
                      <a:pt x="3766947" y="431292"/>
                      <a:pt x="3764947" y="435102"/>
                      <a:pt x="3761423" y="435959"/>
                    </a:cubicBezTo>
                    <a:cubicBezTo>
                      <a:pt x="3760851" y="436150"/>
                      <a:pt x="3760184" y="436150"/>
                      <a:pt x="3759518" y="436150"/>
                    </a:cubicBezTo>
                    <a:close/>
                    <a:moveTo>
                      <a:pt x="2599087" y="373761"/>
                    </a:moveTo>
                    <a:lnTo>
                      <a:pt x="2599087" y="373761"/>
                    </a:lnTo>
                    <a:cubicBezTo>
                      <a:pt x="2597277" y="373761"/>
                      <a:pt x="2595467" y="373094"/>
                      <a:pt x="2594420" y="371951"/>
                    </a:cubicBezTo>
                    <a:cubicBezTo>
                      <a:pt x="2593086" y="370618"/>
                      <a:pt x="2592134" y="368808"/>
                      <a:pt x="2592134" y="366808"/>
                    </a:cubicBezTo>
                    <a:cubicBezTo>
                      <a:pt x="2592419" y="365188"/>
                      <a:pt x="2592991" y="363665"/>
                      <a:pt x="2594134" y="362331"/>
                    </a:cubicBezTo>
                    <a:cubicBezTo>
                      <a:pt x="2605564" y="350234"/>
                      <a:pt x="2615660" y="339661"/>
                      <a:pt x="2625376" y="330041"/>
                    </a:cubicBezTo>
                    <a:cubicBezTo>
                      <a:pt x="2627852" y="327374"/>
                      <a:pt x="2632329" y="327374"/>
                      <a:pt x="2634806" y="329851"/>
                    </a:cubicBezTo>
                    <a:cubicBezTo>
                      <a:pt x="2636139" y="331184"/>
                      <a:pt x="2636806" y="332803"/>
                      <a:pt x="2636806" y="334518"/>
                    </a:cubicBezTo>
                    <a:cubicBezTo>
                      <a:pt x="2636806" y="336328"/>
                      <a:pt x="2636139" y="338138"/>
                      <a:pt x="2634806" y="339471"/>
                    </a:cubicBezTo>
                    <a:cubicBezTo>
                      <a:pt x="2625376" y="349091"/>
                      <a:pt x="2615280" y="359664"/>
                      <a:pt x="2603849" y="371570"/>
                    </a:cubicBezTo>
                    <a:cubicBezTo>
                      <a:pt x="2602706" y="372809"/>
                      <a:pt x="2600897" y="373761"/>
                      <a:pt x="2599087" y="373761"/>
                    </a:cubicBezTo>
                    <a:close/>
                    <a:moveTo>
                      <a:pt x="3729895" y="351473"/>
                    </a:moveTo>
                    <a:cubicBezTo>
                      <a:pt x="3726942" y="351473"/>
                      <a:pt x="3724466" y="349948"/>
                      <a:pt x="3723608" y="347472"/>
                    </a:cubicBezTo>
                    <a:cubicBezTo>
                      <a:pt x="3717798" y="333756"/>
                      <a:pt x="3711512" y="320135"/>
                      <a:pt x="3704749" y="307086"/>
                    </a:cubicBezTo>
                    <a:cubicBezTo>
                      <a:pt x="3704749" y="307086"/>
                      <a:pt x="3704749" y="307086"/>
                      <a:pt x="3704749" y="306896"/>
                    </a:cubicBezTo>
                    <a:cubicBezTo>
                      <a:pt x="3704273" y="306038"/>
                      <a:pt x="3704082" y="305276"/>
                      <a:pt x="3704082" y="304228"/>
                    </a:cubicBezTo>
                    <a:cubicBezTo>
                      <a:pt x="3704082" y="301752"/>
                      <a:pt x="3705416" y="299275"/>
                      <a:pt x="3707892" y="298132"/>
                    </a:cubicBezTo>
                    <a:cubicBezTo>
                      <a:pt x="3711035" y="296513"/>
                      <a:pt x="3715036" y="297942"/>
                      <a:pt x="3716846" y="300800"/>
                    </a:cubicBezTo>
                    <a:cubicBezTo>
                      <a:pt x="3716846" y="300990"/>
                      <a:pt x="3716846" y="300990"/>
                      <a:pt x="3716846" y="300990"/>
                    </a:cubicBezTo>
                    <a:cubicBezTo>
                      <a:pt x="3717036" y="301180"/>
                      <a:pt x="3717036" y="301466"/>
                      <a:pt x="3717036" y="301466"/>
                    </a:cubicBezTo>
                    <a:cubicBezTo>
                      <a:pt x="3724180" y="316040"/>
                      <a:pt x="3730276" y="329279"/>
                      <a:pt x="3735896" y="342328"/>
                    </a:cubicBezTo>
                    <a:cubicBezTo>
                      <a:pt x="3737229" y="345662"/>
                      <a:pt x="3735705" y="349472"/>
                      <a:pt x="3732276" y="351092"/>
                    </a:cubicBezTo>
                    <a:cubicBezTo>
                      <a:pt x="3731419" y="351473"/>
                      <a:pt x="3730562" y="351473"/>
                      <a:pt x="3729895" y="351473"/>
                    </a:cubicBezTo>
                    <a:close/>
                    <a:moveTo>
                      <a:pt x="2661952" y="309753"/>
                    </a:moveTo>
                    <a:cubicBezTo>
                      <a:pt x="2660142" y="309753"/>
                      <a:pt x="2658332" y="308896"/>
                      <a:pt x="2656999" y="307753"/>
                    </a:cubicBezTo>
                    <a:cubicBezTo>
                      <a:pt x="2655856" y="306419"/>
                      <a:pt x="2655189" y="304609"/>
                      <a:pt x="2655189" y="302800"/>
                    </a:cubicBezTo>
                    <a:cubicBezTo>
                      <a:pt x="2655189" y="300990"/>
                      <a:pt x="2655856" y="299466"/>
                      <a:pt x="2657189" y="298037"/>
                    </a:cubicBezTo>
                    <a:cubicBezTo>
                      <a:pt x="2669096" y="286607"/>
                      <a:pt x="2679859" y="276511"/>
                      <a:pt x="2689955" y="267081"/>
                    </a:cubicBezTo>
                    <a:cubicBezTo>
                      <a:pt x="2692432" y="264605"/>
                      <a:pt x="2696909" y="264795"/>
                      <a:pt x="2699385" y="267557"/>
                    </a:cubicBezTo>
                    <a:cubicBezTo>
                      <a:pt x="2701862" y="270224"/>
                      <a:pt x="2701576" y="274511"/>
                      <a:pt x="2698909" y="276987"/>
                    </a:cubicBezTo>
                    <a:cubicBezTo>
                      <a:pt x="2687669" y="287274"/>
                      <a:pt x="2676906" y="297656"/>
                      <a:pt x="2666810" y="307467"/>
                    </a:cubicBezTo>
                    <a:cubicBezTo>
                      <a:pt x="2666619" y="307657"/>
                      <a:pt x="2666619" y="307657"/>
                      <a:pt x="2666619" y="307657"/>
                    </a:cubicBezTo>
                    <a:cubicBezTo>
                      <a:pt x="2665286" y="309086"/>
                      <a:pt x="2663762" y="309753"/>
                      <a:pt x="2661952" y="309753"/>
                    </a:cubicBezTo>
                    <a:close/>
                    <a:moveTo>
                      <a:pt x="3689414" y="271367"/>
                    </a:moveTo>
                    <a:cubicBezTo>
                      <a:pt x="3686937" y="271367"/>
                      <a:pt x="3684747" y="270224"/>
                      <a:pt x="3683603" y="268034"/>
                    </a:cubicBezTo>
                    <a:cubicBezTo>
                      <a:pt x="3676174" y="255461"/>
                      <a:pt x="3668363" y="242888"/>
                      <a:pt x="3659791" y="230505"/>
                    </a:cubicBezTo>
                    <a:cubicBezTo>
                      <a:pt x="3659124" y="229362"/>
                      <a:pt x="3658648" y="228028"/>
                      <a:pt x="3658648" y="226695"/>
                    </a:cubicBezTo>
                    <a:cubicBezTo>
                      <a:pt x="3658648" y="224409"/>
                      <a:pt x="3659791" y="222409"/>
                      <a:pt x="3661601" y="221075"/>
                    </a:cubicBezTo>
                    <a:cubicBezTo>
                      <a:pt x="3664744" y="219075"/>
                      <a:pt x="3669030" y="219932"/>
                      <a:pt x="3671030" y="222885"/>
                    </a:cubicBezTo>
                    <a:cubicBezTo>
                      <a:pt x="3679317" y="234982"/>
                      <a:pt x="3687413" y="248031"/>
                      <a:pt x="3695319" y="261271"/>
                    </a:cubicBezTo>
                    <a:cubicBezTo>
                      <a:pt x="3696176" y="262795"/>
                      <a:pt x="3696462" y="264605"/>
                      <a:pt x="3695986" y="266414"/>
                    </a:cubicBezTo>
                    <a:cubicBezTo>
                      <a:pt x="3695510" y="268034"/>
                      <a:pt x="3694367" y="269557"/>
                      <a:pt x="3692843" y="270415"/>
                    </a:cubicBezTo>
                    <a:cubicBezTo>
                      <a:pt x="3691700" y="271177"/>
                      <a:pt x="3690557" y="271367"/>
                      <a:pt x="3689414" y="271367"/>
                    </a:cubicBezTo>
                    <a:close/>
                    <a:moveTo>
                      <a:pt x="2727865" y="248698"/>
                    </a:moveTo>
                    <a:cubicBezTo>
                      <a:pt x="2725865" y="248698"/>
                      <a:pt x="2724055" y="248031"/>
                      <a:pt x="2722722" y="246412"/>
                    </a:cubicBezTo>
                    <a:cubicBezTo>
                      <a:pt x="2721578" y="245078"/>
                      <a:pt x="2721102" y="243459"/>
                      <a:pt x="2721102" y="241935"/>
                    </a:cubicBezTo>
                    <a:cubicBezTo>
                      <a:pt x="2721102" y="239935"/>
                      <a:pt x="2721959" y="238125"/>
                      <a:pt x="2723388" y="236982"/>
                    </a:cubicBezTo>
                    <a:cubicBezTo>
                      <a:pt x="2734151" y="227362"/>
                      <a:pt x="2745867" y="217646"/>
                      <a:pt x="2757678" y="207836"/>
                    </a:cubicBezTo>
                    <a:cubicBezTo>
                      <a:pt x="2760345" y="205359"/>
                      <a:pt x="2764822" y="206026"/>
                      <a:pt x="2767108" y="208693"/>
                    </a:cubicBezTo>
                    <a:cubicBezTo>
                      <a:pt x="2769584" y="211360"/>
                      <a:pt x="2769108" y="215646"/>
                      <a:pt x="2766251" y="218123"/>
                    </a:cubicBezTo>
                    <a:cubicBezTo>
                      <a:pt x="2755297" y="227076"/>
                      <a:pt x="2744248" y="236506"/>
                      <a:pt x="2732342" y="247078"/>
                    </a:cubicBezTo>
                    <a:cubicBezTo>
                      <a:pt x="2731008" y="248221"/>
                      <a:pt x="2729484" y="248698"/>
                      <a:pt x="2727865" y="248698"/>
                    </a:cubicBezTo>
                    <a:close/>
                    <a:moveTo>
                      <a:pt x="3639217" y="197072"/>
                    </a:moveTo>
                    <a:cubicBezTo>
                      <a:pt x="3637217" y="197072"/>
                      <a:pt x="3635216" y="195929"/>
                      <a:pt x="3633788" y="194405"/>
                    </a:cubicBezTo>
                    <a:cubicBezTo>
                      <a:pt x="3624548" y="182499"/>
                      <a:pt x="3615119" y="171069"/>
                      <a:pt x="3605498" y="160306"/>
                    </a:cubicBezTo>
                    <a:cubicBezTo>
                      <a:pt x="3604355" y="158972"/>
                      <a:pt x="3603689" y="157353"/>
                      <a:pt x="3603689" y="155638"/>
                    </a:cubicBezTo>
                    <a:cubicBezTo>
                      <a:pt x="3603689" y="153829"/>
                      <a:pt x="3604546" y="152019"/>
                      <a:pt x="3605880" y="150686"/>
                    </a:cubicBezTo>
                    <a:cubicBezTo>
                      <a:pt x="3608547" y="148495"/>
                      <a:pt x="3613023" y="148685"/>
                      <a:pt x="3615500" y="151352"/>
                    </a:cubicBezTo>
                    <a:cubicBezTo>
                      <a:pt x="3625120" y="162306"/>
                      <a:pt x="3635026" y="174022"/>
                      <a:pt x="3644456" y="186119"/>
                    </a:cubicBezTo>
                    <a:cubicBezTo>
                      <a:pt x="3646647" y="189262"/>
                      <a:pt x="3645980" y="193262"/>
                      <a:pt x="3643122" y="195548"/>
                    </a:cubicBezTo>
                    <a:cubicBezTo>
                      <a:pt x="3642074" y="196405"/>
                      <a:pt x="3640550" y="197072"/>
                      <a:pt x="3639217" y="197072"/>
                    </a:cubicBezTo>
                    <a:close/>
                    <a:moveTo>
                      <a:pt x="2797302" y="191738"/>
                    </a:moveTo>
                    <a:cubicBezTo>
                      <a:pt x="2795016" y="191738"/>
                      <a:pt x="2793206" y="190881"/>
                      <a:pt x="2791873" y="189262"/>
                    </a:cubicBezTo>
                    <a:cubicBezTo>
                      <a:pt x="2791016" y="188119"/>
                      <a:pt x="2790539" y="186595"/>
                      <a:pt x="2790539" y="185261"/>
                    </a:cubicBezTo>
                    <a:cubicBezTo>
                      <a:pt x="2790349" y="183071"/>
                      <a:pt x="2791397" y="181261"/>
                      <a:pt x="2793016" y="179832"/>
                    </a:cubicBezTo>
                    <a:cubicBezTo>
                      <a:pt x="2793016" y="179832"/>
                      <a:pt x="2793206" y="179832"/>
                      <a:pt x="2793206" y="179642"/>
                    </a:cubicBezTo>
                    <a:cubicBezTo>
                      <a:pt x="2806256" y="169736"/>
                      <a:pt x="2817876" y="161068"/>
                      <a:pt x="2829306" y="152971"/>
                    </a:cubicBezTo>
                    <a:cubicBezTo>
                      <a:pt x="2832259" y="150971"/>
                      <a:pt x="2836736" y="151638"/>
                      <a:pt x="2838736" y="154591"/>
                    </a:cubicBezTo>
                    <a:cubicBezTo>
                      <a:pt x="2839593" y="156115"/>
                      <a:pt x="2840069" y="157925"/>
                      <a:pt x="2839879" y="159544"/>
                    </a:cubicBezTo>
                    <a:cubicBezTo>
                      <a:pt x="2839688" y="161353"/>
                      <a:pt x="2838545" y="162877"/>
                      <a:pt x="2837212" y="164021"/>
                    </a:cubicBezTo>
                    <a:cubicBezTo>
                      <a:pt x="2825306" y="172593"/>
                      <a:pt x="2813209" y="181261"/>
                      <a:pt x="2801303" y="190500"/>
                    </a:cubicBezTo>
                    <a:cubicBezTo>
                      <a:pt x="2800160" y="191262"/>
                      <a:pt x="2798636" y="191738"/>
                      <a:pt x="2797302" y="191738"/>
                    </a:cubicBezTo>
                    <a:close/>
                    <a:moveTo>
                      <a:pt x="2870168" y="139827"/>
                    </a:moveTo>
                    <a:cubicBezTo>
                      <a:pt x="2867882" y="139827"/>
                      <a:pt x="2865882" y="138684"/>
                      <a:pt x="2864549" y="136684"/>
                    </a:cubicBezTo>
                    <a:cubicBezTo>
                      <a:pt x="2863882" y="135541"/>
                      <a:pt x="2863406" y="134207"/>
                      <a:pt x="2863406" y="132874"/>
                    </a:cubicBezTo>
                    <a:cubicBezTo>
                      <a:pt x="2863691" y="130588"/>
                      <a:pt x="2864739" y="128588"/>
                      <a:pt x="2866549" y="127444"/>
                    </a:cubicBezTo>
                    <a:cubicBezTo>
                      <a:pt x="2878646" y="119539"/>
                      <a:pt x="2891409" y="111538"/>
                      <a:pt x="2904935" y="103632"/>
                    </a:cubicBezTo>
                    <a:cubicBezTo>
                      <a:pt x="2907888" y="101632"/>
                      <a:pt x="2912364" y="102775"/>
                      <a:pt x="2914174" y="105918"/>
                    </a:cubicBezTo>
                    <a:cubicBezTo>
                      <a:pt x="2915984" y="109061"/>
                      <a:pt x="2914841" y="113347"/>
                      <a:pt x="2911697" y="115157"/>
                    </a:cubicBezTo>
                    <a:cubicBezTo>
                      <a:pt x="2899601" y="122301"/>
                      <a:pt x="2886742" y="130397"/>
                      <a:pt x="2873978" y="138684"/>
                    </a:cubicBezTo>
                    <a:cubicBezTo>
                      <a:pt x="2872931" y="139446"/>
                      <a:pt x="2871597" y="139827"/>
                      <a:pt x="2870168" y="139827"/>
                    </a:cubicBezTo>
                    <a:close/>
                    <a:moveTo>
                      <a:pt x="3579209" y="130207"/>
                    </a:moveTo>
                    <a:cubicBezTo>
                      <a:pt x="3577400" y="130207"/>
                      <a:pt x="3575876" y="129540"/>
                      <a:pt x="3574542" y="128206"/>
                    </a:cubicBezTo>
                    <a:cubicBezTo>
                      <a:pt x="3561302" y="115633"/>
                      <a:pt x="3550253" y="106870"/>
                      <a:pt x="3545586" y="104013"/>
                    </a:cubicBezTo>
                    <a:cubicBezTo>
                      <a:pt x="3543967" y="103156"/>
                      <a:pt x="3542443" y="102013"/>
                      <a:pt x="3540919" y="101060"/>
                    </a:cubicBezTo>
                    <a:cubicBezTo>
                      <a:pt x="3538919" y="99727"/>
                      <a:pt x="3537585" y="97441"/>
                      <a:pt x="3537585" y="95250"/>
                    </a:cubicBezTo>
                    <a:cubicBezTo>
                      <a:pt x="3537585" y="94107"/>
                      <a:pt x="3538061" y="92773"/>
                      <a:pt x="3538728" y="91916"/>
                    </a:cubicBezTo>
                    <a:cubicBezTo>
                      <a:pt x="3540538" y="88773"/>
                      <a:pt x="3544824" y="87630"/>
                      <a:pt x="3547967" y="89630"/>
                    </a:cubicBezTo>
                    <a:cubicBezTo>
                      <a:pt x="3549587" y="90488"/>
                      <a:pt x="3551301" y="91630"/>
                      <a:pt x="3552920" y="92583"/>
                    </a:cubicBezTo>
                    <a:cubicBezTo>
                      <a:pt x="3559874" y="97060"/>
                      <a:pt x="3571589" y="106680"/>
                      <a:pt x="3584163" y="118586"/>
                    </a:cubicBezTo>
                    <a:cubicBezTo>
                      <a:pt x="3585496" y="119920"/>
                      <a:pt x="3586163" y="121539"/>
                      <a:pt x="3586163" y="123253"/>
                    </a:cubicBezTo>
                    <a:cubicBezTo>
                      <a:pt x="3586163" y="125063"/>
                      <a:pt x="3585496" y="126873"/>
                      <a:pt x="3584353" y="127921"/>
                    </a:cubicBezTo>
                    <a:cubicBezTo>
                      <a:pt x="3582829" y="129349"/>
                      <a:pt x="3581019" y="130207"/>
                      <a:pt x="3579209" y="130207"/>
                    </a:cubicBezTo>
                    <a:close/>
                    <a:moveTo>
                      <a:pt x="2947416" y="94297"/>
                    </a:moveTo>
                    <a:cubicBezTo>
                      <a:pt x="2944940" y="94297"/>
                      <a:pt x="2942749" y="92964"/>
                      <a:pt x="2941606" y="90678"/>
                    </a:cubicBezTo>
                    <a:cubicBezTo>
                      <a:pt x="2940939" y="89535"/>
                      <a:pt x="2940749" y="88487"/>
                      <a:pt x="2940749" y="87344"/>
                    </a:cubicBezTo>
                    <a:cubicBezTo>
                      <a:pt x="2940749" y="85058"/>
                      <a:pt x="2942082" y="82867"/>
                      <a:pt x="2944368" y="81534"/>
                    </a:cubicBezTo>
                    <a:cubicBezTo>
                      <a:pt x="2957798" y="74581"/>
                      <a:pt x="2971324" y="67818"/>
                      <a:pt x="2984754" y="61531"/>
                    </a:cubicBezTo>
                    <a:cubicBezTo>
                      <a:pt x="2988088" y="60007"/>
                      <a:pt x="2992184" y="61531"/>
                      <a:pt x="2993708" y="64865"/>
                    </a:cubicBezTo>
                    <a:cubicBezTo>
                      <a:pt x="2995232" y="68199"/>
                      <a:pt x="2993708" y="72295"/>
                      <a:pt x="2990374" y="73819"/>
                    </a:cubicBezTo>
                    <a:cubicBezTo>
                      <a:pt x="2977325" y="79915"/>
                      <a:pt x="2964085" y="86392"/>
                      <a:pt x="2950845" y="93345"/>
                    </a:cubicBezTo>
                    <a:lnTo>
                      <a:pt x="2950655" y="93345"/>
                    </a:lnTo>
                    <a:cubicBezTo>
                      <a:pt x="2949702" y="94107"/>
                      <a:pt x="2948559" y="94297"/>
                      <a:pt x="2947416" y="94297"/>
                    </a:cubicBezTo>
                    <a:close/>
                    <a:moveTo>
                      <a:pt x="3505200" y="79724"/>
                    </a:moveTo>
                    <a:cubicBezTo>
                      <a:pt x="3504343" y="79724"/>
                      <a:pt x="3503200" y="79534"/>
                      <a:pt x="3502057" y="79057"/>
                    </a:cubicBezTo>
                    <a:cubicBezTo>
                      <a:pt x="3488150" y="71628"/>
                      <a:pt x="3475101" y="65341"/>
                      <a:pt x="3462147" y="59722"/>
                    </a:cubicBezTo>
                    <a:cubicBezTo>
                      <a:pt x="3459671" y="58579"/>
                      <a:pt x="3458051" y="56102"/>
                      <a:pt x="3458051" y="53435"/>
                    </a:cubicBezTo>
                    <a:cubicBezTo>
                      <a:pt x="3458242" y="52578"/>
                      <a:pt x="3458242" y="51625"/>
                      <a:pt x="3458718" y="50768"/>
                    </a:cubicBezTo>
                    <a:cubicBezTo>
                      <a:pt x="3460052" y="47625"/>
                      <a:pt x="3464338" y="46101"/>
                      <a:pt x="3467481" y="47434"/>
                    </a:cubicBezTo>
                    <a:cubicBezTo>
                      <a:pt x="3481007" y="53245"/>
                      <a:pt x="3494627" y="60007"/>
                      <a:pt x="3508534" y="67151"/>
                    </a:cubicBezTo>
                    <a:cubicBezTo>
                      <a:pt x="3510153" y="68008"/>
                      <a:pt x="3511201" y="69437"/>
                      <a:pt x="3511677" y="71152"/>
                    </a:cubicBezTo>
                    <a:cubicBezTo>
                      <a:pt x="3512153" y="72676"/>
                      <a:pt x="3512153" y="74486"/>
                      <a:pt x="3511201" y="76105"/>
                    </a:cubicBezTo>
                    <a:cubicBezTo>
                      <a:pt x="3510153" y="78391"/>
                      <a:pt x="3507867" y="79724"/>
                      <a:pt x="3505200" y="79724"/>
                    </a:cubicBezTo>
                    <a:close/>
                    <a:moveTo>
                      <a:pt x="3028664" y="56769"/>
                    </a:moveTo>
                    <a:cubicBezTo>
                      <a:pt x="3025997" y="56769"/>
                      <a:pt x="3023521" y="55150"/>
                      <a:pt x="3022378" y="52483"/>
                    </a:cubicBezTo>
                    <a:cubicBezTo>
                      <a:pt x="3022188" y="51625"/>
                      <a:pt x="3021902" y="50673"/>
                      <a:pt x="3021902" y="49816"/>
                    </a:cubicBezTo>
                    <a:cubicBezTo>
                      <a:pt x="3022092" y="47339"/>
                      <a:pt x="3023711" y="44863"/>
                      <a:pt x="3025902" y="44005"/>
                    </a:cubicBezTo>
                    <a:cubicBezTo>
                      <a:pt x="3026093" y="43815"/>
                      <a:pt x="3026093" y="43815"/>
                      <a:pt x="3026378" y="43815"/>
                    </a:cubicBezTo>
                    <a:cubicBezTo>
                      <a:pt x="3026569" y="43815"/>
                      <a:pt x="3026855" y="43624"/>
                      <a:pt x="3027045" y="43624"/>
                    </a:cubicBezTo>
                    <a:cubicBezTo>
                      <a:pt x="3040952" y="38195"/>
                      <a:pt x="3054858" y="33052"/>
                      <a:pt x="3068765" y="28765"/>
                    </a:cubicBezTo>
                    <a:cubicBezTo>
                      <a:pt x="3072098" y="27622"/>
                      <a:pt x="3076194" y="29623"/>
                      <a:pt x="3077242" y="33052"/>
                    </a:cubicBezTo>
                    <a:cubicBezTo>
                      <a:pt x="3078385" y="36671"/>
                      <a:pt x="3076385" y="40481"/>
                      <a:pt x="3072765" y="41624"/>
                    </a:cubicBezTo>
                    <a:cubicBezTo>
                      <a:pt x="3059049" y="45910"/>
                      <a:pt x="3045143" y="51054"/>
                      <a:pt x="3031046" y="56483"/>
                    </a:cubicBezTo>
                    <a:cubicBezTo>
                      <a:pt x="3030474" y="56578"/>
                      <a:pt x="3029522" y="56769"/>
                      <a:pt x="3028664" y="56769"/>
                    </a:cubicBezTo>
                    <a:close/>
                    <a:moveTo>
                      <a:pt x="3422999" y="43815"/>
                    </a:moveTo>
                    <a:cubicBezTo>
                      <a:pt x="3422333" y="43815"/>
                      <a:pt x="3421666" y="43815"/>
                      <a:pt x="3420713" y="43624"/>
                    </a:cubicBezTo>
                    <a:cubicBezTo>
                      <a:pt x="3406807" y="38671"/>
                      <a:pt x="3392615" y="34195"/>
                      <a:pt x="3378518" y="30575"/>
                    </a:cubicBezTo>
                    <a:cubicBezTo>
                      <a:pt x="3375374" y="29718"/>
                      <a:pt x="3373374" y="26956"/>
                      <a:pt x="3373374" y="24098"/>
                    </a:cubicBezTo>
                    <a:cubicBezTo>
                      <a:pt x="3373374" y="23431"/>
                      <a:pt x="3373565" y="22955"/>
                      <a:pt x="3373565" y="22288"/>
                    </a:cubicBezTo>
                    <a:cubicBezTo>
                      <a:pt x="3374422" y="18955"/>
                      <a:pt x="3378232" y="16669"/>
                      <a:pt x="3381851" y="17621"/>
                    </a:cubicBezTo>
                    <a:cubicBezTo>
                      <a:pt x="3396234" y="21241"/>
                      <a:pt x="3410807" y="25717"/>
                      <a:pt x="3425190" y="30861"/>
                    </a:cubicBezTo>
                    <a:cubicBezTo>
                      <a:pt x="3427000" y="31528"/>
                      <a:pt x="3428333" y="32671"/>
                      <a:pt x="3429000" y="34195"/>
                    </a:cubicBezTo>
                    <a:cubicBezTo>
                      <a:pt x="3429857" y="35814"/>
                      <a:pt x="3429857" y="37528"/>
                      <a:pt x="3429476" y="39338"/>
                    </a:cubicBezTo>
                    <a:cubicBezTo>
                      <a:pt x="3428429" y="42005"/>
                      <a:pt x="3425952" y="43815"/>
                      <a:pt x="3422999" y="43815"/>
                    </a:cubicBezTo>
                    <a:close/>
                    <a:moveTo>
                      <a:pt x="3113913" y="29623"/>
                    </a:moveTo>
                    <a:cubicBezTo>
                      <a:pt x="3110770" y="29623"/>
                      <a:pt x="3108103" y="27622"/>
                      <a:pt x="3107436" y="24479"/>
                    </a:cubicBezTo>
                    <a:cubicBezTo>
                      <a:pt x="3107246" y="24003"/>
                      <a:pt x="3107246" y="23336"/>
                      <a:pt x="3107246" y="22860"/>
                    </a:cubicBezTo>
                    <a:cubicBezTo>
                      <a:pt x="3107246" y="19717"/>
                      <a:pt x="3109246" y="17050"/>
                      <a:pt x="3112389" y="16383"/>
                    </a:cubicBezTo>
                    <a:cubicBezTo>
                      <a:pt x="3126772" y="13049"/>
                      <a:pt x="3141536" y="9906"/>
                      <a:pt x="3156585" y="7429"/>
                    </a:cubicBezTo>
                    <a:cubicBezTo>
                      <a:pt x="3160395" y="6763"/>
                      <a:pt x="3163729" y="9430"/>
                      <a:pt x="3164396" y="13049"/>
                    </a:cubicBezTo>
                    <a:cubicBezTo>
                      <a:pt x="3164872" y="16669"/>
                      <a:pt x="3162395" y="20002"/>
                      <a:pt x="3158776" y="20669"/>
                    </a:cubicBezTo>
                    <a:cubicBezTo>
                      <a:pt x="3144393" y="23146"/>
                      <a:pt x="3129820" y="26098"/>
                      <a:pt x="3115437" y="29623"/>
                    </a:cubicBezTo>
                    <a:cubicBezTo>
                      <a:pt x="3114866" y="29623"/>
                      <a:pt x="3114389" y="29623"/>
                      <a:pt x="3113913" y="29623"/>
                    </a:cubicBezTo>
                    <a:close/>
                    <a:moveTo>
                      <a:pt x="3336417" y="21145"/>
                    </a:moveTo>
                    <a:cubicBezTo>
                      <a:pt x="3335941" y="21145"/>
                      <a:pt x="3335750" y="21145"/>
                      <a:pt x="3335274" y="21145"/>
                    </a:cubicBezTo>
                    <a:cubicBezTo>
                      <a:pt x="3320891" y="18478"/>
                      <a:pt x="3306128" y="16669"/>
                      <a:pt x="3291269" y="15335"/>
                    </a:cubicBezTo>
                    <a:cubicBezTo>
                      <a:pt x="3287935" y="15145"/>
                      <a:pt x="3285173" y="12192"/>
                      <a:pt x="3285173" y="8858"/>
                    </a:cubicBezTo>
                    <a:cubicBezTo>
                      <a:pt x="3285173" y="8668"/>
                      <a:pt x="3285173" y="8382"/>
                      <a:pt x="3285173" y="8191"/>
                    </a:cubicBezTo>
                    <a:cubicBezTo>
                      <a:pt x="3285458" y="4381"/>
                      <a:pt x="3288983" y="1714"/>
                      <a:pt x="3292316" y="1905"/>
                    </a:cubicBezTo>
                    <a:cubicBezTo>
                      <a:pt x="3306890" y="3238"/>
                      <a:pt x="3321939" y="5239"/>
                      <a:pt x="3337465" y="7715"/>
                    </a:cubicBezTo>
                    <a:cubicBezTo>
                      <a:pt x="3341275" y="8572"/>
                      <a:pt x="3343561" y="12001"/>
                      <a:pt x="3343085" y="15526"/>
                    </a:cubicBezTo>
                    <a:cubicBezTo>
                      <a:pt x="3342418" y="18859"/>
                      <a:pt x="3339560" y="21145"/>
                      <a:pt x="3336417" y="21145"/>
                    </a:cubicBezTo>
                    <a:close/>
                    <a:moveTo>
                      <a:pt x="3202210" y="15240"/>
                    </a:moveTo>
                    <a:cubicBezTo>
                      <a:pt x="3198876" y="15240"/>
                      <a:pt x="3195923" y="12573"/>
                      <a:pt x="3195447" y="8953"/>
                    </a:cubicBezTo>
                    <a:lnTo>
                      <a:pt x="3195447" y="8287"/>
                    </a:lnTo>
                    <a:cubicBezTo>
                      <a:pt x="3195733" y="4953"/>
                      <a:pt x="3198114" y="2000"/>
                      <a:pt x="3201734" y="1810"/>
                    </a:cubicBezTo>
                    <a:cubicBezTo>
                      <a:pt x="3216783" y="476"/>
                      <a:pt x="3231833" y="0"/>
                      <a:pt x="3246597" y="0"/>
                    </a:cubicBezTo>
                    <a:lnTo>
                      <a:pt x="3247073" y="0"/>
                    </a:lnTo>
                    <a:cubicBezTo>
                      <a:pt x="3250883" y="0"/>
                      <a:pt x="3253835" y="2953"/>
                      <a:pt x="3253835" y="6763"/>
                    </a:cubicBezTo>
                    <a:cubicBezTo>
                      <a:pt x="3253835" y="10382"/>
                      <a:pt x="3250883" y="13240"/>
                      <a:pt x="3247073" y="13240"/>
                    </a:cubicBezTo>
                    <a:lnTo>
                      <a:pt x="3246597" y="13240"/>
                    </a:lnTo>
                    <a:cubicBezTo>
                      <a:pt x="3232214" y="13240"/>
                      <a:pt x="3217640" y="13906"/>
                      <a:pt x="3202781" y="15240"/>
                    </a:cubicBezTo>
                    <a:cubicBezTo>
                      <a:pt x="3202591" y="15240"/>
                      <a:pt x="3202400" y="15240"/>
                      <a:pt x="3202210" y="15240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e790394-5bf0-4c51-b8d3-46d2f200afeb" id="131" name="任意多边形: 形状 130">
                <a:extLst>
                  <a:ext uri="{FF2B5EF4-FFF2-40B4-BE49-F238E27FC236}">
                    <a16:creationId id="{687FBD2C-DACA-30FC-BA71-626B24DB1774}"/>
                  </a:ext>
                </a:extLst>
              </p:cNvPr>
              <p:cNvSpPr/>
              <p:nvPr/>
            </p:nvSpPr>
            <p:spPr>
              <a:xfrm flipV="false" flipH="false">
                <a:off x="1786766" y="4019446"/>
                <a:ext cx="296778" cy="303215"/>
              </a:xfrm>
              <a:custGeom>
                <a:avLst/>
                <a:gdLst>
                  <a:gd fmla="*/ 213 w 430658" name="connsiteX0"/>
                  <a:gd fmla="*/ 348216 h 439999" name="connsiteY0"/>
                  <a:gd fmla="*/ 101559 w 430658" name="connsiteX1"/>
                  <a:gd fmla="*/ 180385 h 439999" name="connsiteY1"/>
                  <a:gd fmla="*/ 160423 w 430658" name="connsiteX2"/>
                  <a:gd fmla="*/ 13317 h 439999" name="connsiteY2"/>
                  <a:gd fmla="*/ 286820 w 430658" name="connsiteX3"/>
                  <a:gd fmla="*/ 56560 h 439999" name="connsiteY3"/>
                  <a:gd fmla="*/ 377022 w 430658" name="connsiteX4"/>
                  <a:gd fmla="*/ 348216 h 439999" name="connsiteY4"/>
                  <a:gd fmla="*/ 213 w 430658" name="connsiteX5"/>
                  <a:gd fmla="*/ 348216 h 439999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439999" w="430658">
                    <a:moveTo>
                      <a:pt x="213" y="348216"/>
                    </a:moveTo>
                    <a:cubicBezTo>
                      <a:pt x="-5502" y="233916"/>
                      <a:pt x="105845" y="315450"/>
                      <a:pt x="101559" y="180385"/>
                    </a:cubicBezTo>
                    <a:cubicBezTo>
                      <a:pt x="97273" y="45321"/>
                      <a:pt x="122038" y="43130"/>
                      <a:pt x="160423" y="13317"/>
                    </a:cubicBezTo>
                    <a:cubicBezTo>
                      <a:pt x="198809" y="-16497"/>
                      <a:pt x="275676" y="6268"/>
                      <a:pt x="286820" y="56560"/>
                    </a:cubicBezTo>
                    <a:cubicBezTo>
                      <a:pt x="295202" y="94374"/>
                      <a:pt x="534756" y="149143"/>
                      <a:pt x="377022" y="348216"/>
                    </a:cubicBezTo>
                    <a:cubicBezTo>
                      <a:pt x="310633" y="431941"/>
                      <a:pt x="8023" y="504045"/>
                      <a:pt x="213" y="348216"/>
                    </a:cubicBezTo>
                    <a:close/>
                  </a:path>
                </a:pathLst>
              </a:custGeom>
              <a:solidFill>
                <a:srgbClr val="FEE6C8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3be1f55-f729-4ce5-9e92-e1ef4414e342" id="132" name="任意多边形: 形状 131">
                <a:extLst>
                  <a:ext uri="{FF2B5EF4-FFF2-40B4-BE49-F238E27FC236}">
                    <a16:creationId id="{C4396011-6548-81D9-DF0C-F1BBA72CD926}"/>
                  </a:ext>
                </a:extLst>
              </p:cNvPr>
              <p:cNvSpPr/>
              <p:nvPr/>
            </p:nvSpPr>
            <p:spPr>
              <a:xfrm flipV="false" flipH="false">
                <a:off x="1915565" y="4111657"/>
                <a:ext cx="56712" cy="104769"/>
              </a:xfrm>
              <a:custGeom>
                <a:avLst/>
                <a:gdLst>
                  <a:gd fmla="*/ 82296 w 82296" name="connsiteX0"/>
                  <a:gd fmla="*/ 45148 h 152032" name="connsiteY0"/>
                  <a:gd fmla="*/ 80201 w 82296" name="connsiteX1"/>
                  <a:gd fmla="*/ 121158 h 152032" name="connsiteY1"/>
                  <a:gd fmla="*/ 44196 w 82296" name="connsiteX2"/>
                  <a:gd fmla="*/ 152019 h 152032" name="connsiteY2"/>
                  <a:gd fmla="*/ 0 w 82296" name="connsiteX3"/>
                  <a:gd fmla="*/ 121444 h 152032" name="connsiteY3"/>
                  <a:gd fmla="*/ 4953 w 82296" name="connsiteX4"/>
                  <a:gd fmla="*/ 55436 h 152032" name="connsiteY4"/>
                  <a:gd fmla="*/ 7144 w 82296" name="connsiteX5"/>
                  <a:gd fmla="*/ 0 h 152032" name="connsiteY5"/>
                  <a:gd fmla="*/ 82296 w 82296" name="connsiteX6"/>
                  <a:gd fmla="*/ 45148 h 152032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52032" w="82296">
                    <a:moveTo>
                      <a:pt x="82296" y="45148"/>
                    </a:moveTo>
                    <a:lnTo>
                      <a:pt x="80201" y="121158"/>
                    </a:lnTo>
                    <a:cubicBezTo>
                      <a:pt x="80201" y="121158"/>
                      <a:pt x="81534" y="152781"/>
                      <a:pt x="44196" y="152019"/>
                    </a:cubicBezTo>
                    <a:cubicBezTo>
                      <a:pt x="6477" y="151352"/>
                      <a:pt x="0" y="121444"/>
                      <a:pt x="0" y="121444"/>
                    </a:cubicBezTo>
                    <a:cubicBezTo>
                      <a:pt x="0" y="121444"/>
                      <a:pt x="4572" y="87821"/>
                      <a:pt x="4953" y="55436"/>
                    </a:cubicBezTo>
                    <a:cubicBezTo>
                      <a:pt x="5334" y="23050"/>
                      <a:pt x="7144" y="0"/>
                      <a:pt x="7144" y="0"/>
                    </a:cubicBezTo>
                    <a:lnTo>
                      <a:pt x="82296" y="45148"/>
                    </a:lnTo>
                    <a:close/>
                  </a:path>
                </a:pathLst>
              </a:custGeom>
              <a:solidFill>
                <a:srgbClr val="FE987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f0789b2-759c-451b-b290-e2fb3ca68e87" id="133" name="任意多边形: 形状 132">
                <a:extLst>
                  <a:ext uri="{FF2B5EF4-FFF2-40B4-BE49-F238E27FC236}">
                    <a16:creationId id="{ECD39B62-7DDE-2B8F-6529-1D856F9F2C79}"/>
                  </a:ext>
                </a:extLst>
              </p:cNvPr>
              <p:cNvSpPr/>
              <p:nvPr/>
            </p:nvSpPr>
            <p:spPr>
              <a:xfrm flipV="false" flipH="false">
                <a:off x="1895217" y="4056863"/>
                <a:ext cx="102542" cy="100761"/>
              </a:xfrm>
              <a:custGeom>
                <a:avLst/>
                <a:gdLst>
                  <a:gd fmla="*/ 102585 w 148800" name="connsiteX0"/>
                  <a:gd fmla="*/ 3313 h 146215" name="connsiteY0"/>
                  <a:gd fmla="*/ 133732 w 148800" name="connsiteX1"/>
                  <a:gd fmla="*/ 45699 h 146215" name="connsiteY1"/>
                  <a:gd fmla="*/ 124302 w 148800" name="connsiteX2"/>
                  <a:gd fmla="*/ 143997 h 146215" name="connsiteY2"/>
                  <a:gd fmla="*/ 35148 w 148800" name="connsiteX3"/>
                  <a:gd fmla="*/ 106945 h 146215" name="connsiteY3"/>
                  <a:gd fmla="*/ 14860 w 148800" name="connsiteX4"/>
                  <a:gd fmla="*/ 110088 h 146215" name="connsiteY4"/>
                  <a:gd fmla="*/ 1 w 148800" name="connsiteX5"/>
                  <a:gd fmla="*/ 86656 h 146215" name="connsiteY5"/>
                  <a:gd fmla="*/ 17527 w 148800" name="connsiteX6"/>
                  <a:gd fmla="*/ 72845 h 146215" name="connsiteY6"/>
                  <a:gd fmla="*/ 50293 w 148800" name="connsiteX7"/>
                  <a:gd fmla="*/ 61129 h 146215" name="connsiteY7"/>
                  <a:gd fmla="*/ 74486 w 148800" name="connsiteX8"/>
                  <a:gd fmla="*/ 2836 h 146215" name="connsiteY8"/>
                  <a:gd fmla="*/ 102585 w 148800" name="connsiteX9"/>
                  <a:gd fmla="*/ 3313 h 146215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46215" w="148800">
                    <a:moveTo>
                      <a:pt x="102585" y="3313"/>
                    </a:moveTo>
                    <a:cubicBezTo>
                      <a:pt x="115348" y="14076"/>
                      <a:pt x="125826" y="27506"/>
                      <a:pt x="133732" y="45699"/>
                    </a:cubicBezTo>
                    <a:cubicBezTo>
                      <a:pt x="153639" y="91609"/>
                      <a:pt x="156973" y="134376"/>
                      <a:pt x="124302" y="143997"/>
                    </a:cubicBezTo>
                    <a:cubicBezTo>
                      <a:pt x="98775" y="151426"/>
                      <a:pt x="60675" y="140473"/>
                      <a:pt x="35148" y="106945"/>
                    </a:cubicBezTo>
                    <a:cubicBezTo>
                      <a:pt x="34958" y="107040"/>
                      <a:pt x="24956" y="115326"/>
                      <a:pt x="14860" y="110088"/>
                    </a:cubicBezTo>
                    <a:cubicBezTo>
                      <a:pt x="9335" y="107325"/>
                      <a:pt x="-94" y="100658"/>
                      <a:pt x="1" y="86656"/>
                    </a:cubicBezTo>
                    <a:cubicBezTo>
                      <a:pt x="96" y="72655"/>
                      <a:pt x="13145" y="72178"/>
                      <a:pt x="17527" y="72845"/>
                    </a:cubicBezTo>
                    <a:cubicBezTo>
                      <a:pt x="29528" y="74464"/>
                      <a:pt x="40006" y="74559"/>
                      <a:pt x="50293" y="61129"/>
                    </a:cubicBezTo>
                    <a:cubicBezTo>
                      <a:pt x="60580" y="47699"/>
                      <a:pt x="50007" y="11885"/>
                      <a:pt x="74486" y="2836"/>
                    </a:cubicBezTo>
                    <a:cubicBezTo>
                      <a:pt x="88393" y="-2402"/>
                      <a:pt x="99537" y="741"/>
                      <a:pt x="102585" y="3313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e8f60e4-b91f-4282-b8b6-66ad65470c69" id="134" name="任意多边形: 形状 133">
                <a:extLst>
                  <a:ext uri="{FF2B5EF4-FFF2-40B4-BE49-F238E27FC236}">
                    <a16:creationId id="{CAA3836F-B0A6-6A94-23D6-F7F0B6DC3BBF}"/>
                  </a:ext>
                </a:extLst>
              </p:cNvPr>
              <p:cNvSpPr/>
              <p:nvPr/>
            </p:nvSpPr>
            <p:spPr>
              <a:xfrm flipV="false" flipH="false">
                <a:off x="1929850" y="5240447"/>
                <a:ext cx="102071" cy="77151"/>
              </a:xfrm>
              <a:custGeom>
                <a:avLst/>
                <a:gdLst>
                  <a:gd fmla="*/ 19848 w 148116" name="connsiteX0"/>
                  <a:gd fmla="*/ 1061 h 111955" name="connsiteY0"/>
                  <a:gd fmla="*/ 2417 w 148116" name="connsiteX1"/>
                  <a:gd fmla="*/ 25540 h 111955" name="connsiteY1"/>
                  <a:gd fmla="*/ 798 w 148116" name="connsiteX2"/>
                  <a:gd fmla="*/ 75166 h 111955" name="connsiteY2"/>
                  <a:gd fmla="*/ 703 w 148116" name="connsiteX3"/>
                  <a:gd fmla="*/ 96788 h 111955" name="connsiteY3"/>
                  <a:gd fmla="*/ 13657 w 148116" name="connsiteX4"/>
                  <a:gd fmla="*/ 97264 h 111955" name="connsiteY4"/>
                  <a:gd fmla="*/ 17181 w 148116" name="connsiteX5"/>
                  <a:gd fmla="*/ 66784 h 111955" name="connsiteY5"/>
                  <a:gd fmla="*/ 47947 w 148116" name="connsiteX6"/>
                  <a:gd fmla="*/ 97359 h 111955" name="connsiteY6"/>
                  <a:gd fmla="*/ 145102 w 148116" name="connsiteX7"/>
                  <a:gd fmla="*/ 111932 h 111955" name="connsiteY7"/>
                  <a:gd fmla="*/ 146816 w 148116" name="connsiteX8"/>
                  <a:gd fmla="*/ 94978 h 111955" name="connsiteY8"/>
                  <a:gd fmla="*/ 85951 w 148116" name="connsiteX9"/>
                  <a:gd fmla="*/ 57925 h 111955" name="connsiteY9"/>
                  <a:gd fmla="*/ 55948 w 148116" name="connsiteX10"/>
                  <a:gd fmla="*/ 680 h 111955" name="connsiteY10"/>
                  <a:gd fmla="*/ 19848 w 148116" name="connsiteX11"/>
                  <a:gd fmla="*/ 1061 h 111955" name="connsiteY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b="b" l="l" r="r" t="t"/>
                <a:pathLst>
                  <a:path h="111955" w="148116">
                    <a:moveTo>
                      <a:pt x="19848" y="1061"/>
                    </a:moveTo>
                    <a:cubicBezTo>
                      <a:pt x="16038" y="10872"/>
                      <a:pt x="7561" y="16873"/>
                      <a:pt x="2417" y="25540"/>
                    </a:cubicBezTo>
                    <a:cubicBezTo>
                      <a:pt x="-1298" y="31827"/>
                      <a:pt x="226" y="57640"/>
                      <a:pt x="798" y="75166"/>
                    </a:cubicBezTo>
                    <a:cubicBezTo>
                      <a:pt x="1179" y="89453"/>
                      <a:pt x="131" y="96502"/>
                      <a:pt x="703" y="96788"/>
                    </a:cubicBezTo>
                    <a:cubicBezTo>
                      <a:pt x="2893" y="97740"/>
                      <a:pt x="12799" y="97549"/>
                      <a:pt x="13657" y="97264"/>
                    </a:cubicBezTo>
                    <a:cubicBezTo>
                      <a:pt x="13657" y="97264"/>
                      <a:pt x="16228" y="66403"/>
                      <a:pt x="17181" y="66784"/>
                    </a:cubicBezTo>
                    <a:cubicBezTo>
                      <a:pt x="29659" y="72118"/>
                      <a:pt x="45661" y="96121"/>
                      <a:pt x="47947" y="97359"/>
                    </a:cubicBezTo>
                    <a:cubicBezTo>
                      <a:pt x="53757" y="100502"/>
                      <a:pt x="137101" y="110027"/>
                      <a:pt x="145102" y="111932"/>
                    </a:cubicBezTo>
                    <a:cubicBezTo>
                      <a:pt x="147959" y="112599"/>
                      <a:pt x="149293" y="98883"/>
                      <a:pt x="146816" y="94978"/>
                    </a:cubicBezTo>
                    <a:cubicBezTo>
                      <a:pt x="137958" y="80881"/>
                      <a:pt x="100048" y="73356"/>
                      <a:pt x="85951" y="57925"/>
                    </a:cubicBezTo>
                    <a:cubicBezTo>
                      <a:pt x="76141" y="47067"/>
                      <a:pt x="61472" y="26398"/>
                      <a:pt x="55948" y="680"/>
                    </a:cubicBezTo>
                    <a:cubicBezTo>
                      <a:pt x="55852" y="-368"/>
                      <a:pt x="20324" y="-177"/>
                      <a:pt x="19848" y="1061"/>
                    </a:cubicBezTo>
                    <a:close/>
                  </a:path>
                </a:pathLst>
              </a:custGeom>
              <a:solidFill>
                <a:srgbClr val="273977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3b6267f-79b8-4854-9341-55fe486a8a09" id="135" name="任意多边形: 形状 134">
                <a:extLst>
                  <a:ext uri="{FF2B5EF4-FFF2-40B4-BE49-F238E27FC236}">
                    <a16:creationId id="{61C8C56D-82D7-69E7-F8ED-157AFC498E18}"/>
                  </a:ext>
                </a:extLst>
              </p:cNvPr>
              <p:cNvSpPr/>
              <p:nvPr/>
            </p:nvSpPr>
            <p:spPr>
              <a:xfrm flipV="false" flipH="false">
                <a:off x="1899484" y="4554459"/>
                <a:ext cx="147031" cy="728168"/>
              </a:xfrm>
              <a:custGeom>
                <a:avLst/>
                <a:gdLst>
                  <a:gd fmla="*/ 144875 w 213359" name="connsiteX0"/>
                  <a:gd fmla="*/ 5334 h 1056654" name="connsiteY0"/>
                  <a:gd fmla="*/ 200787 w 213359" name="connsiteX1"/>
                  <a:gd fmla="*/ 0 h 1056654" name="connsiteY1"/>
                  <a:gd fmla="*/ 213360 w 213359" name="connsiteX2"/>
                  <a:gd fmla="*/ 155829 h 1056654" name="connsiteY2"/>
                  <a:gd fmla="*/ 98965 w 213359" name="connsiteX3"/>
                  <a:gd fmla="*/ 960120 h 1056654" name="connsiteY3"/>
                  <a:gd fmla="*/ 130207 w 213359" name="connsiteX4"/>
                  <a:gd fmla="*/ 1053656 h 1056654" name="connsiteY4"/>
                  <a:gd fmla="*/ 51530 w 213359" name="connsiteX5"/>
                  <a:gd fmla="*/ 1014031 h 1056654" name="connsiteY5"/>
                  <a:gd fmla="*/ 58007 w 213359" name="connsiteX6"/>
                  <a:gd fmla="*/ 945928 h 1056654" name="connsiteY6"/>
                  <a:gd fmla="*/ 34671 w 213359" name="connsiteX7"/>
                  <a:gd fmla="*/ 698182 h 1056654" name="connsiteY7"/>
                  <a:gd fmla="*/ 50483 w 213359" name="connsiteX8"/>
                  <a:gd fmla="*/ 582263 h 1056654" name="connsiteY8"/>
                  <a:gd fmla="*/ 0 w 213359" name="connsiteX9"/>
                  <a:gd fmla="*/ 251746 h 1056654" name="connsiteY9"/>
                  <a:gd fmla="*/ 144875 w 213359" name="connsiteX10"/>
                  <a:gd fmla="*/ 5334 h 1056654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1056654" w="213359">
                    <a:moveTo>
                      <a:pt x="144875" y="5334"/>
                    </a:moveTo>
                    <a:lnTo>
                      <a:pt x="200787" y="0"/>
                    </a:lnTo>
                    <a:lnTo>
                      <a:pt x="213360" y="155829"/>
                    </a:lnTo>
                    <a:cubicBezTo>
                      <a:pt x="213360" y="155829"/>
                      <a:pt x="99155" y="919734"/>
                      <a:pt x="98965" y="960120"/>
                    </a:cubicBezTo>
                    <a:cubicBezTo>
                      <a:pt x="98774" y="1000601"/>
                      <a:pt x="120491" y="1042988"/>
                      <a:pt x="130207" y="1053656"/>
                    </a:cubicBezTo>
                    <a:cubicBezTo>
                      <a:pt x="144304" y="1069181"/>
                      <a:pt x="46863" y="1019651"/>
                      <a:pt x="51530" y="1014031"/>
                    </a:cubicBezTo>
                    <a:cubicBezTo>
                      <a:pt x="55817" y="1008888"/>
                      <a:pt x="57150" y="972884"/>
                      <a:pt x="58007" y="945928"/>
                    </a:cubicBezTo>
                    <a:cubicBezTo>
                      <a:pt x="58579" y="927354"/>
                      <a:pt x="36576" y="840867"/>
                      <a:pt x="34671" y="698182"/>
                    </a:cubicBezTo>
                    <a:cubicBezTo>
                      <a:pt x="34195" y="663035"/>
                      <a:pt x="56198" y="604171"/>
                      <a:pt x="50483" y="582263"/>
                    </a:cubicBezTo>
                    <a:cubicBezTo>
                      <a:pt x="48958" y="576263"/>
                      <a:pt x="0" y="251746"/>
                      <a:pt x="0" y="251746"/>
                    </a:cubicBezTo>
                    <a:lnTo>
                      <a:pt x="144875" y="5334"/>
                    </a:lnTo>
                    <a:close/>
                  </a:path>
                </a:pathLst>
              </a:custGeom>
              <a:solidFill>
                <a:srgbClr val="FE987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1112f63-6f54-4ed9-8dd9-aa845bf3a85f" id="136" name="任意多边形: 形状 135">
                <a:extLst>
                  <a:ext uri="{FF2B5EF4-FFF2-40B4-BE49-F238E27FC236}">
                    <a16:creationId id="{D926652F-486D-B934-3341-49D07214A588}"/>
                  </a:ext>
                </a:extLst>
              </p:cNvPr>
              <p:cNvSpPr/>
              <p:nvPr/>
            </p:nvSpPr>
            <p:spPr>
              <a:xfrm flipV="false" flipH="false">
                <a:off x="1648936" y="5172695"/>
                <a:ext cx="70649" cy="115245"/>
              </a:xfrm>
              <a:custGeom>
                <a:avLst/>
                <a:gdLst>
                  <a:gd fmla="*/ 90301 w 102520" name="connsiteX0"/>
                  <a:gd fmla="*/ 7270 h 167234" name="connsiteY0"/>
                  <a:gd fmla="*/ 59535 w 102520" name="connsiteX1"/>
                  <a:gd fmla="*/ 31 h 167234" name="connsiteY1"/>
                  <a:gd fmla="*/ 17816 w 102520" name="connsiteX2"/>
                  <a:gd fmla="*/ 26891 h 167234" name="connsiteY2"/>
                  <a:gd fmla="*/ 4 w 102520" name="connsiteX3"/>
                  <a:gd fmla="*/ 39178 h 167234" name="connsiteY3"/>
                  <a:gd fmla="*/ 7053 w 102520" name="connsiteX4"/>
                  <a:gd fmla="*/ 50132 h 167234" name="connsiteY4"/>
                  <a:gd fmla="*/ 34104 w 102520" name="connsiteX5"/>
                  <a:gd fmla="*/ 35750 h 167234" name="connsiteY5"/>
                  <a:gd fmla="*/ 26484 w 102520" name="connsiteX6"/>
                  <a:gd fmla="*/ 78422 h 167234" name="connsiteY6"/>
                  <a:gd fmla="*/ 69822 w 102520" name="connsiteX7"/>
                  <a:gd fmla="*/ 166623 h 167234" name="connsiteY7"/>
                  <a:gd fmla="*/ 84777 w 102520" name="connsiteX8"/>
                  <a:gd fmla="*/ 158432 h 167234" name="connsiteY8"/>
                  <a:gd fmla="*/ 80586 w 102520" name="connsiteX9"/>
                  <a:gd fmla="*/ 87280 h 167234" name="connsiteY9"/>
                  <a:gd fmla="*/ 102493 w 102520" name="connsiteX10"/>
                  <a:gd fmla="*/ 31559 h 167234" name="connsiteY10"/>
                  <a:gd fmla="*/ 90301 w 102520" name="connsiteX11"/>
                  <a:gd fmla="*/ 7270 h 167234" name="connsiteY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b="b" l="l" r="r" t="t"/>
                <a:pathLst>
                  <a:path h="167234" w="102520">
                    <a:moveTo>
                      <a:pt x="90301" y="7270"/>
                    </a:moveTo>
                    <a:cubicBezTo>
                      <a:pt x="80109" y="9746"/>
                      <a:pt x="69537" y="-636"/>
                      <a:pt x="59535" y="31"/>
                    </a:cubicBezTo>
                    <a:cubicBezTo>
                      <a:pt x="52201" y="507"/>
                      <a:pt x="31913" y="16509"/>
                      <a:pt x="17816" y="26891"/>
                    </a:cubicBezTo>
                    <a:cubicBezTo>
                      <a:pt x="6291" y="35369"/>
                      <a:pt x="-186" y="38512"/>
                      <a:pt x="4" y="39178"/>
                    </a:cubicBezTo>
                    <a:cubicBezTo>
                      <a:pt x="480" y="41560"/>
                      <a:pt x="6291" y="49561"/>
                      <a:pt x="7053" y="50132"/>
                    </a:cubicBezTo>
                    <a:cubicBezTo>
                      <a:pt x="7053" y="50132"/>
                      <a:pt x="33913" y="34607"/>
                      <a:pt x="34104" y="35750"/>
                    </a:cubicBezTo>
                    <a:cubicBezTo>
                      <a:pt x="36771" y="49085"/>
                      <a:pt x="26198" y="75850"/>
                      <a:pt x="26484" y="78422"/>
                    </a:cubicBezTo>
                    <a:cubicBezTo>
                      <a:pt x="27246" y="84994"/>
                      <a:pt x="66774" y="158908"/>
                      <a:pt x="69822" y="166623"/>
                    </a:cubicBezTo>
                    <a:cubicBezTo>
                      <a:pt x="70870" y="169290"/>
                      <a:pt x="82967" y="162623"/>
                      <a:pt x="84777" y="158432"/>
                    </a:cubicBezTo>
                    <a:cubicBezTo>
                      <a:pt x="91254" y="143192"/>
                      <a:pt x="75918" y="107663"/>
                      <a:pt x="80586" y="87280"/>
                    </a:cubicBezTo>
                    <a:cubicBezTo>
                      <a:pt x="83919" y="72992"/>
                      <a:pt x="84491" y="50704"/>
                      <a:pt x="102493" y="31559"/>
                    </a:cubicBezTo>
                    <a:cubicBezTo>
                      <a:pt x="103160" y="30797"/>
                      <a:pt x="91539" y="6984"/>
                      <a:pt x="90301" y="7270"/>
                    </a:cubicBezTo>
                    <a:close/>
                  </a:path>
                </a:pathLst>
              </a:custGeom>
              <a:solidFill>
                <a:srgbClr val="273977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9d3c1e3-a24d-4e98-be20-582e87533fbb" id="137" name="任意多边形: 形状 136">
                <a:extLst>
                  <a:ext uri="{FF2B5EF4-FFF2-40B4-BE49-F238E27FC236}">
                    <a16:creationId id="{3C36562B-53A1-EDA2-8AFA-5010944A23C8}"/>
                  </a:ext>
                </a:extLst>
              </p:cNvPr>
              <p:cNvSpPr/>
              <p:nvPr/>
            </p:nvSpPr>
            <p:spPr>
              <a:xfrm flipV="false" flipH="false">
                <a:off x="1694477" y="4612156"/>
                <a:ext cx="330969" cy="622717"/>
              </a:xfrm>
              <a:custGeom>
                <a:avLst/>
                <a:gdLst>
                  <a:gd fmla="*/ 203953 w 480273" name="connsiteX0"/>
                  <a:gd fmla="*/ 0 h 903633" name="connsiteY0"/>
                  <a:gd fmla="*/ 480273 w 480273" name="connsiteX1"/>
                  <a:gd fmla="*/ 24670 h 903633" name="connsiteY1"/>
                  <a:gd fmla="*/ 244339 w 480273" name="connsiteX2"/>
                  <a:gd fmla="*/ 568166 h 903633" name="connsiteY2"/>
                  <a:gd fmla="*/ 58792 w 480273" name="connsiteX3"/>
                  <a:gd fmla="*/ 821531 h 903633" name="connsiteY3"/>
                  <a:gd fmla="*/ 14501 w 480273" name="connsiteX4"/>
                  <a:gd fmla="*/ 901065 h 903633" name="connsiteY4"/>
                  <a:gd fmla="*/ 1928 w 480273" name="connsiteX5"/>
                  <a:gd fmla="*/ 814483 h 903633" name="connsiteY5"/>
                  <a:gd fmla="*/ 23740 w 480273" name="connsiteX6"/>
                  <a:gd fmla="*/ 814483 h 903633" name="connsiteY6"/>
                  <a:gd fmla="*/ 122038 w 480273" name="connsiteX7"/>
                  <a:gd fmla="*/ 564166 h 903633" name="connsiteY7"/>
                  <a:gd fmla="*/ 178426 w 480273" name="connsiteX8"/>
                  <a:gd fmla="*/ 504254 h 903633" name="connsiteY8"/>
                  <a:gd fmla="*/ 203953 w 480273" name="connsiteX9"/>
                  <a:gd fmla="*/ 0 h 903633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903633" w="480273">
                    <a:moveTo>
                      <a:pt x="203953" y="0"/>
                    </a:moveTo>
                    <a:lnTo>
                      <a:pt x="480273" y="24670"/>
                    </a:lnTo>
                    <a:cubicBezTo>
                      <a:pt x="480273" y="24670"/>
                      <a:pt x="270247" y="523304"/>
                      <a:pt x="244339" y="568166"/>
                    </a:cubicBezTo>
                    <a:cubicBezTo>
                      <a:pt x="205763" y="635032"/>
                      <a:pt x="114228" y="744950"/>
                      <a:pt x="58792" y="821531"/>
                    </a:cubicBezTo>
                    <a:cubicBezTo>
                      <a:pt x="44790" y="840867"/>
                      <a:pt x="15072" y="898207"/>
                      <a:pt x="14501" y="901065"/>
                    </a:cubicBezTo>
                    <a:cubicBezTo>
                      <a:pt x="9834" y="921448"/>
                      <a:pt x="-5311" y="813816"/>
                      <a:pt x="1928" y="814483"/>
                    </a:cubicBezTo>
                    <a:cubicBezTo>
                      <a:pt x="8786" y="815149"/>
                      <a:pt x="15930" y="815912"/>
                      <a:pt x="23740" y="814483"/>
                    </a:cubicBezTo>
                    <a:cubicBezTo>
                      <a:pt x="24597" y="813911"/>
                      <a:pt x="76413" y="611600"/>
                      <a:pt x="122038" y="564166"/>
                    </a:cubicBezTo>
                    <a:cubicBezTo>
                      <a:pt x="146613" y="538639"/>
                      <a:pt x="178426" y="504254"/>
                      <a:pt x="178426" y="504254"/>
                    </a:cubicBezTo>
                    <a:lnTo>
                      <a:pt x="203953" y="0"/>
                    </a:ln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6cf2a63-80cd-42e2-ba2f-fbbdc7e84710" id="138" name="任意多边形: 形状 137">
                <a:extLst>
                  <a:ext uri="{FF2B5EF4-FFF2-40B4-BE49-F238E27FC236}">
                    <a16:creationId id="{CF8D18E6-B34A-42AD-CCF5-007980B846E8}"/>
                  </a:ext>
                </a:extLst>
              </p:cNvPr>
              <p:cNvSpPr/>
              <p:nvPr/>
            </p:nvSpPr>
            <p:spPr>
              <a:xfrm flipV="false" flipH="false">
                <a:off x="1819191" y="4146118"/>
                <a:ext cx="382631" cy="668273"/>
              </a:xfrm>
              <a:custGeom>
                <a:avLst/>
                <a:gdLst>
                  <a:gd fmla="*/ 130707 w 555241" name="connsiteX0"/>
                  <a:gd fmla="*/ 61532 h 969740" name="connsiteY0"/>
                  <a:gd fmla="*/ 41743 w 555241" name="connsiteX1"/>
                  <a:gd fmla="*/ 179166 h 969740" name="connsiteY1"/>
                  <a:gd fmla="*/ 102608 w 555241" name="connsiteX2"/>
                  <a:gd fmla="*/ 436150 h 969740" name="connsiteY2"/>
                  <a:gd fmla="*/ 23170 w 555241" name="connsiteX3"/>
                  <a:gd fmla="*/ 624745 h 969740" name="connsiteY3"/>
                  <a:gd fmla="*/ 4691 w 555241" name="connsiteX4"/>
                  <a:gd fmla="*/ 953358 h 969740" name="connsiteY4"/>
                  <a:gd fmla="*/ 305300 w 555241" name="connsiteX5"/>
                  <a:gd fmla="*/ 969741 h 969740" name="connsiteY5"/>
                  <a:gd fmla="*/ 351592 w 555241" name="connsiteX6"/>
                  <a:gd fmla="*/ 645128 h 969740" name="connsiteY6"/>
                  <a:gd fmla="*/ 332542 w 555241" name="connsiteX7"/>
                  <a:gd fmla="*/ 422720 h 969740" name="connsiteY7"/>
                  <a:gd fmla="*/ 345877 w 555241" name="connsiteX8"/>
                  <a:gd fmla="*/ 229648 h 969740" name="connsiteY8"/>
                  <a:gd fmla="*/ 505420 w 555241" name="connsiteX9"/>
                  <a:gd fmla="*/ 152591 h 969740" name="connsiteY9"/>
                  <a:gd fmla="*/ 555236 w 555241" name="connsiteX10"/>
                  <a:gd fmla="*/ 64770 h 969740" name="connsiteY10"/>
                  <a:gd fmla="*/ 534853 w 555241" name="connsiteX11"/>
                  <a:gd fmla="*/ 32100 h 969740" name="connsiteY11"/>
                  <a:gd fmla="*/ 518946 w 555241" name="connsiteX12"/>
                  <a:gd fmla="*/ 0 h 969740" name="connsiteY12"/>
                  <a:gd fmla="*/ 440269 w 555241" name="connsiteX13"/>
                  <a:gd fmla="*/ 72295 h 969740" name="connsiteY13"/>
                  <a:gd fmla="*/ 228052 w 555241" name="connsiteX14"/>
                  <a:gd fmla="*/ 70295 h 969740" name="connsiteY14"/>
                  <a:gd fmla="*/ 222242 w 555241" name="connsiteX15"/>
                  <a:gd fmla="*/ 58008 h 969740" name="connsiteY15"/>
                  <a:gd fmla="*/ 221861 w 555241" name="connsiteX16"/>
                  <a:gd fmla="*/ 38195 h 969740" name="connsiteY16"/>
                  <a:gd fmla="*/ 143280 w 555241" name="connsiteX17"/>
                  <a:gd fmla="*/ 23527 h 969740" name="connsiteY17"/>
                  <a:gd fmla="*/ 138517 w 555241" name="connsiteX18"/>
                  <a:gd fmla="*/ 43149 h 969740" name="connsiteY18"/>
                  <a:gd fmla="*/ 130707 w 555241" name="connsiteX19"/>
                  <a:gd fmla="*/ 61532 h 969740" name="connsiteY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b="b" l="l" r="r" t="t"/>
                <a:pathLst>
                  <a:path h="969740" w="555241">
                    <a:moveTo>
                      <a:pt x="130707" y="61532"/>
                    </a:moveTo>
                    <a:cubicBezTo>
                      <a:pt x="130707" y="61532"/>
                      <a:pt x="60889" y="70295"/>
                      <a:pt x="41743" y="179166"/>
                    </a:cubicBezTo>
                    <a:cubicBezTo>
                      <a:pt x="37838" y="201168"/>
                      <a:pt x="84796" y="373380"/>
                      <a:pt x="102608" y="436150"/>
                    </a:cubicBezTo>
                    <a:cubicBezTo>
                      <a:pt x="111466" y="467297"/>
                      <a:pt x="34314" y="578549"/>
                      <a:pt x="23170" y="624745"/>
                    </a:cubicBezTo>
                    <a:cubicBezTo>
                      <a:pt x="-13978" y="779526"/>
                      <a:pt x="4691" y="936594"/>
                      <a:pt x="4691" y="953358"/>
                    </a:cubicBezTo>
                    <a:cubicBezTo>
                      <a:pt x="4691" y="953453"/>
                      <a:pt x="305300" y="969741"/>
                      <a:pt x="305300" y="969741"/>
                    </a:cubicBezTo>
                    <a:cubicBezTo>
                      <a:pt x="305300" y="969741"/>
                      <a:pt x="367879" y="785051"/>
                      <a:pt x="351592" y="645128"/>
                    </a:cubicBezTo>
                    <a:cubicBezTo>
                      <a:pt x="348639" y="619602"/>
                      <a:pt x="331970" y="492252"/>
                      <a:pt x="332542" y="422720"/>
                    </a:cubicBezTo>
                    <a:cubicBezTo>
                      <a:pt x="333113" y="350997"/>
                      <a:pt x="358450" y="286227"/>
                      <a:pt x="345877" y="229648"/>
                    </a:cubicBezTo>
                    <a:cubicBezTo>
                      <a:pt x="343686" y="219837"/>
                      <a:pt x="494657" y="162306"/>
                      <a:pt x="505420" y="152591"/>
                    </a:cubicBezTo>
                    <a:cubicBezTo>
                      <a:pt x="518374" y="140875"/>
                      <a:pt x="538186" y="101918"/>
                      <a:pt x="555236" y="64770"/>
                    </a:cubicBezTo>
                    <a:cubicBezTo>
                      <a:pt x="555522" y="64294"/>
                      <a:pt x="544759" y="49530"/>
                      <a:pt x="534853" y="32100"/>
                    </a:cubicBezTo>
                    <a:cubicBezTo>
                      <a:pt x="526661" y="17622"/>
                      <a:pt x="519041" y="-95"/>
                      <a:pt x="518946" y="0"/>
                    </a:cubicBezTo>
                    <a:cubicBezTo>
                      <a:pt x="495705" y="25623"/>
                      <a:pt x="460843" y="61056"/>
                      <a:pt x="440269" y="72295"/>
                    </a:cubicBezTo>
                    <a:cubicBezTo>
                      <a:pt x="412837" y="87249"/>
                      <a:pt x="228052" y="70295"/>
                      <a:pt x="228052" y="70295"/>
                    </a:cubicBezTo>
                    <a:cubicBezTo>
                      <a:pt x="228052" y="70295"/>
                      <a:pt x="223766" y="66009"/>
                      <a:pt x="222242" y="58008"/>
                    </a:cubicBezTo>
                    <a:cubicBezTo>
                      <a:pt x="220718" y="50007"/>
                      <a:pt x="221861" y="38195"/>
                      <a:pt x="221861" y="38195"/>
                    </a:cubicBezTo>
                    <a:lnTo>
                      <a:pt x="143280" y="23527"/>
                    </a:lnTo>
                    <a:cubicBezTo>
                      <a:pt x="143280" y="23527"/>
                      <a:pt x="141661" y="33719"/>
                      <a:pt x="138517" y="43149"/>
                    </a:cubicBezTo>
                    <a:cubicBezTo>
                      <a:pt x="135565" y="52674"/>
                      <a:pt x="130707" y="61532"/>
                      <a:pt x="130707" y="61532"/>
                    </a:cubicBezTo>
                    <a:close/>
                  </a:path>
                </a:pathLst>
              </a:custGeom>
              <a:solidFill>
                <a:srgbClr val="292B4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72250e2-404d-4b0c-a6a5-cc4cc820d670" id="139" name="任意多边形: 形状 138">
                <a:extLst>
                  <a:ext uri="{FF2B5EF4-FFF2-40B4-BE49-F238E27FC236}">
                    <a16:creationId id="{B73F3708-850D-56AE-1164-081B0FCD7766}"/>
                  </a:ext>
                </a:extLst>
              </p:cNvPr>
              <p:cNvSpPr/>
              <p:nvPr/>
            </p:nvSpPr>
            <p:spPr>
              <a:xfrm flipV="false" flipH="false">
                <a:off x="1850969" y="3994557"/>
                <a:ext cx="357478" cy="324964"/>
              </a:xfrm>
              <a:custGeom>
                <a:avLst/>
                <a:gdLst>
                  <a:gd fmla="*/ 46397 w 518741" name="connsiteX0"/>
                  <a:gd fmla="*/ 320421 h 471560" name="connsiteY0"/>
                  <a:gd fmla="*/ 205940 w 518741" name="connsiteX1"/>
                  <a:gd fmla="*/ 233743 h 471560" name="connsiteY1"/>
                  <a:gd fmla="*/ 486166 w 518741" name="connsiteX2"/>
                  <a:gd fmla="*/ 0 h 471560" name="connsiteY2"/>
                  <a:gd fmla="*/ 518742 w 518741" name="connsiteX3"/>
                  <a:gd fmla="*/ 34290 h 471560" name="connsiteY3"/>
                  <a:gd fmla="*/ 190986 w 518741" name="connsiteX4"/>
                  <a:gd fmla="*/ 393097 h 471560" name="connsiteY4"/>
                  <a:gd fmla="*/ 4392 w 518741" name="connsiteX5"/>
                  <a:gd fmla="*/ 440055 h 471560" name="connsiteY5"/>
                  <a:gd fmla="*/ 46397 w 518741" name="connsiteX6"/>
                  <a:gd fmla="*/ 320421 h 471560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471560" w="518741">
                    <a:moveTo>
                      <a:pt x="46397" y="320421"/>
                    </a:moveTo>
                    <a:lnTo>
                      <a:pt x="205940" y="233743"/>
                    </a:lnTo>
                    <a:lnTo>
                      <a:pt x="486166" y="0"/>
                    </a:lnTo>
                    <a:lnTo>
                      <a:pt x="518742" y="34290"/>
                    </a:lnTo>
                    <a:cubicBezTo>
                      <a:pt x="518742" y="34290"/>
                      <a:pt x="290618" y="314516"/>
                      <a:pt x="190986" y="393097"/>
                    </a:cubicBezTo>
                    <a:cubicBezTo>
                      <a:pt x="62399" y="494538"/>
                      <a:pt x="25632" y="483013"/>
                      <a:pt x="4392" y="440055"/>
                    </a:cubicBezTo>
                    <a:cubicBezTo>
                      <a:pt x="-16944" y="397288"/>
                      <a:pt x="46397" y="320421"/>
                      <a:pt x="46397" y="320421"/>
                    </a:cubicBezTo>
                    <a:close/>
                  </a:path>
                </a:pathLst>
              </a:custGeom>
              <a:solidFill>
                <a:srgbClr val="292B4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7acb0e6-330c-44a4-9489-ba1e849b4b74" id="140" name="任意多边形: 形状 139">
                <a:extLst>
                  <a:ext uri="{FF2B5EF4-FFF2-40B4-BE49-F238E27FC236}">
                    <a16:creationId id="{1DA728D1-CBFF-0E17-2CCC-0B27A63CFE52}"/>
                  </a:ext>
                </a:extLst>
              </p:cNvPr>
              <p:cNvSpPr/>
              <p:nvPr/>
            </p:nvSpPr>
            <p:spPr>
              <a:xfrm flipV="false" flipH="false">
                <a:off x="2187716" y="3947135"/>
                <a:ext cx="78540" cy="72298"/>
              </a:xfrm>
              <a:custGeom>
                <a:avLst/>
                <a:gdLst>
                  <a:gd fmla="*/ 29131 w 113970" name="connsiteX0"/>
                  <a:gd fmla="*/ 104913 h 104913" name="connsiteY0"/>
                  <a:gd fmla="*/ 110951 w 113970" name="connsiteX1"/>
                  <a:gd fmla="*/ 42429 h 104913" name="connsiteY1"/>
                  <a:gd fmla="*/ 56658 w 113970" name="connsiteX2"/>
                  <a:gd fmla="*/ 6711 h 104913" name="connsiteY2"/>
                  <a:gd fmla="*/ 80 w 113970" name="connsiteX3"/>
                  <a:gd fmla="*/ 75481 h 104913" name="connsiteY3"/>
                  <a:gd fmla="*/ 29131 w 113970" name="connsiteX4"/>
                  <a:gd fmla="*/ 104913 h 104913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4913" w="113970">
                    <a:moveTo>
                      <a:pt x="29131" y="104913"/>
                    </a:moveTo>
                    <a:cubicBezTo>
                      <a:pt x="29131" y="104913"/>
                      <a:pt x="100473" y="76624"/>
                      <a:pt x="110951" y="42429"/>
                    </a:cubicBezTo>
                    <a:cubicBezTo>
                      <a:pt x="121428" y="8235"/>
                      <a:pt x="104950" y="-11006"/>
                      <a:pt x="56658" y="6711"/>
                    </a:cubicBezTo>
                    <a:cubicBezTo>
                      <a:pt x="49324" y="9378"/>
                      <a:pt x="-2301" y="67861"/>
                      <a:pt x="80" y="75481"/>
                    </a:cubicBezTo>
                    <a:cubicBezTo>
                      <a:pt x="4557" y="89007"/>
                      <a:pt x="29131" y="104913"/>
                      <a:pt x="29131" y="104913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71c7a9d-698e-443b-8470-5c9650eb92c9" id="141" name="任意多边形: 形状 140">
                <a:extLst>
                  <a:ext uri="{FF2B5EF4-FFF2-40B4-BE49-F238E27FC236}">
                    <a16:creationId id="{976B5BE8-D012-9AC6-7A56-E76F92268AC4}"/>
                  </a:ext>
                </a:extLst>
              </p:cNvPr>
              <p:cNvSpPr/>
              <p:nvPr/>
            </p:nvSpPr>
            <p:spPr>
              <a:xfrm flipV="false" flipH="false">
                <a:off x="1873013" y="4198752"/>
                <a:ext cx="180510" cy="121244"/>
              </a:xfrm>
              <a:custGeom>
                <a:avLst/>
                <a:gdLst>
                  <a:gd fmla="*/ 12504 w 261940" name="connsiteX0"/>
                  <a:gd fmla="*/ 175939 h 175939" name="connsiteY0"/>
                  <a:gd fmla="*/ 1931 w 261940" name="connsiteX1"/>
                  <a:gd fmla="*/ 175082 h 175939" name="connsiteY1"/>
                  <a:gd fmla="*/ 27 w 261940" name="connsiteX2"/>
                  <a:gd fmla="*/ 172510 h 175939" name="connsiteY2"/>
                  <a:gd fmla="*/ 2598 w 261940" name="connsiteX3"/>
                  <a:gd fmla="*/ 170605 h 175939" name="connsiteY3"/>
                  <a:gd fmla="*/ 258154 w 261940" name="connsiteX4"/>
                  <a:gd fmla="*/ 679 h 175939" name="connsiteY4"/>
                  <a:gd fmla="*/ 261297 w 261940" name="connsiteX5"/>
                  <a:gd fmla="*/ 679 h 175939" name="connsiteY5"/>
                  <a:gd fmla="*/ 261297 w 261940" name="connsiteX6"/>
                  <a:gd fmla="*/ 3822 h 175939" name="connsiteY6"/>
                  <a:gd fmla="*/ 12504 w 261940" name="connsiteX7"/>
                  <a:gd fmla="*/ 175939 h 17593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75939" w="261940">
                    <a:moveTo>
                      <a:pt x="12504" y="175939"/>
                    </a:moveTo>
                    <a:cubicBezTo>
                      <a:pt x="8885" y="175939"/>
                      <a:pt x="5360" y="175653"/>
                      <a:pt x="1931" y="175082"/>
                    </a:cubicBezTo>
                    <a:cubicBezTo>
                      <a:pt x="693" y="174891"/>
                      <a:pt x="-164" y="173748"/>
                      <a:pt x="27" y="172510"/>
                    </a:cubicBezTo>
                    <a:cubicBezTo>
                      <a:pt x="217" y="171272"/>
                      <a:pt x="1360" y="170319"/>
                      <a:pt x="2598" y="170605"/>
                    </a:cubicBezTo>
                    <a:cubicBezTo>
                      <a:pt x="53938" y="178796"/>
                      <a:pt x="139854" y="121646"/>
                      <a:pt x="258154" y="679"/>
                    </a:cubicBezTo>
                    <a:cubicBezTo>
                      <a:pt x="259011" y="-178"/>
                      <a:pt x="260440" y="-273"/>
                      <a:pt x="261297" y="679"/>
                    </a:cubicBezTo>
                    <a:cubicBezTo>
                      <a:pt x="262155" y="1536"/>
                      <a:pt x="262155" y="2965"/>
                      <a:pt x="261297" y="3822"/>
                    </a:cubicBezTo>
                    <a:cubicBezTo>
                      <a:pt x="149664" y="118218"/>
                      <a:pt x="66035" y="175939"/>
                      <a:pt x="12504" y="17593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5f392b2-dc8a-4894-ab92-67c0a5005074" id="118" name="任意多边形: 形状 117">
                <a:extLst>
                  <a:ext uri="{FF2B5EF4-FFF2-40B4-BE49-F238E27FC236}">
                    <a16:creationId id="{3C245739-1C54-8A09-9DC6-88D85B4AAE5F}"/>
                  </a:ext>
                </a:extLst>
              </p:cNvPr>
              <p:cNvSpPr/>
              <p:nvPr/>
            </p:nvSpPr>
            <p:spPr>
              <a:xfrm flipV="false" flipH="false">
                <a:off x="4764837" y="5594383"/>
                <a:ext cx="37742" cy="38267"/>
              </a:xfrm>
              <a:custGeom>
                <a:avLst/>
                <a:gdLst>
                  <a:gd fmla="*/ 0 w 54768" name="connsiteX0"/>
                  <a:gd fmla="*/ 25813 h 55530" name="connsiteY0"/>
                  <a:gd fmla="*/ 8954 w 54768" name="connsiteX1"/>
                  <a:gd fmla="*/ 38195 h 55530" name="connsiteY1"/>
                  <a:gd fmla="*/ 12573 w 54768" name="connsiteX2"/>
                  <a:gd fmla="*/ 55531 h 55530" name="connsiteY2"/>
                  <a:gd fmla="*/ 38195 w 54768" name="connsiteX3"/>
                  <a:gd fmla="*/ 46196 h 55530" name="connsiteY3"/>
                  <a:gd fmla="*/ 54769 w 54768" name="connsiteX4"/>
                  <a:gd fmla="*/ 30290 h 55530" name="connsiteY4"/>
                  <a:gd fmla="*/ 46958 w 54768" name="connsiteX5"/>
                  <a:gd fmla="*/ 20860 h 55530" name="connsiteY5"/>
                  <a:gd fmla="*/ 36195 w 54768" name="connsiteX6"/>
                  <a:gd fmla="*/ 0 h 55530" name="connsiteY6"/>
                  <a:gd fmla="*/ 0 w 54768" name="connsiteX7"/>
                  <a:gd fmla="*/ 25813 h 55530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55530" w="54768">
                    <a:moveTo>
                      <a:pt x="0" y="25813"/>
                    </a:moveTo>
                    <a:cubicBezTo>
                      <a:pt x="0" y="25813"/>
                      <a:pt x="6477" y="32004"/>
                      <a:pt x="8954" y="38195"/>
                    </a:cubicBezTo>
                    <a:cubicBezTo>
                      <a:pt x="11621" y="44387"/>
                      <a:pt x="12573" y="55531"/>
                      <a:pt x="12573" y="55531"/>
                    </a:cubicBezTo>
                    <a:cubicBezTo>
                      <a:pt x="12573" y="55531"/>
                      <a:pt x="29146" y="51911"/>
                      <a:pt x="38195" y="46196"/>
                    </a:cubicBezTo>
                    <a:cubicBezTo>
                      <a:pt x="47149" y="40481"/>
                      <a:pt x="54769" y="30290"/>
                      <a:pt x="54769" y="30290"/>
                    </a:cubicBezTo>
                    <a:cubicBezTo>
                      <a:pt x="54769" y="30290"/>
                      <a:pt x="51626" y="27908"/>
                      <a:pt x="46958" y="20860"/>
                    </a:cubicBezTo>
                    <a:cubicBezTo>
                      <a:pt x="42006" y="13811"/>
                      <a:pt x="36195" y="0"/>
                      <a:pt x="36195" y="0"/>
                    </a:cubicBezTo>
                    <a:lnTo>
                      <a:pt x="0" y="25813"/>
                    </a:ln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66e8ed1-73b4-4d5a-8122-f76ba4c3674f" id="119" name="任意多边形: 形状 118">
                <a:extLst>
                  <a:ext uri="{FF2B5EF4-FFF2-40B4-BE49-F238E27FC236}">
                    <a16:creationId id="{DC815EBD-25B9-2E7E-556A-54F291891054}"/>
                  </a:ext>
                </a:extLst>
              </p:cNvPr>
              <p:cNvSpPr/>
              <p:nvPr/>
            </p:nvSpPr>
            <p:spPr>
              <a:xfrm flipV="false" flipH="false">
                <a:off x="4520200" y="5637377"/>
                <a:ext cx="34460" cy="26587"/>
              </a:xfrm>
              <a:custGeom>
                <a:avLst/>
                <a:gdLst>
                  <a:gd fmla="*/ 10287 w 50006" name="connsiteX0"/>
                  <a:gd fmla="*/ 0 h 38581" name="connsiteY0"/>
                  <a:gd fmla="*/ 8954 w 50006" name="connsiteX1"/>
                  <a:gd fmla="*/ 15335 h 38581" name="connsiteY1"/>
                  <a:gd fmla="*/ 0 w 50006" name="connsiteX2"/>
                  <a:gd fmla="*/ 33338 h 38581" name="connsiteY2"/>
                  <a:gd fmla="*/ 24003 w 50006" name="connsiteX3"/>
                  <a:gd fmla="*/ 38576 h 38581" name="connsiteY3"/>
                  <a:gd fmla="*/ 48196 w 50006" name="connsiteX4"/>
                  <a:gd fmla="*/ 33528 h 38581" name="connsiteY4"/>
                  <a:gd fmla="*/ 46863 w 50006" name="connsiteX5"/>
                  <a:gd fmla="*/ 20860 h 38581" name="connsiteY5"/>
                  <a:gd fmla="*/ 50006 w 50006" name="connsiteX6"/>
                  <a:gd fmla="*/ 286 h 38581" name="connsiteY6"/>
                  <a:gd fmla="*/ 10287 w 50006" name="connsiteX7"/>
                  <a:gd fmla="*/ 0 h 38581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38581" w="50006">
                    <a:moveTo>
                      <a:pt x="10287" y="0"/>
                    </a:moveTo>
                    <a:cubicBezTo>
                      <a:pt x="10287" y="0"/>
                      <a:pt x="9810" y="8668"/>
                      <a:pt x="8954" y="15335"/>
                    </a:cubicBezTo>
                    <a:cubicBezTo>
                      <a:pt x="7810" y="22003"/>
                      <a:pt x="0" y="33338"/>
                      <a:pt x="0" y="33338"/>
                    </a:cubicBezTo>
                    <a:cubicBezTo>
                      <a:pt x="0" y="33338"/>
                      <a:pt x="13239" y="38767"/>
                      <a:pt x="24003" y="38576"/>
                    </a:cubicBezTo>
                    <a:cubicBezTo>
                      <a:pt x="34576" y="38481"/>
                      <a:pt x="48196" y="33528"/>
                      <a:pt x="48196" y="33528"/>
                    </a:cubicBezTo>
                    <a:cubicBezTo>
                      <a:pt x="48196" y="33528"/>
                      <a:pt x="47339" y="29432"/>
                      <a:pt x="46863" y="20860"/>
                    </a:cubicBezTo>
                    <a:cubicBezTo>
                      <a:pt x="46387" y="12287"/>
                      <a:pt x="50006" y="286"/>
                      <a:pt x="50006" y="286"/>
                    </a:cubicBezTo>
                    <a:lnTo>
                      <a:pt x="10287" y="0"/>
                    </a:ln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6c5f2ea-298d-4ba4-aad8-b59741f8cf0f" id="120" name="任意多边形: 形状 119">
                <a:extLst>
                  <a:ext uri="{FF2B5EF4-FFF2-40B4-BE49-F238E27FC236}">
                    <a16:creationId id="{9CCB48CC-1306-4923-B798-314F55727608}"/>
                  </a:ext>
                </a:extLst>
              </p:cNvPr>
              <p:cNvSpPr/>
              <p:nvPr/>
            </p:nvSpPr>
            <p:spPr>
              <a:xfrm flipV="false" flipH="false">
                <a:off x="4428437" y="5657857"/>
                <a:ext cx="126174" cy="49951"/>
              </a:xfrm>
              <a:custGeom>
                <a:avLst/>
                <a:gdLst>
                  <a:gd fmla="*/ 128873 w 183093" name="connsiteX0"/>
                  <a:gd fmla="*/ 0 h 72485" name="connsiteY0"/>
                  <a:gd fmla="*/ 73628 w 183093" name="connsiteX1"/>
                  <a:gd fmla="*/ 30861 h 72485" name="connsiteY1"/>
                  <a:gd fmla="*/ 0 w 183093" name="connsiteX2"/>
                  <a:gd fmla="*/ 61531 h 72485" name="connsiteY2"/>
                  <a:gd fmla="*/ 0 w 183093" name="connsiteX3"/>
                  <a:gd fmla="*/ 72485 h 72485" name="connsiteY3"/>
                  <a:gd fmla="*/ 87534 w 183093" name="connsiteX4"/>
                  <a:gd fmla="*/ 68199 h 72485" name="connsiteY4"/>
                  <a:gd fmla="*/ 129063 w 183093" name="connsiteX5"/>
                  <a:gd fmla="*/ 61817 h 72485" name="connsiteY5"/>
                  <a:gd fmla="*/ 149257 w 183093" name="connsiteX6"/>
                  <a:gd fmla="*/ 51340 h 72485" name="connsiteY6"/>
                  <a:gd fmla="*/ 150781 w 183093" name="connsiteX7"/>
                  <a:gd fmla="*/ 62198 h 72485" name="connsiteY7"/>
                  <a:gd fmla="*/ 178403 w 183093" name="connsiteX8"/>
                  <a:gd fmla="*/ 63055 h 72485" name="connsiteY8"/>
                  <a:gd fmla="*/ 182880 w 183093" name="connsiteX9"/>
                  <a:gd fmla="*/ 39814 h 72485" name="connsiteY9"/>
                  <a:gd fmla="*/ 181737 w 183093" name="connsiteX10"/>
                  <a:gd fmla="*/ 1429 h 72485" name="connsiteY10"/>
                  <a:gd fmla="*/ 152304 w 183093" name="connsiteX11"/>
                  <a:gd fmla="*/ 6477 h 72485" name="connsiteY11"/>
                  <a:gd fmla="*/ 128873 w 183093" name="connsiteX12"/>
                  <a:gd fmla="*/ 0 h 72485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72485" w="183093">
                    <a:moveTo>
                      <a:pt x="128873" y="0"/>
                    </a:moveTo>
                    <a:cubicBezTo>
                      <a:pt x="128873" y="0"/>
                      <a:pt x="106013" y="14954"/>
                      <a:pt x="73628" y="30861"/>
                    </a:cubicBezTo>
                    <a:cubicBezTo>
                      <a:pt x="41529" y="46768"/>
                      <a:pt x="0" y="61531"/>
                      <a:pt x="0" y="61531"/>
                    </a:cubicBezTo>
                    <a:lnTo>
                      <a:pt x="0" y="72485"/>
                    </a:lnTo>
                    <a:cubicBezTo>
                      <a:pt x="0" y="72485"/>
                      <a:pt x="55245" y="70866"/>
                      <a:pt x="87534" y="68199"/>
                    </a:cubicBezTo>
                    <a:cubicBezTo>
                      <a:pt x="119634" y="65532"/>
                      <a:pt x="129063" y="61817"/>
                      <a:pt x="129063" y="61817"/>
                    </a:cubicBezTo>
                    <a:lnTo>
                      <a:pt x="149257" y="51340"/>
                    </a:lnTo>
                    <a:lnTo>
                      <a:pt x="150781" y="62198"/>
                    </a:lnTo>
                    <a:lnTo>
                      <a:pt x="178403" y="63055"/>
                    </a:lnTo>
                    <a:cubicBezTo>
                      <a:pt x="178403" y="63055"/>
                      <a:pt x="182023" y="55245"/>
                      <a:pt x="182880" y="39814"/>
                    </a:cubicBezTo>
                    <a:cubicBezTo>
                      <a:pt x="183737" y="24384"/>
                      <a:pt x="181737" y="1429"/>
                      <a:pt x="181737" y="1429"/>
                    </a:cubicBezTo>
                    <a:cubicBezTo>
                      <a:pt x="181737" y="1429"/>
                      <a:pt x="165830" y="7334"/>
                      <a:pt x="152304" y="6477"/>
                    </a:cubicBezTo>
                    <a:cubicBezTo>
                      <a:pt x="139160" y="5715"/>
                      <a:pt x="128873" y="0"/>
                      <a:pt x="128873" y="0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0544e700-afa6-44ea-b41b-09ee2218d19d" id="121" name="任意多边形: 形状 120">
                <a:extLst>
                  <a:ext uri="{FF2B5EF4-FFF2-40B4-BE49-F238E27FC236}">
                    <a16:creationId id="{7FDB0BC8-4521-257C-55D0-AF59DF48ED7D}"/>
                  </a:ext>
                </a:extLst>
              </p:cNvPr>
              <p:cNvSpPr/>
              <p:nvPr/>
            </p:nvSpPr>
            <p:spPr>
              <a:xfrm flipV="false" flipH="false">
                <a:off x="4718365" y="5613944"/>
                <a:ext cx="105285" cy="107451"/>
              </a:xfrm>
              <a:custGeom>
                <a:avLst/>
                <a:gdLst>
                  <a:gd fmla="*/ 77343 w 152780" name="connsiteX0"/>
                  <a:gd fmla="*/ 26575 h 155924" name="connsiteY0"/>
                  <a:gd fmla="*/ 46863 w 152780" name="connsiteX1"/>
                  <a:gd fmla="*/ 81820 h 155924" name="connsiteY1"/>
                  <a:gd fmla="*/ 0 w 152780" name="connsiteX2"/>
                  <a:gd fmla="*/ 146685 h 155924" name="connsiteY2"/>
                  <a:gd fmla="*/ 5810 w 152780" name="connsiteX3"/>
                  <a:gd fmla="*/ 155924 h 155924" name="connsiteY3"/>
                  <a:gd fmla="*/ 78105 w 152780" name="connsiteX4"/>
                  <a:gd fmla="*/ 106394 h 155924" name="connsiteY4"/>
                  <a:gd fmla="*/ 110204 w 152780" name="connsiteX5"/>
                  <a:gd fmla="*/ 79153 h 155924" name="connsiteY5"/>
                  <a:gd fmla="*/ 121825 w 152780" name="connsiteX6"/>
                  <a:gd fmla="*/ 59531 h 155924" name="connsiteY6"/>
                  <a:gd fmla="*/ 128778 w 152780" name="connsiteX7"/>
                  <a:gd fmla="*/ 68008 h 155924" name="connsiteY7"/>
                  <a:gd fmla="*/ 152781 w 152780" name="connsiteX8"/>
                  <a:gd fmla="*/ 54293 h 155924" name="connsiteY8"/>
                  <a:gd fmla="*/ 144494 w 152780" name="connsiteX9"/>
                  <a:gd fmla="*/ 32099 h 155924" name="connsiteY9"/>
                  <a:gd fmla="*/ 123444 w 152780" name="connsiteX10"/>
                  <a:gd fmla="*/ 0 h 155924" name="connsiteY10"/>
                  <a:gd fmla="*/ 100965 w 152780" name="connsiteX11"/>
                  <a:gd fmla="*/ 19621 h 155924" name="connsiteY11"/>
                  <a:gd fmla="*/ 77343 w 152780" name="connsiteX12"/>
                  <a:gd fmla="*/ 26575 h 155924" name="connsiteY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b="b" l="l" r="r" t="t"/>
                <a:pathLst>
                  <a:path h="155924" w="152780">
                    <a:moveTo>
                      <a:pt x="77343" y="26575"/>
                    </a:moveTo>
                    <a:cubicBezTo>
                      <a:pt x="77343" y="26575"/>
                      <a:pt x="65627" y="51435"/>
                      <a:pt x="46863" y="81820"/>
                    </a:cubicBezTo>
                    <a:cubicBezTo>
                      <a:pt x="27813" y="112204"/>
                      <a:pt x="0" y="146685"/>
                      <a:pt x="0" y="146685"/>
                    </a:cubicBezTo>
                    <a:lnTo>
                      <a:pt x="5810" y="155924"/>
                    </a:lnTo>
                    <a:cubicBezTo>
                      <a:pt x="5810" y="155924"/>
                      <a:pt x="52006" y="125635"/>
                      <a:pt x="78105" y="106394"/>
                    </a:cubicBezTo>
                    <a:cubicBezTo>
                      <a:pt x="104108" y="87249"/>
                      <a:pt x="110204" y="79153"/>
                      <a:pt x="110204" y="79153"/>
                    </a:cubicBezTo>
                    <a:lnTo>
                      <a:pt x="121825" y="59531"/>
                    </a:lnTo>
                    <a:lnTo>
                      <a:pt x="128778" y="68008"/>
                    </a:lnTo>
                    <a:lnTo>
                      <a:pt x="152781" y="54293"/>
                    </a:lnTo>
                    <a:cubicBezTo>
                      <a:pt x="152781" y="54293"/>
                      <a:pt x="151923" y="45720"/>
                      <a:pt x="144494" y="32099"/>
                    </a:cubicBezTo>
                    <a:cubicBezTo>
                      <a:pt x="137064" y="18479"/>
                      <a:pt x="123444" y="0"/>
                      <a:pt x="123444" y="0"/>
                    </a:cubicBezTo>
                    <a:cubicBezTo>
                      <a:pt x="123444" y="0"/>
                      <a:pt x="112871" y="13430"/>
                      <a:pt x="100965" y="19621"/>
                    </a:cubicBezTo>
                    <a:cubicBezTo>
                      <a:pt x="89059" y="26003"/>
                      <a:pt x="77343" y="26575"/>
                      <a:pt x="77343" y="26575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871c2d3-9553-4a2a-862f-1b95f76737d7" id="122" name="任意多边形: 形状 121">
                <a:extLst>
                  <a:ext uri="{FF2B5EF4-FFF2-40B4-BE49-F238E27FC236}">
                    <a16:creationId id="{5A4FC2C9-F7EA-DC3E-0E15-A55D1344D233}"/>
                  </a:ext>
                </a:extLst>
              </p:cNvPr>
              <p:cNvSpPr/>
              <p:nvPr/>
            </p:nvSpPr>
            <p:spPr>
              <a:xfrm flipV="false" flipH="false">
                <a:off x="4500246" y="4953284"/>
                <a:ext cx="138630" cy="691245"/>
              </a:xfrm>
              <a:custGeom>
                <a:avLst/>
                <a:gdLst>
                  <a:gd fmla="*/ 77629 w 201167" name="connsiteX0"/>
                  <a:gd fmla="*/ 10001 h 1003074" name="connsiteY0"/>
                  <a:gd fmla="*/ 22193 w 201167" name="connsiteX1"/>
                  <a:gd fmla="*/ 0 h 1003074" name="connsiteY1"/>
                  <a:gd fmla="*/ 0 w 201167" name="connsiteX2"/>
                  <a:gd fmla="*/ 113157 h 1003074" name="connsiteY2"/>
                  <a:gd fmla="*/ 35052 w 201167" name="connsiteX3"/>
                  <a:gd fmla="*/ 1002697 h 1003074" name="connsiteY3"/>
                  <a:gd fmla="*/ 83534 w 201167" name="connsiteX4"/>
                  <a:gd fmla="*/ 1000792 h 1003074" name="connsiteY4"/>
                  <a:gd fmla="*/ 129350 w 201167" name="connsiteX5"/>
                  <a:gd fmla="*/ 709517 h 1003074" name="connsiteY5"/>
                  <a:gd fmla="*/ 201168 w 201167" name="connsiteX6"/>
                  <a:gd fmla="*/ 267557 h 1003074" name="connsiteY6"/>
                  <a:gd fmla="*/ 77629 w 201167" name="connsiteX7"/>
                  <a:gd fmla="*/ 10001 h 1003074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003074" w="201167">
                    <a:moveTo>
                      <a:pt x="77629" y="10001"/>
                    </a:moveTo>
                    <a:lnTo>
                      <a:pt x="22193" y="0"/>
                    </a:lnTo>
                    <a:lnTo>
                      <a:pt x="0" y="113157"/>
                    </a:lnTo>
                    <a:cubicBezTo>
                      <a:pt x="0" y="113157"/>
                      <a:pt x="38386" y="962406"/>
                      <a:pt x="35052" y="1002697"/>
                    </a:cubicBezTo>
                    <a:cubicBezTo>
                      <a:pt x="35052" y="1004030"/>
                      <a:pt x="83344" y="1001458"/>
                      <a:pt x="83534" y="1000792"/>
                    </a:cubicBezTo>
                    <a:cubicBezTo>
                      <a:pt x="84391" y="982218"/>
                      <a:pt x="115443" y="851630"/>
                      <a:pt x="129350" y="709517"/>
                    </a:cubicBezTo>
                    <a:cubicBezTo>
                      <a:pt x="132683" y="674465"/>
                      <a:pt x="201168" y="267557"/>
                      <a:pt x="201168" y="267557"/>
                    </a:cubicBezTo>
                    <a:lnTo>
                      <a:pt x="77629" y="10001"/>
                    </a:lnTo>
                    <a:close/>
                  </a:path>
                </a:pathLst>
              </a:custGeom>
              <a:solidFill>
                <a:srgbClr val="728EE1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7a97cbda-6585-4221-b7a6-fbe43d1b89bc" id="123" name="任意多边形: 形状 122">
                <a:extLst>
                  <a:ext uri="{FF2B5EF4-FFF2-40B4-BE49-F238E27FC236}">
                    <a16:creationId id="{18B2A85B-8EAC-B710-CC68-B1DB659DD616}"/>
                  </a:ext>
                </a:extLst>
              </p:cNvPr>
              <p:cNvSpPr/>
              <p:nvPr/>
            </p:nvSpPr>
            <p:spPr>
              <a:xfrm flipV="false" flipH="false">
                <a:off x="4521710" y="5027785"/>
                <a:ext cx="272879" cy="589865"/>
              </a:xfrm>
              <a:custGeom>
                <a:avLst/>
                <a:gdLst>
                  <a:gd fmla="*/ 277463 w 395978" name="connsiteX0"/>
                  <a:gd fmla="*/ 0 h 855961" name="connsiteY0"/>
                  <a:gd fmla="*/ 0 w 395978" name="connsiteX1"/>
                  <a:gd fmla="*/ 1429 h 855961" name="connsiteY1"/>
                  <a:gd fmla="*/ 189643 w 395978" name="connsiteX2"/>
                  <a:gd fmla="*/ 562832 h 855961" name="connsiteY2"/>
                  <a:gd fmla="*/ 356901 w 395978" name="connsiteX3"/>
                  <a:gd fmla="*/ 855821 h 855961" name="connsiteY3"/>
                  <a:gd fmla="*/ 395954 w 395978" name="connsiteX4"/>
                  <a:gd fmla="*/ 833438 h 855961" name="connsiteY4"/>
                  <a:gd fmla="*/ 311753 w 395978" name="connsiteX5"/>
                  <a:gd fmla="*/ 569119 h 855961" name="connsiteY5"/>
                  <a:gd fmla="*/ 277463 w 395978" name="connsiteX6"/>
                  <a:gd fmla="*/ 0 h 855961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855961" w="395978">
                    <a:moveTo>
                      <a:pt x="277463" y="0"/>
                    </a:moveTo>
                    <a:lnTo>
                      <a:pt x="0" y="1429"/>
                    </a:lnTo>
                    <a:cubicBezTo>
                      <a:pt x="0" y="1429"/>
                      <a:pt x="167450" y="515874"/>
                      <a:pt x="189643" y="562832"/>
                    </a:cubicBezTo>
                    <a:cubicBezTo>
                      <a:pt x="222409" y="632650"/>
                      <a:pt x="307943" y="774763"/>
                      <a:pt x="356901" y="855821"/>
                    </a:cubicBezTo>
                    <a:cubicBezTo>
                      <a:pt x="358044" y="858012"/>
                      <a:pt x="397097" y="833818"/>
                      <a:pt x="395954" y="833438"/>
                    </a:cubicBezTo>
                    <a:cubicBezTo>
                      <a:pt x="395097" y="832771"/>
                      <a:pt x="353282" y="620173"/>
                      <a:pt x="311753" y="569119"/>
                    </a:cubicBezTo>
                    <a:cubicBezTo>
                      <a:pt x="289560" y="541496"/>
                      <a:pt x="277463" y="0"/>
                      <a:pt x="277463" y="0"/>
                    </a:cubicBezTo>
                    <a:close/>
                  </a:path>
                </a:pathLst>
              </a:custGeom>
              <a:solidFill>
                <a:srgbClr val="ADC2F0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f90b714-39fe-4b0b-80eb-6b2d66825078" id="124" name="任意多边形: 形状 123">
                <a:extLst>
                  <a:ext uri="{FF2B5EF4-FFF2-40B4-BE49-F238E27FC236}">
                    <a16:creationId id="{BA66A37E-B468-DD43-534F-F218DA88EDFF}"/>
                  </a:ext>
                </a:extLst>
              </p:cNvPr>
              <p:cNvSpPr/>
              <p:nvPr/>
            </p:nvSpPr>
            <p:spPr>
              <a:xfrm flipV="false" flipH="false">
                <a:off x="4610822" y="4433918"/>
                <a:ext cx="120372" cy="134775"/>
              </a:xfrm>
              <a:custGeom>
                <a:avLst/>
                <a:gdLst>
                  <a:gd fmla="*/ 155297 w 174673" name="connsiteX0"/>
                  <a:gd fmla="*/ 157013 h 195574" name="connsiteY0"/>
                  <a:gd fmla="*/ 163393 w 174673" name="connsiteX1"/>
                  <a:gd fmla="*/ 64049 h 195574" name="connsiteY1"/>
                  <a:gd fmla="*/ 76716 w 174673" name="connsiteX2"/>
                  <a:gd fmla="*/ 6518 h 195574" name="connsiteY2"/>
                  <a:gd fmla="*/ 134 w 174673" name="connsiteX3"/>
                  <a:gd fmla="*/ 89195 h 195574" name="connsiteY3"/>
                  <a:gd fmla="*/ 82050 w 174673" name="connsiteX4"/>
                  <a:gd fmla="*/ 188541 h 195574" name="connsiteY4"/>
                  <a:gd fmla="*/ 155297 w 174673" name="connsiteX5"/>
                  <a:gd fmla="*/ 157013 h 195574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195574" w="174673">
                    <a:moveTo>
                      <a:pt x="155297" y="157013"/>
                    </a:moveTo>
                    <a:cubicBezTo>
                      <a:pt x="165203" y="126438"/>
                      <a:pt x="188539" y="83766"/>
                      <a:pt x="163393" y="64049"/>
                    </a:cubicBezTo>
                    <a:cubicBezTo>
                      <a:pt x="124341" y="33378"/>
                      <a:pt x="144534" y="-18247"/>
                      <a:pt x="76716" y="6518"/>
                    </a:cubicBezTo>
                    <a:cubicBezTo>
                      <a:pt x="9183" y="31283"/>
                      <a:pt x="-1389" y="58429"/>
                      <a:pt x="134" y="89195"/>
                    </a:cubicBezTo>
                    <a:cubicBezTo>
                      <a:pt x="1944" y="121199"/>
                      <a:pt x="69763" y="223021"/>
                      <a:pt x="82050" y="188541"/>
                    </a:cubicBezTo>
                    <a:cubicBezTo>
                      <a:pt x="94432" y="153965"/>
                      <a:pt x="145677" y="187588"/>
                      <a:pt x="155297" y="157013"/>
                    </a:cubicBezTo>
                    <a:close/>
                  </a:path>
                </a:pathLst>
              </a:custGeom>
              <a:solidFill>
                <a:srgbClr val="273977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84d6bc5-dfee-4c8d-8e81-4fe70c1f28cb" id="125" name="任意多边形: 形状 124">
                <a:extLst>
                  <a:ext uri="{FF2B5EF4-FFF2-40B4-BE49-F238E27FC236}">
                    <a16:creationId id="{D3A5016E-3B25-1D00-A675-5427C1DBC64A}"/>
                  </a:ext>
                </a:extLst>
              </p:cNvPr>
              <p:cNvSpPr/>
              <p:nvPr/>
            </p:nvSpPr>
            <p:spPr>
              <a:xfrm flipV="false" flipH="false">
                <a:off x="4612402" y="4516652"/>
                <a:ext cx="61525" cy="107554"/>
              </a:xfrm>
              <a:custGeom>
                <a:avLst/>
                <a:gdLst>
                  <a:gd fmla="*/ 4411 w 89279" name="connsiteX0"/>
                  <a:gd fmla="*/ 46196 h 156073" name="connsiteY0"/>
                  <a:gd fmla="*/ 125 w 89279" name="connsiteX1"/>
                  <a:gd fmla="*/ 122111 h 156073" name="connsiteY1"/>
                  <a:gd fmla="*/ 33367 w 89279" name="connsiteX2"/>
                  <a:gd fmla="*/ 155925 h 156073" name="connsiteY2"/>
                  <a:gd fmla="*/ 80039 w 89279" name="connsiteX3"/>
                  <a:gd fmla="*/ 129159 h 156073" name="connsiteY3"/>
                  <a:gd fmla="*/ 80516 w 89279" name="connsiteX4"/>
                  <a:gd fmla="*/ 62960 h 156073" name="connsiteY4"/>
                  <a:gd fmla="*/ 89279 w 89279" name="connsiteX5"/>
                  <a:gd fmla="*/ 0 h 156073" name="connsiteY5"/>
                  <a:gd fmla="*/ 4411 w 89279" name="connsiteX6"/>
                  <a:gd fmla="*/ 46196 h 156073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56073" w="89279">
                    <a:moveTo>
                      <a:pt x="4411" y="46196"/>
                    </a:moveTo>
                    <a:lnTo>
                      <a:pt x="125" y="122111"/>
                    </a:lnTo>
                    <a:cubicBezTo>
                      <a:pt x="125" y="122111"/>
                      <a:pt x="-3876" y="153448"/>
                      <a:pt x="33367" y="155925"/>
                    </a:cubicBezTo>
                    <a:cubicBezTo>
                      <a:pt x="70800" y="158401"/>
                      <a:pt x="80039" y="129159"/>
                      <a:pt x="80039" y="129159"/>
                    </a:cubicBezTo>
                    <a:cubicBezTo>
                      <a:pt x="80039" y="129159"/>
                      <a:pt x="78230" y="95250"/>
                      <a:pt x="80516" y="62960"/>
                    </a:cubicBezTo>
                    <a:cubicBezTo>
                      <a:pt x="82992" y="30671"/>
                      <a:pt x="89279" y="0"/>
                      <a:pt x="89279" y="0"/>
                    </a:cubicBezTo>
                    <a:lnTo>
                      <a:pt x="4411" y="46196"/>
                    </a:lnTo>
                    <a:close/>
                  </a:path>
                </a:pathLst>
              </a:custGeom>
              <a:solidFill>
                <a:srgbClr val="FE987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9d57479-507c-49ce-b723-778bf13efa32" id="126" name="任意多边形: 形状 125">
                <a:extLst>
                  <a:ext uri="{FF2B5EF4-FFF2-40B4-BE49-F238E27FC236}">
                    <a16:creationId id="{D7D1DF0A-4AAF-5A6D-3FB9-1A426695045B}"/>
                  </a:ext>
                </a:extLst>
              </p:cNvPr>
              <p:cNvSpPr/>
              <p:nvPr/>
            </p:nvSpPr>
            <p:spPr>
              <a:xfrm flipV="false" flipH="false">
                <a:off x="4585799" y="4465510"/>
                <a:ext cx="108574" cy="96500"/>
              </a:xfrm>
              <a:custGeom>
                <a:avLst/>
                <a:gdLst>
                  <a:gd fmla="*/ 62352 w 157553" name="connsiteX0"/>
                  <a:gd fmla="*/ 393 h 140033" name="connsiteY0"/>
                  <a:gd fmla="*/ 27776 w 157553" name="connsiteX1"/>
                  <a:gd fmla="*/ 40017 h 140033" name="connsiteY1"/>
                  <a:gd fmla="*/ 15679 w 157553" name="connsiteX2"/>
                  <a:gd fmla="*/ 132886 h 140033" name="connsiteY2"/>
                  <a:gd fmla="*/ 120931 w 157553" name="connsiteX3"/>
                  <a:gd fmla="*/ 109264 h 140033" name="connsiteY3"/>
                  <a:gd fmla="*/ 140933 w 157553" name="connsiteX4"/>
                  <a:gd fmla="*/ 114122 h 140033" name="connsiteY4"/>
                  <a:gd fmla="*/ 157507 w 157553" name="connsiteX5"/>
                  <a:gd fmla="*/ 92119 h 140033" name="connsiteY5"/>
                  <a:gd fmla="*/ 141314 w 157553" name="connsiteX6"/>
                  <a:gd fmla="*/ 76879 h 140033" name="connsiteY6"/>
                  <a:gd fmla="*/ 141314 w 157553" name="connsiteX7"/>
                  <a:gd fmla="*/ 40874 h 140033" name="connsiteY7"/>
                  <a:gd fmla="*/ 85021 w 157553" name="connsiteX8"/>
                  <a:gd fmla="*/ 13347 h 140033" name="connsiteY8"/>
                  <a:gd fmla="*/ 62352 w 157553" name="connsiteX9"/>
                  <a:gd fmla="*/ 393 h 140033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40033" w="157553">
                    <a:moveTo>
                      <a:pt x="62352" y="393"/>
                    </a:moveTo>
                    <a:cubicBezTo>
                      <a:pt x="48636" y="10109"/>
                      <a:pt x="37206" y="22491"/>
                      <a:pt x="27776" y="40017"/>
                    </a:cubicBezTo>
                    <a:cubicBezTo>
                      <a:pt x="3964" y="84118"/>
                      <a:pt x="-14420" y="116789"/>
                      <a:pt x="15679" y="132886"/>
                    </a:cubicBezTo>
                    <a:cubicBezTo>
                      <a:pt x="41968" y="147078"/>
                      <a:pt x="92641" y="140601"/>
                      <a:pt x="120931" y="109264"/>
                    </a:cubicBezTo>
                    <a:cubicBezTo>
                      <a:pt x="120931" y="109359"/>
                      <a:pt x="130361" y="118408"/>
                      <a:pt x="140933" y="114122"/>
                    </a:cubicBezTo>
                    <a:cubicBezTo>
                      <a:pt x="146553" y="111836"/>
                      <a:pt x="156459" y="106025"/>
                      <a:pt x="157507" y="92119"/>
                    </a:cubicBezTo>
                    <a:cubicBezTo>
                      <a:pt x="158649" y="78212"/>
                      <a:pt x="138647" y="80308"/>
                      <a:pt x="141314" y="76879"/>
                    </a:cubicBezTo>
                    <a:cubicBezTo>
                      <a:pt x="143981" y="73450"/>
                      <a:pt x="150553" y="55162"/>
                      <a:pt x="141314" y="40874"/>
                    </a:cubicBezTo>
                    <a:cubicBezTo>
                      <a:pt x="132075" y="26587"/>
                      <a:pt x="108548" y="24491"/>
                      <a:pt x="85021" y="13347"/>
                    </a:cubicBezTo>
                    <a:cubicBezTo>
                      <a:pt x="71496" y="6965"/>
                      <a:pt x="65495" y="-1988"/>
                      <a:pt x="62352" y="393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f04a1df7-891a-4698-ab9e-52799c9f3e15" id="127" name="任意多边形: 形状 126">
                <a:extLst>
                  <a:ext uri="{FF2B5EF4-FFF2-40B4-BE49-F238E27FC236}">
                    <a16:creationId id="{AE30D23D-FBE1-3608-7A5E-418048291952}"/>
                  </a:ext>
                </a:extLst>
              </p:cNvPr>
              <p:cNvSpPr/>
              <p:nvPr/>
            </p:nvSpPr>
            <p:spPr>
              <a:xfrm flipV="false" flipH="false">
                <a:off x="4398701" y="4572576"/>
                <a:ext cx="329988" cy="470633"/>
              </a:xfrm>
              <a:custGeom>
                <a:avLst/>
                <a:gdLst>
                  <a:gd fmla="*/ 400050 w 478849" name="connsiteX0"/>
                  <a:gd fmla="*/ 38862 h 682942" name="connsiteY0"/>
                  <a:gd fmla="*/ 478821 w 478849" name="connsiteX1"/>
                  <a:gd fmla="*/ 163544 h 682942" name="connsiteY1"/>
                  <a:gd fmla="*/ 456819 w 478849" name="connsiteX2"/>
                  <a:gd fmla="*/ 395668 h 682942" name="connsiteY2"/>
                  <a:gd fmla="*/ 457009 w 478849" name="connsiteX3"/>
                  <a:gd fmla="*/ 678371 h 682942" name="connsiteY3"/>
                  <a:gd fmla="*/ 146780 w 478849" name="connsiteX4"/>
                  <a:gd fmla="*/ 682942 h 682942" name="connsiteY4"/>
                  <a:gd fmla="*/ 171259 w 478849" name="connsiteX5"/>
                  <a:gd fmla="*/ 188500 h 682942" name="connsiteY5"/>
                  <a:gd fmla="*/ 190 w 478849" name="connsiteX6"/>
                  <a:gd fmla="*/ 116205 h 682942" name="connsiteY6"/>
                  <a:gd fmla="*/ 0 w 478849" name="connsiteX7"/>
                  <a:gd fmla="*/ 34004 h 682942" name="connsiteY7"/>
                  <a:gd fmla="*/ 301847 w 478849" name="connsiteX8"/>
                  <a:gd fmla="*/ 39433 h 682942" name="connsiteY8"/>
                  <a:gd fmla="*/ 308800 w 478849" name="connsiteX9"/>
                  <a:gd fmla="*/ 27718 h 682942" name="connsiteY9"/>
                  <a:gd fmla="*/ 310801 w 478849" name="connsiteX10"/>
                  <a:gd fmla="*/ 8096 h 682942" name="connsiteY10"/>
                  <a:gd fmla="*/ 390239 w 478849" name="connsiteX11"/>
                  <a:gd fmla="*/ 0 h 682942" name="connsiteY11"/>
                  <a:gd fmla="*/ 393382 w 478849" name="connsiteX12"/>
                  <a:gd fmla="*/ 20003 h 682942" name="connsiteY12"/>
                  <a:gd fmla="*/ 400050 w 478849" name="connsiteX13"/>
                  <a:gd fmla="*/ 38862 h 682942" name="connsiteY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b="b" l="l" r="r" t="t"/>
                <a:pathLst>
                  <a:path h="682942" w="478849">
                    <a:moveTo>
                      <a:pt x="400050" y="38862"/>
                    </a:moveTo>
                    <a:cubicBezTo>
                      <a:pt x="400050" y="38862"/>
                      <a:pt x="468725" y="53435"/>
                      <a:pt x="478821" y="163544"/>
                    </a:cubicBezTo>
                    <a:cubicBezTo>
                      <a:pt x="479679" y="172974"/>
                      <a:pt x="460438" y="301752"/>
                      <a:pt x="456819" y="395668"/>
                    </a:cubicBezTo>
                    <a:cubicBezTo>
                      <a:pt x="452152" y="522541"/>
                      <a:pt x="461772" y="627221"/>
                      <a:pt x="457009" y="678371"/>
                    </a:cubicBezTo>
                    <a:cubicBezTo>
                      <a:pt x="456819" y="679228"/>
                      <a:pt x="146780" y="682942"/>
                      <a:pt x="146780" y="682942"/>
                    </a:cubicBezTo>
                    <a:cubicBezTo>
                      <a:pt x="148304" y="642556"/>
                      <a:pt x="153924" y="243745"/>
                      <a:pt x="171259" y="188500"/>
                    </a:cubicBezTo>
                    <a:cubicBezTo>
                      <a:pt x="172117" y="185547"/>
                      <a:pt x="476" y="116491"/>
                      <a:pt x="190" y="116205"/>
                    </a:cubicBezTo>
                    <a:cubicBezTo>
                      <a:pt x="190" y="116205"/>
                      <a:pt x="190" y="34576"/>
                      <a:pt x="0" y="34004"/>
                    </a:cubicBezTo>
                    <a:cubicBezTo>
                      <a:pt x="-191" y="33718"/>
                      <a:pt x="301847" y="39433"/>
                      <a:pt x="301847" y="39433"/>
                    </a:cubicBezTo>
                    <a:cubicBezTo>
                      <a:pt x="301847" y="39433"/>
                      <a:pt x="306515" y="35528"/>
                      <a:pt x="308800" y="27718"/>
                    </a:cubicBezTo>
                    <a:cubicBezTo>
                      <a:pt x="310801" y="19907"/>
                      <a:pt x="310801" y="8096"/>
                      <a:pt x="310801" y="8096"/>
                    </a:cubicBezTo>
                    <a:lnTo>
                      <a:pt x="390239" y="0"/>
                    </a:lnTo>
                    <a:cubicBezTo>
                      <a:pt x="390239" y="0"/>
                      <a:pt x="390906" y="10287"/>
                      <a:pt x="393382" y="20003"/>
                    </a:cubicBezTo>
                    <a:cubicBezTo>
                      <a:pt x="395954" y="29718"/>
                      <a:pt x="400050" y="38862"/>
                      <a:pt x="400050" y="38862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4a33922-ac78-4c64-8b91-e45c60e5c6e3" id="128" name="任意多边形: 形状 127">
                <a:extLst>
                  <a:ext uri="{FF2B5EF4-FFF2-40B4-BE49-F238E27FC236}">
                    <a16:creationId id="{9ED305E5-863F-395F-0693-E3E7EAC0279E}"/>
                  </a:ext>
                </a:extLst>
              </p:cNvPr>
              <p:cNvSpPr/>
              <p:nvPr/>
            </p:nvSpPr>
            <p:spPr>
              <a:xfrm flipV="false" flipH="false">
                <a:off x="4390431" y="4382944"/>
                <a:ext cx="334195" cy="357426"/>
              </a:xfrm>
              <a:custGeom>
                <a:avLst/>
                <a:gdLst>
                  <a:gd fmla="*/ 446818 w 484954" name="connsiteX0"/>
                  <a:gd fmla="*/ 356140 h 518665" name="connsiteY0"/>
                  <a:gd fmla="*/ 295084 w 484954" name="connsiteX1"/>
                  <a:gd fmla="*/ 256413 h 518665" name="connsiteY1"/>
                  <a:gd fmla="*/ 35433 w 484954" name="connsiteX2"/>
                  <a:gd fmla="*/ 0 h 518665" name="connsiteY2"/>
                  <a:gd fmla="*/ 0 w 484954" name="connsiteX3"/>
                  <a:gd fmla="*/ 31528 h 518665" name="connsiteY3"/>
                  <a:gd fmla="*/ 300514 w 484954" name="connsiteX4"/>
                  <a:gd fmla="*/ 436817 h 518665" name="connsiteY4"/>
                  <a:gd fmla="*/ 415861 w 484954" name="connsiteX5"/>
                  <a:gd fmla="*/ 518255 h 518665" name="connsiteY5"/>
                  <a:gd fmla="*/ 478727 w 484954" name="connsiteX6"/>
                  <a:gd fmla="*/ 479012 h 518665" name="connsiteY6"/>
                  <a:gd fmla="*/ 446818 w 484954" name="connsiteX7"/>
                  <a:gd fmla="*/ 356140 h 518665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518665" w="484954">
                    <a:moveTo>
                      <a:pt x="446818" y="356140"/>
                    </a:moveTo>
                    <a:lnTo>
                      <a:pt x="295084" y="256413"/>
                    </a:lnTo>
                    <a:lnTo>
                      <a:pt x="35433" y="0"/>
                    </a:lnTo>
                    <a:lnTo>
                      <a:pt x="0" y="31528"/>
                    </a:lnTo>
                    <a:cubicBezTo>
                      <a:pt x="0" y="31528"/>
                      <a:pt x="214313" y="342329"/>
                      <a:pt x="300514" y="436817"/>
                    </a:cubicBezTo>
                    <a:cubicBezTo>
                      <a:pt x="351949" y="493205"/>
                      <a:pt x="388906" y="515112"/>
                      <a:pt x="415861" y="518255"/>
                    </a:cubicBezTo>
                    <a:cubicBezTo>
                      <a:pt x="447104" y="521875"/>
                      <a:pt x="465487" y="500920"/>
                      <a:pt x="478727" y="479012"/>
                    </a:cubicBezTo>
                    <a:cubicBezTo>
                      <a:pt x="503396" y="437960"/>
                      <a:pt x="446818" y="356140"/>
                      <a:pt x="446818" y="356140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30765a33-136f-4336-8153-bdf378fd40e3" id="129" name="任意多边形: 形状 128">
                <a:extLst>
                  <a:ext uri="{FF2B5EF4-FFF2-40B4-BE49-F238E27FC236}">
                    <a16:creationId id="{DC4E0405-5EC3-F36F-0695-0D3EAC41C538}"/>
                  </a:ext>
                </a:extLst>
              </p:cNvPr>
              <p:cNvSpPr/>
              <p:nvPr/>
            </p:nvSpPr>
            <p:spPr>
              <a:xfrm flipV="false" flipH="false">
                <a:off x="4337287" y="4330269"/>
                <a:ext cx="75548" cy="75583"/>
              </a:xfrm>
              <a:custGeom>
                <a:avLst/>
                <a:gdLst>
                  <a:gd fmla="*/ 77975 w 109628" name="connsiteX0"/>
                  <a:gd fmla="*/ 109680 h 109680" name="connsiteY0"/>
                  <a:gd fmla="*/ 1679 w 109628" name="connsiteX1"/>
                  <a:gd fmla="*/ 40528 h 109680" name="connsiteY1"/>
                  <a:gd fmla="*/ 58734 w 109628" name="connsiteX2"/>
                  <a:gd fmla="*/ 9477 h 109680" name="connsiteY2"/>
                  <a:gd fmla="*/ 109502 w 109628" name="connsiteX3"/>
                  <a:gd fmla="*/ 82724 h 109680" name="connsiteY3"/>
                  <a:gd fmla="*/ 77975 w 109628" name="connsiteX4"/>
                  <a:gd fmla="*/ 109680 h 109680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09680" w="109628">
                    <a:moveTo>
                      <a:pt x="77975" y="109680"/>
                    </a:moveTo>
                    <a:cubicBezTo>
                      <a:pt x="77975" y="109680"/>
                      <a:pt x="9299" y="75485"/>
                      <a:pt x="1679" y="40528"/>
                    </a:cubicBezTo>
                    <a:cubicBezTo>
                      <a:pt x="-5941" y="5572"/>
                      <a:pt x="12252" y="-12240"/>
                      <a:pt x="58734" y="9477"/>
                    </a:cubicBezTo>
                    <a:cubicBezTo>
                      <a:pt x="65878" y="12811"/>
                      <a:pt x="112360" y="75295"/>
                      <a:pt x="109502" y="82724"/>
                    </a:cubicBezTo>
                    <a:cubicBezTo>
                      <a:pt x="103787" y="95964"/>
                      <a:pt x="77975" y="109680"/>
                      <a:pt x="77975" y="109680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1cfbb047-f383-49e5-8298-58db8f3f55d3" id="130" name="任意多边形: 形状 129">
                <a:extLst>
                  <a:ext uri="{FF2B5EF4-FFF2-40B4-BE49-F238E27FC236}">
                    <a16:creationId id="{04678CEA-23E3-352C-8213-D1F4022F7D95}"/>
                  </a:ext>
                </a:extLst>
              </p:cNvPr>
              <p:cNvSpPr/>
              <p:nvPr/>
            </p:nvSpPr>
            <p:spPr>
              <a:xfrm flipV="false" flipH="false">
                <a:off x="4527579" y="4596595"/>
                <a:ext cx="151407" cy="144346"/>
              </a:xfrm>
              <a:custGeom>
                <a:avLst/>
                <a:gdLst>
                  <a:gd fmla="*/ 213320 w 219708" name="connsiteX0"/>
                  <a:gd fmla="*/ 209463 h 209462" name="connsiteY0"/>
                  <a:gd fmla="*/ 436 w 219708" name="connsiteX1"/>
                  <a:gd fmla="*/ 3532 h 209462" name="connsiteY1"/>
                  <a:gd fmla="*/ 912 w 219708" name="connsiteX2"/>
                  <a:gd fmla="*/ 389 h 209462" name="connsiteY2"/>
                  <a:gd fmla="*/ 4056 w 219708" name="connsiteX3"/>
                  <a:gd fmla="*/ 960 h 209462" name="connsiteY3"/>
                  <a:gd fmla="*/ 217321 w 219708" name="connsiteX4"/>
                  <a:gd fmla="*/ 204891 h 209462" name="connsiteY4"/>
                  <a:gd fmla="*/ 217511 w 219708" name="connsiteX5"/>
                  <a:gd fmla="*/ 204891 h 209462" name="connsiteY5"/>
                  <a:gd fmla="*/ 219702 w 219708" name="connsiteX6"/>
                  <a:gd fmla="*/ 206986 h 209462" name="connsiteY6"/>
                  <a:gd fmla="*/ 217606 w 219708" name="connsiteX7"/>
                  <a:gd fmla="*/ 209367 h 209462" name="connsiteY7"/>
                  <a:gd fmla="*/ 213320 w 219708" name="connsiteX8"/>
                  <a:gd fmla="*/ 209463 h 209462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209462" w="219708">
                    <a:moveTo>
                      <a:pt x="213320" y="209463"/>
                    </a:moveTo>
                    <a:cubicBezTo>
                      <a:pt x="152645" y="209463"/>
                      <a:pt x="80922" y="116118"/>
                      <a:pt x="436" y="3532"/>
                    </a:cubicBezTo>
                    <a:cubicBezTo>
                      <a:pt x="-326" y="2484"/>
                      <a:pt x="-40" y="1151"/>
                      <a:pt x="912" y="389"/>
                    </a:cubicBezTo>
                    <a:cubicBezTo>
                      <a:pt x="1960" y="-278"/>
                      <a:pt x="3293" y="-87"/>
                      <a:pt x="4056" y="960"/>
                    </a:cubicBezTo>
                    <a:cubicBezTo>
                      <a:pt x="82637" y="110974"/>
                      <a:pt x="157884" y="209367"/>
                      <a:pt x="217321" y="204891"/>
                    </a:cubicBezTo>
                    <a:cubicBezTo>
                      <a:pt x="217415" y="204891"/>
                      <a:pt x="217415" y="204891"/>
                      <a:pt x="217511" y="204891"/>
                    </a:cubicBezTo>
                    <a:cubicBezTo>
                      <a:pt x="218654" y="204891"/>
                      <a:pt x="219702" y="205748"/>
                      <a:pt x="219702" y="206986"/>
                    </a:cubicBezTo>
                    <a:cubicBezTo>
                      <a:pt x="219797" y="208224"/>
                      <a:pt x="218844" y="209272"/>
                      <a:pt x="217606" y="209367"/>
                    </a:cubicBezTo>
                    <a:cubicBezTo>
                      <a:pt x="216272" y="209463"/>
                      <a:pt x="214749" y="209463"/>
                      <a:pt x="213320" y="209463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95da1c0-fade-4989-b86d-c24f6ca0c59e" id="107" name="任意多边形: 形状 106">
                <a:extLst>
                  <a:ext uri="{FF2B5EF4-FFF2-40B4-BE49-F238E27FC236}">
                    <a16:creationId id="{F4AE95BA-4DCE-B36A-111A-166811D849B0}"/>
                  </a:ext>
                </a:extLst>
              </p:cNvPr>
              <p:cNvSpPr/>
              <p:nvPr/>
            </p:nvSpPr>
            <p:spPr>
              <a:xfrm flipV="false" flipH="false">
                <a:off x="3476244" y="4667934"/>
                <a:ext cx="72325" cy="70410"/>
              </a:xfrm>
              <a:custGeom>
                <a:avLst/>
                <a:gdLst>
                  <a:gd fmla="*/ 899 w 104951" name="connsiteX0"/>
                  <a:gd fmla="*/ 975 h 102173" name="connsiteY0"/>
                  <a:gd fmla="*/ 41285 w 104951" name="connsiteX1"/>
                  <a:gd fmla="*/ 20215 h 102173" name="connsiteY1"/>
                  <a:gd fmla="*/ 82528 w 104951" name="connsiteX2"/>
                  <a:gd fmla="*/ 31931 h 102173" name="connsiteY2"/>
                  <a:gd fmla="*/ 89291 w 104951" name="connsiteX3"/>
                  <a:gd fmla="*/ 58125 h 102173" name="connsiteY3"/>
                  <a:gd fmla="*/ 104912 w 104951" name="connsiteX4"/>
                  <a:gd fmla="*/ 89938 h 102173" name="connsiteY4"/>
                  <a:gd fmla="*/ 79289 w 104951" name="connsiteX5"/>
                  <a:gd fmla="*/ 94605 h 102173" name="connsiteY5"/>
                  <a:gd fmla="*/ 68431 w 104951" name="connsiteX6"/>
                  <a:gd fmla="*/ 73746 h 102173" name="connsiteY6"/>
                  <a:gd fmla="*/ 19091 w 104951" name="connsiteX7"/>
                  <a:gd fmla="*/ 48314 h 102173" name="connsiteY7"/>
                  <a:gd fmla="*/ 899 w 104951" name="connsiteX8"/>
                  <a:gd fmla="*/ 975 h 102173" name="connsiteY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b="b" l="l" r="r" t="t"/>
                <a:pathLst>
                  <a:path h="102173" w="104951">
                    <a:moveTo>
                      <a:pt x="899" y="975"/>
                    </a:moveTo>
                    <a:cubicBezTo>
                      <a:pt x="899" y="975"/>
                      <a:pt x="7280" y="-6550"/>
                      <a:pt x="41285" y="20215"/>
                    </a:cubicBezTo>
                    <a:cubicBezTo>
                      <a:pt x="47190" y="24787"/>
                      <a:pt x="82337" y="31550"/>
                      <a:pt x="82528" y="31931"/>
                    </a:cubicBezTo>
                    <a:cubicBezTo>
                      <a:pt x="87481" y="38027"/>
                      <a:pt x="85385" y="46980"/>
                      <a:pt x="89291" y="58125"/>
                    </a:cubicBezTo>
                    <a:cubicBezTo>
                      <a:pt x="89291" y="58125"/>
                      <a:pt x="105864" y="83937"/>
                      <a:pt x="104912" y="89938"/>
                    </a:cubicBezTo>
                    <a:cubicBezTo>
                      <a:pt x="103673" y="97939"/>
                      <a:pt x="85671" y="110322"/>
                      <a:pt x="79289" y="94605"/>
                    </a:cubicBezTo>
                    <a:cubicBezTo>
                      <a:pt x="77194" y="89367"/>
                      <a:pt x="68717" y="74031"/>
                      <a:pt x="68431" y="73746"/>
                    </a:cubicBezTo>
                    <a:cubicBezTo>
                      <a:pt x="65002" y="70793"/>
                      <a:pt x="22711" y="54505"/>
                      <a:pt x="19091" y="48314"/>
                    </a:cubicBezTo>
                    <a:cubicBezTo>
                      <a:pt x="15567" y="42123"/>
                      <a:pt x="-4435" y="10976"/>
                      <a:pt x="899" y="975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df9ea67-8593-43c4-b675-fded410760d1" id="108" name="任意多边形: 形状 107">
                <a:extLst>
                  <a:ext uri="{FF2B5EF4-FFF2-40B4-BE49-F238E27FC236}">
                    <a16:creationId id="{927C0074-B7FC-5585-8947-EDE51413B309}"/>
                  </a:ext>
                </a:extLst>
              </p:cNvPr>
              <p:cNvSpPr/>
              <p:nvPr/>
            </p:nvSpPr>
            <p:spPr>
              <a:xfrm flipV="false" flipH="false">
                <a:off x="4012293" y="4669493"/>
                <a:ext cx="74892" cy="86179"/>
              </a:xfrm>
              <a:custGeom>
                <a:avLst/>
                <a:gdLst>
                  <a:gd fmla="*/ 107807 w 108676" name="connsiteX0"/>
                  <a:gd fmla="*/ 999 h 125055" name="connsiteY0"/>
                  <a:gd fmla="*/ 67421 w 108676" name="connsiteX1"/>
                  <a:gd fmla="*/ 20239 h 125055" name="connsiteY1"/>
                  <a:gd fmla="*/ 53991 w 108676" name="connsiteX2"/>
                  <a:gd fmla="*/ 28431 h 125055" name="connsiteY2"/>
                  <a:gd fmla="*/ 25892 w 108676" name="connsiteX3"/>
                  <a:gd fmla="*/ 28526 h 125055" name="connsiteY3"/>
                  <a:gd fmla="*/ 19415 w 108676" name="connsiteX4"/>
                  <a:gd fmla="*/ 58244 h 125055" name="connsiteY4"/>
                  <a:gd fmla="*/ 80 w 108676" name="connsiteX5"/>
                  <a:gd fmla="*/ 102249 h 125055" name="connsiteY5"/>
                  <a:gd fmla="*/ 19606 w 108676" name="connsiteX6"/>
                  <a:gd fmla="*/ 122918 h 125055" name="connsiteY6"/>
                  <a:gd fmla="*/ 39989 w 108676" name="connsiteX7"/>
                  <a:gd fmla="*/ 73865 h 125055" name="connsiteY7"/>
                  <a:gd fmla="*/ 89329 w 108676" name="connsiteX8"/>
                  <a:gd fmla="*/ 48433 h 125055" name="connsiteY8"/>
                  <a:gd fmla="*/ 107807 w 108676" name="connsiteX9"/>
                  <a:gd fmla="*/ 999 h 125055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125055" w="108676">
                    <a:moveTo>
                      <a:pt x="107807" y="999"/>
                    </a:moveTo>
                    <a:cubicBezTo>
                      <a:pt x="107807" y="999"/>
                      <a:pt x="101330" y="-6622"/>
                      <a:pt x="67421" y="20239"/>
                    </a:cubicBezTo>
                    <a:cubicBezTo>
                      <a:pt x="62278" y="24240"/>
                      <a:pt x="57801" y="26716"/>
                      <a:pt x="53991" y="28431"/>
                    </a:cubicBezTo>
                    <a:cubicBezTo>
                      <a:pt x="53991" y="28431"/>
                      <a:pt x="25892" y="28431"/>
                      <a:pt x="25892" y="28526"/>
                    </a:cubicBezTo>
                    <a:cubicBezTo>
                      <a:pt x="20939" y="34622"/>
                      <a:pt x="19415" y="42527"/>
                      <a:pt x="19415" y="58244"/>
                    </a:cubicBezTo>
                    <a:cubicBezTo>
                      <a:pt x="19415" y="61577"/>
                      <a:pt x="-1444" y="100154"/>
                      <a:pt x="80" y="102249"/>
                    </a:cubicBezTo>
                    <a:cubicBezTo>
                      <a:pt x="3032" y="106821"/>
                      <a:pt x="10366" y="132539"/>
                      <a:pt x="19606" y="122918"/>
                    </a:cubicBezTo>
                    <a:cubicBezTo>
                      <a:pt x="26369" y="115870"/>
                      <a:pt x="39799" y="74055"/>
                      <a:pt x="39989" y="73865"/>
                    </a:cubicBezTo>
                    <a:cubicBezTo>
                      <a:pt x="43609" y="70912"/>
                      <a:pt x="85805" y="54624"/>
                      <a:pt x="89329" y="48433"/>
                    </a:cubicBezTo>
                    <a:cubicBezTo>
                      <a:pt x="93044" y="42147"/>
                      <a:pt x="113046" y="11000"/>
                      <a:pt x="107807" y="999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4555860-b209-44fc-a0cb-e712a6a504a3" id="109" name="任意多边形: 形状 108">
                <a:extLst>
                  <a:ext uri="{FF2B5EF4-FFF2-40B4-BE49-F238E27FC236}">
                    <a16:creationId id="{52DA569F-1B5A-6B3F-DEFB-CAEA2637B992}"/>
                  </a:ext>
                </a:extLst>
              </p:cNvPr>
              <p:cNvSpPr/>
              <p:nvPr/>
            </p:nvSpPr>
            <p:spPr>
              <a:xfrm flipV="false" flipH="false">
                <a:off x="3523614" y="4715072"/>
                <a:ext cx="517554" cy="1259100"/>
              </a:xfrm>
              <a:custGeom>
                <a:avLst/>
                <a:gdLst>
                  <a:gd fmla="*/ 116564 w 751029" name="connsiteX0"/>
                  <a:gd fmla="*/ 160983 h 1827096" name="connsiteY0"/>
                  <a:gd fmla="*/ 33125 w 751029" name="connsiteX1"/>
                  <a:gd fmla="*/ 3059 h 1827096" name="connsiteY1"/>
                  <a:gd fmla="*/ 168 w 751029" name="connsiteX2"/>
                  <a:gd fmla="*/ 18013 h 1827096" name="connsiteY2"/>
                  <a:gd fmla="*/ 81512 w 751029" name="connsiteX3"/>
                  <a:gd fmla="*/ 254328 h 1827096" name="connsiteY3"/>
                  <a:gd fmla="*/ 217815 w 751029" name="connsiteX4"/>
                  <a:gd fmla="*/ 403204 h 1827096" name="connsiteY4"/>
                  <a:gd fmla="*/ 251914 w 751029" name="connsiteX5"/>
                  <a:gd fmla="*/ 512455 h 1827096" name="connsiteY5"/>
                  <a:gd fmla="*/ 264106 w 751029" name="connsiteX6"/>
                  <a:gd fmla="*/ 665522 h 1827096" name="connsiteY6"/>
                  <a:gd fmla="*/ 207623 w 751029" name="connsiteX7"/>
                  <a:gd fmla="*/ 869357 h 1827096" name="connsiteY7"/>
                  <a:gd fmla="*/ 222387 w 751029" name="connsiteX8"/>
                  <a:gd fmla="*/ 1309984 h 1827096" name="connsiteY8"/>
                  <a:gd fmla="*/ 218100 w 751029" name="connsiteX9"/>
                  <a:gd fmla="*/ 1807855 h 1827096" name="connsiteY9"/>
                  <a:gd fmla="*/ 269535 w 751029" name="connsiteX10"/>
                  <a:gd fmla="*/ 1801474 h 1827096" name="connsiteY10"/>
                  <a:gd fmla="*/ 369738 w 751029" name="connsiteX11"/>
                  <a:gd fmla="*/ 1119674 h 1827096" name="connsiteY11"/>
                  <a:gd fmla="*/ 497088 w 751029" name="connsiteX12"/>
                  <a:gd fmla="*/ 1827096 h 1827096" name="connsiteY12"/>
                  <a:gd fmla="*/ 540426 w 751029" name="connsiteX13"/>
                  <a:gd fmla="*/ 1815381 h 1827096" name="connsiteY13"/>
                  <a:gd fmla="*/ 532140 w 751029" name="connsiteX14"/>
                  <a:gd fmla="*/ 1310079 h 1827096" name="connsiteY14"/>
                  <a:gd fmla="*/ 547665 w 751029" name="connsiteX15"/>
                  <a:gd fmla="*/ 869452 h 1827096" name="connsiteY15"/>
                  <a:gd fmla="*/ 491087 w 751029" name="connsiteX16"/>
                  <a:gd fmla="*/ 665618 h 1827096" name="connsiteY16"/>
                  <a:gd fmla="*/ 502802 w 751029" name="connsiteX17"/>
                  <a:gd fmla="*/ 512551 h 1827096" name="connsiteY17"/>
                  <a:gd fmla="*/ 518709 w 751029" name="connsiteX18"/>
                  <a:gd fmla="*/ 422730 h 1827096" name="connsiteY18"/>
                  <a:gd fmla="*/ 654726 w 751029" name="connsiteX19"/>
                  <a:gd fmla="*/ 269473 h 1827096" name="connsiteY19"/>
                  <a:gd fmla="*/ 751024 w 751029" name="connsiteX20"/>
                  <a:gd fmla="*/ 17918 h 1827096" name="connsiteY20"/>
                  <a:gd fmla="*/ 721401 w 751029" name="connsiteX21"/>
                  <a:gd fmla="*/ 10 h 1827096" name="connsiteY21"/>
                  <a:gd fmla="*/ 641963 w 751029" name="connsiteX22"/>
                  <a:gd fmla="*/ 139457 h 1827096" name="connsiteY22"/>
                  <a:gd fmla="*/ 486610 w 751029" name="connsiteX23"/>
                  <a:gd fmla="*/ 263758 h 1827096" name="connsiteY23"/>
                  <a:gd fmla="*/ 372596 w 751029" name="connsiteX24"/>
                  <a:gd fmla="*/ 280808 h 1827096" name="connsiteY24"/>
                  <a:gd fmla="*/ 267916 w 751029" name="connsiteX25"/>
                  <a:gd fmla="*/ 263758 h 1827096" name="connsiteY25"/>
                  <a:gd fmla="*/ 116564 w 751029" name="connsiteX26"/>
                  <a:gd fmla="*/ 160983 h 1827096" name="connsiteY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b="b" l="l" r="r" t="t"/>
                <a:pathLst>
                  <a:path h="1827096" w="751029">
                    <a:moveTo>
                      <a:pt x="116564" y="160983"/>
                    </a:moveTo>
                    <a:cubicBezTo>
                      <a:pt x="116564" y="160983"/>
                      <a:pt x="43698" y="15155"/>
                      <a:pt x="33125" y="3059"/>
                    </a:cubicBezTo>
                    <a:cubicBezTo>
                      <a:pt x="23219" y="-8372"/>
                      <a:pt x="-2308" y="16203"/>
                      <a:pt x="168" y="18013"/>
                    </a:cubicBezTo>
                    <a:cubicBezTo>
                      <a:pt x="168" y="18013"/>
                      <a:pt x="58938" y="219847"/>
                      <a:pt x="81512" y="254328"/>
                    </a:cubicBezTo>
                    <a:cubicBezTo>
                      <a:pt x="114087" y="304239"/>
                      <a:pt x="181048" y="357293"/>
                      <a:pt x="217815" y="403204"/>
                    </a:cubicBezTo>
                    <a:cubicBezTo>
                      <a:pt x="217624" y="403585"/>
                      <a:pt x="251914" y="512455"/>
                      <a:pt x="251914" y="512455"/>
                    </a:cubicBezTo>
                    <a:lnTo>
                      <a:pt x="264106" y="665522"/>
                    </a:lnTo>
                    <a:cubicBezTo>
                      <a:pt x="264773" y="675238"/>
                      <a:pt x="230007" y="753152"/>
                      <a:pt x="207623" y="869357"/>
                    </a:cubicBezTo>
                    <a:cubicBezTo>
                      <a:pt x="185334" y="985562"/>
                      <a:pt x="222387" y="1309984"/>
                      <a:pt x="222387" y="1309984"/>
                    </a:cubicBezTo>
                    <a:lnTo>
                      <a:pt x="218100" y="1807855"/>
                    </a:lnTo>
                    <a:lnTo>
                      <a:pt x="269535" y="1801474"/>
                    </a:lnTo>
                    <a:lnTo>
                      <a:pt x="369738" y="1119674"/>
                    </a:lnTo>
                    <a:lnTo>
                      <a:pt x="497088" y="1827096"/>
                    </a:lnTo>
                    <a:lnTo>
                      <a:pt x="540426" y="1815381"/>
                    </a:lnTo>
                    <a:lnTo>
                      <a:pt x="532140" y="1310079"/>
                    </a:lnTo>
                    <a:cubicBezTo>
                      <a:pt x="532140" y="1310079"/>
                      <a:pt x="569859" y="985658"/>
                      <a:pt x="547665" y="869452"/>
                    </a:cubicBezTo>
                    <a:cubicBezTo>
                      <a:pt x="525186" y="753247"/>
                      <a:pt x="490420" y="675333"/>
                      <a:pt x="491087" y="665618"/>
                    </a:cubicBezTo>
                    <a:lnTo>
                      <a:pt x="502802" y="512551"/>
                    </a:lnTo>
                    <a:cubicBezTo>
                      <a:pt x="502802" y="512551"/>
                      <a:pt x="518709" y="422730"/>
                      <a:pt x="518709" y="422730"/>
                    </a:cubicBezTo>
                    <a:cubicBezTo>
                      <a:pt x="518709" y="422730"/>
                      <a:pt x="622151" y="319384"/>
                      <a:pt x="654726" y="269473"/>
                    </a:cubicBezTo>
                    <a:cubicBezTo>
                      <a:pt x="677205" y="234992"/>
                      <a:pt x="743118" y="53732"/>
                      <a:pt x="751024" y="17918"/>
                    </a:cubicBezTo>
                    <a:cubicBezTo>
                      <a:pt x="751500" y="15441"/>
                      <a:pt x="721592" y="-466"/>
                      <a:pt x="721401" y="10"/>
                    </a:cubicBezTo>
                    <a:cubicBezTo>
                      <a:pt x="712162" y="23823"/>
                      <a:pt x="641963" y="139457"/>
                      <a:pt x="641963" y="139457"/>
                    </a:cubicBezTo>
                    <a:cubicBezTo>
                      <a:pt x="641963" y="139457"/>
                      <a:pt x="565858" y="212418"/>
                      <a:pt x="486610" y="263758"/>
                    </a:cubicBezTo>
                    <a:cubicBezTo>
                      <a:pt x="468608" y="275474"/>
                      <a:pt x="420030" y="281188"/>
                      <a:pt x="372596" y="280808"/>
                    </a:cubicBezTo>
                    <a:cubicBezTo>
                      <a:pt x="328400" y="280427"/>
                      <a:pt x="284966" y="274807"/>
                      <a:pt x="267916" y="263758"/>
                    </a:cubicBezTo>
                    <a:cubicBezTo>
                      <a:pt x="188763" y="212418"/>
                      <a:pt x="116564" y="160983"/>
                      <a:pt x="116564" y="160983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879b524f-34e4-4511-b494-376f80009017" id="110" name="任意多边形: 形状 109">
                <a:extLst>
                  <a:ext uri="{FF2B5EF4-FFF2-40B4-BE49-F238E27FC236}">
                    <a16:creationId id="{22F95292-6967-588C-B24F-9F5985C27806}"/>
                  </a:ext>
                </a:extLst>
              </p:cNvPr>
              <p:cNvSpPr/>
              <p:nvPr/>
            </p:nvSpPr>
            <p:spPr>
              <a:xfrm flipV="false" flipH="false">
                <a:off x="3868134" y="5968067"/>
                <a:ext cx="43410" cy="92760"/>
              </a:xfrm>
              <a:custGeom>
                <a:avLst/>
                <a:gdLst>
                  <a:gd fmla="*/ 38487 w 62993" name="connsiteX0"/>
                  <a:gd fmla="*/ 0 h 134605" name="connsiteY0"/>
                  <a:gd fmla="*/ 62967 w 62993" name="connsiteX1"/>
                  <a:gd fmla="*/ 83725 h 134605" name="connsiteY1"/>
                  <a:gd fmla="*/ 46774 w 62993" name="connsiteX2"/>
                  <a:gd fmla="*/ 133731 h 134605" name="connsiteY2"/>
                  <a:gd fmla="*/ 2292 w 62993" name="connsiteX3"/>
                  <a:gd fmla="*/ 81820 h 134605" name="connsiteY3"/>
                  <a:gd fmla="*/ 1149 w 62993" name="connsiteX4"/>
                  <a:gd fmla="*/ 9334 h 134605" name="connsiteY4"/>
                  <a:gd fmla="*/ 29629 w 62993" name="connsiteX5"/>
                  <a:gd fmla="*/ 60865 h 134605" name="connsiteY5"/>
                  <a:gd fmla="*/ 38487 w 62993" name="connsiteX6"/>
                  <a:gd fmla="*/ 0 h 134605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134605" w="62993">
                    <a:moveTo>
                      <a:pt x="38487" y="0"/>
                    </a:moveTo>
                    <a:cubicBezTo>
                      <a:pt x="51917" y="28670"/>
                      <a:pt x="63633" y="50387"/>
                      <a:pt x="62967" y="83725"/>
                    </a:cubicBezTo>
                    <a:cubicBezTo>
                      <a:pt x="62776" y="102394"/>
                      <a:pt x="53060" y="130874"/>
                      <a:pt x="46774" y="133731"/>
                    </a:cubicBezTo>
                    <a:cubicBezTo>
                      <a:pt x="32867" y="139827"/>
                      <a:pt x="13151" y="113157"/>
                      <a:pt x="2292" y="81820"/>
                    </a:cubicBezTo>
                    <a:cubicBezTo>
                      <a:pt x="-2661" y="67056"/>
                      <a:pt x="2102" y="16383"/>
                      <a:pt x="1149" y="9334"/>
                    </a:cubicBezTo>
                    <a:cubicBezTo>
                      <a:pt x="1149" y="9334"/>
                      <a:pt x="3150" y="65913"/>
                      <a:pt x="29629" y="60865"/>
                    </a:cubicBezTo>
                    <a:cubicBezTo>
                      <a:pt x="52394" y="56388"/>
                      <a:pt x="38487" y="-95"/>
                      <a:pt x="38487" y="0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d65c68c-a932-451c-a42e-275ca7c05f0f" id="116" name="任意多边形: 形状 115">
                <a:extLst>
                  <a:ext uri="{FF2B5EF4-FFF2-40B4-BE49-F238E27FC236}">
                    <a16:creationId id="{FDD97027-970E-5D1D-DC6C-11598162ADF1}"/>
                  </a:ext>
                </a:extLst>
              </p:cNvPr>
              <p:cNvSpPr/>
              <p:nvPr/>
            </p:nvSpPr>
            <p:spPr>
              <a:xfrm flipV="false" flipH="false">
                <a:off x="3652862" y="5344428"/>
                <a:ext cx="248413" cy="669415"/>
              </a:xfrm>
              <a:custGeom>
                <a:avLst/>
                <a:gdLst>
                  <a:gd fmla="*/ 75503 w 360476" name="connsiteX0"/>
                  <a:gd fmla="*/ 0 h 971396" name="connsiteY0"/>
                  <a:gd fmla="*/ 66645 w 360476" name="connsiteX1"/>
                  <a:gd fmla="*/ 322897 h 971396" name="connsiteY1"/>
                  <a:gd fmla="*/ 31212 w 360476" name="connsiteX2"/>
                  <a:gd fmla="*/ 897350 h 971396" name="connsiteY2"/>
                  <a:gd fmla="*/ 65 w 360476" name="connsiteX3"/>
                  <a:gd fmla="*/ 949547 h 971396" name="connsiteY3"/>
                  <a:gd fmla="*/ 73979 w 360476" name="connsiteX4"/>
                  <a:gd fmla="*/ 929164 h 971396" name="connsiteY4"/>
                  <a:gd fmla="*/ 70360 w 360476" name="connsiteX5"/>
                  <a:gd fmla="*/ 887349 h 971396" name="connsiteY5"/>
                  <a:gd fmla="*/ 192375 w 360476" name="connsiteX6"/>
                  <a:gd fmla="*/ 34671 h 971396" name="connsiteY6"/>
                  <a:gd fmla="*/ 261622 w 360476" name="connsiteX7"/>
                  <a:gd fmla="*/ 518922 h 971396" name="connsiteY7"/>
                  <a:gd fmla="*/ 312390 w 360476" name="connsiteX8"/>
                  <a:gd fmla="*/ 908399 h 971396" name="connsiteY8"/>
                  <a:gd fmla="*/ 316200 w 360476" name="connsiteX9"/>
                  <a:gd fmla="*/ 940403 h 971396" name="connsiteY9"/>
                  <a:gd fmla="*/ 325820 w 360476" name="connsiteX10"/>
                  <a:gd fmla="*/ 968597 h 971396" name="connsiteY10"/>
                  <a:gd fmla="*/ 360396 w 360476" name="connsiteX11"/>
                  <a:gd fmla="*/ 959739 h 971396" name="connsiteY11"/>
                  <a:gd fmla="*/ 349823 w 360476" name="connsiteX12"/>
                  <a:gd fmla="*/ 900589 h 971396" name="connsiteY12"/>
                  <a:gd fmla="*/ 299817 w 360476" name="connsiteX13"/>
                  <a:gd fmla="*/ 4667 h 971396" name="connsiteY13"/>
                  <a:gd fmla="*/ 75503 w 360476" name="connsiteX14"/>
                  <a:gd fmla="*/ 0 h 971396" name="connsiteY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b="b" l="l" r="r" t="t"/>
                <a:pathLst>
                  <a:path h="971396" w="360476">
                    <a:moveTo>
                      <a:pt x="75503" y="0"/>
                    </a:moveTo>
                    <a:lnTo>
                      <a:pt x="66645" y="322897"/>
                    </a:lnTo>
                    <a:cubicBezTo>
                      <a:pt x="66645" y="322897"/>
                      <a:pt x="32260" y="893921"/>
                      <a:pt x="31212" y="897350"/>
                    </a:cubicBezTo>
                    <a:cubicBezTo>
                      <a:pt x="27497" y="909733"/>
                      <a:pt x="-1554" y="952119"/>
                      <a:pt x="65" y="949547"/>
                    </a:cubicBezTo>
                    <a:cubicBezTo>
                      <a:pt x="1303" y="947547"/>
                      <a:pt x="75218" y="936593"/>
                      <a:pt x="73979" y="929164"/>
                    </a:cubicBezTo>
                    <a:cubicBezTo>
                      <a:pt x="73789" y="927925"/>
                      <a:pt x="68836" y="903541"/>
                      <a:pt x="70360" y="887349"/>
                    </a:cubicBezTo>
                    <a:cubicBezTo>
                      <a:pt x="71884" y="871157"/>
                      <a:pt x="192375" y="34671"/>
                      <a:pt x="192375" y="34671"/>
                    </a:cubicBezTo>
                    <a:lnTo>
                      <a:pt x="261622" y="518922"/>
                    </a:lnTo>
                    <a:lnTo>
                      <a:pt x="312390" y="908399"/>
                    </a:lnTo>
                    <a:lnTo>
                      <a:pt x="316200" y="940403"/>
                    </a:lnTo>
                    <a:cubicBezTo>
                      <a:pt x="316200" y="940403"/>
                      <a:pt x="319153" y="961739"/>
                      <a:pt x="325820" y="968597"/>
                    </a:cubicBezTo>
                    <a:cubicBezTo>
                      <a:pt x="330107" y="972884"/>
                      <a:pt x="357062" y="973836"/>
                      <a:pt x="360396" y="959739"/>
                    </a:cubicBezTo>
                    <a:cubicBezTo>
                      <a:pt x="361539" y="954977"/>
                      <a:pt x="350109" y="900969"/>
                      <a:pt x="349823" y="900589"/>
                    </a:cubicBezTo>
                    <a:cubicBezTo>
                      <a:pt x="344203" y="891064"/>
                      <a:pt x="299817" y="4667"/>
                      <a:pt x="299817" y="4667"/>
                    </a:cubicBezTo>
                    <a:lnTo>
                      <a:pt x="75503" y="0"/>
                    </a:ln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1eac2c1-3b9a-45a6-a2e1-4a82bddb3feb" id="117" name="任意多边形: 形状 116">
                <a:extLst>
                  <a:ext uri="{FF2B5EF4-FFF2-40B4-BE49-F238E27FC236}">
                    <a16:creationId id="{DBD4596D-9629-0030-C847-E038AFB3BC84}"/>
                  </a:ext>
                </a:extLst>
              </p:cNvPr>
              <p:cNvSpPr/>
              <p:nvPr/>
            </p:nvSpPr>
            <p:spPr>
              <a:xfrm flipV="false" flipH="false">
                <a:off x="3604767" y="5969643"/>
                <a:ext cx="103980" cy="60128"/>
              </a:xfrm>
              <a:custGeom>
                <a:avLst/>
                <a:gdLst>
                  <a:gd fmla="*/ 141104 w 150887" name="connsiteX0"/>
                  <a:gd fmla="*/ 0 h 87253" name="connsiteY0"/>
                  <a:gd fmla="*/ 150248 w 150887" name="connsiteX1"/>
                  <a:gd fmla="*/ 34861 h 87253" name="connsiteY1"/>
                  <a:gd fmla="*/ 145295 w 150887" name="connsiteX2"/>
                  <a:gd fmla="*/ 84963 h 87253" name="connsiteY2"/>
                  <a:gd fmla="*/ 132532 w 150887" name="connsiteX3"/>
                  <a:gd fmla="*/ 85058 h 87253" name="connsiteY3"/>
                  <a:gd fmla="*/ 132151 w 150887" name="connsiteX4"/>
                  <a:gd fmla="*/ 64675 h 87253" name="connsiteY4"/>
                  <a:gd fmla="*/ 122340 w 150887" name="connsiteX5"/>
                  <a:gd fmla="*/ 85058 h 87253" name="connsiteY5"/>
                  <a:gd fmla="*/ 1849 w 150887" name="connsiteX6"/>
                  <a:gd fmla="*/ 87249 h 87253" name="connsiteY6"/>
                  <a:gd fmla="*/ 2325 w 150887" name="connsiteX7"/>
                  <a:gd fmla="*/ 70580 h 87253" name="connsiteY7"/>
                  <a:gd fmla="*/ 74334 w 150887" name="connsiteX8"/>
                  <a:gd fmla="*/ 36195 h 87253" name="connsiteY8"/>
                  <a:gd fmla="*/ 141104 w 150887" name="connsiteX9"/>
                  <a:gd fmla="*/ 0 h 87253" name="connsiteY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b="b" l="l" r="r" t="t"/>
                <a:pathLst>
                  <a:path h="87253" w="150887">
                    <a:moveTo>
                      <a:pt x="141104" y="0"/>
                    </a:moveTo>
                    <a:cubicBezTo>
                      <a:pt x="143486" y="10001"/>
                      <a:pt x="146438" y="25813"/>
                      <a:pt x="150248" y="34861"/>
                    </a:cubicBezTo>
                    <a:cubicBezTo>
                      <a:pt x="153011" y="41434"/>
                      <a:pt x="145962" y="84867"/>
                      <a:pt x="145295" y="84963"/>
                    </a:cubicBezTo>
                    <a:lnTo>
                      <a:pt x="132532" y="85058"/>
                    </a:lnTo>
                    <a:cubicBezTo>
                      <a:pt x="131675" y="84773"/>
                      <a:pt x="132437" y="65627"/>
                      <a:pt x="132151" y="64675"/>
                    </a:cubicBezTo>
                    <a:cubicBezTo>
                      <a:pt x="131865" y="63818"/>
                      <a:pt x="123293" y="85058"/>
                      <a:pt x="122340" y="85058"/>
                    </a:cubicBezTo>
                    <a:cubicBezTo>
                      <a:pt x="81097" y="85725"/>
                      <a:pt x="7469" y="86677"/>
                      <a:pt x="1849" y="87249"/>
                    </a:cubicBezTo>
                    <a:cubicBezTo>
                      <a:pt x="-913" y="87535"/>
                      <a:pt x="-437" y="74009"/>
                      <a:pt x="2325" y="70580"/>
                    </a:cubicBezTo>
                    <a:cubicBezTo>
                      <a:pt x="12422" y="58102"/>
                      <a:pt x="59094" y="49339"/>
                      <a:pt x="74334" y="36195"/>
                    </a:cubicBezTo>
                    <a:cubicBezTo>
                      <a:pt x="77763" y="33433"/>
                      <a:pt x="141104" y="0"/>
                      <a:pt x="141104" y="0"/>
                    </a:cubicBez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d4cb285-3c61-4f40-95f3-c57636209590" id="112" name="任意多边形: 形状 111">
                <a:extLst>
                  <a:ext uri="{FF2B5EF4-FFF2-40B4-BE49-F238E27FC236}">
                    <a16:creationId id="{A0A7A781-BA09-6359-8675-6DD75A947441}"/>
                  </a:ext>
                </a:extLst>
              </p:cNvPr>
              <p:cNvSpPr/>
              <p:nvPr/>
            </p:nvSpPr>
            <p:spPr>
              <a:xfrm flipV="false" flipH="false">
                <a:off x="3713734" y="4734293"/>
                <a:ext cx="136678" cy="156533"/>
              </a:xfrm>
              <a:custGeom>
                <a:avLst/>
                <a:gdLst>
                  <a:gd fmla="*/ 107474 w 198335" name="connsiteX0"/>
                  <a:gd fmla="*/ 4408 h 227147" name="connsiteY0"/>
                  <a:gd fmla="*/ 191580 w 198335" name="connsiteX1"/>
                  <a:gd fmla="*/ 49461 h 227147" name="connsiteY1"/>
                  <a:gd fmla="*/ 198057 w 198335" name="connsiteX2"/>
                  <a:gd fmla="*/ 203385 h 227147" name="connsiteY2"/>
                  <a:gd fmla="*/ 5271 w 198335" name="connsiteX3"/>
                  <a:gd fmla="*/ 207386 h 227147" name="connsiteY3"/>
                  <a:gd fmla="*/ 889 w 198335" name="connsiteX4"/>
                  <a:gd fmla="*/ 86799 h 227147" name="connsiteY4"/>
                  <a:gd fmla="*/ 107474 w 198335" name="connsiteX5"/>
                  <a:gd fmla="*/ 4408 h 227147" name="connsiteY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b="b" l="l" r="r" t="t"/>
                <a:pathLst>
                  <a:path h="227147" w="198335">
                    <a:moveTo>
                      <a:pt x="107474" y="4408"/>
                    </a:moveTo>
                    <a:cubicBezTo>
                      <a:pt x="121666" y="9456"/>
                      <a:pt x="178149" y="5170"/>
                      <a:pt x="191580" y="49461"/>
                    </a:cubicBezTo>
                    <a:cubicBezTo>
                      <a:pt x="197676" y="69749"/>
                      <a:pt x="199009" y="195384"/>
                      <a:pt x="198057" y="203385"/>
                    </a:cubicBezTo>
                    <a:cubicBezTo>
                      <a:pt x="193104" y="251772"/>
                      <a:pt x="5652" y="212053"/>
                      <a:pt x="5271" y="207386"/>
                    </a:cubicBezTo>
                    <a:cubicBezTo>
                      <a:pt x="3461" y="181097"/>
                      <a:pt x="-2159" y="106230"/>
                      <a:pt x="889" y="86799"/>
                    </a:cubicBezTo>
                    <a:cubicBezTo>
                      <a:pt x="14129" y="1646"/>
                      <a:pt x="72898" y="-7975"/>
                      <a:pt x="107474" y="4408"/>
                    </a:cubicBezTo>
                    <a:close/>
                  </a:path>
                </a:pathLst>
              </a:custGeom>
              <a:solidFill>
                <a:srgbClr val="FEE6C8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ade467c0-dd02-4a2e-aed9-59555ac1d087" id="113" name="任意多边形: 形状 112">
                <a:extLst>
                  <a:ext uri="{FF2B5EF4-FFF2-40B4-BE49-F238E27FC236}">
                    <a16:creationId id="{53B89108-918D-151C-7C35-E16D413660AA}"/>
                  </a:ext>
                </a:extLst>
              </p:cNvPr>
              <p:cNvSpPr/>
              <p:nvPr/>
            </p:nvSpPr>
            <p:spPr>
              <a:xfrm flipV="false" flipH="false">
                <a:off x="3746443" y="4837430"/>
                <a:ext cx="69774" cy="96002"/>
              </a:xfrm>
              <a:custGeom>
                <a:avLst/>
                <a:gdLst>
                  <a:gd fmla="*/ 0 w 101250" name="connsiteX0"/>
                  <a:gd fmla="*/ 103917 h 139309" name="connsiteY0"/>
                  <a:gd fmla="*/ 17050 w 101250" name="connsiteX1"/>
                  <a:gd fmla="*/ 75724 h 139309" name="connsiteY1"/>
                  <a:gd fmla="*/ 5620 w 101250" name="connsiteX2"/>
                  <a:gd fmla="*/ 0 h 139309" name="connsiteY2"/>
                  <a:gd fmla="*/ 83820 w 101250" name="connsiteX3"/>
                  <a:gd fmla="*/ 37909 h 139309" name="connsiteY3"/>
                  <a:gd fmla="*/ 80582 w 101250" name="connsiteX4"/>
                  <a:gd fmla="*/ 77438 h 139309" name="connsiteY4"/>
                  <a:gd fmla="*/ 101251 w 101250" name="connsiteX5"/>
                  <a:gd fmla="*/ 107918 h 139309" name="connsiteY5"/>
                  <a:gd fmla="*/ 50006 w 101250" name="connsiteX6"/>
                  <a:gd fmla="*/ 139160 h 139309" name="connsiteY6"/>
                  <a:gd fmla="*/ 0 w 101250" name="connsiteX7"/>
                  <a:gd fmla="*/ 103917 h 139309" name="connsiteY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b="b" l="l" r="r" t="t"/>
                <a:pathLst>
                  <a:path h="139309" w="101250">
                    <a:moveTo>
                      <a:pt x="0" y="103917"/>
                    </a:moveTo>
                    <a:cubicBezTo>
                      <a:pt x="0" y="103917"/>
                      <a:pt x="17621" y="105156"/>
                      <a:pt x="17050" y="75724"/>
                    </a:cubicBezTo>
                    <a:cubicBezTo>
                      <a:pt x="16478" y="46291"/>
                      <a:pt x="5620" y="0"/>
                      <a:pt x="5620" y="0"/>
                    </a:cubicBezTo>
                    <a:lnTo>
                      <a:pt x="83820" y="37909"/>
                    </a:lnTo>
                    <a:cubicBezTo>
                      <a:pt x="83820" y="37909"/>
                      <a:pt x="80010" y="63436"/>
                      <a:pt x="80582" y="77438"/>
                    </a:cubicBezTo>
                    <a:cubicBezTo>
                      <a:pt x="81725" y="106394"/>
                      <a:pt x="101251" y="107918"/>
                      <a:pt x="101251" y="107918"/>
                    </a:cubicBezTo>
                    <a:cubicBezTo>
                      <a:pt x="101251" y="107918"/>
                      <a:pt x="92583" y="141827"/>
                      <a:pt x="50006" y="139160"/>
                    </a:cubicBezTo>
                    <a:cubicBezTo>
                      <a:pt x="7620" y="136684"/>
                      <a:pt x="0" y="103917"/>
                      <a:pt x="0" y="103917"/>
                    </a:cubicBezTo>
                    <a:close/>
                  </a:path>
                </a:pathLst>
              </a:custGeom>
              <a:solidFill>
                <a:srgbClr val="FE987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d1ee42a9-64e9-40ce-84ea-e8fa733036c2" id="114" name="任意多边形: 形状 113">
                <a:extLst>
                  <a:ext uri="{FF2B5EF4-FFF2-40B4-BE49-F238E27FC236}">
                    <a16:creationId id="{6115C638-4E60-0503-2E71-078F0C85A968}"/>
                  </a:ext>
                </a:extLst>
              </p:cNvPr>
              <p:cNvSpPr/>
              <p:nvPr/>
            </p:nvSpPr>
            <p:spPr>
              <a:xfrm flipV="false" flipH="false">
                <a:off x="3725295" y="4776581"/>
                <a:ext cx="115488" cy="105503"/>
              </a:xfrm>
              <a:custGeom>
                <a:avLst/>
                <a:gdLst>
                  <a:gd fmla="*/ 108221 w 167586" name="connsiteX0"/>
                  <a:gd fmla="*/ 2 h 153096" name="connsiteY0"/>
                  <a:gd fmla="*/ 148798 w 167586" name="connsiteX1"/>
                  <a:gd fmla="*/ 56295 h 153096" name="connsiteY1"/>
                  <a:gd fmla="*/ 153465 w 167586" name="connsiteX2"/>
                  <a:gd fmla="*/ 54104 h 153096" name="connsiteY2"/>
                  <a:gd fmla="*/ 167562 w 167586" name="connsiteX3"/>
                  <a:gd fmla="*/ 72773 h 153096" name="connsiteY3"/>
                  <a:gd fmla="*/ 147845 w 167586" name="connsiteX4"/>
                  <a:gd fmla="*/ 87632 h 153096" name="connsiteY4"/>
                  <a:gd fmla="*/ 81075 w 167586" name="connsiteX5"/>
                  <a:gd fmla="*/ 153069 h 153096" name="connsiteY5"/>
                  <a:gd fmla="*/ 18782 w 167586" name="connsiteX6"/>
                  <a:gd fmla="*/ 85251 h 153096" name="connsiteY6"/>
                  <a:gd fmla="*/ 17 w 167586" name="connsiteX7"/>
                  <a:gd fmla="*/ 64105 h 153096" name="connsiteY7"/>
                  <a:gd fmla="*/ 18401 w 167586" name="connsiteX8"/>
                  <a:gd fmla="*/ 46484 h 153096" name="connsiteY8"/>
                  <a:gd fmla="*/ 20687 w 167586" name="connsiteX9"/>
                  <a:gd fmla="*/ 47341 h 153096" name="connsiteY9"/>
                  <a:gd fmla="*/ 108221 w 167586" name="connsiteX10"/>
                  <a:gd fmla="*/ 2 h 153096" name="connsiteY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b="b" l="l" r="r" t="t"/>
                <a:pathLst>
                  <a:path h="153096" w="167586">
                    <a:moveTo>
                      <a:pt x="108221" y="2"/>
                    </a:moveTo>
                    <a:cubicBezTo>
                      <a:pt x="153275" y="954"/>
                      <a:pt x="135272" y="61343"/>
                      <a:pt x="148798" y="56295"/>
                    </a:cubicBezTo>
                    <a:cubicBezTo>
                      <a:pt x="150607" y="55533"/>
                      <a:pt x="151751" y="54009"/>
                      <a:pt x="153465" y="54104"/>
                    </a:cubicBezTo>
                    <a:cubicBezTo>
                      <a:pt x="161561" y="54390"/>
                      <a:pt x="168038" y="62867"/>
                      <a:pt x="167562" y="72773"/>
                    </a:cubicBezTo>
                    <a:cubicBezTo>
                      <a:pt x="167372" y="82679"/>
                      <a:pt x="154513" y="95728"/>
                      <a:pt x="147845" y="87632"/>
                    </a:cubicBezTo>
                    <a:cubicBezTo>
                      <a:pt x="140606" y="125541"/>
                      <a:pt x="113651" y="154116"/>
                      <a:pt x="81075" y="153069"/>
                    </a:cubicBezTo>
                    <a:cubicBezTo>
                      <a:pt x="48976" y="152116"/>
                      <a:pt x="24211" y="122779"/>
                      <a:pt x="18782" y="85251"/>
                    </a:cubicBezTo>
                    <a:cubicBezTo>
                      <a:pt x="18210" y="85251"/>
                      <a:pt x="-649" y="86775"/>
                      <a:pt x="17" y="64105"/>
                    </a:cubicBezTo>
                    <a:cubicBezTo>
                      <a:pt x="398" y="53247"/>
                      <a:pt x="7352" y="46103"/>
                      <a:pt x="18401" y="46484"/>
                    </a:cubicBezTo>
                    <a:cubicBezTo>
                      <a:pt x="19258" y="46484"/>
                      <a:pt x="19925" y="47151"/>
                      <a:pt x="20687" y="47341"/>
                    </a:cubicBezTo>
                    <a:cubicBezTo>
                      <a:pt x="24782" y="31244"/>
                      <a:pt x="97363" y="-284"/>
                      <a:pt x="108221" y="2"/>
                    </a:cubicBezTo>
                    <a:close/>
                  </a:path>
                </a:pathLst>
              </a:custGeom>
              <a:solidFill>
                <a:srgbClr val="FEB19D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9e41dd8-e114-478b-8dfb-cfd0365b2b34" id="115" name="任意多边形: 形状 114">
                <a:extLst>
                  <a:ext uri="{FF2B5EF4-FFF2-40B4-BE49-F238E27FC236}">
                    <a16:creationId id="{2D17C8ED-669F-18DC-2C39-EC32DAFB8386}"/>
                  </a:ext>
                </a:extLst>
              </p:cNvPr>
              <p:cNvSpPr/>
              <p:nvPr/>
            </p:nvSpPr>
            <p:spPr>
              <a:xfrm flipV="false" flipH="false">
                <a:off x="3661774" y="5173634"/>
                <a:ext cx="244069" cy="800471"/>
              </a:xfrm>
              <a:custGeom>
                <a:avLst/>
                <a:gdLst>
                  <a:gd fmla="*/ 63618 w 354171" name="connsiteX0"/>
                  <a:gd fmla="*/ 0 h 1161573" name="connsiteY0"/>
                  <a:gd fmla="*/ 7135 w 354171" name="connsiteX1"/>
                  <a:gd fmla="*/ 203835 h 1161573" name="connsiteY1"/>
                  <a:gd fmla="*/ 21899 w 354171" name="connsiteX2"/>
                  <a:gd fmla="*/ 644462 h 1161573" name="connsiteY2"/>
                  <a:gd fmla="*/ 17612 w 354171" name="connsiteX3"/>
                  <a:gd fmla="*/ 1142333 h 1161573" name="connsiteY3"/>
                  <a:gd fmla="*/ 69047 w 354171" name="connsiteX4"/>
                  <a:gd fmla="*/ 1135952 h 1161573" name="connsiteY4"/>
                  <a:gd fmla="*/ 169250 w 354171" name="connsiteX5"/>
                  <a:gd fmla="*/ 454152 h 1161573" name="connsiteY5"/>
                  <a:gd fmla="*/ 296600 w 354171" name="connsiteX6"/>
                  <a:gd fmla="*/ 1161574 h 1161573" name="connsiteY6"/>
                  <a:gd fmla="*/ 339938 w 354171" name="connsiteX7"/>
                  <a:gd fmla="*/ 1149858 h 1161573" name="connsiteY7"/>
                  <a:gd fmla="*/ 331651 w 354171" name="connsiteX8"/>
                  <a:gd fmla="*/ 644557 h 1161573" name="connsiteY8"/>
                  <a:gd fmla="*/ 347177 w 354171" name="connsiteX9"/>
                  <a:gd fmla="*/ 203930 h 1161573" name="connsiteY9"/>
                  <a:gd fmla="*/ 290599 w 354171" name="connsiteX10"/>
                  <a:gd fmla="*/ 95 h 1161573" name="connsiteY10"/>
                  <a:gd fmla="*/ 63618 w 354171" name="connsiteX11"/>
                  <a:gd fmla="*/ 95 h 1161573" name="connsiteY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b="b" l="l" r="r" t="t"/>
                <a:pathLst>
                  <a:path h="1161573" w="354171">
                    <a:moveTo>
                      <a:pt x="63618" y="0"/>
                    </a:moveTo>
                    <a:cubicBezTo>
                      <a:pt x="64285" y="9716"/>
                      <a:pt x="29518" y="87630"/>
                      <a:pt x="7135" y="203835"/>
                    </a:cubicBezTo>
                    <a:cubicBezTo>
                      <a:pt x="-15154" y="320040"/>
                      <a:pt x="21899" y="644462"/>
                      <a:pt x="21899" y="644462"/>
                    </a:cubicBezTo>
                    <a:lnTo>
                      <a:pt x="17612" y="1142333"/>
                    </a:lnTo>
                    <a:lnTo>
                      <a:pt x="69047" y="1135952"/>
                    </a:lnTo>
                    <a:lnTo>
                      <a:pt x="169250" y="454152"/>
                    </a:lnTo>
                    <a:lnTo>
                      <a:pt x="296600" y="1161574"/>
                    </a:lnTo>
                    <a:lnTo>
                      <a:pt x="339938" y="1149858"/>
                    </a:lnTo>
                    <a:lnTo>
                      <a:pt x="331651" y="644557"/>
                    </a:lnTo>
                    <a:cubicBezTo>
                      <a:pt x="331651" y="644557"/>
                      <a:pt x="369370" y="320135"/>
                      <a:pt x="347177" y="203930"/>
                    </a:cubicBezTo>
                    <a:cubicBezTo>
                      <a:pt x="324698" y="87725"/>
                      <a:pt x="289932" y="9811"/>
                      <a:pt x="290599" y="95"/>
                    </a:cubicBezTo>
                    <a:lnTo>
                      <a:pt x="63618" y="95"/>
                    </a:lnTo>
                    <a:close/>
                  </a:path>
                </a:pathLst>
              </a:custGeom>
              <a:solidFill>
                <a:srgbClr val="20202E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624805b-5269-4697-bf18-f25a57edf0f2" id="105" name="任意多边形: 形状 104">
                <a:extLst>
                  <a:ext uri="{FF2B5EF4-FFF2-40B4-BE49-F238E27FC236}">
                    <a16:creationId id="{9C2D7E2C-1813-2E2C-17A8-1E70589C909C}"/>
                  </a:ext>
                </a:extLst>
              </p:cNvPr>
              <p:cNvSpPr/>
              <p:nvPr/>
            </p:nvSpPr>
            <p:spPr>
              <a:xfrm flipV="false" flipH="false">
                <a:off x="1438631" y="5638804"/>
                <a:ext cx="111428" cy="111800"/>
              </a:xfrm>
              <a:custGeom>
                <a:avLst/>
                <a:gdLst>
                  <a:gd fmla="*/ 73343 w 161694" name="connsiteX0"/>
                  <a:gd fmla="*/ 162235 h 162234" name="connsiteY0"/>
                  <a:gd fmla="*/ 72676 w 161694" name="connsiteX1"/>
                  <a:gd fmla="*/ 162044 h 162234" name="connsiteY1"/>
                  <a:gd fmla="*/ 72199 w 161694" name="connsiteX2"/>
                  <a:gd fmla="*/ 162044 h 162234" name="connsiteY2"/>
                  <a:gd fmla="*/ 28194 w 161694" name="connsiteX3"/>
                  <a:gd fmla="*/ 143185 h 162234" name="connsiteY3"/>
                  <a:gd fmla="*/ 27527 w 161694" name="connsiteX4"/>
                  <a:gd fmla="*/ 133564 h 162234" name="connsiteY4"/>
                  <a:gd fmla="*/ 36957 w 161694" name="connsiteX5"/>
                  <a:gd fmla="*/ 132898 h 162234" name="connsiteY5"/>
                  <a:gd fmla="*/ 74009 w 161694" name="connsiteX6"/>
                  <a:gd fmla="*/ 148804 h 162234" name="connsiteY6"/>
                  <a:gd fmla="*/ 74009 w 161694" name="connsiteX7"/>
                  <a:gd fmla="*/ 148804 h 162234" name="connsiteY7"/>
                  <a:gd fmla="*/ 80105 w 161694" name="connsiteX8"/>
                  <a:gd fmla="*/ 155567 h 162234" name="connsiteY8"/>
                  <a:gd fmla="*/ 80105 w 161694" name="connsiteX9"/>
                  <a:gd fmla="*/ 156234 h 162234" name="connsiteY9"/>
                  <a:gd fmla="*/ 73343 w 161694" name="connsiteX10"/>
                  <a:gd fmla="*/ 162235 h 162234" name="connsiteY10"/>
                  <a:gd fmla="*/ 116681 w 161694" name="connsiteX11"/>
                  <a:gd fmla="*/ 153472 h 162234" name="connsiteY11"/>
                  <a:gd fmla="*/ 110585 w 161694" name="connsiteX12"/>
                  <a:gd fmla="*/ 149852 h 162234" name="connsiteY12"/>
                  <a:gd fmla="*/ 113538 w 161694" name="connsiteX13"/>
                  <a:gd fmla="*/ 140899 h 162234" name="connsiteY13"/>
                  <a:gd fmla="*/ 141637 w 161694" name="connsiteX14"/>
                  <a:gd fmla="*/ 111943 h 162234" name="connsiteY14"/>
                  <a:gd fmla="*/ 150590 w 161694" name="connsiteX15"/>
                  <a:gd fmla="*/ 108990 h 162234" name="connsiteY15"/>
                  <a:gd fmla="*/ 154210 w 161694" name="connsiteX16"/>
                  <a:gd fmla="*/ 115276 h 162234" name="connsiteY16"/>
                  <a:gd fmla="*/ 153543 w 161694" name="connsiteX17"/>
                  <a:gd fmla="*/ 118229 h 162234" name="connsiteY17"/>
                  <a:gd fmla="*/ 119920 w 161694" name="connsiteX18"/>
                  <a:gd fmla="*/ 152519 h 162234" name="connsiteY18"/>
                  <a:gd fmla="*/ 116681 w 161694" name="connsiteX19"/>
                  <a:gd fmla="*/ 153472 h 162234" name="connsiteY19"/>
                  <a:gd fmla="*/ 9144 w 161694" name="connsiteX20"/>
                  <a:gd fmla="*/ 107275 h 162234" name="connsiteY20"/>
                  <a:gd fmla="*/ 2667 w 161694" name="connsiteX21"/>
                  <a:gd fmla="*/ 102322 h 162234" name="connsiteY21"/>
                  <a:gd fmla="*/ 0 w 161694" name="connsiteX22"/>
                  <a:gd fmla="*/ 81272 h 162234" name="connsiteY22"/>
                  <a:gd fmla="*/ 14097 w 161694" name="connsiteX23"/>
                  <a:gd fmla="*/ 35266 h 162234" name="connsiteY23"/>
                  <a:gd fmla="*/ 23527 w 161694" name="connsiteX24"/>
                  <a:gd fmla="*/ 33742 h 162234" name="connsiteY24"/>
                  <a:gd fmla="*/ 25051 w 161694" name="connsiteX25"/>
                  <a:gd fmla="*/ 42982 h 162234" name="connsiteY25"/>
                  <a:gd fmla="*/ 13145 w 161694" name="connsiteX26"/>
                  <a:gd fmla="*/ 81367 h 162234" name="connsiteY26"/>
                  <a:gd fmla="*/ 15430 w 161694" name="connsiteX27"/>
                  <a:gd fmla="*/ 98893 h 162234" name="connsiteY27"/>
                  <a:gd fmla="*/ 15621 w 161694" name="connsiteX28"/>
                  <a:gd fmla="*/ 99084 h 162234" name="connsiteY28"/>
                  <a:gd fmla="*/ 15811 w 161694" name="connsiteX29"/>
                  <a:gd fmla="*/ 100703 h 162234" name="connsiteY29"/>
                  <a:gd fmla="*/ 10668 w 161694" name="connsiteX30"/>
                  <a:gd fmla="*/ 107180 h 162234" name="connsiteY30"/>
                  <a:gd fmla="*/ 9144 w 161694" name="connsiteX31"/>
                  <a:gd fmla="*/ 107275 h 162234" name="connsiteY31"/>
                  <a:gd fmla="*/ 155067 w 161694" name="connsiteX32"/>
                  <a:gd fmla="*/ 78320 h 162234" name="connsiteY32"/>
                  <a:gd fmla="*/ 148304 w 161694" name="connsiteX33"/>
                  <a:gd fmla="*/ 72509 h 162234" name="connsiteY33"/>
                  <a:gd fmla="*/ 131445 w 161694" name="connsiteX34"/>
                  <a:gd fmla="*/ 35933 h 162234" name="connsiteY34"/>
                  <a:gd fmla="*/ 129635 w 161694" name="connsiteX35"/>
                  <a:gd fmla="*/ 31456 h 162234" name="connsiteY35"/>
                  <a:gd fmla="*/ 131826 w 161694" name="connsiteX36"/>
                  <a:gd fmla="*/ 26503 h 162234" name="connsiteY36"/>
                  <a:gd fmla="*/ 141446 w 161694" name="connsiteX37"/>
                  <a:gd fmla="*/ 26980 h 162234" name="connsiteY37"/>
                  <a:gd fmla="*/ 161639 w 161694" name="connsiteX38"/>
                  <a:gd fmla="*/ 70795 h 162234" name="connsiteY38"/>
                  <a:gd fmla="*/ 155829 w 161694" name="connsiteX39"/>
                  <a:gd fmla="*/ 78415 h 162234" name="connsiteY39"/>
                  <a:gd fmla="*/ 155067 w 161694" name="connsiteX40"/>
                  <a:gd fmla="*/ 78320 h 162234" name="connsiteY40"/>
                  <a:gd fmla="*/ 54293 w 161694" name="connsiteX41"/>
                  <a:gd fmla="*/ 18407 h 162234" name="connsiteY41"/>
                  <a:gd fmla="*/ 48006 w 161694" name="connsiteX42"/>
                  <a:gd fmla="*/ 14121 h 162234" name="connsiteY42"/>
                  <a:gd fmla="*/ 47530 w 161694" name="connsiteX43"/>
                  <a:gd fmla="*/ 11835 h 162234" name="connsiteY43"/>
                  <a:gd fmla="*/ 52006 w 161694" name="connsiteX44"/>
                  <a:gd fmla="*/ 5358 h 162234" name="connsiteY44"/>
                  <a:gd fmla="*/ 100013 w 161694" name="connsiteX45"/>
                  <a:gd fmla="*/ 2215 h 162234" name="connsiteY45"/>
                  <a:gd fmla="*/ 104108 w 161694" name="connsiteX46"/>
                  <a:gd fmla="*/ 5167 h 162234" name="connsiteY46"/>
                  <a:gd fmla="*/ 104966 w 161694" name="connsiteX47"/>
                  <a:gd fmla="*/ 10311 h 162234" name="connsiteY47"/>
                  <a:gd fmla="*/ 96869 w 161694" name="connsiteX48"/>
                  <a:gd fmla="*/ 15454 h 162234" name="connsiteY48"/>
                  <a:gd fmla="*/ 56674 w 161694" name="connsiteX49"/>
                  <a:gd fmla="*/ 17931 h 162234" name="connsiteY49"/>
                  <a:gd fmla="*/ 54293 w 161694" name="connsiteX50"/>
                  <a:gd fmla="*/ 18407 h 162234" name="connsiteY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b="b" l="l" r="r" t="t"/>
                <a:pathLst>
                  <a:path h="162234" w="161694">
                    <a:moveTo>
                      <a:pt x="73343" y="162235"/>
                    </a:moveTo>
                    <a:cubicBezTo>
                      <a:pt x="73152" y="162235"/>
                      <a:pt x="72866" y="162235"/>
                      <a:pt x="72676" y="162044"/>
                    </a:cubicBezTo>
                    <a:cubicBezTo>
                      <a:pt x="72485" y="162044"/>
                      <a:pt x="72199" y="162044"/>
                      <a:pt x="72199" y="162044"/>
                    </a:cubicBezTo>
                    <a:cubicBezTo>
                      <a:pt x="56007" y="160234"/>
                      <a:pt x="40767" y="153757"/>
                      <a:pt x="28194" y="143185"/>
                    </a:cubicBezTo>
                    <a:cubicBezTo>
                      <a:pt x="25527" y="140708"/>
                      <a:pt x="25051" y="136422"/>
                      <a:pt x="27527" y="133564"/>
                    </a:cubicBezTo>
                    <a:cubicBezTo>
                      <a:pt x="29718" y="130897"/>
                      <a:pt x="34290" y="130612"/>
                      <a:pt x="36957" y="132898"/>
                    </a:cubicBezTo>
                    <a:cubicBezTo>
                      <a:pt x="47530" y="141851"/>
                      <a:pt x="60293" y="147280"/>
                      <a:pt x="74009" y="148804"/>
                    </a:cubicBezTo>
                    <a:lnTo>
                      <a:pt x="74009" y="148804"/>
                    </a:lnTo>
                    <a:cubicBezTo>
                      <a:pt x="77343" y="149281"/>
                      <a:pt x="80105" y="151948"/>
                      <a:pt x="80105" y="155567"/>
                    </a:cubicBezTo>
                    <a:cubicBezTo>
                      <a:pt x="80105" y="155567"/>
                      <a:pt x="80105" y="156043"/>
                      <a:pt x="80105" y="156234"/>
                    </a:cubicBezTo>
                    <a:cubicBezTo>
                      <a:pt x="79629" y="159568"/>
                      <a:pt x="76676" y="162235"/>
                      <a:pt x="73343" y="162235"/>
                    </a:cubicBezTo>
                    <a:close/>
                    <a:moveTo>
                      <a:pt x="116681" y="153472"/>
                    </a:moveTo>
                    <a:cubicBezTo>
                      <a:pt x="114205" y="153472"/>
                      <a:pt x="112014" y="152138"/>
                      <a:pt x="110585" y="149852"/>
                    </a:cubicBezTo>
                    <a:cubicBezTo>
                      <a:pt x="108966" y="146709"/>
                      <a:pt x="110109" y="142708"/>
                      <a:pt x="113538" y="140899"/>
                    </a:cubicBezTo>
                    <a:cubicBezTo>
                      <a:pt x="125444" y="134422"/>
                      <a:pt x="135350" y="124039"/>
                      <a:pt x="141637" y="111943"/>
                    </a:cubicBezTo>
                    <a:cubicBezTo>
                      <a:pt x="143161" y="108799"/>
                      <a:pt x="147447" y="107466"/>
                      <a:pt x="150590" y="108990"/>
                    </a:cubicBezTo>
                    <a:cubicBezTo>
                      <a:pt x="152876" y="110323"/>
                      <a:pt x="154400" y="112609"/>
                      <a:pt x="154210" y="115276"/>
                    </a:cubicBezTo>
                    <a:cubicBezTo>
                      <a:pt x="154210" y="116134"/>
                      <a:pt x="154019" y="117277"/>
                      <a:pt x="153543" y="118229"/>
                    </a:cubicBezTo>
                    <a:cubicBezTo>
                      <a:pt x="146114" y="132803"/>
                      <a:pt x="134493" y="144709"/>
                      <a:pt x="119920" y="152519"/>
                    </a:cubicBezTo>
                    <a:cubicBezTo>
                      <a:pt x="118872" y="153281"/>
                      <a:pt x="117729" y="153472"/>
                      <a:pt x="116681" y="153472"/>
                    </a:cubicBezTo>
                    <a:close/>
                    <a:moveTo>
                      <a:pt x="9144" y="107275"/>
                    </a:moveTo>
                    <a:cubicBezTo>
                      <a:pt x="6001" y="107275"/>
                      <a:pt x="3334" y="105275"/>
                      <a:pt x="2667" y="102322"/>
                    </a:cubicBezTo>
                    <a:cubicBezTo>
                      <a:pt x="857" y="95560"/>
                      <a:pt x="0" y="88416"/>
                      <a:pt x="0" y="81272"/>
                    </a:cubicBezTo>
                    <a:cubicBezTo>
                      <a:pt x="0" y="64699"/>
                      <a:pt x="4667" y="48982"/>
                      <a:pt x="14097" y="35266"/>
                    </a:cubicBezTo>
                    <a:cubicBezTo>
                      <a:pt x="16097" y="32314"/>
                      <a:pt x="20574" y="31456"/>
                      <a:pt x="23527" y="33742"/>
                    </a:cubicBezTo>
                    <a:cubicBezTo>
                      <a:pt x="26479" y="35743"/>
                      <a:pt x="27337" y="40029"/>
                      <a:pt x="25051" y="42982"/>
                    </a:cubicBezTo>
                    <a:cubicBezTo>
                      <a:pt x="17431" y="54412"/>
                      <a:pt x="13145" y="67651"/>
                      <a:pt x="13145" y="81367"/>
                    </a:cubicBezTo>
                    <a:cubicBezTo>
                      <a:pt x="13145" y="87178"/>
                      <a:pt x="14002" y="93083"/>
                      <a:pt x="15430" y="98893"/>
                    </a:cubicBezTo>
                    <a:cubicBezTo>
                      <a:pt x="15430" y="98893"/>
                      <a:pt x="15621" y="98893"/>
                      <a:pt x="15621" y="99084"/>
                    </a:cubicBezTo>
                    <a:cubicBezTo>
                      <a:pt x="15621" y="99560"/>
                      <a:pt x="15811" y="100227"/>
                      <a:pt x="15811" y="100703"/>
                    </a:cubicBezTo>
                    <a:cubicBezTo>
                      <a:pt x="15811" y="103846"/>
                      <a:pt x="13811" y="106513"/>
                      <a:pt x="10668" y="107180"/>
                    </a:cubicBezTo>
                    <a:cubicBezTo>
                      <a:pt x="10287" y="107275"/>
                      <a:pt x="9620" y="107275"/>
                      <a:pt x="9144" y="107275"/>
                    </a:cubicBezTo>
                    <a:close/>
                    <a:moveTo>
                      <a:pt x="155067" y="78320"/>
                    </a:moveTo>
                    <a:cubicBezTo>
                      <a:pt x="151448" y="78320"/>
                      <a:pt x="148780" y="75843"/>
                      <a:pt x="148304" y="72509"/>
                    </a:cubicBezTo>
                    <a:cubicBezTo>
                      <a:pt x="146495" y="58793"/>
                      <a:pt x="140684" y="46220"/>
                      <a:pt x="131445" y="35933"/>
                    </a:cubicBezTo>
                    <a:cubicBezTo>
                      <a:pt x="130302" y="34790"/>
                      <a:pt x="129635" y="32980"/>
                      <a:pt x="129635" y="31456"/>
                    </a:cubicBezTo>
                    <a:cubicBezTo>
                      <a:pt x="129635" y="29647"/>
                      <a:pt x="130493" y="27646"/>
                      <a:pt x="131826" y="26503"/>
                    </a:cubicBezTo>
                    <a:cubicBezTo>
                      <a:pt x="134493" y="24027"/>
                      <a:pt x="138970" y="24313"/>
                      <a:pt x="141446" y="26980"/>
                    </a:cubicBezTo>
                    <a:cubicBezTo>
                      <a:pt x="152400" y="39362"/>
                      <a:pt x="159353" y="54412"/>
                      <a:pt x="161639" y="70795"/>
                    </a:cubicBezTo>
                    <a:cubicBezTo>
                      <a:pt x="162116" y="74414"/>
                      <a:pt x="159448" y="77938"/>
                      <a:pt x="155829" y="78415"/>
                    </a:cubicBezTo>
                    <a:cubicBezTo>
                      <a:pt x="155543" y="78320"/>
                      <a:pt x="155258" y="78320"/>
                      <a:pt x="155067" y="78320"/>
                    </a:cubicBezTo>
                    <a:close/>
                    <a:moveTo>
                      <a:pt x="54293" y="18407"/>
                    </a:moveTo>
                    <a:cubicBezTo>
                      <a:pt x="51625" y="18407"/>
                      <a:pt x="49149" y="16883"/>
                      <a:pt x="48006" y="14121"/>
                    </a:cubicBezTo>
                    <a:cubicBezTo>
                      <a:pt x="47720" y="13454"/>
                      <a:pt x="47530" y="12597"/>
                      <a:pt x="47530" y="11835"/>
                    </a:cubicBezTo>
                    <a:cubicBezTo>
                      <a:pt x="47530" y="8882"/>
                      <a:pt x="49340" y="6501"/>
                      <a:pt x="52006" y="5358"/>
                    </a:cubicBezTo>
                    <a:cubicBezTo>
                      <a:pt x="67247" y="-452"/>
                      <a:pt x="84296" y="-1595"/>
                      <a:pt x="100013" y="2215"/>
                    </a:cubicBezTo>
                    <a:cubicBezTo>
                      <a:pt x="101632" y="2691"/>
                      <a:pt x="103156" y="3739"/>
                      <a:pt x="104108" y="5167"/>
                    </a:cubicBezTo>
                    <a:cubicBezTo>
                      <a:pt x="105251" y="6691"/>
                      <a:pt x="105442" y="8501"/>
                      <a:pt x="104966" y="10311"/>
                    </a:cubicBezTo>
                    <a:cubicBezTo>
                      <a:pt x="104108" y="13930"/>
                      <a:pt x="100489" y="16121"/>
                      <a:pt x="96869" y="15454"/>
                    </a:cubicBezTo>
                    <a:cubicBezTo>
                      <a:pt x="83439" y="12121"/>
                      <a:pt x="69532" y="12978"/>
                      <a:pt x="56674" y="17931"/>
                    </a:cubicBezTo>
                    <a:cubicBezTo>
                      <a:pt x="56007" y="18407"/>
                      <a:pt x="55150" y="18407"/>
                      <a:pt x="54293" y="18407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ae91085-476d-4aff-ab9e-6ae49de15656" id="106" name="任意多边形: 形状 105">
                <a:extLst>
                  <a:ext uri="{FF2B5EF4-FFF2-40B4-BE49-F238E27FC236}">
                    <a16:creationId id="{F896A660-9FA3-8CCE-BF4D-BBF93EDC7905}"/>
                  </a:ext>
                </a:extLst>
              </p:cNvPr>
              <p:cNvSpPr/>
              <p:nvPr/>
            </p:nvSpPr>
            <p:spPr>
              <a:xfrm flipV="false" flipH="false">
                <a:off x="1465281" y="5665601"/>
                <a:ext cx="58484" cy="58484"/>
              </a:xfrm>
              <a:custGeom>
                <a:avLst/>
                <a:gdLst>
                  <a:gd fmla="*/ 0 w 84867" name="connsiteX0"/>
                  <a:gd fmla="*/ 42386 h 84867" name="connsiteY0"/>
                  <a:gd fmla="*/ 42386 w 84867" name="connsiteX1"/>
                  <a:gd fmla="*/ 0 h 84867" name="connsiteY1"/>
                  <a:gd fmla="*/ 84868 w 84867" name="connsiteX2"/>
                  <a:gd fmla="*/ 42386 h 84867" name="connsiteY2"/>
                  <a:gd fmla="*/ 42386 w 84867" name="connsiteX3"/>
                  <a:gd fmla="*/ 84868 h 84867" name="connsiteY3"/>
                  <a:gd fmla="*/ 0 w 84867" name="connsiteX4"/>
                  <a:gd fmla="*/ 42386 h 84867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84867" w="84867">
                    <a:moveTo>
                      <a:pt x="0" y="42386"/>
                    </a:moveTo>
                    <a:cubicBezTo>
                      <a:pt x="0" y="18955"/>
                      <a:pt x="18955" y="0"/>
                      <a:pt x="42386" y="0"/>
                    </a:cubicBezTo>
                    <a:cubicBezTo>
                      <a:pt x="65818" y="0"/>
                      <a:pt x="84868" y="18955"/>
                      <a:pt x="84868" y="42386"/>
                    </a:cubicBezTo>
                    <a:cubicBezTo>
                      <a:pt x="84868" y="65818"/>
                      <a:pt x="65818" y="84868"/>
                      <a:pt x="42386" y="84868"/>
                    </a:cubicBezTo>
                    <a:cubicBezTo>
                      <a:pt x="18955" y="84868"/>
                      <a:pt x="0" y="65818"/>
                      <a:pt x="0" y="42386"/>
                    </a:cubicBezTo>
                    <a:close/>
                  </a:path>
                </a:pathLst>
              </a:custGeom>
              <a:solidFill>
                <a:srgbClr val="FF560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9ac5376-7445-44fd-bd99-9029f0f12a84" id="103" name="任意多边形: 形状 102">
                <a:extLst>
                  <a:ext uri="{FF2B5EF4-FFF2-40B4-BE49-F238E27FC236}">
                    <a16:creationId id="{91FD0BBB-163D-9587-6AF4-5E7071D0180F}"/>
                  </a:ext>
                </a:extLst>
              </p:cNvPr>
              <p:cNvSpPr/>
              <p:nvPr/>
            </p:nvSpPr>
            <p:spPr>
              <a:xfrm flipV="false" flipH="false">
                <a:off x="5457465" y="5387423"/>
                <a:ext cx="93601" cy="93601"/>
              </a:xfrm>
              <a:custGeom>
                <a:avLst/>
                <a:gdLst>
                  <a:gd fmla="*/ 67818 w 135826" name="connsiteX0"/>
                  <a:gd fmla="*/ 135827 h 135826" name="connsiteY0"/>
                  <a:gd fmla="*/ 40195 w 135826" name="connsiteX1"/>
                  <a:gd fmla="*/ 129730 h 135826" name="connsiteY1"/>
                  <a:gd fmla="*/ 36576 w 135826" name="connsiteX2"/>
                  <a:gd fmla="*/ 120968 h 135826" name="connsiteY2"/>
                  <a:gd fmla="*/ 45529 w 135826" name="connsiteX3"/>
                  <a:gd fmla="*/ 117634 h 135826" name="connsiteY3"/>
                  <a:gd fmla="*/ 84582 w 135826" name="connsiteX4"/>
                  <a:gd fmla="*/ 119634 h 135826" name="connsiteY4"/>
                  <a:gd fmla="*/ 93154 w 135826" name="connsiteX5"/>
                  <a:gd fmla="*/ 124111 h 135826" name="connsiteY5"/>
                  <a:gd fmla="*/ 93345 w 135826" name="connsiteX6"/>
                  <a:gd fmla="*/ 126111 h 135826" name="connsiteY6"/>
                  <a:gd fmla="*/ 88868 w 135826" name="connsiteX7"/>
                  <a:gd fmla="*/ 132397 h 135826" name="connsiteY7"/>
                  <a:gd fmla="*/ 88678 w 135826" name="connsiteX8"/>
                  <a:gd fmla="*/ 132397 h 135826" name="connsiteY8"/>
                  <a:gd fmla="*/ 88202 w 135826" name="connsiteX9"/>
                  <a:gd fmla="*/ 132588 h 135826" name="connsiteY9"/>
                  <a:gd fmla="*/ 67818 w 135826" name="connsiteX10"/>
                  <a:gd fmla="*/ 135827 h 135826" name="connsiteY10"/>
                  <a:gd fmla="*/ 120777 w 135826" name="connsiteX11"/>
                  <a:gd fmla="*/ 105346 h 135826" name="connsiteY11"/>
                  <a:gd fmla="*/ 117443 w 135826" name="connsiteX12"/>
                  <a:gd fmla="*/ 104489 h 135826" name="connsiteY12"/>
                  <a:gd fmla="*/ 114300 w 135826" name="connsiteX13"/>
                  <a:gd fmla="*/ 100203 h 135826" name="connsiteY13"/>
                  <a:gd fmla="*/ 114967 w 135826" name="connsiteX14"/>
                  <a:gd fmla="*/ 95250 h 135826" name="connsiteY14"/>
                  <a:gd fmla="*/ 122396 w 135826" name="connsiteX15"/>
                  <a:gd fmla="*/ 67913 h 135826" name="connsiteY15"/>
                  <a:gd fmla="*/ 121253 w 135826" name="connsiteX16"/>
                  <a:gd fmla="*/ 56674 h 135826" name="connsiteY16"/>
                  <a:gd fmla="*/ 121063 w 135826" name="connsiteX17"/>
                  <a:gd fmla="*/ 55340 h 135826" name="connsiteY17"/>
                  <a:gd fmla="*/ 126397 w 135826" name="connsiteX18"/>
                  <a:gd fmla="*/ 48863 h 135826" name="connsiteY18"/>
                  <a:gd fmla="*/ 134302 w 135826" name="connsiteX19"/>
                  <a:gd fmla="*/ 53816 h 135826" name="connsiteY19"/>
                  <a:gd fmla="*/ 134493 w 135826" name="connsiteX20"/>
                  <a:gd fmla="*/ 54007 h 135826" name="connsiteY20"/>
                  <a:gd fmla="*/ 134493 w 135826" name="connsiteX21"/>
                  <a:gd fmla="*/ 54007 h 135826" name="connsiteY21"/>
                  <a:gd fmla="*/ 134493 w 135826" name="connsiteX22"/>
                  <a:gd fmla="*/ 54007 h 135826" name="connsiteY22"/>
                  <a:gd fmla="*/ 133635 w 135826" name="connsiteX23"/>
                  <a:gd fmla="*/ 54483 h 135826" name="connsiteY23"/>
                  <a:gd fmla="*/ 134493 w 135826" name="connsiteX24"/>
                  <a:gd fmla="*/ 54293 h 135826" name="connsiteY24"/>
                  <a:gd fmla="*/ 135827 w 135826" name="connsiteX25"/>
                  <a:gd fmla="*/ 68009 h 135826" name="connsiteY25"/>
                  <a:gd fmla="*/ 126682 w 135826" name="connsiteX26"/>
                  <a:gd fmla="*/ 102108 h 135826" name="connsiteY26"/>
                  <a:gd fmla="*/ 120777 w 135826" name="connsiteX27"/>
                  <a:gd fmla="*/ 105346 h 135826" name="connsiteY27"/>
                  <a:gd fmla="*/ 11906 w 135826" name="connsiteX28"/>
                  <a:gd fmla="*/ 99251 h 135826" name="connsiteY28"/>
                  <a:gd fmla="*/ 5810 w 135826" name="connsiteX29"/>
                  <a:gd fmla="*/ 95250 h 135826" name="connsiteY29"/>
                  <a:gd fmla="*/ 0 w 135826" name="connsiteX30"/>
                  <a:gd fmla="*/ 67913 h 135826" name="connsiteY30"/>
                  <a:gd fmla="*/ 17526 w 135826" name="connsiteX31"/>
                  <a:gd fmla="*/ 22574 h 135826" name="connsiteY31"/>
                  <a:gd fmla="*/ 26956 w 135826" name="connsiteX32"/>
                  <a:gd fmla="*/ 21908 h 135826" name="connsiteY32"/>
                  <a:gd fmla="*/ 27432 w 135826" name="connsiteX33"/>
                  <a:gd fmla="*/ 31528 h 135826" name="connsiteY33"/>
                  <a:gd fmla="*/ 13525 w 135826" name="connsiteX34"/>
                  <a:gd fmla="*/ 67913 h 135826" name="connsiteY34"/>
                  <a:gd fmla="*/ 18002 w 135826" name="connsiteX35"/>
                  <a:gd fmla="*/ 89916 h 135826" name="connsiteY35"/>
                  <a:gd fmla="*/ 18669 w 135826" name="connsiteX36"/>
                  <a:gd fmla="*/ 92583 h 135826" name="connsiteY36"/>
                  <a:gd fmla="*/ 14668 w 135826" name="connsiteX37"/>
                  <a:gd fmla="*/ 98870 h 135826" name="connsiteY37"/>
                  <a:gd fmla="*/ 11906 w 135826" name="connsiteX38"/>
                  <a:gd fmla="*/ 99251 h 135826" name="connsiteY38"/>
                  <a:gd fmla="*/ 103917 w 135826" name="connsiteX39"/>
                  <a:gd fmla="*/ 25146 h 135826" name="connsiteY39"/>
                  <a:gd fmla="*/ 99917 w 135826" name="connsiteX40"/>
                  <a:gd fmla="*/ 23813 h 135826" name="connsiteY40"/>
                  <a:gd fmla="*/ 62198 w 135826" name="connsiteX41"/>
                  <a:gd fmla="*/ 13716 h 135826" name="connsiteY41"/>
                  <a:gd fmla="*/ 54769 w 135826" name="connsiteX42"/>
                  <a:gd fmla="*/ 7620 h 135826" name="connsiteY42"/>
                  <a:gd fmla="*/ 54769 w 135826" name="connsiteX43"/>
                  <a:gd fmla="*/ 6953 h 135826" name="connsiteY43"/>
                  <a:gd fmla="*/ 60579 w 135826" name="connsiteX44"/>
                  <a:gd fmla="*/ 191 h 135826" name="connsiteY44"/>
                  <a:gd fmla="*/ 60770 w 135826" name="connsiteX45"/>
                  <a:gd fmla="*/ 191 h 135826" name="connsiteY45"/>
                  <a:gd fmla="*/ 61626 w 135826" name="connsiteX46"/>
                  <a:gd fmla="*/ 191 h 135826" name="connsiteY46"/>
                  <a:gd fmla="*/ 67723 w 135826" name="connsiteX47"/>
                  <a:gd fmla="*/ 0 h 135826" name="connsiteY47"/>
                  <a:gd fmla="*/ 107632 w 135826" name="connsiteX48"/>
                  <a:gd fmla="*/ 13049 h 135826" name="connsiteY48"/>
                  <a:gd fmla="*/ 109251 w 135826" name="connsiteX49"/>
                  <a:gd fmla="*/ 22479 h 135826" name="connsiteY49"/>
                  <a:gd fmla="*/ 103917 w 135826" name="connsiteX50"/>
                  <a:gd fmla="*/ 25146 h 135826" name="connsiteY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b="b" l="l" r="r" t="t"/>
                <a:pathLst>
                  <a:path h="135826" w="135826">
                    <a:moveTo>
                      <a:pt x="67818" y="135827"/>
                    </a:moveTo>
                    <a:cubicBezTo>
                      <a:pt x="58102" y="135827"/>
                      <a:pt x="48768" y="133826"/>
                      <a:pt x="40195" y="129730"/>
                    </a:cubicBezTo>
                    <a:cubicBezTo>
                      <a:pt x="36862" y="128397"/>
                      <a:pt x="35243" y="124396"/>
                      <a:pt x="36576" y="120968"/>
                    </a:cubicBezTo>
                    <a:cubicBezTo>
                      <a:pt x="38195" y="117634"/>
                      <a:pt x="42196" y="116014"/>
                      <a:pt x="45529" y="117634"/>
                    </a:cubicBezTo>
                    <a:cubicBezTo>
                      <a:pt x="57626" y="123063"/>
                      <a:pt x="71818" y="123920"/>
                      <a:pt x="84582" y="119634"/>
                    </a:cubicBezTo>
                    <a:cubicBezTo>
                      <a:pt x="87916" y="118491"/>
                      <a:pt x="91726" y="120491"/>
                      <a:pt x="93154" y="124111"/>
                    </a:cubicBezTo>
                    <a:cubicBezTo>
                      <a:pt x="93345" y="124587"/>
                      <a:pt x="93345" y="125254"/>
                      <a:pt x="93345" y="126111"/>
                    </a:cubicBezTo>
                    <a:cubicBezTo>
                      <a:pt x="93345" y="128778"/>
                      <a:pt x="91535" y="131254"/>
                      <a:pt x="88868" y="132397"/>
                    </a:cubicBezTo>
                    <a:cubicBezTo>
                      <a:pt x="88868" y="132397"/>
                      <a:pt x="88868" y="132397"/>
                      <a:pt x="88678" y="132397"/>
                    </a:cubicBezTo>
                    <a:cubicBezTo>
                      <a:pt x="88487" y="132588"/>
                      <a:pt x="88487" y="132588"/>
                      <a:pt x="88202" y="132588"/>
                    </a:cubicBezTo>
                    <a:cubicBezTo>
                      <a:pt x="81725" y="134684"/>
                      <a:pt x="74771" y="135827"/>
                      <a:pt x="67818" y="135827"/>
                    </a:cubicBezTo>
                    <a:close/>
                    <a:moveTo>
                      <a:pt x="120777" y="105346"/>
                    </a:moveTo>
                    <a:cubicBezTo>
                      <a:pt x="119634" y="105346"/>
                      <a:pt x="118586" y="105156"/>
                      <a:pt x="117443" y="104489"/>
                    </a:cubicBezTo>
                    <a:cubicBezTo>
                      <a:pt x="115824" y="103632"/>
                      <a:pt x="114776" y="102013"/>
                      <a:pt x="114300" y="100203"/>
                    </a:cubicBezTo>
                    <a:cubicBezTo>
                      <a:pt x="113824" y="98679"/>
                      <a:pt x="114109" y="96869"/>
                      <a:pt x="114967" y="95250"/>
                    </a:cubicBezTo>
                    <a:cubicBezTo>
                      <a:pt x="119920" y="86963"/>
                      <a:pt x="122396" y="77534"/>
                      <a:pt x="122396" y="67913"/>
                    </a:cubicBezTo>
                    <a:cubicBezTo>
                      <a:pt x="122396" y="64103"/>
                      <a:pt x="121920" y="60293"/>
                      <a:pt x="121253" y="56674"/>
                    </a:cubicBezTo>
                    <a:cubicBezTo>
                      <a:pt x="121063" y="56197"/>
                      <a:pt x="121063" y="55817"/>
                      <a:pt x="121063" y="55340"/>
                    </a:cubicBezTo>
                    <a:cubicBezTo>
                      <a:pt x="121063" y="52197"/>
                      <a:pt x="123254" y="49244"/>
                      <a:pt x="126397" y="48863"/>
                    </a:cubicBezTo>
                    <a:cubicBezTo>
                      <a:pt x="130016" y="48006"/>
                      <a:pt x="133541" y="50387"/>
                      <a:pt x="134302" y="53816"/>
                    </a:cubicBezTo>
                    <a:cubicBezTo>
                      <a:pt x="134493" y="53816"/>
                      <a:pt x="134493" y="53816"/>
                      <a:pt x="134493" y="54007"/>
                    </a:cubicBezTo>
                    <a:lnTo>
                      <a:pt x="134493" y="54007"/>
                    </a:lnTo>
                    <a:lnTo>
                      <a:pt x="134493" y="54007"/>
                    </a:lnTo>
                    <a:lnTo>
                      <a:pt x="133635" y="54483"/>
                    </a:lnTo>
                    <a:lnTo>
                      <a:pt x="134493" y="54293"/>
                    </a:lnTo>
                    <a:cubicBezTo>
                      <a:pt x="135350" y="58769"/>
                      <a:pt x="135827" y="63532"/>
                      <a:pt x="135827" y="68009"/>
                    </a:cubicBezTo>
                    <a:cubicBezTo>
                      <a:pt x="135827" y="80105"/>
                      <a:pt x="132683" y="91821"/>
                      <a:pt x="126682" y="102108"/>
                    </a:cubicBezTo>
                    <a:cubicBezTo>
                      <a:pt x="125539" y="103918"/>
                      <a:pt x="123254" y="105346"/>
                      <a:pt x="120777" y="105346"/>
                    </a:cubicBezTo>
                    <a:close/>
                    <a:moveTo>
                      <a:pt x="11906" y="99251"/>
                    </a:moveTo>
                    <a:cubicBezTo>
                      <a:pt x="9239" y="99251"/>
                      <a:pt x="6763" y="97727"/>
                      <a:pt x="5810" y="95250"/>
                    </a:cubicBezTo>
                    <a:cubicBezTo>
                      <a:pt x="2000" y="86678"/>
                      <a:pt x="0" y="77534"/>
                      <a:pt x="0" y="67913"/>
                    </a:cubicBezTo>
                    <a:cubicBezTo>
                      <a:pt x="0" y="51054"/>
                      <a:pt x="6286" y="34957"/>
                      <a:pt x="17526" y="22574"/>
                    </a:cubicBezTo>
                    <a:cubicBezTo>
                      <a:pt x="19717" y="19907"/>
                      <a:pt x="24289" y="19621"/>
                      <a:pt x="26956" y="21908"/>
                    </a:cubicBezTo>
                    <a:cubicBezTo>
                      <a:pt x="29623" y="24384"/>
                      <a:pt x="29909" y="28670"/>
                      <a:pt x="27432" y="31528"/>
                    </a:cubicBezTo>
                    <a:cubicBezTo>
                      <a:pt x="18479" y="41434"/>
                      <a:pt x="13525" y="54388"/>
                      <a:pt x="13525" y="67913"/>
                    </a:cubicBezTo>
                    <a:cubicBezTo>
                      <a:pt x="13525" y="75533"/>
                      <a:pt x="15050" y="82963"/>
                      <a:pt x="18002" y="89916"/>
                    </a:cubicBezTo>
                    <a:cubicBezTo>
                      <a:pt x="18479" y="90773"/>
                      <a:pt x="18669" y="91726"/>
                      <a:pt x="18669" y="92583"/>
                    </a:cubicBezTo>
                    <a:cubicBezTo>
                      <a:pt x="18669" y="95250"/>
                      <a:pt x="17050" y="97727"/>
                      <a:pt x="14668" y="98870"/>
                    </a:cubicBezTo>
                    <a:cubicBezTo>
                      <a:pt x="13716" y="99251"/>
                      <a:pt x="12859" y="99251"/>
                      <a:pt x="11906" y="99251"/>
                    </a:cubicBezTo>
                    <a:close/>
                    <a:moveTo>
                      <a:pt x="103917" y="25146"/>
                    </a:moveTo>
                    <a:cubicBezTo>
                      <a:pt x="102584" y="25146"/>
                      <a:pt x="100965" y="24670"/>
                      <a:pt x="99917" y="23813"/>
                    </a:cubicBezTo>
                    <a:cubicBezTo>
                      <a:pt x="88868" y="15907"/>
                      <a:pt x="74962" y="12383"/>
                      <a:pt x="62198" y="13716"/>
                    </a:cubicBezTo>
                    <a:cubicBezTo>
                      <a:pt x="57531" y="13907"/>
                      <a:pt x="55245" y="11239"/>
                      <a:pt x="54769" y="7620"/>
                    </a:cubicBezTo>
                    <a:cubicBezTo>
                      <a:pt x="54769" y="7429"/>
                      <a:pt x="54769" y="7144"/>
                      <a:pt x="54769" y="6953"/>
                    </a:cubicBezTo>
                    <a:cubicBezTo>
                      <a:pt x="54769" y="3620"/>
                      <a:pt x="57245" y="667"/>
                      <a:pt x="60579" y="191"/>
                    </a:cubicBezTo>
                    <a:lnTo>
                      <a:pt x="60770" y="191"/>
                    </a:lnTo>
                    <a:cubicBezTo>
                      <a:pt x="61055" y="191"/>
                      <a:pt x="61246" y="191"/>
                      <a:pt x="61626" y="191"/>
                    </a:cubicBezTo>
                    <a:cubicBezTo>
                      <a:pt x="63436" y="0"/>
                      <a:pt x="65437" y="0"/>
                      <a:pt x="67723" y="0"/>
                    </a:cubicBezTo>
                    <a:cubicBezTo>
                      <a:pt x="82296" y="0"/>
                      <a:pt x="96012" y="4477"/>
                      <a:pt x="107632" y="13049"/>
                    </a:cubicBezTo>
                    <a:cubicBezTo>
                      <a:pt x="110776" y="15050"/>
                      <a:pt x="111443" y="19336"/>
                      <a:pt x="109251" y="22479"/>
                    </a:cubicBezTo>
                    <a:cubicBezTo>
                      <a:pt x="108014" y="24098"/>
                      <a:pt x="106013" y="25146"/>
                      <a:pt x="103917" y="25146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4128dfd-289e-4ed9-89aa-342a0ef73efb" id="104" name="任意多边形: 形状 103">
                <a:extLst>
                  <a:ext uri="{FF2B5EF4-FFF2-40B4-BE49-F238E27FC236}">
                    <a16:creationId id="{A5E25B5D-D47D-B9B7-8576-767303E5AD44}"/>
                  </a:ext>
                </a:extLst>
              </p:cNvPr>
              <p:cNvSpPr/>
              <p:nvPr/>
            </p:nvSpPr>
            <p:spPr>
              <a:xfrm flipV="false" flipH="false">
                <a:off x="5480700" y="5410593"/>
                <a:ext cx="47194" cy="47194"/>
              </a:xfrm>
              <a:custGeom>
                <a:avLst/>
                <a:gdLst>
                  <a:gd fmla="*/ 0 w 68484" name="connsiteX0"/>
                  <a:gd fmla="*/ 34290 h 68484" name="connsiteY0"/>
                  <a:gd fmla="*/ 34100 w 68484" name="connsiteX1"/>
                  <a:gd fmla="*/ 0 h 68484" name="connsiteY1"/>
                  <a:gd fmla="*/ 68485 w 68484" name="connsiteX2"/>
                  <a:gd fmla="*/ 34290 h 68484" name="connsiteY2"/>
                  <a:gd fmla="*/ 34100 w 68484" name="connsiteX3"/>
                  <a:gd fmla="*/ 68485 h 68484" name="connsiteY3"/>
                  <a:gd fmla="*/ 0 w 68484" name="connsiteX4"/>
                  <a:gd fmla="*/ 34290 h 68484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68484" w="68484">
                    <a:moveTo>
                      <a:pt x="0" y="34290"/>
                    </a:moveTo>
                    <a:cubicBezTo>
                      <a:pt x="0" y="15335"/>
                      <a:pt x="15240" y="0"/>
                      <a:pt x="34100" y="0"/>
                    </a:cubicBezTo>
                    <a:cubicBezTo>
                      <a:pt x="53150" y="0"/>
                      <a:pt x="68485" y="15335"/>
                      <a:pt x="68485" y="34290"/>
                    </a:cubicBezTo>
                    <a:cubicBezTo>
                      <a:pt x="68485" y="53150"/>
                      <a:pt x="53245" y="68485"/>
                      <a:pt x="34100" y="68485"/>
                    </a:cubicBezTo>
                    <a:cubicBezTo>
                      <a:pt x="15240" y="68485"/>
                      <a:pt x="0" y="53150"/>
                      <a:pt x="0" y="34290"/>
                    </a:cubicBezTo>
                    <a:close/>
                  </a:path>
                </a:pathLst>
              </a:custGeom>
              <a:solidFill>
                <a:srgbClr val="FBC849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00df269-b024-472c-b846-d3127c78cbe7" id="101" name="任意多边形: 形状 100">
                <a:extLst>
                  <a:ext uri="{FF2B5EF4-FFF2-40B4-BE49-F238E27FC236}">
                    <a16:creationId id="{55F81377-6539-F604-C4B8-C04F9EB1CA28}"/>
                  </a:ext>
                </a:extLst>
              </p:cNvPr>
              <p:cNvSpPr/>
              <p:nvPr/>
            </p:nvSpPr>
            <p:spPr>
              <a:xfrm flipV="false" flipH="false">
                <a:off x="3994560" y="5583881"/>
                <a:ext cx="209127" cy="208929"/>
              </a:xfrm>
              <a:custGeom>
                <a:avLst/>
                <a:gdLst>
                  <a:gd fmla="*/ 162115 w 303466" name="connsiteX0"/>
                  <a:gd fmla="*/ 302990 h 303180" name="connsiteY0"/>
                  <a:gd fmla="*/ 161830 w 303466" name="connsiteX1"/>
                  <a:gd fmla="*/ 302990 h 303180" name="connsiteY1"/>
                  <a:gd fmla="*/ 155067 w 303466" name="connsiteX2"/>
                  <a:gd fmla="*/ 296513 h 303180" name="connsiteY2"/>
                  <a:gd fmla="*/ 156686 w 303466" name="connsiteX3"/>
                  <a:gd fmla="*/ 291846 h 303180" name="connsiteY3"/>
                  <a:gd fmla="*/ 161163 w 303466" name="connsiteX4"/>
                  <a:gd fmla="*/ 289656 h 303180" name="connsiteY4"/>
                  <a:gd fmla="*/ 202882 w 303466" name="connsiteX5"/>
                  <a:gd fmla="*/ 280226 h 303180" name="connsiteY5"/>
                  <a:gd fmla="*/ 211646 w 303466" name="connsiteX6"/>
                  <a:gd fmla="*/ 283845 h 303180" name="connsiteY6"/>
                  <a:gd fmla="*/ 212122 w 303466" name="connsiteX7"/>
                  <a:gd fmla="*/ 286512 h 303180" name="connsiteY7"/>
                  <a:gd fmla="*/ 207836 w 303466" name="connsiteX8"/>
                  <a:gd fmla="*/ 292608 h 303180" name="connsiteY8"/>
                  <a:gd fmla="*/ 162306 w 303466" name="connsiteX9"/>
                  <a:gd fmla="*/ 303181 h 303180" name="connsiteY9"/>
                  <a:gd fmla="*/ 162115 w 303466" name="connsiteX10"/>
                  <a:gd fmla="*/ 303181 h 303180" name="connsiteY10"/>
                  <a:gd fmla="*/ 117253 w 303466" name="connsiteX11"/>
                  <a:gd fmla="*/ 299181 h 303180" name="connsiteY11"/>
                  <a:gd fmla="*/ 115633 w 303466" name="connsiteX12"/>
                  <a:gd fmla="*/ 298990 h 303180" name="connsiteY12"/>
                  <a:gd fmla="*/ 72580 w 303466" name="connsiteX13"/>
                  <a:gd fmla="*/ 280988 h 303180" name="connsiteY13"/>
                  <a:gd fmla="*/ 70295 w 303466" name="connsiteX14"/>
                  <a:gd fmla="*/ 271558 h 303180" name="connsiteY14"/>
                  <a:gd fmla="*/ 79534 w 303466" name="connsiteX15"/>
                  <a:gd fmla="*/ 269272 h 303180" name="connsiteY15"/>
                  <a:gd fmla="*/ 118777 w 303466" name="connsiteX16"/>
                  <a:gd fmla="*/ 285655 h 303180" name="connsiteY16"/>
                  <a:gd fmla="*/ 123920 w 303466" name="connsiteX17"/>
                  <a:gd fmla="*/ 292132 h 303180" name="connsiteY17"/>
                  <a:gd fmla="*/ 123730 w 303466" name="connsiteX18"/>
                  <a:gd fmla="*/ 293941 h 303180" name="connsiteY18"/>
                  <a:gd fmla="*/ 117253 w 303466" name="connsiteX19"/>
                  <a:gd fmla="*/ 299181 h 303180" name="connsiteY19"/>
                  <a:gd fmla="*/ 243745 w 303466" name="connsiteX20"/>
                  <a:gd fmla="*/ 270224 h 303180" name="connsiteY20"/>
                  <a:gd fmla="*/ 238601 w 303466" name="connsiteX21"/>
                  <a:gd fmla="*/ 267748 h 303180" name="connsiteY21"/>
                  <a:gd fmla="*/ 239458 w 303466" name="connsiteX22"/>
                  <a:gd fmla="*/ 258318 h 303180" name="connsiteY22"/>
                  <a:gd fmla="*/ 267938 w 303466" name="connsiteX23"/>
                  <a:gd fmla="*/ 226409 h 303180" name="connsiteY23"/>
                  <a:gd fmla="*/ 277178 w 303466" name="connsiteX24"/>
                  <a:gd fmla="*/ 224409 h 303180" name="connsiteY24"/>
                  <a:gd fmla="*/ 280321 w 303466" name="connsiteX25"/>
                  <a:gd fmla="*/ 230029 h 303180" name="connsiteY25"/>
                  <a:gd fmla="*/ 279178 w 303466" name="connsiteX26"/>
                  <a:gd fmla="*/ 233839 h 303180" name="connsiteY26"/>
                  <a:gd fmla="*/ 248031 w 303466" name="connsiteX27"/>
                  <a:gd fmla="*/ 268605 h 303180" name="connsiteY27"/>
                  <a:gd fmla="*/ 243745 w 303466" name="connsiteX28"/>
                  <a:gd fmla="*/ 270224 h 303180" name="connsiteY28"/>
                  <a:gd fmla="*/ 42005 w 303466" name="connsiteX29"/>
                  <a:gd fmla="*/ 252984 h 303180" name="connsiteY29"/>
                  <a:gd fmla="*/ 36862 w 303466" name="connsiteX30"/>
                  <a:gd fmla="*/ 250793 h 303180" name="connsiteY30"/>
                  <a:gd fmla="*/ 12192 w 303466" name="connsiteX31"/>
                  <a:gd fmla="*/ 211074 h 303180" name="connsiteY31"/>
                  <a:gd fmla="*/ 12001 w 303466" name="connsiteX32"/>
                  <a:gd fmla="*/ 205931 h 303180" name="connsiteY32"/>
                  <a:gd fmla="*/ 15621 w 303466" name="connsiteX33"/>
                  <a:gd fmla="*/ 202121 h 303180" name="connsiteY33"/>
                  <a:gd fmla="*/ 24574 w 303466" name="connsiteX34"/>
                  <a:gd fmla="*/ 205740 h 303180" name="connsiteY34"/>
                  <a:gd fmla="*/ 47054 w 303466" name="connsiteX35"/>
                  <a:gd fmla="*/ 241840 h 303180" name="connsiteY35"/>
                  <a:gd fmla="*/ 48863 w 303466" name="connsiteX36"/>
                  <a:gd fmla="*/ 246507 h 303180" name="connsiteY36"/>
                  <a:gd fmla="*/ 46387 w 303466" name="connsiteX37"/>
                  <a:gd fmla="*/ 251460 h 303180" name="connsiteY37"/>
                  <a:gd fmla="*/ 42005 w 303466" name="connsiteX38"/>
                  <a:gd fmla="*/ 252984 h 303180" name="connsiteY38"/>
                  <a:gd fmla="*/ 291846 w 303466" name="connsiteX39"/>
                  <a:gd fmla="*/ 195929 h 303180" name="connsiteY39"/>
                  <a:gd fmla="*/ 290036 w 303466" name="connsiteX40"/>
                  <a:gd fmla="*/ 195739 h 303180" name="connsiteY40"/>
                  <a:gd fmla="*/ 286036 w 303466" name="connsiteX41"/>
                  <a:gd fmla="*/ 192596 h 303180" name="connsiteY41"/>
                  <a:gd fmla="*/ 285369 w 303466" name="connsiteX42"/>
                  <a:gd fmla="*/ 187643 h 303180" name="connsiteY42"/>
                  <a:gd fmla="*/ 290036 w 303466" name="connsiteX43"/>
                  <a:gd fmla="*/ 151543 h 303180" name="connsiteY43"/>
                  <a:gd fmla="*/ 290036 w 303466" name="connsiteX44"/>
                  <a:gd fmla="*/ 147542 h 303180" name="connsiteY44"/>
                  <a:gd fmla="*/ 289846 w 303466" name="connsiteX45"/>
                  <a:gd fmla="*/ 145256 h 303180" name="connsiteY45"/>
                  <a:gd fmla="*/ 289846 w 303466" name="connsiteX46"/>
                  <a:gd fmla="*/ 145256 h 303180" name="connsiteY46"/>
                  <a:gd fmla="*/ 289846 w 303466" name="connsiteX47"/>
                  <a:gd fmla="*/ 145256 h 303180" name="connsiteY47"/>
                  <a:gd fmla="*/ 289846 w 303466" name="connsiteX48"/>
                  <a:gd fmla="*/ 145066 h 303180" name="connsiteY48"/>
                  <a:gd fmla="*/ 289846 w 303466" name="connsiteX49"/>
                  <a:gd fmla="*/ 144875 h 303180" name="connsiteY49"/>
                  <a:gd fmla="*/ 296323 w 303466" name="connsiteX50"/>
                  <a:gd fmla="*/ 138113 h 303180" name="connsiteY50"/>
                  <a:gd fmla="*/ 296513 w 303466" name="connsiteX51"/>
                  <a:gd fmla="*/ 138113 h 303180" name="connsiteY51"/>
                  <a:gd fmla="*/ 303276 w 303466" name="connsiteX52"/>
                  <a:gd fmla="*/ 144399 h 303180" name="connsiteY52"/>
                  <a:gd fmla="*/ 303276 w 303466" name="connsiteX53"/>
                  <a:gd fmla="*/ 144590 h 303180" name="connsiteY53"/>
                  <a:gd fmla="*/ 303276 w 303466" name="connsiteX54"/>
                  <a:gd fmla="*/ 145447 h 303180" name="connsiteY54"/>
                  <a:gd fmla="*/ 303466 w 303466" name="connsiteX55"/>
                  <a:gd fmla="*/ 151543 h 303180" name="connsiteY55"/>
                  <a:gd fmla="*/ 298323 w 303466" name="connsiteX56"/>
                  <a:gd fmla="*/ 191072 h 303180" name="connsiteY56"/>
                  <a:gd fmla="*/ 291846 w 303466" name="connsiteX57"/>
                  <a:gd fmla="*/ 195929 h 303180" name="connsiteY57"/>
                  <a:gd fmla="*/ 7429 w 303466" name="connsiteX58"/>
                  <a:gd fmla="*/ 171736 h 303180" name="connsiteY58"/>
                  <a:gd fmla="*/ 667 w 303466" name="connsiteX59"/>
                  <a:gd fmla="*/ 165640 h 303180" name="connsiteY59"/>
                  <a:gd fmla="*/ 0 w 303466" name="connsiteX60"/>
                  <a:gd fmla="*/ 151448 h 303180" name="connsiteY60"/>
                  <a:gd fmla="*/ 7239 w 303466" name="connsiteX61"/>
                  <a:gd fmla="*/ 105251 h 303180" name="connsiteY61"/>
                  <a:gd fmla="*/ 15812 w 303466" name="connsiteX62"/>
                  <a:gd fmla="*/ 100965 h 303180" name="connsiteY62"/>
                  <a:gd fmla="*/ 20098 w 303466" name="connsiteX63"/>
                  <a:gd fmla="*/ 109538 h 303180" name="connsiteY63"/>
                  <a:gd fmla="*/ 13621 w 303466" name="connsiteX64"/>
                  <a:gd fmla="*/ 151257 h 303180" name="connsiteY64"/>
                  <a:gd fmla="*/ 13621 w 303466" name="connsiteX65"/>
                  <a:gd fmla="*/ 151448 h 303180" name="connsiteY65"/>
                  <a:gd fmla="*/ 13621 w 303466" name="connsiteX66"/>
                  <a:gd fmla="*/ 152305 h 303180" name="connsiteY66"/>
                  <a:gd fmla="*/ 14097 w 303466" name="connsiteX67"/>
                  <a:gd fmla="*/ 164211 h 303180" name="connsiteY67"/>
                  <a:gd fmla="*/ 14288 w 303466" name="connsiteX68"/>
                  <a:gd fmla="*/ 164878 h 303180" name="connsiteY68"/>
                  <a:gd fmla="*/ 8001 w 303466" name="connsiteX69"/>
                  <a:gd fmla="*/ 171641 h 303180" name="connsiteY69"/>
                  <a:gd fmla="*/ 7429 w 303466" name="connsiteX70"/>
                  <a:gd fmla="*/ 171736 h 303180" name="connsiteY70"/>
                  <a:gd fmla="*/ 287750 w 303466" name="connsiteX71"/>
                  <a:gd fmla="*/ 107728 h 303180" name="connsiteY71"/>
                  <a:gd fmla="*/ 281273 w 303466" name="connsiteX72"/>
                  <a:gd fmla="*/ 103442 h 303180" name="connsiteY72"/>
                  <a:gd fmla="*/ 260604 w 303466" name="connsiteX73"/>
                  <a:gd fmla="*/ 66389 h 303180" name="connsiteY73"/>
                  <a:gd fmla="*/ 260413 w 303466" name="connsiteX74"/>
                  <a:gd fmla="*/ 66199 h 303180" name="connsiteY74"/>
                  <a:gd fmla="*/ 259080 w 303466" name="connsiteX75"/>
                  <a:gd fmla="*/ 61913 h 303180" name="connsiteY75"/>
                  <a:gd fmla="*/ 261556 w 303466" name="connsiteX76"/>
                  <a:gd fmla="*/ 56769 h 303180" name="connsiteY76"/>
                  <a:gd fmla="*/ 271177 w 303466" name="connsiteX77"/>
                  <a:gd fmla="*/ 57912 h 303180" name="connsiteY77"/>
                  <a:gd fmla="*/ 294037 w 303466" name="connsiteX78"/>
                  <a:gd fmla="*/ 98774 h 303180" name="connsiteY78"/>
                  <a:gd fmla="*/ 289941 w 303466" name="connsiteX79"/>
                  <a:gd fmla="*/ 107537 h 303180" name="connsiteY79"/>
                  <a:gd fmla="*/ 287750 w 303466" name="connsiteX80"/>
                  <a:gd fmla="*/ 107728 h 303180" name="connsiteY80"/>
                  <a:gd fmla="*/ 33718 w 303466" name="connsiteX81"/>
                  <a:gd fmla="*/ 74105 h 303180" name="connsiteY81"/>
                  <a:gd fmla="*/ 29908 w 303466" name="connsiteX82"/>
                  <a:gd fmla="*/ 72962 h 303180" name="connsiteY82"/>
                  <a:gd fmla="*/ 26956 w 303466" name="connsiteX83"/>
                  <a:gd fmla="*/ 67342 h 303180" name="connsiteY83"/>
                  <a:gd fmla="*/ 28099 w 303466" name="connsiteX84"/>
                  <a:gd fmla="*/ 63532 h 303180" name="connsiteY84"/>
                  <a:gd fmla="*/ 60865 w 303466" name="connsiteX85"/>
                  <a:gd fmla="*/ 30099 h 303180" name="connsiteY85"/>
                  <a:gd fmla="*/ 70295 w 303466" name="connsiteX86"/>
                  <a:gd fmla="*/ 31433 h 303180" name="connsiteY86"/>
                  <a:gd fmla="*/ 71628 w 303466" name="connsiteX87"/>
                  <a:gd fmla="*/ 36386 h 303180" name="connsiteY87"/>
                  <a:gd fmla="*/ 68961 w 303466" name="connsiteX88"/>
                  <a:gd fmla="*/ 40862 h 303180" name="connsiteY88"/>
                  <a:gd fmla="*/ 39338 w 303466" name="connsiteX89"/>
                  <a:gd fmla="*/ 71152 h 303180" name="connsiteY89"/>
                  <a:gd fmla="*/ 39148 w 303466" name="connsiteX90"/>
                  <a:gd fmla="*/ 71342 h 303180" name="connsiteY90"/>
                  <a:gd fmla="*/ 33718 w 303466" name="connsiteX91"/>
                  <a:gd fmla="*/ 74105 h 303180" name="connsiteY91"/>
                  <a:gd fmla="*/ 232981 w 303466" name="connsiteX92"/>
                  <a:gd fmla="*/ 38386 h 303180" name="connsiteY92"/>
                  <a:gd fmla="*/ 229171 w 303466" name="connsiteX93"/>
                  <a:gd fmla="*/ 37243 h 303180" name="connsiteY93"/>
                  <a:gd fmla="*/ 190786 w 303466" name="connsiteX94"/>
                  <a:gd fmla="*/ 18860 h 303180" name="connsiteY94"/>
                  <a:gd fmla="*/ 185833 w 303466" name="connsiteX95"/>
                  <a:gd fmla="*/ 12573 h 303180" name="connsiteY95"/>
                  <a:gd fmla="*/ 186309 w 303466" name="connsiteX96"/>
                  <a:gd fmla="*/ 10573 h 303180" name="connsiteY96"/>
                  <a:gd fmla="*/ 194596 w 303466" name="connsiteX97"/>
                  <a:gd fmla="*/ 6096 h 303180" name="connsiteY97"/>
                  <a:gd fmla="*/ 236791 w 303466" name="connsiteX98"/>
                  <a:gd fmla="*/ 26099 h 303180" name="connsiteY98"/>
                  <a:gd fmla="*/ 239744 w 303466" name="connsiteX99"/>
                  <a:gd fmla="*/ 30385 h 303180" name="connsiteY99"/>
                  <a:gd fmla="*/ 238601 w 303466" name="connsiteX100"/>
                  <a:gd fmla="*/ 35528 h 303180" name="connsiteY100"/>
                  <a:gd fmla="*/ 232981 w 303466" name="connsiteX101"/>
                  <a:gd fmla="*/ 38386 h 303180" name="connsiteY101"/>
                  <a:gd fmla="*/ 104394 w 303466" name="connsiteX102"/>
                  <a:gd fmla="*/ 21336 h 303180" name="connsiteY102"/>
                  <a:gd fmla="*/ 98107 w 303466" name="connsiteX103"/>
                  <a:gd fmla="*/ 16669 h 303180" name="connsiteY103"/>
                  <a:gd fmla="*/ 97631 w 303466" name="connsiteX104"/>
                  <a:gd fmla="*/ 14383 h 303180" name="connsiteY104"/>
                  <a:gd fmla="*/ 102108 w 303466" name="connsiteX105"/>
                  <a:gd fmla="*/ 8096 h 303180" name="connsiteY105"/>
                  <a:gd fmla="*/ 148114 w 303466" name="connsiteX106"/>
                  <a:gd fmla="*/ 0 h 303180" name="connsiteY106"/>
                  <a:gd fmla="*/ 155067 w 303466" name="connsiteX107"/>
                  <a:gd fmla="*/ 6477 h 303180" name="connsiteY107"/>
                  <a:gd fmla="*/ 148590 w 303466" name="connsiteX108"/>
                  <a:gd fmla="*/ 13430 h 303180" name="connsiteY108"/>
                  <a:gd fmla="*/ 106585 w 303466" name="connsiteX109"/>
                  <a:gd fmla="*/ 20860 h 303180" name="connsiteY109"/>
                  <a:gd fmla="*/ 106585 w 303466" name="connsiteX110"/>
                  <a:gd fmla="*/ 20860 h 303180" name="connsiteY110"/>
                  <a:gd fmla="*/ 104394 w 303466" name="connsiteX111"/>
                  <a:gd fmla="*/ 21336 h 303180" name="connsiteY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b="b" l="l" r="r" t="t"/>
                <a:pathLst>
                  <a:path h="303180" w="303466">
                    <a:moveTo>
                      <a:pt x="162115" y="302990"/>
                    </a:moveTo>
                    <a:lnTo>
                      <a:pt x="161830" y="302990"/>
                    </a:lnTo>
                    <a:cubicBezTo>
                      <a:pt x="158210" y="302990"/>
                      <a:pt x="155353" y="300038"/>
                      <a:pt x="155067" y="296513"/>
                    </a:cubicBezTo>
                    <a:cubicBezTo>
                      <a:pt x="154876" y="294704"/>
                      <a:pt x="155543" y="293180"/>
                      <a:pt x="156686" y="291846"/>
                    </a:cubicBezTo>
                    <a:cubicBezTo>
                      <a:pt x="157829" y="290513"/>
                      <a:pt x="159639" y="289656"/>
                      <a:pt x="161163" y="289656"/>
                    </a:cubicBezTo>
                    <a:cubicBezTo>
                      <a:pt x="175546" y="288513"/>
                      <a:pt x="189643" y="285369"/>
                      <a:pt x="202882" y="280226"/>
                    </a:cubicBezTo>
                    <a:cubicBezTo>
                      <a:pt x="206216" y="278702"/>
                      <a:pt x="210312" y="280416"/>
                      <a:pt x="211646" y="283845"/>
                    </a:cubicBezTo>
                    <a:cubicBezTo>
                      <a:pt x="211836" y="284702"/>
                      <a:pt x="212122" y="285655"/>
                      <a:pt x="212122" y="286512"/>
                    </a:cubicBezTo>
                    <a:cubicBezTo>
                      <a:pt x="211931" y="289179"/>
                      <a:pt x="210312" y="291655"/>
                      <a:pt x="207836" y="292608"/>
                    </a:cubicBezTo>
                    <a:cubicBezTo>
                      <a:pt x="193262" y="298418"/>
                      <a:pt x="178022" y="302038"/>
                      <a:pt x="162306" y="303181"/>
                    </a:cubicBezTo>
                    <a:lnTo>
                      <a:pt x="162115" y="303181"/>
                    </a:lnTo>
                    <a:close/>
                    <a:moveTo>
                      <a:pt x="117253" y="299181"/>
                    </a:moveTo>
                    <a:cubicBezTo>
                      <a:pt x="116776" y="299181"/>
                      <a:pt x="116110" y="298990"/>
                      <a:pt x="115633" y="298990"/>
                    </a:cubicBezTo>
                    <a:cubicBezTo>
                      <a:pt x="100393" y="295180"/>
                      <a:pt x="85820" y="289084"/>
                      <a:pt x="72580" y="280988"/>
                    </a:cubicBezTo>
                    <a:cubicBezTo>
                      <a:pt x="69437" y="278988"/>
                      <a:pt x="68294" y="274701"/>
                      <a:pt x="70295" y="271558"/>
                    </a:cubicBezTo>
                    <a:cubicBezTo>
                      <a:pt x="72104" y="268414"/>
                      <a:pt x="76390" y="267558"/>
                      <a:pt x="79534" y="269272"/>
                    </a:cubicBezTo>
                    <a:cubicBezTo>
                      <a:pt x="91916" y="276892"/>
                      <a:pt x="105156" y="282512"/>
                      <a:pt x="118777" y="285655"/>
                    </a:cubicBezTo>
                    <a:cubicBezTo>
                      <a:pt x="121920" y="286512"/>
                      <a:pt x="123920" y="289274"/>
                      <a:pt x="123920" y="292132"/>
                    </a:cubicBezTo>
                    <a:cubicBezTo>
                      <a:pt x="123920" y="292798"/>
                      <a:pt x="123920" y="293465"/>
                      <a:pt x="123730" y="293941"/>
                    </a:cubicBezTo>
                    <a:cubicBezTo>
                      <a:pt x="123063" y="296989"/>
                      <a:pt x="120301" y="299181"/>
                      <a:pt x="117253" y="299181"/>
                    </a:cubicBezTo>
                    <a:close/>
                    <a:moveTo>
                      <a:pt x="243745" y="270224"/>
                    </a:moveTo>
                    <a:cubicBezTo>
                      <a:pt x="241745" y="270224"/>
                      <a:pt x="239935" y="269367"/>
                      <a:pt x="238601" y="267748"/>
                    </a:cubicBezTo>
                    <a:cubicBezTo>
                      <a:pt x="236125" y="264795"/>
                      <a:pt x="236601" y="260604"/>
                      <a:pt x="239458" y="258318"/>
                    </a:cubicBezTo>
                    <a:cubicBezTo>
                      <a:pt x="250507" y="249364"/>
                      <a:pt x="259842" y="238601"/>
                      <a:pt x="267938" y="226409"/>
                    </a:cubicBezTo>
                    <a:cubicBezTo>
                      <a:pt x="269748" y="223457"/>
                      <a:pt x="274034" y="222409"/>
                      <a:pt x="277178" y="224409"/>
                    </a:cubicBezTo>
                    <a:cubicBezTo>
                      <a:pt x="278987" y="225743"/>
                      <a:pt x="280130" y="227743"/>
                      <a:pt x="280321" y="230029"/>
                    </a:cubicBezTo>
                    <a:cubicBezTo>
                      <a:pt x="280321" y="231362"/>
                      <a:pt x="279845" y="232505"/>
                      <a:pt x="279178" y="233839"/>
                    </a:cubicBezTo>
                    <a:cubicBezTo>
                      <a:pt x="270605" y="246888"/>
                      <a:pt x="260128" y="258795"/>
                      <a:pt x="248031" y="268605"/>
                    </a:cubicBezTo>
                    <a:cubicBezTo>
                      <a:pt x="246888" y="269557"/>
                      <a:pt x="245364" y="270224"/>
                      <a:pt x="243745" y="270224"/>
                    </a:cubicBezTo>
                    <a:close/>
                    <a:moveTo>
                      <a:pt x="42005" y="252984"/>
                    </a:moveTo>
                    <a:cubicBezTo>
                      <a:pt x="40005" y="252984"/>
                      <a:pt x="38195" y="252127"/>
                      <a:pt x="36862" y="250793"/>
                    </a:cubicBezTo>
                    <a:cubicBezTo>
                      <a:pt x="26575" y="238887"/>
                      <a:pt x="18193" y="225457"/>
                      <a:pt x="12192" y="211074"/>
                    </a:cubicBezTo>
                    <a:cubicBezTo>
                      <a:pt x="11525" y="209264"/>
                      <a:pt x="11335" y="207455"/>
                      <a:pt x="12001" y="205931"/>
                    </a:cubicBezTo>
                    <a:cubicBezTo>
                      <a:pt x="12668" y="204121"/>
                      <a:pt x="14002" y="202787"/>
                      <a:pt x="15621" y="202121"/>
                    </a:cubicBezTo>
                    <a:cubicBezTo>
                      <a:pt x="18955" y="200787"/>
                      <a:pt x="23241" y="202311"/>
                      <a:pt x="24574" y="205740"/>
                    </a:cubicBezTo>
                    <a:cubicBezTo>
                      <a:pt x="30194" y="218980"/>
                      <a:pt x="37814" y="231077"/>
                      <a:pt x="47054" y="241840"/>
                    </a:cubicBezTo>
                    <a:cubicBezTo>
                      <a:pt x="48196" y="243174"/>
                      <a:pt x="48863" y="244793"/>
                      <a:pt x="48863" y="246507"/>
                    </a:cubicBezTo>
                    <a:cubicBezTo>
                      <a:pt x="48673" y="248317"/>
                      <a:pt x="48006" y="250127"/>
                      <a:pt x="46387" y="251460"/>
                    </a:cubicBezTo>
                    <a:cubicBezTo>
                      <a:pt x="45148" y="252317"/>
                      <a:pt x="43624" y="252984"/>
                      <a:pt x="42005" y="252984"/>
                    </a:cubicBezTo>
                    <a:close/>
                    <a:moveTo>
                      <a:pt x="291846" y="195929"/>
                    </a:moveTo>
                    <a:cubicBezTo>
                      <a:pt x="291179" y="195929"/>
                      <a:pt x="290513" y="195929"/>
                      <a:pt x="290036" y="195739"/>
                    </a:cubicBezTo>
                    <a:cubicBezTo>
                      <a:pt x="288226" y="195263"/>
                      <a:pt x="286893" y="194215"/>
                      <a:pt x="286036" y="192596"/>
                    </a:cubicBezTo>
                    <a:cubicBezTo>
                      <a:pt x="285179" y="191072"/>
                      <a:pt x="284893" y="189262"/>
                      <a:pt x="285369" y="187643"/>
                    </a:cubicBezTo>
                    <a:cubicBezTo>
                      <a:pt x="288512" y="175927"/>
                      <a:pt x="290036" y="163830"/>
                      <a:pt x="290036" y="151543"/>
                    </a:cubicBezTo>
                    <a:cubicBezTo>
                      <a:pt x="290036" y="150209"/>
                      <a:pt x="290036" y="148876"/>
                      <a:pt x="290036" y="147542"/>
                    </a:cubicBezTo>
                    <a:cubicBezTo>
                      <a:pt x="290036" y="146876"/>
                      <a:pt x="289846" y="145923"/>
                      <a:pt x="289846" y="145256"/>
                    </a:cubicBezTo>
                    <a:lnTo>
                      <a:pt x="289846" y="145256"/>
                    </a:lnTo>
                    <a:lnTo>
                      <a:pt x="289846" y="145256"/>
                    </a:lnTo>
                    <a:cubicBezTo>
                      <a:pt x="289846" y="145066"/>
                      <a:pt x="289846" y="145066"/>
                      <a:pt x="289846" y="145066"/>
                    </a:cubicBezTo>
                    <a:lnTo>
                      <a:pt x="289846" y="144875"/>
                    </a:lnTo>
                    <a:cubicBezTo>
                      <a:pt x="290036" y="141256"/>
                      <a:pt x="292798" y="138399"/>
                      <a:pt x="296323" y="138113"/>
                    </a:cubicBezTo>
                    <a:lnTo>
                      <a:pt x="296513" y="138113"/>
                    </a:lnTo>
                    <a:cubicBezTo>
                      <a:pt x="300133" y="138113"/>
                      <a:pt x="302990" y="140780"/>
                      <a:pt x="303276" y="144399"/>
                    </a:cubicBezTo>
                    <a:lnTo>
                      <a:pt x="303276" y="144590"/>
                    </a:lnTo>
                    <a:cubicBezTo>
                      <a:pt x="303276" y="145066"/>
                      <a:pt x="303276" y="145256"/>
                      <a:pt x="303276" y="145447"/>
                    </a:cubicBezTo>
                    <a:cubicBezTo>
                      <a:pt x="303466" y="147257"/>
                      <a:pt x="303466" y="149257"/>
                      <a:pt x="303466" y="151543"/>
                    </a:cubicBezTo>
                    <a:cubicBezTo>
                      <a:pt x="303466" y="164973"/>
                      <a:pt x="301657" y="178308"/>
                      <a:pt x="298323" y="191072"/>
                    </a:cubicBezTo>
                    <a:cubicBezTo>
                      <a:pt x="297466" y="193929"/>
                      <a:pt x="294704" y="195929"/>
                      <a:pt x="291846" y="195929"/>
                    </a:cubicBezTo>
                    <a:close/>
                    <a:moveTo>
                      <a:pt x="7429" y="171736"/>
                    </a:moveTo>
                    <a:cubicBezTo>
                      <a:pt x="3810" y="171736"/>
                      <a:pt x="953" y="169069"/>
                      <a:pt x="667" y="165640"/>
                    </a:cubicBezTo>
                    <a:cubicBezTo>
                      <a:pt x="190" y="161163"/>
                      <a:pt x="0" y="156686"/>
                      <a:pt x="0" y="151448"/>
                    </a:cubicBezTo>
                    <a:cubicBezTo>
                      <a:pt x="0" y="135731"/>
                      <a:pt x="2476" y="120301"/>
                      <a:pt x="7239" y="105251"/>
                    </a:cubicBezTo>
                    <a:cubicBezTo>
                      <a:pt x="8382" y="101918"/>
                      <a:pt x="12192" y="99822"/>
                      <a:pt x="15812" y="100965"/>
                    </a:cubicBezTo>
                    <a:cubicBezTo>
                      <a:pt x="19145" y="102108"/>
                      <a:pt x="21241" y="105918"/>
                      <a:pt x="20098" y="109538"/>
                    </a:cubicBezTo>
                    <a:cubicBezTo>
                      <a:pt x="15812" y="122968"/>
                      <a:pt x="13621" y="137160"/>
                      <a:pt x="13621" y="151257"/>
                    </a:cubicBezTo>
                    <a:lnTo>
                      <a:pt x="13621" y="151448"/>
                    </a:lnTo>
                    <a:cubicBezTo>
                      <a:pt x="13621" y="151638"/>
                      <a:pt x="13621" y="152114"/>
                      <a:pt x="13621" y="152305"/>
                    </a:cubicBezTo>
                    <a:cubicBezTo>
                      <a:pt x="13621" y="156115"/>
                      <a:pt x="13811" y="160211"/>
                      <a:pt x="14097" y="164211"/>
                    </a:cubicBezTo>
                    <a:lnTo>
                      <a:pt x="14288" y="164878"/>
                    </a:lnTo>
                    <a:cubicBezTo>
                      <a:pt x="14097" y="168497"/>
                      <a:pt x="11621" y="171164"/>
                      <a:pt x="8001" y="171641"/>
                    </a:cubicBezTo>
                    <a:cubicBezTo>
                      <a:pt x="7620" y="171736"/>
                      <a:pt x="7429" y="171736"/>
                      <a:pt x="7429" y="171736"/>
                    </a:cubicBezTo>
                    <a:close/>
                    <a:moveTo>
                      <a:pt x="287750" y="107728"/>
                    </a:moveTo>
                    <a:cubicBezTo>
                      <a:pt x="284797" y="107728"/>
                      <a:pt x="282321" y="105918"/>
                      <a:pt x="281273" y="103442"/>
                    </a:cubicBezTo>
                    <a:cubicBezTo>
                      <a:pt x="276320" y="90202"/>
                      <a:pt x="269367" y="77629"/>
                      <a:pt x="260604" y="66389"/>
                    </a:cubicBezTo>
                    <a:cubicBezTo>
                      <a:pt x="260604" y="66389"/>
                      <a:pt x="260604" y="66389"/>
                      <a:pt x="260413" y="66199"/>
                    </a:cubicBezTo>
                    <a:cubicBezTo>
                      <a:pt x="259556" y="65056"/>
                      <a:pt x="259080" y="63532"/>
                      <a:pt x="259080" y="61913"/>
                    </a:cubicBezTo>
                    <a:cubicBezTo>
                      <a:pt x="259080" y="59912"/>
                      <a:pt x="259937" y="57912"/>
                      <a:pt x="261556" y="56769"/>
                    </a:cubicBezTo>
                    <a:cubicBezTo>
                      <a:pt x="264509" y="54483"/>
                      <a:pt x="268986" y="55150"/>
                      <a:pt x="271177" y="57912"/>
                    </a:cubicBezTo>
                    <a:cubicBezTo>
                      <a:pt x="280892" y="70295"/>
                      <a:pt x="288512" y="84201"/>
                      <a:pt x="294037" y="98774"/>
                    </a:cubicBezTo>
                    <a:cubicBezTo>
                      <a:pt x="295180" y="102108"/>
                      <a:pt x="293561" y="105918"/>
                      <a:pt x="289941" y="107537"/>
                    </a:cubicBezTo>
                    <a:cubicBezTo>
                      <a:pt x="289084" y="107728"/>
                      <a:pt x="288417" y="107728"/>
                      <a:pt x="287750" y="107728"/>
                    </a:cubicBezTo>
                    <a:close/>
                    <a:moveTo>
                      <a:pt x="33718" y="74105"/>
                    </a:moveTo>
                    <a:cubicBezTo>
                      <a:pt x="32385" y="74105"/>
                      <a:pt x="31051" y="73628"/>
                      <a:pt x="29908" y="72962"/>
                    </a:cubicBezTo>
                    <a:cubicBezTo>
                      <a:pt x="27908" y="71628"/>
                      <a:pt x="26956" y="69342"/>
                      <a:pt x="26956" y="67342"/>
                    </a:cubicBezTo>
                    <a:cubicBezTo>
                      <a:pt x="26956" y="66008"/>
                      <a:pt x="27432" y="64675"/>
                      <a:pt x="28099" y="63532"/>
                    </a:cubicBezTo>
                    <a:cubicBezTo>
                      <a:pt x="37338" y="50768"/>
                      <a:pt x="48292" y="39529"/>
                      <a:pt x="60865" y="30099"/>
                    </a:cubicBezTo>
                    <a:cubicBezTo>
                      <a:pt x="63817" y="27813"/>
                      <a:pt x="68008" y="28480"/>
                      <a:pt x="70295" y="31433"/>
                    </a:cubicBezTo>
                    <a:cubicBezTo>
                      <a:pt x="71438" y="32766"/>
                      <a:pt x="71914" y="34576"/>
                      <a:pt x="71628" y="36386"/>
                    </a:cubicBezTo>
                    <a:cubicBezTo>
                      <a:pt x="71438" y="38195"/>
                      <a:pt x="70295" y="39719"/>
                      <a:pt x="68961" y="40862"/>
                    </a:cubicBezTo>
                    <a:cubicBezTo>
                      <a:pt x="57531" y="49435"/>
                      <a:pt x="47625" y="59531"/>
                      <a:pt x="39338" y="71152"/>
                    </a:cubicBezTo>
                    <a:cubicBezTo>
                      <a:pt x="39338" y="71152"/>
                      <a:pt x="39338" y="71152"/>
                      <a:pt x="39148" y="71342"/>
                    </a:cubicBezTo>
                    <a:cubicBezTo>
                      <a:pt x="38005" y="73152"/>
                      <a:pt x="35719" y="74105"/>
                      <a:pt x="33718" y="74105"/>
                    </a:cubicBezTo>
                    <a:close/>
                    <a:moveTo>
                      <a:pt x="232981" y="38386"/>
                    </a:moveTo>
                    <a:cubicBezTo>
                      <a:pt x="231648" y="38386"/>
                      <a:pt x="230314" y="37910"/>
                      <a:pt x="229171" y="37243"/>
                    </a:cubicBezTo>
                    <a:cubicBezTo>
                      <a:pt x="217551" y="29147"/>
                      <a:pt x="204502" y="23146"/>
                      <a:pt x="190786" y="18860"/>
                    </a:cubicBezTo>
                    <a:cubicBezTo>
                      <a:pt x="187833" y="18193"/>
                      <a:pt x="186118" y="15526"/>
                      <a:pt x="185833" y="12573"/>
                    </a:cubicBezTo>
                    <a:cubicBezTo>
                      <a:pt x="185833" y="11906"/>
                      <a:pt x="186023" y="11240"/>
                      <a:pt x="186309" y="10573"/>
                    </a:cubicBezTo>
                    <a:cubicBezTo>
                      <a:pt x="187166" y="7239"/>
                      <a:pt x="190976" y="4953"/>
                      <a:pt x="194596" y="6096"/>
                    </a:cubicBezTo>
                    <a:cubicBezTo>
                      <a:pt x="209645" y="10573"/>
                      <a:pt x="223838" y="17336"/>
                      <a:pt x="236791" y="26099"/>
                    </a:cubicBezTo>
                    <a:cubicBezTo>
                      <a:pt x="238315" y="26956"/>
                      <a:pt x="239268" y="28575"/>
                      <a:pt x="239744" y="30385"/>
                    </a:cubicBezTo>
                    <a:cubicBezTo>
                      <a:pt x="239935" y="32195"/>
                      <a:pt x="239744" y="34004"/>
                      <a:pt x="238601" y="35528"/>
                    </a:cubicBezTo>
                    <a:cubicBezTo>
                      <a:pt x="237458" y="37243"/>
                      <a:pt x="235267" y="38386"/>
                      <a:pt x="232981" y="38386"/>
                    </a:cubicBezTo>
                    <a:close/>
                    <a:moveTo>
                      <a:pt x="104394" y="21336"/>
                    </a:moveTo>
                    <a:cubicBezTo>
                      <a:pt x="101441" y="21336"/>
                      <a:pt x="98965" y="19336"/>
                      <a:pt x="98107" y="16669"/>
                    </a:cubicBezTo>
                    <a:cubicBezTo>
                      <a:pt x="97631" y="16002"/>
                      <a:pt x="97631" y="15145"/>
                      <a:pt x="97631" y="14383"/>
                    </a:cubicBezTo>
                    <a:cubicBezTo>
                      <a:pt x="97631" y="11430"/>
                      <a:pt x="99441" y="9049"/>
                      <a:pt x="102108" y="8096"/>
                    </a:cubicBezTo>
                    <a:cubicBezTo>
                      <a:pt x="116872" y="3143"/>
                      <a:pt x="132397" y="286"/>
                      <a:pt x="148114" y="0"/>
                    </a:cubicBezTo>
                    <a:cubicBezTo>
                      <a:pt x="151924" y="0"/>
                      <a:pt x="155067" y="2667"/>
                      <a:pt x="155067" y="6477"/>
                    </a:cubicBezTo>
                    <a:cubicBezTo>
                      <a:pt x="155067" y="10097"/>
                      <a:pt x="152114" y="13240"/>
                      <a:pt x="148590" y="13430"/>
                    </a:cubicBezTo>
                    <a:cubicBezTo>
                      <a:pt x="134207" y="13621"/>
                      <a:pt x="120110" y="16097"/>
                      <a:pt x="106585" y="20860"/>
                    </a:cubicBezTo>
                    <a:lnTo>
                      <a:pt x="106585" y="20860"/>
                    </a:lnTo>
                    <a:cubicBezTo>
                      <a:pt x="105728" y="21146"/>
                      <a:pt x="105061" y="21336"/>
                      <a:pt x="104394" y="21336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576b0c05-c4a7-470a-9799-bfcf0c7d2dbf" id="102" name="任意多边形: 形状 101">
                <a:extLst>
                  <a:ext uri="{FF2B5EF4-FFF2-40B4-BE49-F238E27FC236}">
                    <a16:creationId id="{3392661B-410E-0EF9-59B3-8F8352F89946}"/>
                  </a:ext>
                </a:extLst>
              </p:cNvPr>
              <p:cNvSpPr/>
              <p:nvPr/>
            </p:nvSpPr>
            <p:spPr>
              <a:xfrm flipV="false" flipH="false">
                <a:off x="4042215" y="5631469"/>
                <a:ext cx="113688" cy="113687"/>
              </a:xfrm>
              <a:custGeom>
                <a:avLst/>
                <a:gdLst>
                  <a:gd fmla="*/ 0 w 164973" name="connsiteX0"/>
                  <a:gd fmla="*/ 82487 h 164973" name="connsiteY0"/>
                  <a:gd fmla="*/ 82582 w 164973" name="connsiteX1"/>
                  <a:gd fmla="*/ 0 h 164973" name="connsiteY1"/>
                  <a:gd fmla="*/ 164973 w 164973" name="connsiteX2"/>
                  <a:gd fmla="*/ 82487 h 164973" name="connsiteY2"/>
                  <a:gd fmla="*/ 82582 w 164973" name="connsiteX3"/>
                  <a:gd fmla="*/ 164973 h 164973" name="connsiteY3"/>
                  <a:gd fmla="*/ 0 w 164973" name="connsiteX4"/>
                  <a:gd fmla="*/ 82487 h 164973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64973" w="164973">
                    <a:moveTo>
                      <a:pt x="0" y="82487"/>
                    </a:moveTo>
                    <a:cubicBezTo>
                      <a:pt x="0" y="36957"/>
                      <a:pt x="37052" y="0"/>
                      <a:pt x="82582" y="0"/>
                    </a:cubicBezTo>
                    <a:cubicBezTo>
                      <a:pt x="128111" y="0"/>
                      <a:pt x="164973" y="36957"/>
                      <a:pt x="164973" y="82487"/>
                    </a:cubicBezTo>
                    <a:cubicBezTo>
                      <a:pt x="164973" y="128111"/>
                      <a:pt x="128207" y="164973"/>
                      <a:pt x="82582" y="164973"/>
                    </a:cubicBezTo>
                    <a:cubicBezTo>
                      <a:pt x="37052" y="165068"/>
                      <a:pt x="0" y="128111"/>
                      <a:pt x="0" y="82487"/>
                    </a:cubicBezTo>
                    <a:close/>
                  </a:path>
                </a:pathLst>
              </a:custGeom>
              <a:solidFill>
                <a:srgbClr val="FF560B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3989172-5778-482f-a2ca-beec5a6b7dac" id="99" name="任意多边形: 形状 98">
                <a:extLst>
                  <a:ext uri="{FF2B5EF4-FFF2-40B4-BE49-F238E27FC236}">
                    <a16:creationId id="{582ACE8A-FB96-EBE5-6916-50E2B4D43135}"/>
                  </a:ext>
                </a:extLst>
              </p:cNvPr>
              <p:cNvSpPr/>
              <p:nvPr/>
            </p:nvSpPr>
            <p:spPr>
              <a:xfrm flipV="false" flipH="false">
                <a:off x="3729116" y="2621078"/>
                <a:ext cx="259143" cy="259120"/>
              </a:xfrm>
              <a:custGeom>
                <a:avLst/>
                <a:gdLst>
                  <a:gd fmla="*/ 189929 w 376046" name="connsiteX0"/>
                  <a:gd fmla="*/ 376013 h 376012" name="connsiteY0"/>
                  <a:gd fmla="*/ 189929 w 376046" name="connsiteX1"/>
                  <a:gd fmla="*/ 376013 h 376012" name="connsiteY1"/>
                  <a:gd fmla="*/ 189643 w 376046" name="connsiteX2"/>
                  <a:gd fmla="*/ 376013 h 376012" name="connsiteY2"/>
                  <a:gd fmla="*/ 182880 w 376046" name="connsiteX3"/>
                  <a:gd fmla="*/ 369250 h 376012" name="connsiteY3"/>
                  <a:gd fmla="*/ 184880 w 376046" name="connsiteX4"/>
                  <a:gd fmla="*/ 364583 h 376012" name="connsiteY4"/>
                  <a:gd fmla="*/ 189547 w 376046" name="connsiteX5"/>
                  <a:gd fmla="*/ 362582 h 376012" name="connsiteY5"/>
                  <a:gd fmla="*/ 232410 w 376046" name="connsiteX6"/>
                  <a:gd fmla="*/ 356963 h 376012" name="connsiteY6"/>
                  <a:gd fmla="*/ 240506 w 376046" name="connsiteX7"/>
                  <a:gd fmla="*/ 361630 h 376012" name="connsiteY7"/>
                  <a:gd fmla="*/ 240697 w 376046" name="connsiteX8"/>
                  <a:gd fmla="*/ 363440 h 376012" name="connsiteY8"/>
                  <a:gd fmla="*/ 235744 w 376046" name="connsiteX9"/>
                  <a:gd fmla="*/ 369917 h 376012" name="connsiteY9"/>
                  <a:gd fmla="*/ 189929 w 376046" name="connsiteX10"/>
                  <a:gd fmla="*/ 376013 h 376012" name="connsiteY10"/>
                  <a:gd fmla="*/ 145256 w 376046" name="connsiteX11"/>
                  <a:gd fmla="*/ 371060 h 376012" name="connsiteY11"/>
                  <a:gd fmla="*/ 143637 w 376046" name="connsiteX12"/>
                  <a:gd fmla="*/ 370869 h 376012" name="connsiteY12"/>
                  <a:gd fmla="*/ 143446 w 376046" name="connsiteX13"/>
                  <a:gd fmla="*/ 370869 h 376012" name="connsiteY13"/>
                  <a:gd fmla="*/ 100394 w 376046" name="connsiteX14"/>
                  <a:gd fmla="*/ 354486 h 376012" name="connsiteY14"/>
                  <a:gd fmla="*/ 97060 w 376046" name="connsiteX15"/>
                  <a:gd fmla="*/ 350486 h 376012" name="connsiteY15"/>
                  <a:gd fmla="*/ 97536 w 376046" name="connsiteX16"/>
                  <a:gd fmla="*/ 345342 h 376012" name="connsiteY16"/>
                  <a:gd fmla="*/ 106680 w 376046" name="connsiteX17"/>
                  <a:gd fmla="*/ 342675 h 376012" name="connsiteY17"/>
                  <a:gd fmla="*/ 146875 w 376046" name="connsiteX18"/>
                  <a:gd fmla="*/ 357725 h 376012" name="connsiteY18"/>
                  <a:gd fmla="*/ 152019 w 376046" name="connsiteX19"/>
                  <a:gd fmla="*/ 364202 h 376012" name="connsiteY19"/>
                  <a:gd fmla="*/ 151829 w 376046" name="connsiteX20"/>
                  <a:gd fmla="*/ 366011 h 376012" name="connsiteY20"/>
                  <a:gd fmla="*/ 145256 w 376046" name="connsiteX21"/>
                  <a:gd fmla="*/ 371060 h 376012" name="connsiteY21"/>
                  <a:gd fmla="*/ 275654 w 376046" name="connsiteX22"/>
                  <a:gd fmla="*/ 353534 h 376012" name="connsiteY22"/>
                  <a:gd fmla="*/ 269843 w 376046" name="connsiteX23"/>
                  <a:gd fmla="*/ 349914 h 376012" name="connsiteY23"/>
                  <a:gd fmla="*/ 269177 w 376046" name="connsiteX24"/>
                  <a:gd fmla="*/ 344771 h 376012" name="connsiteY24"/>
                  <a:gd fmla="*/ 272510 w 376046" name="connsiteX25"/>
                  <a:gd fmla="*/ 340770 h 376012" name="connsiteY25"/>
                  <a:gd fmla="*/ 307277 w 376046" name="connsiteX26"/>
                  <a:gd fmla="*/ 315434 h 376012" name="connsiteY26"/>
                  <a:gd fmla="*/ 316706 w 376046" name="connsiteX27"/>
                  <a:gd fmla="*/ 315910 h 376012" name="connsiteY27"/>
                  <a:gd fmla="*/ 318516 w 376046" name="connsiteX28"/>
                  <a:gd fmla="*/ 320387 h 376012" name="connsiteY28"/>
                  <a:gd fmla="*/ 316516 w 376046" name="connsiteX29"/>
                  <a:gd fmla="*/ 325340 h 376012" name="connsiteY29"/>
                  <a:gd fmla="*/ 278987 w 376046" name="connsiteX30"/>
                  <a:gd fmla="*/ 352676 h 376012" name="connsiteY30"/>
                  <a:gd fmla="*/ 275654 w 376046" name="connsiteX31"/>
                  <a:gd fmla="*/ 353534 h 376012" name="connsiteY31"/>
                  <a:gd fmla="*/ 66770 w 376046" name="connsiteX32"/>
                  <a:gd fmla="*/ 329531 h 376012" name="connsiteY32"/>
                  <a:gd fmla="*/ 62294 w 376046" name="connsiteX33"/>
                  <a:gd fmla="*/ 327721 h 376012" name="connsiteY33"/>
                  <a:gd fmla="*/ 32004 w 376046" name="connsiteX34"/>
                  <a:gd fmla="*/ 292669 h 376012" name="connsiteY34"/>
                  <a:gd fmla="*/ 30861 w 376046" name="connsiteX35"/>
                  <a:gd fmla="*/ 287716 h 376012" name="connsiteY35"/>
                  <a:gd fmla="*/ 33814 w 376046" name="connsiteX36"/>
                  <a:gd fmla="*/ 283430 h 376012" name="connsiteY36"/>
                  <a:gd fmla="*/ 43053 w 376046" name="connsiteX37"/>
                  <a:gd fmla="*/ 285049 h 376012" name="connsiteY37"/>
                  <a:gd fmla="*/ 71152 w 376046" name="connsiteX38"/>
                  <a:gd fmla="*/ 317624 h 376012" name="connsiteY38"/>
                  <a:gd fmla="*/ 71438 w 376046" name="connsiteX39"/>
                  <a:gd fmla="*/ 317815 h 376012" name="connsiteY39"/>
                  <a:gd fmla="*/ 73628 w 376046" name="connsiteX40"/>
                  <a:gd fmla="*/ 322768 h 376012" name="connsiteY40"/>
                  <a:gd fmla="*/ 71819 w 376046" name="connsiteX41"/>
                  <a:gd fmla="*/ 327245 h 376012" name="connsiteY41"/>
                  <a:gd fmla="*/ 66770 w 376046" name="connsiteX42"/>
                  <a:gd fmla="*/ 329531 h 376012" name="connsiteY42"/>
                  <a:gd fmla="*/ 340614 w 376046" name="connsiteX43"/>
                  <a:gd fmla="*/ 292764 h 376012" name="connsiteY43"/>
                  <a:gd fmla="*/ 336995 w 376046" name="connsiteX44"/>
                  <a:gd fmla="*/ 291621 h 376012" name="connsiteY44"/>
                  <a:gd fmla="*/ 334042 w 376046" name="connsiteX45"/>
                  <a:gd fmla="*/ 287335 h 376012" name="connsiteY45"/>
                  <a:gd fmla="*/ 334899 w 376046" name="connsiteX46"/>
                  <a:gd fmla="*/ 282382 h 376012" name="connsiteY46"/>
                  <a:gd fmla="*/ 353473 w 376046" name="connsiteX47"/>
                  <a:gd fmla="*/ 243520 h 376012" name="connsiteY47"/>
                  <a:gd fmla="*/ 353473 w 376046" name="connsiteX48"/>
                  <a:gd fmla="*/ 243329 h 376012" name="connsiteY48"/>
                  <a:gd fmla="*/ 362045 w 376046" name="connsiteX49"/>
                  <a:gd fmla="*/ 239329 h 376012" name="connsiteY49"/>
                  <a:gd fmla="*/ 366522 w 376046" name="connsiteX50"/>
                  <a:gd fmla="*/ 245806 h 376012" name="connsiteY50"/>
                  <a:gd fmla="*/ 366331 w 376046" name="connsiteX51"/>
                  <a:gd fmla="*/ 247616 h 376012" name="connsiteY51"/>
                  <a:gd fmla="*/ 366331 w 376046" name="connsiteX52"/>
                  <a:gd fmla="*/ 247806 h 376012" name="connsiteY52"/>
                  <a:gd fmla="*/ 366141 w 376046" name="connsiteX53"/>
                  <a:gd fmla="*/ 247997 h 376012" name="connsiteY53"/>
                  <a:gd fmla="*/ 346138 w 376046" name="connsiteX54"/>
                  <a:gd fmla="*/ 289526 h 376012" name="connsiteY54"/>
                  <a:gd fmla="*/ 340614 w 376046" name="connsiteX55"/>
                  <a:gd fmla="*/ 292764 h 376012" name="connsiteY55"/>
                  <a:gd fmla="*/ 17145 w 376046" name="connsiteX56"/>
                  <a:gd fmla="*/ 255712 h 376012" name="connsiteY56"/>
                  <a:gd fmla="*/ 10858 w 376046" name="connsiteX57"/>
                  <a:gd fmla="*/ 251235 h 376012" name="connsiteY57"/>
                  <a:gd fmla="*/ 762 w 376046" name="connsiteX58"/>
                  <a:gd fmla="*/ 206087 h 376012" name="connsiteY58"/>
                  <a:gd fmla="*/ 2381 w 376046" name="connsiteX59"/>
                  <a:gd fmla="*/ 201134 h 376012" name="connsiteY59"/>
                  <a:gd fmla="*/ 6858 w 376046" name="connsiteX60"/>
                  <a:gd fmla="*/ 198657 h 376012" name="connsiteY60"/>
                  <a:gd fmla="*/ 14288 w 376046" name="connsiteX61"/>
                  <a:gd fmla="*/ 204753 h 376012" name="connsiteY61"/>
                  <a:gd fmla="*/ 23717 w 376046" name="connsiteX62"/>
                  <a:gd fmla="*/ 246758 h 376012" name="connsiteY62"/>
                  <a:gd fmla="*/ 24194 w 376046" name="connsiteX63"/>
                  <a:gd fmla="*/ 249235 h 376012" name="connsiteY63"/>
                  <a:gd fmla="*/ 19717 w 376046" name="connsiteX64"/>
                  <a:gd fmla="*/ 255521 h 376012" name="connsiteY64"/>
                  <a:gd fmla="*/ 17145 w 376046" name="connsiteX65"/>
                  <a:gd fmla="*/ 255712 h 376012" name="connsiteY65"/>
                  <a:gd fmla="*/ 368808 w 376046" name="connsiteX66"/>
                  <a:gd fmla="*/ 208563 h 376012" name="connsiteY66"/>
                  <a:gd fmla="*/ 368141 w 376046" name="connsiteX67"/>
                  <a:gd fmla="*/ 208563 h 376012" name="connsiteY67"/>
                  <a:gd fmla="*/ 362045 w 376046" name="connsiteX68"/>
                  <a:gd fmla="*/ 201134 h 376012" name="connsiteY68"/>
                  <a:gd fmla="*/ 362521 w 376046" name="connsiteX69"/>
                  <a:gd fmla="*/ 187894 h 376012" name="connsiteY69"/>
                  <a:gd fmla="*/ 360045 w 376046" name="connsiteX70"/>
                  <a:gd fmla="*/ 158081 h 376012" name="connsiteY70"/>
                  <a:gd fmla="*/ 359855 w 376046" name="connsiteX71"/>
                  <a:gd fmla="*/ 157223 h 376012" name="connsiteY71"/>
                  <a:gd fmla="*/ 365474 w 376046" name="connsiteX72"/>
                  <a:gd fmla="*/ 150461 h 376012" name="connsiteY72"/>
                  <a:gd fmla="*/ 373380 w 376046" name="connsiteX73"/>
                  <a:gd fmla="*/ 155795 h 376012" name="connsiteY73"/>
                  <a:gd fmla="*/ 376047 w 376046" name="connsiteX74"/>
                  <a:gd fmla="*/ 187894 h 376012" name="connsiteY74"/>
                  <a:gd fmla="*/ 375571 w 376046" name="connsiteX75"/>
                  <a:gd fmla="*/ 202277 h 376012" name="connsiteY75"/>
                  <a:gd fmla="*/ 368808 w 376046" name="connsiteX76"/>
                  <a:gd fmla="*/ 208563 h 376012" name="connsiteY76"/>
                  <a:gd fmla="*/ 6763 w 376046" name="connsiteX77"/>
                  <a:gd fmla="*/ 194847 h 376012" name="connsiteY77"/>
                  <a:gd fmla="*/ 0 w 376046" name="connsiteX78"/>
                  <a:gd fmla="*/ 187894 h 376012" name="connsiteY78"/>
                  <a:gd fmla="*/ 5620 w 376046" name="connsiteX79"/>
                  <a:gd fmla="*/ 141888 h 376012" name="connsiteY79"/>
                  <a:gd fmla="*/ 13716 w 376046" name="connsiteX80"/>
                  <a:gd fmla="*/ 137221 h 376012" name="connsiteY80"/>
                  <a:gd fmla="*/ 18002 w 376046" name="connsiteX81"/>
                  <a:gd fmla="*/ 140174 h 376012" name="connsiteY81"/>
                  <a:gd fmla="*/ 18669 w 376046" name="connsiteX82"/>
                  <a:gd fmla="*/ 145317 h 376012" name="connsiteY82"/>
                  <a:gd fmla="*/ 13525 w 376046" name="connsiteX83"/>
                  <a:gd fmla="*/ 187989 h 376012" name="connsiteY83"/>
                  <a:gd fmla="*/ 6763 w 376046" name="connsiteX84"/>
                  <a:gd fmla="*/ 194847 h 376012" name="connsiteY84"/>
                  <a:gd fmla="*/ 353568 w 376046" name="connsiteX85"/>
                  <a:gd fmla="*/ 121028 h 376012" name="connsiteY85"/>
                  <a:gd fmla="*/ 347472 w 376046" name="connsiteX86"/>
                  <a:gd fmla="*/ 117028 h 376012" name="connsiteY86"/>
                  <a:gd fmla="*/ 325279 w 376046" name="connsiteX87"/>
                  <a:gd fmla="*/ 79976 h 376012" name="connsiteY87"/>
                  <a:gd fmla="*/ 323755 w 376046" name="connsiteX88"/>
                  <a:gd fmla="*/ 76166 h 376012" name="connsiteY88"/>
                  <a:gd fmla="*/ 326422 w 376046" name="connsiteX89"/>
                  <a:gd fmla="*/ 70546 h 376012" name="connsiteY89"/>
                  <a:gd fmla="*/ 335852 w 376046" name="connsiteX90"/>
                  <a:gd fmla="*/ 71689 h 376012" name="connsiteY90"/>
                  <a:gd fmla="*/ 359855 w 376046" name="connsiteX91"/>
                  <a:gd fmla="*/ 111694 h 376012" name="connsiteY91"/>
                  <a:gd fmla="*/ 356235 w 376046" name="connsiteX92"/>
                  <a:gd fmla="*/ 120457 h 376012" name="connsiteY92"/>
                  <a:gd fmla="*/ 353568 w 376046" name="connsiteX93"/>
                  <a:gd fmla="*/ 121028 h 376012" name="connsiteY93"/>
                  <a:gd fmla="*/ 28384 w 376046" name="connsiteX94"/>
                  <a:gd fmla="*/ 108646 h 376012" name="connsiteY94"/>
                  <a:gd fmla="*/ 25241 w 376046" name="connsiteX95"/>
                  <a:gd fmla="*/ 107789 h 376012" name="connsiteY95"/>
                  <a:gd fmla="*/ 21622 w 376046" name="connsiteX96"/>
                  <a:gd fmla="*/ 101978 h 376012" name="connsiteY96"/>
                  <a:gd fmla="*/ 22479 w 376046" name="connsiteX97"/>
                  <a:gd fmla="*/ 98645 h 376012" name="connsiteY97"/>
                  <a:gd fmla="*/ 49435 w 376046" name="connsiteX98"/>
                  <a:gd fmla="*/ 60926 h 376012" name="connsiteY98"/>
                  <a:gd fmla="*/ 58864 w 376046" name="connsiteX99"/>
                  <a:gd fmla="*/ 60449 h 376012" name="connsiteY99"/>
                  <a:gd fmla="*/ 61150 w 376046" name="connsiteX100"/>
                  <a:gd fmla="*/ 65212 h 376012" name="connsiteY100"/>
                  <a:gd fmla="*/ 59341 w 376046" name="connsiteX101"/>
                  <a:gd fmla="*/ 70165 h 376012" name="connsiteY101"/>
                  <a:gd fmla="*/ 34385 w 376046" name="connsiteX102"/>
                  <a:gd fmla="*/ 105217 h 376012" name="connsiteY102"/>
                  <a:gd fmla="*/ 28384 w 376046" name="connsiteX103"/>
                  <a:gd fmla="*/ 108646 h 376012" name="connsiteY103"/>
                  <a:gd fmla="*/ 298609 w 376046" name="connsiteX104"/>
                  <a:gd fmla="*/ 51020 h 376012" name="connsiteY104"/>
                  <a:gd fmla="*/ 294513 w 376046" name="connsiteX105"/>
                  <a:gd fmla="*/ 49686 h 376012" name="connsiteY105"/>
                  <a:gd fmla="*/ 257461 w 376046" name="connsiteX106"/>
                  <a:gd fmla="*/ 27683 h 376012" name="connsiteY106"/>
                  <a:gd fmla="*/ 253365 w 376046" name="connsiteX107"/>
                  <a:gd fmla="*/ 21587 h 376012" name="connsiteY107"/>
                  <a:gd fmla="*/ 253841 w 376046" name="connsiteX108"/>
                  <a:gd fmla="*/ 18920 h 376012" name="connsiteY108"/>
                  <a:gd fmla="*/ 262795 w 376046" name="connsiteX109"/>
                  <a:gd fmla="*/ 15301 h 376012" name="connsiteY109"/>
                  <a:gd fmla="*/ 302705 w 376046" name="connsiteX110"/>
                  <a:gd fmla="*/ 39113 h 376012" name="connsiteY110"/>
                  <a:gd fmla="*/ 304038 w 376046" name="connsiteX111"/>
                  <a:gd fmla="*/ 48543 h 376012" name="connsiteY111"/>
                  <a:gd fmla="*/ 298609 w 376046" name="connsiteX112"/>
                  <a:gd fmla="*/ 51020 h 376012" name="connsiteY112"/>
                  <a:gd fmla="*/ 88487 w 376046" name="connsiteX113"/>
                  <a:gd fmla="*/ 43114 h 376012" name="connsiteY113"/>
                  <a:gd fmla="*/ 82867 w 376046" name="connsiteX114"/>
                  <a:gd fmla="*/ 40161 h 376012" name="connsiteY114"/>
                  <a:gd fmla="*/ 81724 w 376046" name="connsiteX115"/>
                  <a:gd fmla="*/ 36351 h 376012" name="connsiteY115"/>
                  <a:gd fmla="*/ 84868 w 376046" name="connsiteX116"/>
                  <a:gd fmla="*/ 30731 h 376012" name="connsiteY116"/>
                  <a:gd fmla="*/ 126397 w 376046" name="connsiteX117"/>
                  <a:gd fmla="*/ 10062 h 376012" name="connsiteY117"/>
                  <a:gd fmla="*/ 134969 w 376046" name="connsiteX118"/>
                  <a:gd fmla="*/ 14348 h 376012" name="connsiteY118"/>
                  <a:gd fmla="*/ 130873 w 376046" name="connsiteX119"/>
                  <a:gd fmla="*/ 22921 h 376012" name="connsiteY119"/>
                  <a:gd fmla="*/ 92297 w 376046" name="connsiteX120"/>
                  <a:gd fmla="*/ 41971 h 376012" name="connsiteY120"/>
                  <a:gd fmla="*/ 88487 w 376046" name="connsiteX121"/>
                  <a:gd fmla="*/ 43114 h 376012" name="connsiteY121"/>
                  <a:gd fmla="*/ 217170 w 376046" name="connsiteX122"/>
                  <a:gd fmla="*/ 15777 h 376012" name="connsiteY122"/>
                  <a:gd fmla="*/ 216313 w 376046" name="connsiteX123"/>
                  <a:gd fmla="*/ 15777 h 376012" name="connsiteY123"/>
                  <a:gd fmla="*/ 173260 w 376046" name="connsiteX124"/>
                  <a:gd fmla="*/ 13967 h 376012" name="connsiteY124"/>
                  <a:gd fmla="*/ 172974 w 376046" name="connsiteX125"/>
                  <a:gd fmla="*/ 13967 h 376012" name="connsiteY125"/>
                  <a:gd fmla="*/ 165830 w 376046" name="connsiteX126"/>
                  <a:gd fmla="*/ 7871 h 376012" name="connsiteY126"/>
                  <a:gd fmla="*/ 165830 w 376046" name="connsiteX127"/>
                  <a:gd fmla="*/ 7205 h 376012" name="connsiteY127"/>
                  <a:gd fmla="*/ 171926 w 376046" name="connsiteX128"/>
                  <a:gd fmla="*/ 728 h 376012" name="connsiteY128"/>
                  <a:gd fmla="*/ 172117 w 376046" name="connsiteX129"/>
                  <a:gd fmla="*/ 728 h 376012" name="connsiteY129"/>
                  <a:gd fmla="*/ 172117 w 376046" name="connsiteX130"/>
                  <a:gd fmla="*/ 728 h 376012" name="connsiteY130"/>
                  <a:gd fmla="*/ 218408 w 376046" name="connsiteX131"/>
                  <a:gd fmla="*/ 2347 h 376012" name="connsiteY131"/>
                  <a:gd fmla="*/ 224028 w 376046" name="connsiteX132"/>
                  <a:gd fmla="*/ 10253 h 376012" name="connsiteY132"/>
                  <a:gd fmla="*/ 217170 w 376046" name="connsiteX133"/>
                  <a:gd fmla="*/ 15777 h 376012" name="connsiteY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b="b" l="l" r="r" t="t"/>
                <a:pathLst>
                  <a:path h="376012" w="376046">
                    <a:moveTo>
                      <a:pt x="189929" y="376013"/>
                    </a:moveTo>
                    <a:lnTo>
                      <a:pt x="189929" y="376013"/>
                    </a:lnTo>
                    <a:lnTo>
                      <a:pt x="189643" y="376013"/>
                    </a:lnTo>
                    <a:cubicBezTo>
                      <a:pt x="186023" y="376013"/>
                      <a:pt x="182880" y="373060"/>
                      <a:pt x="182880" y="369250"/>
                    </a:cubicBezTo>
                    <a:cubicBezTo>
                      <a:pt x="182880" y="367440"/>
                      <a:pt x="183547" y="365916"/>
                      <a:pt x="184880" y="364583"/>
                    </a:cubicBezTo>
                    <a:cubicBezTo>
                      <a:pt x="186214" y="363249"/>
                      <a:pt x="187833" y="362582"/>
                      <a:pt x="189547" y="362582"/>
                    </a:cubicBezTo>
                    <a:cubicBezTo>
                      <a:pt x="204121" y="362582"/>
                      <a:pt x="218504" y="360582"/>
                      <a:pt x="232410" y="356963"/>
                    </a:cubicBezTo>
                    <a:cubicBezTo>
                      <a:pt x="235744" y="356105"/>
                      <a:pt x="239554" y="358296"/>
                      <a:pt x="240506" y="361630"/>
                    </a:cubicBezTo>
                    <a:cubicBezTo>
                      <a:pt x="240697" y="362297"/>
                      <a:pt x="240697" y="362963"/>
                      <a:pt x="240697" y="363440"/>
                    </a:cubicBezTo>
                    <a:cubicBezTo>
                      <a:pt x="240697" y="366583"/>
                      <a:pt x="238696" y="369250"/>
                      <a:pt x="235744" y="369917"/>
                    </a:cubicBezTo>
                    <a:cubicBezTo>
                      <a:pt x="221171" y="373727"/>
                      <a:pt x="205645" y="375727"/>
                      <a:pt x="189929" y="376013"/>
                    </a:cubicBezTo>
                    <a:close/>
                    <a:moveTo>
                      <a:pt x="145256" y="371060"/>
                    </a:moveTo>
                    <a:cubicBezTo>
                      <a:pt x="144780" y="371060"/>
                      <a:pt x="144113" y="370869"/>
                      <a:pt x="143637" y="370869"/>
                    </a:cubicBezTo>
                    <a:lnTo>
                      <a:pt x="143446" y="370869"/>
                    </a:lnTo>
                    <a:cubicBezTo>
                      <a:pt x="128397" y="367059"/>
                      <a:pt x="113824" y="361630"/>
                      <a:pt x="100394" y="354486"/>
                    </a:cubicBezTo>
                    <a:cubicBezTo>
                      <a:pt x="98774" y="353629"/>
                      <a:pt x="97441" y="352200"/>
                      <a:pt x="97060" y="350486"/>
                    </a:cubicBezTo>
                    <a:cubicBezTo>
                      <a:pt x="96583" y="348676"/>
                      <a:pt x="96583" y="346866"/>
                      <a:pt x="97536" y="345342"/>
                    </a:cubicBezTo>
                    <a:cubicBezTo>
                      <a:pt x="99346" y="342199"/>
                      <a:pt x="103346" y="340865"/>
                      <a:pt x="106680" y="342675"/>
                    </a:cubicBezTo>
                    <a:cubicBezTo>
                      <a:pt x="119444" y="349438"/>
                      <a:pt x="133159" y="354581"/>
                      <a:pt x="146875" y="357725"/>
                    </a:cubicBezTo>
                    <a:cubicBezTo>
                      <a:pt x="150019" y="358582"/>
                      <a:pt x="152019" y="361344"/>
                      <a:pt x="152019" y="364202"/>
                    </a:cubicBezTo>
                    <a:cubicBezTo>
                      <a:pt x="152019" y="364678"/>
                      <a:pt x="152019" y="365345"/>
                      <a:pt x="151829" y="366011"/>
                    </a:cubicBezTo>
                    <a:cubicBezTo>
                      <a:pt x="151162" y="368774"/>
                      <a:pt x="148399" y="371060"/>
                      <a:pt x="145256" y="371060"/>
                    </a:cubicBezTo>
                    <a:close/>
                    <a:moveTo>
                      <a:pt x="275654" y="353534"/>
                    </a:moveTo>
                    <a:cubicBezTo>
                      <a:pt x="273177" y="353534"/>
                      <a:pt x="270986" y="352200"/>
                      <a:pt x="269843" y="349914"/>
                    </a:cubicBezTo>
                    <a:cubicBezTo>
                      <a:pt x="268986" y="348390"/>
                      <a:pt x="268700" y="346580"/>
                      <a:pt x="269177" y="344771"/>
                    </a:cubicBezTo>
                    <a:cubicBezTo>
                      <a:pt x="269843" y="343247"/>
                      <a:pt x="270986" y="341627"/>
                      <a:pt x="272510" y="340770"/>
                    </a:cubicBezTo>
                    <a:cubicBezTo>
                      <a:pt x="285083" y="333817"/>
                      <a:pt x="296799" y="325244"/>
                      <a:pt x="307277" y="315434"/>
                    </a:cubicBezTo>
                    <a:cubicBezTo>
                      <a:pt x="309753" y="313243"/>
                      <a:pt x="314230" y="313243"/>
                      <a:pt x="316706" y="315910"/>
                    </a:cubicBezTo>
                    <a:cubicBezTo>
                      <a:pt x="317849" y="317053"/>
                      <a:pt x="318516" y="318577"/>
                      <a:pt x="318516" y="320387"/>
                    </a:cubicBezTo>
                    <a:cubicBezTo>
                      <a:pt x="318706" y="322196"/>
                      <a:pt x="317849" y="324006"/>
                      <a:pt x="316516" y="325340"/>
                    </a:cubicBezTo>
                    <a:cubicBezTo>
                      <a:pt x="305276" y="335912"/>
                      <a:pt x="292703" y="345056"/>
                      <a:pt x="278987" y="352676"/>
                    </a:cubicBezTo>
                    <a:cubicBezTo>
                      <a:pt x="277939" y="353057"/>
                      <a:pt x="276796" y="353534"/>
                      <a:pt x="275654" y="353534"/>
                    </a:cubicBezTo>
                    <a:close/>
                    <a:moveTo>
                      <a:pt x="66770" y="329531"/>
                    </a:moveTo>
                    <a:cubicBezTo>
                      <a:pt x="65151" y="329531"/>
                      <a:pt x="63627" y="328864"/>
                      <a:pt x="62294" y="327721"/>
                    </a:cubicBezTo>
                    <a:cubicBezTo>
                      <a:pt x="50863" y="317434"/>
                      <a:pt x="40481" y="305718"/>
                      <a:pt x="32004" y="292669"/>
                    </a:cubicBezTo>
                    <a:cubicBezTo>
                      <a:pt x="30861" y="291145"/>
                      <a:pt x="30385" y="289335"/>
                      <a:pt x="30861" y="287716"/>
                    </a:cubicBezTo>
                    <a:cubicBezTo>
                      <a:pt x="31337" y="285906"/>
                      <a:pt x="32195" y="284382"/>
                      <a:pt x="33814" y="283430"/>
                    </a:cubicBezTo>
                    <a:cubicBezTo>
                      <a:pt x="36766" y="281429"/>
                      <a:pt x="41243" y="282096"/>
                      <a:pt x="43053" y="285049"/>
                    </a:cubicBezTo>
                    <a:cubicBezTo>
                      <a:pt x="51149" y="296955"/>
                      <a:pt x="60579" y="307909"/>
                      <a:pt x="71152" y="317624"/>
                    </a:cubicBezTo>
                    <a:cubicBezTo>
                      <a:pt x="71438" y="317624"/>
                      <a:pt x="71438" y="317624"/>
                      <a:pt x="71438" y="317815"/>
                    </a:cubicBezTo>
                    <a:cubicBezTo>
                      <a:pt x="72771" y="318958"/>
                      <a:pt x="73628" y="320768"/>
                      <a:pt x="73628" y="322768"/>
                    </a:cubicBezTo>
                    <a:cubicBezTo>
                      <a:pt x="73628" y="324387"/>
                      <a:pt x="72962" y="325911"/>
                      <a:pt x="71819" y="327245"/>
                    </a:cubicBezTo>
                    <a:cubicBezTo>
                      <a:pt x="70580" y="328673"/>
                      <a:pt x="68771" y="329531"/>
                      <a:pt x="66770" y="329531"/>
                    </a:cubicBezTo>
                    <a:close/>
                    <a:moveTo>
                      <a:pt x="340614" y="292764"/>
                    </a:moveTo>
                    <a:cubicBezTo>
                      <a:pt x="339280" y="292764"/>
                      <a:pt x="338138" y="292288"/>
                      <a:pt x="336995" y="291621"/>
                    </a:cubicBezTo>
                    <a:cubicBezTo>
                      <a:pt x="335375" y="290764"/>
                      <a:pt x="334328" y="289145"/>
                      <a:pt x="334042" y="287335"/>
                    </a:cubicBezTo>
                    <a:cubicBezTo>
                      <a:pt x="333565" y="285525"/>
                      <a:pt x="334042" y="283715"/>
                      <a:pt x="334899" y="282382"/>
                    </a:cubicBezTo>
                    <a:cubicBezTo>
                      <a:pt x="342709" y="269999"/>
                      <a:pt x="348996" y="257045"/>
                      <a:pt x="353473" y="243520"/>
                    </a:cubicBezTo>
                    <a:cubicBezTo>
                      <a:pt x="353473" y="243329"/>
                      <a:pt x="353473" y="243329"/>
                      <a:pt x="353473" y="243329"/>
                    </a:cubicBezTo>
                    <a:cubicBezTo>
                      <a:pt x="354806" y="239996"/>
                      <a:pt x="358616" y="238186"/>
                      <a:pt x="362045" y="239329"/>
                    </a:cubicBezTo>
                    <a:cubicBezTo>
                      <a:pt x="364712" y="240186"/>
                      <a:pt x="366522" y="242663"/>
                      <a:pt x="366522" y="245806"/>
                    </a:cubicBezTo>
                    <a:cubicBezTo>
                      <a:pt x="366522" y="246282"/>
                      <a:pt x="366522" y="246949"/>
                      <a:pt x="366331" y="247616"/>
                    </a:cubicBezTo>
                    <a:lnTo>
                      <a:pt x="366331" y="247806"/>
                    </a:lnTo>
                    <a:lnTo>
                      <a:pt x="366141" y="247997"/>
                    </a:lnTo>
                    <a:cubicBezTo>
                      <a:pt x="361188" y="262570"/>
                      <a:pt x="354425" y="276762"/>
                      <a:pt x="346138" y="289526"/>
                    </a:cubicBezTo>
                    <a:cubicBezTo>
                      <a:pt x="344996" y="291621"/>
                      <a:pt x="342805" y="292764"/>
                      <a:pt x="340614" y="292764"/>
                    </a:cubicBezTo>
                    <a:close/>
                    <a:moveTo>
                      <a:pt x="17145" y="255712"/>
                    </a:moveTo>
                    <a:cubicBezTo>
                      <a:pt x="14478" y="255712"/>
                      <a:pt x="11716" y="253902"/>
                      <a:pt x="10858" y="251235"/>
                    </a:cubicBezTo>
                    <a:cubicBezTo>
                      <a:pt x="5715" y="236662"/>
                      <a:pt x="2286" y="221422"/>
                      <a:pt x="762" y="206087"/>
                    </a:cubicBezTo>
                    <a:cubicBezTo>
                      <a:pt x="762" y="204277"/>
                      <a:pt x="1238" y="202467"/>
                      <a:pt x="2381" y="201134"/>
                    </a:cubicBezTo>
                    <a:cubicBezTo>
                      <a:pt x="3524" y="199610"/>
                      <a:pt x="5334" y="198848"/>
                      <a:pt x="6858" y="198657"/>
                    </a:cubicBezTo>
                    <a:cubicBezTo>
                      <a:pt x="10668" y="198181"/>
                      <a:pt x="13811" y="200943"/>
                      <a:pt x="14288" y="204753"/>
                    </a:cubicBezTo>
                    <a:cubicBezTo>
                      <a:pt x="15621" y="219136"/>
                      <a:pt x="18764" y="233233"/>
                      <a:pt x="23717" y="246758"/>
                    </a:cubicBezTo>
                    <a:cubicBezTo>
                      <a:pt x="23908" y="247616"/>
                      <a:pt x="24194" y="248282"/>
                      <a:pt x="24194" y="249235"/>
                    </a:cubicBezTo>
                    <a:cubicBezTo>
                      <a:pt x="24003" y="251902"/>
                      <a:pt x="22193" y="254378"/>
                      <a:pt x="19717" y="255521"/>
                    </a:cubicBezTo>
                    <a:cubicBezTo>
                      <a:pt x="18669" y="255712"/>
                      <a:pt x="18002" y="255712"/>
                      <a:pt x="17145" y="255712"/>
                    </a:cubicBezTo>
                    <a:close/>
                    <a:moveTo>
                      <a:pt x="368808" y="208563"/>
                    </a:moveTo>
                    <a:cubicBezTo>
                      <a:pt x="368617" y="208563"/>
                      <a:pt x="368332" y="208563"/>
                      <a:pt x="368141" y="208563"/>
                    </a:cubicBezTo>
                    <a:cubicBezTo>
                      <a:pt x="364522" y="208087"/>
                      <a:pt x="361664" y="204944"/>
                      <a:pt x="362045" y="201134"/>
                    </a:cubicBezTo>
                    <a:cubicBezTo>
                      <a:pt x="362236" y="196657"/>
                      <a:pt x="362521" y="192180"/>
                      <a:pt x="362521" y="187894"/>
                    </a:cubicBezTo>
                    <a:cubicBezTo>
                      <a:pt x="362521" y="178274"/>
                      <a:pt x="361664" y="168368"/>
                      <a:pt x="360045" y="158081"/>
                    </a:cubicBezTo>
                    <a:cubicBezTo>
                      <a:pt x="359855" y="157890"/>
                      <a:pt x="359855" y="157414"/>
                      <a:pt x="359855" y="157223"/>
                    </a:cubicBezTo>
                    <a:cubicBezTo>
                      <a:pt x="359855" y="153890"/>
                      <a:pt x="362140" y="150937"/>
                      <a:pt x="365474" y="150461"/>
                    </a:cubicBezTo>
                    <a:cubicBezTo>
                      <a:pt x="369284" y="149794"/>
                      <a:pt x="372618" y="152270"/>
                      <a:pt x="373380" y="155795"/>
                    </a:cubicBezTo>
                    <a:cubicBezTo>
                      <a:pt x="375190" y="166367"/>
                      <a:pt x="376047" y="177131"/>
                      <a:pt x="376047" y="187894"/>
                    </a:cubicBezTo>
                    <a:cubicBezTo>
                      <a:pt x="376047" y="192371"/>
                      <a:pt x="375856" y="197324"/>
                      <a:pt x="375571" y="202277"/>
                    </a:cubicBezTo>
                    <a:cubicBezTo>
                      <a:pt x="375095" y="205896"/>
                      <a:pt x="372237" y="208563"/>
                      <a:pt x="368808" y="208563"/>
                    </a:cubicBezTo>
                    <a:close/>
                    <a:moveTo>
                      <a:pt x="6763" y="194847"/>
                    </a:moveTo>
                    <a:cubicBezTo>
                      <a:pt x="2953" y="194847"/>
                      <a:pt x="0" y="191704"/>
                      <a:pt x="0" y="187894"/>
                    </a:cubicBezTo>
                    <a:cubicBezTo>
                      <a:pt x="0" y="172368"/>
                      <a:pt x="1810" y="156938"/>
                      <a:pt x="5620" y="141888"/>
                    </a:cubicBezTo>
                    <a:cubicBezTo>
                      <a:pt x="6477" y="138269"/>
                      <a:pt x="10096" y="136078"/>
                      <a:pt x="13716" y="137221"/>
                    </a:cubicBezTo>
                    <a:cubicBezTo>
                      <a:pt x="15526" y="137411"/>
                      <a:pt x="17050" y="138554"/>
                      <a:pt x="18002" y="140174"/>
                    </a:cubicBezTo>
                    <a:cubicBezTo>
                      <a:pt x="18859" y="141698"/>
                      <a:pt x="19145" y="143507"/>
                      <a:pt x="18669" y="145317"/>
                    </a:cubicBezTo>
                    <a:cubicBezTo>
                      <a:pt x="15335" y="159224"/>
                      <a:pt x="13525" y="173606"/>
                      <a:pt x="13525" y="187989"/>
                    </a:cubicBezTo>
                    <a:cubicBezTo>
                      <a:pt x="13525" y="191704"/>
                      <a:pt x="10382" y="194847"/>
                      <a:pt x="6763" y="194847"/>
                    </a:cubicBezTo>
                    <a:close/>
                    <a:moveTo>
                      <a:pt x="353568" y="121028"/>
                    </a:moveTo>
                    <a:cubicBezTo>
                      <a:pt x="350901" y="121028"/>
                      <a:pt x="348615" y="119409"/>
                      <a:pt x="347472" y="117028"/>
                    </a:cubicBezTo>
                    <a:cubicBezTo>
                      <a:pt x="341662" y="103979"/>
                      <a:pt x="334232" y="91691"/>
                      <a:pt x="325279" y="79976"/>
                    </a:cubicBezTo>
                    <a:cubicBezTo>
                      <a:pt x="324421" y="78833"/>
                      <a:pt x="323755" y="77499"/>
                      <a:pt x="323755" y="76166"/>
                    </a:cubicBezTo>
                    <a:cubicBezTo>
                      <a:pt x="323755" y="73880"/>
                      <a:pt x="324612" y="71879"/>
                      <a:pt x="326422" y="70546"/>
                    </a:cubicBezTo>
                    <a:cubicBezTo>
                      <a:pt x="329089" y="68260"/>
                      <a:pt x="333565" y="68927"/>
                      <a:pt x="335852" y="71689"/>
                    </a:cubicBezTo>
                    <a:cubicBezTo>
                      <a:pt x="345472" y="84071"/>
                      <a:pt x="353568" y="97502"/>
                      <a:pt x="359855" y="111694"/>
                    </a:cubicBezTo>
                    <a:cubicBezTo>
                      <a:pt x="361188" y="114837"/>
                      <a:pt x="359855" y="118838"/>
                      <a:pt x="356235" y="120457"/>
                    </a:cubicBezTo>
                    <a:cubicBezTo>
                      <a:pt x="355568" y="120743"/>
                      <a:pt x="354425" y="121028"/>
                      <a:pt x="353568" y="121028"/>
                    </a:cubicBezTo>
                    <a:close/>
                    <a:moveTo>
                      <a:pt x="28384" y="108646"/>
                    </a:moveTo>
                    <a:cubicBezTo>
                      <a:pt x="27527" y="108646"/>
                      <a:pt x="26384" y="108170"/>
                      <a:pt x="25241" y="107789"/>
                    </a:cubicBezTo>
                    <a:cubicBezTo>
                      <a:pt x="23050" y="106646"/>
                      <a:pt x="21622" y="104455"/>
                      <a:pt x="21622" y="101978"/>
                    </a:cubicBezTo>
                    <a:cubicBezTo>
                      <a:pt x="21622" y="100645"/>
                      <a:pt x="22098" y="99692"/>
                      <a:pt x="22479" y="98645"/>
                    </a:cubicBezTo>
                    <a:cubicBezTo>
                      <a:pt x="29908" y="84929"/>
                      <a:pt x="38862" y="72356"/>
                      <a:pt x="49435" y="60926"/>
                    </a:cubicBezTo>
                    <a:cubicBezTo>
                      <a:pt x="51911" y="58259"/>
                      <a:pt x="56388" y="57973"/>
                      <a:pt x="58864" y="60449"/>
                    </a:cubicBezTo>
                    <a:cubicBezTo>
                      <a:pt x="60198" y="61592"/>
                      <a:pt x="61150" y="63402"/>
                      <a:pt x="61150" y="65212"/>
                    </a:cubicBezTo>
                    <a:cubicBezTo>
                      <a:pt x="61341" y="67022"/>
                      <a:pt x="60674" y="68831"/>
                      <a:pt x="59341" y="70165"/>
                    </a:cubicBezTo>
                    <a:cubicBezTo>
                      <a:pt x="49721" y="80452"/>
                      <a:pt x="41434" y="92358"/>
                      <a:pt x="34385" y="105217"/>
                    </a:cubicBezTo>
                    <a:cubicBezTo>
                      <a:pt x="33242" y="107312"/>
                      <a:pt x="30766" y="108646"/>
                      <a:pt x="28384" y="108646"/>
                    </a:cubicBezTo>
                    <a:close/>
                    <a:moveTo>
                      <a:pt x="298609" y="51020"/>
                    </a:moveTo>
                    <a:cubicBezTo>
                      <a:pt x="297275" y="51020"/>
                      <a:pt x="295942" y="50543"/>
                      <a:pt x="294513" y="49686"/>
                    </a:cubicBezTo>
                    <a:cubicBezTo>
                      <a:pt x="283273" y="40923"/>
                      <a:pt x="270700" y="33494"/>
                      <a:pt x="257461" y="27683"/>
                    </a:cubicBezTo>
                    <a:cubicBezTo>
                      <a:pt x="254984" y="26826"/>
                      <a:pt x="253365" y="24350"/>
                      <a:pt x="253365" y="21587"/>
                    </a:cubicBezTo>
                    <a:cubicBezTo>
                      <a:pt x="253365" y="20730"/>
                      <a:pt x="253651" y="19778"/>
                      <a:pt x="253841" y="18920"/>
                    </a:cubicBezTo>
                    <a:cubicBezTo>
                      <a:pt x="255461" y="15587"/>
                      <a:pt x="259461" y="13967"/>
                      <a:pt x="262795" y="15301"/>
                    </a:cubicBezTo>
                    <a:cubicBezTo>
                      <a:pt x="276892" y="21587"/>
                      <a:pt x="290417" y="29398"/>
                      <a:pt x="302705" y="39113"/>
                    </a:cubicBezTo>
                    <a:cubicBezTo>
                      <a:pt x="305657" y="41304"/>
                      <a:pt x="306038" y="45400"/>
                      <a:pt x="304038" y="48543"/>
                    </a:cubicBezTo>
                    <a:cubicBezTo>
                      <a:pt x="302800" y="50067"/>
                      <a:pt x="300799" y="51020"/>
                      <a:pt x="298609" y="51020"/>
                    </a:cubicBezTo>
                    <a:close/>
                    <a:moveTo>
                      <a:pt x="88487" y="43114"/>
                    </a:moveTo>
                    <a:cubicBezTo>
                      <a:pt x="86296" y="43114"/>
                      <a:pt x="84201" y="41971"/>
                      <a:pt x="82867" y="40161"/>
                    </a:cubicBezTo>
                    <a:cubicBezTo>
                      <a:pt x="82201" y="39018"/>
                      <a:pt x="81724" y="37685"/>
                      <a:pt x="81724" y="36351"/>
                    </a:cubicBezTo>
                    <a:cubicBezTo>
                      <a:pt x="81724" y="34065"/>
                      <a:pt x="82867" y="31874"/>
                      <a:pt x="84868" y="30731"/>
                    </a:cubicBezTo>
                    <a:cubicBezTo>
                      <a:pt x="97631" y="22159"/>
                      <a:pt x="111823" y="15206"/>
                      <a:pt x="126397" y="10062"/>
                    </a:cubicBezTo>
                    <a:cubicBezTo>
                      <a:pt x="129921" y="8919"/>
                      <a:pt x="133826" y="10919"/>
                      <a:pt x="134969" y="14348"/>
                    </a:cubicBezTo>
                    <a:cubicBezTo>
                      <a:pt x="136303" y="17968"/>
                      <a:pt x="134493" y="21778"/>
                      <a:pt x="130873" y="22921"/>
                    </a:cubicBezTo>
                    <a:cubicBezTo>
                      <a:pt x="117157" y="27588"/>
                      <a:pt x="104204" y="34160"/>
                      <a:pt x="92297" y="41971"/>
                    </a:cubicBezTo>
                    <a:cubicBezTo>
                      <a:pt x="91154" y="42638"/>
                      <a:pt x="89821" y="43114"/>
                      <a:pt x="88487" y="43114"/>
                    </a:cubicBezTo>
                    <a:close/>
                    <a:moveTo>
                      <a:pt x="217170" y="15777"/>
                    </a:moveTo>
                    <a:cubicBezTo>
                      <a:pt x="216884" y="15777"/>
                      <a:pt x="216503" y="15777"/>
                      <a:pt x="216313" y="15777"/>
                    </a:cubicBezTo>
                    <a:cubicBezTo>
                      <a:pt x="202406" y="13301"/>
                      <a:pt x="188214" y="12824"/>
                      <a:pt x="173260" y="13967"/>
                    </a:cubicBezTo>
                    <a:cubicBezTo>
                      <a:pt x="172974" y="14158"/>
                      <a:pt x="172974" y="13967"/>
                      <a:pt x="172974" y="13967"/>
                    </a:cubicBezTo>
                    <a:cubicBezTo>
                      <a:pt x="169354" y="14444"/>
                      <a:pt x="166211" y="11491"/>
                      <a:pt x="165830" y="7871"/>
                    </a:cubicBezTo>
                    <a:cubicBezTo>
                      <a:pt x="165830" y="7681"/>
                      <a:pt x="165830" y="7395"/>
                      <a:pt x="165830" y="7205"/>
                    </a:cubicBezTo>
                    <a:cubicBezTo>
                      <a:pt x="165830" y="3871"/>
                      <a:pt x="168497" y="918"/>
                      <a:pt x="171926" y="728"/>
                    </a:cubicBezTo>
                    <a:lnTo>
                      <a:pt x="172117" y="728"/>
                    </a:lnTo>
                    <a:lnTo>
                      <a:pt x="172117" y="728"/>
                    </a:lnTo>
                    <a:cubicBezTo>
                      <a:pt x="188023" y="-606"/>
                      <a:pt x="203073" y="-130"/>
                      <a:pt x="218408" y="2347"/>
                    </a:cubicBezTo>
                    <a:cubicBezTo>
                      <a:pt x="222028" y="3014"/>
                      <a:pt x="224695" y="6347"/>
                      <a:pt x="224028" y="10253"/>
                    </a:cubicBezTo>
                    <a:cubicBezTo>
                      <a:pt x="223361" y="13301"/>
                      <a:pt x="220504" y="15777"/>
                      <a:pt x="217170" y="15777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b88dc717-246a-42d7-8c08-cd1171d154c2" id="100" name="任意多边形: 形状 99">
                <a:extLst>
                  <a:ext uri="{FF2B5EF4-FFF2-40B4-BE49-F238E27FC236}">
                    <a16:creationId id="{921A0B34-054B-E167-9C93-091109B68650}"/>
                  </a:ext>
                </a:extLst>
              </p:cNvPr>
              <p:cNvSpPr/>
              <p:nvPr/>
            </p:nvSpPr>
            <p:spPr>
              <a:xfrm flipV="false" flipH="false">
                <a:off x="3798430" y="2690370"/>
                <a:ext cx="120513" cy="120514"/>
              </a:xfrm>
              <a:custGeom>
                <a:avLst/>
                <a:gdLst>
                  <a:gd fmla="*/ 0 w 174878" name="connsiteX0"/>
                  <a:gd fmla="*/ 87440 h 174879" name="connsiteY0"/>
                  <a:gd fmla="*/ 87535 w 174878" name="connsiteX1"/>
                  <a:gd fmla="*/ 0 h 174879" name="connsiteY1"/>
                  <a:gd fmla="*/ 174879 w 174878" name="connsiteX2"/>
                  <a:gd fmla="*/ 87440 h 174879" name="connsiteY2"/>
                  <a:gd fmla="*/ 87535 w 174878" name="connsiteX3"/>
                  <a:gd fmla="*/ 174879 h 174879" name="connsiteY3"/>
                  <a:gd fmla="*/ 0 w 174878" name="connsiteX4"/>
                  <a:gd fmla="*/ 87440 h 174879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174879" w="174878">
                    <a:moveTo>
                      <a:pt x="0" y="87440"/>
                    </a:moveTo>
                    <a:cubicBezTo>
                      <a:pt x="0" y="39148"/>
                      <a:pt x="39053" y="0"/>
                      <a:pt x="87535" y="0"/>
                    </a:cubicBezTo>
                    <a:cubicBezTo>
                      <a:pt x="135827" y="0"/>
                      <a:pt x="174879" y="39148"/>
                      <a:pt x="174879" y="87440"/>
                    </a:cubicBezTo>
                    <a:cubicBezTo>
                      <a:pt x="174879" y="135731"/>
                      <a:pt x="135827" y="174879"/>
                      <a:pt x="87535" y="174879"/>
                    </a:cubicBezTo>
                    <a:cubicBezTo>
                      <a:pt x="39053" y="174879"/>
                      <a:pt x="0" y="135731"/>
                      <a:pt x="0" y="87440"/>
                    </a:cubicBezTo>
                    <a:close/>
                  </a:path>
                </a:pathLst>
              </a:custGeom>
              <a:solidFill>
                <a:srgbClr val="C49313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e66e1e2b-5bdf-49e5-885f-06568ae24f3f" id="92" name="任意多边形: 形状 91">
                <a:extLst>
                  <a:ext uri="{FF2B5EF4-FFF2-40B4-BE49-F238E27FC236}">
                    <a16:creationId id="{4502549E-B14B-6D36-D6EE-FE013A36FF97}"/>
                  </a:ext>
                </a:extLst>
              </p:cNvPr>
              <p:cNvSpPr/>
              <p:nvPr/>
            </p:nvSpPr>
            <p:spPr>
              <a:xfrm flipV="false" flipH="false">
                <a:off x="4028956" y="4266894"/>
                <a:ext cx="64983" cy="64983"/>
              </a:xfrm>
              <a:custGeom>
                <a:avLst/>
                <a:gdLst>
                  <a:gd fmla="*/ 0 w 94297" name="connsiteX0"/>
                  <a:gd fmla="*/ 47149 h 94297" name="connsiteY0"/>
                  <a:gd fmla="*/ 47149 w 94297" name="connsiteX1"/>
                  <a:gd fmla="*/ 0 h 94297" name="connsiteY1"/>
                  <a:gd fmla="*/ 94297 w 94297" name="connsiteX2"/>
                  <a:gd fmla="*/ 47149 h 94297" name="connsiteY2"/>
                  <a:gd fmla="*/ 47149 w 94297" name="connsiteX3"/>
                  <a:gd fmla="*/ 94297 h 94297" name="connsiteY3"/>
                  <a:gd fmla="*/ 0 w 94297" name="connsiteX4"/>
                  <a:gd fmla="*/ 47149 h 94297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94297" w="94297">
                    <a:moveTo>
                      <a:pt x="0" y="47149"/>
                    </a:moveTo>
                    <a:cubicBezTo>
                      <a:pt x="0" y="21146"/>
                      <a:pt x="21050" y="0"/>
                      <a:pt x="47149" y="0"/>
                    </a:cubicBezTo>
                    <a:cubicBezTo>
                      <a:pt x="73247" y="0"/>
                      <a:pt x="94297" y="21146"/>
                      <a:pt x="94297" y="47149"/>
                    </a:cubicBezTo>
                    <a:cubicBezTo>
                      <a:pt x="94297" y="73152"/>
                      <a:pt x="73152" y="94297"/>
                      <a:pt x="47149" y="94297"/>
                    </a:cubicBezTo>
                    <a:cubicBezTo>
                      <a:pt x="21146" y="94297"/>
                      <a:pt x="0" y="73247"/>
                      <a:pt x="0" y="47149"/>
                    </a:cubicBezTo>
                    <a:close/>
                  </a:path>
                </a:pathLst>
              </a:custGeom>
              <a:solidFill>
                <a:srgbClr val="728EE1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471fb598-568f-4a1a-b703-97a1878673f0" id="97" name="任意多边形: 形状 96">
                <a:extLst>
                  <a:ext uri="{FF2B5EF4-FFF2-40B4-BE49-F238E27FC236}">
                    <a16:creationId id="{53AF99E9-7FE8-506D-7FB8-28B63AB7456E}"/>
                  </a:ext>
                </a:extLst>
              </p:cNvPr>
              <p:cNvSpPr/>
              <p:nvPr/>
            </p:nvSpPr>
            <p:spPr>
              <a:xfrm flipV="false" flipH="false">
                <a:off x="2483543" y="5870986"/>
                <a:ext cx="121892" cy="122482"/>
              </a:xfrm>
              <a:custGeom>
                <a:avLst/>
                <a:gdLst>
                  <a:gd fmla="*/ 88964 w 176879" name="connsiteX0"/>
                  <a:gd fmla="*/ 177737 h 177736" name="connsiteY0"/>
                  <a:gd fmla="*/ 70771 w 176879" name="connsiteX1"/>
                  <a:gd fmla="*/ 175927 h 177736" name="connsiteY1"/>
                  <a:gd fmla="*/ 66485 w 176879" name="connsiteX2"/>
                  <a:gd fmla="*/ 172974 h 177736" name="connsiteY2"/>
                  <a:gd fmla="*/ 65342 w 176879" name="connsiteX3"/>
                  <a:gd fmla="*/ 167830 h 177736" name="connsiteY3"/>
                  <a:gd fmla="*/ 73438 w 176879" name="connsiteX4"/>
                  <a:gd fmla="*/ 162687 h 177736" name="connsiteY4"/>
                  <a:gd fmla="*/ 114110 w 176879" name="connsiteX5"/>
                  <a:gd fmla="*/ 160020 h 177736" name="connsiteY5"/>
                  <a:gd fmla="*/ 122682 w 176879" name="connsiteX6"/>
                  <a:gd fmla="*/ 164021 h 177736" name="connsiteY6"/>
                  <a:gd fmla="*/ 123158 w 176879" name="connsiteX7"/>
                  <a:gd fmla="*/ 166307 h 177736" name="connsiteY7"/>
                  <a:gd fmla="*/ 118682 w 176879" name="connsiteX8"/>
                  <a:gd fmla="*/ 172593 h 177736" name="connsiteY8"/>
                  <a:gd fmla="*/ 88964 w 176879" name="connsiteX9"/>
                  <a:gd fmla="*/ 177737 h 177736" name="connsiteY9"/>
                  <a:gd fmla="*/ 32861 w 176879" name="connsiteX10"/>
                  <a:gd fmla="*/ 155543 h 177736" name="connsiteY10"/>
                  <a:gd fmla="*/ 28194 w 176879" name="connsiteX11"/>
                  <a:gd fmla="*/ 153734 h 177736" name="connsiteY11"/>
                  <a:gd fmla="*/ 3239 w 176879" name="connsiteX12"/>
                  <a:gd fmla="*/ 112681 h 177736" name="connsiteY12"/>
                  <a:gd fmla="*/ 3905 w 176879" name="connsiteX13"/>
                  <a:gd fmla="*/ 107728 h 177736" name="connsiteY13"/>
                  <a:gd fmla="*/ 7906 w 176879" name="connsiteX14"/>
                  <a:gd fmla="*/ 104585 h 177736" name="connsiteY14"/>
                  <a:gd fmla="*/ 16193 w 176879" name="connsiteX15"/>
                  <a:gd fmla="*/ 109061 h 177736" name="connsiteY15"/>
                  <a:gd fmla="*/ 37338 w 176879" name="connsiteX16"/>
                  <a:gd fmla="*/ 143828 h 177736" name="connsiteY16"/>
                  <a:gd fmla="*/ 39529 w 176879" name="connsiteX17"/>
                  <a:gd fmla="*/ 148971 h 177736" name="connsiteY17"/>
                  <a:gd fmla="*/ 37719 w 176879" name="connsiteX18"/>
                  <a:gd fmla="*/ 153448 h 177736" name="connsiteY18"/>
                  <a:gd fmla="*/ 32861 w 176879" name="connsiteX19"/>
                  <a:gd fmla="*/ 155543 h 177736" name="connsiteY19"/>
                  <a:gd fmla="*/ 152495 w 176879" name="connsiteX20"/>
                  <a:gd fmla="*/ 147447 h 177736" name="connsiteY20"/>
                  <a:gd fmla="*/ 148400 w 176879" name="connsiteX21"/>
                  <a:gd fmla="*/ 146114 h 177736" name="connsiteY21"/>
                  <a:gd fmla="*/ 147257 w 176879" name="connsiteX22"/>
                  <a:gd fmla="*/ 136493 h 177736" name="connsiteY22"/>
                  <a:gd fmla="*/ 163640 w 176879" name="connsiteX23"/>
                  <a:gd fmla="*/ 99251 h 177736" name="connsiteY23"/>
                  <a:gd fmla="*/ 171069 w 176879" name="connsiteX24"/>
                  <a:gd fmla="*/ 93440 h 177736" name="connsiteY24"/>
                  <a:gd fmla="*/ 176879 w 176879" name="connsiteX25"/>
                  <a:gd fmla="*/ 100203 h 177736" name="connsiteY25"/>
                  <a:gd fmla="*/ 176879 w 176879" name="connsiteX26"/>
                  <a:gd fmla="*/ 101061 h 177736" name="connsiteY26"/>
                  <a:gd fmla="*/ 157829 w 176879" name="connsiteX27"/>
                  <a:gd fmla="*/ 145066 h 177736" name="connsiteY27"/>
                  <a:gd fmla="*/ 152495 w 176879" name="connsiteX28"/>
                  <a:gd fmla="*/ 147447 h 177736" name="connsiteY28"/>
                  <a:gd fmla="*/ 6763 w 176879" name="connsiteX29"/>
                  <a:gd fmla="*/ 95536 h 177736" name="connsiteY29"/>
                  <a:gd fmla="*/ 0 w 176879" name="connsiteX30"/>
                  <a:gd fmla="*/ 88773 h 177736" name="connsiteY30"/>
                  <a:gd fmla="*/ 12764 w 176879" name="connsiteX31"/>
                  <a:gd fmla="*/ 42577 h 177736" name="connsiteY31"/>
                  <a:gd fmla="*/ 22193 w 176879" name="connsiteX32"/>
                  <a:gd fmla="*/ 40386 h 177736" name="connsiteY32"/>
                  <a:gd fmla="*/ 25146 w 176879" name="connsiteX33"/>
                  <a:gd fmla="*/ 44672 h 177736" name="connsiteY33"/>
                  <a:gd fmla="*/ 24479 w 176879" name="connsiteX34"/>
                  <a:gd fmla="*/ 49816 h 177736" name="connsiteY34"/>
                  <a:gd fmla="*/ 13525 w 176879" name="connsiteX35"/>
                  <a:gd fmla="*/ 88868 h 177736" name="connsiteY35"/>
                  <a:gd fmla="*/ 6763 w 176879" name="connsiteX36"/>
                  <a:gd fmla="*/ 95536 h 177736" name="connsiteY36"/>
                  <a:gd fmla="*/ 164306 w 176879" name="connsiteX37"/>
                  <a:gd fmla="*/ 63055 h 177736" name="connsiteY37"/>
                  <a:gd fmla="*/ 158020 w 176879" name="connsiteX38"/>
                  <a:gd fmla="*/ 59055 h 177736" name="connsiteY38"/>
                  <a:gd fmla="*/ 132398 w 176879" name="connsiteX39"/>
                  <a:gd fmla="*/ 27432 h 177736" name="connsiteY39"/>
                  <a:gd fmla="*/ 129445 w 176879" name="connsiteX40"/>
                  <a:gd fmla="*/ 21813 h 177736" name="connsiteY40"/>
                  <a:gd fmla="*/ 130588 w 176879" name="connsiteX41"/>
                  <a:gd fmla="*/ 18002 h 177736" name="connsiteY41"/>
                  <a:gd fmla="*/ 140018 w 176879" name="connsiteX42"/>
                  <a:gd fmla="*/ 16383 h 177736" name="connsiteY42"/>
                  <a:gd fmla="*/ 170307 w 176879" name="connsiteX43"/>
                  <a:gd fmla="*/ 53626 h 177736" name="connsiteY43"/>
                  <a:gd fmla="*/ 170498 w 176879" name="connsiteX44"/>
                  <a:gd fmla="*/ 58579 h 177736" name="connsiteY44"/>
                  <a:gd fmla="*/ 166688 w 176879" name="connsiteX45"/>
                  <a:gd fmla="*/ 62389 h 177736" name="connsiteY45"/>
                  <a:gd fmla="*/ 164306 w 176879" name="connsiteX46"/>
                  <a:gd fmla="*/ 63055 h 177736" name="connsiteY46"/>
                  <a:gd fmla="*/ 51245 w 176879" name="connsiteX47"/>
                  <a:gd fmla="*/ 22670 h 177736" name="connsiteY47"/>
                  <a:gd fmla="*/ 45149 w 176879" name="connsiteX48"/>
                  <a:gd fmla="*/ 19050 h 177736" name="connsiteY48"/>
                  <a:gd fmla="*/ 44482 w 176879" name="connsiteX49"/>
                  <a:gd fmla="*/ 15907 h 177736" name="connsiteY49"/>
                  <a:gd fmla="*/ 48101 w 176879" name="connsiteX50"/>
                  <a:gd fmla="*/ 10096 h 177736" name="connsiteY50"/>
                  <a:gd fmla="*/ 88964 w 176879" name="connsiteX51"/>
                  <a:gd fmla="*/ 0 h 177736" name="connsiteY51"/>
                  <a:gd fmla="*/ 94964 w 176879" name="connsiteX52"/>
                  <a:gd fmla="*/ 191 h 177736" name="connsiteY52"/>
                  <a:gd fmla="*/ 101251 w 176879" name="connsiteX53"/>
                  <a:gd fmla="*/ 7334 h 177736" name="connsiteY53"/>
                  <a:gd fmla="*/ 94012 w 176879" name="connsiteX54"/>
                  <a:gd fmla="*/ 13621 h 177736" name="connsiteY54"/>
                  <a:gd fmla="*/ 54102 w 176879" name="connsiteX55"/>
                  <a:gd fmla="*/ 21908 h 177736" name="connsiteY55"/>
                  <a:gd fmla="*/ 53816 w 176879" name="connsiteX56"/>
                  <a:gd fmla="*/ 21908 h 177736" name="connsiteY56"/>
                  <a:gd fmla="*/ 51245 w 176879" name="connsiteX57"/>
                  <a:gd fmla="*/ 22670 h 177736" name="connsiteY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b="b" l="l" r="r" t="t"/>
                <a:pathLst>
                  <a:path h="177736" w="176879">
                    <a:moveTo>
                      <a:pt x="88964" y="177737"/>
                    </a:moveTo>
                    <a:cubicBezTo>
                      <a:pt x="82868" y="177737"/>
                      <a:pt x="76581" y="177070"/>
                      <a:pt x="70771" y="175927"/>
                    </a:cubicBezTo>
                    <a:cubicBezTo>
                      <a:pt x="68961" y="175451"/>
                      <a:pt x="67628" y="174593"/>
                      <a:pt x="66485" y="172974"/>
                    </a:cubicBezTo>
                    <a:cubicBezTo>
                      <a:pt x="65627" y="171450"/>
                      <a:pt x="65151" y="169640"/>
                      <a:pt x="65342" y="167830"/>
                    </a:cubicBezTo>
                    <a:cubicBezTo>
                      <a:pt x="66199" y="164211"/>
                      <a:pt x="69818" y="161735"/>
                      <a:pt x="73438" y="162687"/>
                    </a:cubicBezTo>
                    <a:cubicBezTo>
                      <a:pt x="87154" y="165640"/>
                      <a:pt x="101251" y="164497"/>
                      <a:pt x="114110" y="160020"/>
                    </a:cubicBezTo>
                    <a:cubicBezTo>
                      <a:pt x="117443" y="158687"/>
                      <a:pt x="121539" y="160687"/>
                      <a:pt x="122682" y="164021"/>
                    </a:cubicBezTo>
                    <a:cubicBezTo>
                      <a:pt x="123158" y="164688"/>
                      <a:pt x="123158" y="165640"/>
                      <a:pt x="123158" y="166307"/>
                    </a:cubicBezTo>
                    <a:cubicBezTo>
                      <a:pt x="123158" y="169259"/>
                      <a:pt x="121349" y="171641"/>
                      <a:pt x="118682" y="172593"/>
                    </a:cubicBezTo>
                    <a:cubicBezTo>
                      <a:pt x="109157" y="175927"/>
                      <a:pt x="99250" y="177737"/>
                      <a:pt x="88964" y="177737"/>
                    </a:cubicBezTo>
                    <a:close/>
                    <a:moveTo>
                      <a:pt x="32861" y="155543"/>
                    </a:moveTo>
                    <a:cubicBezTo>
                      <a:pt x="31052" y="155543"/>
                      <a:pt x="29528" y="154877"/>
                      <a:pt x="28194" y="153734"/>
                    </a:cubicBezTo>
                    <a:cubicBezTo>
                      <a:pt x="16288" y="142494"/>
                      <a:pt x="7811" y="128397"/>
                      <a:pt x="3239" y="112681"/>
                    </a:cubicBezTo>
                    <a:cubicBezTo>
                      <a:pt x="2762" y="111157"/>
                      <a:pt x="3048" y="109347"/>
                      <a:pt x="3905" y="107728"/>
                    </a:cubicBezTo>
                    <a:cubicBezTo>
                      <a:pt x="4763" y="106109"/>
                      <a:pt x="6096" y="105061"/>
                      <a:pt x="7906" y="104585"/>
                    </a:cubicBezTo>
                    <a:cubicBezTo>
                      <a:pt x="11525" y="103442"/>
                      <a:pt x="15335" y="105728"/>
                      <a:pt x="16193" y="109061"/>
                    </a:cubicBezTo>
                    <a:cubicBezTo>
                      <a:pt x="20003" y="122301"/>
                      <a:pt x="27242" y="134398"/>
                      <a:pt x="37338" y="143828"/>
                    </a:cubicBezTo>
                    <a:cubicBezTo>
                      <a:pt x="38862" y="145161"/>
                      <a:pt x="39529" y="146971"/>
                      <a:pt x="39529" y="148971"/>
                    </a:cubicBezTo>
                    <a:cubicBezTo>
                      <a:pt x="39529" y="150495"/>
                      <a:pt x="38862" y="152115"/>
                      <a:pt x="37719" y="153448"/>
                    </a:cubicBezTo>
                    <a:cubicBezTo>
                      <a:pt x="36386" y="154781"/>
                      <a:pt x="34576" y="155543"/>
                      <a:pt x="32861" y="155543"/>
                    </a:cubicBezTo>
                    <a:close/>
                    <a:moveTo>
                      <a:pt x="152495" y="147447"/>
                    </a:moveTo>
                    <a:cubicBezTo>
                      <a:pt x="150876" y="147447"/>
                      <a:pt x="149543" y="146971"/>
                      <a:pt x="148400" y="146114"/>
                    </a:cubicBezTo>
                    <a:cubicBezTo>
                      <a:pt x="145447" y="143637"/>
                      <a:pt x="145066" y="139351"/>
                      <a:pt x="147257" y="136493"/>
                    </a:cubicBezTo>
                    <a:cubicBezTo>
                      <a:pt x="156020" y="125921"/>
                      <a:pt x="161639" y="112967"/>
                      <a:pt x="163640" y="99251"/>
                    </a:cubicBezTo>
                    <a:cubicBezTo>
                      <a:pt x="164116" y="95631"/>
                      <a:pt x="167450" y="92964"/>
                      <a:pt x="171069" y="93440"/>
                    </a:cubicBezTo>
                    <a:cubicBezTo>
                      <a:pt x="174403" y="93917"/>
                      <a:pt x="176879" y="96774"/>
                      <a:pt x="176879" y="100203"/>
                    </a:cubicBezTo>
                    <a:cubicBezTo>
                      <a:pt x="176879" y="100394"/>
                      <a:pt x="176879" y="100870"/>
                      <a:pt x="176879" y="101061"/>
                    </a:cubicBezTo>
                    <a:cubicBezTo>
                      <a:pt x="174593" y="117253"/>
                      <a:pt x="168116" y="132493"/>
                      <a:pt x="157829" y="145066"/>
                    </a:cubicBezTo>
                    <a:cubicBezTo>
                      <a:pt x="156496" y="146495"/>
                      <a:pt x="154496" y="147447"/>
                      <a:pt x="152495" y="147447"/>
                    </a:cubicBezTo>
                    <a:close/>
                    <a:moveTo>
                      <a:pt x="6763" y="95536"/>
                    </a:moveTo>
                    <a:cubicBezTo>
                      <a:pt x="2953" y="95536"/>
                      <a:pt x="0" y="92583"/>
                      <a:pt x="0" y="88773"/>
                    </a:cubicBezTo>
                    <a:cubicBezTo>
                      <a:pt x="0" y="72390"/>
                      <a:pt x="4477" y="56484"/>
                      <a:pt x="12764" y="42577"/>
                    </a:cubicBezTo>
                    <a:cubicBezTo>
                      <a:pt x="14764" y="39624"/>
                      <a:pt x="19050" y="38577"/>
                      <a:pt x="22193" y="40386"/>
                    </a:cubicBezTo>
                    <a:cubicBezTo>
                      <a:pt x="23717" y="41529"/>
                      <a:pt x="24670" y="42863"/>
                      <a:pt x="25146" y="44672"/>
                    </a:cubicBezTo>
                    <a:cubicBezTo>
                      <a:pt x="25622" y="46482"/>
                      <a:pt x="25337" y="48292"/>
                      <a:pt x="24479" y="49816"/>
                    </a:cubicBezTo>
                    <a:cubicBezTo>
                      <a:pt x="17336" y="61532"/>
                      <a:pt x="13525" y="75152"/>
                      <a:pt x="13525" y="88868"/>
                    </a:cubicBezTo>
                    <a:cubicBezTo>
                      <a:pt x="13525" y="92679"/>
                      <a:pt x="10382" y="95536"/>
                      <a:pt x="6763" y="95536"/>
                    </a:cubicBezTo>
                    <a:close/>
                    <a:moveTo>
                      <a:pt x="164306" y="63055"/>
                    </a:moveTo>
                    <a:cubicBezTo>
                      <a:pt x="161639" y="63055"/>
                      <a:pt x="159163" y="61532"/>
                      <a:pt x="158020" y="59055"/>
                    </a:cubicBezTo>
                    <a:cubicBezTo>
                      <a:pt x="152400" y="46292"/>
                      <a:pt x="143637" y="35243"/>
                      <a:pt x="132398" y="27432"/>
                    </a:cubicBezTo>
                    <a:cubicBezTo>
                      <a:pt x="130397" y="26099"/>
                      <a:pt x="129445" y="24099"/>
                      <a:pt x="129445" y="21813"/>
                    </a:cubicBezTo>
                    <a:cubicBezTo>
                      <a:pt x="129445" y="20479"/>
                      <a:pt x="129921" y="19145"/>
                      <a:pt x="130588" y="18002"/>
                    </a:cubicBezTo>
                    <a:cubicBezTo>
                      <a:pt x="132874" y="15050"/>
                      <a:pt x="137065" y="14383"/>
                      <a:pt x="140018" y="16383"/>
                    </a:cubicBezTo>
                    <a:cubicBezTo>
                      <a:pt x="153448" y="25813"/>
                      <a:pt x="163830" y="38577"/>
                      <a:pt x="170307" y="53626"/>
                    </a:cubicBezTo>
                    <a:cubicBezTo>
                      <a:pt x="170974" y="55150"/>
                      <a:pt x="170974" y="56960"/>
                      <a:pt x="170498" y="58579"/>
                    </a:cubicBezTo>
                    <a:cubicBezTo>
                      <a:pt x="169831" y="60389"/>
                      <a:pt x="168497" y="61722"/>
                      <a:pt x="166688" y="62389"/>
                    </a:cubicBezTo>
                    <a:cubicBezTo>
                      <a:pt x="166116" y="62770"/>
                      <a:pt x="165259" y="63055"/>
                      <a:pt x="164306" y="63055"/>
                    </a:cubicBezTo>
                    <a:close/>
                    <a:moveTo>
                      <a:pt x="51245" y="22670"/>
                    </a:moveTo>
                    <a:cubicBezTo>
                      <a:pt x="48578" y="22670"/>
                      <a:pt x="46292" y="21336"/>
                      <a:pt x="45149" y="19050"/>
                    </a:cubicBezTo>
                    <a:cubicBezTo>
                      <a:pt x="44672" y="18193"/>
                      <a:pt x="44482" y="17050"/>
                      <a:pt x="44482" y="15907"/>
                    </a:cubicBezTo>
                    <a:cubicBezTo>
                      <a:pt x="44482" y="13431"/>
                      <a:pt x="45815" y="11240"/>
                      <a:pt x="48101" y="10096"/>
                    </a:cubicBezTo>
                    <a:cubicBezTo>
                      <a:pt x="60674" y="3620"/>
                      <a:pt x="74867" y="0"/>
                      <a:pt x="88964" y="0"/>
                    </a:cubicBezTo>
                    <a:cubicBezTo>
                      <a:pt x="90773" y="0"/>
                      <a:pt x="92774" y="191"/>
                      <a:pt x="94964" y="191"/>
                    </a:cubicBezTo>
                    <a:cubicBezTo>
                      <a:pt x="98584" y="381"/>
                      <a:pt x="101441" y="3810"/>
                      <a:pt x="101251" y="7334"/>
                    </a:cubicBezTo>
                    <a:cubicBezTo>
                      <a:pt x="101060" y="11145"/>
                      <a:pt x="97631" y="13431"/>
                      <a:pt x="94012" y="13621"/>
                    </a:cubicBezTo>
                    <a:cubicBezTo>
                      <a:pt x="80582" y="12954"/>
                      <a:pt x="66199" y="15621"/>
                      <a:pt x="54102" y="21908"/>
                    </a:cubicBezTo>
                    <a:cubicBezTo>
                      <a:pt x="54102" y="21908"/>
                      <a:pt x="54102" y="21908"/>
                      <a:pt x="53816" y="21908"/>
                    </a:cubicBezTo>
                    <a:cubicBezTo>
                      <a:pt x="52959" y="22384"/>
                      <a:pt x="52102" y="22670"/>
                      <a:pt x="51245" y="22670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9c3d5dc1-6514-4771-9004-e06590948701" id="98" name="任意多边形: 形状 97">
                <a:extLst>
                  <a:ext uri="{FF2B5EF4-FFF2-40B4-BE49-F238E27FC236}">
                    <a16:creationId id="{BA08B022-F8B5-3DD8-1317-76D1DAEE0D94}"/>
                  </a:ext>
                </a:extLst>
              </p:cNvPr>
              <p:cNvSpPr/>
              <p:nvPr/>
            </p:nvSpPr>
            <p:spPr>
              <a:xfrm flipV="false" flipH="false">
                <a:off x="2516691" y="5904134"/>
                <a:ext cx="56187" cy="56187"/>
              </a:xfrm>
              <a:custGeom>
                <a:avLst/>
                <a:gdLst>
                  <a:gd fmla="*/ 0 w 81533" name="connsiteX0"/>
                  <a:gd fmla="*/ 40767 h 81534" name="connsiteY0"/>
                  <a:gd fmla="*/ 40767 w 81533" name="connsiteX1"/>
                  <a:gd fmla="*/ 0 h 81534" name="connsiteY1"/>
                  <a:gd fmla="*/ 81534 w 81533" name="connsiteX2"/>
                  <a:gd fmla="*/ 40767 h 81534" name="connsiteY2"/>
                  <a:gd fmla="*/ 40767 w 81533" name="connsiteX3"/>
                  <a:gd fmla="*/ 81534 h 81534" name="connsiteY3"/>
                  <a:gd fmla="*/ 0 w 81533" name="connsiteX4"/>
                  <a:gd fmla="*/ 40767 h 81534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81534" w="81533">
                    <a:moveTo>
                      <a:pt x="0" y="40767"/>
                    </a:moveTo>
                    <a:cubicBezTo>
                      <a:pt x="0" y="18192"/>
                      <a:pt x="18288" y="0"/>
                      <a:pt x="40767" y="0"/>
                    </a:cubicBezTo>
                    <a:cubicBezTo>
                      <a:pt x="63341" y="0"/>
                      <a:pt x="81534" y="18288"/>
                      <a:pt x="81534" y="40767"/>
                    </a:cubicBezTo>
                    <a:cubicBezTo>
                      <a:pt x="81534" y="63341"/>
                      <a:pt x="63246" y="81534"/>
                      <a:pt x="40767" y="81534"/>
                    </a:cubicBezTo>
                    <a:cubicBezTo>
                      <a:pt x="18288" y="81629"/>
                      <a:pt x="0" y="63341"/>
                      <a:pt x="0" y="40767"/>
                    </a:cubicBezTo>
                    <a:close/>
                  </a:path>
                </a:pathLst>
              </a:custGeom>
              <a:solidFill>
                <a:srgbClr val="FBC849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6f202da2-9f9b-4507-bd3f-9d8f93b3f5b5" id="96" name="任意多边形: 形状 95">
                <a:extLst>
                  <a:ext uri="{FF2B5EF4-FFF2-40B4-BE49-F238E27FC236}">
                    <a16:creationId id="{80CF6228-73DF-AE89-AE0A-5600813337E4}"/>
                  </a:ext>
                </a:extLst>
              </p:cNvPr>
              <p:cNvSpPr/>
              <p:nvPr/>
            </p:nvSpPr>
            <p:spPr>
              <a:xfrm flipV="false" flipH="false">
                <a:off x="2417707" y="5803053"/>
                <a:ext cx="256059" cy="255858"/>
              </a:xfrm>
              <a:custGeom>
                <a:avLst/>
                <a:gdLst>
                  <a:gd fmla="*/ 185833 w 371570" name="connsiteX0"/>
                  <a:gd fmla="*/ 371280 h 371279" name="connsiteY0"/>
                  <a:gd fmla="*/ 175927 w 371570" name="connsiteX1"/>
                  <a:gd fmla="*/ 371090 h 371279" name="connsiteY1"/>
                  <a:gd fmla="*/ 169450 w 371570" name="connsiteX2"/>
                  <a:gd fmla="*/ 363946 h 371279" name="connsiteY2"/>
                  <a:gd fmla="*/ 176403 w 371570" name="connsiteX3"/>
                  <a:gd fmla="*/ 357659 h 371279" name="connsiteY3"/>
                  <a:gd fmla="*/ 176594 w 371570" name="connsiteX4"/>
                  <a:gd fmla="*/ 357659 h 371279" name="connsiteY4"/>
                  <a:gd fmla="*/ 185833 w 371570" name="connsiteX5"/>
                  <a:gd fmla="*/ 357850 h 371279" name="connsiteY5"/>
                  <a:gd fmla="*/ 219742 w 371570" name="connsiteX6"/>
                  <a:gd fmla="*/ 354516 h 371279" name="connsiteY6"/>
                  <a:gd fmla="*/ 227648 w 371570" name="connsiteX7"/>
                  <a:gd fmla="*/ 359945 h 371279" name="connsiteY7"/>
                  <a:gd fmla="*/ 227648 w 371570" name="connsiteX8"/>
                  <a:gd fmla="*/ 361278 h 371279" name="connsiteY8"/>
                  <a:gd fmla="*/ 222218 w 371570" name="connsiteX9"/>
                  <a:gd fmla="*/ 367755 h 371279" name="connsiteY9"/>
                  <a:gd fmla="*/ 185833 w 371570" name="connsiteX10"/>
                  <a:gd fmla="*/ 371280 h 371279" name="connsiteY10"/>
                  <a:gd fmla="*/ 132207 w 371570" name="connsiteX11"/>
                  <a:gd fmla="*/ 363184 h 371279" name="connsiteY11"/>
                  <a:gd fmla="*/ 130397 w 371570" name="connsiteX12"/>
                  <a:gd fmla="*/ 362993 h 371279" name="connsiteY12"/>
                  <a:gd fmla="*/ 130207 w 371570" name="connsiteX13"/>
                  <a:gd fmla="*/ 362993 h 371279" name="connsiteY13"/>
                  <a:gd fmla="*/ 129731 w 371570" name="connsiteX14"/>
                  <a:gd fmla="*/ 362803 h 371279" name="connsiteY14"/>
                  <a:gd fmla="*/ 88011 w 371570" name="connsiteX15"/>
                  <a:gd fmla="*/ 343467 h 371279" name="connsiteY15"/>
                  <a:gd fmla="*/ 85058 w 371570" name="connsiteX16"/>
                  <a:gd fmla="*/ 339466 h 371279" name="connsiteY16"/>
                  <a:gd fmla="*/ 85725 w 371570" name="connsiteX17"/>
                  <a:gd fmla="*/ 334323 h 371279" name="connsiteY17"/>
                  <a:gd fmla="*/ 95155 w 371570" name="connsiteX18"/>
                  <a:gd fmla="*/ 332037 h 371279" name="connsiteY18"/>
                  <a:gd fmla="*/ 134207 w 371570" name="connsiteX19"/>
                  <a:gd fmla="*/ 350039 h 371279" name="connsiteY19"/>
                  <a:gd fmla="*/ 138875 w 371570" name="connsiteX20"/>
                  <a:gd fmla="*/ 356516 h 371279" name="connsiteY20"/>
                  <a:gd fmla="*/ 138684 w 371570" name="connsiteX21"/>
                  <a:gd fmla="*/ 358516 h 371279" name="connsiteY21"/>
                  <a:gd fmla="*/ 132207 w 371570" name="connsiteX22"/>
                  <a:gd fmla="*/ 363184 h 371279" name="connsiteY22"/>
                  <a:gd fmla="*/ 263462 w 371570" name="connsiteX23"/>
                  <a:gd fmla="*/ 353563 h 371279" name="connsiteY23"/>
                  <a:gd fmla="*/ 257175 w 371570" name="connsiteX24"/>
                  <a:gd fmla="*/ 349753 h 371279" name="connsiteY24"/>
                  <a:gd fmla="*/ 256889 w 371570" name="connsiteX25"/>
                  <a:gd fmla="*/ 344610 h 371279" name="connsiteY25"/>
                  <a:gd fmla="*/ 260223 w 371570" name="connsiteX26"/>
                  <a:gd fmla="*/ 340800 h 371279" name="connsiteY26"/>
                  <a:gd fmla="*/ 296323 w 371570" name="connsiteX27"/>
                  <a:gd fmla="*/ 317464 h 371279" name="connsiteY27"/>
                  <a:gd fmla="*/ 296513 w 371570" name="connsiteX28"/>
                  <a:gd fmla="*/ 317273 h 371279" name="connsiteY28"/>
                  <a:gd fmla="*/ 305943 w 371570" name="connsiteX29"/>
                  <a:gd fmla="*/ 318416 h 371279" name="connsiteY29"/>
                  <a:gd fmla="*/ 307562 w 371570" name="connsiteX30"/>
                  <a:gd fmla="*/ 322702 h 371279" name="connsiteY30"/>
                  <a:gd fmla="*/ 305276 w 371570" name="connsiteX31"/>
                  <a:gd fmla="*/ 327656 h 371279" name="connsiteY31"/>
                  <a:gd fmla="*/ 305086 w 371570" name="connsiteX32"/>
                  <a:gd fmla="*/ 327846 h 371279" name="connsiteY32"/>
                  <a:gd fmla="*/ 304610 w 371570" name="connsiteX33"/>
                  <a:gd fmla="*/ 328322 h 371279" name="connsiteY33"/>
                  <a:gd fmla="*/ 266224 w 371570" name="connsiteX34"/>
                  <a:gd fmla="*/ 352992 h 371279" name="connsiteY34"/>
                  <a:gd fmla="*/ 263462 w 371570" name="connsiteX35"/>
                  <a:gd fmla="*/ 353563 h 371279" name="connsiteY35"/>
                  <a:gd fmla="*/ 56769 w 371570" name="connsiteX36"/>
                  <a:gd fmla="*/ 316225 h 371279" name="connsiteY36"/>
                  <a:gd fmla="*/ 51816 w 371570" name="connsiteX37"/>
                  <a:gd fmla="*/ 314225 h 371279" name="connsiteY37"/>
                  <a:gd fmla="*/ 24194 w 371570" name="connsiteX38"/>
                  <a:gd fmla="*/ 276982 h 371279" name="connsiteY38"/>
                  <a:gd fmla="*/ 23527 w 371570" name="connsiteX39"/>
                  <a:gd fmla="*/ 271839 h 371279" name="connsiteY39"/>
                  <a:gd fmla="*/ 26670 w 371570" name="connsiteX40"/>
                  <a:gd fmla="*/ 268029 h 371279" name="connsiteY40"/>
                  <a:gd fmla="*/ 35909 w 371570" name="connsiteX41"/>
                  <a:gd fmla="*/ 270506 h 371279" name="connsiteY41"/>
                  <a:gd fmla="*/ 61722 w 371570" name="connsiteX42"/>
                  <a:gd fmla="*/ 305081 h 371279" name="connsiteY42"/>
                  <a:gd fmla="*/ 63532 w 371570" name="connsiteX43"/>
                  <a:gd fmla="*/ 309749 h 371279" name="connsiteY43"/>
                  <a:gd fmla="*/ 61532 w 371570" name="connsiteX44"/>
                  <a:gd fmla="*/ 314416 h 371279" name="connsiteY44"/>
                  <a:gd fmla="*/ 56769 w 371570" name="connsiteX45"/>
                  <a:gd fmla="*/ 316225 h 371279" name="connsiteY45"/>
                  <a:gd fmla="*/ 331280 w 371570" name="connsiteX46"/>
                  <a:gd fmla="*/ 296318 h 371279" name="connsiteY46"/>
                  <a:gd fmla="*/ 327470 w 371570" name="connsiteX47"/>
                  <a:gd fmla="*/ 295175 h 371279" name="connsiteY47"/>
                  <a:gd fmla="*/ 324517 w 371570" name="connsiteX48"/>
                  <a:gd fmla="*/ 290699 h 371279" name="connsiteY48"/>
                  <a:gd fmla="*/ 325850 w 371570" name="connsiteX49"/>
                  <a:gd fmla="*/ 285745 h 371279" name="connsiteY49"/>
                  <a:gd fmla="*/ 346234 w 371570" name="connsiteX50"/>
                  <a:gd fmla="*/ 247836 h 371279" name="connsiteY50"/>
                  <a:gd fmla="*/ 354997 w 371570" name="connsiteX51"/>
                  <a:gd fmla="*/ 244026 h 371279" name="connsiteY51"/>
                  <a:gd fmla="*/ 359283 w 371570" name="connsiteX52"/>
                  <a:gd fmla="*/ 250313 h 371279" name="connsiteY52"/>
                  <a:gd fmla="*/ 358807 w 371570" name="connsiteX53"/>
                  <a:gd fmla="*/ 252789 h 371279" name="connsiteY53"/>
                  <a:gd fmla="*/ 336804 w 371570" name="connsiteX54"/>
                  <a:gd fmla="*/ 293651 h 371279" name="connsiteY54"/>
                  <a:gd fmla="*/ 331280 w 371570" name="connsiteX55"/>
                  <a:gd fmla="*/ 296318 h 371279" name="connsiteY55"/>
                  <a:gd fmla="*/ 12954 w 371570" name="connsiteX56"/>
                  <a:gd fmla="*/ 239073 h 371279" name="connsiteY56"/>
                  <a:gd fmla="*/ 6477 w 371570" name="connsiteX57"/>
                  <a:gd fmla="*/ 234120 h 371279" name="connsiteY57"/>
                  <a:gd fmla="*/ 0 w 371570" name="connsiteX58"/>
                  <a:gd fmla="*/ 188114 h 371279" name="connsiteY58"/>
                  <a:gd fmla="*/ 191 w 371570" name="connsiteX59"/>
                  <a:gd fmla="*/ 186780 h 371279" name="connsiteY59"/>
                  <a:gd fmla="*/ 0 w 371570" name="connsiteX60"/>
                  <a:gd fmla="*/ 185637 h 371279" name="connsiteY60"/>
                  <a:gd fmla="*/ 5810 w 371570" name="connsiteX61"/>
                  <a:gd fmla="*/ 139632 h 371279" name="connsiteY61"/>
                  <a:gd fmla="*/ 13907 w 371570" name="connsiteX62"/>
                  <a:gd fmla="*/ 134679 h 371279" name="connsiteY62"/>
                  <a:gd fmla="*/ 18860 w 371570" name="connsiteX63"/>
                  <a:gd fmla="*/ 142775 h 371279" name="connsiteY63"/>
                  <a:gd fmla="*/ 13430 w 371570" name="connsiteX64"/>
                  <a:gd fmla="*/ 185447 h 371279" name="connsiteY64"/>
                  <a:gd fmla="*/ 13621 w 371570" name="connsiteX65"/>
                  <a:gd fmla="*/ 185637 h 371279" name="connsiteY65"/>
                  <a:gd fmla="*/ 13430 w 371570" name="connsiteX66"/>
                  <a:gd fmla="*/ 186780 h 371279" name="connsiteY66"/>
                  <a:gd fmla="*/ 13621 w 371570" name="connsiteX67"/>
                  <a:gd fmla="*/ 187923 h 371279" name="connsiteY67"/>
                  <a:gd fmla="*/ 19431 w 371570" name="connsiteX68"/>
                  <a:gd fmla="*/ 230596 h 371279" name="connsiteY68"/>
                  <a:gd fmla="*/ 19717 w 371570" name="connsiteX69"/>
                  <a:gd fmla="*/ 232406 h 371279" name="connsiteY69"/>
                  <a:gd fmla="*/ 14764 w 371570" name="connsiteX70"/>
                  <a:gd fmla="*/ 238882 h 371279" name="connsiteY70"/>
                  <a:gd fmla="*/ 12954 w 371570" name="connsiteX71"/>
                  <a:gd fmla="*/ 239073 h 371279" name="connsiteY71"/>
                  <a:gd fmla="*/ 363379 w 371570" name="connsiteX72"/>
                  <a:gd fmla="*/ 213450 h 371279" name="connsiteY72"/>
                  <a:gd fmla="*/ 362712 w 371570" name="connsiteX73"/>
                  <a:gd fmla="*/ 213450 h 371279" name="connsiteY73"/>
                  <a:gd fmla="*/ 356711 w 371570" name="connsiteX74"/>
                  <a:gd fmla="*/ 206021 h 371279" name="connsiteY74"/>
                  <a:gd fmla="*/ 358045 w 371570" name="connsiteX75"/>
                  <a:gd fmla="*/ 185637 h 371279" name="connsiteY75"/>
                  <a:gd fmla="*/ 356521 w 371570" name="connsiteX76"/>
                  <a:gd fmla="*/ 162968 h 371279" name="connsiteY76"/>
                  <a:gd fmla="*/ 356521 w 371570" name="connsiteX77"/>
                  <a:gd fmla="*/ 161825 h 371279" name="connsiteY77"/>
                  <a:gd fmla="*/ 362331 w 371570" name="connsiteX78"/>
                  <a:gd fmla="*/ 155348 h 371279" name="connsiteY78"/>
                  <a:gd fmla="*/ 369951 w 371570" name="connsiteX79"/>
                  <a:gd fmla="*/ 161158 h 371279" name="connsiteY79"/>
                  <a:gd fmla="*/ 371570 w 371570" name="connsiteX80"/>
                  <a:gd fmla="*/ 185637 h 371279" name="connsiteY80"/>
                  <a:gd fmla="*/ 370237 w 371570" name="connsiteX81"/>
                  <a:gd fmla="*/ 207640 h 371279" name="connsiteY81"/>
                  <a:gd fmla="*/ 363379 w 371570" name="connsiteX82"/>
                  <a:gd fmla="*/ 213450 h 371279" name="connsiteY82"/>
                  <a:gd fmla="*/ 351663 w 371570" name="connsiteX83"/>
                  <a:gd fmla="*/ 125439 h 371279" name="connsiteY83"/>
                  <a:gd fmla="*/ 345377 w 371570" name="connsiteX84"/>
                  <a:gd fmla="*/ 121153 h 371279" name="connsiteY84"/>
                  <a:gd fmla="*/ 324517 w 371570" name="connsiteX85"/>
                  <a:gd fmla="*/ 83720 h 371279" name="connsiteY85"/>
                  <a:gd fmla="*/ 323183 w 371570" name="connsiteX86"/>
                  <a:gd fmla="*/ 79720 h 371279" name="connsiteY86"/>
                  <a:gd fmla="*/ 325850 w 371570" name="connsiteX87"/>
                  <a:gd fmla="*/ 74290 h 371279" name="connsiteY87"/>
                  <a:gd fmla="*/ 335280 w 371570" name="connsiteX88"/>
                  <a:gd fmla="*/ 75624 h 371279" name="connsiteY88"/>
                  <a:gd fmla="*/ 357950 w 371570" name="connsiteX89"/>
                  <a:gd fmla="*/ 116296 h 371279" name="connsiteY89"/>
                  <a:gd fmla="*/ 354140 w 371570" name="connsiteX90"/>
                  <a:gd fmla="*/ 125059 h 371279" name="connsiteY90"/>
                  <a:gd fmla="*/ 351663 w 371570" name="connsiteX91"/>
                  <a:gd fmla="*/ 125439 h 371279" name="connsiteY91"/>
                  <a:gd fmla="*/ 28670 w 371570" name="connsiteX92"/>
                  <a:gd fmla="*/ 106389 h 371279" name="connsiteY92"/>
                  <a:gd fmla="*/ 25527 w 371570" name="connsiteX93"/>
                  <a:gd fmla="*/ 105532 h 371279" name="connsiteY93"/>
                  <a:gd fmla="*/ 21908 w 371570" name="connsiteX94"/>
                  <a:gd fmla="*/ 99722 h 371279" name="connsiteY94"/>
                  <a:gd fmla="*/ 22765 w 371570" name="connsiteX95"/>
                  <a:gd fmla="*/ 96388 h 371279" name="connsiteY95"/>
                  <a:gd fmla="*/ 50102 w 371570" name="connsiteX96"/>
                  <a:gd fmla="*/ 58860 h 371279" name="connsiteY96"/>
                  <a:gd fmla="*/ 59531 w 371570" name="connsiteX97"/>
                  <a:gd fmla="*/ 58384 h 371279" name="connsiteY97"/>
                  <a:gd fmla="*/ 59817 w 371570" name="connsiteX98"/>
                  <a:gd fmla="*/ 68004 h 371279" name="connsiteY98"/>
                  <a:gd fmla="*/ 34671 w 371570" name="connsiteX99"/>
                  <a:gd fmla="*/ 102580 h 371279" name="connsiteY99"/>
                  <a:gd fmla="*/ 34671 w 371570" name="connsiteX100"/>
                  <a:gd fmla="*/ 102770 h 371279" name="connsiteY100"/>
                  <a:gd fmla="*/ 28670 w 371570" name="connsiteX101"/>
                  <a:gd fmla="*/ 106389 h 371279" name="connsiteY101"/>
                  <a:gd fmla="*/ 299180 w 371570" name="connsiteX102"/>
                  <a:gd fmla="*/ 53907 h 371279" name="connsiteY102"/>
                  <a:gd fmla="*/ 294894 w 371570" name="connsiteX103"/>
                  <a:gd fmla="*/ 52573 h 371279" name="connsiteY103"/>
                  <a:gd fmla="*/ 258509 w 371570" name="connsiteX104"/>
                  <a:gd fmla="*/ 29713 h 371279" name="connsiteY104"/>
                  <a:gd fmla="*/ 258318 w 371570" name="connsiteX105"/>
                  <a:gd fmla="*/ 29523 h 371279" name="connsiteY105"/>
                  <a:gd fmla="*/ 254508 w 371570" name="connsiteX106"/>
                  <a:gd fmla="*/ 23427 h 371279" name="connsiteY106"/>
                  <a:gd fmla="*/ 255175 w 371570" name="connsiteX107"/>
                  <a:gd fmla="*/ 20474 h 371279" name="connsiteY107"/>
                  <a:gd fmla="*/ 264128 w 371570" name="connsiteX108"/>
                  <a:gd fmla="*/ 17331 h 371279" name="connsiteY108"/>
                  <a:gd fmla="*/ 303371 w 371570" name="connsiteX109"/>
                  <a:gd fmla="*/ 42000 h 371279" name="connsiteY109"/>
                  <a:gd fmla="*/ 304229 w 371570" name="connsiteX110"/>
                  <a:gd fmla="*/ 51431 h 371279" name="connsiteY110"/>
                  <a:gd fmla="*/ 299180 w 371570" name="connsiteX111"/>
                  <a:gd fmla="*/ 53907 h 371279" name="connsiteY111"/>
                  <a:gd fmla="*/ 89535 w 371570" name="connsiteX112"/>
                  <a:gd fmla="*/ 41524 h 371279" name="connsiteY112"/>
                  <a:gd fmla="*/ 83915 w 371570" name="connsiteX113"/>
                  <a:gd fmla="*/ 38381 h 371279" name="connsiteY113"/>
                  <a:gd fmla="*/ 82772 w 371570" name="connsiteX114"/>
                  <a:gd fmla="*/ 34762 h 371279" name="connsiteY114"/>
                  <a:gd fmla="*/ 85916 w 371570" name="connsiteX115"/>
                  <a:gd fmla="*/ 28951 h 371279" name="connsiteY115"/>
                  <a:gd fmla="*/ 127921 w 371570" name="connsiteX116"/>
                  <a:gd fmla="*/ 9234 h 371279" name="connsiteY116"/>
                  <a:gd fmla="*/ 136208 w 371570" name="connsiteX117"/>
                  <a:gd fmla="*/ 13521 h 371279" name="connsiteY117"/>
                  <a:gd fmla="*/ 136017 w 371570" name="connsiteX118"/>
                  <a:gd fmla="*/ 18665 h 371279" name="connsiteY118"/>
                  <a:gd fmla="*/ 132017 w 371570" name="connsiteX119"/>
                  <a:gd fmla="*/ 21998 h 371279" name="connsiteY119"/>
                  <a:gd fmla="*/ 93154 w 371570" name="connsiteX120"/>
                  <a:gd fmla="*/ 40381 h 371279" name="connsiteY120"/>
                  <a:gd fmla="*/ 92964 w 371570" name="connsiteX121"/>
                  <a:gd fmla="*/ 40381 h 371279" name="connsiteY121"/>
                  <a:gd fmla="*/ 89535 w 371570" name="connsiteX122"/>
                  <a:gd fmla="*/ 41524 h 371279" name="connsiteY122"/>
                  <a:gd fmla="*/ 218599 w 371570" name="connsiteX123"/>
                  <a:gd fmla="*/ 16378 h 371279" name="connsiteY123"/>
                  <a:gd fmla="*/ 217265 w 371570" name="connsiteX124"/>
                  <a:gd fmla="*/ 16378 h 371279" name="connsiteY124"/>
                  <a:gd fmla="*/ 174403 w 371570" name="connsiteX125"/>
                  <a:gd fmla="*/ 13711 h 371279" name="connsiteY125"/>
                  <a:gd fmla="*/ 173927 w 371570" name="connsiteX126"/>
                  <a:gd fmla="*/ 13711 h 371279" name="connsiteY126"/>
                  <a:gd fmla="*/ 167164 w 371570" name="connsiteX127"/>
                  <a:gd fmla="*/ 7425 h 371279" name="connsiteY127"/>
                  <a:gd fmla="*/ 167164 w 371570" name="connsiteX128"/>
                  <a:gd fmla="*/ 7234 h 371279" name="connsiteY128"/>
                  <a:gd fmla="*/ 173260 w 371570" name="connsiteX129"/>
                  <a:gd fmla="*/ 471 h 371279" name="connsiteY129"/>
                  <a:gd fmla="*/ 173450 w 371570" name="connsiteX130"/>
                  <a:gd fmla="*/ 471 h 371279" name="connsiteY130"/>
                  <a:gd fmla="*/ 173450 w 371570" name="connsiteX131"/>
                  <a:gd fmla="*/ 471 h 371279" name="connsiteY131"/>
                  <a:gd fmla="*/ 219646 w 371570" name="connsiteX132"/>
                  <a:gd fmla="*/ 3139 h 371279" name="connsiteY132"/>
                  <a:gd fmla="*/ 224123 w 371570" name="connsiteX133"/>
                  <a:gd fmla="*/ 5805 h 371279" name="connsiteY133"/>
                  <a:gd fmla="*/ 224981 w 371570" name="connsiteX134"/>
                  <a:gd fmla="*/ 10949 h 371279" name="connsiteY134"/>
                  <a:gd fmla="*/ 218599 w 371570" name="connsiteX135"/>
                  <a:gd fmla="*/ 16378 h 371279" name="connsiteY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</a:cxnLst>
                <a:rect b="b" l="l" r="r" t="t"/>
                <a:pathLst>
                  <a:path h="371279" w="371570">
                    <a:moveTo>
                      <a:pt x="185833" y="371280"/>
                    </a:moveTo>
                    <a:cubicBezTo>
                      <a:pt x="182880" y="371280"/>
                      <a:pt x="179737" y="371280"/>
                      <a:pt x="175927" y="371090"/>
                    </a:cubicBezTo>
                    <a:cubicBezTo>
                      <a:pt x="172117" y="370899"/>
                      <a:pt x="169450" y="367755"/>
                      <a:pt x="169450" y="363946"/>
                    </a:cubicBezTo>
                    <a:cubicBezTo>
                      <a:pt x="169640" y="360326"/>
                      <a:pt x="172784" y="357659"/>
                      <a:pt x="176403" y="357659"/>
                    </a:cubicBezTo>
                    <a:lnTo>
                      <a:pt x="176594" y="357659"/>
                    </a:lnTo>
                    <a:cubicBezTo>
                      <a:pt x="179737" y="357850"/>
                      <a:pt x="183071" y="357850"/>
                      <a:pt x="185833" y="357850"/>
                    </a:cubicBezTo>
                    <a:cubicBezTo>
                      <a:pt x="197072" y="357850"/>
                      <a:pt x="208502" y="356707"/>
                      <a:pt x="219742" y="354516"/>
                    </a:cubicBezTo>
                    <a:cubicBezTo>
                      <a:pt x="223075" y="353849"/>
                      <a:pt x="226886" y="356325"/>
                      <a:pt x="227648" y="359945"/>
                    </a:cubicBezTo>
                    <a:cubicBezTo>
                      <a:pt x="227648" y="360422"/>
                      <a:pt x="227648" y="360802"/>
                      <a:pt x="227648" y="361278"/>
                    </a:cubicBezTo>
                    <a:cubicBezTo>
                      <a:pt x="227648" y="364422"/>
                      <a:pt x="225362" y="367089"/>
                      <a:pt x="222218" y="367755"/>
                    </a:cubicBezTo>
                    <a:cubicBezTo>
                      <a:pt x="210217" y="370137"/>
                      <a:pt x="198120" y="371280"/>
                      <a:pt x="185833" y="371280"/>
                    </a:cubicBezTo>
                    <a:close/>
                    <a:moveTo>
                      <a:pt x="132207" y="363184"/>
                    </a:moveTo>
                    <a:cubicBezTo>
                      <a:pt x="131540" y="363184"/>
                      <a:pt x="130874" y="362993"/>
                      <a:pt x="130397" y="362993"/>
                    </a:cubicBezTo>
                    <a:cubicBezTo>
                      <a:pt x="130207" y="362993"/>
                      <a:pt x="130207" y="362993"/>
                      <a:pt x="130207" y="362993"/>
                    </a:cubicBezTo>
                    <a:cubicBezTo>
                      <a:pt x="129921" y="362803"/>
                      <a:pt x="129921" y="362803"/>
                      <a:pt x="129731" y="362803"/>
                    </a:cubicBezTo>
                    <a:cubicBezTo>
                      <a:pt x="115157" y="358135"/>
                      <a:pt x="101251" y="351849"/>
                      <a:pt x="88011" y="343467"/>
                    </a:cubicBezTo>
                    <a:cubicBezTo>
                      <a:pt x="86392" y="342609"/>
                      <a:pt x="85535" y="341181"/>
                      <a:pt x="85058" y="339466"/>
                    </a:cubicBezTo>
                    <a:cubicBezTo>
                      <a:pt x="84582" y="337657"/>
                      <a:pt x="84868" y="335847"/>
                      <a:pt x="85725" y="334323"/>
                    </a:cubicBezTo>
                    <a:cubicBezTo>
                      <a:pt x="87725" y="331180"/>
                      <a:pt x="92012" y="330322"/>
                      <a:pt x="95155" y="332037"/>
                    </a:cubicBezTo>
                    <a:cubicBezTo>
                      <a:pt x="107252" y="339657"/>
                      <a:pt x="120301" y="345753"/>
                      <a:pt x="134207" y="350039"/>
                    </a:cubicBezTo>
                    <a:cubicBezTo>
                      <a:pt x="137160" y="350897"/>
                      <a:pt x="138875" y="353659"/>
                      <a:pt x="138875" y="356516"/>
                    </a:cubicBezTo>
                    <a:cubicBezTo>
                      <a:pt x="138875" y="357183"/>
                      <a:pt x="138875" y="357850"/>
                      <a:pt x="138684" y="358516"/>
                    </a:cubicBezTo>
                    <a:cubicBezTo>
                      <a:pt x="137732" y="361183"/>
                      <a:pt x="135065" y="363184"/>
                      <a:pt x="132207" y="363184"/>
                    </a:cubicBezTo>
                    <a:close/>
                    <a:moveTo>
                      <a:pt x="263462" y="353563"/>
                    </a:moveTo>
                    <a:cubicBezTo>
                      <a:pt x="260795" y="353563"/>
                      <a:pt x="258318" y="352230"/>
                      <a:pt x="257175" y="349753"/>
                    </a:cubicBezTo>
                    <a:cubicBezTo>
                      <a:pt x="256508" y="348229"/>
                      <a:pt x="256318" y="346420"/>
                      <a:pt x="256889" y="344610"/>
                    </a:cubicBezTo>
                    <a:cubicBezTo>
                      <a:pt x="257556" y="343086"/>
                      <a:pt x="258699" y="341657"/>
                      <a:pt x="260223" y="340800"/>
                    </a:cubicBezTo>
                    <a:cubicBezTo>
                      <a:pt x="273463" y="334513"/>
                      <a:pt x="285560" y="326703"/>
                      <a:pt x="296323" y="317464"/>
                    </a:cubicBezTo>
                    <a:cubicBezTo>
                      <a:pt x="296513" y="317464"/>
                      <a:pt x="296513" y="317464"/>
                      <a:pt x="296513" y="317273"/>
                    </a:cubicBezTo>
                    <a:cubicBezTo>
                      <a:pt x="299180" y="315273"/>
                      <a:pt x="303657" y="315654"/>
                      <a:pt x="305943" y="318416"/>
                    </a:cubicBezTo>
                    <a:cubicBezTo>
                      <a:pt x="306800" y="319559"/>
                      <a:pt x="307562" y="321083"/>
                      <a:pt x="307562" y="322702"/>
                    </a:cubicBezTo>
                    <a:cubicBezTo>
                      <a:pt x="307562" y="324512"/>
                      <a:pt x="306705" y="326322"/>
                      <a:pt x="305276" y="327656"/>
                    </a:cubicBezTo>
                    <a:cubicBezTo>
                      <a:pt x="305276" y="327656"/>
                      <a:pt x="305276" y="327846"/>
                      <a:pt x="305086" y="327846"/>
                    </a:cubicBezTo>
                    <a:cubicBezTo>
                      <a:pt x="305086" y="327846"/>
                      <a:pt x="304895" y="328036"/>
                      <a:pt x="304610" y="328322"/>
                    </a:cubicBezTo>
                    <a:cubicBezTo>
                      <a:pt x="292989" y="337942"/>
                      <a:pt x="279940" y="346324"/>
                      <a:pt x="266224" y="352992"/>
                    </a:cubicBezTo>
                    <a:cubicBezTo>
                      <a:pt x="265271" y="353278"/>
                      <a:pt x="264319" y="353563"/>
                      <a:pt x="263462" y="353563"/>
                    </a:cubicBezTo>
                    <a:close/>
                    <a:moveTo>
                      <a:pt x="56769" y="316225"/>
                    </a:moveTo>
                    <a:cubicBezTo>
                      <a:pt x="54959" y="316225"/>
                      <a:pt x="53150" y="315559"/>
                      <a:pt x="51816" y="314225"/>
                    </a:cubicBezTo>
                    <a:cubicBezTo>
                      <a:pt x="41053" y="302986"/>
                      <a:pt x="31623" y="290412"/>
                      <a:pt x="24194" y="276982"/>
                    </a:cubicBezTo>
                    <a:cubicBezTo>
                      <a:pt x="23336" y="275458"/>
                      <a:pt x="23050" y="273648"/>
                      <a:pt x="23527" y="271839"/>
                    </a:cubicBezTo>
                    <a:cubicBezTo>
                      <a:pt x="24003" y="270220"/>
                      <a:pt x="25051" y="268696"/>
                      <a:pt x="26670" y="268029"/>
                    </a:cubicBezTo>
                    <a:cubicBezTo>
                      <a:pt x="29623" y="266219"/>
                      <a:pt x="34100" y="267362"/>
                      <a:pt x="35909" y="270506"/>
                    </a:cubicBezTo>
                    <a:cubicBezTo>
                      <a:pt x="42863" y="283078"/>
                      <a:pt x="51625" y="294508"/>
                      <a:pt x="61722" y="305081"/>
                    </a:cubicBezTo>
                    <a:cubicBezTo>
                      <a:pt x="62865" y="306224"/>
                      <a:pt x="63532" y="308034"/>
                      <a:pt x="63532" y="309749"/>
                    </a:cubicBezTo>
                    <a:cubicBezTo>
                      <a:pt x="63532" y="311558"/>
                      <a:pt x="62675" y="313368"/>
                      <a:pt x="61532" y="314416"/>
                    </a:cubicBezTo>
                    <a:cubicBezTo>
                      <a:pt x="60103" y="315559"/>
                      <a:pt x="58579" y="316225"/>
                      <a:pt x="56769" y="316225"/>
                    </a:cubicBezTo>
                    <a:close/>
                    <a:moveTo>
                      <a:pt x="331280" y="296318"/>
                    </a:moveTo>
                    <a:cubicBezTo>
                      <a:pt x="329946" y="296318"/>
                      <a:pt x="328613" y="295842"/>
                      <a:pt x="327470" y="295175"/>
                    </a:cubicBezTo>
                    <a:cubicBezTo>
                      <a:pt x="325850" y="294032"/>
                      <a:pt x="324993" y="292508"/>
                      <a:pt x="324517" y="290699"/>
                    </a:cubicBezTo>
                    <a:cubicBezTo>
                      <a:pt x="324231" y="288889"/>
                      <a:pt x="324707" y="287079"/>
                      <a:pt x="325850" y="285745"/>
                    </a:cubicBezTo>
                    <a:cubicBezTo>
                      <a:pt x="334137" y="274030"/>
                      <a:pt x="341090" y="261266"/>
                      <a:pt x="346234" y="247836"/>
                    </a:cubicBezTo>
                    <a:cubicBezTo>
                      <a:pt x="347567" y="244502"/>
                      <a:pt x="351663" y="242692"/>
                      <a:pt x="354997" y="244026"/>
                    </a:cubicBezTo>
                    <a:cubicBezTo>
                      <a:pt x="357664" y="244883"/>
                      <a:pt x="359283" y="247645"/>
                      <a:pt x="359283" y="250313"/>
                    </a:cubicBezTo>
                    <a:cubicBezTo>
                      <a:pt x="359283" y="251170"/>
                      <a:pt x="359092" y="251836"/>
                      <a:pt x="358807" y="252789"/>
                    </a:cubicBezTo>
                    <a:cubicBezTo>
                      <a:pt x="353187" y="267171"/>
                      <a:pt x="345758" y="280887"/>
                      <a:pt x="336804" y="293651"/>
                    </a:cubicBezTo>
                    <a:cubicBezTo>
                      <a:pt x="335471" y="295366"/>
                      <a:pt x="333470" y="296318"/>
                      <a:pt x="331280" y="296318"/>
                    </a:cubicBezTo>
                    <a:close/>
                    <a:moveTo>
                      <a:pt x="12954" y="239073"/>
                    </a:moveTo>
                    <a:cubicBezTo>
                      <a:pt x="9811" y="239073"/>
                      <a:pt x="7144" y="237073"/>
                      <a:pt x="6477" y="234120"/>
                    </a:cubicBezTo>
                    <a:cubicBezTo>
                      <a:pt x="2477" y="219070"/>
                      <a:pt x="191" y="203640"/>
                      <a:pt x="0" y="188114"/>
                    </a:cubicBezTo>
                    <a:cubicBezTo>
                      <a:pt x="0" y="187638"/>
                      <a:pt x="0" y="187257"/>
                      <a:pt x="191" y="186780"/>
                    </a:cubicBezTo>
                    <a:cubicBezTo>
                      <a:pt x="0" y="186590"/>
                      <a:pt x="0" y="186114"/>
                      <a:pt x="0" y="185637"/>
                    </a:cubicBezTo>
                    <a:cubicBezTo>
                      <a:pt x="0" y="170112"/>
                      <a:pt x="2000" y="154681"/>
                      <a:pt x="5810" y="139632"/>
                    </a:cubicBezTo>
                    <a:cubicBezTo>
                      <a:pt x="6667" y="136013"/>
                      <a:pt x="10287" y="133821"/>
                      <a:pt x="13907" y="134679"/>
                    </a:cubicBezTo>
                    <a:cubicBezTo>
                      <a:pt x="17526" y="135536"/>
                      <a:pt x="19717" y="139155"/>
                      <a:pt x="18860" y="142775"/>
                    </a:cubicBezTo>
                    <a:cubicBezTo>
                      <a:pt x="15240" y="156682"/>
                      <a:pt x="13430" y="171065"/>
                      <a:pt x="13430" y="185447"/>
                    </a:cubicBezTo>
                    <a:lnTo>
                      <a:pt x="13621" y="185637"/>
                    </a:lnTo>
                    <a:cubicBezTo>
                      <a:pt x="13621" y="186114"/>
                      <a:pt x="13430" y="186495"/>
                      <a:pt x="13430" y="186780"/>
                    </a:cubicBezTo>
                    <a:cubicBezTo>
                      <a:pt x="13430" y="187257"/>
                      <a:pt x="13430" y="187638"/>
                      <a:pt x="13621" y="187923"/>
                    </a:cubicBezTo>
                    <a:cubicBezTo>
                      <a:pt x="13621" y="202497"/>
                      <a:pt x="15621" y="216880"/>
                      <a:pt x="19431" y="230596"/>
                    </a:cubicBezTo>
                    <a:cubicBezTo>
                      <a:pt x="19431" y="231263"/>
                      <a:pt x="19717" y="231739"/>
                      <a:pt x="19717" y="232406"/>
                    </a:cubicBezTo>
                    <a:cubicBezTo>
                      <a:pt x="19717" y="235358"/>
                      <a:pt x="17717" y="238216"/>
                      <a:pt x="14764" y="238882"/>
                    </a:cubicBezTo>
                    <a:cubicBezTo>
                      <a:pt x="14097" y="239073"/>
                      <a:pt x="13430" y="239073"/>
                      <a:pt x="12954" y="239073"/>
                    </a:cubicBezTo>
                    <a:close/>
                    <a:moveTo>
                      <a:pt x="363379" y="213450"/>
                    </a:moveTo>
                    <a:cubicBezTo>
                      <a:pt x="363188" y="213450"/>
                      <a:pt x="362903" y="213450"/>
                      <a:pt x="362712" y="213450"/>
                    </a:cubicBezTo>
                    <a:cubicBezTo>
                      <a:pt x="358902" y="212974"/>
                      <a:pt x="356235" y="209641"/>
                      <a:pt x="356711" y="206021"/>
                    </a:cubicBezTo>
                    <a:cubicBezTo>
                      <a:pt x="357569" y="199258"/>
                      <a:pt x="358045" y="192305"/>
                      <a:pt x="358045" y="185637"/>
                    </a:cubicBezTo>
                    <a:cubicBezTo>
                      <a:pt x="358045" y="177732"/>
                      <a:pt x="357378" y="170112"/>
                      <a:pt x="356521" y="162968"/>
                    </a:cubicBezTo>
                    <a:cubicBezTo>
                      <a:pt x="356521" y="162492"/>
                      <a:pt x="356521" y="162301"/>
                      <a:pt x="356521" y="161825"/>
                    </a:cubicBezTo>
                    <a:cubicBezTo>
                      <a:pt x="356521" y="158491"/>
                      <a:pt x="358997" y="155729"/>
                      <a:pt x="362331" y="155348"/>
                    </a:cubicBezTo>
                    <a:cubicBezTo>
                      <a:pt x="366332" y="154872"/>
                      <a:pt x="369475" y="157634"/>
                      <a:pt x="369951" y="161158"/>
                    </a:cubicBezTo>
                    <a:cubicBezTo>
                      <a:pt x="370808" y="169064"/>
                      <a:pt x="371570" y="177351"/>
                      <a:pt x="371570" y="185637"/>
                    </a:cubicBezTo>
                    <a:cubicBezTo>
                      <a:pt x="371570" y="193067"/>
                      <a:pt x="371094" y="200401"/>
                      <a:pt x="370237" y="207640"/>
                    </a:cubicBezTo>
                    <a:cubicBezTo>
                      <a:pt x="369665" y="210974"/>
                      <a:pt x="366713" y="213450"/>
                      <a:pt x="363379" y="213450"/>
                    </a:cubicBezTo>
                    <a:close/>
                    <a:moveTo>
                      <a:pt x="351663" y="125439"/>
                    </a:moveTo>
                    <a:cubicBezTo>
                      <a:pt x="348996" y="125439"/>
                      <a:pt x="346520" y="123916"/>
                      <a:pt x="345377" y="121153"/>
                    </a:cubicBezTo>
                    <a:cubicBezTo>
                      <a:pt x="339947" y="107914"/>
                      <a:pt x="332994" y="95150"/>
                      <a:pt x="324517" y="83720"/>
                    </a:cubicBezTo>
                    <a:cubicBezTo>
                      <a:pt x="323660" y="82577"/>
                      <a:pt x="323183" y="81053"/>
                      <a:pt x="323183" y="79720"/>
                    </a:cubicBezTo>
                    <a:cubicBezTo>
                      <a:pt x="323183" y="77434"/>
                      <a:pt x="324326" y="75433"/>
                      <a:pt x="325850" y="74290"/>
                    </a:cubicBezTo>
                    <a:cubicBezTo>
                      <a:pt x="328803" y="72100"/>
                      <a:pt x="333280" y="72766"/>
                      <a:pt x="335280" y="75624"/>
                    </a:cubicBezTo>
                    <a:cubicBezTo>
                      <a:pt x="344519" y="88006"/>
                      <a:pt x="352139" y="101627"/>
                      <a:pt x="357950" y="116296"/>
                    </a:cubicBezTo>
                    <a:cubicBezTo>
                      <a:pt x="359283" y="119629"/>
                      <a:pt x="357759" y="123725"/>
                      <a:pt x="354140" y="125059"/>
                    </a:cubicBezTo>
                    <a:cubicBezTo>
                      <a:pt x="353473" y="125249"/>
                      <a:pt x="352616" y="125439"/>
                      <a:pt x="351663" y="125439"/>
                    </a:cubicBezTo>
                    <a:close/>
                    <a:moveTo>
                      <a:pt x="28670" y="106389"/>
                    </a:moveTo>
                    <a:cubicBezTo>
                      <a:pt x="27527" y="106389"/>
                      <a:pt x="26479" y="105913"/>
                      <a:pt x="25527" y="105532"/>
                    </a:cubicBezTo>
                    <a:cubicBezTo>
                      <a:pt x="23241" y="104390"/>
                      <a:pt x="21908" y="101913"/>
                      <a:pt x="21908" y="99722"/>
                    </a:cubicBezTo>
                    <a:cubicBezTo>
                      <a:pt x="21908" y="98579"/>
                      <a:pt x="22384" y="97436"/>
                      <a:pt x="22765" y="96388"/>
                    </a:cubicBezTo>
                    <a:cubicBezTo>
                      <a:pt x="30194" y="82958"/>
                      <a:pt x="39338" y="70099"/>
                      <a:pt x="50102" y="58860"/>
                    </a:cubicBezTo>
                    <a:cubicBezTo>
                      <a:pt x="52388" y="56193"/>
                      <a:pt x="57055" y="55907"/>
                      <a:pt x="59531" y="58384"/>
                    </a:cubicBezTo>
                    <a:cubicBezTo>
                      <a:pt x="62198" y="61050"/>
                      <a:pt x="62484" y="65337"/>
                      <a:pt x="59817" y="68004"/>
                    </a:cubicBezTo>
                    <a:cubicBezTo>
                      <a:pt x="50197" y="78291"/>
                      <a:pt x="41624" y="90007"/>
                      <a:pt x="34671" y="102580"/>
                    </a:cubicBezTo>
                    <a:cubicBezTo>
                      <a:pt x="34671" y="102770"/>
                      <a:pt x="34671" y="102770"/>
                      <a:pt x="34671" y="102770"/>
                    </a:cubicBezTo>
                    <a:cubicBezTo>
                      <a:pt x="33433" y="105056"/>
                      <a:pt x="31147" y="106389"/>
                      <a:pt x="28670" y="106389"/>
                    </a:cubicBezTo>
                    <a:close/>
                    <a:moveTo>
                      <a:pt x="299180" y="53907"/>
                    </a:moveTo>
                    <a:cubicBezTo>
                      <a:pt x="297656" y="53907"/>
                      <a:pt x="296037" y="53430"/>
                      <a:pt x="294894" y="52573"/>
                    </a:cubicBezTo>
                    <a:cubicBezTo>
                      <a:pt x="283464" y="43144"/>
                      <a:pt x="271367" y="35523"/>
                      <a:pt x="258509" y="29713"/>
                    </a:cubicBezTo>
                    <a:cubicBezTo>
                      <a:pt x="258509" y="29523"/>
                      <a:pt x="258318" y="29523"/>
                      <a:pt x="258318" y="29523"/>
                    </a:cubicBezTo>
                    <a:cubicBezTo>
                      <a:pt x="256032" y="28380"/>
                      <a:pt x="254508" y="26189"/>
                      <a:pt x="254508" y="23427"/>
                    </a:cubicBezTo>
                    <a:cubicBezTo>
                      <a:pt x="254508" y="22570"/>
                      <a:pt x="254699" y="21427"/>
                      <a:pt x="255175" y="20474"/>
                    </a:cubicBezTo>
                    <a:cubicBezTo>
                      <a:pt x="256508" y="17331"/>
                      <a:pt x="260795" y="15807"/>
                      <a:pt x="264128" y="17331"/>
                    </a:cubicBezTo>
                    <a:cubicBezTo>
                      <a:pt x="278035" y="23808"/>
                      <a:pt x="291275" y="32095"/>
                      <a:pt x="303371" y="42000"/>
                    </a:cubicBezTo>
                    <a:cubicBezTo>
                      <a:pt x="306324" y="44477"/>
                      <a:pt x="306515" y="48763"/>
                      <a:pt x="304229" y="51431"/>
                    </a:cubicBezTo>
                    <a:cubicBezTo>
                      <a:pt x="302990" y="52954"/>
                      <a:pt x="301181" y="53907"/>
                      <a:pt x="299180" y="53907"/>
                    </a:cubicBezTo>
                    <a:close/>
                    <a:moveTo>
                      <a:pt x="89535" y="41524"/>
                    </a:moveTo>
                    <a:cubicBezTo>
                      <a:pt x="87058" y="41524"/>
                      <a:pt x="85058" y="40191"/>
                      <a:pt x="83915" y="38381"/>
                    </a:cubicBezTo>
                    <a:cubicBezTo>
                      <a:pt x="83058" y="37238"/>
                      <a:pt x="82772" y="36095"/>
                      <a:pt x="82772" y="34762"/>
                    </a:cubicBezTo>
                    <a:cubicBezTo>
                      <a:pt x="82772" y="32475"/>
                      <a:pt x="83915" y="30285"/>
                      <a:pt x="85916" y="28951"/>
                    </a:cubicBezTo>
                    <a:cubicBezTo>
                      <a:pt x="98965" y="20664"/>
                      <a:pt x="113062" y="13902"/>
                      <a:pt x="127921" y="9234"/>
                    </a:cubicBezTo>
                    <a:cubicBezTo>
                      <a:pt x="131254" y="8091"/>
                      <a:pt x="135065" y="10092"/>
                      <a:pt x="136208" y="13521"/>
                    </a:cubicBezTo>
                    <a:cubicBezTo>
                      <a:pt x="136874" y="15330"/>
                      <a:pt x="136684" y="17140"/>
                      <a:pt x="136017" y="18665"/>
                    </a:cubicBezTo>
                    <a:cubicBezTo>
                      <a:pt x="135160" y="20284"/>
                      <a:pt x="133826" y="21331"/>
                      <a:pt x="132017" y="21998"/>
                    </a:cubicBezTo>
                    <a:cubicBezTo>
                      <a:pt x="118491" y="26284"/>
                      <a:pt x="105537" y="32571"/>
                      <a:pt x="93154" y="40381"/>
                    </a:cubicBezTo>
                    <a:cubicBezTo>
                      <a:pt x="93154" y="40381"/>
                      <a:pt x="93154" y="40381"/>
                      <a:pt x="92964" y="40381"/>
                    </a:cubicBezTo>
                    <a:cubicBezTo>
                      <a:pt x="92012" y="41048"/>
                      <a:pt x="90583" y="41524"/>
                      <a:pt x="89535" y="41524"/>
                    </a:cubicBezTo>
                    <a:close/>
                    <a:moveTo>
                      <a:pt x="218599" y="16378"/>
                    </a:moveTo>
                    <a:cubicBezTo>
                      <a:pt x="218123" y="16378"/>
                      <a:pt x="217742" y="16378"/>
                      <a:pt x="217265" y="16378"/>
                    </a:cubicBezTo>
                    <a:cubicBezTo>
                      <a:pt x="203359" y="13711"/>
                      <a:pt x="187452" y="13045"/>
                      <a:pt x="174403" y="13711"/>
                    </a:cubicBezTo>
                    <a:cubicBezTo>
                      <a:pt x="174212" y="13711"/>
                      <a:pt x="173927" y="13711"/>
                      <a:pt x="173927" y="13711"/>
                    </a:cubicBezTo>
                    <a:cubicBezTo>
                      <a:pt x="170307" y="13711"/>
                      <a:pt x="167450" y="11044"/>
                      <a:pt x="167164" y="7425"/>
                    </a:cubicBezTo>
                    <a:lnTo>
                      <a:pt x="167164" y="7234"/>
                    </a:lnTo>
                    <a:cubicBezTo>
                      <a:pt x="167164" y="3615"/>
                      <a:pt x="169831" y="757"/>
                      <a:pt x="173260" y="471"/>
                    </a:cubicBezTo>
                    <a:cubicBezTo>
                      <a:pt x="173450" y="471"/>
                      <a:pt x="173450" y="471"/>
                      <a:pt x="173450" y="471"/>
                    </a:cubicBezTo>
                    <a:lnTo>
                      <a:pt x="173450" y="471"/>
                    </a:lnTo>
                    <a:cubicBezTo>
                      <a:pt x="190500" y="-672"/>
                      <a:pt x="205073" y="281"/>
                      <a:pt x="219646" y="3139"/>
                    </a:cubicBezTo>
                    <a:cubicBezTo>
                      <a:pt x="221456" y="3329"/>
                      <a:pt x="222980" y="4472"/>
                      <a:pt x="224123" y="5805"/>
                    </a:cubicBezTo>
                    <a:cubicBezTo>
                      <a:pt x="224981" y="7330"/>
                      <a:pt x="225457" y="9140"/>
                      <a:pt x="224981" y="10949"/>
                    </a:cubicBezTo>
                    <a:cubicBezTo>
                      <a:pt x="224600" y="14187"/>
                      <a:pt x="221933" y="16378"/>
                      <a:pt x="218599" y="16378"/>
                    </a:cubicBezTo>
                    <a:close/>
                  </a:path>
                </a:pathLst>
              </a:custGeom>
              <a:solidFill>
                <a:srgbClr val="3E41CA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sp>
            <p:nvSpPr>
              <p:cNvPr descr="20e70106-eef4-4cd9-8bad-f731eda75c90" id="94" name="任意多边形: 形状 93">
                <a:extLst>
                  <a:ext uri="{FF2B5EF4-FFF2-40B4-BE49-F238E27FC236}">
                    <a16:creationId id="{96D40F2E-3F8E-6F54-A4E6-8691B9389EB5}"/>
                  </a:ext>
                </a:extLst>
              </p:cNvPr>
              <p:cNvSpPr/>
              <p:nvPr/>
            </p:nvSpPr>
            <p:spPr>
              <a:xfrm flipV="false" flipH="false">
                <a:off x="2232735" y="4895784"/>
                <a:ext cx="64983" cy="64983"/>
              </a:xfrm>
              <a:custGeom>
                <a:avLst/>
                <a:gdLst>
                  <a:gd fmla="*/ 0 w 94297" name="connsiteX0"/>
                  <a:gd fmla="*/ 47149 h 94297" name="connsiteY0"/>
                  <a:gd fmla="*/ 47149 w 94297" name="connsiteX1"/>
                  <a:gd fmla="*/ 0 h 94297" name="connsiteY1"/>
                  <a:gd fmla="*/ 94297 w 94297" name="connsiteX2"/>
                  <a:gd fmla="*/ 47149 h 94297" name="connsiteY2"/>
                  <a:gd fmla="*/ 47149 w 94297" name="connsiteX3"/>
                  <a:gd fmla="*/ 94297 h 94297" name="connsiteY3"/>
                  <a:gd fmla="*/ 0 w 94297" name="connsiteX4"/>
                  <a:gd fmla="*/ 47149 h 94297" name="connsiteY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b="b" l="l" r="r" t="t"/>
                <a:pathLst>
                  <a:path h="94297" w="94297">
                    <a:moveTo>
                      <a:pt x="0" y="47149"/>
                    </a:moveTo>
                    <a:cubicBezTo>
                      <a:pt x="0" y="21146"/>
                      <a:pt x="21146" y="0"/>
                      <a:pt x="47149" y="0"/>
                    </a:cubicBezTo>
                    <a:cubicBezTo>
                      <a:pt x="73152" y="0"/>
                      <a:pt x="94297" y="21146"/>
                      <a:pt x="94297" y="47149"/>
                    </a:cubicBezTo>
                    <a:cubicBezTo>
                      <a:pt x="94297" y="73152"/>
                      <a:pt x="73152" y="94297"/>
                      <a:pt x="47149" y="94297"/>
                    </a:cubicBezTo>
                    <a:cubicBezTo>
                      <a:pt x="21146" y="94297"/>
                      <a:pt x="0" y="73152"/>
                      <a:pt x="0" y="47149"/>
                    </a:cubicBezTo>
                    <a:close/>
                  </a:path>
                </a:pathLst>
              </a:custGeom>
              <a:solidFill>
                <a:srgbClr val="728EE1"/>
              </a:solidFill>
              <a:ln cap="flat" w="9525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</p:grpSp>
        <p:grpSp>
          <p:nvGrpSpPr>
            <p:cNvPr descr="23c17061-92b4-4a24-aff5-05ab43642234" id="217" name="组合 216">
              <a:extLst>
                <a:ext uri="{FF2B5EF4-FFF2-40B4-BE49-F238E27FC236}">
                  <a16:creationId id="{7A4C1CAA-B5A2-FEB5-59D9-888E4EF514B1}"/>
                </a:ext>
              </a:extLst>
            </p:cNvPr>
            <p:cNvGrpSpPr/>
            <p:nvPr/>
          </p:nvGrpSpPr>
          <p:grpSpPr>
            <a:xfrm>
              <a:off x="6153148" y="1498847"/>
              <a:ext cx="5248278" cy="1347552"/>
              <a:chOff x="6273798" y="1498847"/>
              <a:chExt cx="5248278" cy="1347552"/>
            </a:xfrm>
          </p:grpSpPr>
          <p:sp>
            <p:nvSpPr>
              <p:cNvPr descr="7cf654d5-d556-410d-abca-40de80009381" id="75" name="ComponentBackground1">
                <a:extLst>
                  <a:ext uri="{FF2B5EF4-FFF2-40B4-BE49-F238E27FC236}">
                    <a16:creationId id="{4AFC2ACC-CEA9-D429-1827-09F5B929CD40}"/>
                  </a:ext>
                </a:extLst>
              </p:cNvPr>
              <p:cNvSpPr/>
              <p:nvPr/>
            </p:nvSpPr>
            <p:spPr>
              <a:xfrm flipV="false" flipH="false">
                <a:off x="6273798" y="1498847"/>
                <a:ext cx="5248278" cy="1347550"/>
              </a:xfrm>
              <a:prstGeom prst="rect">
                <a:avLst/>
              </a:prstGeom>
              <a:solidFill>
                <a:schemeClr val="accent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/>
              </a:p>
            </p:txBody>
          </p:sp>
          <p:sp>
            <p:nvSpPr>
              <p:cNvPr descr="39d562de-7af0-4bf7-9f79-95e2c8fb6b9e" id="66" name="Bullet1">
                <a:extLst>
                  <a:ext uri="{FF2B5EF4-FFF2-40B4-BE49-F238E27FC236}">
                    <a16:creationId id="{BBD07E5D-F96A-2E56-1642-1DB4352E360A}"/>
                  </a:ext>
                </a:extLst>
              </p:cNvPr>
              <p:cNvSpPr/>
              <p:nvPr/>
            </p:nvSpPr>
            <p:spPr>
              <a:xfrm flipV="false" flipH="false">
                <a:off x="6273798" y="1498847"/>
                <a:ext cx="5235575" cy="473315"/>
              </a:xfrm>
              <a:prstGeom prst="rect">
                <a:avLst/>
              </a:prstGeom>
            </p:spPr>
            <p:txBody>
              <a:bodyPr anchor="b" anchorCtr="0" bIns="45720" lIns="91440" rIns="91440" tIns="45720" wrap="square">
                <a:normAutofit/>
              </a:bodyPr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l">
                  <a:spcBef>
                    <a:spcPct val="0"/>
                  </a:spcBef>
                </a:pPr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立即终止</a:t>
                </a:r>
              </a:p>
            </p:txBody>
          </p:sp>
          <p:sp>
            <p:nvSpPr>
              <p:cNvPr descr="dd35d676-cbaf-4aa3-85f4-4852bff3d523" id="67" name="Text1">
                <a:extLst>
                  <a:ext uri="{FF2B5EF4-FFF2-40B4-BE49-F238E27FC236}">
                    <a16:creationId id="{156DBBE2-556A-3F68-6720-84733EFF6F62}"/>
                  </a:ext>
                </a:extLst>
              </p:cNvPr>
              <p:cNvSpPr/>
              <p:nvPr/>
            </p:nvSpPr>
            <p:spPr>
              <a:xfrm flipV="false" flipH="false">
                <a:off x="6273800" y="1972165"/>
                <a:ext cx="5235575" cy="874234"/>
              </a:xfrm>
              <a:prstGeom prst="rect">
                <a:avLst/>
              </a:prstGeom>
            </p:spPr>
            <p:txBody>
              <a:bodyPr anchor="t" anchorCtr="0" bIns="45720" lIns="91440" rIns="91440" tIns="45720" wrap="square">
                <a:normAutofit/>
              </a:bodyPr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使用停用词可立即终止不适行为，保护双方。</a:t>
                </a:r>
              </a:p>
            </p:txBody>
          </p:sp>
        </p:grpSp>
        <p:grpSp>
          <p:nvGrpSpPr>
            <p:cNvPr descr="3ce795be-e70e-4086-85e5-c3850e818bab" id="216" name="组合 215">
              <a:extLst>
                <a:ext uri="{FF2B5EF4-FFF2-40B4-BE49-F238E27FC236}">
                  <a16:creationId id="{C620B023-18B4-CF2D-D341-55F3BAF32D40}"/>
                </a:ext>
              </a:extLst>
            </p:cNvPr>
            <p:cNvGrpSpPr/>
            <p:nvPr/>
          </p:nvGrpSpPr>
          <p:grpSpPr>
            <a:xfrm>
              <a:off x="6153148" y="3110823"/>
              <a:ext cx="5248278" cy="1347552"/>
              <a:chOff x="6273798" y="3110823"/>
              <a:chExt cx="5248278" cy="1347552"/>
            </a:xfrm>
          </p:grpSpPr>
          <p:sp>
            <p:nvSpPr>
              <p:cNvPr descr="49b6ec74-9b29-4fe8-8197-e44568f067c3" id="76" name="ComponentBackground2">
                <a:extLst>
                  <a:ext uri="{FF2B5EF4-FFF2-40B4-BE49-F238E27FC236}">
                    <a16:creationId id="{D41881CF-40AF-40B3-7FF0-2688A8EED0D2}"/>
                  </a:ext>
                </a:extLst>
              </p:cNvPr>
              <p:cNvSpPr/>
              <p:nvPr/>
            </p:nvSpPr>
            <p:spPr>
              <a:xfrm flipV="false" flipH="false">
                <a:off x="6273798" y="3110823"/>
                <a:ext cx="5248278" cy="1347550"/>
              </a:xfrm>
              <a:prstGeom prst="rect">
                <a:avLst/>
              </a:prstGeom>
              <a:solidFill>
                <a:schemeClr val="tx2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/>
              </a:p>
            </p:txBody>
          </p:sp>
          <p:sp>
            <p:nvSpPr>
              <p:cNvPr descr="ead54fce-5dc6-4dd3-a3bf-0c6cf50a08f3" id="68" name="Bullet2">
                <a:extLst>
                  <a:ext uri="{FF2B5EF4-FFF2-40B4-BE49-F238E27FC236}">
                    <a16:creationId id="{FAFC3615-04EC-7AEE-3C8C-91547B23C927}"/>
                  </a:ext>
                </a:extLst>
              </p:cNvPr>
              <p:cNvSpPr/>
              <p:nvPr/>
            </p:nvSpPr>
            <p:spPr>
              <a:xfrm flipV="false" flipH="false">
                <a:off x="6273798" y="3110823"/>
                <a:ext cx="5235575" cy="473315"/>
              </a:xfrm>
              <a:prstGeom prst="rect">
                <a:avLst/>
              </a:prstGeom>
            </p:spPr>
            <p:txBody>
              <a:bodyPr anchor="b" anchorCtr="0" bIns="45720" lIns="91440" rIns="91440" tIns="45720" wrap="square">
                <a:normAutofit/>
              </a:bodyPr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l">
                  <a:spcBef>
                    <a:spcPct val="0"/>
                  </a:spcBef>
                </a:pPr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保障安全</a:t>
                </a:r>
              </a:p>
            </p:txBody>
          </p:sp>
          <p:sp>
            <p:nvSpPr>
              <p:cNvPr descr="d4cb572c-091c-4415-bfb3-4e4d9901f2ee" id="69" name="Text2">
                <a:extLst>
                  <a:ext uri="{FF2B5EF4-FFF2-40B4-BE49-F238E27FC236}">
                    <a16:creationId id="{EE06C060-5747-A889-6645-87DEECCDED96}"/>
                  </a:ext>
                </a:extLst>
              </p:cNvPr>
              <p:cNvSpPr/>
              <p:nvPr/>
            </p:nvSpPr>
            <p:spPr>
              <a:xfrm flipV="false" flipH="false">
                <a:off x="6273800" y="3584141"/>
                <a:ext cx="5235575" cy="874234"/>
              </a:xfrm>
              <a:prstGeom prst="rect">
                <a:avLst/>
              </a:prstGeom>
            </p:spPr>
            <p:txBody>
              <a:bodyPr anchor="t" anchorCtr="0" bIns="45720" lIns="91440" rIns="91440" tIns="45720" wrap="square">
                <a:normAutofit/>
              </a:bodyPr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停用词的设立能有效保障互动的安全性。</a:t>
                </a:r>
              </a:p>
            </p:txBody>
          </p:sp>
        </p:grpSp>
        <p:grpSp>
          <p:nvGrpSpPr>
            <p:cNvPr descr="00105ccc-2dc9-4753-982a-4a24b4e62c34" id="215" name="组合 214">
              <a:extLst>
                <a:ext uri="{FF2B5EF4-FFF2-40B4-BE49-F238E27FC236}">
                  <a16:creationId id="{6F774E97-FDA1-BAD3-3FE9-19567DAB4295}"/>
                </a:ext>
              </a:extLst>
            </p:cNvPr>
            <p:cNvGrpSpPr/>
            <p:nvPr/>
          </p:nvGrpSpPr>
          <p:grpSpPr>
            <a:xfrm>
              <a:off x="6153148" y="4722801"/>
              <a:ext cx="5248278" cy="1347552"/>
              <a:chOff x="6273798" y="4722801"/>
              <a:chExt cx="5248278" cy="1347552"/>
            </a:xfrm>
          </p:grpSpPr>
          <p:sp>
            <p:nvSpPr>
              <p:cNvPr descr="31ca91b7-35eb-408b-b3fd-372e4be2ad40" id="77" name="ComponentBackground3">
                <a:extLst>
                  <a:ext uri="{FF2B5EF4-FFF2-40B4-BE49-F238E27FC236}">
                    <a16:creationId id="{3C916AD6-E8A7-B9BA-A98D-B0508EFE2239}"/>
                  </a:ext>
                </a:extLst>
              </p:cNvPr>
              <p:cNvSpPr/>
              <p:nvPr/>
            </p:nvSpPr>
            <p:spPr>
              <a:xfrm flipV="false" flipH="false">
                <a:off x="6273798" y="4722803"/>
                <a:ext cx="5248278" cy="1347550"/>
              </a:xfrm>
              <a:prstGeom prst="rect">
                <a:avLst/>
              </a:prstGeom>
              <a:solidFill>
                <a:schemeClr val="accent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/>
              </a:p>
            </p:txBody>
          </p:sp>
          <p:sp>
            <p:nvSpPr>
              <p:cNvPr descr="7eabbde2-8c2a-4326-9464-0ab30dfb9e3f" id="71" name="Bullet3">
                <a:extLst>
                  <a:ext uri="{FF2B5EF4-FFF2-40B4-BE49-F238E27FC236}">
                    <a16:creationId id="{F17D2030-2AF1-9F80-FE4D-07843CE88879}"/>
                  </a:ext>
                </a:extLst>
              </p:cNvPr>
              <p:cNvSpPr/>
              <p:nvPr/>
            </p:nvSpPr>
            <p:spPr>
              <a:xfrm flipV="false" flipH="false">
                <a:off x="6273798" y="4722801"/>
                <a:ext cx="5235575" cy="473315"/>
              </a:xfrm>
              <a:prstGeom prst="rect">
                <a:avLst/>
              </a:prstGeom>
            </p:spPr>
            <p:txBody>
              <a:bodyPr anchor="b" anchorCtr="0" bIns="45720" lIns="91440" rIns="91440" tIns="45720" wrap="square">
                <a:normAutofit/>
              </a:bodyPr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l">
                  <a:spcBef>
                    <a:spcPct val="0"/>
                  </a:spcBef>
                </a:pPr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尊重意愿</a:t>
                </a:r>
              </a:p>
            </p:txBody>
          </p:sp>
          <p:sp>
            <p:nvSpPr>
              <p:cNvPr descr="4cdeadbb-ce97-4fd2-a614-2840ff11f632" id="72" name="Text3">
                <a:extLst>
                  <a:ext uri="{FF2B5EF4-FFF2-40B4-BE49-F238E27FC236}">
                    <a16:creationId id="{4397A7E7-A250-DEEE-ABB7-1EFC7E91E87C}"/>
                  </a:ext>
                </a:extLst>
              </p:cNvPr>
              <p:cNvSpPr/>
              <p:nvPr/>
            </p:nvSpPr>
            <p:spPr>
              <a:xfrm flipV="false" flipH="false">
                <a:off x="6273800" y="5196119"/>
                <a:ext cx="5235575" cy="874234"/>
              </a:xfrm>
              <a:prstGeom prst="rect">
                <a:avLst/>
              </a:prstGeom>
            </p:spPr>
            <p:txBody>
              <a:bodyPr anchor="t" anchorCtr="0" bIns="45720" lIns="91440" rIns="91440" tIns="45720" wrap="square">
                <a:normAutofit/>
              </a:bodyPr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体现对双方意愿的尊重，避免强迫行为。</a:t>
                </a:r>
              </a:p>
            </p:txBody>
          </p:sp>
        </p:grpSp>
        <p:sp>
          <p:nvSpPr>
            <p:cNvPr descr="0bf93ba8-5cfc-4de9-be10-560b54755d05" id="74" name="Title">
              <a:extLst>
                <a:ext uri="{FF2B5EF4-FFF2-40B4-BE49-F238E27FC236}">
                  <a16:creationId id="{89B0109D-91D9-1E9E-B5D0-BA27A42746CA}"/>
                </a:ext>
              </a:extLst>
            </p:cNvPr>
            <p:cNvSpPr txBox="1"/>
            <p:nvPr/>
          </p:nvSpPr>
          <p:spPr>
            <a:xfrm flipV="false" flipH="false">
              <a:off x="777874" y="1204642"/>
              <a:ext cx="5130800" cy="1004604"/>
            </a:xfrm>
            <a:prstGeom prst="rect">
              <a:avLst/>
            </a:prstGeom>
            <a:noFill/>
          </p:spPr>
          <p:txBody>
            <a:bodyPr anchor="t" anchorCtr="0" rtlCol="0" vert="horz" wrap="square">
              <a:normAutofit/>
            </a:bodyPr>
            <a:lstStyle/>
            <a:p>
              <a:pPr algn="l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保障互动的安全性</a:t>
              </a:r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避免不当行为</a:t>
            </a:r>
          </a:p>
        </p:txBody>
      </p:sp>
      <p:grpSp>
        <p:nvGrpSpPr>
          <p:cNvPr descr="e7a7d2fd-be3c-4cd8-8855-456d5d8f2f31" id="6" name="01346265-201e-4b62-b4e7-687b32f1974c.source.3.zh-Hans.pptx">
            <a:extLst>
              <a:ext uri="{FF2B5EF4-FFF2-40B4-BE49-F238E27FC236}">
                <a16:creationId id="{DBFC8034-BEFD-060A-6747-744090B387F5}"/>
              </a:ext>
            </a:extLst>
          </p:cNvPr>
          <p:cNvGrpSpPr/>
          <p:nvPr/>
        </p:nvGrpSpPr>
        <p:grpSpPr>
          <a:xfrm>
            <a:off x="1261815" y="1163540"/>
            <a:ext cx="9655670" cy="4970560"/>
            <a:chOff x="1524808" y="1163540"/>
            <a:chExt cx="8834891" cy="4548038"/>
          </a:xfrm>
        </p:grpSpPr>
        <p:sp>
          <p:nvSpPr>
            <p:cNvPr descr="2382dc66-a2af-4206-ad1d-f8e518bc9128" id="26" name="Title">
              <a:extLst>
                <a:ext uri="{FF2B5EF4-FFF2-40B4-BE49-F238E27FC236}">
                  <a16:creationId id="{4B8D210D-D786-4A6E-4522-B7F4AF629A78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1722230" y="1163540"/>
              <a:ext cx="8624444" cy="75062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>
              <a:defPPr>
                <a:defRPr lang="en-US"/>
              </a:defPPr>
              <a:lvl1pPr algn="l" defTabSz="914400" eaLnBrk="1" hangingPunct="1" latinLnBrk="0" marL="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algn="l" defTabSz="914400" eaLnBrk="1" hangingPunct="1" latinLnBrk="0" marL="4572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algn="l" defTabSz="914400" eaLnBrk="1" hangingPunct="1" latinLnBrk="0" marL="9144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algn="l" defTabSz="914400" eaLnBrk="1" hangingPunct="1" latinLnBrk="0" marL="13716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algn="l" defTabSz="914400" eaLnBrk="1" hangingPunct="1" latinLnBrk="0" marL="18288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algn="l" defTabSz="914400" eaLnBrk="1" hangingPunct="1" latinLnBrk="0" marL="22860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algn="l" defTabSz="914400" eaLnBrk="1" hangingPunct="1" latinLnBrk="0" marL="27432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algn="l" defTabSz="914400" eaLnBrk="1" hangingPunct="1" latinLnBrk="0" marL="32004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algn="l" defTabSz="914400" eaLnBrk="1" hangingPunct="1" latinLnBrk="0" marL="36576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防止舔脚行为被滥用</a:t>
              </a:r>
            </a:p>
          </p:txBody>
        </p:sp>
        <p:sp>
          <p:nvSpPr>
            <p:cNvPr descr="5571dab0-7234-46ef-ab0b-cb9861b492c1" id="27" name="图形 3">
              <a:extLst>
                <a:ext uri="{FF2B5EF4-FFF2-40B4-BE49-F238E27FC236}">
                  <a16:creationId id="{44902461-BB64-4B66-1412-2B47CBC03FB2}"/>
                </a:ext>
              </a:extLst>
            </p:cNvPr>
            <p:cNvSpPr/>
            <p:nvPr/>
          </p:nvSpPr>
          <p:spPr>
            <a:xfrm flipV="false" flipH="false">
              <a:off x="2262966" y="2808795"/>
              <a:ext cx="7108375" cy="2685526"/>
            </a:xfrm>
            <a:custGeom>
              <a:avLst/>
              <a:gdLst>
                <a:gd fmla="*/ 41839 w 12066776" name="connsiteX0"/>
                <a:gd fmla="*/ 3708872 h 4810894" name="connsiteY0"/>
                <a:gd fmla="*/ 1935790 w 12066776" name="connsiteX1"/>
                <a:gd fmla="*/ 3256530 h 4810894" name="connsiteY1"/>
                <a:gd fmla="*/ 3029546 w 12066776" name="connsiteX2"/>
                <a:gd fmla="*/ 3219287 h 4810894" name="connsiteY2"/>
                <a:gd fmla="*/ 3911370 w 12066776" name="connsiteX3"/>
                <a:gd fmla="*/ 2913725 h 4810894" name="connsiteY3"/>
                <a:gd fmla="*/ 4491443 w 12066776" name="connsiteX4"/>
                <a:gd fmla="*/ 2194778 h 4810894" name="connsiteY4"/>
                <a:gd fmla="*/ 4947500 w 12066776" name="connsiteX5"/>
                <a:gd fmla="*/ 1400965 h 4810894" name="connsiteY5"/>
                <a:gd fmla="*/ 6196418 w 12066776" name="connsiteX6"/>
                <a:gd fmla="*/ 198624 h 4810894" name="connsiteY6"/>
                <a:gd fmla="*/ 7787379 w 12066776" name="connsiteX7"/>
                <a:gd fmla="*/ 187003 h 4810894" name="connsiteY7"/>
                <a:gd fmla="*/ 8469177 w 12066776" name="connsiteX8"/>
                <a:gd fmla="*/ 605056 h 4810894" name="connsiteY8"/>
                <a:gd fmla="*/ 9055536 w 12066776" name="connsiteX9"/>
                <a:gd fmla="*/ 1252375 h 4810894" name="connsiteY9"/>
                <a:gd fmla="*/ 9391293 w 12066776" name="connsiteX10"/>
                <a:gd fmla="*/ 1494786 h 4810894" name="connsiteY10"/>
                <a:gd fmla="*/ 9816393 w 12066776" name="connsiteX11"/>
                <a:gd fmla="*/ 1613658 h 4810894" name="connsiteY11"/>
                <a:gd fmla="*/ 10581632 w 12066776" name="connsiteX12"/>
                <a:gd fmla="*/ 1976942 h 4810894" name="connsiteY12"/>
                <a:gd fmla="*/ 10713077 w 12066776" name="connsiteX13"/>
                <a:gd fmla="*/ 2681125 h 4810894" name="connsiteY13"/>
                <a:gd fmla="*/ 10302073 w 12066776" name="connsiteX14"/>
                <a:gd fmla="*/ 3347208 h 4810894" name="connsiteY14"/>
                <a:gd fmla="*/ 9926503 w 12066776" name="connsiteX15"/>
                <a:gd fmla="*/ 3641531 h 4810894" name="connsiteY15"/>
                <a:gd fmla="*/ 9620655 w 12066776" name="connsiteX16"/>
                <a:gd fmla="*/ 3958713 h 4810894" name="connsiteY16"/>
                <a:gd fmla="*/ 10027277 w 12066776" name="connsiteX17"/>
                <a:gd fmla="*/ 4583363 h 4810894" name="connsiteY17"/>
                <a:gd fmla="*/ 11653005 w 12066776" name="connsiteX18"/>
                <a:gd fmla="*/ 4723094 h 4810894" name="connsiteY18"/>
                <a:gd fmla="*/ 12050578 w 12066776" name="connsiteX19"/>
                <a:gd fmla="*/ 4601651 h 4810894" name="connsiteY19"/>
                <a:gd fmla="*/ 12037909 w 12066776" name="connsiteX20"/>
                <a:gd fmla="*/ 4555740 h 4810894" name="connsiteY20"/>
                <a:gd fmla="*/ 10328362 w 12066776" name="connsiteX21"/>
                <a:gd fmla="*/ 4666421 h 4810894" name="connsiteY21"/>
                <a:gd fmla="*/ 9948791 w 12066776" name="connsiteX22"/>
                <a:gd fmla="*/ 4477159 h 4810894" name="connsiteY22"/>
                <a:gd fmla="*/ 9644467 w 12066776" name="connsiteX23"/>
                <a:gd fmla="*/ 4094635 h 4810894" name="connsiteY23"/>
                <a:gd fmla="*/ 9928980 w 12066776" name="connsiteX24"/>
                <a:gd fmla="*/ 3700014 h 4810894" name="connsiteY24"/>
                <a:gd fmla="*/ 10305407 w 12066776" name="connsiteX25"/>
                <a:gd fmla="*/ 3406358 h 4810894" name="connsiteY25"/>
                <a:gd fmla="*/ 10741175 w 12066776" name="connsiteX26"/>
                <a:gd fmla="*/ 2775041 h 4810894" name="connsiteY26"/>
                <a:gd fmla="*/ 10700219 w 12066776" name="connsiteX27"/>
                <a:gd fmla="*/ 2097242 h 4810894" name="connsiteY27"/>
                <a:gd fmla="*/ 10183201 w 12066776" name="connsiteX28"/>
                <a:gd fmla="*/ 1641280 h 4810894" name="connsiteY28"/>
                <a:gd fmla="*/ 9709428 w 12066776" name="connsiteX29"/>
                <a:gd fmla="*/ 1545745 h 4810894" name="connsiteY29"/>
                <a:gd fmla="*/ 9276612 w 12066776" name="connsiteX30"/>
                <a:gd fmla="*/ 1373342 h 4810894" name="connsiteY30"/>
                <a:gd fmla="*/ 8663678 w 12066776" name="connsiteX31"/>
                <a:gd fmla="*/ 739358 h 4810894" name="connsiteY31"/>
                <a:gd fmla="*/ 8042077 w 12066776" name="connsiteX32"/>
                <a:gd fmla="*/ 247201 h 4810894" name="connsiteY32"/>
                <a:gd fmla="*/ 6518458 w 12066776" name="connsiteX33"/>
                <a:gd fmla="*/ 51367 h 4810894" name="connsiteY33"/>
                <a:gd fmla="*/ 5794939 w 12066776" name="connsiteX34"/>
                <a:gd fmla="*/ 356644 h 4810894" name="connsiteY34"/>
                <a:gd fmla="*/ 5180957 w 12066776" name="connsiteX35"/>
                <a:gd fmla="*/ 964434 h 4810894" name="connsiteY35"/>
                <a:gd fmla="*/ 4218456 w 12066776" name="connsiteX36"/>
                <a:gd fmla="*/ 2532440 h 4810894" name="connsiteY36"/>
                <a:gd fmla="*/ 3854506 w 12066776" name="connsiteX37"/>
                <a:gd fmla="*/ 2895152 h 4810894" name="connsiteY37"/>
                <a:gd fmla="*/ 3406545 w 12066776" name="connsiteX38"/>
                <a:gd fmla="*/ 3095653 h 4810894" name="connsiteY38"/>
                <a:gd fmla="*/ 2332697 w 12066776" name="connsiteX39"/>
                <a:gd fmla="*/ 3210048 h 4810894" name="connsiteY39"/>
                <a:gd fmla="*/ 376547 w 12066776" name="connsiteX40"/>
                <a:gd fmla="*/ 3450173 h 4810894" name="connsiteY40"/>
                <a:gd fmla="*/ 8215 w 12066776" name="connsiteX41"/>
                <a:gd fmla="*/ 3675154 h 4810894" name="connsiteY41"/>
                <a:gd fmla="*/ 41934 w 12066776" name="connsiteX42"/>
                <a:gd fmla="*/ 3708872 h 4810894" name="connsiteY42"/>
                <a:gd fmla="*/ 41934 w 12066776" name="connsiteX43"/>
                <a:gd fmla="*/ 3708872 h 4810894" name="connsiteY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b="b" l="l" r="r" t="t"/>
              <a:pathLst>
                <a:path h="4810894" w="12066776">
                  <a:moveTo>
                    <a:pt x="41839" y="3708872"/>
                  </a:moveTo>
                  <a:cubicBezTo>
                    <a:pt x="574572" y="3288344"/>
                    <a:pt x="1285899" y="3254911"/>
                    <a:pt x="1935790" y="3256530"/>
                  </a:cubicBezTo>
                  <a:cubicBezTo>
                    <a:pt x="2300502" y="3257387"/>
                    <a:pt x="2666929" y="3266531"/>
                    <a:pt x="3029546" y="3219287"/>
                  </a:cubicBezTo>
                  <a:cubicBezTo>
                    <a:pt x="3338917" y="3178997"/>
                    <a:pt x="3654005" y="3097272"/>
                    <a:pt x="3911370" y="2913725"/>
                  </a:cubicBezTo>
                  <a:cubicBezTo>
                    <a:pt x="4166354" y="2731798"/>
                    <a:pt x="4334756" y="2460049"/>
                    <a:pt x="4491443" y="2194778"/>
                  </a:cubicBezTo>
                  <a:cubicBezTo>
                    <a:pt x="4646605" y="1931984"/>
                    <a:pt x="4789385" y="1661950"/>
                    <a:pt x="4947500" y="1400965"/>
                  </a:cubicBezTo>
                  <a:cubicBezTo>
                    <a:pt x="5252586" y="897473"/>
                    <a:pt x="5633680" y="421128"/>
                    <a:pt x="6196418" y="198624"/>
                  </a:cubicBezTo>
                  <a:cubicBezTo>
                    <a:pt x="6701052" y="-1115"/>
                    <a:pt x="7279219" y="-734"/>
                    <a:pt x="7787379" y="187003"/>
                  </a:cubicBezTo>
                  <a:cubicBezTo>
                    <a:pt x="8038934" y="279967"/>
                    <a:pt x="8273820" y="420842"/>
                    <a:pt x="8469177" y="605056"/>
                  </a:cubicBezTo>
                  <a:cubicBezTo>
                    <a:pt x="8681490" y="805176"/>
                    <a:pt x="8845320" y="1050254"/>
                    <a:pt x="9055536" y="1252375"/>
                  </a:cubicBezTo>
                  <a:cubicBezTo>
                    <a:pt x="9155263" y="1348292"/>
                    <a:pt x="9266135" y="1434779"/>
                    <a:pt x="9391293" y="1494786"/>
                  </a:cubicBezTo>
                  <a:cubicBezTo>
                    <a:pt x="9525405" y="1559080"/>
                    <a:pt x="9670756" y="1588702"/>
                    <a:pt x="9816393" y="1613658"/>
                  </a:cubicBezTo>
                  <a:cubicBezTo>
                    <a:pt x="10105477" y="1663283"/>
                    <a:pt x="10405610" y="1717004"/>
                    <a:pt x="10581632" y="1976942"/>
                  </a:cubicBezTo>
                  <a:cubicBezTo>
                    <a:pt x="10719364" y="2180205"/>
                    <a:pt x="10755749" y="2442333"/>
                    <a:pt x="10713077" y="2681125"/>
                  </a:cubicBezTo>
                  <a:cubicBezTo>
                    <a:pt x="10664023" y="2955731"/>
                    <a:pt x="10510385" y="3167852"/>
                    <a:pt x="10302073" y="3347208"/>
                  </a:cubicBezTo>
                  <a:cubicBezTo>
                    <a:pt x="10181487" y="3451031"/>
                    <a:pt x="10051185" y="3542852"/>
                    <a:pt x="9926503" y="3641531"/>
                  </a:cubicBezTo>
                  <a:cubicBezTo>
                    <a:pt x="9816870" y="3728303"/>
                    <a:pt x="9678852" y="3827078"/>
                    <a:pt x="9620655" y="3958713"/>
                  </a:cubicBezTo>
                  <a:cubicBezTo>
                    <a:pt x="9501307" y="4228747"/>
                    <a:pt x="9827729" y="4468015"/>
                    <a:pt x="10027277" y="4583363"/>
                  </a:cubicBezTo>
                  <a:cubicBezTo>
                    <a:pt x="10515052" y="4865303"/>
                    <a:pt x="11120748" y="4851682"/>
                    <a:pt x="11653005" y="4723094"/>
                  </a:cubicBezTo>
                  <a:cubicBezTo>
                    <a:pt x="11787878" y="4690519"/>
                    <a:pt x="11920371" y="4649466"/>
                    <a:pt x="12050578" y="4601651"/>
                  </a:cubicBezTo>
                  <a:cubicBezTo>
                    <a:pt x="12079153" y="4591173"/>
                    <a:pt x="12066770" y="4545167"/>
                    <a:pt x="12037909" y="4555740"/>
                  </a:cubicBezTo>
                  <a:cubicBezTo>
                    <a:pt x="11501843" y="4752622"/>
                    <a:pt x="10881860" y="4851777"/>
                    <a:pt x="10328362" y="4666421"/>
                  </a:cubicBezTo>
                  <a:cubicBezTo>
                    <a:pt x="10193774" y="4621367"/>
                    <a:pt x="10065377" y="4558217"/>
                    <a:pt x="9948791" y="4477159"/>
                  </a:cubicBezTo>
                  <a:cubicBezTo>
                    <a:pt x="9821823" y="4388862"/>
                    <a:pt x="9660660" y="4260275"/>
                    <a:pt x="9644467" y="4094635"/>
                  </a:cubicBezTo>
                  <a:cubicBezTo>
                    <a:pt x="9628275" y="3928995"/>
                    <a:pt x="9811917" y="3794693"/>
                    <a:pt x="9928980" y="3700014"/>
                  </a:cubicBezTo>
                  <a:cubicBezTo>
                    <a:pt x="10052805" y="3600002"/>
                    <a:pt x="10183201" y="3508371"/>
                    <a:pt x="10305407" y="3406358"/>
                  </a:cubicBezTo>
                  <a:cubicBezTo>
                    <a:pt x="10509623" y="3235861"/>
                    <a:pt x="10673834" y="3036503"/>
                    <a:pt x="10741175" y="2775041"/>
                  </a:cubicBezTo>
                  <a:cubicBezTo>
                    <a:pt x="10798325" y="2553109"/>
                    <a:pt x="10789754" y="2309555"/>
                    <a:pt x="10700219" y="2097242"/>
                  </a:cubicBezTo>
                  <a:cubicBezTo>
                    <a:pt x="10603826" y="1868642"/>
                    <a:pt x="10419040" y="1713385"/>
                    <a:pt x="10183201" y="1641280"/>
                  </a:cubicBezTo>
                  <a:cubicBezTo>
                    <a:pt x="10028801" y="1594037"/>
                    <a:pt x="9867257" y="1577844"/>
                    <a:pt x="9709428" y="1545745"/>
                  </a:cubicBezTo>
                  <a:cubicBezTo>
                    <a:pt x="9553980" y="1514122"/>
                    <a:pt x="9408438" y="1462972"/>
                    <a:pt x="9276612" y="1373342"/>
                  </a:cubicBezTo>
                  <a:cubicBezTo>
                    <a:pt x="9031724" y="1206845"/>
                    <a:pt x="8857703" y="958243"/>
                    <a:pt x="8663678" y="739358"/>
                  </a:cubicBezTo>
                  <a:cubicBezTo>
                    <a:pt x="8485656" y="538666"/>
                    <a:pt x="8281440" y="370074"/>
                    <a:pt x="8042077" y="247201"/>
                  </a:cubicBezTo>
                  <a:cubicBezTo>
                    <a:pt x="7577543" y="8695"/>
                    <a:pt x="7028427" y="-58646"/>
                    <a:pt x="6518458" y="51367"/>
                  </a:cubicBezTo>
                  <a:cubicBezTo>
                    <a:pt x="6261283" y="106803"/>
                    <a:pt x="6012966" y="208816"/>
                    <a:pt x="5794939" y="356644"/>
                  </a:cubicBezTo>
                  <a:cubicBezTo>
                    <a:pt x="5554814" y="519331"/>
                    <a:pt x="5353836" y="733072"/>
                    <a:pt x="5180957" y="964434"/>
                  </a:cubicBezTo>
                  <a:cubicBezTo>
                    <a:pt x="4812435" y="1457448"/>
                    <a:pt x="4580597" y="2036282"/>
                    <a:pt x="4218456" y="2532440"/>
                  </a:cubicBezTo>
                  <a:cubicBezTo>
                    <a:pt x="4116920" y="2671600"/>
                    <a:pt x="3998429" y="2799044"/>
                    <a:pt x="3854506" y="2895152"/>
                  </a:cubicBezTo>
                  <a:cubicBezTo>
                    <a:pt x="3717536" y="2986496"/>
                    <a:pt x="3564470" y="3050599"/>
                    <a:pt x="3406545" y="3095653"/>
                  </a:cubicBezTo>
                  <a:cubicBezTo>
                    <a:pt x="3058882" y="3194998"/>
                    <a:pt x="2692075" y="3208429"/>
                    <a:pt x="2332697" y="3210048"/>
                  </a:cubicBezTo>
                  <a:cubicBezTo>
                    <a:pt x="1676614" y="3213001"/>
                    <a:pt x="989290" y="3170615"/>
                    <a:pt x="376547" y="3450173"/>
                  </a:cubicBezTo>
                  <a:cubicBezTo>
                    <a:pt x="244912" y="3510276"/>
                    <a:pt x="121753" y="3585523"/>
                    <a:pt x="8215" y="3675154"/>
                  </a:cubicBezTo>
                  <a:cubicBezTo>
                    <a:pt x="-15788" y="3694108"/>
                    <a:pt x="18121" y="3727637"/>
                    <a:pt x="41934" y="3708872"/>
                  </a:cubicBezTo>
                  <a:lnTo>
                    <a:pt x="41934" y="3708872"/>
                  </a:lnTo>
                  <a:close/>
                </a:path>
              </a:pathLst>
            </a:custGeom>
            <a:solidFill>
              <a:schemeClr val="tx1"/>
            </a:solidFill>
            <a:ln cap="flat" w="0">
              <a:noFill/>
              <a:prstDash val="solid"/>
              <a:miter/>
            </a:ln>
          </p:spPr>
          <p:txBody>
            <a:bodyPr anchor="ctr" anchorCtr="0" bIns="45720" compatLnSpc="1" forceAA="0" fromWordArt="0" lIns="91440" numCol="1" rIns="91440" rot="0" rtlCol="0" spcCol="0" spcFirstLastPara="0" tIns="45720" vert="horz" wrap="square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algn="l" defTabSz="914400" eaLnBrk="1" hangingPunct="1" latinLnBrk="0" marL="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algn="l" defTabSz="914400" eaLnBrk="1" hangingPunct="1" latinLnBrk="0" marL="4572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algn="l" defTabSz="914400" eaLnBrk="1" hangingPunct="1" latinLnBrk="0" marL="9144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algn="l" defTabSz="914400" eaLnBrk="1" hangingPunct="1" latinLnBrk="0" marL="13716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algn="l" defTabSz="914400" eaLnBrk="1" hangingPunct="1" latinLnBrk="0" marL="18288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algn="l" defTabSz="914400" eaLnBrk="1" hangingPunct="1" latinLnBrk="0" marL="22860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algn="l" defTabSz="914400" eaLnBrk="1" hangingPunct="1" latinLnBrk="0" marL="27432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algn="l" defTabSz="914400" eaLnBrk="1" hangingPunct="1" latinLnBrk="0" marL="32004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algn="l" defTabSz="914400" eaLnBrk="1" hangingPunct="1" latinLnBrk="0" marL="36576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</a:p>
          </p:txBody>
        </p:sp>
        <p:sp>
          <p:nvSpPr>
            <p:cNvPr descr="a1453be1-a7a2-4809-88db-1768388a0bdb" id="34" name="任意多边形: 形状 33">
              <a:extLst>
                <a:ext uri="{FF2B5EF4-FFF2-40B4-BE49-F238E27FC236}">
                  <a16:creationId id="{FAACF28F-CD61-3C00-C1E9-883442E43885}"/>
                </a:ext>
              </a:extLst>
            </p:cNvPr>
            <p:cNvSpPr/>
            <p:nvPr/>
          </p:nvSpPr>
          <p:spPr>
            <a:xfrm flipH="true" flipV="true" rot="20925347">
              <a:off x="4622218" y="5367814"/>
              <a:ext cx="237229" cy="253013"/>
            </a:xfrm>
            <a:custGeom>
              <a:avLst/>
              <a:gdLst>
                <a:gd fmla="*/ 0 w 1054561" name="connsiteX0"/>
                <a:gd fmla="*/ 1105357 h 1124726" name="connsiteY0"/>
                <a:gd fmla="*/ 103632 w 1054561" name="connsiteX1"/>
                <a:gd fmla="*/ 1098309 h 1124726" name="connsiteY1"/>
                <a:gd fmla="*/ 617982 w 1054561" name="connsiteX2"/>
                <a:gd fmla="*/ 715023 h 1124726" name="connsiteY2"/>
                <a:gd fmla="*/ 959834 w 1054561" name="connsiteX3"/>
                <a:gd fmla="*/ 366694 h 1124726" name="connsiteY3"/>
                <a:gd fmla="*/ 1053179 w 1054561" name="connsiteX4"/>
                <a:gd fmla="*/ 102851 h 1124726" name="connsiteY4"/>
                <a:gd fmla="*/ 1047940 w 1054561" name="connsiteX5"/>
                <a:gd fmla="*/ 52178 h 1124726" name="connsiteY5"/>
                <a:gd fmla="*/ 993934 w 1054561" name="connsiteX6"/>
                <a:gd fmla="*/ 17698 h 1124726" name="connsiteY6"/>
                <a:gd fmla="*/ 650653 w 1054561" name="connsiteX7"/>
                <a:gd fmla="*/ 53702 h 1124726" name="connsiteY7"/>
                <a:gd fmla="*/ 422910 w 1054561" name="connsiteX8"/>
                <a:gd fmla="*/ 260776 h 1124726" name="connsiteY8"/>
                <a:gd fmla="*/ 3620 w 1054561" name="connsiteX9"/>
                <a:gd fmla="*/ 1079449 h 1124726" name="connsiteY9"/>
                <a:gd fmla="*/ 0 w 1054561" name="connsiteX10"/>
                <a:gd fmla="*/ 1105262 h 1124726" name="connsiteY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b="b" l="l" r="r" t="t"/>
              <a:pathLst>
                <a:path h="1124726" w="1054561">
                  <a:moveTo>
                    <a:pt x="0" y="1105357"/>
                  </a:moveTo>
                  <a:cubicBezTo>
                    <a:pt x="18193" y="1140505"/>
                    <a:pt x="71533" y="1121455"/>
                    <a:pt x="103632" y="1098309"/>
                  </a:cubicBezTo>
                  <a:cubicBezTo>
                    <a:pt x="276892" y="972960"/>
                    <a:pt x="449866" y="847135"/>
                    <a:pt x="617982" y="715023"/>
                  </a:cubicBezTo>
                  <a:cubicBezTo>
                    <a:pt x="746570" y="613963"/>
                    <a:pt x="874776" y="506425"/>
                    <a:pt x="959834" y="366694"/>
                  </a:cubicBezTo>
                  <a:cubicBezTo>
                    <a:pt x="1008793" y="286398"/>
                    <a:pt x="1042416" y="196196"/>
                    <a:pt x="1053179" y="102851"/>
                  </a:cubicBezTo>
                  <a:cubicBezTo>
                    <a:pt x="1055180" y="85706"/>
                    <a:pt x="1056132" y="67323"/>
                    <a:pt x="1047940" y="52178"/>
                  </a:cubicBezTo>
                  <a:cubicBezTo>
                    <a:pt x="1037463" y="32938"/>
                    <a:pt x="1015079" y="23794"/>
                    <a:pt x="993934" y="17698"/>
                  </a:cubicBezTo>
                  <a:cubicBezTo>
                    <a:pt x="880586" y="-15068"/>
                    <a:pt x="754761" y="-1924"/>
                    <a:pt x="650653" y="53702"/>
                  </a:cubicBezTo>
                  <a:cubicBezTo>
                    <a:pt x="527685" y="119329"/>
                    <a:pt x="456914" y="212293"/>
                    <a:pt x="422910" y="260776"/>
                  </a:cubicBezTo>
                  <a:cubicBezTo>
                    <a:pt x="219742" y="550050"/>
                    <a:pt x="72200" y="903237"/>
                    <a:pt x="3620" y="1079449"/>
                  </a:cubicBezTo>
                  <a:cubicBezTo>
                    <a:pt x="2381" y="1088022"/>
                    <a:pt x="1238" y="1096690"/>
                    <a:pt x="0" y="1105262"/>
                  </a:cubicBezTo>
                  <a:close/>
                </a:path>
              </a:pathLst>
            </a:custGeom>
            <a:solidFill>
              <a:schemeClr val="accent2"/>
            </a:solidFill>
            <a:ln cap="flat" w="19050">
              <a:solidFill>
                <a:schemeClr val="accent2"/>
              </a:solidFill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37ee5ab1-404f-44c7-a61d-2c14fbc2e4e1" id="35" name="任意多边形: 形状 34">
              <a:extLst>
                <a:ext uri="{FF2B5EF4-FFF2-40B4-BE49-F238E27FC236}">
                  <a16:creationId id="{DD08F55A-747C-962A-5267-A44E40855310}"/>
                </a:ext>
              </a:extLst>
            </p:cNvPr>
            <p:cNvSpPr/>
            <p:nvPr/>
          </p:nvSpPr>
          <p:spPr>
            <a:xfrm flipH="true" rot="19179493" flipV="false">
              <a:off x="4567102" y="5283227"/>
              <a:ext cx="233611" cy="81312"/>
            </a:xfrm>
            <a:custGeom>
              <a:avLst/>
              <a:gdLst>
                <a:gd fmla="*/ 7188 w 1038477" name="connsiteX0"/>
                <a:gd fmla="*/ 304834 h 361458" name="connsiteY0"/>
                <a:gd fmla="*/ 51003 w 1038477" name="connsiteX1"/>
                <a:gd fmla="*/ 315217 h 361458" name="connsiteY1"/>
                <a:gd fmla="*/ 730707 w 1038477" name="connsiteX2"/>
                <a:gd fmla="*/ 357698 h 361458" name="connsiteY2"/>
                <a:gd fmla="*/ 995693 w 1038477" name="connsiteX3"/>
                <a:gd fmla="*/ 279974 h 361458" name="connsiteY3"/>
                <a:gd fmla="*/ 1036269 w 1038477" name="connsiteX4"/>
                <a:gd fmla="*/ 203679 h 361458" name="connsiteY4"/>
                <a:gd fmla="*/ 1011409 w 1038477" name="connsiteX5"/>
                <a:gd fmla="*/ 93094 h 361458" name="connsiteY5"/>
                <a:gd fmla="*/ 852532 w 1038477" name="connsiteX6"/>
                <a:gd fmla="*/ 15370 h 361458" name="connsiteY6"/>
                <a:gd fmla="*/ 669938 w 1038477" name="connsiteX7"/>
                <a:gd fmla="*/ 1654 h 361458" name="connsiteY7"/>
                <a:gd fmla="*/ 18809 w 1038477" name="connsiteX8"/>
                <a:gd fmla="*/ 276641 h 361458" name="connsiteY8"/>
                <a:gd fmla="*/ 7188 w 1038477" name="connsiteX9"/>
                <a:gd fmla="*/ 304834 h 361458" name="connsiteY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b="b" l="l" r="r" t="t"/>
              <a:pathLst>
                <a:path h="361458" w="1038477">
                  <a:moveTo>
                    <a:pt x="7188" y="304834"/>
                  </a:moveTo>
                  <a:cubicBezTo>
                    <a:pt x="17285" y="307311"/>
                    <a:pt x="32525" y="311026"/>
                    <a:pt x="51003" y="315217"/>
                  </a:cubicBezTo>
                  <a:cubicBezTo>
                    <a:pt x="114249" y="329600"/>
                    <a:pt x="325038" y="374653"/>
                    <a:pt x="730707" y="357698"/>
                  </a:cubicBezTo>
                  <a:cubicBezTo>
                    <a:pt x="822338" y="353888"/>
                    <a:pt x="933876" y="346459"/>
                    <a:pt x="995693" y="279974"/>
                  </a:cubicBezTo>
                  <a:cubicBezTo>
                    <a:pt x="1005694" y="269211"/>
                    <a:pt x="1029030" y="243494"/>
                    <a:pt x="1036269" y="203679"/>
                  </a:cubicBezTo>
                  <a:cubicBezTo>
                    <a:pt x="1046842" y="145957"/>
                    <a:pt x="1016267" y="100142"/>
                    <a:pt x="1011409" y="93094"/>
                  </a:cubicBezTo>
                  <a:cubicBezTo>
                    <a:pt x="977310" y="43564"/>
                    <a:pt x="921779" y="30610"/>
                    <a:pt x="852532" y="15370"/>
                  </a:cubicBezTo>
                  <a:cubicBezTo>
                    <a:pt x="844722" y="13655"/>
                    <a:pt x="754234" y="-5681"/>
                    <a:pt x="669938" y="1654"/>
                  </a:cubicBezTo>
                  <a:cubicBezTo>
                    <a:pt x="533826" y="13369"/>
                    <a:pt x="294462" y="104714"/>
                    <a:pt x="18809" y="276641"/>
                  </a:cubicBezTo>
                  <a:cubicBezTo>
                    <a:pt x="18809" y="276641"/>
                    <a:pt x="-14148" y="299691"/>
                    <a:pt x="7188" y="304834"/>
                  </a:cubicBezTo>
                  <a:close/>
                </a:path>
              </a:pathLst>
            </a:custGeom>
            <a:solidFill>
              <a:schemeClr val="accent2"/>
            </a:solidFill>
            <a:ln cap="flat" w="19050">
              <a:solidFill>
                <a:schemeClr val="accent2"/>
              </a:solidFill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2dad7543-4a27-42ae-bf35-c26115770fa1" id="68" name="图形 49">
              <a:extLst>
                <a:ext uri="{FF2B5EF4-FFF2-40B4-BE49-F238E27FC236}">
                  <a16:creationId id="{18FB1A4A-B7DD-BC00-1EA4-FB4016E9F9EC}"/>
                </a:ext>
              </a:extLst>
            </p:cNvPr>
            <p:cNvSpPr/>
            <p:nvPr/>
          </p:nvSpPr>
          <p:spPr>
            <a:xfrm flipV="false" flipH="false">
              <a:off x="1880019" y="4630415"/>
              <a:ext cx="631637" cy="611962"/>
            </a:xfrm>
            <a:custGeom>
              <a:avLst/>
              <a:gdLst>
                <a:gd fmla="*/ 1224244 w 3459897" name="connsiteX0"/>
                <a:gd fmla="*/ 3350918 h 3352124" name="connsiteY0"/>
                <a:gd fmla="*/ 824735 w 3459897" name="connsiteX1"/>
                <a:gd fmla="*/ 3322228 h 3352124" name="connsiteY1"/>
                <a:gd fmla="*/ 247955 w 3459897" name="connsiteX2"/>
                <a:gd fmla="*/ 2870089 h 3352124" name="connsiteY2"/>
                <a:gd fmla="*/ 106405 w 3459897" name="connsiteX3"/>
                <a:gd fmla="*/ 2315603 h 3352124" name="connsiteY3"/>
                <a:gd fmla="*/ 99121 w 3459897" name="connsiteX4"/>
                <a:gd fmla="*/ 1844147 h 3352124" name="connsiteY4"/>
                <a:gd fmla="*/ 72964 w 3459897" name="connsiteX5"/>
                <a:gd fmla="*/ 1551355 h 3352124" name="connsiteY5"/>
                <a:gd fmla="*/ 12544 w 3459897" name="connsiteX6"/>
                <a:gd fmla="*/ 1362938 h 3352124" name="connsiteY6"/>
                <a:gd fmla="*/ 105898 w 3459897" name="connsiteX7"/>
                <a:gd fmla="*/ 857788 h 3352124" name="connsiteY7"/>
                <a:gd fmla="*/ 269679 w 3459897" name="connsiteX8"/>
                <a:gd fmla="*/ 574117 h 3352124" name="connsiteY8"/>
                <a:gd fmla="*/ 714914 w 3459897" name="connsiteX9"/>
                <a:gd fmla="*/ 325089 h 3352124" name="connsiteY9"/>
                <a:gd fmla="*/ 1090673 w 3459897" name="connsiteX10"/>
                <a:gd fmla="*/ 226542 h 3352124" name="connsiteY10"/>
                <a:gd fmla="*/ 1587209 w 3459897" name="connsiteX11"/>
                <a:gd fmla="*/ 67764 h 3352124" name="connsiteY11"/>
                <a:gd fmla="*/ 1933644 w 3459897" name="connsiteX12"/>
                <a:gd fmla="*/ 820 h 3352124" name="connsiteY12"/>
                <a:gd fmla="*/ 2418400 w 3459897" name="connsiteX13"/>
                <a:gd fmla="*/ 89994 h 3352124" name="connsiteY13"/>
                <a:gd fmla="*/ 2983273 w 3459897" name="connsiteX14"/>
                <a:gd fmla="*/ 413693 h 3352124" name="connsiteY14"/>
                <a:gd fmla="*/ 3381262 w 3459897" name="connsiteX15"/>
                <a:gd fmla="*/ 1066156 h 3352124" name="connsiteY15"/>
                <a:gd fmla="*/ 3330911 w 3459897" name="connsiteX16"/>
                <a:gd fmla="*/ 2246316 h 3352124" name="connsiteY16"/>
                <a:gd fmla="*/ 2267476 w 3459897" name="connsiteX17"/>
                <a:gd fmla="*/ 3211014 h 3352124" name="connsiteY17"/>
                <a:gd fmla="*/ 1703806 w 3459897" name="connsiteX18"/>
                <a:gd fmla="*/ 3319504 h 3352124" name="connsiteY18"/>
                <a:gd fmla="*/ 1224244 w 3459897" name="connsiteX19"/>
                <a:gd fmla="*/ 3350728 h 3352124" name="connsiteY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b="b" l="l" r="r" t="t"/>
              <a:pathLst>
                <a:path h="3352124" w="3459897">
                  <a:moveTo>
                    <a:pt x="1224244" y="3350918"/>
                  </a:moveTo>
                  <a:cubicBezTo>
                    <a:pt x="1090103" y="3354148"/>
                    <a:pt x="956342" y="3352818"/>
                    <a:pt x="824735" y="3322228"/>
                  </a:cubicBezTo>
                  <a:cubicBezTo>
                    <a:pt x="562280" y="3261238"/>
                    <a:pt x="377219" y="3100370"/>
                    <a:pt x="247955" y="2870089"/>
                  </a:cubicBezTo>
                  <a:cubicBezTo>
                    <a:pt x="151498" y="2698265"/>
                    <a:pt x="108495" y="2512000"/>
                    <a:pt x="106405" y="2315603"/>
                  </a:cubicBezTo>
                  <a:cubicBezTo>
                    <a:pt x="104694" y="2158408"/>
                    <a:pt x="105011" y="2001151"/>
                    <a:pt x="99121" y="1844147"/>
                  </a:cubicBezTo>
                  <a:cubicBezTo>
                    <a:pt x="96461" y="1773656"/>
                    <a:pt x="101338" y="1676629"/>
                    <a:pt x="72964" y="1551355"/>
                  </a:cubicBezTo>
                  <a:cubicBezTo>
                    <a:pt x="48264" y="1442105"/>
                    <a:pt x="29517" y="1438431"/>
                    <a:pt x="12544" y="1362938"/>
                  </a:cubicBezTo>
                  <a:cubicBezTo>
                    <a:pt x="-29700" y="1174900"/>
                    <a:pt x="43197" y="1004406"/>
                    <a:pt x="105898" y="857788"/>
                  </a:cubicBezTo>
                  <a:cubicBezTo>
                    <a:pt x="155615" y="741571"/>
                    <a:pt x="187345" y="657844"/>
                    <a:pt x="269679" y="574117"/>
                  </a:cubicBezTo>
                  <a:cubicBezTo>
                    <a:pt x="393813" y="447956"/>
                    <a:pt x="548917" y="376706"/>
                    <a:pt x="714914" y="325089"/>
                  </a:cubicBezTo>
                  <a:cubicBezTo>
                    <a:pt x="838668" y="286645"/>
                    <a:pt x="965336" y="258905"/>
                    <a:pt x="1090673" y="226542"/>
                  </a:cubicBezTo>
                  <a:cubicBezTo>
                    <a:pt x="1259267" y="183031"/>
                    <a:pt x="1421211" y="119191"/>
                    <a:pt x="1587209" y="67764"/>
                  </a:cubicBezTo>
                  <a:cubicBezTo>
                    <a:pt x="1700196" y="32804"/>
                    <a:pt x="1814640" y="5760"/>
                    <a:pt x="1933644" y="820"/>
                  </a:cubicBezTo>
                  <a:cubicBezTo>
                    <a:pt x="2102112" y="-6146"/>
                    <a:pt x="2262156" y="31917"/>
                    <a:pt x="2418400" y="89994"/>
                  </a:cubicBezTo>
                  <a:cubicBezTo>
                    <a:pt x="2624551" y="166565"/>
                    <a:pt x="2817085" y="267392"/>
                    <a:pt x="2983273" y="413693"/>
                  </a:cubicBezTo>
                  <a:cubicBezTo>
                    <a:pt x="3183471" y="589887"/>
                    <a:pt x="3308048" y="812885"/>
                    <a:pt x="3381262" y="1066156"/>
                  </a:cubicBezTo>
                  <a:cubicBezTo>
                    <a:pt x="3496592" y="1464841"/>
                    <a:pt x="3489372" y="1860867"/>
                    <a:pt x="3330911" y="2246316"/>
                  </a:cubicBezTo>
                  <a:cubicBezTo>
                    <a:pt x="3130207" y="2734555"/>
                    <a:pt x="2772055" y="3055087"/>
                    <a:pt x="2267476" y="3211014"/>
                  </a:cubicBezTo>
                  <a:cubicBezTo>
                    <a:pt x="2083618" y="3267824"/>
                    <a:pt x="1894947" y="3299618"/>
                    <a:pt x="1703806" y="3319504"/>
                  </a:cubicBezTo>
                  <a:cubicBezTo>
                    <a:pt x="1544269" y="3336098"/>
                    <a:pt x="1384351" y="3344775"/>
                    <a:pt x="1224244" y="3350728"/>
                  </a:cubicBezTo>
                  <a:close/>
                </a:path>
              </a:pathLst>
            </a:custGeom>
            <a:solidFill>
              <a:schemeClr val="accent1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406b42dd-956b-4dde-aacd-5471742c95ed" id="72" name="图形 49">
              <a:extLst>
                <a:ext uri="{FF2B5EF4-FFF2-40B4-BE49-F238E27FC236}">
                  <a16:creationId id="{5D15B87D-9B46-0559-EC6E-7D25B23C6C88}"/>
                </a:ext>
              </a:extLst>
            </p:cNvPr>
            <p:cNvSpPr/>
            <p:nvPr/>
          </p:nvSpPr>
          <p:spPr>
            <a:xfrm flipV="false" flipH="false">
              <a:off x="4959889" y="3047997"/>
              <a:ext cx="631637" cy="611962"/>
            </a:xfrm>
            <a:custGeom>
              <a:avLst/>
              <a:gdLst>
                <a:gd fmla="*/ 1224244 w 3459897" name="connsiteX0"/>
                <a:gd fmla="*/ 3350918 h 3352124" name="connsiteY0"/>
                <a:gd fmla="*/ 824735 w 3459897" name="connsiteX1"/>
                <a:gd fmla="*/ 3322228 h 3352124" name="connsiteY1"/>
                <a:gd fmla="*/ 247955 w 3459897" name="connsiteX2"/>
                <a:gd fmla="*/ 2870089 h 3352124" name="connsiteY2"/>
                <a:gd fmla="*/ 106405 w 3459897" name="connsiteX3"/>
                <a:gd fmla="*/ 2315603 h 3352124" name="connsiteY3"/>
                <a:gd fmla="*/ 99121 w 3459897" name="connsiteX4"/>
                <a:gd fmla="*/ 1844147 h 3352124" name="connsiteY4"/>
                <a:gd fmla="*/ 72964 w 3459897" name="connsiteX5"/>
                <a:gd fmla="*/ 1551355 h 3352124" name="connsiteY5"/>
                <a:gd fmla="*/ 12544 w 3459897" name="connsiteX6"/>
                <a:gd fmla="*/ 1362938 h 3352124" name="connsiteY6"/>
                <a:gd fmla="*/ 105898 w 3459897" name="connsiteX7"/>
                <a:gd fmla="*/ 857788 h 3352124" name="connsiteY7"/>
                <a:gd fmla="*/ 269679 w 3459897" name="connsiteX8"/>
                <a:gd fmla="*/ 574117 h 3352124" name="connsiteY8"/>
                <a:gd fmla="*/ 714914 w 3459897" name="connsiteX9"/>
                <a:gd fmla="*/ 325089 h 3352124" name="connsiteY9"/>
                <a:gd fmla="*/ 1090673 w 3459897" name="connsiteX10"/>
                <a:gd fmla="*/ 226542 h 3352124" name="connsiteY10"/>
                <a:gd fmla="*/ 1587209 w 3459897" name="connsiteX11"/>
                <a:gd fmla="*/ 67764 h 3352124" name="connsiteY11"/>
                <a:gd fmla="*/ 1933644 w 3459897" name="connsiteX12"/>
                <a:gd fmla="*/ 820 h 3352124" name="connsiteY12"/>
                <a:gd fmla="*/ 2418400 w 3459897" name="connsiteX13"/>
                <a:gd fmla="*/ 89994 h 3352124" name="connsiteY13"/>
                <a:gd fmla="*/ 2983273 w 3459897" name="connsiteX14"/>
                <a:gd fmla="*/ 413693 h 3352124" name="connsiteY14"/>
                <a:gd fmla="*/ 3381262 w 3459897" name="connsiteX15"/>
                <a:gd fmla="*/ 1066156 h 3352124" name="connsiteY15"/>
                <a:gd fmla="*/ 3330911 w 3459897" name="connsiteX16"/>
                <a:gd fmla="*/ 2246316 h 3352124" name="connsiteY16"/>
                <a:gd fmla="*/ 2267476 w 3459897" name="connsiteX17"/>
                <a:gd fmla="*/ 3211014 h 3352124" name="connsiteY17"/>
                <a:gd fmla="*/ 1703806 w 3459897" name="connsiteX18"/>
                <a:gd fmla="*/ 3319504 h 3352124" name="connsiteY18"/>
                <a:gd fmla="*/ 1224244 w 3459897" name="connsiteX19"/>
                <a:gd fmla="*/ 3350728 h 3352124" name="connsiteY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b="b" l="l" r="r" t="t"/>
              <a:pathLst>
                <a:path h="3352124" w="3459897">
                  <a:moveTo>
                    <a:pt x="1224244" y="3350918"/>
                  </a:moveTo>
                  <a:cubicBezTo>
                    <a:pt x="1090103" y="3354148"/>
                    <a:pt x="956342" y="3352818"/>
                    <a:pt x="824735" y="3322228"/>
                  </a:cubicBezTo>
                  <a:cubicBezTo>
                    <a:pt x="562280" y="3261238"/>
                    <a:pt x="377219" y="3100370"/>
                    <a:pt x="247955" y="2870089"/>
                  </a:cubicBezTo>
                  <a:cubicBezTo>
                    <a:pt x="151498" y="2698265"/>
                    <a:pt x="108495" y="2512000"/>
                    <a:pt x="106405" y="2315603"/>
                  </a:cubicBezTo>
                  <a:cubicBezTo>
                    <a:pt x="104694" y="2158408"/>
                    <a:pt x="105011" y="2001151"/>
                    <a:pt x="99121" y="1844147"/>
                  </a:cubicBezTo>
                  <a:cubicBezTo>
                    <a:pt x="96461" y="1773656"/>
                    <a:pt x="101338" y="1676629"/>
                    <a:pt x="72964" y="1551355"/>
                  </a:cubicBezTo>
                  <a:cubicBezTo>
                    <a:pt x="48264" y="1442105"/>
                    <a:pt x="29517" y="1438431"/>
                    <a:pt x="12544" y="1362938"/>
                  </a:cubicBezTo>
                  <a:cubicBezTo>
                    <a:pt x="-29700" y="1174900"/>
                    <a:pt x="43197" y="1004406"/>
                    <a:pt x="105898" y="857788"/>
                  </a:cubicBezTo>
                  <a:cubicBezTo>
                    <a:pt x="155615" y="741571"/>
                    <a:pt x="187345" y="657844"/>
                    <a:pt x="269679" y="574117"/>
                  </a:cubicBezTo>
                  <a:cubicBezTo>
                    <a:pt x="393813" y="447956"/>
                    <a:pt x="548917" y="376706"/>
                    <a:pt x="714914" y="325089"/>
                  </a:cubicBezTo>
                  <a:cubicBezTo>
                    <a:pt x="838668" y="286645"/>
                    <a:pt x="965336" y="258905"/>
                    <a:pt x="1090673" y="226542"/>
                  </a:cubicBezTo>
                  <a:cubicBezTo>
                    <a:pt x="1259267" y="183031"/>
                    <a:pt x="1421211" y="119191"/>
                    <a:pt x="1587209" y="67764"/>
                  </a:cubicBezTo>
                  <a:cubicBezTo>
                    <a:pt x="1700196" y="32804"/>
                    <a:pt x="1814640" y="5760"/>
                    <a:pt x="1933644" y="820"/>
                  </a:cubicBezTo>
                  <a:cubicBezTo>
                    <a:pt x="2102112" y="-6146"/>
                    <a:pt x="2262156" y="31917"/>
                    <a:pt x="2418400" y="89994"/>
                  </a:cubicBezTo>
                  <a:cubicBezTo>
                    <a:pt x="2624551" y="166565"/>
                    <a:pt x="2817085" y="267392"/>
                    <a:pt x="2983273" y="413693"/>
                  </a:cubicBezTo>
                  <a:cubicBezTo>
                    <a:pt x="3183471" y="589887"/>
                    <a:pt x="3308048" y="812885"/>
                    <a:pt x="3381262" y="1066156"/>
                  </a:cubicBezTo>
                  <a:cubicBezTo>
                    <a:pt x="3496592" y="1464841"/>
                    <a:pt x="3489372" y="1860867"/>
                    <a:pt x="3330911" y="2246316"/>
                  </a:cubicBezTo>
                  <a:cubicBezTo>
                    <a:pt x="3130207" y="2734555"/>
                    <a:pt x="2772055" y="3055087"/>
                    <a:pt x="2267476" y="3211014"/>
                  </a:cubicBezTo>
                  <a:cubicBezTo>
                    <a:pt x="2083618" y="3267824"/>
                    <a:pt x="1894947" y="3299618"/>
                    <a:pt x="1703806" y="3319504"/>
                  </a:cubicBezTo>
                  <a:cubicBezTo>
                    <a:pt x="1544269" y="3336098"/>
                    <a:pt x="1384351" y="3344775"/>
                    <a:pt x="1224244" y="3350728"/>
                  </a:cubicBezTo>
                  <a:close/>
                </a:path>
              </a:pathLst>
            </a:custGeom>
            <a:solidFill>
              <a:schemeClr val="accent2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98b5396c-c4fd-450f-923c-d3aff05206d8" id="75" name="图形 49">
              <a:extLst>
                <a:ext uri="{FF2B5EF4-FFF2-40B4-BE49-F238E27FC236}">
                  <a16:creationId id="{B6C12FE4-BF25-F82C-7DB8-B66916DEAC24}"/>
                </a:ext>
              </a:extLst>
            </p:cNvPr>
            <p:cNvSpPr/>
            <p:nvPr/>
          </p:nvSpPr>
          <p:spPr>
            <a:xfrm flipV="false" flipH="false">
              <a:off x="8205652" y="3743861"/>
              <a:ext cx="631637" cy="611962"/>
            </a:xfrm>
            <a:custGeom>
              <a:avLst/>
              <a:gdLst>
                <a:gd fmla="*/ 1224244 w 3459897" name="connsiteX0"/>
                <a:gd fmla="*/ 3350918 h 3352124" name="connsiteY0"/>
                <a:gd fmla="*/ 824735 w 3459897" name="connsiteX1"/>
                <a:gd fmla="*/ 3322228 h 3352124" name="connsiteY1"/>
                <a:gd fmla="*/ 247955 w 3459897" name="connsiteX2"/>
                <a:gd fmla="*/ 2870089 h 3352124" name="connsiteY2"/>
                <a:gd fmla="*/ 106405 w 3459897" name="connsiteX3"/>
                <a:gd fmla="*/ 2315603 h 3352124" name="connsiteY3"/>
                <a:gd fmla="*/ 99121 w 3459897" name="connsiteX4"/>
                <a:gd fmla="*/ 1844147 h 3352124" name="connsiteY4"/>
                <a:gd fmla="*/ 72964 w 3459897" name="connsiteX5"/>
                <a:gd fmla="*/ 1551355 h 3352124" name="connsiteY5"/>
                <a:gd fmla="*/ 12544 w 3459897" name="connsiteX6"/>
                <a:gd fmla="*/ 1362938 h 3352124" name="connsiteY6"/>
                <a:gd fmla="*/ 105898 w 3459897" name="connsiteX7"/>
                <a:gd fmla="*/ 857788 h 3352124" name="connsiteY7"/>
                <a:gd fmla="*/ 269679 w 3459897" name="connsiteX8"/>
                <a:gd fmla="*/ 574117 h 3352124" name="connsiteY8"/>
                <a:gd fmla="*/ 714914 w 3459897" name="connsiteX9"/>
                <a:gd fmla="*/ 325089 h 3352124" name="connsiteY9"/>
                <a:gd fmla="*/ 1090673 w 3459897" name="connsiteX10"/>
                <a:gd fmla="*/ 226542 h 3352124" name="connsiteY10"/>
                <a:gd fmla="*/ 1587209 w 3459897" name="connsiteX11"/>
                <a:gd fmla="*/ 67764 h 3352124" name="connsiteY11"/>
                <a:gd fmla="*/ 1933644 w 3459897" name="connsiteX12"/>
                <a:gd fmla="*/ 820 h 3352124" name="connsiteY12"/>
                <a:gd fmla="*/ 2418400 w 3459897" name="connsiteX13"/>
                <a:gd fmla="*/ 89994 h 3352124" name="connsiteY13"/>
                <a:gd fmla="*/ 2983273 w 3459897" name="connsiteX14"/>
                <a:gd fmla="*/ 413693 h 3352124" name="connsiteY14"/>
                <a:gd fmla="*/ 3381262 w 3459897" name="connsiteX15"/>
                <a:gd fmla="*/ 1066156 h 3352124" name="connsiteY15"/>
                <a:gd fmla="*/ 3330911 w 3459897" name="connsiteX16"/>
                <a:gd fmla="*/ 2246316 h 3352124" name="connsiteY16"/>
                <a:gd fmla="*/ 2267476 w 3459897" name="connsiteX17"/>
                <a:gd fmla="*/ 3211014 h 3352124" name="connsiteY17"/>
                <a:gd fmla="*/ 1703806 w 3459897" name="connsiteX18"/>
                <a:gd fmla="*/ 3319504 h 3352124" name="connsiteY18"/>
                <a:gd fmla="*/ 1224244 w 3459897" name="connsiteX19"/>
                <a:gd fmla="*/ 3350728 h 3352124" name="connsiteY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b="b" l="l" r="r" t="t"/>
              <a:pathLst>
                <a:path h="3352124" w="3459897">
                  <a:moveTo>
                    <a:pt x="1224244" y="3350918"/>
                  </a:moveTo>
                  <a:cubicBezTo>
                    <a:pt x="1090103" y="3354148"/>
                    <a:pt x="956342" y="3352818"/>
                    <a:pt x="824735" y="3322228"/>
                  </a:cubicBezTo>
                  <a:cubicBezTo>
                    <a:pt x="562280" y="3261238"/>
                    <a:pt x="377219" y="3100370"/>
                    <a:pt x="247955" y="2870089"/>
                  </a:cubicBezTo>
                  <a:cubicBezTo>
                    <a:pt x="151498" y="2698265"/>
                    <a:pt x="108495" y="2512000"/>
                    <a:pt x="106405" y="2315603"/>
                  </a:cubicBezTo>
                  <a:cubicBezTo>
                    <a:pt x="104694" y="2158408"/>
                    <a:pt x="105011" y="2001151"/>
                    <a:pt x="99121" y="1844147"/>
                  </a:cubicBezTo>
                  <a:cubicBezTo>
                    <a:pt x="96461" y="1773656"/>
                    <a:pt x="101338" y="1676629"/>
                    <a:pt x="72964" y="1551355"/>
                  </a:cubicBezTo>
                  <a:cubicBezTo>
                    <a:pt x="48264" y="1442105"/>
                    <a:pt x="29517" y="1438431"/>
                    <a:pt x="12544" y="1362938"/>
                  </a:cubicBezTo>
                  <a:cubicBezTo>
                    <a:pt x="-29700" y="1174900"/>
                    <a:pt x="43197" y="1004406"/>
                    <a:pt x="105898" y="857788"/>
                  </a:cubicBezTo>
                  <a:cubicBezTo>
                    <a:pt x="155615" y="741571"/>
                    <a:pt x="187345" y="657844"/>
                    <a:pt x="269679" y="574117"/>
                  </a:cubicBezTo>
                  <a:cubicBezTo>
                    <a:pt x="393813" y="447956"/>
                    <a:pt x="548917" y="376706"/>
                    <a:pt x="714914" y="325089"/>
                  </a:cubicBezTo>
                  <a:cubicBezTo>
                    <a:pt x="838668" y="286645"/>
                    <a:pt x="965336" y="258905"/>
                    <a:pt x="1090673" y="226542"/>
                  </a:cubicBezTo>
                  <a:cubicBezTo>
                    <a:pt x="1259267" y="183031"/>
                    <a:pt x="1421211" y="119191"/>
                    <a:pt x="1587209" y="67764"/>
                  </a:cubicBezTo>
                  <a:cubicBezTo>
                    <a:pt x="1700196" y="32804"/>
                    <a:pt x="1814640" y="5760"/>
                    <a:pt x="1933644" y="820"/>
                  </a:cubicBezTo>
                  <a:cubicBezTo>
                    <a:pt x="2102112" y="-6146"/>
                    <a:pt x="2262156" y="31917"/>
                    <a:pt x="2418400" y="89994"/>
                  </a:cubicBezTo>
                  <a:cubicBezTo>
                    <a:pt x="2624551" y="166565"/>
                    <a:pt x="2817085" y="267392"/>
                    <a:pt x="2983273" y="413693"/>
                  </a:cubicBezTo>
                  <a:cubicBezTo>
                    <a:pt x="3183471" y="589887"/>
                    <a:pt x="3308048" y="812885"/>
                    <a:pt x="3381262" y="1066156"/>
                  </a:cubicBezTo>
                  <a:cubicBezTo>
                    <a:pt x="3496592" y="1464841"/>
                    <a:pt x="3489372" y="1860867"/>
                    <a:pt x="3330911" y="2246316"/>
                  </a:cubicBezTo>
                  <a:cubicBezTo>
                    <a:pt x="3130207" y="2734555"/>
                    <a:pt x="2772055" y="3055087"/>
                    <a:pt x="2267476" y="3211014"/>
                  </a:cubicBezTo>
                  <a:cubicBezTo>
                    <a:pt x="2083618" y="3267824"/>
                    <a:pt x="1894947" y="3299618"/>
                    <a:pt x="1703806" y="3319504"/>
                  </a:cubicBezTo>
                  <a:cubicBezTo>
                    <a:pt x="1544269" y="3336098"/>
                    <a:pt x="1384351" y="3344775"/>
                    <a:pt x="1224244" y="3350728"/>
                  </a:cubicBezTo>
                  <a:close/>
                </a:path>
              </a:pathLst>
            </a:custGeom>
            <a:solidFill>
              <a:schemeClr val="accent3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grpSp>
          <p:nvGrpSpPr>
            <p:cNvPr descr="58963416-abe3-4337-9c55-dcf0f2ffb282" id="2" name="组合 1">
              <a:extLst>
                <a:ext uri="{FF2B5EF4-FFF2-40B4-BE49-F238E27FC236}">
                  <a16:creationId id="{2C750C13-4A1D-14DC-B84B-DDA34A1F6B18}"/>
                </a:ext>
              </a:extLst>
            </p:cNvPr>
            <p:cNvGrpSpPr/>
            <p:nvPr/>
          </p:nvGrpSpPr>
          <p:grpSpPr>
            <a:xfrm>
              <a:off x="1524808" y="2704624"/>
              <a:ext cx="2721692" cy="2500263"/>
              <a:chOff x="1524808" y="2704624"/>
              <a:chExt cx="2721692" cy="2500263"/>
            </a:xfrm>
          </p:grpSpPr>
          <p:sp>
            <p:nvSpPr>
              <p:cNvPr descr="3e94cd10-c18d-4874-9e31-4f2b4f1ea6ab" id="38" name="ComponentBackground1">
                <a:extLst>
                  <a:ext uri="{FF2B5EF4-FFF2-40B4-BE49-F238E27FC236}">
                    <a16:creationId id="{984459CB-3BAD-EF05-E973-6920FA6DE1F4}"/>
                  </a:ext>
                </a:extLst>
              </p:cNvPr>
              <p:cNvSpPr/>
              <p:nvPr/>
            </p:nvSpPr>
            <p:spPr>
              <a:xfrm flipV="false" flipH="false">
                <a:off x="1524808" y="2704624"/>
                <a:ext cx="2721692" cy="1763403"/>
              </a:xfrm>
              <a:custGeom>
                <a:avLst/>
                <a:gdLst>
                  <a:gd fmla="*/ 4721249 w 9082714" name="connsiteX0"/>
                  <a:gd fmla="*/ 10304 h 6856112" name="connsiteY0"/>
                  <a:gd fmla="*/ 8136702 w 9082714" name="connsiteX1"/>
                  <a:gd fmla="*/ 145848 h 6856112" name="connsiteY1"/>
                  <a:gd fmla="*/ 8729214 w 9082714" name="connsiteX2"/>
                  <a:gd fmla="*/ 422939 h 6856112" name="connsiteY2"/>
                  <a:gd fmla="*/ 9002842 w 9082714" name="connsiteX3"/>
                  <a:gd fmla="*/ 1192251 h 6856112" name="connsiteY3"/>
                  <a:gd fmla="*/ 9077348 w 9082714" name="connsiteX4"/>
                  <a:gd fmla="*/ 5214534 h 6856112" name="connsiteY4"/>
                  <a:gd fmla="*/ 9031629 w 9082714" name="connsiteX5"/>
                  <a:gd fmla="*/ 6002011 h 6856112" name="connsiteY5"/>
                  <a:gd fmla="*/ 8626075 w 9082714" name="connsiteX6"/>
                  <a:gd fmla="*/ 6658639 h 6856112" name="connsiteY6"/>
                  <a:gd fmla="*/ 7743079 w 9082714" name="connsiteX7"/>
                  <a:gd fmla="*/ 6837671 h 6856112" name="connsiteY7"/>
                  <a:gd fmla="*/ 3200712 w 9082714" name="connsiteX8"/>
                  <a:gd fmla="*/ 6855066 h 6856112" name="connsiteY8"/>
                  <a:gd fmla="*/ 1505378 w 9082714" name="connsiteX9"/>
                  <a:gd fmla="*/ 6824971 h 6856112" name="connsiteY9"/>
                  <a:gd fmla="*/ 528555 w 9082714" name="connsiteX10"/>
                  <a:gd fmla="*/ 6647864 h 6856112" name="connsiteY10"/>
                  <a:gd fmla="*/ 94677 w 9082714" name="connsiteX11"/>
                  <a:gd fmla="*/ 6310275 h 6856112" name="connsiteY11"/>
                  <a:gd fmla="*/ 4 w 9082714" name="connsiteX12"/>
                  <a:gd fmla="*/ 5920038 h 6856112" name="connsiteY12"/>
                  <a:gd fmla="*/ 76974 w 9082714" name="connsiteX13"/>
                  <a:gd fmla="*/ 1347576 h 6856112" name="connsiteY13"/>
                  <a:gd fmla="*/ 274555 w 9082714" name="connsiteX14"/>
                  <a:gd fmla="*/ 716732 h 6856112" name="connsiteY14"/>
                  <a:gd fmla="*/ 709434 w 9082714" name="connsiteX15"/>
                  <a:gd fmla="*/ 308485 h 6856112" name="connsiteY15"/>
                  <a:gd fmla="*/ 4721249 w 9082714" name="connsiteX16"/>
                  <a:gd fmla="*/ 10304 h 6856112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6856112" w="9082714">
                    <a:moveTo>
                      <a:pt x="4721249" y="10304"/>
                    </a:moveTo>
                    <a:cubicBezTo>
                      <a:pt x="4721249" y="10304"/>
                      <a:pt x="6848691" y="-55582"/>
                      <a:pt x="8136702" y="145848"/>
                    </a:cubicBezTo>
                    <a:cubicBezTo>
                      <a:pt x="8250232" y="163628"/>
                      <a:pt x="8522474" y="210657"/>
                      <a:pt x="8729214" y="422939"/>
                    </a:cubicBezTo>
                    <a:cubicBezTo>
                      <a:pt x="8972901" y="673168"/>
                      <a:pt x="8985524" y="1019069"/>
                      <a:pt x="9002842" y="1192251"/>
                    </a:cubicBezTo>
                    <a:cubicBezTo>
                      <a:pt x="9136384" y="2527214"/>
                      <a:pt x="9057413" y="3873106"/>
                      <a:pt x="9077348" y="5214534"/>
                    </a:cubicBezTo>
                    <a:cubicBezTo>
                      <a:pt x="9081274" y="5478078"/>
                      <a:pt x="9088740" y="5744701"/>
                      <a:pt x="9031629" y="6002011"/>
                    </a:cubicBezTo>
                    <a:cubicBezTo>
                      <a:pt x="8974517" y="6259320"/>
                      <a:pt x="8844438" y="6511011"/>
                      <a:pt x="8626075" y="6658639"/>
                    </a:cubicBezTo>
                    <a:cubicBezTo>
                      <a:pt x="8373384" y="6829435"/>
                      <a:pt x="8048110" y="6836516"/>
                      <a:pt x="7743079" y="6837671"/>
                    </a:cubicBezTo>
                    <a:cubicBezTo>
                      <a:pt x="6228931" y="6843443"/>
                      <a:pt x="4714860" y="6849293"/>
                      <a:pt x="3200712" y="6855066"/>
                    </a:cubicBezTo>
                    <a:cubicBezTo>
                      <a:pt x="2635370" y="6857221"/>
                      <a:pt x="2069643" y="6859376"/>
                      <a:pt x="1505378" y="6824971"/>
                    </a:cubicBezTo>
                    <a:cubicBezTo>
                      <a:pt x="1173638" y="6804728"/>
                      <a:pt x="837435" y="6770707"/>
                      <a:pt x="528555" y="6647864"/>
                    </a:cubicBezTo>
                    <a:cubicBezTo>
                      <a:pt x="354758" y="6578744"/>
                      <a:pt x="184347" y="6474451"/>
                      <a:pt x="94677" y="6310275"/>
                    </a:cubicBezTo>
                    <a:cubicBezTo>
                      <a:pt x="3160" y="6142942"/>
                      <a:pt x="-149" y="5979997"/>
                      <a:pt x="4" y="5920038"/>
                    </a:cubicBezTo>
                    <a:cubicBezTo>
                      <a:pt x="9549" y="2159375"/>
                      <a:pt x="32024" y="1888827"/>
                      <a:pt x="76974" y="1347576"/>
                    </a:cubicBezTo>
                    <a:cubicBezTo>
                      <a:pt x="86134" y="1237278"/>
                      <a:pt x="107146" y="976736"/>
                      <a:pt x="274555" y="716732"/>
                    </a:cubicBezTo>
                    <a:cubicBezTo>
                      <a:pt x="274555" y="716732"/>
                      <a:pt x="429572" y="476125"/>
                      <a:pt x="709434" y="308485"/>
                    </a:cubicBezTo>
                    <a:cubicBezTo>
                      <a:pt x="1376915" y="-91296"/>
                      <a:pt x="3369892" y="52176"/>
                      <a:pt x="4721249" y="10304"/>
                    </a:cubicBezTo>
                    <a:close/>
                  </a:path>
                </a:pathLst>
              </a:custGeom>
              <a:solidFill>
                <a:schemeClr val="accent1">
                  <a:alpha val="15000"/>
                </a:schemeClr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</a:p>
            </p:txBody>
          </p:sp>
          <p:sp>
            <p:nvSpPr>
              <p:cNvPr descr="075f5828-97e2-40d4-b1ac-698c72b7ee6d" id="39" name="Text1">
                <a:extLst>
                  <a:ext uri="{FF2B5EF4-FFF2-40B4-BE49-F238E27FC236}">
                    <a16:creationId id="{78597D11-FF73-93E4-60D1-6203347A7D24}"/>
                  </a:ext>
                </a:extLst>
              </p:cNvPr>
              <p:cNvSpPr txBox="1"/>
              <p:nvPr/>
            </p:nvSpPr>
            <p:spPr>
              <a:xfrm flipV="false" flipH="false">
                <a:off x="1594031" y="3476819"/>
                <a:ext cx="2571899" cy="905414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不能以“舔脚”为名实施胁迫、羞辱或控制。</a:t>
                </a:r>
              </a:p>
            </p:txBody>
          </p:sp>
          <p:sp>
            <p:nvSpPr>
              <p:cNvPr descr="d9db4879-621b-44e0-907a-002b2d5800d8" id="40" name="Bullet1">
                <a:extLst>
                  <a:ext uri="{FF2B5EF4-FFF2-40B4-BE49-F238E27FC236}">
                    <a16:creationId id="{7EE637CD-A32E-6A7A-A817-6BC7CF9E313E}"/>
                  </a:ext>
                </a:extLst>
              </p:cNvPr>
              <p:cNvSpPr txBox="1"/>
              <p:nvPr/>
            </p:nvSpPr>
            <p:spPr>
              <a:xfrm flipV="false" flipH="false">
                <a:off x="1594030" y="2944610"/>
                <a:ext cx="2571897" cy="515911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胁迫行为</a:t>
                </a:r>
              </a:p>
            </p:txBody>
          </p:sp>
          <p:sp>
            <p:nvSpPr>
              <p:cNvPr descr="4873198b-9f27-4691-9ae7-e07e8ff660d7" id="69" name="Number1">
                <a:extLst>
                  <a:ext uri="{FF2B5EF4-FFF2-40B4-BE49-F238E27FC236}">
                    <a16:creationId id="{0588E3AB-55F1-3547-0F57-CCC916409348}"/>
                  </a:ext>
                </a:extLst>
              </p:cNvPr>
              <p:cNvSpPr/>
              <p:nvPr/>
            </p:nvSpPr>
            <p:spPr>
              <a:xfrm flipV="false" flipH="false">
                <a:off x="1905777" y="4667902"/>
                <a:ext cx="579992" cy="53698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01</a:t>
                </a:r>
              </a:p>
            </p:txBody>
          </p:sp>
        </p:grpSp>
        <p:grpSp>
          <p:nvGrpSpPr>
            <p:cNvPr descr="8f2520a2-6d63-433b-b2ab-2ebc31d4066d" id="3" name="组合 2">
              <a:extLst>
                <a:ext uri="{FF2B5EF4-FFF2-40B4-BE49-F238E27FC236}">
                  <a16:creationId id="{DA2AAF38-1ACB-29CB-028D-4913910F8E65}"/>
                </a:ext>
              </a:extLst>
            </p:cNvPr>
            <p:cNvGrpSpPr/>
            <p:nvPr/>
          </p:nvGrpSpPr>
          <p:grpSpPr>
            <a:xfrm>
              <a:off x="4916675" y="3085484"/>
              <a:ext cx="2721692" cy="2487922"/>
              <a:chOff x="4916675" y="3085484"/>
              <a:chExt cx="2721692" cy="2487922"/>
            </a:xfrm>
          </p:grpSpPr>
          <p:sp>
            <p:nvSpPr>
              <p:cNvPr descr="7a283947-670b-48f0-b228-c2cccbf6127c" id="48" name="ComponentBackground2">
                <a:extLst>
                  <a:ext uri="{FF2B5EF4-FFF2-40B4-BE49-F238E27FC236}">
                    <a16:creationId id="{1E1591EE-84EB-E5C1-6A9A-B7A91F0F4277}"/>
                  </a:ext>
                </a:extLst>
              </p:cNvPr>
              <p:cNvSpPr/>
              <p:nvPr/>
            </p:nvSpPr>
            <p:spPr>
              <a:xfrm flipV="false" flipH="false">
                <a:off x="4916675" y="3810003"/>
                <a:ext cx="2721692" cy="1763403"/>
              </a:xfrm>
              <a:custGeom>
                <a:avLst/>
                <a:gdLst>
                  <a:gd fmla="*/ 4721249 w 9082714" name="connsiteX0"/>
                  <a:gd fmla="*/ 10304 h 6856112" name="connsiteY0"/>
                  <a:gd fmla="*/ 8136702 w 9082714" name="connsiteX1"/>
                  <a:gd fmla="*/ 145848 h 6856112" name="connsiteY1"/>
                  <a:gd fmla="*/ 8729214 w 9082714" name="connsiteX2"/>
                  <a:gd fmla="*/ 422939 h 6856112" name="connsiteY2"/>
                  <a:gd fmla="*/ 9002842 w 9082714" name="connsiteX3"/>
                  <a:gd fmla="*/ 1192251 h 6856112" name="connsiteY3"/>
                  <a:gd fmla="*/ 9077348 w 9082714" name="connsiteX4"/>
                  <a:gd fmla="*/ 5214534 h 6856112" name="connsiteY4"/>
                  <a:gd fmla="*/ 9031629 w 9082714" name="connsiteX5"/>
                  <a:gd fmla="*/ 6002011 h 6856112" name="connsiteY5"/>
                  <a:gd fmla="*/ 8626075 w 9082714" name="connsiteX6"/>
                  <a:gd fmla="*/ 6658639 h 6856112" name="connsiteY6"/>
                  <a:gd fmla="*/ 7743079 w 9082714" name="connsiteX7"/>
                  <a:gd fmla="*/ 6837671 h 6856112" name="connsiteY7"/>
                  <a:gd fmla="*/ 3200712 w 9082714" name="connsiteX8"/>
                  <a:gd fmla="*/ 6855066 h 6856112" name="connsiteY8"/>
                  <a:gd fmla="*/ 1505378 w 9082714" name="connsiteX9"/>
                  <a:gd fmla="*/ 6824971 h 6856112" name="connsiteY9"/>
                  <a:gd fmla="*/ 528555 w 9082714" name="connsiteX10"/>
                  <a:gd fmla="*/ 6647864 h 6856112" name="connsiteY10"/>
                  <a:gd fmla="*/ 94677 w 9082714" name="connsiteX11"/>
                  <a:gd fmla="*/ 6310275 h 6856112" name="connsiteY11"/>
                  <a:gd fmla="*/ 4 w 9082714" name="connsiteX12"/>
                  <a:gd fmla="*/ 5920038 h 6856112" name="connsiteY12"/>
                  <a:gd fmla="*/ 76974 w 9082714" name="connsiteX13"/>
                  <a:gd fmla="*/ 1347576 h 6856112" name="connsiteY13"/>
                  <a:gd fmla="*/ 274555 w 9082714" name="connsiteX14"/>
                  <a:gd fmla="*/ 716732 h 6856112" name="connsiteY14"/>
                  <a:gd fmla="*/ 709434 w 9082714" name="connsiteX15"/>
                  <a:gd fmla="*/ 308485 h 6856112" name="connsiteY15"/>
                  <a:gd fmla="*/ 4721249 w 9082714" name="connsiteX16"/>
                  <a:gd fmla="*/ 10304 h 6856112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6856112" w="9082714">
                    <a:moveTo>
                      <a:pt x="4721249" y="10304"/>
                    </a:moveTo>
                    <a:cubicBezTo>
                      <a:pt x="4721249" y="10304"/>
                      <a:pt x="6848691" y="-55582"/>
                      <a:pt x="8136702" y="145848"/>
                    </a:cubicBezTo>
                    <a:cubicBezTo>
                      <a:pt x="8250232" y="163628"/>
                      <a:pt x="8522474" y="210657"/>
                      <a:pt x="8729214" y="422939"/>
                    </a:cubicBezTo>
                    <a:cubicBezTo>
                      <a:pt x="8972901" y="673168"/>
                      <a:pt x="8985524" y="1019069"/>
                      <a:pt x="9002842" y="1192251"/>
                    </a:cubicBezTo>
                    <a:cubicBezTo>
                      <a:pt x="9136384" y="2527214"/>
                      <a:pt x="9057413" y="3873106"/>
                      <a:pt x="9077348" y="5214534"/>
                    </a:cubicBezTo>
                    <a:cubicBezTo>
                      <a:pt x="9081274" y="5478078"/>
                      <a:pt x="9088740" y="5744701"/>
                      <a:pt x="9031629" y="6002011"/>
                    </a:cubicBezTo>
                    <a:cubicBezTo>
                      <a:pt x="8974517" y="6259320"/>
                      <a:pt x="8844438" y="6511011"/>
                      <a:pt x="8626075" y="6658639"/>
                    </a:cubicBezTo>
                    <a:cubicBezTo>
                      <a:pt x="8373384" y="6829435"/>
                      <a:pt x="8048110" y="6836516"/>
                      <a:pt x="7743079" y="6837671"/>
                    </a:cubicBezTo>
                    <a:cubicBezTo>
                      <a:pt x="6228931" y="6843443"/>
                      <a:pt x="4714860" y="6849293"/>
                      <a:pt x="3200712" y="6855066"/>
                    </a:cubicBezTo>
                    <a:cubicBezTo>
                      <a:pt x="2635370" y="6857221"/>
                      <a:pt x="2069643" y="6859376"/>
                      <a:pt x="1505378" y="6824971"/>
                    </a:cubicBezTo>
                    <a:cubicBezTo>
                      <a:pt x="1173638" y="6804728"/>
                      <a:pt x="837435" y="6770707"/>
                      <a:pt x="528555" y="6647864"/>
                    </a:cubicBezTo>
                    <a:cubicBezTo>
                      <a:pt x="354758" y="6578744"/>
                      <a:pt x="184347" y="6474451"/>
                      <a:pt x="94677" y="6310275"/>
                    </a:cubicBezTo>
                    <a:cubicBezTo>
                      <a:pt x="3160" y="6142942"/>
                      <a:pt x="-149" y="5979997"/>
                      <a:pt x="4" y="5920038"/>
                    </a:cubicBezTo>
                    <a:cubicBezTo>
                      <a:pt x="9549" y="2159375"/>
                      <a:pt x="32024" y="1888827"/>
                      <a:pt x="76974" y="1347576"/>
                    </a:cubicBezTo>
                    <a:cubicBezTo>
                      <a:pt x="86134" y="1237278"/>
                      <a:pt x="107146" y="976736"/>
                      <a:pt x="274555" y="716732"/>
                    </a:cubicBezTo>
                    <a:cubicBezTo>
                      <a:pt x="274555" y="716732"/>
                      <a:pt x="429572" y="476125"/>
                      <a:pt x="709434" y="308485"/>
                    </a:cubicBezTo>
                    <a:cubicBezTo>
                      <a:pt x="1376915" y="-91296"/>
                      <a:pt x="3369892" y="52176"/>
                      <a:pt x="4721249" y="10304"/>
                    </a:cubicBezTo>
                    <a:close/>
                  </a:path>
                </a:pathLst>
              </a:custGeom>
              <a:solidFill>
                <a:schemeClr val="accent2">
                  <a:alpha val="15000"/>
                </a:schemeClr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</a:p>
            </p:txBody>
          </p:sp>
          <p:sp>
            <p:nvSpPr>
              <p:cNvPr descr="b9baa052-052a-4c9f-9cfe-2e308715036d" id="49" name="Text2">
                <a:extLst>
                  <a:ext uri="{FF2B5EF4-FFF2-40B4-BE49-F238E27FC236}">
                    <a16:creationId id="{D6EB77FB-BF16-9F45-7503-A6C28F05702A}"/>
                  </a:ext>
                </a:extLst>
              </p:cNvPr>
              <p:cNvSpPr txBox="1"/>
              <p:nvPr/>
            </p:nvSpPr>
            <p:spPr>
              <a:xfrm flipV="false" flipH="false">
                <a:off x="4985898" y="4582198"/>
                <a:ext cx="2571899" cy="905414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舔脚不应作为“服从测试”，而是出于愉悦意愿。</a:t>
                </a:r>
              </a:p>
            </p:txBody>
          </p:sp>
          <p:sp>
            <p:nvSpPr>
              <p:cNvPr descr="83f259bb-7c00-4c4a-a799-5c1aac2c4a3a" id="50" name="Bullet2">
                <a:extLst>
                  <a:ext uri="{FF2B5EF4-FFF2-40B4-BE49-F238E27FC236}">
                    <a16:creationId id="{6250B496-8E4F-31E2-4BEC-C7919220E70C}"/>
                  </a:ext>
                </a:extLst>
              </p:cNvPr>
              <p:cNvSpPr txBox="1"/>
              <p:nvPr/>
            </p:nvSpPr>
            <p:spPr>
              <a:xfrm flipV="false" flipH="false">
                <a:off x="4985898" y="4049989"/>
                <a:ext cx="2571897" cy="515911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服从测试</a:t>
                </a:r>
              </a:p>
            </p:txBody>
          </p:sp>
          <p:sp>
            <p:nvSpPr>
              <p:cNvPr descr="8d94fce5-9c7b-41f0-ac87-59b215aec742" id="73" name="Number2">
                <a:extLst>
                  <a:ext uri="{FF2B5EF4-FFF2-40B4-BE49-F238E27FC236}">
                    <a16:creationId id="{AE5EF3C2-A642-2E9A-6310-06E29740A08C}"/>
                  </a:ext>
                </a:extLst>
              </p:cNvPr>
              <p:cNvSpPr/>
              <p:nvPr/>
            </p:nvSpPr>
            <p:spPr>
              <a:xfrm flipV="false" flipH="false">
                <a:off x="4985647" y="3085484"/>
                <a:ext cx="579992" cy="53698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02</a:t>
                </a:r>
              </a:p>
            </p:txBody>
          </p:sp>
        </p:grpSp>
        <p:grpSp>
          <p:nvGrpSpPr>
            <p:cNvPr descr="fda39d9b-dc52-4f6f-8b90-476ad048da91" id="4" name="组合 3">
              <a:extLst>
                <a:ext uri="{FF2B5EF4-FFF2-40B4-BE49-F238E27FC236}">
                  <a16:creationId id="{0DB21E08-99F0-EFD9-3567-1D4DD4A3EA3B}"/>
                </a:ext>
              </a:extLst>
            </p:cNvPr>
            <p:cNvGrpSpPr/>
            <p:nvPr/>
          </p:nvGrpSpPr>
          <p:grpSpPr>
            <a:xfrm>
              <a:off x="7638007" y="1803053"/>
              <a:ext cx="2721692" cy="3908525"/>
              <a:chOff x="7638007" y="1803053"/>
              <a:chExt cx="2721692" cy="3908525"/>
            </a:xfrm>
          </p:grpSpPr>
          <p:sp>
            <p:nvSpPr>
              <p:cNvPr descr="61651adc-dc0c-49c9-93d3-1078aa0004e9" id="43" name="ComponentBackground3">
                <a:extLst>
                  <a:ext uri="{FF2B5EF4-FFF2-40B4-BE49-F238E27FC236}">
                    <a16:creationId id="{4A17C60D-231F-3A2B-1E32-E3CDF08005D8}"/>
                  </a:ext>
                </a:extLst>
              </p:cNvPr>
              <p:cNvSpPr/>
              <p:nvPr/>
            </p:nvSpPr>
            <p:spPr>
              <a:xfrm flipV="false" flipH="false">
                <a:off x="7638007" y="1803053"/>
                <a:ext cx="2721692" cy="1763403"/>
              </a:xfrm>
              <a:custGeom>
                <a:avLst/>
                <a:gdLst>
                  <a:gd fmla="*/ 4721249 w 9082714" name="connsiteX0"/>
                  <a:gd fmla="*/ 10304 h 6856112" name="connsiteY0"/>
                  <a:gd fmla="*/ 8136702 w 9082714" name="connsiteX1"/>
                  <a:gd fmla="*/ 145848 h 6856112" name="connsiteY1"/>
                  <a:gd fmla="*/ 8729214 w 9082714" name="connsiteX2"/>
                  <a:gd fmla="*/ 422939 h 6856112" name="connsiteY2"/>
                  <a:gd fmla="*/ 9002842 w 9082714" name="connsiteX3"/>
                  <a:gd fmla="*/ 1192251 h 6856112" name="connsiteY3"/>
                  <a:gd fmla="*/ 9077348 w 9082714" name="connsiteX4"/>
                  <a:gd fmla="*/ 5214534 h 6856112" name="connsiteY4"/>
                  <a:gd fmla="*/ 9031629 w 9082714" name="connsiteX5"/>
                  <a:gd fmla="*/ 6002011 h 6856112" name="connsiteY5"/>
                  <a:gd fmla="*/ 8626075 w 9082714" name="connsiteX6"/>
                  <a:gd fmla="*/ 6658639 h 6856112" name="connsiteY6"/>
                  <a:gd fmla="*/ 7743079 w 9082714" name="connsiteX7"/>
                  <a:gd fmla="*/ 6837671 h 6856112" name="connsiteY7"/>
                  <a:gd fmla="*/ 3200712 w 9082714" name="connsiteX8"/>
                  <a:gd fmla="*/ 6855066 h 6856112" name="connsiteY8"/>
                  <a:gd fmla="*/ 1505378 w 9082714" name="connsiteX9"/>
                  <a:gd fmla="*/ 6824971 h 6856112" name="connsiteY9"/>
                  <a:gd fmla="*/ 528555 w 9082714" name="connsiteX10"/>
                  <a:gd fmla="*/ 6647864 h 6856112" name="connsiteY10"/>
                  <a:gd fmla="*/ 94677 w 9082714" name="connsiteX11"/>
                  <a:gd fmla="*/ 6310275 h 6856112" name="connsiteY11"/>
                  <a:gd fmla="*/ 4 w 9082714" name="connsiteX12"/>
                  <a:gd fmla="*/ 5920038 h 6856112" name="connsiteY12"/>
                  <a:gd fmla="*/ 76974 w 9082714" name="connsiteX13"/>
                  <a:gd fmla="*/ 1347576 h 6856112" name="connsiteY13"/>
                  <a:gd fmla="*/ 274555 w 9082714" name="connsiteX14"/>
                  <a:gd fmla="*/ 716732 h 6856112" name="connsiteY14"/>
                  <a:gd fmla="*/ 709434 w 9082714" name="connsiteX15"/>
                  <a:gd fmla="*/ 308485 h 6856112" name="connsiteY15"/>
                  <a:gd fmla="*/ 4721249 w 9082714" name="connsiteX16"/>
                  <a:gd fmla="*/ 10304 h 6856112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6856112" w="9082714">
                    <a:moveTo>
                      <a:pt x="4721249" y="10304"/>
                    </a:moveTo>
                    <a:cubicBezTo>
                      <a:pt x="4721249" y="10304"/>
                      <a:pt x="6848691" y="-55582"/>
                      <a:pt x="8136702" y="145848"/>
                    </a:cubicBezTo>
                    <a:cubicBezTo>
                      <a:pt x="8250232" y="163628"/>
                      <a:pt x="8522474" y="210657"/>
                      <a:pt x="8729214" y="422939"/>
                    </a:cubicBezTo>
                    <a:cubicBezTo>
                      <a:pt x="8972901" y="673168"/>
                      <a:pt x="8985524" y="1019069"/>
                      <a:pt x="9002842" y="1192251"/>
                    </a:cubicBezTo>
                    <a:cubicBezTo>
                      <a:pt x="9136384" y="2527214"/>
                      <a:pt x="9057413" y="3873106"/>
                      <a:pt x="9077348" y="5214534"/>
                    </a:cubicBezTo>
                    <a:cubicBezTo>
                      <a:pt x="9081274" y="5478078"/>
                      <a:pt x="9088740" y="5744701"/>
                      <a:pt x="9031629" y="6002011"/>
                    </a:cubicBezTo>
                    <a:cubicBezTo>
                      <a:pt x="8974517" y="6259320"/>
                      <a:pt x="8844438" y="6511011"/>
                      <a:pt x="8626075" y="6658639"/>
                    </a:cubicBezTo>
                    <a:cubicBezTo>
                      <a:pt x="8373384" y="6829435"/>
                      <a:pt x="8048110" y="6836516"/>
                      <a:pt x="7743079" y="6837671"/>
                    </a:cubicBezTo>
                    <a:cubicBezTo>
                      <a:pt x="6228931" y="6843443"/>
                      <a:pt x="4714860" y="6849293"/>
                      <a:pt x="3200712" y="6855066"/>
                    </a:cubicBezTo>
                    <a:cubicBezTo>
                      <a:pt x="2635370" y="6857221"/>
                      <a:pt x="2069643" y="6859376"/>
                      <a:pt x="1505378" y="6824971"/>
                    </a:cubicBezTo>
                    <a:cubicBezTo>
                      <a:pt x="1173638" y="6804728"/>
                      <a:pt x="837435" y="6770707"/>
                      <a:pt x="528555" y="6647864"/>
                    </a:cubicBezTo>
                    <a:cubicBezTo>
                      <a:pt x="354758" y="6578744"/>
                      <a:pt x="184347" y="6474451"/>
                      <a:pt x="94677" y="6310275"/>
                    </a:cubicBezTo>
                    <a:cubicBezTo>
                      <a:pt x="3160" y="6142942"/>
                      <a:pt x="-149" y="5979997"/>
                      <a:pt x="4" y="5920038"/>
                    </a:cubicBezTo>
                    <a:cubicBezTo>
                      <a:pt x="9549" y="2159375"/>
                      <a:pt x="32024" y="1888827"/>
                      <a:pt x="76974" y="1347576"/>
                    </a:cubicBezTo>
                    <a:cubicBezTo>
                      <a:pt x="86134" y="1237278"/>
                      <a:pt x="107146" y="976736"/>
                      <a:pt x="274555" y="716732"/>
                    </a:cubicBezTo>
                    <a:cubicBezTo>
                      <a:pt x="274555" y="716732"/>
                      <a:pt x="429572" y="476125"/>
                      <a:pt x="709434" y="308485"/>
                    </a:cubicBezTo>
                    <a:cubicBezTo>
                      <a:pt x="1376915" y="-91296"/>
                      <a:pt x="3369892" y="52176"/>
                      <a:pt x="4721249" y="10304"/>
                    </a:cubicBezTo>
                    <a:close/>
                  </a:path>
                </a:pathLst>
              </a:custGeom>
              <a:solidFill>
                <a:schemeClr val="accent3">
                  <a:alpha val="15000"/>
                </a:schemeClr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</a:p>
            </p:txBody>
          </p:sp>
          <p:sp>
            <p:nvSpPr>
              <p:cNvPr descr="07e0b2fd-b1ec-4cd3-ae94-d2bd31ddacaa" id="44" name="Text3">
                <a:extLst>
                  <a:ext uri="{FF2B5EF4-FFF2-40B4-BE49-F238E27FC236}">
                    <a16:creationId id="{786E8817-BEC0-2CF7-AC05-4E2E322C8D46}"/>
                  </a:ext>
                </a:extLst>
              </p:cNvPr>
              <p:cNvSpPr txBox="1"/>
              <p:nvPr/>
            </p:nvSpPr>
            <p:spPr>
              <a:xfrm flipV="false" flipH="false">
                <a:off x="7707230" y="2575248"/>
                <a:ext cx="2571899" cy="905414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舔脚不能成为某种“代价”，应保持平等互动。</a:t>
                </a:r>
              </a:p>
            </p:txBody>
          </p:sp>
          <p:sp>
            <p:nvSpPr>
              <p:cNvPr descr="89b2ebd5-bfa2-4d86-9458-7af1c7a80ad1" id="45" name="Bullet3">
                <a:extLst>
                  <a:ext uri="{FF2B5EF4-FFF2-40B4-BE49-F238E27FC236}">
                    <a16:creationId id="{F4C69A4F-C3EF-A5A2-F0A8-F8EE1ABBD787}"/>
                  </a:ext>
                </a:extLst>
              </p:cNvPr>
              <p:cNvSpPr txBox="1"/>
              <p:nvPr/>
            </p:nvSpPr>
            <p:spPr>
              <a:xfrm flipV="false" flipH="false">
                <a:off x="7707229" y="2043039"/>
                <a:ext cx="2571897" cy="515911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代价行为</a:t>
                </a:r>
              </a:p>
            </p:txBody>
          </p:sp>
          <p:sp>
            <p:nvSpPr>
              <p:cNvPr descr="d422aaff-7737-46b7-b44e-5b2b0abb10f0" id="76" name="Number3">
                <a:extLst>
                  <a:ext uri="{FF2B5EF4-FFF2-40B4-BE49-F238E27FC236}">
                    <a16:creationId id="{BD4FBF36-1839-A293-6B50-A25A4BA2F545}"/>
                  </a:ext>
                </a:extLst>
              </p:cNvPr>
              <p:cNvSpPr/>
              <p:nvPr/>
            </p:nvSpPr>
            <p:spPr>
              <a:xfrm flipV="false" flipH="false">
                <a:off x="8231410" y="3781348"/>
                <a:ext cx="579992" cy="53698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03</a:t>
                </a:r>
              </a:p>
            </p:txBody>
          </p:sp>
          <p:sp>
            <p:nvSpPr>
              <p:cNvPr descr="a9aec677-6b7f-4f25-9c00-8e7dfeab57bd" id="80" name="2">
                <a:extLst>
                  <a:ext uri="{FF2B5EF4-FFF2-40B4-BE49-F238E27FC236}">
                    <a16:creationId id="{27006FC6-2D57-3B1E-F282-2A7A1E89C436}"/>
                  </a:ext>
                </a:extLst>
              </p:cNvPr>
              <p:cNvSpPr/>
              <p:nvPr/>
            </p:nvSpPr>
            <p:spPr>
              <a:xfrm rot="4337959" flipV="false" flipH="false">
                <a:off x="9059245" y="4604017"/>
                <a:ext cx="1124739" cy="1090384"/>
              </a:xfrm>
              <a:custGeom>
                <a:avLst/>
                <a:gdLst>
                  <a:gd fmla="*/ 88862 h 440259" name="T0"/>
                  <a:gd fmla="*/ 88862 h 440259" name="T1"/>
                  <a:gd fmla="*/ 278945 h 440259" name="T2"/>
                  <a:gd fmla="*/ 278945 h 440259" name="T3"/>
                  <a:gd fmla="*/ 278945 h 440259" name="T4"/>
                  <a:gd fmla="*/ 278945 h 440259" name="T5"/>
                  <a:gd fmla="*/ 278945 h 440259" name="T6"/>
                  <a:gd fmla="*/ 278945 h 440259" name="T7"/>
                  <a:gd fmla="*/ 278945 h 440259" name="T8"/>
                  <a:gd fmla="*/ 278945 h 440259" name="T9"/>
                  <a:gd fmla="*/ 278945 h 440259" name="T10"/>
                  <a:gd fmla="*/ 278945 h 440259" name="T11"/>
                  <a:gd fmla="*/ 278945 h 440259" name="T12"/>
                  <a:gd fmla="*/ 278945 h 440259" name="T13"/>
                  <a:gd fmla="*/ 278945 h 440259" name="T14"/>
                  <a:gd fmla="*/ 278945 h 440259" name="T15"/>
                  <a:gd fmla="*/ 88862 h 440259" name="T16"/>
                  <a:gd fmla="*/ 88862 h 440259" name="T17"/>
                  <a:gd fmla="*/ 278945 h 440259" name="T18"/>
                  <a:gd fmla="*/ 278945 h 440259" name="T19"/>
                  <a:gd fmla="*/ 278945 h 440259" name="T20"/>
                  <a:gd fmla="*/ 278945 h 440259" name="T21"/>
                  <a:gd fmla="*/ 278945 h 440259" name="T22"/>
                  <a:gd fmla="*/ 278945 h 440259" name="T23"/>
                  <a:gd fmla="*/ 278945 h 440259" name="T24"/>
                  <a:gd fmla="*/ 278945 h 440259" name="T25"/>
                  <a:gd fmla="*/ 278945 h 440259" name="T26"/>
                  <a:gd fmla="*/ 278945 h 440259" name="T27"/>
                  <a:gd fmla="*/ 88862 h 440259" name="T28"/>
                  <a:gd fmla="*/ 88862 h 440259" name="T29"/>
                  <a:gd fmla="*/ 278945 h 440259" name="T30"/>
                  <a:gd fmla="*/ 278945 h 440259" name="T31"/>
                  <a:gd fmla="*/ 278945 h 440259" name="T32"/>
                  <a:gd fmla="*/ 278945 h 440259" name="T33"/>
                  <a:gd fmla="*/ 278945 h 440259" name="T34"/>
                  <a:gd fmla="*/ 278945 h 440259" name="T35"/>
                  <a:gd fmla="*/ 278945 h 440259" name="T36"/>
                  <a:gd fmla="*/ 278945 h 440259" name="T37"/>
                  <a:gd fmla="*/ 278945 h 440259" name="T38"/>
                  <a:gd fmla="*/ 278945 h 440259" name="T39"/>
                  <a:gd fmla="*/ 88862 h 440259" name="T40"/>
                  <a:gd fmla="*/ 88862 h 440259" name="T41"/>
                  <a:gd fmla="*/ 278945 h 440259" name="T42"/>
                  <a:gd fmla="*/ 278945 h 440259" name="T43"/>
                  <a:gd fmla="*/ 278945 h 440259" name="T44"/>
                  <a:gd fmla="*/ 278945 h 440259" name="T45"/>
                  <a:gd fmla="*/ 278945 h 440259" name="T46"/>
                  <a:gd fmla="*/ 278945 h 440259" name="T47"/>
                  <a:gd fmla="*/ 278945 h 440259" name="T48"/>
                  <a:gd fmla="*/ 278945 h 440259" name="T49"/>
                  <a:gd fmla="*/ 88862 h 440259" name="T50"/>
                  <a:gd fmla="*/ 88862 h 440259" name="T51"/>
                  <a:gd fmla="*/ 278945 h 440259" name="T52"/>
                  <a:gd fmla="*/ 278945 h 440259" name="T53"/>
                  <a:gd fmla="*/ 278945 h 440259" name="T54"/>
                  <a:gd fmla="*/ 278945 h 440259" name="T55"/>
                  <a:gd fmla="*/ 278945 h 440259" name="T56"/>
                  <a:gd fmla="*/ 278945 h 440259" name="T57"/>
                  <a:gd fmla="*/ 278945 h 440259" name="T58"/>
                  <a:gd fmla="*/ 278945 h 440259" name="T59"/>
                  <a:gd fmla="*/ 278945 h 440259" name="T60"/>
                  <a:gd fmla="*/ 278945 h 440259" name="T61"/>
                  <a:gd fmla="*/ 88862 h 440259" name="T62"/>
                  <a:gd fmla="*/ 88862 h 440259" name="T63"/>
                  <a:gd fmla="*/ 278945 h 440259" name="T64"/>
                  <a:gd fmla="*/ 278945 h 440259" name="T65"/>
                  <a:gd fmla="*/ 278945 h 440259" name="T66"/>
                  <a:gd fmla="*/ 278945 h 440259" name="T67"/>
                  <a:gd fmla="*/ 278945 h 440259" name="T68"/>
                  <a:gd fmla="*/ 278945 h 440259" name="T69"/>
                  <a:gd fmla="*/ 278945 h 440259" name="T70"/>
                  <a:gd fmla="*/ 278945 h 440259" name="T71"/>
                  <a:gd fmla="*/ 278945 h 440259" name="T72"/>
                  <a:gd fmla="*/ 278945 h 440259" name="T73"/>
                  <a:gd fmla="*/ 88862 h 440259" name="T74"/>
                  <a:gd fmla="*/ 88862 h 440259" name="T75"/>
                  <a:gd fmla="*/ 278945 h 440259" name="T76"/>
                  <a:gd fmla="*/ 278945 h 440259" name="T77"/>
                  <a:gd fmla="*/ 278945 h 440259" name="T78"/>
                  <a:gd fmla="*/ 278945 h 440259" name="T79"/>
                  <a:gd fmla="*/ 278945 h 440259" name="T80"/>
                  <a:gd fmla="*/ 278945 h 440259" name="T81"/>
                  <a:gd fmla="*/ 278945 h 440259" name="T82"/>
                  <a:gd fmla="*/ 278945 h 440259" name="T83"/>
                  <a:gd fmla="*/ 278945 h 440259" name="T84"/>
                  <a:gd fmla="*/ 278945 h 440259" name="T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b="b" l="0" r="r" t="0"/>
                <a:pathLst>
                  <a:path h="5781" w="5954">
                    <a:moveTo>
                      <a:pt x="3474" y="348"/>
                    </a:moveTo>
                    <a:cubicBezTo>
                      <a:pt x="2033" y="0"/>
                      <a:pt x="394" y="636"/>
                      <a:pt x="155" y="2164"/>
                    </a:cubicBezTo>
                    <a:cubicBezTo>
                      <a:pt x="138" y="2177"/>
                      <a:pt x="124" y="2195"/>
                      <a:pt x="118" y="2220"/>
                    </a:cubicBezTo>
                    <a:cubicBezTo>
                      <a:pt x="0" y="2712"/>
                      <a:pt x="225" y="3135"/>
                      <a:pt x="739" y="3274"/>
                    </a:cubicBezTo>
                    <a:cubicBezTo>
                      <a:pt x="1128" y="3380"/>
                      <a:pt x="1588" y="3067"/>
                      <a:pt x="1852" y="3360"/>
                    </a:cubicBezTo>
                    <a:cubicBezTo>
                      <a:pt x="2111" y="3649"/>
                      <a:pt x="1670" y="3888"/>
                      <a:pt x="1793" y="4315"/>
                    </a:cubicBezTo>
                    <a:cubicBezTo>
                      <a:pt x="2215" y="5781"/>
                      <a:pt x="4508" y="4374"/>
                      <a:pt x="4989" y="3699"/>
                    </a:cubicBezTo>
                    <a:cubicBezTo>
                      <a:pt x="5954" y="2345"/>
                      <a:pt x="4951" y="704"/>
                      <a:pt x="3474" y="348"/>
                    </a:cubicBezTo>
                    <a:close/>
                    <a:moveTo>
                      <a:pt x="1379" y="2111"/>
                    </a:moveTo>
                    <a:cubicBezTo>
                      <a:pt x="1252" y="2232"/>
                      <a:pt x="1050" y="2176"/>
                      <a:pt x="988" y="2018"/>
                    </a:cubicBezTo>
                    <a:cubicBezTo>
                      <a:pt x="926" y="1862"/>
                      <a:pt x="1014" y="1699"/>
                      <a:pt x="1168" y="1647"/>
                    </a:cubicBezTo>
                    <a:cubicBezTo>
                      <a:pt x="1234" y="1625"/>
                      <a:pt x="1296" y="1630"/>
                      <a:pt x="1355" y="1645"/>
                    </a:cubicBezTo>
                    <a:cubicBezTo>
                      <a:pt x="1354" y="1663"/>
                      <a:pt x="1356" y="1681"/>
                      <a:pt x="1362" y="1701"/>
                    </a:cubicBezTo>
                    <a:cubicBezTo>
                      <a:pt x="1408" y="1840"/>
                      <a:pt x="1514" y="1983"/>
                      <a:pt x="1379" y="2111"/>
                    </a:cubicBezTo>
                    <a:close/>
                    <a:moveTo>
                      <a:pt x="2054" y="1471"/>
                    </a:moveTo>
                    <a:cubicBezTo>
                      <a:pt x="1969" y="1442"/>
                      <a:pt x="1848" y="1373"/>
                      <a:pt x="1795" y="1300"/>
                    </a:cubicBezTo>
                    <a:cubicBezTo>
                      <a:pt x="1723" y="1202"/>
                      <a:pt x="1786" y="1098"/>
                      <a:pt x="1861" y="1020"/>
                    </a:cubicBezTo>
                    <a:cubicBezTo>
                      <a:pt x="1989" y="887"/>
                      <a:pt x="2171" y="889"/>
                      <a:pt x="2282" y="1010"/>
                    </a:cubicBezTo>
                    <a:cubicBezTo>
                      <a:pt x="2252" y="1033"/>
                      <a:pt x="2231" y="1068"/>
                      <a:pt x="2234" y="1117"/>
                    </a:cubicBezTo>
                    <a:cubicBezTo>
                      <a:pt x="2245" y="1267"/>
                      <a:pt x="2295" y="1554"/>
                      <a:pt x="2054" y="1471"/>
                    </a:cubicBezTo>
                    <a:close/>
                    <a:moveTo>
                      <a:pt x="3057" y="4239"/>
                    </a:moveTo>
                    <a:cubicBezTo>
                      <a:pt x="2946" y="4260"/>
                      <a:pt x="2849" y="4235"/>
                      <a:pt x="2753" y="4205"/>
                    </a:cubicBezTo>
                    <a:cubicBezTo>
                      <a:pt x="2707" y="4052"/>
                      <a:pt x="2712" y="3859"/>
                      <a:pt x="2780" y="3773"/>
                    </a:cubicBezTo>
                    <a:cubicBezTo>
                      <a:pt x="2908" y="3611"/>
                      <a:pt x="3135" y="3660"/>
                      <a:pt x="3243" y="3812"/>
                    </a:cubicBezTo>
                    <a:cubicBezTo>
                      <a:pt x="3384" y="4009"/>
                      <a:pt x="3281" y="4197"/>
                      <a:pt x="3057" y="4239"/>
                    </a:cubicBezTo>
                    <a:close/>
                    <a:moveTo>
                      <a:pt x="3034" y="1498"/>
                    </a:moveTo>
                    <a:cubicBezTo>
                      <a:pt x="2829" y="1478"/>
                      <a:pt x="2723" y="1261"/>
                      <a:pt x="2820" y="1086"/>
                    </a:cubicBezTo>
                    <a:cubicBezTo>
                      <a:pt x="2924" y="899"/>
                      <a:pt x="3193" y="877"/>
                      <a:pt x="3322" y="1054"/>
                    </a:cubicBezTo>
                    <a:cubicBezTo>
                      <a:pt x="3330" y="1065"/>
                      <a:pt x="3335" y="1077"/>
                      <a:pt x="3342" y="1089"/>
                    </a:cubicBezTo>
                    <a:cubicBezTo>
                      <a:pt x="3342" y="1090"/>
                      <a:pt x="3341" y="1090"/>
                      <a:pt x="3341" y="1091"/>
                    </a:cubicBezTo>
                    <a:cubicBezTo>
                      <a:pt x="3359" y="1264"/>
                      <a:pt x="3240" y="1517"/>
                      <a:pt x="3034" y="1498"/>
                    </a:cubicBezTo>
                    <a:close/>
                    <a:moveTo>
                      <a:pt x="3799" y="1854"/>
                    </a:moveTo>
                    <a:cubicBezTo>
                      <a:pt x="3680" y="1642"/>
                      <a:pt x="3878" y="1458"/>
                      <a:pt x="4087" y="1460"/>
                    </a:cubicBezTo>
                    <a:cubicBezTo>
                      <a:pt x="4280" y="1461"/>
                      <a:pt x="4537" y="1598"/>
                      <a:pt x="4556" y="1812"/>
                    </a:cubicBezTo>
                    <a:cubicBezTo>
                      <a:pt x="4563" y="1886"/>
                      <a:pt x="4543" y="1946"/>
                      <a:pt x="4509" y="1996"/>
                    </a:cubicBezTo>
                    <a:cubicBezTo>
                      <a:pt x="4482" y="1986"/>
                      <a:pt x="4452" y="1979"/>
                      <a:pt x="4421" y="1984"/>
                    </a:cubicBezTo>
                    <a:cubicBezTo>
                      <a:pt x="4211" y="2017"/>
                      <a:pt x="3930" y="2088"/>
                      <a:pt x="3799" y="1854"/>
                    </a:cubicBezTo>
                    <a:close/>
                    <a:moveTo>
                      <a:pt x="4476" y="3184"/>
                    </a:moveTo>
                    <a:cubicBezTo>
                      <a:pt x="4476" y="3187"/>
                      <a:pt x="4476" y="3189"/>
                      <a:pt x="4476" y="3191"/>
                    </a:cubicBezTo>
                    <a:cubicBezTo>
                      <a:pt x="4379" y="3210"/>
                      <a:pt x="4282" y="3216"/>
                      <a:pt x="4189" y="3180"/>
                    </a:cubicBezTo>
                    <a:cubicBezTo>
                      <a:pt x="3990" y="3104"/>
                      <a:pt x="3930" y="2784"/>
                      <a:pt x="4085" y="2633"/>
                    </a:cubicBezTo>
                    <a:cubicBezTo>
                      <a:pt x="4197" y="2522"/>
                      <a:pt x="4404" y="2555"/>
                      <a:pt x="4497" y="2671"/>
                    </a:cubicBezTo>
                    <a:cubicBezTo>
                      <a:pt x="4634" y="2843"/>
                      <a:pt x="4528" y="3008"/>
                      <a:pt x="4476" y="318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</a:p>
            </p:txBody>
          </p:sp>
        </p:grpSp>
      </p:grpSp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生理反应与神经反馈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探究舔脚行为引发快感的原因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足部神经分布</a:t>
            </a:r>
          </a:p>
        </p:txBody>
      </p:sp>
      <p:grpSp>
        <p:nvGrpSpPr>
          <p:cNvPr descr="a8c8f423-fb29-4086-8507-a1803143b14e" id="39" name="e117b489-dbff-4994-9b92-55fecdf7e869.source.3.zh-Hans.pptx">
            <a:extLst>
              <a:ext uri="{FF2B5EF4-FFF2-40B4-BE49-F238E27FC236}">
                <a16:creationId id="{B5C2B2A3-438F-2A77-CFE1-7DD80EB21DDE}"/>
              </a:ext>
            </a:extLst>
          </p:cNvPr>
          <p:cNvGrpSpPr/>
          <p:nvPr/>
        </p:nvGrpSpPr>
        <p:grpSpPr>
          <a:xfrm>
            <a:off x="1037655" y="1122561"/>
            <a:ext cx="10103990" cy="5011539"/>
            <a:chOff x="1037655" y="1122561"/>
            <a:chExt cx="10103990" cy="5011539"/>
          </a:xfrm>
        </p:grpSpPr>
        <p:sp>
          <p:nvSpPr>
            <p:cNvPr descr="9a056ce3-491a-4b0d-9e58-20dc9daaa995" id="4" name="Title">
              <a:extLst>
                <a:ext uri="{FF2B5EF4-FFF2-40B4-BE49-F238E27FC236}">
                  <a16:creationId id="{8788367E-1AED-5816-461D-28DDA721F642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2079990" y="1122561"/>
              <a:ext cx="7738892" cy="93936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足部神经与快感的关联</a:t>
              </a:r>
            </a:p>
          </p:txBody>
        </p:sp>
        <p:sp>
          <p:nvSpPr>
            <p:cNvPr descr="43e79da5-e500-4f99-ac4c-417a34ea76f4" id="26" name="图形 49">
              <a:extLst>
                <a:ext uri="{FF2B5EF4-FFF2-40B4-BE49-F238E27FC236}">
                  <a16:creationId id="{4D16147A-E1D6-A36F-CC04-2316DDFA4182}"/>
                </a:ext>
              </a:extLst>
            </p:cNvPr>
            <p:cNvSpPr>
              <a:spLocks/>
            </p:cNvSpPr>
            <p:nvPr/>
          </p:nvSpPr>
          <p:spPr>
            <a:xfrm flipV="false" flipH="false">
              <a:off x="4585303" y="2323497"/>
              <a:ext cx="513529" cy="512194"/>
            </a:xfrm>
            <a:custGeom>
              <a:avLst/>
              <a:gdLst>
                <a:gd fmla="*/ 1224244 w 3459897" name="connsiteX0"/>
                <a:gd fmla="*/ 3350918 h 3352124" name="connsiteY0"/>
                <a:gd fmla="*/ 824735 w 3459897" name="connsiteX1"/>
                <a:gd fmla="*/ 3322228 h 3352124" name="connsiteY1"/>
                <a:gd fmla="*/ 247955 w 3459897" name="connsiteX2"/>
                <a:gd fmla="*/ 2870089 h 3352124" name="connsiteY2"/>
                <a:gd fmla="*/ 106405 w 3459897" name="connsiteX3"/>
                <a:gd fmla="*/ 2315603 h 3352124" name="connsiteY3"/>
                <a:gd fmla="*/ 99121 w 3459897" name="connsiteX4"/>
                <a:gd fmla="*/ 1844147 h 3352124" name="connsiteY4"/>
                <a:gd fmla="*/ 72964 w 3459897" name="connsiteX5"/>
                <a:gd fmla="*/ 1551355 h 3352124" name="connsiteY5"/>
                <a:gd fmla="*/ 12544 w 3459897" name="connsiteX6"/>
                <a:gd fmla="*/ 1362938 h 3352124" name="connsiteY6"/>
                <a:gd fmla="*/ 105898 w 3459897" name="connsiteX7"/>
                <a:gd fmla="*/ 857788 h 3352124" name="connsiteY7"/>
                <a:gd fmla="*/ 269679 w 3459897" name="connsiteX8"/>
                <a:gd fmla="*/ 574117 h 3352124" name="connsiteY8"/>
                <a:gd fmla="*/ 714914 w 3459897" name="connsiteX9"/>
                <a:gd fmla="*/ 325089 h 3352124" name="connsiteY9"/>
                <a:gd fmla="*/ 1090673 w 3459897" name="connsiteX10"/>
                <a:gd fmla="*/ 226542 h 3352124" name="connsiteY10"/>
                <a:gd fmla="*/ 1587209 w 3459897" name="connsiteX11"/>
                <a:gd fmla="*/ 67764 h 3352124" name="connsiteY11"/>
                <a:gd fmla="*/ 1933644 w 3459897" name="connsiteX12"/>
                <a:gd fmla="*/ 820 h 3352124" name="connsiteY12"/>
                <a:gd fmla="*/ 2418400 w 3459897" name="connsiteX13"/>
                <a:gd fmla="*/ 89994 h 3352124" name="connsiteY13"/>
                <a:gd fmla="*/ 2983273 w 3459897" name="connsiteX14"/>
                <a:gd fmla="*/ 413693 h 3352124" name="connsiteY14"/>
                <a:gd fmla="*/ 3381262 w 3459897" name="connsiteX15"/>
                <a:gd fmla="*/ 1066156 h 3352124" name="connsiteY15"/>
                <a:gd fmla="*/ 3330911 w 3459897" name="connsiteX16"/>
                <a:gd fmla="*/ 2246316 h 3352124" name="connsiteY16"/>
                <a:gd fmla="*/ 2267476 w 3459897" name="connsiteX17"/>
                <a:gd fmla="*/ 3211014 h 3352124" name="connsiteY17"/>
                <a:gd fmla="*/ 1703806 w 3459897" name="connsiteX18"/>
                <a:gd fmla="*/ 3319504 h 3352124" name="connsiteY18"/>
                <a:gd fmla="*/ 1224244 w 3459897" name="connsiteX19"/>
                <a:gd fmla="*/ 3350728 h 3352124" name="connsiteY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b="b" l="l" r="r" t="t"/>
              <a:pathLst>
                <a:path h="3352124" w="3459897">
                  <a:moveTo>
                    <a:pt x="1224244" y="3350918"/>
                  </a:moveTo>
                  <a:cubicBezTo>
                    <a:pt x="1090103" y="3354148"/>
                    <a:pt x="956342" y="3352818"/>
                    <a:pt x="824735" y="3322228"/>
                  </a:cubicBezTo>
                  <a:cubicBezTo>
                    <a:pt x="562280" y="3261238"/>
                    <a:pt x="377219" y="3100370"/>
                    <a:pt x="247955" y="2870089"/>
                  </a:cubicBezTo>
                  <a:cubicBezTo>
                    <a:pt x="151498" y="2698265"/>
                    <a:pt x="108495" y="2512000"/>
                    <a:pt x="106405" y="2315603"/>
                  </a:cubicBezTo>
                  <a:cubicBezTo>
                    <a:pt x="104694" y="2158408"/>
                    <a:pt x="105011" y="2001151"/>
                    <a:pt x="99121" y="1844147"/>
                  </a:cubicBezTo>
                  <a:cubicBezTo>
                    <a:pt x="96461" y="1773656"/>
                    <a:pt x="101338" y="1676629"/>
                    <a:pt x="72964" y="1551355"/>
                  </a:cubicBezTo>
                  <a:cubicBezTo>
                    <a:pt x="48264" y="1442105"/>
                    <a:pt x="29517" y="1438431"/>
                    <a:pt x="12544" y="1362938"/>
                  </a:cubicBezTo>
                  <a:cubicBezTo>
                    <a:pt x="-29700" y="1174900"/>
                    <a:pt x="43197" y="1004406"/>
                    <a:pt x="105898" y="857788"/>
                  </a:cubicBezTo>
                  <a:cubicBezTo>
                    <a:pt x="155615" y="741571"/>
                    <a:pt x="187345" y="657844"/>
                    <a:pt x="269679" y="574117"/>
                  </a:cubicBezTo>
                  <a:cubicBezTo>
                    <a:pt x="393813" y="447956"/>
                    <a:pt x="548917" y="376706"/>
                    <a:pt x="714914" y="325089"/>
                  </a:cubicBezTo>
                  <a:cubicBezTo>
                    <a:pt x="838668" y="286645"/>
                    <a:pt x="965336" y="258905"/>
                    <a:pt x="1090673" y="226542"/>
                  </a:cubicBezTo>
                  <a:cubicBezTo>
                    <a:pt x="1259267" y="183031"/>
                    <a:pt x="1421211" y="119191"/>
                    <a:pt x="1587209" y="67764"/>
                  </a:cubicBezTo>
                  <a:cubicBezTo>
                    <a:pt x="1700196" y="32804"/>
                    <a:pt x="1814640" y="5760"/>
                    <a:pt x="1933644" y="820"/>
                  </a:cubicBezTo>
                  <a:cubicBezTo>
                    <a:pt x="2102112" y="-6146"/>
                    <a:pt x="2262156" y="31917"/>
                    <a:pt x="2418400" y="89994"/>
                  </a:cubicBezTo>
                  <a:cubicBezTo>
                    <a:pt x="2624551" y="166565"/>
                    <a:pt x="2817085" y="267392"/>
                    <a:pt x="2983273" y="413693"/>
                  </a:cubicBezTo>
                  <a:cubicBezTo>
                    <a:pt x="3183471" y="589887"/>
                    <a:pt x="3308048" y="812885"/>
                    <a:pt x="3381262" y="1066156"/>
                  </a:cubicBezTo>
                  <a:cubicBezTo>
                    <a:pt x="3496592" y="1464841"/>
                    <a:pt x="3489372" y="1860867"/>
                    <a:pt x="3330911" y="2246316"/>
                  </a:cubicBezTo>
                  <a:cubicBezTo>
                    <a:pt x="3130207" y="2734555"/>
                    <a:pt x="2772055" y="3055087"/>
                    <a:pt x="2267476" y="3211014"/>
                  </a:cubicBezTo>
                  <a:cubicBezTo>
                    <a:pt x="2083618" y="3267824"/>
                    <a:pt x="1894947" y="3299618"/>
                    <a:pt x="1703806" y="3319504"/>
                  </a:cubicBezTo>
                  <a:cubicBezTo>
                    <a:pt x="1544269" y="3336098"/>
                    <a:pt x="1384351" y="3344775"/>
                    <a:pt x="1224244" y="335072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 wrap="none">
              <a:normAutofit/>
            </a:bodyPr>
            <a:lstStyle/>
            <a:p>
              <a:pPr algn="ctr"/>
            </a:p>
          </p:txBody>
        </p:sp>
        <p:sp>
          <p:nvSpPr>
            <p:cNvPr descr="85ee7046-3edf-4c3b-a599-38b0b5a71ba3" id="17" name="图形 49">
              <a:extLst>
                <a:ext uri="{FF2B5EF4-FFF2-40B4-BE49-F238E27FC236}">
                  <a16:creationId id="{4A8BBCD8-29FF-1D4F-EC94-93FFA40429D9}"/>
                </a:ext>
              </a:extLst>
            </p:cNvPr>
            <p:cNvSpPr>
              <a:spLocks/>
            </p:cNvSpPr>
            <p:nvPr/>
          </p:nvSpPr>
          <p:spPr>
            <a:xfrm flipV="false" flipH="false">
              <a:off x="5138690" y="3771107"/>
              <a:ext cx="513529" cy="512194"/>
            </a:xfrm>
            <a:custGeom>
              <a:avLst/>
              <a:gdLst>
                <a:gd fmla="*/ 1224244 w 3459897" name="connsiteX0"/>
                <a:gd fmla="*/ 3350918 h 3352124" name="connsiteY0"/>
                <a:gd fmla="*/ 824735 w 3459897" name="connsiteX1"/>
                <a:gd fmla="*/ 3322228 h 3352124" name="connsiteY1"/>
                <a:gd fmla="*/ 247955 w 3459897" name="connsiteX2"/>
                <a:gd fmla="*/ 2870089 h 3352124" name="connsiteY2"/>
                <a:gd fmla="*/ 106405 w 3459897" name="connsiteX3"/>
                <a:gd fmla="*/ 2315603 h 3352124" name="connsiteY3"/>
                <a:gd fmla="*/ 99121 w 3459897" name="connsiteX4"/>
                <a:gd fmla="*/ 1844147 h 3352124" name="connsiteY4"/>
                <a:gd fmla="*/ 72964 w 3459897" name="connsiteX5"/>
                <a:gd fmla="*/ 1551355 h 3352124" name="connsiteY5"/>
                <a:gd fmla="*/ 12544 w 3459897" name="connsiteX6"/>
                <a:gd fmla="*/ 1362938 h 3352124" name="connsiteY6"/>
                <a:gd fmla="*/ 105898 w 3459897" name="connsiteX7"/>
                <a:gd fmla="*/ 857788 h 3352124" name="connsiteY7"/>
                <a:gd fmla="*/ 269679 w 3459897" name="connsiteX8"/>
                <a:gd fmla="*/ 574117 h 3352124" name="connsiteY8"/>
                <a:gd fmla="*/ 714914 w 3459897" name="connsiteX9"/>
                <a:gd fmla="*/ 325089 h 3352124" name="connsiteY9"/>
                <a:gd fmla="*/ 1090673 w 3459897" name="connsiteX10"/>
                <a:gd fmla="*/ 226542 h 3352124" name="connsiteY10"/>
                <a:gd fmla="*/ 1587209 w 3459897" name="connsiteX11"/>
                <a:gd fmla="*/ 67764 h 3352124" name="connsiteY11"/>
                <a:gd fmla="*/ 1933644 w 3459897" name="connsiteX12"/>
                <a:gd fmla="*/ 820 h 3352124" name="connsiteY12"/>
                <a:gd fmla="*/ 2418400 w 3459897" name="connsiteX13"/>
                <a:gd fmla="*/ 89994 h 3352124" name="connsiteY13"/>
                <a:gd fmla="*/ 2983273 w 3459897" name="connsiteX14"/>
                <a:gd fmla="*/ 413693 h 3352124" name="connsiteY14"/>
                <a:gd fmla="*/ 3381262 w 3459897" name="connsiteX15"/>
                <a:gd fmla="*/ 1066156 h 3352124" name="connsiteY15"/>
                <a:gd fmla="*/ 3330911 w 3459897" name="connsiteX16"/>
                <a:gd fmla="*/ 2246316 h 3352124" name="connsiteY16"/>
                <a:gd fmla="*/ 2267476 w 3459897" name="connsiteX17"/>
                <a:gd fmla="*/ 3211014 h 3352124" name="connsiteY17"/>
                <a:gd fmla="*/ 1703806 w 3459897" name="connsiteX18"/>
                <a:gd fmla="*/ 3319504 h 3352124" name="connsiteY18"/>
                <a:gd fmla="*/ 1224244 w 3459897" name="connsiteX19"/>
                <a:gd fmla="*/ 3350728 h 3352124" name="connsiteY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b="b" l="l" r="r" t="t"/>
              <a:pathLst>
                <a:path h="3352124" w="3459897">
                  <a:moveTo>
                    <a:pt x="1224244" y="3350918"/>
                  </a:moveTo>
                  <a:cubicBezTo>
                    <a:pt x="1090103" y="3354148"/>
                    <a:pt x="956342" y="3352818"/>
                    <a:pt x="824735" y="3322228"/>
                  </a:cubicBezTo>
                  <a:cubicBezTo>
                    <a:pt x="562280" y="3261238"/>
                    <a:pt x="377219" y="3100370"/>
                    <a:pt x="247955" y="2870089"/>
                  </a:cubicBezTo>
                  <a:cubicBezTo>
                    <a:pt x="151498" y="2698265"/>
                    <a:pt x="108495" y="2512000"/>
                    <a:pt x="106405" y="2315603"/>
                  </a:cubicBezTo>
                  <a:cubicBezTo>
                    <a:pt x="104694" y="2158408"/>
                    <a:pt x="105011" y="2001151"/>
                    <a:pt x="99121" y="1844147"/>
                  </a:cubicBezTo>
                  <a:cubicBezTo>
                    <a:pt x="96461" y="1773656"/>
                    <a:pt x="101338" y="1676629"/>
                    <a:pt x="72964" y="1551355"/>
                  </a:cubicBezTo>
                  <a:cubicBezTo>
                    <a:pt x="48264" y="1442105"/>
                    <a:pt x="29517" y="1438431"/>
                    <a:pt x="12544" y="1362938"/>
                  </a:cubicBezTo>
                  <a:cubicBezTo>
                    <a:pt x="-29700" y="1174900"/>
                    <a:pt x="43197" y="1004406"/>
                    <a:pt x="105898" y="857788"/>
                  </a:cubicBezTo>
                  <a:cubicBezTo>
                    <a:pt x="155615" y="741571"/>
                    <a:pt x="187345" y="657844"/>
                    <a:pt x="269679" y="574117"/>
                  </a:cubicBezTo>
                  <a:cubicBezTo>
                    <a:pt x="393813" y="447956"/>
                    <a:pt x="548917" y="376706"/>
                    <a:pt x="714914" y="325089"/>
                  </a:cubicBezTo>
                  <a:cubicBezTo>
                    <a:pt x="838668" y="286645"/>
                    <a:pt x="965336" y="258905"/>
                    <a:pt x="1090673" y="226542"/>
                  </a:cubicBezTo>
                  <a:cubicBezTo>
                    <a:pt x="1259267" y="183031"/>
                    <a:pt x="1421211" y="119191"/>
                    <a:pt x="1587209" y="67764"/>
                  </a:cubicBezTo>
                  <a:cubicBezTo>
                    <a:pt x="1700196" y="32804"/>
                    <a:pt x="1814640" y="5760"/>
                    <a:pt x="1933644" y="820"/>
                  </a:cubicBezTo>
                  <a:cubicBezTo>
                    <a:pt x="2102112" y="-6146"/>
                    <a:pt x="2262156" y="31917"/>
                    <a:pt x="2418400" y="89994"/>
                  </a:cubicBezTo>
                  <a:cubicBezTo>
                    <a:pt x="2624551" y="166565"/>
                    <a:pt x="2817085" y="267392"/>
                    <a:pt x="2983273" y="413693"/>
                  </a:cubicBezTo>
                  <a:cubicBezTo>
                    <a:pt x="3183471" y="589887"/>
                    <a:pt x="3308048" y="812885"/>
                    <a:pt x="3381262" y="1066156"/>
                  </a:cubicBezTo>
                  <a:cubicBezTo>
                    <a:pt x="3496592" y="1464841"/>
                    <a:pt x="3489372" y="1860867"/>
                    <a:pt x="3330911" y="2246316"/>
                  </a:cubicBezTo>
                  <a:cubicBezTo>
                    <a:pt x="3130207" y="2734555"/>
                    <a:pt x="2772055" y="3055087"/>
                    <a:pt x="2267476" y="3211014"/>
                  </a:cubicBezTo>
                  <a:cubicBezTo>
                    <a:pt x="2083618" y="3267824"/>
                    <a:pt x="1894947" y="3299618"/>
                    <a:pt x="1703806" y="3319504"/>
                  </a:cubicBezTo>
                  <a:cubicBezTo>
                    <a:pt x="1544269" y="3336098"/>
                    <a:pt x="1384351" y="3344775"/>
                    <a:pt x="1224244" y="335072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 wrap="none">
              <a:normAutofit/>
            </a:bodyPr>
            <a:lstStyle/>
            <a:p>
              <a:pPr algn="ctr"/>
            </a:p>
          </p:txBody>
        </p:sp>
        <p:sp>
          <p:nvSpPr>
            <p:cNvPr descr="5e082a0a-309b-43e7-85e8-e3c14bc71ae0" id="12" name="图形 49">
              <a:extLst>
                <a:ext uri="{FF2B5EF4-FFF2-40B4-BE49-F238E27FC236}">
                  <a16:creationId id="{519A9657-DE84-C164-7E7E-42366B8F5C8A}"/>
                </a:ext>
              </a:extLst>
            </p:cNvPr>
            <p:cNvSpPr>
              <a:spLocks/>
            </p:cNvSpPr>
            <p:nvPr/>
          </p:nvSpPr>
          <p:spPr>
            <a:xfrm flipV="false" flipH="false">
              <a:off x="5692079" y="5218718"/>
              <a:ext cx="513529" cy="512194"/>
            </a:xfrm>
            <a:custGeom>
              <a:avLst/>
              <a:gdLst>
                <a:gd fmla="*/ 1224244 w 3459897" name="connsiteX0"/>
                <a:gd fmla="*/ 3350918 h 3352124" name="connsiteY0"/>
                <a:gd fmla="*/ 824735 w 3459897" name="connsiteX1"/>
                <a:gd fmla="*/ 3322228 h 3352124" name="connsiteY1"/>
                <a:gd fmla="*/ 247955 w 3459897" name="connsiteX2"/>
                <a:gd fmla="*/ 2870089 h 3352124" name="connsiteY2"/>
                <a:gd fmla="*/ 106405 w 3459897" name="connsiteX3"/>
                <a:gd fmla="*/ 2315603 h 3352124" name="connsiteY3"/>
                <a:gd fmla="*/ 99121 w 3459897" name="connsiteX4"/>
                <a:gd fmla="*/ 1844147 h 3352124" name="connsiteY4"/>
                <a:gd fmla="*/ 72964 w 3459897" name="connsiteX5"/>
                <a:gd fmla="*/ 1551355 h 3352124" name="connsiteY5"/>
                <a:gd fmla="*/ 12544 w 3459897" name="connsiteX6"/>
                <a:gd fmla="*/ 1362938 h 3352124" name="connsiteY6"/>
                <a:gd fmla="*/ 105898 w 3459897" name="connsiteX7"/>
                <a:gd fmla="*/ 857788 h 3352124" name="connsiteY7"/>
                <a:gd fmla="*/ 269679 w 3459897" name="connsiteX8"/>
                <a:gd fmla="*/ 574117 h 3352124" name="connsiteY8"/>
                <a:gd fmla="*/ 714914 w 3459897" name="connsiteX9"/>
                <a:gd fmla="*/ 325089 h 3352124" name="connsiteY9"/>
                <a:gd fmla="*/ 1090673 w 3459897" name="connsiteX10"/>
                <a:gd fmla="*/ 226542 h 3352124" name="connsiteY10"/>
                <a:gd fmla="*/ 1587209 w 3459897" name="connsiteX11"/>
                <a:gd fmla="*/ 67764 h 3352124" name="connsiteY11"/>
                <a:gd fmla="*/ 1933644 w 3459897" name="connsiteX12"/>
                <a:gd fmla="*/ 820 h 3352124" name="connsiteY12"/>
                <a:gd fmla="*/ 2418400 w 3459897" name="connsiteX13"/>
                <a:gd fmla="*/ 89994 h 3352124" name="connsiteY13"/>
                <a:gd fmla="*/ 2983273 w 3459897" name="connsiteX14"/>
                <a:gd fmla="*/ 413693 h 3352124" name="connsiteY14"/>
                <a:gd fmla="*/ 3381262 w 3459897" name="connsiteX15"/>
                <a:gd fmla="*/ 1066156 h 3352124" name="connsiteY15"/>
                <a:gd fmla="*/ 3330911 w 3459897" name="connsiteX16"/>
                <a:gd fmla="*/ 2246316 h 3352124" name="connsiteY16"/>
                <a:gd fmla="*/ 2267476 w 3459897" name="connsiteX17"/>
                <a:gd fmla="*/ 3211014 h 3352124" name="connsiteY17"/>
                <a:gd fmla="*/ 1703806 w 3459897" name="connsiteX18"/>
                <a:gd fmla="*/ 3319504 h 3352124" name="connsiteY18"/>
                <a:gd fmla="*/ 1224244 w 3459897" name="connsiteX19"/>
                <a:gd fmla="*/ 3350728 h 3352124" name="connsiteY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b="b" l="l" r="r" t="t"/>
              <a:pathLst>
                <a:path h="3352124" w="3459897">
                  <a:moveTo>
                    <a:pt x="1224244" y="3350918"/>
                  </a:moveTo>
                  <a:cubicBezTo>
                    <a:pt x="1090103" y="3354148"/>
                    <a:pt x="956342" y="3352818"/>
                    <a:pt x="824735" y="3322228"/>
                  </a:cubicBezTo>
                  <a:cubicBezTo>
                    <a:pt x="562280" y="3261238"/>
                    <a:pt x="377219" y="3100370"/>
                    <a:pt x="247955" y="2870089"/>
                  </a:cubicBezTo>
                  <a:cubicBezTo>
                    <a:pt x="151498" y="2698265"/>
                    <a:pt x="108495" y="2512000"/>
                    <a:pt x="106405" y="2315603"/>
                  </a:cubicBezTo>
                  <a:cubicBezTo>
                    <a:pt x="104694" y="2158408"/>
                    <a:pt x="105011" y="2001151"/>
                    <a:pt x="99121" y="1844147"/>
                  </a:cubicBezTo>
                  <a:cubicBezTo>
                    <a:pt x="96461" y="1773656"/>
                    <a:pt x="101338" y="1676629"/>
                    <a:pt x="72964" y="1551355"/>
                  </a:cubicBezTo>
                  <a:cubicBezTo>
                    <a:pt x="48264" y="1442105"/>
                    <a:pt x="29517" y="1438431"/>
                    <a:pt x="12544" y="1362938"/>
                  </a:cubicBezTo>
                  <a:cubicBezTo>
                    <a:pt x="-29700" y="1174900"/>
                    <a:pt x="43197" y="1004406"/>
                    <a:pt x="105898" y="857788"/>
                  </a:cubicBezTo>
                  <a:cubicBezTo>
                    <a:pt x="155615" y="741571"/>
                    <a:pt x="187345" y="657844"/>
                    <a:pt x="269679" y="574117"/>
                  </a:cubicBezTo>
                  <a:cubicBezTo>
                    <a:pt x="393813" y="447956"/>
                    <a:pt x="548917" y="376706"/>
                    <a:pt x="714914" y="325089"/>
                  </a:cubicBezTo>
                  <a:cubicBezTo>
                    <a:pt x="838668" y="286645"/>
                    <a:pt x="965336" y="258905"/>
                    <a:pt x="1090673" y="226542"/>
                  </a:cubicBezTo>
                  <a:cubicBezTo>
                    <a:pt x="1259267" y="183031"/>
                    <a:pt x="1421211" y="119191"/>
                    <a:pt x="1587209" y="67764"/>
                  </a:cubicBezTo>
                  <a:cubicBezTo>
                    <a:pt x="1700196" y="32804"/>
                    <a:pt x="1814640" y="5760"/>
                    <a:pt x="1933644" y="820"/>
                  </a:cubicBezTo>
                  <a:cubicBezTo>
                    <a:pt x="2102112" y="-6146"/>
                    <a:pt x="2262156" y="31917"/>
                    <a:pt x="2418400" y="89994"/>
                  </a:cubicBezTo>
                  <a:cubicBezTo>
                    <a:pt x="2624551" y="166565"/>
                    <a:pt x="2817085" y="267392"/>
                    <a:pt x="2983273" y="413693"/>
                  </a:cubicBezTo>
                  <a:cubicBezTo>
                    <a:pt x="3183471" y="589887"/>
                    <a:pt x="3308048" y="812885"/>
                    <a:pt x="3381262" y="1066156"/>
                  </a:cubicBezTo>
                  <a:cubicBezTo>
                    <a:pt x="3496592" y="1464841"/>
                    <a:pt x="3489372" y="1860867"/>
                    <a:pt x="3330911" y="2246316"/>
                  </a:cubicBezTo>
                  <a:cubicBezTo>
                    <a:pt x="3130207" y="2734555"/>
                    <a:pt x="2772055" y="3055087"/>
                    <a:pt x="2267476" y="3211014"/>
                  </a:cubicBezTo>
                  <a:cubicBezTo>
                    <a:pt x="2083618" y="3267824"/>
                    <a:pt x="1894947" y="3299618"/>
                    <a:pt x="1703806" y="3319504"/>
                  </a:cubicBezTo>
                  <a:cubicBezTo>
                    <a:pt x="1544269" y="3336098"/>
                    <a:pt x="1384351" y="3344775"/>
                    <a:pt x="1224244" y="33507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 wrap="none">
              <a:normAutofit/>
            </a:bodyPr>
            <a:lstStyle/>
            <a:p>
              <a:pPr algn="ctr"/>
            </a:p>
          </p:txBody>
        </p:sp>
        <p:sp>
          <p:nvSpPr>
            <p:cNvPr descr="372d355d-229f-46f5-8cbe-d17c50d76f88" id="19" name="任意多边形: 形状 18">
              <a:extLst>
                <a:ext uri="{FF2B5EF4-FFF2-40B4-BE49-F238E27FC236}">
                  <a16:creationId id="{41F0CC2D-AA18-AC61-E656-2ED8A1C6E665}"/>
                </a:ext>
              </a:extLst>
            </p:cNvPr>
            <p:cNvSpPr/>
            <p:nvPr/>
          </p:nvSpPr>
          <p:spPr>
            <a:xfrm flipV="true" flipH="false">
              <a:off x="1037655" y="4977750"/>
              <a:ext cx="3013719" cy="911528"/>
            </a:xfrm>
            <a:custGeom>
              <a:avLst/>
              <a:gdLst>
                <a:gd fmla="*/ 1107916 w 2430636" name="connsiteX0"/>
                <a:gd fmla="*/ 1 h 606970" name="connsiteY0"/>
                <a:gd fmla="*/ 2091743 w 2430636" name="connsiteX1"/>
                <a:gd fmla="*/ 75256 h 606970" name="connsiteY1"/>
                <a:gd fmla="*/ 2421997 w 2430636" name="connsiteX2"/>
                <a:gd fmla="*/ 304880 h 606970" name="connsiteY2"/>
                <a:gd fmla="*/ 2427348 w 2430636" name="connsiteX3"/>
                <a:gd fmla="*/ 328248 h 606970" name="connsiteY3"/>
                <a:gd fmla="*/ 2069336 w 2430636" name="connsiteX4"/>
                <a:gd fmla="*/ 606691 h 606970" name="connsiteY4"/>
                <a:gd fmla="*/ 1998564 w 2430636" name="connsiteX5"/>
                <a:gd fmla="*/ 604859 h 606970" name="connsiteY5"/>
                <a:gd fmla="*/ 504221 w 2430636" name="connsiteX6"/>
                <a:gd fmla="*/ 593832 h 606970" name="connsiteY6"/>
                <a:gd fmla="*/ 35179 w 2430636" name="connsiteX7"/>
                <a:gd fmla="*/ 428820 h 606970" name="connsiteY7"/>
                <a:gd fmla="*/ 15207 w 2430636" name="connsiteX8"/>
                <a:gd fmla="*/ 251296 h 606970" name="connsiteY8"/>
                <a:gd fmla="*/ 401220 w 2430636" name="connsiteX9"/>
                <a:gd fmla="*/ 35221 h 606970" name="connsiteY9"/>
                <a:gd fmla="*/ 1107916 w 2430636" name="connsiteX10"/>
                <a:gd fmla="*/ 1 h 606970" name="connsiteY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b="b" l="l" r="r" t="t"/>
              <a:pathLst>
                <a:path h="606970" w="2430636">
                  <a:moveTo>
                    <a:pt x="1107916" y="1"/>
                  </a:moveTo>
                  <a:cubicBezTo>
                    <a:pt x="1401956" y="-16"/>
                    <a:pt x="1742184" y="18379"/>
                    <a:pt x="2091743" y="75256"/>
                  </a:cubicBezTo>
                  <a:cubicBezTo>
                    <a:pt x="2260199" y="103261"/>
                    <a:pt x="2392045" y="194930"/>
                    <a:pt x="2421997" y="304880"/>
                  </a:cubicBezTo>
                  <a:cubicBezTo>
                    <a:pt x="2424043" y="312482"/>
                    <a:pt x="2425763" y="321003"/>
                    <a:pt x="2427348" y="328248"/>
                  </a:cubicBezTo>
                  <a:cubicBezTo>
                    <a:pt x="2455879" y="475298"/>
                    <a:pt x="2295613" y="599971"/>
                    <a:pt x="2069336" y="606691"/>
                  </a:cubicBezTo>
                  <a:cubicBezTo>
                    <a:pt x="2045877" y="607387"/>
                    <a:pt x="2022188" y="606783"/>
                    <a:pt x="1998564" y="604859"/>
                  </a:cubicBezTo>
                  <a:cubicBezTo>
                    <a:pt x="1644818" y="576120"/>
                    <a:pt x="1045092" y="543709"/>
                    <a:pt x="504221" y="593832"/>
                  </a:cubicBezTo>
                  <a:cubicBezTo>
                    <a:pt x="315810" y="611303"/>
                    <a:pt x="113921" y="546103"/>
                    <a:pt x="35179" y="428820"/>
                  </a:cubicBezTo>
                  <a:cubicBezTo>
                    <a:pt x="-3455" y="371333"/>
                    <a:pt x="-10506" y="308492"/>
                    <a:pt x="15207" y="251296"/>
                  </a:cubicBezTo>
                  <a:cubicBezTo>
                    <a:pt x="66342" y="135458"/>
                    <a:pt x="214732" y="52403"/>
                    <a:pt x="401220" y="35221"/>
                  </a:cubicBezTo>
                  <a:cubicBezTo>
                    <a:pt x="566024" y="18449"/>
                    <a:pt x="813876" y="19"/>
                    <a:pt x="1107916" y="1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/>
            <a:p>
              <a:pPr algn="ctr"/>
            </a:p>
          </p:txBody>
        </p:sp>
        <p:sp>
          <p:nvSpPr>
            <p:cNvPr descr="dcb104f0-bced-4312-b512-aaedd7c025cb" id="20" name="任意多边形: 形状 19">
              <a:extLst>
                <a:ext uri="{FF2B5EF4-FFF2-40B4-BE49-F238E27FC236}">
                  <a16:creationId id="{DD4AE683-9596-2CE2-EF5C-7DA49FEB1757}"/>
                </a:ext>
              </a:extLst>
            </p:cNvPr>
            <p:cNvSpPr/>
            <p:nvPr/>
          </p:nvSpPr>
          <p:spPr>
            <a:xfrm flipV="true" flipH="false">
              <a:off x="1343589" y="4005087"/>
              <a:ext cx="2401852" cy="911528"/>
            </a:xfrm>
            <a:custGeom>
              <a:avLst/>
              <a:gdLst>
                <a:gd fmla="*/ 1107916 w 2430636" name="connsiteX0"/>
                <a:gd fmla="*/ 1 h 606970" name="connsiteY0"/>
                <a:gd fmla="*/ 2091743 w 2430636" name="connsiteX1"/>
                <a:gd fmla="*/ 75256 h 606970" name="connsiteY1"/>
                <a:gd fmla="*/ 2421997 w 2430636" name="connsiteX2"/>
                <a:gd fmla="*/ 304880 h 606970" name="connsiteY2"/>
                <a:gd fmla="*/ 2427348 w 2430636" name="connsiteX3"/>
                <a:gd fmla="*/ 328248 h 606970" name="connsiteY3"/>
                <a:gd fmla="*/ 2069336 w 2430636" name="connsiteX4"/>
                <a:gd fmla="*/ 606691 h 606970" name="connsiteY4"/>
                <a:gd fmla="*/ 1998564 w 2430636" name="connsiteX5"/>
                <a:gd fmla="*/ 604859 h 606970" name="connsiteY5"/>
                <a:gd fmla="*/ 504221 w 2430636" name="connsiteX6"/>
                <a:gd fmla="*/ 593832 h 606970" name="connsiteY6"/>
                <a:gd fmla="*/ 35179 w 2430636" name="connsiteX7"/>
                <a:gd fmla="*/ 428820 h 606970" name="connsiteY7"/>
                <a:gd fmla="*/ 15207 w 2430636" name="connsiteX8"/>
                <a:gd fmla="*/ 251296 h 606970" name="connsiteY8"/>
                <a:gd fmla="*/ 401220 w 2430636" name="connsiteX9"/>
                <a:gd fmla="*/ 35221 h 606970" name="connsiteY9"/>
                <a:gd fmla="*/ 1107916 w 2430636" name="connsiteX10"/>
                <a:gd fmla="*/ 1 h 606970" name="connsiteY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b="b" l="l" r="r" t="t"/>
              <a:pathLst>
                <a:path h="606970" w="2430636">
                  <a:moveTo>
                    <a:pt x="1107916" y="1"/>
                  </a:moveTo>
                  <a:cubicBezTo>
                    <a:pt x="1401956" y="-16"/>
                    <a:pt x="1742184" y="18379"/>
                    <a:pt x="2091743" y="75256"/>
                  </a:cubicBezTo>
                  <a:cubicBezTo>
                    <a:pt x="2260199" y="103261"/>
                    <a:pt x="2392045" y="194930"/>
                    <a:pt x="2421997" y="304880"/>
                  </a:cubicBezTo>
                  <a:cubicBezTo>
                    <a:pt x="2424043" y="312482"/>
                    <a:pt x="2425763" y="321003"/>
                    <a:pt x="2427348" y="328248"/>
                  </a:cubicBezTo>
                  <a:cubicBezTo>
                    <a:pt x="2455879" y="475298"/>
                    <a:pt x="2295613" y="599971"/>
                    <a:pt x="2069336" y="606691"/>
                  </a:cubicBezTo>
                  <a:cubicBezTo>
                    <a:pt x="2045877" y="607387"/>
                    <a:pt x="2022188" y="606783"/>
                    <a:pt x="1998564" y="604859"/>
                  </a:cubicBezTo>
                  <a:cubicBezTo>
                    <a:pt x="1644818" y="576120"/>
                    <a:pt x="1045092" y="543709"/>
                    <a:pt x="504221" y="593832"/>
                  </a:cubicBezTo>
                  <a:cubicBezTo>
                    <a:pt x="315810" y="611303"/>
                    <a:pt x="113921" y="546103"/>
                    <a:pt x="35179" y="428820"/>
                  </a:cubicBezTo>
                  <a:cubicBezTo>
                    <a:pt x="-3455" y="371333"/>
                    <a:pt x="-10506" y="308492"/>
                    <a:pt x="15207" y="251296"/>
                  </a:cubicBezTo>
                  <a:cubicBezTo>
                    <a:pt x="66342" y="135458"/>
                    <a:pt x="214732" y="52403"/>
                    <a:pt x="401220" y="35221"/>
                  </a:cubicBezTo>
                  <a:cubicBezTo>
                    <a:pt x="566024" y="18449"/>
                    <a:pt x="813876" y="19"/>
                    <a:pt x="11079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/>
            <a:p>
              <a:pPr algn="ctr"/>
            </a:p>
          </p:txBody>
        </p:sp>
        <p:sp>
          <p:nvSpPr>
            <p:cNvPr descr="158660c6-2412-407e-a852-863c274e97dc" id="21" name="任意多边形: 形状 20">
              <a:extLst>
                <a:ext uri="{FF2B5EF4-FFF2-40B4-BE49-F238E27FC236}">
                  <a16:creationId id="{7C0E71C5-D426-0CE6-6ED8-2A6D792E7A25}"/>
                </a:ext>
              </a:extLst>
            </p:cNvPr>
            <p:cNvSpPr/>
            <p:nvPr/>
          </p:nvSpPr>
          <p:spPr>
            <a:xfrm flipV="true" flipH="false">
              <a:off x="1611487" y="3106672"/>
              <a:ext cx="1866052" cy="791453"/>
            </a:xfrm>
            <a:custGeom>
              <a:avLst/>
              <a:gdLst>
                <a:gd fmla="*/ 1107916 w 2430636" name="connsiteX0"/>
                <a:gd fmla="*/ 1 h 606970" name="connsiteY0"/>
                <a:gd fmla="*/ 2091743 w 2430636" name="connsiteX1"/>
                <a:gd fmla="*/ 75256 h 606970" name="connsiteY1"/>
                <a:gd fmla="*/ 2421997 w 2430636" name="connsiteX2"/>
                <a:gd fmla="*/ 304880 h 606970" name="connsiteY2"/>
                <a:gd fmla="*/ 2427348 w 2430636" name="connsiteX3"/>
                <a:gd fmla="*/ 328248 h 606970" name="connsiteY3"/>
                <a:gd fmla="*/ 2069336 w 2430636" name="connsiteX4"/>
                <a:gd fmla="*/ 606691 h 606970" name="connsiteY4"/>
                <a:gd fmla="*/ 1998564 w 2430636" name="connsiteX5"/>
                <a:gd fmla="*/ 604859 h 606970" name="connsiteY5"/>
                <a:gd fmla="*/ 504221 w 2430636" name="connsiteX6"/>
                <a:gd fmla="*/ 593832 h 606970" name="connsiteY6"/>
                <a:gd fmla="*/ 35179 w 2430636" name="connsiteX7"/>
                <a:gd fmla="*/ 428820 h 606970" name="connsiteY7"/>
                <a:gd fmla="*/ 15207 w 2430636" name="connsiteX8"/>
                <a:gd fmla="*/ 251296 h 606970" name="connsiteY8"/>
                <a:gd fmla="*/ 401220 w 2430636" name="connsiteX9"/>
                <a:gd fmla="*/ 35221 h 606970" name="connsiteY9"/>
                <a:gd fmla="*/ 1107916 w 2430636" name="connsiteX10"/>
                <a:gd fmla="*/ 1 h 606970" name="connsiteY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b="b" l="l" r="r" t="t"/>
              <a:pathLst>
                <a:path h="606970" w="2430636">
                  <a:moveTo>
                    <a:pt x="1107916" y="1"/>
                  </a:moveTo>
                  <a:cubicBezTo>
                    <a:pt x="1401956" y="-16"/>
                    <a:pt x="1742184" y="18379"/>
                    <a:pt x="2091743" y="75256"/>
                  </a:cubicBezTo>
                  <a:cubicBezTo>
                    <a:pt x="2260199" y="103261"/>
                    <a:pt x="2392045" y="194930"/>
                    <a:pt x="2421997" y="304880"/>
                  </a:cubicBezTo>
                  <a:cubicBezTo>
                    <a:pt x="2424043" y="312482"/>
                    <a:pt x="2425763" y="321003"/>
                    <a:pt x="2427348" y="328248"/>
                  </a:cubicBezTo>
                  <a:cubicBezTo>
                    <a:pt x="2455879" y="475298"/>
                    <a:pt x="2295613" y="599971"/>
                    <a:pt x="2069336" y="606691"/>
                  </a:cubicBezTo>
                  <a:cubicBezTo>
                    <a:pt x="2045877" y="607387"/>
                    <a:pt x="2022188" y="606783"/>
                    <a:pt x="1998564" y="604859"/>
                  </a:cubicBezTo>
                  <a:cubicBezTo>
                    <a:pt x="1644818" y="576120"/>
                    <a:pt x="1045092" y="543709"/>
                    <a:pt x="504221" y="593832"/>
                  </a:cubicBezTo>
                  <a:cubicBezTo>
                    <a:pt x="315810" y="611303"/>
                    <a:pt x="113921" y="546103"/>
                    <a:pt x="35179" y="428820"/>
                  </a:cubicBezTo>
                  <a:cubicBezTo>
                    <a:pt x="-3455" y="371333"/>
                    <a:pt x="-10506" y="308492"/>
                    <a:pt x="15207" y="251296"/>
                  </a:cubicBezTo>
                  <a:cubicBezTo>
                    <a:pt x="66342" y="135458"/>
                    <a:pt x="214732" y="52403"/>
                    <a:pt x="401220" y="35221"/>
                  </a:cubicBezTo>
                  <a:cubicBezTo>
                    <a:pt x="566024" y="18449"/>
                    <a:pt x="813876" y="19"/>
                    <a:pt x="1107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/>
            <a:p>
              <a:pPr algn="ctr"/>
            </a:p>
          </p:txBody>
        </p:sp>
        <p:sp>
          <p:nvSpPr>
            <p:cNvPr descr="57660a75-5df3-438a-bc20-9df931f7355e" id="32" name="1">
              <a:extLst>
                <a:ext uri="{FF2B5EF4-FFF2-40B4-BE49-F238E27FC236}">
                  <a16:creationId id="{D417394F-0011-D406-6519-E4880D75840B}"/>
                </a:ext>
              </a:extLst>
            </p:cNvPr>
            <p:cNvSpPr/>
            <p:nvPr/>
          </p:nvSpPr>
          <p:spPr>
            <a:xfrm rot="1008783" flipV="false" flipH="false">
              <a:off x="2437108" y="2376414"/>
              <a:ext cx="402825" cy="577378"/>
            </a:xfrm>
            <a:custGeom>
              <a:avLst/>
              <a:gdLst>
                <a:gd fmla="*/ 233038 w 417336" name="connsiteX0"/>
                <a:gd fmla="*/ 498490 h 598176" name="connsiteY0"/>
                <a:gd fmla="*/ 220649 w 417336" name="connsiteX1"/>
                <a:gd fmla="*/ 531110 h 598176" name="connsiteY1"/>
                <a:gd fmla="*/ 219897 w 417336" name="connsiteX2"/>
                <a:gd fmla="*/ 532236 h 598176" name="connsiteY2"/>
                <a:gd fmla="*/ 220132 w 417336" name="connsiteX3"/>
                <a:gd fmla="*/ 532471 h 598176" name="connsiteY3"/>
                <a:gd fmla="*/ 220649 w 417336" name="connsiteX4"/>
                <a:gd fmla="*/ 531110 h 598176" name="connsiteY4"/>
                <a:gd fmla="*/ 220836 w 417336" name="connsiteX5"/>
                <a:gd fmla="*/ 530830 h 598176" name="connsiteY5"/>
                <a:gd fmla="*/ 233038 w 417336" name="connsiteX6"/>
                <a:gd fmla="*/ 498490 h 598176" name="connsiteY6"/>
                <a:gd fmla="*/ 125334 w 417336" name="connsiteX7"/>
                <a:gd fmla="*/ 378271 h 598176" name="connsiteY7"/>
                <a:gd fmla="*/ 134720 w 417336" name="connsiteX8"/>
                <a:gd fmla="*/ 384364 h 598176" name="connsiteY8"/>
                <a:gd fmla="*/ 211215 w 417336" name="connsiteX9"/>
                <a:gd fmla="*/ 505521 h 598176" name="connsiteY9"/>
                <a:gd fmla="*/ 235619 w 417336" name="connsiteX10"/>
                <a:gd fmla="*/ 444591 h 598176" name="connsiteY10"/>
                <a:gd fmla="*/ 268704 w 417336" name="connsiteX11"/>
                <a:gd fmla="*/ 388113 h 598176" name="connsiteY11"/>
                <a:gd fmla="*/ 274571 w 417336" name="connsiteX12"/>
                <a:gd fmla="*/ 387879 h 598176" name="connsiteY12"/>
                <a:gd fmla="*/ 367727 w 417336" name="connsiteX13"/>
                <a:gd fmla="*/ 454199 h 598176" name="connsiteY13"/>
                <a:gd fmla="*/ 415360 w 417336" name="connsiteX14"/>
                <a:gd fmla="*/ 591057 h 598176" name="connsiteY14"/>
                <a:gd fmla="*/ 406209 w 417336" name="connsiteX15"/>
                <a:gd fmla="*/ 597853 h 598176" name="connsiteY15"/>
                <a:gd fmla="*/ 193617 w 417336" name="connsiteX16"/>
                <a:gd fmla="*/ 590589 h 598176" name="connsiteY16"/>
                <a:gd fmla="*/ 6836 w 417336" name="connsiteX17"/>
                <a:gd fmla="*/ 584027 h 598176" name="connsiteY17"/>
                <a:gd fmla="*/ 265 w 417336" name="connsiteX18"/>
                <a:gd fmla="*/ 572778 h 598176" name="connsiteY18"/>
                <a:gd fmla="*/ 125334 w 417336" name="connsiteX19"/>
                <a:gd fmla="*/ 378271 h 598176" name="connsiteY19"/>
                <a:gd fmla="*/ 249458 w 417336" name="connsiteX20"/>
                <a:gd fmla="*/ 266974 h 598176" name="connsiteY20"/>
                <a:gd fmla="*/ 261427 w 417336" name="connsiteX21"/>
                <a:gd fmla="*/ 270253 h 598176" name="connsiteY21"/>
                <a:gd fmla="*/ 210033 w 417336" name="connsiteX22"/>
                <a:gd fmla="*/ 316631 h 598176" name="connsiteY22"/>
                <a:gd fmla="*/ 149487 w 417336" name="connsiteX23"/>
                <a:gd fmla="*/ 278451 h 598176" name="connsiteY23"/>
                <a:gd fmla="*/ 162629 w 417336" name="connsiteX24"/>
                <a:gd fmla="*/ 273064 h 598176" name="connsiteY24"/>
                <a:gd fmla="*/ 211441 w 417336" name="connsiteX25"/>
                <a:gd fmla="*/ 297892 h 598176" name="connsiteY25"/>
                <a:gd fmla="*/ 236786 w 417336" name="connsiteX26"/>
                <a:gd fmla="*/ 284776 h 598176" name="connsiteY26"/>
                <a:gd fmla="*/ 249458 w 417336" name="connsiteX27"/>
                <a:gd fmla="*/ 266974 h 598176" name="connsiteY27"/>
                <a:gd fmla="*/ 149749 w 417336" name="connsiteX28"/>
                <a:gd fmla="*/ 209803 h 598176" name="connsiteY28"/>
                <a:gd fmla="*/ 157260 w 417336" name="connsiteX29"/>
                <a:gd fmla="*/ 223158 h 598176" name="connsiteY29"/>
                <a:gd fmla="*/ 156087 w 417336" name="connsiteX30"/>
                <a:gd fmla="*/ 225735 h 598176" name="connsiteY30"/>
                <a:gd fmla="*/ 155852 w 417336" name="connsiteX31"/>
                <a:gd fmla="*/ 226438 h 598176" name="connsiteY31"/>
                <a:gd fmla="*/ 154913 w 417336" name="connsiteX32"/>
                <a:gd fmla="*/ 229015 h 598176" name="connsiteY32"/>
                <a:gd fmla="*/ 151627 w 417336" name="connsiteX33"/>
                <a:gd fmla="*/ 234638 h 598176" name="connsiteY33"/>
                <a:gd fmla="*/ 144820 w 417336" name="connsiteX34"/>
                <a:gd fmla="*/ 237450 h 598176" name="connsiteY34"/>
                <a:gd fmla="*/ 142943 w 417336" name="connsiteX35"/>
                <a:gd fmla="*/ 238387 h 598176" name="connsiteY35"/>
                <a:gd fmla="*/ 138483 w 417336" name="connsiteX36"/>
                <a:gd fmla="*/ 238387 h 598176" name="connsiteY36"/>
                <a:gd fmla="*/ 137544 w 417336" name="connsiteX37"/>
                <a:gd fmla="*/ 237919 h 598176" name="connsiteY37"/>
                <a:gd fmla="*/ 136370 w 417336" name="connsiteX38"/>
                <a:gd fmla="*/ 238153 h 598176" name="connsiteY38"/>
                <a:gd fmla="*/ 128390 w 417336" name="connsiteX39"/>
                <a:gd fmla="*/ 232061 h 598176" name="connsiteY39"/>
                <a:gd fmla="*/ 130972 w 417336" name="connsiteX40"/>
                <a:gd fmla="*/ 218706 h 598176" name="connsiteY40"/>
                <a:gd fmla="*/ 131207 w 417336" name="connsiteX41"/>
                <a:gd fmla="*/ 218003 h 598176" name="connsiteY41"/>
                <a:gd fmla="*/ 149749 w 417336" name="connsiteX42"/>
                <a:gd fmla="*/ 209803 h 598176" name="connsiteY42"/>
                <a:gd fmla="*/ 264037 w 417336" name="connsiteX43"/>
                <a:gd fmla="*/ 206499 h 598176" name="connsiteY43"/>
                <a:gd fmla="*/ 272021 w 417336" name="connsiteX44"/>
                <a:gd fmla="*/ 210275 h 598176" name="connsiteY44"/>
                <a:gd fmla="*/ 273430 w 417336" name="connsiteX45"/>
                <a:gd fmla="*/ 220815 h 598176" name="connsiteY45"/>
                <a:gd fmla="*/ 265916 w 417336" name="connsiteX46"/>
                <a:gd fmla="*/ 232292 h 598176" name="connsiteY46"/>
                <a:gd fmla="*/ 250653 w 417336" name="connsiteX47"/>
                <a:gd fmla="*/ 231355 h 598176" name="connsiteY47"/>
                <a:gd fmla="*/ 252766 w 417336" name="connsiteX48"/>
                <a:gd fmla="*/ 217302 h 598176" name="connsiteY48"/>
                <a:gd fmla="*/ 256054 w 417336" name="connsiteX49"/>
                <a:gd fmla="*/ 209573 h 598176" name="connsiteY49"/>
                <a:gd fmla="*/ 264037 w 417336" name="connsiteX50"/>
                <a:gd fmla="*/ 206499 h 598176" name="connsiteY50"/>
                <a:gd fmla="*/ 54464 w 417336" name="connsiteX51"/>
                <a:gd fmla="*/ 155881 h 598176" name="connsiteY51"/>
                <a:gd fmla="*/ 55872 w 417336" name="connsiteX52"/>
                <a:gd fmla="*/ 215863 h 598176" name="connsiteY52"/>
                <a:gd fmla="*/ 101630 w 417336" name="connsiteX53"/>
                <a:gd fmla="*/ 309116 h 598176" name="connsiteY53"/>
                <a:gd fmla="*/ 209807 w 417336" name="connsiteX54"/>
                <a:gd fmla="*/ 337233 h 598176" name="connsiteY54"/>
                <a:gd fmla="*/ 218489 w 417336" name="connsiteX55"/>
                <a:gd fmla="*/ 340747 h 598176" name="connsiteY55"/>
                <a:gd fmla="*/ 352010 w 417336" name="connsiteX56"/>
                <a:gd fmla="*/ 163613 h 598176" name="connsiteY56"/>
                <a:gd fmla="*/ 310710 w 417336" name="connsiteX57"/>
                <a:gd fmla="*/ 163379 h 598176" name="connsiteY57"/>
                <a:gd fmla="*/ 213327 w 417336" name="connsiteX58"/>
                <a:gd fmla="*/ 163379 h 598176" name="connsiteY58"/>
                <a:gd fmla="*/ 118995 w 417336" name="connsiteX59"/>
                <a:gd fmla="*/ 159865 h 598176" name="connsiteY59"/>
                <a:gd fmla="*/ 54464 w 417336" name="connsiteX60"/>
                <a:gd fmla="*/ 155881 h 598176" name="connsiteY60"/>
                <a:gd fmla="*/ 123688 w 417336" name="connsiteX61"/>
                <a:gd fmla="*/ 102226 h 598176" name="connsiteY61"/>
                <a:gd fmla="*/ 108670 w 417336" name="connsiteX62"/>
                <a:gd fmla="*/ 107380 h 598176" name="connsiteY62"/>
                <a:gd fmla="*/ 110312 w 417336" name="connsiteX63"/>
                <a:gd fmla="*/ 107380 h 598176" name="connsiteY63"/>
                <a:gd fmla="*/ 110547 w 417336" name="connsiteX64"/>
                <a:gd fmla="*/ 107615 h 598176" name="connsiteY64"/>
                <a:gd fmla="*/ 123688 w 417336" name="connsiteX65"/>
                <a:gd fmla="*/ 102226 h 598176" name="connsiteY65"/>
                <a:gd fmla="*/ 168977 w 417336" name="connsiteX66"/>
                <a:gd fmla="*/ 1241 h 598176" name="connsiteY66"/>
                <a:gd fmla="*/ 368670 w 417336" name="connsiteX67"/>
                <a:gd fmla="*/ 150961 h 598176" name="connsiteY67"/>
                <a:gd fmla="*/ 368201 w 417336" name="connsiteX68"/>
                <a:gd fmla="*/ 212817 h 598176" name="connsiteY68"/>
                <a:gd fmla="*/ 386035 w 417336" name="connsiteX69"/>
                <a:gd fmla="*/ 222424 h 598176" name="connsiteY69"/>
                <a:gd fmla="*/ 387208 w 417336" name="connsiteX70"/>
                <a:gd fmla="*/ 240934 h 598176" name="connsiteY70"/>
                <a:gd fmla="*/ 356468 w 417336" name="connsiteX71"/>
                <a:gd fmla="*/ 254055 h 598176" name="connsiteY71"/>
                <a:gd fmla="*/ 212154 w 417336" name="connsiteX72"/>
                <a:gd fmla="*/ 359492 h 598176" name="connsiteY72"/>
                <a:gd fmla="*/ 205349 w 417336" name="connsiteX73"/>
                <a:gd fmla="*/ 355977 h 598176" name="connsiteY73"/>
                <a:gd fmla="*/ 193146 w 417336" name="connsiteX74"/>
                <a:gd fmla="*/ 357617 h 598176" name="connsiteY74"/>
                <a:gd fmla="*/ 46251 w 417336" name="connsiteX75"/>
                <a:gd fmla="*/ 252180 h 598176" name="connsiteY75"/>
                <a:gd fmla="*/ 38272 w 417336" name="connsiteX76"/>
                <a:gd fmla="*/ 254055 h 598176" name="connsiteY76"/>
                <a:gd fmla="*/ 16215 w 417336" name="connsiteX77"/>
                <a:gd fmla="*/ 231093 h 598176" name="connsiteY77"/>
                <a:gd fmla="*/ 36630 w 417336" name="connsiteX78"/>
                <a:gd fmla="*/ 208600 h 598176" name="connsiteY78"/>
                <a:gd fmla="*/ 168977 w 417336" name="connsiteX79"/>
                <a:gd fmla="*/ 1241 h 598176" name="connsiteY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b="b" l="l" r="r" t="t"/>
              <a:pathLst>
                <a:path h="598176" w="417336">
                  <a:moveTo>
                    <a:pt x="233038" y="498490"/>
                  </a:moveTo>
                  <a:lnTo>
                    <a:pt x="220649" y="531110"/>
                  </a:lnTo>
                  <a:lnTo>
                    <a:pt x="219897" y="532236"/>
                  </a:lnTo>
                  <a:cubicBezTo>
                    <a:pt x="220132" y="532236"/>
                    <a:pt x="220132" y="532471"/>
                    <a:pt x="220132" y="532471"/>
                  </a:cubicBezTo>
                  <a:lnTo>
                    <a:pt x="220649" y="531110"/>
                  </a:lnTo>
                  <a:lnTo>
                    <a:pt x="220836" y="530830"/>
                  </a:lnTo>
                  <a:cubicBezTo>
                    <a:pt x="224825" y="520050"/>
                    <a:pt x="229049" y="509270"/>
                    <a:pt x="233038" y="498490"/>
                  </a:cubicBezTo>
                  <a:close/>
                  <a:moveTo>
                    <a:pt x="125334" y="378271"/>
                  </a:moveTo>
                  <a:cubicBezTo>
                    <a:pt x="130261" y="377333"/>
                    <a:pt x="133781" y="380614"/>
                    <a:pt x="134720" y="384364"/>
                  </a:cubicBezTo>
                  <a:cubicBezTo>
                    <a:pt x="166163" y="420219"/>
                    <a:pt x="190332" y="462635"/>
                    <a:pt x="211215" y="505521"/>
                  </a:cubicBezTo>
                  <a:cubicBezTo>
                    <a:pt x="218959" y="485133"/>
                    <a:pt x="226937" y="464510"/>
                    <a:pt x="235619" y="444591"/>
                  </a:cubicBezTo>
                  <a:cubicBezTo>
                    <a:pt x="242424" y="429124"/>
                    <a:pt x="251575" y="395378"/>
                    <a:pt x="268704" y="388113"/>
                  </a:cubicBezTo>
                  <a:cubicBezTo>
                    <a:pt x="270816" y="387410"/>
                    <a:pt x="272928" y="387176"/>
                    <a:pt x="274571" y="387879"/>
                  </a:cubicBezTo>
                  <a:cubicBezTo>
                    <a:pt x="313288" y="371943"/>
                    <a:pt x="350832" y="427483"/>
                    <a:pt x="367727" y="454199"/>
                  </a:cubicBezTo>
                  <a:cubicBezTo>
                    <a:pt x="390253" y="489351"/>
                    <a:pt x="426154" y="546766"/>
                    <a:pt x="415360" y="591057"/>
                  </a:cubicBezTo>
                  <a:cubicBezTo>
                    <a:pt x="414422" y="595041"/>
                    <a:pt x="410433" y="597853"/>
                    <a:pt x="406209" y="597853"/>
                  </a:cubicBezTo>
                  <a:cubicBezTo>
                    <a:pt x="335110" y="599728"/>
                    <a:pt x="264715" y="592932"/>
                    <a:pt x="193617" y="590589"/>
                  </a:cubicBezTo>
                  <a:cubicBezTo>
                    <a:pt x="130965" y="588480"/>
                    <a:pt x="68548" y="597385"/>
                    <a:pt x="6836" y="584027"/>
                  </a:cubicBezTo>
                  <a:cubicBezTo>
                    <a:pt x="1908" y="582855"/>
                    <a:pt x="-908" y="577231"/>
                    <a:pt x="265" y="572778"/>
                  </a:cubicBezTo>
                  <a:cubicBezTo>
                    <a:pt x="19976" y="505521"/>
                    <a:pt x="42502" y="393269"/>
                    <a:pt x="125334" y="378271"/>
                  </a:cubicBezTo>
                  <a:close/>
                  <a:moveTo>
                    <a:pt x="249458" y="266974"/>
                  </a:moveTo>
                  <a:cubicBezTo>
                    <a:pt x="253682" y="263695"/>
                    <a:pt x="259784" y="264632"/>
                    <a:pt x="261427" y="270253"/>
                  </a:cubicBezTo>
                  <a:cubicBezTo>
                    <a:pt x="269640" y="295316"/>
                    <a:pt x="229276" y="314523"/>
                    <a:pt x="210033" y="316631"/>
                  </a:cubicBezTo>
                  <a:cubicBezTo>
                    <a:pt x="183045" y="319442"/>
                    <a:pt x="155589" y="306793"/>
                    <a:pt x="149487" y="278451"/>
                  </a:cubicBezTo>
                  <a:cubicBezTo>
                    <a:pt x="147844" y="270956"/>
                    <a:pt x="159109" y="265334"/>
                    <a:pt x="162629" y="273064"/>
                  </a:cubicBezTo>
                  <a:cubicBezTo>
                    <a:pt x="171312" y="292037"/>
                    <a:pt x="190086" y="302811"/>
                    <a:pt x="211441" y="297892"/>
                  </a:cubicBezTo>
                  <a:cubicBezTo>
                    <a:pt x="220593" y="295550"/>
                    <a:pt x="230215" y="291802"/>
                    <a:pt x="236786" y="284776"/>
                  </a:cubicBezTo>
                  <a:cubicBezTo>
                    <a:pt x="241949" y="279154"/>
                    <a:pt x="243591" y="271659"/>
                    <a:pt x="249458" y="266974"/>
                  </a:cubicBezTo>
                  <a:close/>
                  <a:moveTo>
                    <a:pt x="149749" y="209803"/>
                  </a:moveTo>
                  <a:cubicBezTo>
                    <a:pt x="156556" y="210740"/>
                    <a:pt x="160546" y="216598"/>
                    <a:pt x="157260" y="223158"/>
                  </a:cubicBezTo>
                  <a:cubicBezTo>
                    <a:pt x="156791" y="223861"/>
                    <a:pt x="156321" y="224798"/>
                    <a:pt x="156087" y="225735"/>
                  </a:cubicBezTo>
                  <a:cubicBezTo>
                    <a:pt x="155852" y="225969"/>
                    <a:pt x="155852" y="226438"/>
                    <a:pt x="155852" y="226438"/>
                  </a:cubicBezTo>
                  <a:cubicBezTo>
                    <a:pt x="155382" y="227375"/>
                    <a:pt x="155148" y="228078"/>
                    <a:pt x="154913" y="229015"/>
                  </a:cubicBezTo>
                  <a:cubicBezTo>
                    <a:pt x="153974" y="230890"/>
                    <a:pt x="153270" y="233233"/>
                    <a:pt x="151627" y="234638"/>
                  </a:cubicBezTo>
                  <a:cubicBezTo>
                    <a:pt x="149515" y="236278"/>
                    <a:pt x="147402" y="236981"/>
                    <a:pt x="144820" y="237450"/>
                  </a:cubicBezTo>
                  <a:cubicBezTo>
                    <a:pt x="144351" y="237684"/>
                    <a:pt x="143647" y="238153"/>
                    <a:pt x="142943" y="238387"/>
                  </a:cubicBezTo>
                  <a:cubicBezTo>
                    <a:pt x="141065" y="238856"/>
                    <a:pt x="140361" y="238621"/>
                    <a:pt x="138483" y="238387"/>
                  </a:cubicBezTo>
                  <a:cubicBezTo>
                    <a:pt x="138248" y="238387"/>
                    <a:pt x="138013" y="238153"/>
                    <a:pt x="137544" y="237919"/>
                  </a:cubicBezTo>
                  <a:cubicBezTo>
                    <a:pt x="137309" y="238153"/>
                    <a:pt x="136840" y="238153"/>
                    <a:pt x="136370" y="238153"/>
                  </a:cubicBezTo>
                  <a:cubicBezTo>
                    <a:pt x="133084" y="238387"/>
                    <a:pt x="128860" y="235341"/>
                    <a:pt x="128390" y="232061"/>
                  </a:cubicBezTo>
                  <a:cubicBezTo>
                    <a:pt x="127451" y="227141"/>
                    <a:pt x="127451" y="222221"/>
                    <a:pt x="130972" y="218706"/>
                  </a:cubicBezTo>
                  <a:cubicBezTo>
                    <a:pt x="131207" y="218472"/>
                    <a:pt x="131207" y="218238"/>
                    <a:pt x="131207" y="218003"/>
                  </a:cubicBezTo>
                  <a:cubicBezTo>
                    <a:pt x="134023" y="209803"/>
                    <a:pt x="142238" y="208866"/>
                    <a:pt x="149749" y="209803"/>
                  </a:cubicBezTo>
                  <a:close/>
                  <a:moveTo>
                    <a:pt x="264037" y="206499"/>
                  </a:moveTo>
                  <a:cubicBezTo>
                    <a:pt x="266972" y="206821"/>
                    <a:pt x="269908" y="208285"/>
                    <a:pt x="272021" y="210275"/>
                  </a:cubicBezTo>
                  <a:cubicBezTo>
                    <a:pt x="275073" y="213086"/>
                    <a:pt x="275073" y="217302"/>
                    <a:pt x="273430" y="220815"/>
                  </a:cubicBezTo>
                  <a:cubicBezTo>
                    <a:pt x="271316" y="224797"/>
                    <a:pt x="269203" y="229247"/>
                    <a:pt x="265916" y="232292"/>
                  </a:cubicBezTo>
                  <a:cubicBezTo>
                    <a:pt x="261454" y="236508"/>
                    <a:pt x="254175" y="237445"/>
                    <a:pt x="250653" y="231355"/>
                  </a:cubicBezTo>
                  <a:cubicBezTo>
                    <a:pt x="247835" y="226671"/>
                    <a:pt x="249714" y="221752"/>
                    <a:pt x="252766" y="217302"/>
                  </a:cubicBezTo>
                  <a:cubicBezTo>
                    <a:pt x="253236" y="214491"/>
                    <a:pt x="254410" y="211681"/>
                    <a:pt x="256054" y="209573"/>
                  </a:cubicBezTo>
                  <a:cubicBezTo>
                    <a:pt x="258167" y="206996"/>
                    <a:pt x="261102" y="206177"/>
                    <a:pt x="264037" y="206499"/>
                  </a:cubicBezTo>
                  <a:close/>
                  <a:moveTo>
                    <a:pt x="54464" y="155881"/>
                  </a:moveTo>
                  <a:cubicBezTo>
                    <a:pt x="51883" y="175797"/>
                    <a:pt x="52352" y="196182"/>
                    <a:pt x="55872" y="215863"/>
                  </a:cubicBezTo>
                  <a:cubicBezTo>
                    <a:pt x="62207" y="249837"/>
                    <a:pt x="75348" y="284983"/>
                    <a:pt x="101630" y="309116"/>
                  </a:cubicBezTo>
                  <a:cubicBezTo>
                    <a:pt x="132370" y="337233"/>
                    <a:pt x="169681" y="342856"/>
                    <a:pt x="209807" y="337233"/>
                  </a:cubicBezTo>
                  <a:cubicBezTo>
                    <a:pt x="213562" y="336764"/>
                    <a:pt x="216612" y="338404"/>
                    <a:pt x="218489" y="340747"/>
                  </a:cubicBezTo>
                  <a:cubicBezTo>
                    <a:pt x="304374" y="339341"/>
                    <a:pt x="360692" y="244683"/>
                    <a:pt x="352010" y="163613"/>
                  </a:cubicBezTo>
                  <a:cubicBezTo>
                    <a:pt x="342389" y="162208"/>
                    <a:pt x="319862" y="163379"/>
                    <a:pt x="310710" y="163379"/>
                  </a:cubicBezTo>
                  <a:cubicBezTo>
                    <a:pt x="278327" y="163379"/>
                    <a:pt x="245710" y="163379"/>
                    <a:pt x="213327" y="163379"/>
                  </a:cubicBezTo>
                  <a:cubicBezTo>
                    <a:pt x="181883" y="163379"/>
                    <a:pt x="150439" y="161505"/>
                    <a:pt x="118995" y="159865"/>
                  </a:cubicBezTo>
                  <a:cubicBezTo>
                    <a:pt x="101395" y="158927"/>
                    <a:pt x="72063" y="163145"/>
                    <a:pt x="54464" y="155881"/>
                  </a:cubicBezTo>
                  <a:close/>
                  <a:moveTo>
                    <a:pt x="123688" y="102226"/>
                  </a:moveTo>
                  <a:cubicBezTo>
                    <a:pt x="118760" y="103866"/>
                    <a:pt x="113832" y="105740"/>
                    <a:pt x="108670" y="107380"/>
                  </a:cubicBezTo>
                  <a:cubicBezTo>
                    <a:pt x="109374" y="107380"/>
                    <a:pt x="109843" y="107380"/>
                    <a:pt x="110312" y="107380"/>
                  </a:cubicBezTo>
                  <a:cubicBezTo>
                    <a:pt x="110312" y="107615"/>
                    <a:pt x="110312" y="107615"/>
                    <a:pt x="110547" y="107615"/>
                  </a:cubicBezTo>
                  <a:cubicBezTo>
                    <a:pt x="115005" y="105975"/>
                    <a:pt x="119464" y="104334"/>
                    <a:pt x="123688" y="102226"/>
                  </a:cubicBezTo>
                  <a:close/>
                  <a:moveTo>
                    <a:pt x="168977" y="1241"/>
                  </a:moveTo>
                  <a:cubicBezTo>
                    <a:pt x="261901" y="-10240"/>
                    <a:pt x="353183" y="59348"/>
                    <a:pt x="368670" y="150961"/>
                  </a:cubicBezTo>
                  <a:cubicBezTo>
                    <a:pt x="372190" y="171111"/>
                    <a:pt x="371721" y="192198"/>
                    <a:pt x="368201" y="212817"/>
                  </a:cubicBezTo>
                  <a:cubicBezTo>
                    <a:pt x="375241" y="213989"/>
                    <a:pt x="381577" y="216332"/>
                    <a:pt x="386035" y="222424"/>
                  </a:cubicBezTo>
                  <a:cubicBezTo>
                    <a:pt x="390024" y="227813"/>
                    <a:pt x="390024" y="235076"/>
                    <a:pt x="387208" y="240934"/>
                  </a:cubicBezTo>
                  <a:cubicBezTo>
                    <a:pt x="382046" y="251946"/>
                    <a:pt x="368201" y="256398"/>
                    <a:pt x="356468" y="254055"/>
                  </a:cubicBezTo>
                  <a:cubicBezTo>
                    <a:pt x="332298" y="314037"/>
                    <a:pt x="280204" y="362069"/>
                    <a:pt x="212154" y="359492"/>
                  </a:cubicBezTo>
                  <a:cubicBezTo>
                    <a:pt x="209103" y="359257"/>
                    <a:pt x="206757" y="357851"/>
                    <a:pt x="205349" y="355977"/>
                  </a:cubicBezTo>
                  <a:cubicBezTo>
                    <a:pt x="201359" y="356680"/>
                    <a:pt x="197370" y="357383"/>
                    <a:pt x="193146" y="357617"/>
                  </a:cubicBezTo>
                  <a:cubicBezTo>
                    <a:pt x="116179" y="363475"/>
                    <a:pt x="66901" y="314974"/>
                    <a:pt x="46251" y="252180"/>
                  </a:cubicBezTo>
                  <a:cubicBezTo>
                    <a:pt x="43670" y="253586"/>
                    <a:pt x="40619" y="254055"/>
                    <a:pt x="38272" y="254055"/>
                  </a:cubicBezTo>
                  <a:cubicBezTo>
                    <a:pt x="25836" y="254523"/>
                    <a:pt x="15745" y="243277"/>
                    <a:pt x="16215" y="231093"/>
                  </a:cubicBezTo>
                  <a:cubicBezTo>
                    <a:pt x="16684" y="218909"/>
                    <a:pt x="25601" y="210943"/>
                    <a:pt x="36630" y="208600"/>
                  </a:cubicBezTo>
                  <a:cubicBezTo>
                    <a:pt x="25836" y="116753"/>
                    <a:pt x="68778" y="13893"/>
                    <a:pt x="168977" y="12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>
              <a:defPPr>
                <a:defRPr lang="en-US"/>
              </a:defPPr>
              <a:lvl1pPr algn="l" defTabSz="914400" eaLnBrk="1" hangingPunct="1" latinLnBrk="0" marL="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algn="l" defTabSz="914400" eaLnBrk="1" hangingPunct="1" latinLnBrk="0" marL="4572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algn="l" defTabSz="914400" eaLnBrk="1" hangingPunct="1" latinLnBrk="0" marL="9144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algn="l" defTabSz="914400" eaLnBrk="1" hangingPunct="1" latinLnBrk="0" marL="13716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algn="l" defTabSz="914400" eaLnBrk="1" hangingPunct="1" latinLnBrk="0" marL="18288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algn="l" defTabSz="914400" eaLnBrk="1" hangingPunct="1" latinLnBrk="0" marL="22860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algn="l" defTabSz="914400" eaLnBrk="1" hangingPunct="1" latinLnBrk="0" marL="27432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algn="l" defTabSz="914400" eaLnBrk="1" hangingPunct="1" latinLnBrk="0" marL="32004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algn="l" defTabSz="914400" eaLnBrk="1" hangingPunct="1" latinLnBrk="0" marL="36576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</a:p>
          </p:txBody>
        </p:sp>
        <p:grpSp>
          <p:nvGrpSpPr>
            <p:cNvPr descr="d0550fad-82c4-4f8f-9fea-859394bc5537" id="35" name="组合 34">
              <a:extLst>
                <a:ext uri="{FF2B5EF4-FFF2-40B4-BE49-F238E27FC236}">
                  <a16:creationId id="{EA2A90AA-AEDC-BCB8-6D92-4D335E113E62}"/>
                </a:ext>
              </a:extLst>
            </p:cNvPr>
            <p:cNvGrpSpPr/>
            <p:nvPr/>
          </p:nvGrpSpPr>
          <p:grpSpPr>
            <a:xfrm>
              <a:off x="2367250" y="2061929"/>
              <a:ext cx="8241645" cy="3637332"/>
              <a:chOff x="2367250" y="2061929"/>
              <a:chExt cx="8241645" cy="3637332"/>
            </a:xfrm>
          </p:grpSpPr>
          <p:sp>
            <p:nvSpPr>
              <p:cNvPr descr="1c2f5483-166b-4368-91a8-2cceb682fccc" id="31" name="Icon1">
                <a:extLst>
                  <a:ext uri="{FF2B5EF4-FFF2-40B4-BE49-F238E27FC236}">
                    <a16:creationId id="{D1013715-7335-AFC2-67E2-C1800BFA8253}"/>
                  </a:ext>
                </a:extLst>
              </p:cNvPr>
              <p:cNvSpPr/>
              <p:nvPr/>
            </p:nvSpPr>
            <p:spPr>
              <a:xfrm flipV="false" flipH="false">
                <a:off x="2367250" y="5282743"/>
                <a:ext cx="447716" cy="416518"/>
              </a:xfrm>
              <a:custGeom>
                <a:avLst/>
                <a:gdLst>
                  <a:gd fmla="*/ 179184 w 587513" name="connsiteX0"/>
                  <a:gd fmla="*/ 415650 h 606761" name="connsiteY0"/>
                  <a:gd fmla="*/ 191342 w 587513" name="connsiteX1"/>
                  <a:gd fmla="*/ 417926 h 606761" name="connsiteY1"/>
                  <a:gd fmla="*/ 297727 w 587513" name="connsiteX2"/>
                  <a:gd fmla="*/ 524126 h 606761" name="connsiteY2"/>
                  <a:gd fmla="*/ 270371 w 587513" name="connsiteX3"/>
                  <a:gd fmla="*/ 537021 h 606761" name="connsiteY3"/>
                  <a:gd fmla="*/ 243015 w 587513" name="connsiteX4"/>
                  <a:gd fmla="*/ 548400 h 606761" name="connsiteY4"/>
                  <a:gd fmla="*/ 124471 w 587513" name="connsiteX5"/>
                  <a:gd fmla="*/ 430063 h 606761" name="connsiteY5"/>
                  <a:gd fmla="*/ 142709 w 587513" name="connsiteX6"/>
                  <a:gd fmla="*/ 428546 h 606761" name="connsiteY6"/>
                  <a:gd fmla="*/ 144229 w 587513" name="connsiteX7"/>
                  <a:gd fmla="*/ 428546 h 606761" name="connsiteY7"/>
                  <a:gd fmla="*/ 179184 w 587513" name="connsiteX8"/>
                  <a:gd fmla="*/ 415650 h 606761" name="connsiteY8"/>
                  <a:gd fmla="*/ 38731 w 587513" name="connsiteX9"/>
                  <a:gd fmla="*/ 397457 h 606761" name="connsiteY9"/>
                  <a:gd fmla="*/ 53160 w 587513" name="connsiteX10"/>
                  <a:gd fmla="*/ 397457 h 606761" name="connsiteY10"/>
                  <a:gd fmla="*/ 78222 w 587513" name="connsiteX11"/>
                  <a:gd fmla="*/ 422494 h 606761" name="connsiteY11"/>
                  <a:gd fmla="*/ 78222 w 587513" name="connsiteX12"/>
                  <a:gd fmla="*/ 487741 h 606761" name="connsiteY12"/>
                  <a:gd fmla="*/ 46325 w 587513" name="connsiteX13"/>
                  <a:gd fmla="*/ 500639 h 606761" name="connsiteY13"/>
                  <a:gd fmla="*/ 13669 w 587513" name="connsiteX14"/>
                  <a:gd fmla="*/ 487741 h 606761" name="connsiteY14"/>
                  <a:gd fmla="*/ 13669 w 587513" name="connsiteX15"/>
                  <a:gd fmla="*/ 422494 h 606761" name="connsiteY15"/>
                  <a:gd fmla="*/ 238418 w 587513" name="connsiteX16"/>
                  <a:gd fmla="*/ 267733 h 606761" name="connsiteY16"/>
                  <a:gd fmla="*/ 223228 w 587513" name="connsiteX17"/>
                  <a:gd fmla="*/ 303381 h 606761" name="connsiteY17"/>
                  <a:gd fmla="*/ 238418 w 587513" name="connsiteX18"/>
                  <a:gd fmla="*/ 339028 h 606761" name="connsiteY18"/>
                  <a:gd fmla="*/ 274115 w 587513" name="connsiteX19"/>
                  <a:gd fmla="*/ 354197 h 606761" name="connsiteY19"/>
                  <a:gd fmla="*/ 309811 w 587513" name="connsiteX20"/>
                  <a:gd fmla="*/ 339028 h 606761" name="connsiteY20"/>
                  <a:gd fmla="*/ 325002 w 587513" name="connsiteX21"/>
                  <a:gd fmla="*/ 303381 h 606761" name="connsiteY21"/>
                  <a:gd fmla="*/ 309811 w 587513" name="connsiteX22"/>
                  <a:gd fmla="*/ 267733 h 606761" name="connsiteY22"/>
                  <a:gd fmla="*/ 295381 w 587513" name="connsiteX23"/>
                  <a:gd fmla="*/ 282144 h 606761" name="connsiteY23"/>
                  <a:gd fmla="*/ 304495 w 587513" name="connsiteX24"/>
                  <a:gd fmla="*/ 303381 h 606761" name="connsiteY24"/>
                  <a:gd fmla="*/ 295381 w 587513" name="connsiteX25"/>
                  <a:gd fmla="*/ 324617 h 606761" name="connsiteY25"/>
                  <a:gd fmla="*/ 252849 w 587513" name="connsiteX26"/>
                  <a:gd fmla="*/ 324617 h 606761" name="connsiteY26"/>
                  <a:gd fmla="*/ 243735 w 587513" name="connsiteX27"/>
                  <a:gd fmla="*/ 303381 h 606761" name="connsiteY27"/>
                  <a:gd fmla="*/ 252849 w 587513" name="connsiteX28"/>
                  <a:gd fmla="*/ 282144 h 606761" name="connsiteY28"/>
                  <a:gd fmla="*/ 283988 w 587513" name="connsiteX29"/>
                  <a:gd fmla="*/ 187337 h 606761" name="connsiteY29"/>
                  <a:gd fmla="*/ 264241 w 587513" name="connsiteX30"/>
                  <a:gd fmla="*/ 211608 h 606761" name="connsiteY30"/>
                  <a:gd fmla="*/ 264241 w 587513" name="connsiteX31"/>
                  <a:gd fmla="*/ 303381 h 606761" name="connsiteY31"/>
                  <a:gd fmla="*/ 283988 w 587513" name="connsiteX32"/>
                  <a:gd fmla="*/ 303381 h 606761" name="connsiteY32"/>
                  <a:gd fmla="*/ 411628 w 587513" name="connsiteX33"/>
                  <a:gd fmla="*/ 144867 h 606761" name="connsiteY33"/>
                  <a:gd fmla="*/ 521790 w 587513" name="connsiteX34"/>
                  <a:gd fmla="*/ 254835 h 606761" name="connsiteY34"/>
                  <a:gd fmla="*/ 520271 w 587513" name="connsiteX35"/>
                  <a:gd fmla="*/ 291996 h 606761" name="connsiteY35"/>
                  <a:gd fmla="*/ 476966 w 587513" name="connsiteX36"/>
                  <a:gd fmla="*/ 361010 h 606761" name="connsiteY36"/>
                  <a:gd fmla="*/ 369082 w 587513" name="connsiteX37"/>
                  <a:gd fmla="*/ 254076 h 606761" name="connsiteY37"/>
                  <a:gd fmla="*/ 369082 w 587513" name="connsiteX38"/>
                  <a:gd fmla="*/ 235116 h 606761" name="connsiteY38"/>
                  <a:gd fmla="*/ 408589 w 587513" name="connsiteX39"/>
                  <a:gd fmla="*/ 163827 h 606761" name="connsiteY39"/>
                  <a:gd fmla="*/ 264241 w 587513" name="connsiteX40"/>
                  <a:gd fmla="*/ 92531 h 606761" name="connsiteY40"/>
                  <a:gd fmla="*/ 157911 w 587513" name="connsiteX41"/>
                  <a:gd fmla="*/ 177478 h 606761" name="connsiteY41"/>
                  <a:gd fmla="*/ 57656 w 587513" name="connsiteX42"/>
                  <a:gd fmla="*/ 334477 h 606761" name="connsiteY42"/>
                  <a:gd fmla="*/ 62213 w 587513" name="connsiteX43"/>
                  <a:gd fmla="*/ 335994 h 606761" name="connsiteY43"/>
                  <a:gd fmla="*/ 64492 w 587513" name="connsiteX44"/>
                  <a:gd fmla="*/ 335994 h 606761" name="connsiteY44"/>
                  <a:gd fmla="*/ 214874 w 587513" name="connsiteX45"/>
                  <a:gd fmla="*/ 234361 h 606761" name="connsiteY45"/>
                  <a:gd fmla="*/ 229304 w 587513" name="connsiteX46"/>
                  <a:gd fmla="*/ 219951 h 606761" name="connsiteY46"/>
                  <a:gd fmla="*/ 236899 w 587513" name="connsiteX47"/>
                  <a:gd fmla="*/ 211608 h 606761" name="connsiteY47"/>
                  <a:gd fmla="*/ 241456 w 587513" name="connsiteX48"/>
                  <a:gd fmla="*/ 206299 h 606761" name="connsiteY48"/>
                  <a:gd fmla="*/ 250570 w 587513" name="connsiteX49"/>
                  <a:gd fmla="*/ 196439 h 606761" name="connsiteY49"/>
                  <a:gd fmla="*/ 253608 w 587513" name="connsiteX50"/>
                  <a:gd fmla="*/ 192647 h 606761" name="connsiteY50"/>
                  <a:gd fmla="*/ 261963 w 587513" name="connsiteX51"/>
                  <a:gd fmla="*/ 182787 h 606761" name="connsiteY51"/>
                  <a:gd fmla="*/ 264241 w 587513" name="connsiteX52"/>
                  <a:gd fmla="*/ 180511 h 606761" name="connsiteY52"/>
                  <a:gd fmla="*/ 309052 w 587513" name="connsiteX53"/>
                  <a:gd fmla="*/ 75087 h 606761" name="connsiteY53"/>
                  <a:gd fmla="*/ 283988 w 587513" name="connsiteX54"/>
                  <a:gd fmla="*/ 81913 h 606761" name="connsiteY54"/>
                  <a:gd fmla="*/ 283988 w 587513" name="connsiteX55"/>
                  <a:gd fmla="*/ 153207 h 606761" name="connsiteY55"/>
                  <a:gd fmla="*/ 285507 w 587513" name="connsiteX56"/>
                  <a:gd fmla="*/ 151690 h 606761" name="connsiteY56"/>
                  <a:gd fmla="*/ 287786 w 587513" name="connsiteX57"/>
                  <a:gd fmla="*/ 148656 h 606761" name="connsiteY57"/>
                  <a:gd fmla="*/ 312090 w 587513" name="connsiteX58"/>
                  <a:gd fmla="*/ 104666 h 606761" name="connsiteY58"/>
                  <a:gd fmla="*/ 315128 w 587513" name="connsiteX59"/>
                  <a:gd fmla="*/ 77362 h 606761" name="connsiteY59"/>
                  <a:gd fmla="*/ 309052 w 587513" name="connsiteX60"/>
                  <a:gd fmla="*/ 75087 h 606761" name="connsiteY60"/>
                  <a:gd fmla="*/ 208038 w 587513" name="connsiteX61"/>
                  <a:gd fmla="*/ 20478 h 606761" name="connsiteY61"/>
                  <a:gd fmla="*/ 152594 w 587513" name="connsiteX62"/>
                  <a:gd fmla="*/ 75845 h 606761" name="connsiteY62"/>
                  <a:gd fmla="*/ 152594 w 587513" name="connsiteX63"/>
                  <a:gd fmla="*/ 153966 h 606761" name="connsiteY63"/>
                  <a:gd fmla="*/ 263482 w 587513" name="connsiteX64"/>
                  <a:gd fmla="*/ 69778 h 606761" name="connsiteY64"/>
                  <a:gd fmla="*/ 208038 w 587513" name="connsiteX65"/>
                  <a:gd fmla="*/ 20478 h 606761" name="connsiteY65"/>
                  <a:gd fmla="*/ 208038 w 587513" name="connsiteX66"/>
                  <a:gd fmla="*/ 0 h 606761" name="connsiteY66"/>
                  <a:gd fmla="*/ 282469 w 587513" name="connsiteX67"/>
                  <a:gd fmla="*/ 61435 h 606761" name="connsiteY67"/>
                  <a:gd fmla="*/ 309052 w 587513" name="connsiteX68"/>
                  <a:gd fmla="*/ 55367 h 606761" name="connsiteY68"/>
                  <a:gd fmla="*/ 329559 w 587513" name="connsiteX69"/>
                  <a:gd fmla="*/ 62951 h 606761" name="connsiteY69"/>
                  <a:gd fmla="*/ 394116 w 587513" name="connsiteX70"/>
                  <a:gd fmla="*/ 127420 h 606761" name="connsiteY70"/>
                  <a:gd fmla="*/ 388800 w 587513" name="connsiteX71"/>
                  <a:gd fmla="*/ 160033 h 606761" name="connsiteY71"/>
                  <a:gd fmla="*/ 353103 w 587513" name="connsiteX72"/>
                  <a:gd fmla="*/ 221468 h 606761" name="connsiteY72"/>
                  <a:gd fmla="*/ 354622 w 587513" name="connsiteX73"/>
                  <a:gd fmla="*/ 267733 h 606761" name="connsiteY73"/>
                  <a:gd fmla="*/ 462472 w 587513" name="connsiteX74"/>
                  <a:gd fmla="*/ 375433 h 606761" name="connsiteY74"/>
                  <a:gd fmla="*/ 476902 w 587513" name="connsiteX75"/>
                  <a:gd fmla="*/ 381501 h 606761" name="connsiteY75"/>
                  <a:gd fmla="*/ 491333 w 587513" name="connsiteX76"/>
                  <a:gd fmla="*/ 374675 h 606761" name="connsiteY76"/>
                  <a:gd fmla="*/ 539941 w 587513" name="connsiteX77"/>
                  <a:gd fmla="*/ 295038 h 606761" name="connsiteY77"/>
                  <a:gd fmla="*/ 540700 w 587513" name="connsiteX78"/>
                  <a:gd fmla="*/ 273801 h 606761" name="connsiteY78"/>
                  <a:gd fmla="*/ 580195 w 587513" name="connsiteX79"/>
                  <a:gd fmla="*/ 313240 h 606761" name="connsiteY79"/>
                  <a:gd fmla="*/ 479940 w 587513" name="connsiteX80"/>
                  <a:gd fmla="*/ 499061 h 606761" name="connsiteY80"/>
                  <a:gd fmla="*/ 314368 w 587513" name="connsiteX81"/>
                  <a:gd fmla="*/ 606761 h 606761" name="connsiteY81"/>
                  <a:gd fmla="*/ 293862 w 587513" name="connsiteX82"/>
                  <a:gd fmla="*/ 599177 h 606761" name="connsiteY82"/>
                  <a:gd fmla="*/ 258165 w 587513" name="connsiteX83"/>
                  <a:gd fmla="*/ 563529 h 606761" name="connsiteY83"/>
                  <a:gd fmla="*/ 277153 w 587513" name="connsiteX84"/>
                  <a:gd fmla="*/ 555945 h 606761" name="connsiteY84"/>
                  <a:gd fmla="*/ 307533 w 587513" name="connsiteX85"/>
                  <a:gd fmla="*/ 541534 h 606761" name="connsiteY85"/>
                  <a:gd fmla="*/ 318166 w 587513" name="connsiteX86"/>
                  <a:gd fmla="*/ 526365 h 606761" name="connsiteY86"/>
                  <a:gd fmla="*/ 312090 w 587513" name="connsiteX87"/>
                  <a:gd fmla="*/ 508921 h 606761" name="connsiteY87"/>
                  <a:gd fmla="*/ 205760 w 587513" name="connsiteX88"/>
                  <a:gd fmla="*/ 403496 h 606761" name="connsiteY88"/>
                  <a:gd fmla="*/ 170063 w 587513" name="connsiteX89"/>
                  <a:gd fmla="*/ 398187 h 606761" name="connsiteY89"/>
                  <a:gd fmla="*/ 141202 w 587513" name="connsiteX90"/>
                  <a:gd fmla="*/ 408805 h 606761" name="connsiteY90"/>
                  <a:gd fmla="*/ 104746 w 587513" name="connsiteX91"/>
                  <a:gd fmla="*/ 410322 h 606761" name="connsiteY91"/>
                  <a:gd fmla="*/ 43226 w 587513" name="connsiteX92"/>
                  <a:gd fmla="*/ 348888 h 606761" name="connsiteY92"/>
                  <a:gd fmla="*/ 132088 w 587513" name="connsiteX93"/>
                  <a:gd fmla="*/ 174444 h 606761" name="connsiteY93"/>
                  <a:gd fmla="*/ 132088 w 587513" name="connsiteX94"/>
                  <a:gd fmla="*/ 75845 h 606761" name="connsiteY94"/>
                  <a:gd fmla="*/ 208038 w 587513" name="connsiteX95"/>
                  <a:gd fmla="*/ 0 h 606761" name="connsiteY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b="b" l="l" r="r" t="t"/>
                <a:pathLst>
                  <a:path h="606761" w="587513">
                    <a:moveTo>
                      <a:pt x="179184" y="415650"/>
                    </a:moveTo>
                    <a:cubicBezTo>
                      <a:pt x="183743" y="414133"/>
                      <a:pt x="188302" y="414892"/>
                      <a:pt x="191342" y="417926"/>
                    </a:cubicBezTo>
                    <a:lnTo>
                      <a:pt x="297727" y="524126"/>
                    </a:lnTo>
                    <a:cubicBezTo>
                      <a:pt x="289368" y="528677"/>
                      <a:pt x="278730" y="533987"/>
                      <a:pt x="270371" y="537021"/>
                    </a:cubicBezTo>
                    <a:lnTo>
                      <a:pt x="243015" y="548400"/>
                    </a:lnTo>
                    <a:lnTo>
                      <a:pt x="124471" y="430063"/>
                    </a:lnTo>
                    <a:lnTo>
                      <a:pt x="142709" y="428546"/>
                    </a:lnTo>
                    <a:lnTo>
                      <a:pt x="144229" y="428546"/>
                    </a:lnTo>
                    <a:cubicBezTo>
                      <a:pt x="154107" y="427029"/>
                      <a:pt x="165506" y="423236"/>
                      <a:pt x="179184" y="415650"/>
                    </a:cubicBezTo>
                    <a:close/>
                    <a:moveTo>
                      <a:pt x="38731" y="397457"/>
                    </a:moveTo>
                    <a:cubicBezTo>
                      <a:pt x="42528" y="393664"/>
                      <a:pt x="49363" y="393664"/>
                      <a:pt x="53160" y="397457"/>
                    </a:cubicBezTo>
                    <a:lnTo>
                      <a:pt x="78222" y="422494"/>
                    </a:lnTo>
                    <a:cubicBezTo>
                      <a:pt x="96448" y="440703"/>
                      <a:pt x="96448" y="469533"/>
                      <a:pt x="78222" y="487741"/>
                    </a:cubicBezTo>
                    <a:cubicBezTo>
                      <a:pt x="69868" y="496087"/>
                      <a:pt x="58476" y="500639"/>
                      <a:pt x="46325" y="500639"/>
                    </a:cubicBezTo>
                    <a:cubicBezTo>
                      <a:pt x="33415" y="500639"/>
                      <a:pt x="22024" y="496087"/>
                      <a:pt x="13669" y="487741"/>
                    </a:cubicBezTo>
                    <a:cubicBezTo>
                      <a:pt x="-4557" y="469533"/>
                      <a:pt x="-4557" y="440703"/>
                      <a:pt x="13669" y="422494"/>
                    </a:cubicBezTo>
                    <a:close/>
                    <a:moveTo>
                      <a:pt x="238418" y="267733"/>
                    </a:moveTo>
                    <a:cubicBezTo>
                      <a:pt x="228545" y="276835"/>
                      <a:pt x="223228" y="289728"/>
                      <a:pt x="223228" y="303381"/>
                    </a:cubicBezTo>
                    <a:cubicBezTo>
                      <a:pt x="223228" y="317033"/>
                      <a:pt x="228545" y="329926"/>
                      <a:pt x="238418" y="339028"/>
                    </a:cubicBezTo>
                    <a:cubicBezTo>
                      <a:pt x="247532" y="348888"/>
                      <a:pt x="260444" y="354197"/>
                      <a:pt x="274115" y="354197"/>
                    </a:cubicBezTo>
                    <a:cubicBezTo>
                      <a:pt x="287786" y="354197"/>
                      <a:pt x="300697" y="348888"/>
                      <a:pt x="309811" y="339028"/>
                    </a:cubicBezTo>
                    <a:cubicBezTo>
                      <a:pt x="319685" y="329926"/>
                      <a:pt x="325002" y="317033"/>
                      <a:pt x="325002" y="303381"/>
                    </a:cubicBezTo>
                    <a:cubicBezTo>
                      <a:pt x="325002" y="289728"/>
                      <a:pt x="319685" y="276835"/>
                      <a:pt x="309811" y="267733"/>
                    </a:cubicBezTo>
                    <a:lnTo>
                      <a:pt x="295381" y="282144"/>
                    </a:lnTo>
                    <a:cubicBezTo>
                      <a:pt x="301457" y="287453"/>
                      <a:pt x="304495" y="295038"/>
                      <a:pt x="304495" y="303381"/>
                    </a:cubicBezTo>
                    <a:cubicBezTo>
                      <a:pt x="304495" y="311723"/>
                      <a:pt x="301457" y="319308"/>
                      <a:pt x="295381" y="324617"/>
                    </a:cubicBezTo>
                    <a:cubicBezTo>
                      <a:pt x="283988" y="335994"/>
                      <a:pt x="264241" y="335994"/>
                      <a:pt x="252849" y="324617"/>
                    </a:cubicBezTo>
                    <a:cubicBezTo>
                      <a:pt x="246773" y="319308"/>
                      <a:pt x="243735" y="311723"/>
                      <a:pt x="243735" y="303381"/>
                    </a:cubicBezTo>
                    <a:cubicBezTo>
                      <a:pt x="243735" y="295038"/>
                      <a:pt x="246773" y="287453"/>
                      <a:pt x="252849" y="282144"/>
                    </a:cubicBezTo>
                    <a:close/>
                    <a:moveTo>
                      <a:pt x="283988" y="187337"/>
                    </a:moveTo>
                    <a:cubicBezTo>
                      <a:pt x="277912" y="195680"/>
                      <a:pt x="271077" y="203265"/>
                      <a:pt x="264241" y="211608"/>
                    </a:cubicBezTo>
                    <a:lnTo>
                      <a:pt x="264241" y="303381"/>
                    </a:lnTo>
                    <a:lnTo>
                      <a:pt x="283988" y="303381"/>
                    </a:lnTo>
                    <a:close/>
                    <a:moveTo>
                      <a:pt x="411628" y="144867"/>
                    </a:moveTo>
                    <a:lnTo>
                      <a:pt x="521790" y="254835"/>
                    </a:lnTo>
                    <a:lnTo>
                      <a:pt x="520271" y="291996"/>
                    </a:lnTo>
                    <a:cubicBezTo>
                      <a:pt x="516472" y="310197"/>
                      <a:pt x="500518" y="335983"/>
                      <a:pt x="476966" y="361010"/>
                    </a:cubicBezTo>
                    <a:lnTo>
                      <a:pt x="369082" y="254076"/>
                    </a:lnTo>
                    <a:cubicBezTo>
                      <a:pt x="363764" y="248767"/>
                      <a:pt x="363764" y="240425"/>
                      <a:pt x="369082" y="235116"/>
                    </a:cubicBezTo>
                    <a:cubicBezTo>
                      <a:pt x="391115" y="208572"/>
                      <a:pt x="405550" y="182787"/>
                      <a:pt x="408589" y="163827"/>
                    </a:cubicBezTo>
                    <a:close/>
                    <a:moveTo>
                      <a:pt x="264241" y="92531"/>
                    </a:moveTo>
                    <a:cubicBezTo>
                      <a:pt x="235380" y="109217"/>
                      <a:pt x="198165" y="137280"/>
                      <a:pt x="157911" y="177478"/>
                    </a:cubicBezTo>
                    <a:cubicBezTo>
                      <a:pt x="74365" y="260907"/>
                      <a:pt x="47783" y="324617"/>
                      <a:pt x="57656" y="334477"/>
                    </a:cubicBezTo>
                    <a:cubicBezTo>
                      <a:pt x="59175" y="335994"/>
                      <a:pt x="60694" y="335994"/>
                      <a:pt x="62213" y="335994"/>
                    </a:cubicBezTo>
                    <a:cubicBezTo>
                      <a:pt x="62973" y="335994"/>
                      <a:pt x="63732" y="335994"/>
                      <a:pt x="64492" y="335994"/>
                    </a:cubicBezTo>
                    <a:cubicBezTo>
                      <a:pt x="88796" y="335994"/>
                      <a:pt x="148037" y="301105"/>
                      <a:pt x="214874" y="234361"/>
                    </a:cubicBezTo>
                    <a:cubicBezTo>
                      <a:pt x="220190" y="229811"/>
                      <a:pt x="224747" y="225260"/>
                      <a:pt x="229304" y="219951"/>
                    </a:cubicBezTo>
                    <a:cubicBezTo>
                      <a:pt x="231583" y="217676"/>
                      <a:pt x="234621" y="214642"/>
                      <a:pt x="236899" y="211608"/>
                    </a:cubicBezTo>
                    <a:cubicBezTo>
                      <a:pt x="238418" y="210091"/>
                      <a:pt x="239937" y="208574"/>
                      <a:pt x="241456" y="206299"/>
                    </a:cubicBezTo>
                    <a:cubicBezTo>
                      <a:pt x="244494" y="203265"/>
                      <a:pt x="247532" y="199473"/>
                      <a:pt x="250570" y="196439"/>
                    </a:cubicBezTo>
                    <a:cubicBezTo>
                      <a:pt x="251330" y="194922"/>
                      <a:pt x="252849" y="194164"/>
                      <a:pt x="253608" y="192647"/>
                    </a:cubicBezTo>
                    <a:cubicBezTo>
                      <a:pt x="256646" y="189613"/>
                      <a:pt x="258925" y="186579"/>
                      <a:pt x="261963" y="182787"/>
                    </a:cubicBezTo>
                    <a:cubicBezTo>
                      <a:pt x="262722" y="182028"/>
                      <a:pt x="263482" y="181270"/>
                      <a:pt x="264241" y="180511"/>
                    </a:cubicBezTo>
                    <a:close/>
                    <a:moveTo>
                      <a:pt x="309052" y="75087"/>
                    </a:moveTo>
                    <a:cubicBezTo>
                      <a:pt x="302976" y="75087"/>
                      <a:pt x="294621" y="77362"/>
                      <a:pt x="283988" y="81913"/>
                    </a:cubicBezTo>
                    <a:lnTo>
                      <a:pt x="283988" y="153207"/>
                    </a:lnTo>
                    <a:cubicBezTo>
                      <a:pt x="284748" y="152449"/>
                      <a:pt x="284748" y="152449"/>
                      <a:pt x="285507" y="151690"/>
                    </a:cubicBezTo>
                    <a:cubicBezTo>
                      <a:pt x="286267" y="150173"/>
                      <a:pt x="287026" y="149415"/>
                      <a:pt x="287786" y="148656"/>
                    </a:cubicBezTo>
                    <a:cubicBezTo>
                      <a:pt x="299178" y="131212"/>
                      <a:pt x="306773" y="116802"/>
                      <a:pt x="312090" y="104666"/>
                    </a:cubicBezTo>
                    <a:cubicBezTo>
                      <a:pt x="318166" y="88739"/>
                      <a:pt x="318166" y="79637"/>
                      <a:pt x="315128" y="77362"/>
                    </a:cubicBezTo>
                    <a:cubicBezTo>
                      <a:pt x="313609" y="75845"/>
                      <a:pt x="310571" y="75087"/>
                      <a:pt x="309052" y="75087"/>
                    </a:cubicBezTo>
                    <a:close/>
                    <a:moveTo>
                      <a:pt x="208038" y="20478"/>
                    </a:moveTo>
                    <a:cubicBezTo>
                      <a:pt x="177658" y="20478"/>
                      <a:pt x="152594" y="45507"/>
                      <a:pt x="152594" y="75845"/>
                    </a:cubicBezTo>
                    <a:lnTo>
                      <a:pt x="152594" y="153966"/>
                    </a:lnTo>
                    <a:cubicBezTo>
                      <a:pt x="192088" y="116043"/>
                      <a:pt x="231583" y="86463"/>
                      <a:pt x="263482" y="69778"/>
                    </a:cubicBezTo>
                    <a:cubicBezTo>
                      <a:pt x="260444" y="41715"/>
                      <a:pt x="236899" y="20478"/>
                      <a:pt x="208038" y="20478"/>
                    </a:cubicBezTo>
                    <a:close/>
                    <a:moveTo>
                      <a:pt x="208038" y="0"/>
                    </a:moveTo>
                    <a:cubicBezTo>
                      <a:pt x="245254" y="0"/>
                      <a:pt x="275634" y="26546"/>
                      <a:pt x="282469" y="61435"/>
                    </a:cubicBezTo>
                    <a:cubicBezTo>
                      <a:pt x="293102" y="57642"/>
                      <a:pt x="301457" y="55367"/>
                      <a:pt x="309052" y="55367"/>
                    </a:cubicBezTo>
                    <a:cubicBezTo>
                      <a:pt x="317407" y="55367"/>
                      <a:pt x="325002" y="57642"/>
                      <a:pt x="329559" y="62951"/>
                    </a:cubicBezTo>
                    <a:lnTo>
                      <a:pt x="394116" y="127420"/>
                    </a:lnTo>
                    <a:lnTo>
                      <a:pt x="388800" y="160033"/>
                    </a:lnTo>
                    <a:cubicBezTo>
                      <a:pt x="386521" y="175961"/>
                      <a:pt x="372850" y="198714"/>
                      <a:pt x="353103" y="221468"/>
                    </a:cubicBezTo>
                    <a:cubicBezTo>
                      <a:pt x="341711" y="235878"/>
                      <a:pt x="342470" y="255598"/>
                      <a:pt x="354622" y="267733"/>
                    </a:cubicBezTo>
                    <a:lnTo>
                      <a:pt x="462472" y="375433"/>
                    </a:lnTo>
                    <a:cubicBezTo>
                      <a:pt x="466269" y="379226"/>
                      <a:pt x="471586" y="381501"/>
                      <a:pt x="476902" y="381501"/>
                    </a:cubicBezTo>
                    <a:cubicBezTo>
                      <a:pt x="482978" y="381501"/>
                      <a:pt x="487535" y="379226"/>
                      <a:pt x="491333" y="374675"/>
                    </a:cubicBezTo>
                    <a:cubicBezTo>
                      <a:pt x="518675" y="345854"/>
                      <a:pt x="536143" y="317033"/>
                      <a:pt x="539941" y="295038"/>
                    </a:cubicBezTo>
                    <a:lnTo>
                      <a:pt x="540700" y="273801"/>
                    </a:lnTo>
                    <a:lnTo>
                      <a:pt x="580195" y="313240"/>
                    </a:lnTo>
                    <a:cubicBezTo>
                      <a:pt x="608296" y="341303"/>
                      <a:pt x="551333" y="427767"/>
                      <a:pt x="479940" y="499061"/>
                    </a:cubicBezTo>
                    <a:cubicBezTo>
                      <a:pt x="415382" y="563529"/>
                      <a:pt x="349306" y="606761"/>
                      <a:pt x="314368" y="606761"/>
                    </a:cubicBezTo>
                    <a:cubicBezTo>
                      <a:pt x="306014" y="606761"/>
                      <a:pt x="299178" y="604486"/>
                      <a:pt x="293862" y="599177"/>
                    </a:cubicBezTo>
                    <a:lnTo>
                      <a:pt x="258165" y="563529"/>
                    </a:lnTo>
                    <a:lnTo>
                      <a:pt x="277153" y="555945"/>
                    </a:lnTo>
                    <a:cubicBezTo>
                      <a:pt x="284748" y="553669"/>
                      <a:pt x="293862" y="549119"/>
                      <a:pt x="307533" y="541534"/>
                    </a:cubicBezTo>
                    <a:cubicBezTo>
                      <a:pt x="313609" y="538500"/>
                      <a:pt x="317407" y="532433"/>
                      <a:pt x="318166" y="526365"/>
                    </a:cubicBezTo>
                    <a:cubicBezTo>
                      <a:pt x="318926" y="520298"/>
                      <a:pt x="316647" y="513472"/>
                      <a:pt x="312090" y="508921"/>
                    </a:cubicBezTo>
                    <a:lnTo>
                      <a:pt x="205760" y="403496"/>
                    </a:lnTo>
                    <a:cubicBezTo>
                      <a:pt x="196646" y="394395"/>
                      <a:pt x="182215" y="392119"/>
                      <a:pt x="170063" y="398187"/>
                    </a:cubicBezTo>
                    <a:cubicBezTo>
                      <a:pt x="158670" y="403496"/>
                      <a:pt x="148797" y="407288"/>
                      <a:pt x="141202" y="408805"/>
                    </a:cubicBezTo>
                    <a:lnTo>
                      <a:pt x="104746" y="410322"/>
                    </a:lnTo>
                    <a:lnTo>
                      <a:pt x="43226" y="348888"/>
                    </a:lnTo>
                    <a:cubicBezTo>
                      <a:pt x="16643" y="322342"/>
                      <a:pt x="66770" y="243463"/>
                      <a:pt x="132088" y="174444"/>
                    </a:cubicBezTo>
                    <a:lnTo>
                      <a:pt x="132088" y="75845"/>
                    </a:lnTo>
                    <a:cubicBezTo>
                      <a:pt x="132088" y="34130"/>
                      <a:pt x="166265" y="0"/>
                      <a:pt x="2080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</a:p>
            </p:txBody>
          </p:sp>
          <p:sp>
            <p:nvSpPr>
              <p:cNvPr descr="293f3200-f52d-4c41-a217-d757bb1c7b7a" id="27" name="Number1">
                <a:extLst>
                  <a:ext uri="{FF2B5EF4-FFF2-40B4-BE49-F238E27FC236}">
                    <a16:creationId id="{A40D4F3B-8CEB-D04F-04C5-E7DAEA0B3A85}"/>
                  </a:ext>
                </a:extLst>
              </p:cNvPr>
              <p:cNvSpPr/>
              <p:nvPr/>
            </p:nvSpPr>
            <p:spPr>
              <a:xfrm flipV="false" flipH="false">
                <a:off x="4636927" y="2387521"/>
                <a:ext cx="406723" cy="406721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 fontScale="92500" lnSpcReduction="10000"/>
              </a:bodyPr>
              <a:lstStyle/>
              <a:p>
                <a:pPr algn="ctr"/>
                <a:r>
                  <a:rPr lang="en-US" b="true" i="false" u="none" sz="1400">
                    <a:solidFill>
                      <a:srgbClr val="FFFFFF"/>
                    </a:solidFill>
                    <a:latin typeface="Arial"/>
                  </a:rPr>
                  <a:t>01</a:t>
                </a:r>
              </a:p>
            </p:txBody>
          </p:sp>
          <p:sp>
            <p:nvSpPr>
              <p:cNvPr descr="1cb5d553-a482-4314-92ab-3b52318e4acd" id="24" name="Bullet1">
                <a:extLst>
                  <a:ext uri="{FF2B5EF4-FFF2-40B4-BE49-F238E27FC236}">
                    <a16:creationId id="{EA32E04A-D986-100B-7966-E59EC4D4BCC1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5139624" y="2061929"/>
                <a:ext cx="5469271" cy="512194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末梢神经末端</a:t>
                </a:r>
              </a:p>
            </p:txBody>
          </p:sp>
          <p:sp>
            <p:nvSpPr>
              <p:cNvPr descr="4567281b-a336-4833-965e-81986ff08748" id="25" name="Text1">
                <a:extLst>
                  <a:ext uri="{FF2B5EF4-FFF2-40B4-BE49-F238E27FC236}">
                    <a16:creationId id="{AD3245EF-E5DD-50DC-9E38-E0D22D4FE91B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5139624" y="2574126"/>
                <a:ext cx="5469271" cy="664753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人脚部集中丰富的末梢神经末端，对刺激敏感。</a:t>
                </a:r>
              </a:p>
            </p:txBody>
          </p:sp>
        </p:grpSp>
        <p:grpSp>
          <p:nvGrpSpPr>
            <p:cNvPr descr="adb54b42-d968-456d-8c90-e83c94436fb7" id="36" name="组合 35">
              <a:extLst>
                <a:ext uri="{FF2B5EF4-FFF2-40B4-BE49-F238E27FC236}">
                  <a16:creationId id="{E21F4A1E-4130-6C65-A848-7A7F71554BB4}"/>
                </a:ext>
              </a:extLst>
            </p:cNvPr>
            <p:cNvGrpSpPr/>
            <p:nvPr/>
          </p:nvGrpSpPr>
          <p:grpSpPr>
            <a:xfrm>
              <a:off x="2352185" y="3290390"/>
              <a:ext cx="8256710" cy="1396099"/>
              <a:chOff x="2352185" y="3290390"/>
              <a:chExt cx="8256710" cy="1396099"/>
            </a:xfrm>
          </p:grpSpPr>
          <p:sp>
            <p:nvSpPr>
              <p:cNvPr descr="85e17474-a156-45ab-b67f-7e4fcaf9f283" id="29" name="Icon2">
                <a:extLst>
                  <a:ext uri="{FF2B5EF4-FFF2-40B4-BE49-F238E27FC236}">
                    <a16:creationId id="{1D3936C9-767A-9F08-56B2-E28E02F3FC2C}"/>
                  </a:ext>
                </a:extLst>
              </p:cNvPr>
              <p:cNvSpPr/>
              <p:nvPr/>
            </p:nvSpPr>
            <p:spPr>
              <a:xfrm rot="16720407" flipV="false" flipH="false">
                <a:off x="2369676" y="3272899"/>
                <a:ext cx="425583" cy="460565"/>
              </a:xfrm>
              <a:custGeom>
                <a:avLst/>
                <a:gdLst>
                  <a:gd fmla="*/ 3681 w 4569" name="T0"/>
                  <a:gd fmla="*/ 853 h 4559" name="T1"/>
                  <a:gd fmla="*/ 3572 w 4569" name="T2"/>
                  <a:gd fmla="*/ 737 h 4559" name="T3"/>
                  <a:gd fmla="*/ 1889 w 4569" name="T4"/>
                  <a:gd fmla="*/ 108 h 4559" name="T5"/>
                  <a:gd fmla="*/ 1109 w 4569" name="T6"/>
                  <a:gd fmla="*/ 1062 h 4559" name="T7"/>
                  <a:gd fmla="*/ 1193 w 4569" name="T8"/>
                  <a:gd fmla="*/ 1426 h 4559" name="T9"/>
                  <a:gd fmla="*/ 1421 w 4569" name="T10"/>
                  <a:gd fmla="*/ 1776 h 4559" name="T11"/>
                  <a:gd fmla="*/ 1047 w 4569" name="T12"/>
                  <a:gd fmla="*/ 2226 h 4559" name="T13"/>
                  <a:gd fmla="*/ 202 w 4569" name="T14"/>
                  <a:gd fmla="*/ 3462 h 4559" name="T15"/>
                  <a:gd fmla="*/ 1483 w 4569" name="T16"/>
                  <a:gd fmla="*/ 4421 h 4559" name="T17"/>
                  <a:gd fmla="*/ 3124 w 4569" name="T18"/>
                  <a:gd fmla="*/ 4190 h 4559" name="T19"/>
                  <a:gd fmla="*/ 3681 w 4569" name="T20"/>
                  <a:gd fmla="*/ 853 h 4559" name="T21"/>
                  <a:gd fmla="*/ 1858 w 4569" name="T22"/>
                  <a:gd fmla="*/ 3965 h 4559" name="T23"/>
                  <a:gd fmla="*/ 1538 w 4569" name="T24"/>
                  <a:gd fmla="*/ 3645 h 4559" name="T25"/>
                  <a:gd fmla="*/ 1858 w 4569" name="T26"/>
                  <a:gd fmla="*/ 3325 h 4559" name="T27"/>
                  <a:gd fmla="*/ 2178 w 4569" name="T28"/>
                  <a:gd fmla="*/ 3645 h 4559" name="T29"/>
                  <a:gd fmla="*/ 1858 w 4569" name="T30"/>
                  <a:gd fmla="*/ 3965 h 4559" name="T31"/>
                  <a:gd fmla="*/ 2513 w 4569" name="T32"/>
                  <a:gd fmla="*/ 1185 h 4559" name="T33"/>
                  <a:gd fmla="*/ 2833 w 4569" name="T34"/>
                  <a:gd fmla="*/ 865 h 4559" name="T35"/>
                  <a:gd fmla="*/ 3153 w 4569" name="T36"/>
                  <a:gd fmla="*/ 1185 h 4559" name="T37"/>
                  <a:gd fmla="*/ 2833 w 4569" name="T38"/>
                  <a:gd fmla="*/ 1505 h 4559" name="T39"/>
                  <a:gd fmla="*/ 2513 w 4569" name="T40"/>
                  <a:gd fmla="*/ 1185 h 4559" name="T41"/>
                  <a:gd fmla="*/ 2973 w 4569" name="T42"/>
                  <a:gd fmla="*/ 3578 h 4559" name="T43"/>
                  <a:gd fmla="*/ 2653 w 4569" name="T44"/>
                  <a:gd fmla="*/ 3258 h 4559" name="T45"/>
                  <a:gd fmla="*/ 2973 w 4569" name="T46"/>
                  <a:gd fmla="*/ 2938 h 4559" name="T47"/>
                  <a:gd fmla="*/ 3293 w 4569" name="T48"/>
                  <a:gd fmla="*/ 3258 h 4559" name="T49"/>
                  <a:gd fmla="*/ 2973 w 4569" name="T50"/>
                  <a:gd fmla="*/ 3578 h 4559" name="T51"/>
                  <a:gd fmla="*/ 3393 w 4569" name="T52"/>
                  <a:gd fmla="*/ 2511 h 4559" name="T53"/>
                  <a:gd fmla="*/ 3073 w 4569" name="T54"/>
                  <a:gd fmla="*/ 2191 h 4559" name="T55"/>
                  <a:gd fmla="*/ 3393 w 4569" name="T56"/>
                  <a:gd fmla="*/ 1871 h 4559" name="T57"/>
                  <a:gd fmla="*/ 3713 w 4569" name="T58"/>
                  <a:gd fmla="*/ 2191 h 4559" name="T59"/>
                  <a:gd fmla="*/ 3393 w 4569" name="T60"/>
                  <a:gd fmla="*/ 2511 h 4559" name="T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b="b" l="0" r="r" t="0"/>
                <a:pathLst>
                  <a:path h="4559" w="4569">
                    <a:moveTo>
                      <a:pt x="3681" y="853"/>
                    </a:moveTo>
                    <a:cubicBezTo>
                      <a:pt x="3646" y="813"/>
                      <a:pt x="3610" y="774"/>
                      <a:pt x="3572" y="737"/>
                    </a:cubicBezTo>
                    <a:cubicBezTo>
                      <a:pt x="3131" y="296"/>
                      <a:pt x="2526" y="0"/>
                      <a:pt x="1889" y="108"/>
                    </a:cubicBezTo>
                    <a:cubicBezTo>
                      <a:pt x="1391" y="193"/>
                      <a:pt x="1084" y="569"/>
                      <a:pt x="1109" y="1062"/>
                    </a:cubicBezTo>
                    <a:cubicBezTo>
                      <a:pt x="1116" y="1187"/>
                      <a:pt x="1142" y="1311"/>
                      <a:pt x="1193" y="1426"/>
                    </a:cubicBezTo>
                    <a:cubicBezTo>
                      <a:pt x="1251" y="1556"/>
                      <a:pt x="1366" y="1648"/>
                      <a:pt x="1421" y="1776"/>
                    </a:cubicBezTo>
                    <a:cubicBezTo>
                      <a:pt x="1538" y="2048"/>
                      <a:pt x="1288" y="2226"/>
                      <a:pt x="1047" y="2226"/>
                    </a:cubicBezTo>
                    <a:cubicBezTo>
                      <a:pt x="416" y="2191"/>
                      <a:pt x="0" y="2912"/>
                      <a:pt x="202" y="3462"/>
                    </a:cubicBezTo>
                    <a:cubicBezTo>
                      <a:pt x="384" y="3961"/>
                      <a:pt x="998" y="4300"/>
                      <a:pt x="1483" y="4421"/>
                    </a:cubicBezTo>
                    <a:cubicBezTo>
                      <a:pt x="2035" y="4559"/>
                      <a:pt x="2632" y="4476"/>
                      <a:pt x="3124" y="4190"/>
                    </a:cubicBezTo>
                    <a:cubicBezTo>
                      <a:pt x="4295" y="3508"/>
                      <a:pt x="4569" y="1878"/>
                      <a:pt x="3681" y="853"/>
                    </a:cubicBezTo>
                    <a:close/>
                    <a:moveTo>
                      <a:pt x="1858" y="3965"/>
                    </a:moveTo>
                    <a:cubicBezTo>
                      <a:pt x="1681" y="3965"/>
                      <a:pt x="1538" y="3821"/>
                      <a:pt x="1538" y="3645"/>
                    </a:cubicBezTo>
                    <a:cubicBezTo>
                      <a:pt x="1538" y="3468"/>
                      <a:pt x="1681" y="3325"/>
                      <a:pt x="1858" y="3325"/>
                    </a:cubicBezTo>
                    <a:cubicBezTo>
                      <a:pt x="2035" y="3325"/>
                      <a:pt x="2178" y="3468"/>
                      <a:pt x="2178" y="3645"/>
                    </a:cubicBezTo>
                    <a:cubicBezTo>
                      <a:pt x="2178" y="3821"/>
                      <a:pt x="2035" y="3965"/>
                      <a:pt x="1858" y="3965"/>
                    </a:cubicBezTo>
                    <a:close/>
                    <a:moveTo>
                      <a:pt x="2513" y="1185"/>
                    </a:moveTo>
                    <a:cubicBezTo>
                      <a:pt x="2513" y="1008"/>
                      <a:pt x="2656" y="865"/>
                      <a:pt x="2833" y="865"/>
                    </a:cubicBezTo>
                    <a:cubicBezTo>
                      <a:pt x="3009" y="865"/>
                      <a:pt x="3153" y="1008"/>
                      <a:pt x="3153" y="1185"/>
                    </a:cubicBezTo>
                    <a:cubicBezTo>
                      <a:pt x="3153" y="1361"/>
                      <a:pt x="3009" y="1505"/>
                      <a:pt x="2833" y="1505"/>
                    </a:cubicBezTo>
                    <a:cubicBezTo>
                      <a:pt x="2656" y="1505"/>
                      <a:pt x="2513" y="1361"/>
                      <a:pt x="2513" y="1185"/>
                    </a:cubicBezTo>
                    <a:close/>
                    <a:moveTo>
                      <a:pt x="2973" y="3578"/>
                    </a:moveTo>
                    <a:cubicBezTo>
                      <a:pt x="2796" y="3578"/>
                      <a:pt x="2653" y="3435"/>
                      <a:pt x="2653" y="3258"/>
                    </a:cubicBezTo>
                    <a:cubicBezTo>
                      <a:pt x="2653" y="3081"/>
                      <a:pt x="2796" y="2938"/>
                      <a:pt x="2973" y="2938"/>
                    </a:cubicBezTo>
                    <a:cubicBezTo>
                      <a:pt x="3149" y="2938"/>
                      <a:pt x="3293" y="3081"/>
                      <a:pt x="3293" y="3258"/>
                    </a:cubicBezTo>
                    <a:cubicBezTo>
                      <a:pt x="3293" y="3435"/>
                      <a:pt x="3149" y="3578"/>
                      <a:pt x="2973" y="3578"/>
                    </a:cubicBezTo>
                    <a:close/>
                    <a:moveTo>
                      <a:pt x="3393" y="2511"/>
                    </a:moveTo>
                    <a:cubicBezTo>
                      <a:pt x="3216" y="2511"/>
                      <a:pt x="3073" y="2368"/>
                      <a:pt x="3073" y="2191"/>
                    </a:cubicBezTo>
                    <a:cubicBezTo>
                      <a:pt x="3073" y="2015"/>
                      <a:pt x="3216" y="1871"/>
                      <a:pt x="3393" y="1871"/>
                    </a:cubicBezTo>
                    <a:cubicBezTo>
                      <a:pt x="3569" y="1871"/>
                      <a:pt x="3713" y="2015"/>
                      <a:pt x="3713" y="2191"/>
                    </a:cubicBezTo>
                    <a:cubicBezTo>
                      <a:pt x="3713" y="2368"/>
                      <a:pt x="3569" y="2511"/>
                      <a:pt x="3393" y="25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/>
              </a:p>
            </p:txBody>
          </p:sp>
          <p:sp>
            <p:nvSpPr>
              <p:cNvPr descr="ce8d81d8-cf62-4530-9470-66eefa1c2509" id="18" name="Number2">
                <a:extLst>
                  <a:ext uri="{FF2B5EF4-FFF2-40B4-BE49-F238E27FC236}">
                    <a16:creationId id="{F7805806-83F0-3E38-5A4D-47D75A07A8B6}"/>
                  </a:ext>
                </a:extLst>
              </p:cNvPr>
              <p:cNvSpPr/>
              <p:nvPr/>
            </p:nvSpPr>
            <p:spPr>
              <a:xfrm flipV="false" flipH="false">
                <a:off x="5190315" y="3835131"/>
                <a:ext cx="406722" cy="406721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 fontScale="92500" lnSpcReduction="10000"/>
              </a:bodyPr>
              <a:lstStyle/>
              <a:p>
                <a:pPr algn="ctr"/>
                <a:r>
                  <a:rPr lang="en-US" b="true" i="false" u="none" sz="1400">
                    <a:solidFill>
                      <a:srgbClr val="FFFFFF"/>
                    </a:solidFill>
                    <a:latin typeface="Arial"/>
                  </a:rPr>
                  <a:t>02</a:t>
                </a:r>
              </a:p>
            </p:txBody>
          </p:sp>
          <p:sp>
            <p:nvSpPr>
              <p:cNvPr descr="bd548300-ecde-457b-92c0-62764b4b848a" id="15" name="Bullet2">
                <a:extLst>
                  <a:ext uri="{FF2B5EF4-FFF2-40B4-BE49-F238E27FC236}">
                    <a16:creationId id="{07745AEF-2331-2E90-8465-D43F04220F63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5693013" y="3509539"/>
                <a:ext cx="4915882" cy="512194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反射弧区带</a:t>
                </a:r>
              </a:p>
            </p:txBody>
          </p:sp>
          <p:sp>
            <p:nvSpPr>
              <p:cNvPr descr="17dcef58-e2af-46f2-b8c7-e6641bd3e8d4" id="16" name="Text2">
                <a:extLst>
                  <a:ext uri="{FF2B5EF4-FFF2-40B4-BE49-F238E27FC236}">
                    <a16:creationId id="{FB504275-BB24-1287-03A3-7D99E97B206F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5693013" y="4021736"/>
                <a:ext cx="4915882" cy="664753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足底正中有对应性器官等部位的反射弧区带。</a:t>
                </a:r>
              </a:p>
            </p:txBody>
          </p:sp>
        </p:grpSp>
        <p:grpSp>
          <p:nvGrpSpPr>
            <p:cNvPr descr="6445dd28-5219-4920-8bb7-47276d6eaf40" id="37" name="组合 36">
              <a:extLst>
                <a:ext uri="{FF2B5EF4-FFF2-40B4-BE49-F238E27FC236}">
                  <a16:creationId id="{9A3D4568-877C-2C87-D4F5-59D20456A2C4}"/>
                </a:ext>
              </a:extLst>
            </p:cNvPr>
            <p:cNvGrpSpPr/>
            <p:nvPr/>
          </p:nvGrpSpPr>
          <p:grpSpPr>
            <a:xfrm>
              <a:off x="2425650" y="4342654"/>
              <a:ext cx="8715995" cy="1791446"/>
              <a:chOff x="2425650" y="4342654"/>
              <a:chExt cx="8715995" cy="1791446"/>
            </a:xfrm>
          </p:grpSpPr>
          <p:sp>
            <p:nvSpPr>
              <p:cNvPr descr="59516ff1-7858-483f-a2e0-fb61afde1c50" id="30" name="Icon3">
                <a:extLst>
                  <a:ext uri="{FF2B5EF4-FFF2-40B4-BE49-F238E27FC236}">
                    <a16:creationId id="{D868C48E-FC62-55A7-32B6-3870E3880163}"/>
                  </a:ext>
                </a:extLst>
              </p:cNvPr>
              <p:cNvSpPr/>
              <p:nvPr/>
            </p:nvSpPr>
            <p:spPr>
              <a:xfrm flipV="false" flipH="false">
                <a:off x="2425650" y="4342654"/>
                <a:ext cx="353583" cy="351773"/>
              </a:xfrm>
              <a:custGeom>
                <a:avLst/>
                <a:gdLst>
                  <a:gd fmla="*/ 436800 w 607639" name="connsiteX0"/>
                  <a:gd fmla="*/ 516690 h 598264" name="connsiteY0"/>
                  <a:gd fmla="*/ 607639 w 607639" name="connsiteX1"/>
                  <a:gd fmla="*/ 516690 h 598264" name="connsiteY1"/>
                  <a:gd fmla="*/ 607639 w 607639" name="connsiteX2"/>
                  <a:gd fmla="*/ 577115 h 598264" name="connsiteY2"/>
                  <a:gd fmla="*/ 586451 w 607639" name="connsiteX3"/>
                  <a:gd fmla="*/ 598264 h 598264" name="connsiteY3"/>
                  <a:gd fmla="*/ 457988 w 607639" name="connsiteX4"/>
                  <a:gd fmla="*/ 598264 h 598264" name="connsiteY4"/>
                  <a:gd fmla="*/ 436800 w 607639" name="connsiteX5"/>
                  <a:gd fmla="*/ 577115 h 598264" name="connsiteY5"/>
                  <a:gd fmla="*/ 218400 w 607639" name="connsiteX6"/>
                  <a:gd fmla="*/ 516690 h 598264" name="connsiteY6"/>
                  <a:gd fmla="*/ 389239 w 607639" name="connsiteX7"/>
                  <a:gd fmla="*/ 516690 h 598264" name="connsiteY7"/>
                  <a:gd fmla="*/ 389239 w 607639" name="connsiteX8"/>
                  <a:gd fmla="*/ 577115 h 598264" name="connsiteY8"/>
                  <a:gd fmla="*/ 368051 w 607639" name="connsiteX9"/>
                  <a:gd fmla="*/ 598264 h 598264" name="connsiteY9"/>
                  <a:gd fmla="*/ 239588 w 607639" name="connsiteX10"/>
                  <a:gd fmla="*/ 598264 h 598264" name="connsiteY10"/>
                  <a:gd fmla="*/ 218400 w 607639" name="connsiteX11"/>
                  <a:gd fmla="*/ 577115 h 598264" name="connsiteY11"/>
                  <a:gd fmla="*/ 0 w 607639" name="connsiteX12"/>
                  <a:gd fmla="*/ 516690 h 598264" name="connsiteY12"/>
                  <a:gd fmla="*/ 170768 w 607639" name="connsiteX13"/>
                  <a:gd fmla="*/ 516690 h 598264" name="connsiteY13"/>
                  <a:gd fmla="*/ 170768 w 607639" name="connsiteX14"/>
                  <a:gd fmla="*/ 577115 h 598264" name="connsiteY14"/>
                  <a:gd fmla="*/ 149589 w 607639" name="connsiteX15"/>
                  <a:gd fmla="*/ 598264 h 598264" name="connsiteY15"/>
                  <a:gd fmla="*/ 21179 w 607639" name="connsiteX16"/>
                  <a:gd fmla="*/ 598264 h 598264" name="connsiteY16"/>
                  <a:gd fmla="*/ 0 w 607639" name="connsiteX17"/>
                  <a:gd fmla="*/ 577115 h 598264" name="connsiteY17"/>
                  <a:gd fmla="*/ 218400 w 607639" name="connsiteX18"/>
                  <a:gd fmla="*/ 228572 h 598264" name="connsiteY18"/>
                  <a:gd fmla="*/ 389239 w 607639" name="connsiteX19"/>
                  <a:gd fmla="*/ 228572 h 598264" name="connsiteY19"/>
                  <a:gd fmla="*/ 389239 w 607639" name="connsiteX20"/>
                  <a:gd fmla="*/ 474351 h 598264" name="connsiteY20"/>
                  <a:gd fmla="*/ 218400 w 607639" name="connsiteX21"/>
                  <a:gd fmla="*/ 474351 h 598264" name="connsiteY21"/>
                  <a:gd fmla="*/ 436800 w 607639" name="connsiteX22"/>
                  <a:gd fmla="*/ 228501 h 598264" name="connsiteY22"/>
                  <a:gd fmla="*/ 607639 w 607639" name="connsiteX23"/>
                  <a:gd fmla="*/ 228501 h 598264" name="connsiteY23"/>
                  <a:gd fmla="*/ 607639 w 607639" name="connsiteX24"/>
                  <a:gd fmla="*/ 474351 h 598264" name="connsiteY24"/>
                  <a:gd fmla="*/ 436800 w 607639" name="connsiteX25"/>
                  <a:gd fmla="*/ 474351 h 598264" name="connsiteY25"/>
                  <a:gd fmla="*/ 0 w 607639" name="connsiteX26"/>
                  <a:gd fmla="*/ 228501 h 598264" name="connsiteY26"/>
                  <a:gd fmla="*/ 170768 w 607639" name="connsiteX27"/>
                  <a:gd fmla="*/ 228501 h 598264" name="connsiteY27"/>
                  <a:gd fmla="*/ 170768 w 607639" name="connsiteX28"/>
                  <a:gd fmla="*/ 474351 h 598264" name="connsiteY28"/>
                  <a:gd fmla="*/ 0 w 607639" name="connsiteX29"/>
                  <a:gd fmla="*/ 474351 h 598264" name="connsiteY29"/>
                  <a:gd fmla="*/ 436800 w 607639" name="connsiteX30"/>
                  <a:gd fmla="*/ 146927 h 598264" name="connsiteY30"/>
                  <a:gd fmla="*/ 607639 w 607639" name="connsiteX31"/>
                  <a:gd fmla="*/ 146927 h 598264" name="connsiteY31"/>
                  <a:gd fmla="*/ 607639 w 607639" name="connsiteX32"/>
                  <a:gd fmla="*/ 186161 h 598264" name="connsiteY32"/>
                  <a:gd fmla="*/ 436800 w 607639" name="connsiteX33"/>
                  <a:gd fmla="*/ 186161 h 598264" name="connsiteY33"/>
                  <a:gd fmla="*/ 218400 w 607639" name="connsiteX34"/>
                  <a:gd fmla="*/ 146927 h 598264" name="connsiteY34"/>
                  <a:gd fmla="*/ 389239 w 607639" name="connsiteX35"/>
                  <a:gd fmla="*/ 146927 h 598264" name="connsiteY35"/>
                  <a:gd fmla="*/ 389239 w 607639" name="connsiteX36"/>
                  <a:gd fmla="*/ 186161 h 598264" name="connsiteY36"/>
                  <a:gd fmla="*/ 218400 w 607639" name="connsiteX37"/>
                  <a:gd fmla="*/ 186161 h 598264" name="connsiteY37"/>
                  <a:gd fmla="*/ 0 w 607639" name="connsiteX38"/>
                  <a:gd fmla="*/ 146927 h 598264" name="connsiteY38"/>
                  <a:gd fmla="*/ 170768 w 607639" name="connsiteX39"/>
                  <a:gd fmla="*/ 146927 h 598264" name="connsiteY39"/>
                  <a:gd fmla="*/ 170768 w 607639" name="connsiteX40"/>
                  <a:gd fmla="*/ 186161 h 598264" name="connsiteY40"/>
                  <a:gd fmla="*/ 0 w 607639" name="connsiteX41"/>
                  <a:gd fmla="*/ 186161 h 598264" name="connsiteY41"/>
                  <a:gd fmla="*/ 303775 w 607639" name="connsiteX42"/>
                  <a:gd fmla="*/ 65 h 598264" name="connsiteY42"/>
                  <a:gd fmla="*/ 335989 w 607639" name="connsiteX43"/>
                  <a:gd fmla="*/ 19450 h 598264" name="connsiteY43"/>
                  <a:gd fmla="*/ 380841 w 607639" name="connsiteX44"/>
                  <a:gd fmla="*/ 104588 h 598264" name="connsiteY44"/>
                  <a:gd fmla="*/ 226797 w 607639" name="connsiteX45"/>
                  <a:gd fmla="*/ 104588 h 598264" name="connsiteY45"/>
                  <a:gd fmla="*/ 271560 w 607639" name="connsiteX46"/>
                  <a:gd fmla="*/ 19539 h 598264" name="connsiteY46"/>
                  <a:gd fmla="*/ 303775 w 607639" name="connsiteX47"/>
                  <a:gd fmla="*/ 65 h 598264" name="connsiteY47"/>
                  <a:gd fmla="*/ 85375 w 607639" name="connsiteX48"/>
                  <a:gd fmla="*/ 65 h 598264" name="connsiteY48"/>
                  <a:gd fmla="*/ 117589 w 607639" name="connsiteX49"/>
                  <a:gd fmla="*/ 19450 h 598264" name="connsiteY49"/>
                  <a:gd fmla="*/ 162441 w 607639" name="connsiteX50"/>
                  <a:gd fmla="*/ 104588 h 598264" name="connsiteY50"/>
                  <a:gd fmla="*/ 8397 w 607639" name="connsiteX51"/>
                  <a:gd fmla="*/ 104588 h 598264" name="connsiteY51"/>
                  <a:gd fmla="*/ 53160 w 607639" name="connsiteX52"/>
                  <a:gd fmla="*/ 19539 h 598264" name="connsiteY52"/>
                  <a:gd fmla="*/ 85375 w 607639" name="connsiteX53"/>
                  <a:gd fmla="*/ 65 h 598264" name="connsiteY53"/>
                  <a:gd fmla="*/ 522117 w 607639" name="connsiteX54"/>
                  <a:gd fmla="*/ 0 h 598264" name="connsiteY54"/>
                  <a:gd fmla="*/ 554403 w 607639" name="connsiteX55"/>
                  <a:gd fmla="*/ 19424 h 598264" name="connsiteY55"/>
                  <a:gd fmla="*/ 599171 w 607639" name="connsiteX56"/>
                  <a:gd fmla="*/ 104588 h 598264" name="connsiteY56"/>
                  <a:gd fmla="*/ 445197 w 607639" name="connsiteX57"/>
                  <a:gd fmla="*/ 104588 h 598264" name="connsiteY57"/>
                  <a:gd fmla="*/ 489965 w 607639" name="connsiteX58"/>
                  <a:gd fmla="*/ 19513 h 598264" name="connsiteY58"/>
                  <a:gd fmla="*/ 522117 w 607639" name="connsiteX59"/>
                  <a:gd fmla="*/ 0 h 598264" name="connsiteY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b="b" l="l" r="r" t="t"/>
                <a:pathLst>
                  <a:path h="598264" w="607639">
                    <a:moveTo>
                      <a:pt x="436800" y="516690"/>
                    </a:moveTo>
                    <a:lnTo>
                      <a:pt x="607639" y="516690"/>
                    </a:lnTo>
                    <a:lnTo>
                      <a:pt x="607639" y="577115"/>
                    </a:lnTo>
                    <a:cubicBezTo>
                      <a:pt x="607639" y="588756"/>
                      <a:pt x="598113" y="598264"/>
                      <a:pt x="586451" y="598264"/>
                    </a:cubicBezTo>
                    <a:lnTo>
                      <a:pt x="457988" y="598264"/>
                    </a:lnTo>
                    <a:cubicBezTo>
                      <a:pt x="446237" y="598264"/>
                      <a:pt x="436800" y="588756"/>
                      <a:pt x="436800" y="577115"/>
                    </a:cubicBezTo>
                    <a:close/>
                    <a:moveTo>
                      <a:pt x="218400" y="516690"/>
                    </a:moveTo>
                    <a:lnTo>
                      <a:pt x="389239" y="516690"/>
                    </a:lnTo>
                    <a:lnTo>
                      <a:pt x="389239" y="577115"/>
                    </a:lnTo>
                    <a:cubicBezTo>
                      <a:pt x="389239" y="588756"/>
                      <a:pt x="379713" y="598264"/>
                      <a:pt x="368051" y="598264"/>
                    </a:cubicBezTo>
                    <a:lnTo>
                      <a:pt x="239588" y="598264"/>
                    </a:lnTo>
                    <a:cubicBezTo>
                      <a:pt x="227926" y="598264"/>
                      <a:pt x="218400" y="588756"/>
                      <a:pt x="218400" y="577115"/>
                    </a:cubicBezTo>
                    <a:close/>
                    <a:moveTo>
                      <a:pt x="0" y="516690"/>
                    </a:moveTo>
                    <a:lnTo>
                      <a:pt x="170768" y="516690"/>
                    </a:lnTo>
                    <a:lnTo>
                      <a:pt x="170768" y="577115"/>
                    </a:lnTo>
                    <a:cubicBezTo>
                      <a:pt x="170768" y="588756"/>
                      <a:pt x="161246" y="598264"/>
                      <a:pt x="149589" y="598264"/>
                    </a:cubicBezTo>
                    <a:lnTo>
                      <a:pt x="21179" y="598264"/>
                    </a:lnTo>
                    <a:cubicBezTo>
                      <a:pt x="9522" y="598264"/>
                      <a:pt x="0" y="588756"/>
                      <a:pt x="0" y="577115"/>
                    </a:cubicBezTo>
                    <a:close/>
                    <a:moveTo>
                      <a:pt x="218400" y="228572"/>
                    </a:moveTo>
                    <a:lnTo>
                      <a:pt x="389239" y="228572"/>
                    </a:lnTo>
                    <a:lnTo>
                      <a:pt x="389239" y="474351"/>
                    </a:lnTo>
                    <a:lnTo>
                      <a:pt x="218400" y="474351"/>
                    </a:lnTo>
                    <a:close/>
                    <a:moveTo>
                      <a:pt x="436800" y="228501"/>
                    </a:moveTo>
                    <a:lnTo>
                      <a:pt x="607639" y="228501"/>
                    </a:lnTo>
                    <a:lnTo>
                      <a:pt x="607639" y="474351"/>
                    </a:lnTo>
                    <a:lnTo>
                      <a:pt x="436800" y="474351"/>
                    </a:lnTo>
                    <a:close/>
                    <a:moveTo>
                      <a:pt x="0" y="228501"/>
                    </a:moveTo>
                    <a:lnTo>
                      <a:pt x="170768" y="228501"/>
                    </a:lnTo>
                    <a:lnTo>
                      <a:pt x="170768" y="474351"/>
                    </a:lnTo>
                    <a:lnTo>
                      <a:pt x="0" y="474351"/>
                    </a:lnTo>
                    <a:close/>
                    <a:moveTo>
                      <a:pt x="436800" y="146927"/>
                    </a:moveTo>
                    <a:lnTo>
                      <a:pt x="607639" y="146927"/>
                    </a:lnTo>
                    <a:lnTo>
                      <a:pt x="607639" y="186161"/>
                    </a:lnTo>
                    <a:lnTo>
                      <a:pt x="436800" y="186161"/>
                    </a:lnTo>
                    <a:close/>
                    <a:moveTo>
                      <a:pt x="218400" y="146927"/>
                    </a:moveTo>
                    <a:lnTo>
                      <a:pt x="389239" y="146927"/>
                    </a:lnTo>
                    <a:lnTo>
                      <a:pt x="389239" y="186161"/>
                    </a:lnTo>
                    <a:lnTo>
                      <a:pt x="218400" y="186161"/>
                    </a:lnTo>
                    <a:close/>
                    <a:moveTo>
                      <a:pt x="0" y="146927"/>
                    </a:moveTo>
                    <a:lnTo>
                      <a:pt x="170768" y="146927"/>
                    </a:lnTo>
                    <a:lnTo>
                      <a:pt x="170768" y="186161"/>
                    </a:lnTo>
                    <a:lnTo>
                      <a:pt x="0" y="186161"/>
                    </a:lnTo>
                    <a:close/>
                    <a:moveTo>
                      <a:pt x="303775" y="65"/>
                    </a:moveTo>
                    <a:cubicBezTo>
                      <a:pt x="316478" y="54"/>
                      <a:pt x="329181" y="6520"/>
                      <a:pt x="335989" y="19450"/>
                    </a:cubicBezTo>
                    <a:lnTo>
                      <a:pt x="380841" y="104588"/>
                    </a:lnTo>
                    <a:lnTo>
                      <a:pt x="226797" y="104588"/>
                    </a:lnTo>
                    <a:lnTo>
                      <a:pt x="271560" y="19539"/>
                    </a:lnTo>
                    <a:cubicBezTo>
                      <a:pt x="278368" y="6564"/>
                      <a:pt x="291071" y="77"/>
                      <a:pt x="303775" y="65"/>
                    </a:cubicBezTo>
                    <a:close/>
                    <a:moveTo>
                      <a:pt x="85375" y="65"/>
                    </a:moveTo>
                    <a:cubicBezTo>
                      <a:pt x="98078" y="54"/>
                      <a:pt x="110782" y="6520"/>
                      <a:pt x="117589" y="19450"/>
                    </a:cubicBezTo>
                    <a:lnTo>
                      <a:pt x="162441" y="104588"/>
                    </a:lnTo>
                    <a:lnTo>
                      <a:pt x="8397" y="104588"/>
                    </a:lnTo>
                    <a:lnTo>
                      <a:pt x="53160" y="19539"/>
                    </a:lnTo>
                    <a:cubicBezTo>
                      <a:pt x="59968" y="6564"/>
                      <a:pt x="72671" y="77"/>
                      <a:pt x="85375" y="65"/>
                    </a:cubicBezTo>
                    <a:close/>
                    <a:moveTo>
                      <a:pt x="522117" y="0"/>
                    </a:moveTo>
                    <a:cubicBezTo>
                      <a:pt x="534822" y="-44"/>
                      <a:pt x="547549" y="6401"/>
                      <a:pt x="554403" y="19424"/>
                    </a:cubicBezTo>
                    <a:lnTo>
                      <a:pt x="599171" y="104588"/>
                    </a:lnTo>
                    <a:lnTo>
                      <a:pt x="445197" y="104588"/>
                    </a:lnTo>
                    <a:lnTo>
                      <a:pt x="489965" y="19513"/>
                    </a:lnTo>
                    <a:cubicBezTo>
                      <a:pt x="496730" y="6579"/>
                      <a:pt x="509412" y="45"/>
                      <a:pt x="5221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</a:p>
            </p:txBody>
          </p:sp>
          <p:sp>
            <p:nvSpPr>
              <p:cNvPr descr="7c81d7f3-7cc9-4762-9ae1-0a431955e165" id="13" name="Number3">
                <a:extLst>
                  <a:ext uri="{FF2B5EF4-FFF2-40B4-BE49-F238E27FC236}">
                    <a16:creationId id="{7D5BB27B-F096-EF6C-3A78-D2C0B60A18B9}"/>
                  </a:ext>
                </a:extLst>
              </p:cNvPr>
              <p:cNvSpPr/>
              <p:nvPr/>
            </p:nvSpPr>
            <p:spPr>
              <a:xfrm flipV="false" flipH="false">
                <a:off x="5743704" y="5282743"/>
                <a:ext cx="406722" cy="406721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 fontScale="92500" lnSpcReduction="10000"/>
              </a:bodyPr>
              <a:lstStyle/>
              <a:p>
                <a:pPr algn="ctr"/>
                <a:r>
                  <a:rPr lang="en-US" b="true" i="false" u="none" sz="1400">
                    <a:solidFill>
                      <a:srgbClr val="FFFFFF"/>
                    </a:solidFill>
                    <a:latin typeface="Arial"/>
                  </a:rPr>
                  <a:t>03</a:t>
                </a:r>
              </a:p>
            </p:txBody>
          </p:sp>
          <p:sp>
            <p:nvSpPr>
              <p:cNvPr descr="3c5b966b-3beb-4e3e-af03-e8ac528c9500" id="10" name="Bullet3">
                <a:extLst>
                  <a:ext uri="{FF2B5EF4-FFF2-40B4-BE49-F238E27FC236}">
                    <a16:creationId id="{DBB586E5-373B-AF5C-0CFC-EC4A1BDF99BE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6246401" y="4957150"/>
                <a:ext cx="4895244" cy="512194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奖赏系统</a:t>
                </a:r>
              </a:p>
            </p:txBody>
          </p:sp>
          <p:sp>
            <p:nvSpPr>
              <p:cNvPr descr="e21b5b2b-f540-4cf6-8079-78dc0f70fe9f" id="11" name="Text3">
                <a:extLst>
                  <a:ext uri="{FF2B5EF4-FFF2-40B4-BE49-F238E27FC236}">
                    <a16:creationId id="{99B6542D-599B-E0AE-5761-E31B3F0C9558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6246401" y="5469347"/>
                <a:ext cx="4895244" cy="664753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2F2F2F"/>
                    </a:solidFill>
                    <a:ea typeface="微软雅黑"/>
                  </a:rPr>
                  <a:t>轻微刺激可间接激活大脑奖赏系统，诱发愉悦。</a:t>
                </a:r>
              </a:p>
            </p:txBody>
          </p:sp>
        </p:grpSp>
      </p:grpSp>
    </p:spTree>
  </p:cSld>
  <p:clrMapOvr>
    <a:masterClrMapping/>
  </p:clrMapOvr>
</p:sld>
</file>

<file path=ppt/slides/slide50.xml><?xml version="1.0" encoding="utf-8"?>
<p:sld xmlns:a="http://schemas.openxmlformats.org/drawingml/2006/main" xmlns:a14="http://schemas.microsoft.com/office/drawing/2010/main" xmlns:a16="http://schemas.microsoft.com/office/drawing/2014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大脑皮层定位</a:t>
            </a:r>
          </a:p>
        </p:txBody>
      </p:sp>
      <p:grpSp>
        <p:nvGrpSpPr>
          <p:cNvPr descr="a6759fb2-d59e-4bd6-99a9-27e3b6b9d8ea" id="5" name="4bf03c46-0774-4ab2-9277-189e9fcd8e7f.source.3.zh-Hans.pptx">
            <a:extLst>
              <a:ext uri="{FF2B5EF4-FFF2-40B4-BE49-F238E27FC236}">
                <a16:creationId id="{572CE497-E6DE-19FA-BA51-64B79301FC3C}"/>
              </a:ext>
            </a:extLst>
          </p:cNvPr>
          <p:cNvGrpSpPr/>
          <p:nvPr/>
        </p:nvGrpSpPr>
        <p:grpSpPr>
          <a:xfrm>
            <a:off x="0" y="1139108"/>
            <a:ext cx="12192000" cy="5718892"/>
            <a:chOff x="0" y="1139108"/>
            <a:chExt cx="12192000" cy="5718892"/>
          </a:xfrm>
        </p:grpSpPr>
        <p:sp>
          <p:nvSpPr>
            <p:cNvPr descr="65317470-735d-4598-8cc1-18224ed3f0e5" id="2" name="矩形 1">
              <a:extLst>
                <a:ext uri="{FF2B5EF4-FFF2-40B4-BE49-F238E27FC236}">
                  <a16:creationId id="{B781FE0A-3B22-9517-C61C-3AF1EC87925E}"/>
                </a:ext>
              </a:extLst>
            </p:cNvPr>
            <p:cNvSpPr/>
            <p:nvPr/>
          </p:nvSpPr>
          <p:spPr>
            <a:xfrm flipV="false" flipH="false">
              <a:off x="0" y="6179363"/>
              <a:ext cx="12192000" cy="678637"/>
            </a:xfrm>
            <a:prstGeom prst="rect">
              <a:avLst/>
            </a:prstGeom>
            <a:gradFill flip="none" rotWithShape="1">
              <a:gsLst>
                <a:gs pos="100000">
                  <a:schemeClr val="accent2">
                    <a:lumMod val="60000"/>
                    <a:lumOff val="40000"/>
                  </a:schemeClr>
                </a:gs>
                <a:gs pos="34000">
                  <a:schemeClr val="accent1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/>
            <a:p>
              <a:pPr algn="ctr"/>
            </a:p>
          </p:txBody>
        </p:sp>
        <p:grpSp>
          <p:nvGrpSpPr>
            <p:cNvPr descr="871c33b9-b5d7-4658-91f2-1c1e8ecb0d42" id="3" name="组合 2">
              <a:extLst>
                <a:ext uri="{FF2B5EF4-FFF2-40B4-BE49-F238E27FC236}">
                  <a16:creationId id="{8AB1B998-D569-D98C-DA7E-E1097A14A8FA}"/>
                </a:ext>
              </a:extLst>
            </p:cNvPr>
            <p:cNvGrpSpPr/>
            <p:nvPr/>
          </p:nvGrpSpPr>
          <p:grpSpPr>
            <a:xfrm>
              <a:off x="660400" y="2054188"/>
              <a:ext cx="6826252" cy="4079912"/>
              <a:chOff x="3737708" y="1335688"/>
              <a:chExt cx="6887343" cy="4116425"/>
            </a:xfrm>
          </p:grpSpPr>
          <p:grpSp>
            <p:nvGrpSpPr>
              <p:cNvPr descr="57be7d4c-3dd3-4f12-a012-71daaca91a39" id="4" name="组合 3">
                <a:extLst>
                  <a:ext uri="{FF2B5EF4-FFF2-40B4-BE49-F238E27FC236}">
                    <a16:creationId id="{B46A8033-BBAC-F69D-4732-A91AF86187D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737708" y="1335688"/>
                <a:ext cx="6887343" cy="1023136"/>
                <a:chOff x="5712861" y="1258169"/>
                <a:chExt cx="6268748" cy="2628188"/>
              </a:xfrm>
            </p:grpSpPr>
            <p:grpSp>
              <p:nvGrpSpPr>
                <p:cNvPr descr="ef20c774-9017-4d4c-97c2-f52c18aacdb7" id="47" name="组合 2">
                  <a:extLst>
                    <a:ext uri="{FF2B5EF4-FFF2-40B4-BE49-F238E27FC236}">
                      <a16:creationId id="{FD6568B6-1719-C271-D3BF-C6FB27642E9E}"/>
                    </a:ext>
                  </a:extLst>
                </p:cNvPr>
                <p:cNvGrpSpPr/>
                <p:nvPr/>
              </p:nvGrpSpPr>
              <p:grpSpPr>
                <a:xfrm>
                  <a:off x="5712861" y="1258169"/>
                  <a:ext cx="6268748" cy="2628188"/>
                  <a:chOff x="4660424" y="1819250"/>
                  <a:chExt cx="6268748" cy="2628188"/>
                </a:xfrm>
              </p:grpSpPr>
              <p:sp>
                <p:nvSpPr>
                  <p:cNvPr descr="39709214-af49-43f7-9b33-067dab5c01c9" id="49" name="ComponentBackground1">
                    <a:extLst>
                      <a:ext uri="{FF2B5EF4-FFF2-40B4-BE49-F238E27FC236}">
                        <a16:creationId id="{98455184-DFCC-017C-2D14-4D13AA87CE33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false" flipH="false">
                    <a:off x="4660424" y="1819250"/>
                    <a:ext cx="6268748" cy="2628188"/>
                  </a:xfrm>
                  <a:prstGeom prst="roundRect">
                    <a:avLst>
                      <a:gd fmla="val 50000" name="adj"/>
                    </a:avLst>
                  </a:prstGeom>
                  <a:gradFill flip="none" rotWithShape="1">
                    <a:gsLst>
                      <a:gs pos="0">
                        <a:schemeClr val="accent1">
                          <a:alpha val="20000"/>
                        </a:schemeClr>
                      </a:gs>
                      <a:gs pos="88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gradFill flip="none" rotWithShape="1">
                      <a:gsLst>
                        <a:gs pos="0">
                          <a:schemeClr val="accent1">
                            <a:alpha val="0"/>
                          </a:schemeClr>
                        </a:gs>
                        <a:gs pos="100000">
                          <a:schemeClr val="accent1"/>
                        </a:gs>
                      </a:gsLst>
                      <a:lin ang="10800000" scaled="1"/>
                      <a:tileRect/>
                    </a:gra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lstStyle/>
                  <a:p>
                    <a:pPr algn="ctr"/>
                  </a:p>
                </p:txBody>
              </p:sp>
              <p:sp>
                <p:nvSpPr>
                  <p:cNvPr descr="13b87880-e714-433a-aeb4-c9dbcd34f3a0" id="50" name="Bullet1">
                    <a:extLst>
                      <a:ext uri="{FF2B5EF4-FFF2-40B4-BE49-F238E27FC236}">
                        <a16:creationId id="{2DD8E951-6B83-7BDF-0FFD-A79C9D1D74C6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5455367" y="1936560"/>
                    <a:ext cx="2653295" cy="2393568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spcBef>
                        <a:spcPct val="0"/>
                      </a:spcBef>
                    </a:pPr>
                    <a:r>
                      <a:rPr lang="en-US" b="true" i="false" u="none" sz="2200">
                        <a:solidFill>
                          <a:srgbClr val="2F2F2F"/>
                        </a:solidFill>
                        <a:ea typeface="微软雅黑"/>
                      </a:rPr>
                      <a:t>体感皮质图</a:t>
                    </a:r>
                  </a:p>
                </p:txBody>
              </p:sp>
              <p:sp>
                <p:nvSpPr>
                  <p:cNvPr descr="67d21969-ed7e-4e6e-bb5f-352112c63616" id="51" name="Text1">
                    <a:extLst>
                      <a:ext uri="{FF2B5EF4-FFF2-40B4-BE49-F238E27FC236}">
                        <a16:creationId id="{0375BA70-2E65-5559-706C-BE51269D65C7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8108662" y="1936560"/>
                    <a:ext cx="2653295" cy="2393568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b="false" i="false" u="none" strike="noStrike" sz="1200">
                        <a:solidFill>
                          <a:srgbClr val="2F2F2F"/>
                        </a:solidFill>
                        <a:ea typeface="微软雅黑"/>
                      </a:rPr>
                      <a:t>大脑体感皮质图中，脚趾区域与性器官区域邻近。</a:t>
                    </a:r>
                  </a:p>
                </p:txBody>
              </p:sp>
            </p:grpSp>
            <p:sp>
              <p:nvSpPr>
                <p:cNvPr descr="c8e23e8f-19ec-4d2e-89fa-8684ff09cdb4" id="48" name="Number1">
                  <a:extLst>
                    <a:ext uri="{FF2B5EF4-FFF2-40B4-BE49-F238E27FC236}">
                      <a16:creationId id="{716C0764-E2E1-7805-81C3-60C759524169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false" flipH="false">
                  <a:off x="5872348" y="1941607"/>
                  <a:ext cx="468240" cy="1298173"/>
                </a:xfrm>
                <a:prstGeom prst="roundRect">
                  <a:avLst>
                    <a:gd fmla="val 50000" name="adj"/>
                  </a:avLst>
                </a:prstGeom>
                <a:gradFill flip="none" rotWithShape="1">
                  <a:gsLst>
                    <a:gs pos="0">
                      <a:schemeClr val="accent1">
                        <a:lumMod val="60000"/>
                        <a:lumOff val="40000"/>
                      </a:schemeClr>
                    </a:gs>
                    <a:gs pos="75000">
                      <a:schemeClr val="accent1"/>
                    </a:gs>
                  </a:gsLst>
                  <a:lin ang="2700000" scaled="1"/>
                  <a:tileRect/>
                </a:gradFill>
                <a:ln w="12700">
                  <a:noFill/>
                </a:ln>
                <a:effectLst>
                  <a:outerShdw algn="tl" blurRad="127000" dir="2700000" dist="63500" rotWithShape="0">
                    <a:schemeClr val="accent1">
                      <a:alpha val="15000"/>
                    </a:schemeClr>
                  </a:outerShdw>
                </a:effectLst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 wrap="none">
                  <a:noAutofit/>
                </a:bodyPr>
                <a:lstStyle/>
                <a:p>
                  <a:pPr algn="ctr"/>
                  <a:r>
                    <a:rPr lang="en-US" b="true" i="false" u="none" sz="1800">
                      <a:solidFill>
                        <a:srgbClr val="FFFFFF"/>
                      </a:solidFill>
                      <a:latin typeface="Arial"/>
                    </a:rPr>
                    <a:t>01</a:t>
                  </a:r>
                </a:p>
              </p:txBody>
            </p:sp>
          </p:grpSp>
          <p:grpSp>
            <p:nvGrpSpPr>
              <p:cNvPr descr="3fc1e62c-7a4c-4c2d-9444-59d3c5c8ea00" id="35" name="组合 1">
                <a:extLst>
                  <a:ext uri="{FF2B5EF4-FFF2-40B4-BE49-F238E27FC236}">
                    <a16:creationId id="{892A271E-5D9E-659F-BE74-8330B2E960A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737708" y="2882333"/>
                <a:ext cx="6887343" cy="1023136"/>
                <a:chOff x="5712861" y="1258169"/>
                <a:chExt cx="6268748" cy="2628188"/>
              </a:xfrm>
            </p:grpSpPr>
            <p:grpSp>
              <p:nvGrpSpPr>
                <p:cNvPr descr="63b6f987-476e-4980-b745-33a598d20daa" id="42" name="组合 2">
                  <a:extLst>
                    <a:ext uri="{FF2B5EF4-FFF2-40B4-BE49-F238E27FC236}">
                      <a16:creationId id="{D34EC5C3-2482-64F6-ABED-922A81996742}"/>
                    </a:ext>
                  </a:extLst>
                </p:cNvPr>
                <p:cNvGrpSpPr/>
                <p:nvPr/>
              </p:nvGrpSpPr>
              <p:grpSpPr>
                <a:xfrm>
                  <a:off x="5712861" y="1258169"/>
                  <a:ext cx="6268748" cy="2628188"/>
                  <a:chOff x="4660424" y="1819250"/>
                  <a:chExt cx="6268748" cy="2628188"/>
                </a:xfrm>
              </p:grpSpPr>
              <p:sp>
                <p:nvSpPr>
                  <p:cNvPr descr="d1726dcc-5ee8-4ce3-9bb8-d098f150f82a" id="44" name="ComponentBackground2">
                    <a:extLst>
                      <a:ext uri="{FF2B5EF4-FFF2-40B4-BE49-F238E27FC236}">
                        <a16:creationId id="{2D0C72F1-E93D-6699-2BB2-C42FDF19232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false" flipH="false">
                    <a:off x="4660424" y="1819250"/>
                    <a:ext cx="6268748" cy="2628188"/>
                  </a:xfrm>
                  <a:prstGeom prst="roundRect">
                    <a:avLst>
                      <a:gd fmla="val 50000" name="adj"/>
                    </a:avLst>
                  </a:prstGeom>
                  <a:gradFill flip="none" rotWithShape="1">
                    <a:gsLst>
                      <a:gs pos="0">
                        <a:schemeClr val="accent1">
                          <a:alpha val="20000"/>
                        </a:schemeClr>
                      </a:gs>
                      <a:gs pos="88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gradFill flip="none" rotWithShape="1">
                      <a:gsLst>
                        <a:gs pos="0">
                          <a:schemeClr val="accent1">
                            <a:alpha val="0"/>
                          </a:schemeClr>
                        </a:gs>
                        <a:gs pos="100000">
                          <a:schemeClr val="accent1"/>
                        </a:gs>
                      </a:gsLst>
                      <a:lin ang="10800000" scaled="1"/>
                      <a:tileRect/>
                    </a:gra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lstStyle/>
                  <a:p>
                    <a:pPr algn="ctr"/>
                  </a:p>
                </p:txBody>
              </p:sp>
              <p:sp>
                <p:nvSpPr>
                  <p:cNvPr descr="d29050b6-8337-4053-97bd-dc912152fb35" id="45" name="Bullet2">
                    <a:extLst>
                      <a:ext uri="{FF2B5EF4-FFF2-40B4-BE49-F238E27FC236}">
                        <a16:creationId id="{240F7DD7-86AE-EECA-F678-DF9EB966FE56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5455367" y="1936560"/>
                    <a:ext cx="2653295" cy="2393568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spcBef>
                        <a:spcPct val="0"/>
                      </a:spcBef>
                    </a:pPr>
                    <a:r>
                      <a:rPr lang="en-US" b="true" i="false" u="none" sz="2200">
                        <a:solidFill>
                          <a:srgbClr val="2F2F2F"/>
                        </a:solidFill>
                        <a:ea typeface="微软雅黑"/>
                      </a:rPr>
                      <a:t>神经认知联动</a:t>
                    </a:r>
                  </a:p>
                </p:txBody>
              </p:sp>
              <p:sp>
                <p:nvSpPr>
                  <p:cNvPr descr="572446fe-eed9-46a3-b64d-a7f807dd9006" id="46" name="Text2">
                    <a:extLst>
                      <a:ext uri="{FF2B5EF4-FFF2-40B4-BE49-F238E27FC236}">
                        <a16:creationId id="{910EB205-18F3-B0D4-A920-2BEA0D44A2B7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8108662" y="1936560"/>
                    <a:ext cx="2653295" cy="2393568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b="false" i="false" u="none" strike="noStrike" sz="1200">
                        <a:solidFill>
                          <a:srgbClr val="2F2F2F"/>
                        </a:solidFill>
                        <a:ea typeface="微软雅黑"/>
                      </a:rPr>
                      <a:t>足部与性快感区在神经认知上存在天然联动性。</a:t>
                    </a:r>
                  </a:p>
                </p:txBody>
              </p:sp>
            </p:grpSp>
            <p:sp>
              <p:nvSpPr>
                <p:cNvPr descr="1c231506-1ade-46c5-84a1-3de684a915e7" id="43" name="Number2">
                  <a:extLst>
                    <a:ext uri="{FF2B5EF4-FFF2-40B4-BE49-F238E27FC236}">
                      <a16:creationId id="{D1E446C7-3370-C277-45B0-F1FFD8204D97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false" flipH="false">
                  <a:off x="5872348" y="1941607"/>
                  <a:ext cx="468240" cy="1298173"/>
                </a:xfrm>
                <a:prstGeom prst="roundRect">
                  <a:avLst>
                    <a:gd fmla="val 50000" name="adj"/>
                  </a:avLst>
                </a:prstGeom>
                <a:gradFill flip="none" rotWithShape="1">
                  <a:gsLst>
                    <a:gs pos="0">
                      <a:schemeClr val="accent2">
                        <a:lumMod val="60000"/>
                        <a:lumOff val="40000"/>
                      </a:schemeClr>
                    </a:gs>
                    <a:gs pos="75000">
                      <a:schemeClr val="accent2"/>
                    </a:gs>
                  </a:gsLst>
                  <a:lin ang="2700000" scaled="1"/>
                  <a:tileRect/>
                </a:gradFill>
                <a:ln w="12700">
                  <a:noFill/>
                </a:ln>
                <a:effectLst>
                  <a:outerShdw algn="tl" blurRad="127000" dir="2700000" dist="63500" rotWithShape="0">
                    <a:schemeClr val="accent2">
                      <a:alpha val="15000"/>
                    </a:schemeClr>
                  </a:outerShdw>
                </a:effectLst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 wrap="none">
                  <a:noAutofit/>
                </a:bodyPr>
                <a:lstStyle/>
                <a:p>
                  <a:pPr algn="ctr">
                    <a:lnSpc>
                      <a:spcPct val="110000"/>
                    </a:lnSpc>
                  </a:pPr>
                  <a:r>
                    <a:rPr lang="en-US" b="true" i="false" u="none" sz="1800">
                      <a:solidFill>
                        <a:srgbClr val="FFFFFF"/>
                      </a:solidFill>
                      <a:latin typeface="Arial"/>
                    </a:rPr>
                    <a:t>02</a:t>
                  </a:r>
                </a:p>
              </p:txBody>
            </p:sp>
          </p:grpSp>
          <p:grpSp>
            <p:nvGrpSpPr>
              <p:cNvPr descr="5bf3a7cf-37fe-40f2-ab06-68047f38de7d" id="36" name="组合 1">
                <a:extLst>
                  <a:ext uri="{FF2B5EF4-FFF2-40B4-BE49-F238E27FC236}">
                    <a16:creationId id="{8C1D9D52-F527-EC95-8F38-767FCD38028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737708" y="4428977"/>
                <a:ext cx="6887343" cy="1023136"/>
                <a:chOff x="5712861" y="1258169"/>
                <a:chExt cx="6268748" cy="2628188"/>
              </a:xfrm>
            </p:grpSpPr>
            <p:grpSp>
              <p:nvGrpSpPr>
                <p:cNvPr descr="9af518e6-4225-4178-975b-2ddbe8b520dd" id="37" name="组合 2">
                  <a:extLst>
                    <a:ext uri="{FF2B5EF4-FFF2-40B4-BE49-F238E27FC236}">
                      <a16:creationId id="{3986695B-FD83-66C6-5D4C-15905387D791}"/>
                    </a:ext>
                  </a:extLst>
                </p:cNvPr>
                <p:cNvGrpSpPr/>
                <p:nvPr/>
              </p:nvGrpSpPr>
              <p:grpSpPr>
                <a:xfrm>
                  <a:off x="5712861" y="1258169"/>
                  <a:ext cx="6268748" cy="2628188"/>
                  <a:chOff x="4660424" y="1819250"/>
                  <a:chExt cx="6268748" cy="2628188"/>
                </a:xfrm>
              </p:grpSpPr>
              <p:sp>
                <p:nvSpPr>
                  <p:cNvPr descr="fb06f63f-f51a-4e29-8d42-8eeb2c669554" id="39" name="ComponentBackground3">
                    <a:extLst>
                      <a:ext uri="{FF2B5EF4-FFF2-40B4-BE49-F238E27FC236}">
                        <a16:creationId id="{38DCC32A-00E7-B655-2A61-0EE1E2FFD95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false" flipH="false">
                    <a:off x="4660424" y="1819250"/>
                    <a:ext cx="6268748" cy="2628188"/>
                  </a:xfrm>
                  <a:prstGeom prst="roundRect">
                    <a:avLst>
                      <a:gd fmla="val 50000" name="adj"/>
                    </a:avLst>
                  </a:prstGeom>
                  <a:gradFill flip="none" rotWithShape="1">
                    <a:gsLst>
                      <a:gs pos="0">
                        <a:schemeClr val="accent1">
                          <a:alpha val="20000"/>
                        </a:schemeClr>
                      </a:gs>
                      <a:gs pos="88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 w="12700">
                    <a:gradFill flip="none" rotWithShape="1">
                      <a:gsLst>
                        <a:gs pos="0">
                          <a:schemeClr val="accent1">
                            <a:alpha val="0"/>
                          </a:schemeClr>
                        </a:gs>
                        <a:gs pos="100000">
                          <a:schemeClr val="accent1"/>
                        </a:gs>
                      </a:gsLst>
                      <a:lin ang="10800000" scaled="1"/>
                      <a:tileRect/>
                    </a:gra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lstStyle/>
                  <a:p>
                    <a:pPr algn="ctr"/>
                  </a:p>
                </p:txBody>
              </p:sp>
              <p:sp>
                <p:nvSpPr>
                  <p:cNvPr descr="731ed0d6-e385-4c2e-9915-9a612ab038c4" id="40" name="Bullet3">
                    <a:extLst>
                      <a:ext uri="{FF2B5EF4-FFF2-40B4-BE49-F238E27FC236}">
                        <a16:creationId id="{765DA222-E7F2-94A1-1275-6F43A4E0B8D9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5455367" y="1936560"/>
                    <a:ext cx="2653295" cy="2393568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spcBef>
                        <a:spcPct val="0"/>
                      </a:spcBef>
                    </a:pPr>
                    <a:r>
                      <a:rPr lang="en-US" b="true" i="false" u="none" sz="2200">
                        <a:solidFill>
                          <a:srgbClr val="2F2F2F"/>
                        </a:solidFill>
                        <a:ea typeface="微软雅黑"/>
                      </a:rPr>
                      <a:t>脚部 - 性唤起耦合回路</a:t>
                    </a:r>
                  </a:p>
                </p:txBody>
              </p:sp>
              <p:sp>
                <p:nvSpPr>
                  <p:cNvPr descr="487056e4-0b0a-4127-b752-a406aab21e15" id="41" name="Text3">
                    <a:extLst>
                      <a:ext uri="{FF2B5EF4-FFF2-40B4-BE49-F238E27FC236}">
                        <a16:creationId id="{0DCBC5E3-F750-B62F-6734-9C7C51883EF3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 bwMode="auto">
                  <a:xfrm flipV="false" flipH="false">
                    <a:off x="8108662" y="1936560"/>
                    <a:ext cx="2653295" cy="2393568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 anchorCtr="0" bIns="45720" lIns="91440" rIns="91440" tIns="45720" wrap="square">
                    <a:normAutofit/>
                  </a:bodyPr>
                  <a:lstStyle>
                    <a:defPPr>
                      <a:defRPr lang="zh-CN"/>
                    </a:defPPr>
                    <a:lvl1pPr algn="l" defTabSz="914400" eaLnBrk="1" hangingPunct="1" latinLnBrk="0" marL="0" rtl="0">
                      <a:defRPr kern="1200" sz="1800">
                        <a:solidFill>
                          <a:schemeClr val="tx1"/>
                        </a:solidFill>
                      </a:defRPr>
                    </a:lvl1pPr>
                    <a:lvl2pPr algn="l" defTabSz="914400" eaLnBrk="1" hangingPunct="1" latinLnBrk="0" marL="457200" rtl="0">
                      <a:defRPr kern="1200" sz="1800">
                        <a:solidFill>
                          <a:schemeClr val="tx1"/>
                        </a:solidFill>
                      </a:defRPr>
                    </a:lvl2pPr>
                    <a:lvl3pPr algn="l" defTabSz="914400" eaLnBrk="1" hangingPunct="1" latinLnBrk="0" marL="914400" rtl="0">
                      <a:defRPr kern="1200" sz="1800">
                        <a:solidFill>
                          <a:schemeClr val="tx1"/>
                        </a:solidFill>
                      </a:defRPr>
                    </a:lvl3pPr>
                    <a:lvl4pPr algn="l" defTabSz="914400" eaLnBrk="1" hangingPunct="1" latinLnBrk="0" marL="1371600" rtl="0">
                      <a:defRPr kern="1200" sz="1800">
                        <a:solidFill>
                          <a:schemeClr val="tx1"/>
                        </a:solidFill>
                      </a:defRPr>
                    </a:lvl4pPr>
                    <a:lvl5pPr algn="l" defTabSz="914400" eaLnBrk="1" hangingPunct="1" latinLnBrk="0" marL="1828800" rtl="0">
                      <a:defRPr kern="1200" sz="1800">
                        <a:solidFill>
                          <a:schemeClr val="tx1"/>
                        </a:solidFill>
                      </a:defRPr>
                    </a:lvl5pPr>
                    <a:lvl6pPr algn="l" defTabSz="914400" eaLnBrk="1" hangingPunct="1" latinLnBrk="0" marL="2286000" rtl="0">
                      <a:defRPr kern="1200" sz="1800">
                        <a:solidFill>
                          <a:schemeClr val="tx1"/>
                        </a:solidFill>
                      </a:defRPr>
                    </a:lvl6pPr>
                    <a:lvl7pPr algn="l" defTabSz="914400" eaLnBrk="1" hangingPunct="1" latinLnBrk="0" marL="2743200" rtl="0">
                      <a:defRPr kern="1200" sz="1800">
                        <a:solidFill>
                          <a:schemeClr val="tx1"/>
                        </a:solidFill>
                      </a:defRPr>
                    </a:lvl7pPr>
                    <a:lvl8pPr algn="l" defTabSz="914400" eaLnBrk="1" hangingPunct="1" latinLnBrk="0" marL="3200400" rtl="0">
                      <a:defRPr kern="1200" sz="1800">
                        <a:solidFill>
                          <a:schemeClr val="tx1"/>
                        </a:solidFill>
                      </a:defRPr>
                    </a:lvl8pPr>
                    <a:lvl9pPr algn="l" defTabSz="914400" eaLnBrk="1" hangingPunct="1" latinLnBrk="0" marL="3657600" rtl="0">
                      <a:defRPr kern="1200" sz="1800">
                        <a:solidFill>
                          <a:schemeClr val="tx1"/>
                        </a:solidFill>
                      </a:defRPr>
                    </a:lvl9pPr>
                  </a:lstStyle>
                  <a:p>
                    <a:pPr algn="l">
                      <a:lnSpc>
                        <a:spcPct val="12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b="false" i="false" u="none" strike="noStrike" sz="1200">
                        <a:solidFill>
                          <a:srgbClr val="2F2F2F"/>
                        </a:solidFill>
                        <a:ea typeface="微软雅黑"/>
                      </a:rPr>
                      <a:t>约8 - 10%的人天生拥有此耦合回路，更易因足部刺激产生性唤起。</a:t>
                    </a:r>
                  </a:p>
                </p:txBody>
              </p:sp>
            </p:grpSp>
            <p:sp>
              <p:nvSpPr>
                <p:cNvPr descr="8c147742-a394-4872-b418-de4385d1ed0e" id="38" name="Number3">
                  <a:extLst>
                    <a:ext uri="{FF2B5EF4-FFF2-40B4-BE49-F238E27FC236}">
                      <a16:creationId id="{764B31E0-E088-E5EC-18E0-2BEA87A6FF23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false" flipH="false">
                  <a:off x="5872348" y="1941607"/>
                  <a:ext cx="468240" cy="1298173"/>
                </a:xfrm>
                <a:prstGeom prst="roundRect">
                  <a:avLst>
                    <a:gd fmla="val 50000" name="adj"/>
                  </a:avLst>
                </a:prstGeom>
                <a:gradFill flip="none" rotWithShape="1">
                  <a:gsLst>
                    <a:gs pos="0">
                      <a:schemeClr val="accent1">
                        <a:lumMod val="60000"/>
                        <a:lumOff val="40000"/>
                      </a:schemeClr>
                    </a:gs>
                    <a:gs pos="75000">
                      <a:schemeClr val="accent1"/>
                    </a:gs>
                  </a:gsLst>
                  <a:lin ang="2700000" scaled="1"/>
                  <a:tileRect/>
                </a:gradFill>
                <a:ln w="12700">
                  <a:noFill/>
                </a:ln>
                <a:effectLst>
                  <a:outerShdw algn="tl" blurRad="127000" dir="2700000" dist="63500" rotWithShape="0">
                    <a:schemeClr val="accent1">
                      <a:alpha val="15000"/>
                    </a:schemeClr>
                  </a:outerShdw>
                </a:effectLst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 wrap="none">
                  <a:noAutofit/>
                </a:bodyPr>
                <a:lstStyle/>
                <a:p>
                  <a:pPr algn="ctr"/>
                  <a:r>
                    <a:rPr lang="en-US" b="true" i="false" u="none" sz="1800">
                      <a:solidFill>
                        <a:srgbClr val="FFFFFF"/>
                      </a:solidFill>
                      <a:latin typeface="Arial"/>
                    </a:rPr>
                    <a:t>03</a:t>
                  </a:r>
                </a:p>
              </p:txBody>
            </p:sp>
          </p:grpSp>
        </p:grpSp>
        <p:sp>
          <p:nvSpPr>
            <p:cNvPr descr="111068c7-ab02-4c1e-878b-40357c5dc6a9" id="52" name="Title">
              <a:extLst>
                <a:ext uri="{FF2B5EF4-FFF2-40B4-BE49-F238E27FC236}">
                  <a16:creationId id="{622AADED-5196-D48A-5A9A-41F6E39EAA2D}"/>
                </a:ext>
              </a:extLst>
            </p:cNvPr>
            <p:cNvSpPr txBox="1"/>
            <p:nvPr/>
          </p:nvSpPr>
          <p:spPr>
            <a:xfrm flipV="false" flipH="false">
              <a:off x="660399" y="1139108"/>
              <a:ext cx="10858500" cy="621117"/>
            </a:xfrm>
            <a:prstGeom prst="rect">
              <a:avLst/>
            </a:prstGeom>
            <a:noFill/>
            <a:ln>
              <a:noFill/>
            </a:ln>
          </p:spPr>
          <p:txBody>
            <a:bodyPr anchor="ctr" anchorCtr="0" bIns="45720" lIns="91440" rIns="91440" tIns="45720" wrap="square">
              <a:normAutofit/>
            </a:bodyPr>
            <a:lstStyle>
              <a:defPPr>
                <a:defRPr lang="zh-CN"/>
              </a:defPPr>
              <a:lvl1pPr algn="l" defTabSz="914400" eaLnBrk="1" hangingPunct="1" latinLnBrk="0" marL="0" rtl="0">
                <a:defRPr kern="1200" sz="1800">
                  <a:solidFill>
                    <a:schemeClr val="tx1"/>
                  </a:solidFill>
                </a:defRPr>
              </a:lvl1pPr>
              <a:lvl2pPr algn="l" defTabSz="914400" eaLnBrk="1" hangingPunct="1" latinLnBrk="0" marL="457200" rtl="0">
                <a:defRPr kern="1200" sz="1800">
                  <a:solidFill>
                    <a:schemeClr val="tx1"/>
                  </a:solidFill>
                </a:defRPr>
              </a:lvl2pPr>
              <a:lvl3pPr algn="l" defTabSz="914400" eaLnBrk="1" hangingPunct="1" latinLnBrk="0" marL="914400" rtl="0">
                <a:defRPr kern="1200" sz="1800">
                  <a:solidFill>
                    <a:schemeClr val="tx1"/>
                  </a:solidFill>
                </a:defRPr>
              </a:lvl3pPr>
              <a:lvl4pPr algn="l" defTabSz="914400" eaLnBrk="1" hangingPunct="1" latinLnBrk="0" marL="1371600" rtl="0">
                <a:defRPr kern="1200" sz="1800">
                  <a:solidFill>
                    <a:schemeClr val="tx1"/>
                  </a:solidFill>
                </a:defRPr>
              </a:lvl4pPr>
              <a:lvl5pPr algn="l" defTabSz="914400" eaLnBrk="1" hangingPunct="1" latinLnBrk="0" marL="1828800" rtl="0">
                <a:defRPr kern="1200" sz="1800">
                  <a:solidFill>
                    <a:schemeClr val="tx1"/>
                  </a:solidFill>
                </a:defRPr>
              </a:lvl5pPr>
              <a:lvl6pPr algn="l" defTabSz="914400" eaLnBrk="1" hangingPunct="1" latinLnBrk="0" marL="2286000" rtl="0">
                <a:defRPr kern="1200" sz="1800">
                  <a:solidFill>
                    <a:schemeClr val="tx1"/>
                  </a:solidFill>
                </a:defRPr>
              </a:lvl6pPr>
              <a:lvl7pPr algn="l" defTabSz="914400" eaLnBrk="1" hangingPunct="1" latinLnBrk="0" marL="2743200" rtl="0">
                <a:defRPr kern="1200" sz="1800">
                  <a:solidFill>
                    <a:schemeClr val="tx1"/>
                  </a:solidFill>
                </a:defRPr>
              </a:lvl7pPr>
              <a:lvl8pPr algn="l" defTabSz="914400" eaLnBrk="1" hangingPunct="1" latinLnBrk="0" marL="3200400" rtl="0">
                <a:defRPr kern="1200" sz="1800">
                  <a:solidFill>
                    <a:schemeClr val="tx1"/>
                  </a:solidFill>
                </a:defRPr>
              </a:lvl8pPr>
              <a:lvl9pPr algn="l" defTabSz="914400" eaLnBrk="1" hangingPunct="1" latinLnBrk="0" marL="3657600" rtl="0">
                <a:defRPr kern="1200" sz="1800">
                  <a:solidFill>
                    <a:schemeClr val="tx1"/>
                  </a:solidFill>
                </a:defRPr>
              </a:lvl9pPr>
            </a:lstStyle>
            <a:p>
              <a:pPr algn="l">
                <a:spcBef>
                  <a:spcPct val="0"/>
                </a:spcBef>
                <a:spcAft>
                  <a:spcPct val="0"/>
                </a:spcAft>
              </a:pPr>
              <a:r>
                <a:rPr lang="en-US" b="true" i="false" u="none" strike="noStrike" sz="2800">
                  <a:solidFill>
                    <a:srgbClr val="2F2F2F"/>
                  </a:solidFill>
                  <a:ea typeface="微软雅黑"/>
                </a:rPr>
                <a:t>足部与性快感的神经联系</a:t>
              </a:r>
            </a:p>
          </p:txBody>
        </p:sp>
        <p:sp>
          <p:nvSpPr>
            <p:cNvPr descr="ca06ac07-4a08-439e-ab08-e1e81d8c65e9" id="53" name="矩形 52">
              <a:extLst>
                <a:ext uri="{FF2B5EF4-FFF2-40B4-BE49-F238E27FC236}">
                  <a16:creationId id="{5DBCC3FF-C21C-5EB6-83EF-DADD419BB45A}"/>
                </a:ext>
              </a:extLst>
            </p:cNvPr>
            <p:cNvSpPr>
              <a:spLocks/>
            </p:cNvSpPr>
            <p:nvPr/>
          </p:nvSpPr>
          <p:spPr>
            <a:xfrm flipV="false" flipH="false">
              <a:off x="7183202" y="1433071"/>
              <a:ext cx="5008798" cy="5089232"/>
            </a:xfrm>
            <a:prstGeom prst="rect">
              <a:avLst/>
            </a:prstGeom>
            <a:blipFill rotWithShape="true">
              <a:blip r:embed="rId4"/>
              <a:stretch>
                <a:fillRect t="-14149" r="0" b="0" l="0"/>
              </a:stretch>
            </a:blip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lstStyle/>
            <a:p>
              <a:pPr algn="ctr"/>
            </a:p>
          </p:txBody>
        </p:sp>
      </p:grpSp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latin typeface="微软雅黑"/>
              </a:rPr>
              <a:t>“服从 - 主导”互动动态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理解舔脚中的主从角色关系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a14="http://schemas.microsoft.com/office/drawing/2010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角色心态与行为</a:t>
            </a:r>
          </a:p>
        </p:txBody>
      </p:sp>
      <p:grpSp>
        <p:nvGrpSpPr>
          <p:cNvPr descr="f9348916-74b5-404e-90be-4b2720919753" id="23" name="7308f3db-08de-4623-b8af-fc84304b925f.source.4.zh-Hans.pptx">
            <a:extLst>
              <a:ext uri="{FF2B5EF4-FFF2-40B4-BE49-F238E27FC236}">
                <a16:creationId id="{03DD606B-C9B3-E696-DB6D-7A3EEAEDA82C}"/>
              </a:ext>
            </a:extLst>
          </p:cNvPr>
          <p:cNvGrpSpPr/>
          <p:nvPr/>
        </p:nvGrpSpPr>
        <p:grpSpPr>
          <a:xfrm>
            <a:off x="658839" y="1130300"/>
            <a:ext cx="10860061" cy="4541711"/>
            <a:chOff x="658839" y="1130300"/>
            <a:chExt cx="10860061" cy="4541711"/>
          </a:xfrm>
        </p:grpSpPr>
        <p:grpSp>
          <p:nvGrpSpPr>
            <p:cNvPr descr="e5c8be5e-28f7-4d0a-83a0-d10c08050d6d" id="22" name="组合 21">
              <a:extLst>
                <a:ext uri="{FF2B5EF4-FFF2-40B4-BE49-F238E27FC236}">
                  <a16:creationId id="{0D27BB9D-9FCC-F6BA-14B0-05B630BBD51C}"/>
                </a:ext>
              </a:extLst>
            </p:cNvPr>
            <p:cNvGrpSpPr/>
            <p:nvPr/>
          </p:nvGrpSpPr>
          <p:grpSpPr>
            <a:xfrm>
              <a:off x="658839" y="2262753"/>
              <a:ext cx="4379601" cy="3409258"/>
              <a:chOff x="658839" y="2262753"/>
              <a:chExt cx="4379601" cy="3409258"/>
            </a:xfrm>
          </p:grpSpPr>
          <p:sp>
            <p:nvSpPr>
              <p:cNvPr descr="de166a90-0328-474d-8277-3b221811a8c4" id="84" name="îṥḻíďè">
                <a:extLst>
                  <a:ext uri="{FF2B5EF4-FFF2-40B4-BE49-F238E27FC236}">
                    <a16:creationId id="{FA309616-B828-59C9-0383-D96CB1265434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658839" y="5363357"/>
                <a:ext cx="4135070" cy="308654"/>
              </a:xfrm>
              <a:prstGeom prst="ellipse">
                <a:avLst/>
              </a:pr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b0c9a35-3f40-481a-a008-05e70578a301" id="85" name="ï$ḻïḓé">
                <a:extLst>
                  <a:ext uri="{FF2B5EF4-FFF2-40B4-BE49-F238E27FC236}">
                    <a16:creationId id="{1FB681DC-90B1-BE11-1DBE-DA876FA0C82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665603" y="5340009"/>
                <a:ext cx="4372837" cy="19199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3f58883-ef49-4d0c-b903-d9c720a61794" id="86" name="îşļîḍé">
                <a:extLst>
                  <a:ext uri="{FF2B5EF4-FFF2-40B4-BE49-F238E27FC236}">
                    <a16:creationId id="{6D90D938-BC56-88A0-17A1-F4621785373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029563" y="4553297"/>
                <a:ext cx="454858" cy="448950"/>
              </a:xfrm>
              <a:custGeom>
                <a:avLst/>
                <a:gdLst>
                  <a:gd fmla="*/ 96 w 97" name="T0"/>
                  <a:gd fmla="*/ 40 h 96" name="T1"/>
                  <a:gd fmla="*/ 91 w 97" name="T2"/>
                  <a:gd fmla="*/ 39 h 96" name="T3"/>
                  <a:gd fmla="*/ 93 w 97" name="T4"/>
                  <a:gd fmla="*/ 29 h 96" name="T5"/>
                  <a:gd fmla="*/ 77 w 97" name="T6"/>
                  <a:gd fmla="*/ 16 h 96" name="T7"/>
                  <a:gd fmla="*/ 73 w 97" name="T8"/>
                  <a:gd fmla="*/ 7 h 96" name="T9"/>
                  <a:gd fmla="*/ 58 w 97" name="T10"/>
                  <a:gd fmla="*/ 1 h 96" name="T11"/>
                  <a:gd fmla="*/ 53 w 97" name="T12"/>
                  <a:gd fmla="*/ 5 h 96" name="T13"/>
                  <a:gd fmla="*/ 45 w 97" name="T14"/>
                  <a:gd fmla="*/ 5 h 96" name="T15"/>
                  <a:gd fmla="*/ 24 w 97" name="T16"/>
                  <a:gd fmla="*/ 7 h 96" name="T17"/>
                  <a:gd fmla="*/ 20 w 97" name="T18"/>
                  <a:gd fmla="*/ 16 h 96" name="T19"/>
                  <a:gd fmla="*/ 15 w 97" name="T20"/>
                  <a:gd fmla="*/ 14 h 96" name="T21"/>
                  <a:gd fmla="*/ 12 w 97" name="T22"/>
                  <a:gd fmla="*/ 18 h 96" name="T23"/>
                  <a:gd fmla="*/ 5 w 97" name="T24"/>
                  <a:gd fmla="*/ 29 h 96" name="T25"/>
                  <a:gd fmla="*/ 7 w 97" name="T26"/>
                  <a:gd fmla="*/ 39 h 96" name="T27"/>
                  <a:gd fmla="*/ 2 w 97" name="T28"/>
                  <a:gd fmla="*/ 59 h 96" name="T29"/>
                  <a:gd fmla="*/ 9 w 97" name="T30"/>
                  <a:gd fmla="*/ 65 h 96" name="T31"/>
                  <a:gd fmla="*/ 10 w 97" name="T32"/>
                  <a:gd fmla="*/ 76 h 96" name="T33"/>
                  <a:gd fmla="*/ 13 w 97" name="T34"/>
                  <a:gd fmla="*/ 80 h 96" name="T35"/>
                  <a:gd fmla="*/ 17 w 97" name="T36"/>
                  <a:gd fmla="*/ 84 h 96" name="T37"/>
                  <a:gd fmla="*/ 27 w 97" name="T38"/>
                  <a:gd fmla="*/ 85 h 96" name="T39"/>
                  <a:gd fmla="*/ 44 w 97" name="T40"/>
                  <a:gd fmla="*/ 96 h 96" name="T41"/>
                  <a:gd fmla="*/ 49 w 97" name="T42"/>
                  <a:gd fmla="*/ 91 h 96" name="T43"/>
                  <a:gd fmla="*/ 53 w 97" name="T44"/>
                  <a:gd fmla="*/ 96 h 96" name="T45"/>
                  <a:gd fmla="*/ 64 w 97" name="T46"/>
                  <a:gd fmla="*/ 94 h 96" name="T47"/>
                  <a:gd fmla="*/ 71 w 97" name="T48"/>
                  <a:gd fmla="*/ 85 h 96" name="T49"/>
                  <a:gd fmla="*/ 80 w 97" name="T50"/>
                  <a:gd fmla="*/ 84 h 96" name="T51"/>
                  <a:gd fmla="*/ 89 w 97" name="T52"/>
                  <a:gd fmla="*/ 65 h 96" name="T53"/>
                  <a:gd fmla="*/ 95 w 97" name="T54"/>
                  <a:gd fmla="*/ 59 h 96" name="T55"/>
                  <a:gd fmla="*/ 96 w 97" name="T56"/>
                  <a:gd fmla="*/ 53 h 96" name="T57"/>
                  <a:gd fmla="*/ 96 w 97" name="T58"/>
                  <a:gd fmla="*/ 43 h 96" name="T59"/>
                  <a:gd fmla="*/ 15 w 97" name="T60"/>
                  <a:gd fmla="*/ 48 h 96" name="T61"/>
                  <a:gd fmla="*/ 83 w 97" name="T62"/>
                  <a:gd fmla="*/ 48 h 96" name="T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b="b" l="0" r="r" t="0"/>
                <a:pathLst>
                  <a:path h="96" w="97">
                    <a:moveTo>
                      <a:pt x="96" y="43"/>
                    </a:moveTo>
                    <a:cubicBezTo>
                      <a:pt x="96" y="40"/>
                      <a:pt x="96" y="40"/>
                      <a:pt x="96" y="40"/>
                    </a:cubicBezTo>
                    <a:cubicBezTo>
                      <a:pt x="96" y="39"/>
                      <a:pt x="96" y="38"/>
                      <a:pt x="95" y="38"/>
                    </a:cubicBezTo>
                    <a:cubicBezTo>
                      <a:pt x="91" y="39"/>
                      <a:pt x="91" y="39"/>
                      <a:pt x="91" y="39"/>
                    </a:cubicBezTo>
                    <a:cubicBezTo>
                      <a:pt x="90" y="36"/>
                      <a:pt x="90" y="33"/>
                      <a:pt x="89" y="31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0" y="23"/>
                      <a:pt x="86" y="17"/>
                      <a:pt x="80" y="12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5" y="14"/>
                      <a:pt x="73" y="12"/>
                      <a:pt x="71" y="11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0" y="5"/>
                      <a:pt x="67" y="4"/>
                      <a:pt x="64" y="3"/>
                    </a:cubicBezTo>
                    <a:cubicBezTo>
                      <a:pt x="62" y="2"/>
                      <a:pt x="60" y="2"/>
                      <a:pt x="58" y="1"/>
                    </a:cubicBezTo>
                    <a:cubicBezTo>
                      <a:pt x="57" y="1"/>
                      <a:pt x="55" y="1"/>
                      <a:pt x="53" y="0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1" y="5"/>
                      <a:pt x="50" y="5"/>
                      <a:pt x="49" y="5"/>
                    </a:cubicBezTo>
                    <a:cubicBezTo>
                      <a:pt x="47" y="5"/>
                      <a:pt x="46" y="5"/>
                      <a:pt x="45" y="5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37" y="1"/>
                      <a:pt x="30" y="3"/>
                      <a:pt x="24" y="7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4" y="12"/>
                      <a:pt x="22" y="14"/>
                      <a:pt x="20" y="16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5"/>
                      <a:pt x="14" y="15"/>
                      <a:pt x="13" y="16"/>
                    </a:cubicBezTo>
                    <a:cubicBezTo>
                      <a:pt x="13" y="17"/>
                      <a:pt x="12" y="17"/>
                      <a:pt x="12" y="18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8" y="23"/>
                      <a:pt x="6" y="26"/>
                      <a:pt x="5" y="29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33"/>
                      <a:pt x="7" y="36"/>
                      <a:pt x="7" y="39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0" y="44"/>
                      <a:pt x="0" y="52"/>
                      <a:pt x="2" y="59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7" y="60"/>
                      <a:pt x="8" y="63"/>
                      <a:pt x="9" y="65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6" y="70"/>
                      <a:pt x="8" y="73"/>
                      <a:pt x="10" y="76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2" y="79"/>
                      <a:pt x="13" y="80"/>
                      <a:pt x="13" y="80"/>
                    </a:cubicBezTo>
                    <a:cubicBezTo>
                      <a:pt x="14" y="81"/>
                      <a:pt x="15" y="82"/>
                      <a:pt x="15" y="82"/>
                    </a:cubicBezTo>
                    <a:cubicBezTo>
                      <a:pt x="17" y="84"/>
                      <a:pt x="17" y="84"/>
                      <a:pt x="17" y="84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2" y="82"/>
                      <a:pt x="24" y="84"/>
                      <a:pt x="27" y="85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30" y="93"/>
                      <a:pt x="37" y="95"/>
                      <a:pt x="44" y="96"/>
                    </a:cubicBezTo>
                    <a:cubicBezTo>
                      <a:pt x="45" y="91"/>
                      <a:pt x="45" y="91"/>
                      <a:pt x="45" y="91"/>
                    </a:cubicBezTo>
                    <a:cubicBezTo>
                      <a:pt x="46" y="91"/>
                      <a:pt x="47" y="91"/>
                      <a:pt x="49" y="91"/>
                    </a:cubicBezTo>
                    <a:cubicBezTo>
                      <a:pt x="50" y="91"/>
                      <a:pt x="51" y="91"/>
                      <a:pt x="53" y="91"/>
                    </a:cubicBezTo>
                    <a:cubicBezTo>
                      <a:pt x="53" y="96"/>
                      <a:pt x="53" y="96"/>
                      <a:pt x="53" y="96"/>
                    </a:cubicBezTo>
                    <a:cubicBezTo>
                      <a:pt x="55" y="96"/>
                      <a:pt x="57" y="95"/>
                      <a:pt x="58" y="95"/>
                    </a:cubicBezTo>
                    <a:cubicBezTo>
                      <a:pt x="60" y="95"/>
                      <a:pt x="62" y="94"/>
                      <a:pt x="64" y="94"/>
                    </a:cubicBezTo>
                    <a:cubicBezTo>
                      <a:pt x="67" y="93"/>
                      <a:pt x="70" y="91"/>
                      <a:pt x="73" y="89"/>
                    </a:cubicBezTo>
                    <a:cubicBezTo>
                      <a:pt x="71" y="85"/>
                      <a:pt x="71" y="85"/>
                      <a:pt x="71" y="85"/>
                    </a:cubicBezTo>
                    <a:cubicBezTo>
                      <a:pt x="73" y="84"/>
                      <a:pt x="75" y="82"/>
                      <a:pt x="77" y="81"/>
                    </a:cubicBezTo>
                    <a:cubicBezTo>
                      <a:pt x="80" y="84"/>
                      <a:pt x="80" y="84"/>
                      <a:pt x="80" y="84"/>
                    </a:cubicBezTo>
                    <a:cubicBezTo>
                      <a:pt x="86" y="79"/>
                      <a:pt x="90" y="74"/>
                      <a:pt x="93" y="67"/>
                    </a:cubicBezTo>
                    <a:cubicBezTo>
                      <a:pt x="89" y="65"/>
                      <a:pt x="89" y="65"/>
                      <a:pt x="89" y="65"/>
                    </a:cubicBezTo>
                    <a:cubicBezTo>
                      <a:pt x="90" y="63"/>
                      <a:pt x="90" y="60"/>
                      <a:pt x="91" y="58"/>
                    </a:cubicBezTo>
                    <a:cubicBezTo>
                      <a:pt x="95" y="59"/>
                      <a:pt x="95" y="59"/>
                      <a:pt x="95" y="59"/>
                    </a:cubicBezTo>
                    <a:cubicBezTo>
                      <a:pt x="96" y="58"/>
                      <a:pt x="96" y="57"/>
                      <a:pt x="96" y="56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97" y="52"/>
                      <a:pt x="97" y="50"/>
                      <a:pt x="97" y="48"/>
                    </a:cubicBezTo>
                    <a:cubicBezTo>
                      <a:pt x="97" y="46"/>
                      <a:pt x="97" y="45"/>
                      <a:pt x="96" y="43"/>
                    </a:cubicBezTo>
                    <a:close/>
                    <a:moveTo>
                      <a:pt x="49" y="82"/>
                    </a:moveTo>
                    <a:cubicBezTo>
                      <a:pt x="30" y="82"/>
                      <a:pt x="15" y="67"/>
                      <a:pt x="15" y="48"/>
                    </a:cubicBezTo>
                    <a:cubicBezTo>
                      <a:pt x="15" y="29"/>
                      <a:pt x="30" y="14"/>
                      <a:pt x="49" y="14"/>
                    </a:cubicBezTo>
                    <a:cubicBezTo>
                      <a:pt x="68" y="14"/>
                      <a:pt x="83" y="29"/>
                      <a:pt x="83" y="48"/>
                    </a:cubicBezTo>
                    <a:cubicBezTo>
                      <a:pt x="83" y="67"/>
                      <a:pt x="68" y="82"/>
                      <a:pt x="49" y="82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e14ddfc-9a4b-4f94-9f1a-f44af780645b" id="87" name="îSľïḑè">
                <a:extLst>
                  <a:ext uri="{FF2B5EF4-FFF2-40B4-BE49-F238E27FC236}">
                    <a16:creationId id="{6A8EFDE7-D503-899A-55B1-8AD70F140E95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870003" y="3988862"/>
                <a:ext cx="773849" cy="778280"/>
              </a:xfrm>
              <a:custGeom>
                <a:avLst/>
                <a:gdLst>
                  <a:gd fmla="*/ 163 w 165" name="T0"/>
                  <a:gd fmla="*/ 68 h 166" name="T1"/>
                  <a:gd fmla="*/ 149 w 165" name="T2"/>
                  <a:gd fmla="*/ 60 h 166" name="T3"/>
                  <a:gd fmla="*/ 145 w 165" name="T4"/>
                  <a:gd fmla="*/ 30 h 166" name="T5"/>
                  <a:gd fmla="*/ 128 w 165" name="T6"/>
                  <a:gd fmla="*/ 30 h 166" name="T7"/>
                  <a:gd fmla="*/ 123 w 165" name="T8"/>
                  <a:gd fmla="*/ 12 h 166" name="T9"/>
                  <a:gd fmla="*/ 110 w 165" name="T10"/>
                  <a:gd fmla="*/ 6 h 166" name="T11"/>
                  <a:gd fmla="*/ 95 w 165" name="T12"/>
                  <a:gd fmla="*/ 14 h 166" name="T13"/>
                  <a:gd fmla="*/ 67 w 165" name="T14"/>
                  <a:gd fmla="*/ 2 h 166" name="T15"/>
                  <a:gd fmla="*/ 59 w 165" name="T16"/>
                  <a:gd fmla="*/ 17 h 166" name="T17"/>
                  <a:gd fmla="*/ 48 w 165" name="T18"/>
                  <a:gd fmla="*/ 8 h 166" name="T19"/>
                  <a:gd fmla="*/ 29 w 165" name="T20"/>
                  <a:gd fmla="*/ 21 h 166" name="T21"/>
                  <a:gd fmla="*/ 29 w 165" name="T22"/>
                  <a:gd fmla="*/ 37 h 166" name="T23"/>
                  <a:gd fmla="*/ 5 w 165" name="T24"/>
                  <a:gd fmla="*/ 56 h 166" name="T25"/>
                  <a:gd fmla="*/ 13 w 165" name="T26"/>
                  <a:gd fmla="*/ 70 h 166" name="T27"/>
                  <a:gd fmla="*/ 1 w 165" name="T28"/>
                  <a:gd fmla="*/ 75 h 166" name="T29"/>
                  <a:gd fmla="*/ 1 w 165" name="T30"/>
                  <a:gd fmla="*/ 91 h 166" name="T31"/>
                  <a:gd fmla="*/ 13 w 165" name="T32"/>
                  <a:gd fmla="*/ 96 h 166" name="T33"/>
                  <a:gd fmla="*/ 5 w 165" name="T34"/>
                  <a:gd fmla="*/ 110 h 166" name="T35"/>
                  <a:gd fmla="*/ 29 w 165" name="T36"/>
                  <a:gd fmla="*/ 129 h 166" name="T37"/>
                  <a:gd fmla="*/ 29 w 165" name="T38"/>
                  <a:gd fmla="*/ 145 h 166" name="T39"/>
                  <a:gd fmla="*/ 48 w 165" name="T40"/>
                  <a:gd fmla="*/ 158 h 166" name="T41"/>
                  <a:gd fmla="*/ 59 w 165" name="T42"/>
                  <a:gd fmla="*/ 149 h 166" name="T43"/>
                  <a:gd fmla="*/ 67 w 165" name="T44"/>
                  <a:gd fmla="*/ 164 h 166" name="T45"/>
                  <a:gd fmla="*/ 95 w 165" name="T46"/>
                  <a:gd fmla="*/ 152 h 166" name="T47"/>
                  <a:gd fmla="*/ 110 w 165" name="T48"/>
                  <a:gd fmla="*/ 161 h 166" name="T49"/>
                  <a:gd fmla="*/ 123 w 165" name="T50"/>
                  <a:gd fmla="*/ 154 h 166" name="T51"/>
                  <a:gd fmla="*/ 128 w 165" name="T52"/>
                  <a:gd fmla="*/ 136 h 166" name="T53"/>
                  <a:gd fmla="*/ 145 w 165" name="T54"/>
                  <a:gd fmla="*/ 137 h 166" name="T55"/>
                  <a:gd fmla="*/ 149 w 165" name="T56"/>
                  <a:gd fmla="*/ 106 h 166" name="T57"/>
                  <a:gd fmla="*/ 163 w 165" name="T58"/>
                  <a:gd fmla="*/ 98 h 166" name="T59"/>
                  <a:gd fmla="*/ 165 w 165" name="T60"/>
                  <a:gd fmla="*/ 83 h 166" name="T61"/>
                  <a:gd fmla="*/ 82 w 165" name="T62"/>
                  <a:gd fmla="*/ 125 h 166" name="T63"/>
                  <a:gd fmla="*/ 82 w 165" name="T64"/>
                  <a:gd fmla="*/ 42 h 166" name="T65"/>
                  <a:gd fmla="*/ 82 w 165" name="T66"/>
                  <a:gd fmla="*/ 125 h 166" name="T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b="b" l="0" r="r" t="0"/>
                <a:pathLst>
                  <a:path h="166" w="165">
                    <a:moveTo>
                      <a:pt x="164" y="75"/>
                    </a:moveTo>
                    <a:cubicBezTo>
                      <a:pt x="164" y="73"/>
                      <a:pt x="163" y="70"/>
                      <a:pt x="163" y="68"/>
                    </a:cubicBezTo>
                    <a:cubicBezTo>
                      <a:pt x="151" y="70"/>
                      <a:pt x="151" y="70"/>
                      <a:pt x="151" y="70"/>
                    </a:cubicBezTo>
                    <a:cubicBezTo>
                      <a:pt x="151" y="67"/>
                      <a:pt x="150" y="63"/>
                      <a:pt x="149" y="60"/>
                    </a:cubicBezTo>
                    <a:cubicBezTo>
                      <a:pt x="160" y="56"/>
                      <a:pt x="160" y="56"/>
                      <a:pt x="160" y="56"/>
                    </a:cubicBezTo>
                    <a:cubicBezTo>
                      <a:pt x="157" y="46"/>
                      <a:pt x="151" y="37"/>
                      <a:pt x="145" y="30"/>
                    </a:cubicBezTo>
                    <a:cubicBezTo>
                      <a:pt x="136" y="37"/>
                      <a:pt x="136" y="37"/>
                      <a:pt x="136" y="37"/>
                    </a:cubicBezTo>
                    <a:cubicBezTo>
                      <a:pt x="133" y="35"/>
                      <a:pt x="131" y="32"/>
                      <a:pt x="128" y="30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132" y="17"/>
                      <a:pt x="128" y="15"/>
                      <a:pt x="123" y="12"/>
                    </a:cubicBezTo>
                    <a:cubicBezTo>
                      <a:pt x="121" y="11"/>
                      <a:pt x="119" y="10"/>
                      <a:pt x="117" y="8"/>
                    </a:cubicBezTo>
                    <a:cubicBezTo>
                      <a:pt x="114" y="7"/>
                      <a:pt x="112" y="6"/>
                      <a:pt x="110" y="6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2" y="16"/>
                      <a:pt x="99" y="15"/>
                      <a:pt x="95" y="14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88" y="0"/>
                      <a:pt x="77" y="0"/>
                      <a:pt x="67" y="2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6" y="15"/>
                      <a:pt x="62" y="16"/>
                      <a:pt x="59" y="17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3" y="6"/>
                      <a:pt x="50" y="7"/>
                      <a:pt x="48" y="8"/>
                    </a:cubicBezTo>
                    <a:cubicBezTo>
                      <a:pt x="46" y="10"/>
                      <a:pt x="43" y="11"/>
                      <a:pt x="41" y="12"/>
                    </a:cubicBezTo>
                    <a:cubicBezTo>
                      <a:pt x="37" y="15"/>
                      <a:pt x="33" y="17"/>
                      <a:pt x="29" y="21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4" y="32"/>
                      <a:pt x="31" y="35"/>
                      <a:pt x="29" y="37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13" y="37"/>
                      <a:pt x="8" y="46"/>
                      <a:pt x="5" y="56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5" y="63"/>
                      <a:pt x="14" y="67"/>
                      <a:pt x="13" y="70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1" y="70"/>
                      <a:pt x="1" y="73"/>
                      <a:pt x="1" y="75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3"/>
                      <a:pt x="1" y="96"/>
                      <a:pt x="2" y="98"/>
                    </a:cubicBezTo>
                    <a:cubicBezTo>
                      <a:pt x="13" y="96"/>
                      <a:pt x="13" y="96"/>
                      <a:pt x="13" y="96"/>
                    </a:cubicBezTo>
                    <a:cubicBezTo>
                      <a:pt x="14" y="100"/>
                      <a:pt x="15" y="103"/>
                      <a:pt x="16" y="106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8" y="120"/>
                      <a:pt x="13" y="129"/>
                      <a:pt x="20" y="137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1" y="132"/>
                      <a:pt x="34" y="134"/>
                      <a:pt x="37" y="136"/>
                    </a:cubicBezTo>
                    <a:cubicBezTo>
                      <a:pt x="29" y="145"/>
                      <a:pt x="29" y="145"/>
                      <a:pt x="29" y="145"/>
                    </a:cubicBezTo>
                    <a:cubicBezTo>
                      <a:pt x="33" y="149"/>
                      <a:pt x="37" y="152"/>
                      <a:pt x="41" y="154"/>
                    </a:cubicBezTo>
                    <a:cubicBezTo>
                      <a:pt x="43" y="156"/>
                      <a:pt x="46" y="157"/>
                      <a:pt x="48" y="158"/>
                    </a:cubicBezTo>
                    <a:cubicBezTo>
                      <a:pt x="50" y="159"/>
                      <a:pt x="53" y="160"/>
                      <a:pt x="55" y="161"/>
                    </a:cubicBezTo>
                    <a:cubicBezTo>
                      <a:pt x="59" y="149"/>
                      <a:pt x="59" y="149"/>
                      <a:pt x="59" y="149"/>
                    </a:cubicBezTo>
                    <a:cubicBezTo>
                      <a:pt x="62" y="150"/>
                      <a:pt x="66" y="151"/>
                      <a:pt x="69" y="152"/>
                    </a:cubicBezTo>
                    <a:cubicBezTo>
                      <a:pt x="67" y="164"/>
                      <a:pt x="67" y="164"/>
                      <a:pt x="67" y="164"/>
                    </a:cubicBezTo>
                    <a:cubicBezTo>
                      <a:pt x="77" y="166"/>
                      <a:pt x="88" y="166"/>
                      <a:pt x="98" y="164"/>
                    </a:cubicBezTo>
                    <a:cubicBezTo>
                      <a:pt x="95" y="152"/>
                      <a:pt x="95" y="152"/>
                      <a:pt x="95" y="152"/>
                    </a:cubicBezTo>
                    <a:cubicBezTo>
                      <a:pt x="99" y="151"/>
                      <a:pt x="102" y="150"/>
                      <a:pt x="106" y="149"/>
                    </a:cubicBezTo>
                    <a:cubicBezTo>
                      <a:pt x="110" y="161"/>
                      <a:pt x="110" y="161"/>
                      <a:pt x="110" y="161"/>
                    </a:cubicBezTo>
                    <a:cubicBezTo>
                      <a:pt x="112" y="160"/>
                      <a:pt x="114" y="159"/>
                      <a:pt x="117" y="158"/>
                    </a:cubicBezTo>
                    <a:cubicBezTo>
                      <a:pt x="119" y="157"/>
                      <a:pt x="121" y="156"/>
                      <a:pt x="123" y="154"/>
                    </a:cubicBezTo>
                    <a:cubicBezTo>
                      <a:pt x="128" y="152"/>
                      <a:pt x="132" y="149"/>
                      <a:pt x="136" y="145"/>
                    </a:cubicBezTo>
                    <a:cubicBezTo>
                      <a:pt x="128" y="136"/>
                      <a:pt x="128" y="136"/>
                      <a:pt x="128" y="136"/>
                    </a:cubicBezTo>
                    <a:cubicBezTo>
                      <a:pt x="131" y="134"/>
                      <a:pt x="133" y="132"/>
                      <a:pt x="136" y="129"/>
                    </a:cubicBezTo>
                    <a:cubicBezTo>
                      <a:pt x="145" y="137"/>
                      <a:pt x="145" y="137"/>
                      <a:pt x="145" y="137"/>
                    </a:cubicBezTo>
                    <a:cubicBezTo>
                      <a:pt x="151" y="129"/>
                      <a:pt x="157" y="120"/>
                      <a:pt x="160" y="110"/>
                    </a:cubicBezTo>
                    <a:cubicBezTo>
                      <a:pt x="149" y="106"/>
                      <a:pt x="149" y="106"/>
                      <a:pt x="149" y="106"/>
                    </a:cubicBezTo>
                    <a:cubicBezTo>
                      <a:pt x="150" y="103"/>
                      <a:pt x="151" y="100"/>
                      <a:pt x="151" y="96"/>
                    </a:cubicBezTo>
                    <a:cubicBezTo>
                      <a:pt x="163" y="98"/>
                      <a:pt x="163" y="98"/>
                      <a:pt x="163" y="98"/>
                    </a:cubicBezTo>
                    <a:cubicBezTo>
                      <a:pt x="163" y="96"/>
                      <a:pt x="164" y="93"/>
                      <a:pt x="164" y="91"/>
                    </a:cubicBezTo>
                    <a:cubicBezTo>
                      <a:pt x="165" y="83"/>
                      <a:pt x="165" y="83"/>
                      <a:pt x="165" y="83"/>
                    </a:cubicBezTo>
                    <a:lnTo>
                      <a:pt x="164" y="75"/>
                    </a:lnTo>
                    <a:close/>
                    <a:moveTo>
                      <a:pt x="82" y="125"/>
                    </a:moveTo>
                    <a:cubicBezTo>
                      <a:pt x="59" y="125"/>
                      <a:pt x="41" y="106"/>
                      <a:pt x="41" y="83"/>
                    </a:cubicBezTo>
                    <a:cubicBezTo>
                      <a:pt x="41" y="60"/>
                      <a:pt x="59" y="42"/>
                      <a:pt x="82" y="42"/>
                    </a:cubicBezTo>
                    <a:cubicBezTo>
                      <a:pt x="105" y="42"/>
                      <a:pt x="124" y="60"/>
                      <a:pt x="124" y="83"/>
                    </a:cubicBezTo>
                    <a:cubicBezTo>
                      <a:pt x="124" y="106"/>
                      <a:pt x="105" y="125"/>
                      <a:pt x="82" y="125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17a0d7e-a14f-4554-a09a-40f45ebbd0cf" id="88" name="íṣḷîdê">
                <a:extLst>
                  <a:ext uri="{FF2B5EF4-FFF2-40B4-BE49-F238E27FC236}">
                    <a16:creationId id="{AB88E2F4-7ACD-B1E2-2D7E-28A9D460708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221634" y="4729049"/>
                <a:ext cx="1134190" cy="623214"/>
              </a:xfrm>
              <a:custGeom>
                <a:avLst/>
                <a:gdLst>
                  <a:gd fmla="*/ 226 w 242" name="T0"/>
                  <a:gd fmla="*/ 104 h 133" name="T1"/>
                  <a:gd fmla="*/ 237 w 242" name="T2"/>
                  <a:gd fmla="*/ 86 h 133" name="T3"/>
                  <a:gd fmla="*/ 208 w 242" name="T4"/>
                  <a:gd fmla="*/ 60 h 133" name="T5"/>
                  <a:gd fmla="*/ 211 w 242" name="T6"/>
                  <a:gd fmla="*/ 39 h 133" name="T7"/>
                  <a:gd fmla="*/ 204 w 242" name="T8"/>
                  <a:gd fmla="*/ 33 h 133" name="T9"/>
                  <a:gd fmla="*/ 197 w 242" name="T10"/>
                  <a:gd fmla="*/ 26 h 133" name="T11"/>
                  <a:gd fmla="*/ 181 w 242" name="T12"/>
                  <a:gd fmla="*/ 15 h 133" name="T13"/>
                  <a:gd fmla="*/ 161 w 242" name="T14"/>
                  <a:gd fmla="*/ 22 h 133" name="T15"/>
                  <a:gd fmla="*/ 158 w 242" name="T16"/>
                  <a:gd fmla="*/ 5 h 133" name="T17"/>
                  <a:gd fmla="*/ 146 w 242" name="T18"/>
                  <a:gd fmla="*/ 2 h 133" name="T19"/>
                  <a:gd fmla="*/ 139 w 242" name="T20"/>
                  <a:gd fmla="*/ 1 h 133" name="T21"/>
                  <a:gd fmla="*/ 129 w 242" name="T22"/>
                  <a:gd fmla="*/ 0 h 133" name="T23"/>
                  <a:gd fmla="*/ 121 w 242" name="T24"/>
                  <a:gd fmla="*/ 15 h 133" name="T25"/>
                  <a:gd fmla="*/ 114 w 242" name="T26"/>
                  <a:gd fmla="*/ 0 h 133" name="T27"/>
                  <a:gd fmla="*/ 104 w 242" name="T28"/>
                  <a:gd fmla="*/ 1 h 133" name="T29"/>
                  <a:gd fmla="*/ 97 w 242" name="T30"/>
                  <a:gd fmla="*/ 2 h 133" name="T31"/>
                  <a:gd fmla="*/ 85 w 242" name="T32"/>
                  <a:gd fmla="*/ 5 h 133" name="T33"/>
                  <a:gd fmla="*/ 82 w 242" name="T34"/>
                  <a:gd fmla="*/ 22 h 133" name="T35"/>
                  <a:gd fmla="*/ 62 w 242" name="T36"/>
                  <a:gd fmla="*/ 15 h 133" name="T37"/>
                  <a:gd fmla="*/ 46 w 242" name="T38"/>
                  <a:gd fmla="*/ 26 h 133" name="T39"/>
                  <a:gd fmla="*/ 39 w 242" name="T40"/>
                  <a:gd fmla="*/ 33 h 133" name="T41"/>
                  <a:gd fmla="*/ 32 w 242" name="T42"/>
                  <a:gd fmla="*/ 39 h 133" name="T43"/>
                  <a:gd fmla="*/ 34 w 242" name="T44"/>
                  <a:gd fmla="*/ 60 h 133" name="T45"/>
                  <a:gd fmla="*/ 20 w 242" name="T46"/>
                  <a:gd fmla="*/ 56 h 133" name="T47"/>
                  <a:gd fmla="*/ 15 w 242" name="T48"/>
                  <a:gd fmla="*/ 64 h 133" name="T49"/>
                  <a:gd fmla="*/ 9 w 242" name="T50"/>
                  <a:gd fmla="*/ 77 h 133" name="T51"/>
                  <a:gd fmla="*/ 20 w 242" name="T52"/>
                  <a:gd fmla="*/ 90 h 133" name="T53"/>
                  <a:gd fmla="*/ 2 w 242" name="T54"/>
                  <a:gd fmla="*/ 102 h 133" name="T55"/>
                  <a:gd fmla="*/ 1 w 242" name="T56"/>
                  <a:gd fmla="*/ 129 h 133" name="T57"/>
                  <a:gd fmla="*/ 36 w 242" name="T58"/>
                  <a:gd fmla="*/ 133 h 133" name="T59"/>
                  <a:gd fmla="*/ 35 w 242" name="T60"/>
                  <a:gd fmla="*/ 122 h 133" name="T61"/>
                  <a:gd fmla="*/ 207 w 242" name="T62"/>
                  <a:gd fmla="*/ 122 h 133" name="T63"/>
                  <a:gd fmla="*/ 206 w 242" name="T64"/>
                  <a:gd fmla="*/ 133 h 133" name="T65"/>
                  <a:gd fmla="*/ 242 w 242" name="T66"/>
                  <a:gd fmla="*/ 129 h 133" name="T67"/>
                  <a:gd fmla="*/ 241 w 242" name="T68"/>
                  <a:gd fmla="*/ 102 h 133" name="T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b="b" l="0" r="r" t="0"/>
                <a:pathLst>
                  <a:path h="133" w="242">
                    <a:moveTo>
                      <a:pt x="241" y="102"/>
                    </a:moveTo>
                    <a:cubicBezTo>
                      <a:pt x="226" y="104"/>
                      <a:pt x="226" y="104"/>
                      <a:pt x="226" y="104"/>
                    </a:cubicBezTo>
                    <a:cubicBezTo>
                      <a:pt x="225" y="99"/>
                      <a:pt x="224" y="95"/>
                      <a:pt x="223" y="90"/>
                    </a:cubicBezTo>
                    <a:cubicBezTo>
                      <a:pt x="237" y="86"/>
                      <a:pt x="237" y="86"/>
                      <a:pt x="237" y="86"/>
                    </a:cubicBezTo>
                    <a:cubicBezTo>
                      <a:pt x="234" y="74"/>
                      <a:pt x="228" y="62"/>
                      <a:pt x="221" y="52"/>
                    </a:cubicBezTo>
                    <a:cubicBezTo>
                      <a:pt x="208" y="60"/>
                      <a:pt x="208" y="60"/>
                      <a:pt x="208" y="60"/>
                    </a:cubicBezTo>
                    <a:cubicBezTo>
                      <a:pt x="206" y="56"/>
                      <a:pt x="203" y="53"/>
                      <a:pt x="200" y="49"/>
                    </a:cubicBezTo>
                    <a:cubicBezTo>
                      <a:pt x="211" y="39"/>
                      <a:pt x="211" y="39"/>
                      <a:pt x="211" y="39"/>
                    </a:cubicBezTo>
                    <a:cubicBezTo>
                      <a:pt x="208" y="36"/>
                      <a:pt x="208" y="36"/>
                      <a:pt x="208" y="36"/>
                    </a:cubicBezTo>
                    <a:cubicBezTo>
                      <a:pt x="206" y="35"/>
                      <a:pt x="205" y="34"/>
                      <a:pt x="204" y="33"/>
                    </a:cubicBezTo>
                    <a:cubicBezTo>
                      <a:pt x="200" y="29"/>
                      <a:pt x="200" y="29"/>
                      <a:pt x="200" y="29"/>
                    </a:cubicBezTo>
                    <a:cubicBezTo>
                      <a:pt x="199" y="28"/>
                      <a:pt x="198" y="27"/>
                      <a:pt x="197" y="26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81" y="15"/>
                      <a:pt x="181" y="15"/>
                      <a:pt x="181" y="15"/>
                    </a:cubicBezTo>
                    <a:cubicBezTo>
                      <a:pt x="173" y="28"/>
                      <a:pt x="173" y="28"/>
                      <a:pt x="173" y="28"/>
                    </a:cubicBezTo>
                    <a:cubicBezTo>
                      <a:pt x="170" y="26"/>
                      <a:pt x="165" y="24"/>
                      <a:pt x="161" y="22"/>
                    </a:cubicBezTo>
                    <a:cubicBezTo>
                      <a:pt x="167" y="9"/>
                      <a:pt x="167" y="9"/>
                      <a:pt x="167" y="9"/>
                    </a:cubicBezTo>
                    <a:cubicBezTo>
                      <a:pt x="158" y="5"/>
                      <a:pt x="158" y="5"/>
                      <a:pt x="158" y="5"/>
                    </a:cubicBezTo>
                    <a:cubicBezTo>
                      <a:pt x="155" y="4"/>
                      <a:pt x="151" y="4"/>
                      <a:pt x="148" y="3"/>
                    </a:cubicBezTo>
                    <a:cubicBezTo>
                      <a:pt x="146" y="2"/>
                      <a:pt x="146" y="2"/>
                      <a:pt x="146" y="2"/>
                    </a:cubicBezTo>
                    <a:cubicBezTo>
                      <a:pt x="145" y="2"/>
                      <a:pt x="144" y="2"/>
                      <a:pt x="144" y="2"/>
                    </a:cubicBezTo>
                    <a:cubicBezTo>
                      <a:pt x="139" y="1"/>
                      <a:pt x="139" y="1"/>
                      <a:pt x="139" y="1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2" y="0"/>
                      <a:pt x="131" y="0"/>
                      <a:pt x="129" y="0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6" y="15"/>
                      <a:pt x="124" y="15"/>
                      <a:pt x="121" y="15"/>
                    </a:cubicBezTo>
                    <a:cubicBezTo>
                      <a:pt x="119" y="15"/>
                      <a:pt x="117" y="15"/>
                      <a:pt x="115" y="15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2" y="0"/>
                      <a:pt x="110" y="0"/>
                      <a:pt x="109" y="0"/>
                    </a:cubicBezTo>
                    <a:cubicBezTo>
                      <a:pt x="104" y="1"/>
                      <a:pt x="104" y="1"/>
                      <a:pt x="104" y="1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8" y="2"/>
                      <a:pt x="98" y="2"/>
                      <a:pt x="97" y="2"/>
                    </a:cubicBezTo>
                    <a:cubicBezTo>
                      <a:pt x="95" y="3"/>
                      <a:pt x="95" y="3"/>
                      <a:pt x="95" y="3"/>
                    </a:cubicBezTo>
                    <a:cubicBezTo>
                      <a:pt x="91" y="4"/>
                      <a:pt x="88" y="4"/>
                      <a:pt x="85" y="5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77" y="24"/>
                      <a:pt x="73" y="26"/>
                      <a:pt x="69" y="28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3" y="28"/>
                      <a:pt x="42" y="29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8" y="34"/>
                      <a:pt x="36" y="35"/>
                      <a:pt x="35" y="36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0" y="53"/>
                      <a:pt x="37" y="56"/>
                      <a:pt x="34" y="60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1" y="53"/>
                      <a:pt x="20" y="54"/>
                      <a:pt x="20" y="56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6" y="61"/>
                      <a:pt x="15" y="62"/>
                      <a:pt x="15" y="64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1" y="71"/>
                      <a:pt x="10" y="74"/>
                      <a:pt x="9" y="77"/>
                    </a:cubicBezTo>
                    <a:cubicBezTo>
                      <a:pt x="8" y="80"/>
                      <a:pt x="6" y="83"/>
                      <a:pt x="5" y="86"/>
                    </a:cubicBezTo>
                    <a:cubicBezTo>
                      <a:pt x="20" y="90"/>
                      <a:pt x="20" y="90"/>
                      <a:pt x="20" y="90"/>
                    </a:cubicBezTo>
                    <a:cubicBezTo>
                      <a:pt x="18" y="95"/>
                      <a:pt x="17" y="99"/>
                      <a:pt x="17" y="104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1" y="108"/>
                      <a:pt x="1" y="114"/>
                      <a:pt x="0" y="121"/>
                    </a:cubicBezTo>
                    <a:cubicBezTo>
                      <a:pt x="1" y="123"/>
                      <a:pt x="1" y="126"/>
                      <a:pt x="1" y="129"/>
                    </a:cubicBezTo>
                    <a:cubicBezTo>
                      <a:pt x="1" y="130"/>
                      <a:pt x="1" y="132"/>
                      <a:pt x="1" y="133"/>
                    </a:cubicBezTo>
                    <a:cubicBezTo>
                      <a:pt x="36" y="133"/>
                      <a:pt x="36" y="133"/>
                      <a:pt x="36" y="133"/>
                    </a:cubicBezTo>
                    <a:cubicBezTo>
                      <a:pt x="36" y="132"/>
                      <a:pt x="36" y="130"/>
                      <a:pt x="36" y="129"/>
                    </a:cubicBezTo>
                    <a:cubicBezTo>
                      <a:pt x="35" y="127"/>
                      <a:pt x="35" y="124"/>
                      <a:pt x="35" y="122"/>
                    </a:cubicBezTo>
                    <a:cubicBezTo>
                      <a:pt x="35" y="74"/>
                      <a:pt x="74" y="36"/>
                      <a:pt x="121" y="36"/>
                    </a:cubicBezTo>
                    <a:cubicBezTo>
                      <a:pt x="169" y="36"/>
                      <a:pt x="207" y="74"/>
                      <a:pt x="207" y="122"/>
                    </a:cubicBezTo>
                    <a:cubicBezTo>
                      <a:pt x="207" y="124"/>
                      <a:pt x="207" y="127"/>
                      <a:pt x="207" y="129"/>
                    </a:cubicBezTo>
                    <a:cubicBezTo>
                      <a:pt x="207" y="130"/>
                      <a:pt x="206" y="132"/>
                      <a:pt x="206" y="133"/>
                    </a:cubicBezTo>
                    <a:cubicBezTo>
                      <a:pt x="242" y="133"/>
                      <a:pt x="242" y="133"/>
                      <a:pt x="242" y="133"/>
                    </a:cubicBezTo>
                    <a:cubicBezTo>
                      <a:pt x="242" y="132"/>
                      <a:pt x="242" y="130"/>
                      <a:pt x="242" y="129"/>
                    </a:cubicBezTo>
                    <a:cubicBezTo>
                      <a:pt x="242" y="126"/>
                      <a:pt x="242" y="123"/>
                      <a:pt x="242" y="121"/>
                    </a:cubicBezTo>
                    <a:cubicBezTo>
                      <a:pt x="242" y="114"/>
                      <a:pt x="242" y="108"/>
                      <a:pt x="241" y="102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00fcaf4-e141-4908-b6c9-c2bcf7f0b2a6" id="89" name="íSļîḋè">
                <a:extLst>
                  <a:ext uri="{FF2B5EF4-FFF2-40B4-BE49-F238E27FC236}">
                    <a16:creationId id="{982C9694-9249-E253-F84A-AB26D063B91C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448445" y="4972163"/>
                <a:ext cx="657181" cy="379541"/>
              </a:xfrm>
              <a:custGeom>
                <a:avLst/>
                <a:gdLst>
                  <a:gd fmla="*/ 70 w 140" name="T0"/>
                  <a:gd fmla="*/ 0 h 81" name="T1"/>
                  <a:gd fmla="*/ 0 w 140" name="T2"/>
                  <a:gd fmla="*/ 70 h 81" name="T3"/>
                  <a:gd fmla="*/ 1 w 140" name="T4"/>
                  <a:gd fmla="*/ 77 h 81" name="T5"/>
                  <a:gd fmla="*/ 1 w 140" name="T6"/>
                  <a:gd fmla="*/ 81 h 81" name="T7"/>
                  <a:gd fmla="*/ 37 w 140" name="T8"/>
                  <a:gd fmla="*/ 81 h 81" name="T9"/>
                  <a:gd fmla="*/ 35 w 140" name="T10"/>
                  <a:gd fmla="*/ 77 h 81" name="T11"/>
                  <a:gd fmla="*/ 35 w 140" name="T12"/>
                  <a:gd fmla="*/ 69 h 81" name="T13"/>
                  <a:gd fmla="*/ 70 w 140" name="T14"/>
                  <a:gd fmla="*/ 33 h 81" name="T15"/>
                  <a:gd fmla="*/ 106 w 140" name="T16"/>
                  <a:gd fmla="*/ 69 h 81" name="T17"/>
                  <a:gd fmla="*/ 105 w 140" name="T18"/>
                  <a:gd fmla="*/ 77 h 81" name="T19"/>
                  <a:gd fmla="*/ 104 w 140" name="T20"/>
                  <a:gd fmla="*/ 81 h 81" name="T21"/>
                  <a:gd fmla="*/ 139 w 140" name="T22"/>
                  <a:gd fmla="*/ 81 h 81" name="T23"/>
                  <a:gd fmla="*/ 139 w 140" name="T24"/>
                  <a:gd fmla="*/ 77 h 81" name="T25"/>
                  <a:gd fmla="*/ 140 w 140" name="T26"/>
                  <a:gd fmla="*/ 70 h 81" name="T27"/>
                  <a:gd fmla="*/ 70 w 140" name="T28"/>
                  <a:gd fmla="*/ 0 h 81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81" w="140">
                    <a:moveTo>
                      <a:pt x="70" y="0"/>
                    </a:moveTo>
                    <a:cubicBezTo>
                      <a:pt x="32" y="0"/>
                      <a:pt x="0" y="31"/>
                      <a:pt x="0" y="70"/>
                    </a:cubicBezTo>
                    <a:cubicBezTo>
                      <a:pt x="0" y="72"/>
                      <a:pt x="0" y="75"/>
                      <a:pt x="1" y="77"/>
                    </a:cubicBezTo>
                    <a:cubicBezTo>
                      <a:pt x="1" y="78"/>
                      <a:pt x="1" y="80"/>
                      <a:pt x="1" y="81"/>
                    </a:cubicBezTo>
                    <a:cubicBezTo>
                      <a:pt x="37" y="81"/>
                      <a:pt x="37" y="81"/>
                      <a:pt x="37" y="81"/>
                    </a:cubicBezTo>
                    <a:cubicBezTo>
                      <a:pt x="36" y="80"/>
                      <a:pt x="36" y="78"/>
                      <a:pt x="35" y="77"/>
                    </a:cubicBezTo>
                    <a:cubicBezTo>
                      <a:pt x="35" y="74"/>
                      <a:pt x="35" y="72"/>
                      <a:pt x="35" y="69"/>
                    </a:cubicBezTo>
                    <a:cubicBezTo>
                      <a:pt x="35" y="49"/>
                      <a:pt x="51" y="33"/>
                      <a:pt x="70" y="33"/>
                    </a:cubicBezTo>
                    <a:cubicBezTo>
                      <a:pt x="90" y="33"/>
                      <a:pt x="106" y="49"/>
                      <a:pt x="106" y="69"/>
                    </a:cubicBezTo>
                    <a:cubicBezTo>
                      <a:pt x="106" y="72"/>
                      <a:pt x="106" y="74"/>
                      <a:pt x="105" y="77"/>
                    </a:cubicBezTo>
                    <a:cubicBezTo>
                      <a:pt x="105" y="78"/>
                      <a:pt x="105" y="80"/>
                      <a:pt x="104" y="81"/>
                    </a:cubicBezTo>
                    <a:cubicBezTo>
                      <a:pt x="139" y="81"/>
                      <a:pt x="139" y="81"/>
                      <a:pt x="139" y="81"/>
                    </a:cubicBezTo>
                    <a:cubicBezTo>
                      <a:pt x="139" y="80"/>
                      <a:pt x="139" y="78"/>
                      <a:pt x="139" y="77"/>
                    </a:cubicBezTo>
                    <a:cubicBezTo>
                      <a:pt x="140" y="75"/>
                      <a:pt x="140" y="72"/>
                      <a:pt x="140" y="70"/>
                    </a:cubicBezTo>
                    <a:cubicBezTo>
                      <a:pt x="140" y="31"/>
                      <a:pt x="109" y="0"/>
                      <a:pt x="70" y="0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5b4fcef-bd4c-4f1d-8626-51e66b2ae42b" id="90" name="iṣ1íḑè">
                <a:extLst>
                  <a:ext uri="{FF2B5EF4-FFF2-40B4-BE49-F238E27FC236}">
                    <a16:creationId id="{B4EF4279-4DAB-E14A-F0D2-A5B1A05A15DE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816076" y="3761366"/>
                <a:ext cx="735452" cy="731022"/>
              </a:xfrm>
              <a:custGeom>
                <a:avLst/>
                <a:gdLst>
                  <a:gd fmla="*/ 157 w 157" name="T0"/>
                  <a:gd fmla="*/ 78 h 156" name="T1"/>
                  <a:gd fmla="*/ 146 w 157" name="T2"/>
                  <a:gd fmla="*/ 67 h 156" name="T3"/>
                  <a:gd fmla="*/ 154 w 157" name="T4"/>
                  <a:gd fmla="*/ 55 h 156" name="T5"/>
                  <a:gd fmla="*/ 135 w 157" name="T6"/>
                  <a:gd fmla="*/ 38 h 156" name="T7"/>
                  <a:gd fmla="*/ 136 w 157" name="T8"/>
                  <a:gd fmla="*/ 25 h 156" name="T9"/>
                  <a:gd fmla="*/ 132 w 157" name="T10"/>
                  <a:gd fmla="*/ 21 h 156" name="T11"/>
                  <a:gd fmla="*/ 127 w 157" name="T12"/>
                  <a:gd fmla="*/ 16 h 156" name="T13"/>
                  <a:gd fmla="*/ 117 w 157" name="T14"/>
                  <a:gd fmla="*/ 9 h 156" name="T15"/>
                  <a:gd fmla="*/ 104 w 157" name="T16"/>
                  <a:gd fmla="*/ 14 h 156" name="T17"/>
                  <a:gd fmla="*/ 102 w 157" name="T18"/>
                  <a:gd fmla="*/ 3 h 156" name="T19"/>
                  <a:gd fmla="*/ 94 w 157" name="T20"/>
                  <a:gd fmla="*/ 1 h 156" name="T21"/>
                  <a:gd fmla="*/ 90 w 157" name="T22"/>
                  <a:gd fmla="*/ 0 h 156" name="T23"/>
                  <a:gd fmla="*/ 84 w 157" name="T24"/>
                  <a:gd fmla="*/ 0 h 156" name="T25"/>
                  <a:gd fmla="*/ 78 w 157" name="T26"/>
                  <a:gd fmla="*/ 9 h 156" name="T27"/>
                  <a:gd fmla="*/ 73 w 157" name="T28"/>
                  <a:gd fmla="*/ 0 h 156" name="T29"/>
                  <a:gd fmla="*/ 67 w 157" name="T30"/>
                  <a:gd fmla="*/ 0 h 156" name="T31"/>
                  <a:gd fmla="*/ 63 w 157" name="T32"/>
                  <a:gd fmla="*/ 1 h 156" name="T33"/>
                  <a:gd fmla="*/ 55 w 157" name="T34"/>
                  <a:gd fmla="*/ 3 h 156" name="T35"/>
                  <a:gd fmla="*/ 53 w 157" name="T36"/>
                  <a:gd fmla="*/ 14 h 156" name="T37"/>
                  <a:gd fmla="*/ 40 w 157" name="T38"/>
                  <a:gd fmla="*/ 9 h 156" name="T39"/>
                  <a:gd fmla="*/ 30 w 157" name="T40"/>
                  <a:gd fmla="*/ 16 h 156" name="T41"/>
                  <a:gd fmla="*/ 25 w 157" name="T42"/>
                  <a:gd fmla="*/ 21 h 156" name="T43"/>
                  <a:gd fmla="*/ 21 w 157" name="T44"/>
                  <a:gd fmla="*/ 25 h 156" name="T45"/>
                  <a:gd fmla="*/ 22 w 157" name="T46"/>
                  <a:gd fmla="*/ 38 h 156" name="T47"/>
                  <a:gd fmla="*/ 12 w 157" name="T48"/>
                  <a:gd fmla="*/ 36 h 156" name="T49"/>
                  <a:gd fmla="*/ 9 w 157" name="T50"/>
                  <a:gd fmla="*/ 41 h 156" name="T51"/>
                  <a:gd fmla="*/ 5 w 157" name="T52"/>
                  <a:gd fmla="*/ 49 h 156" name="T53"/>
                  <a:gd fmla="*/ 13 w 157" name="T54"/>
                  <a:gd fmla="*/ 58 h 156" name="T55"/>
                  <a:gd fmla="*/ 1 w 157" name="T56"/>
                  <a:gd fmla="*/ 65 h 156" name="T57"/>
                  <a:gd fmla="*/ 1 w 157" name="T58"/>
                  <a:gd fmla="*/ 90 h 156" name="T59"/>
                  <a:gd fmla="*/ 13 w 157" name="T60"/>
                  <a:gd fmla="*/ 97 h 156" name="T61"/>
                  <a:gd fmla="*/ 5 w 157" name="T62"/>
                  <a:gd fmla="*/ 106 h 156" name="T63"/>
                  <a:gd fmla="*/ 9 w 157" name="T64"/>
                  <a:gd fmla="*/ 114 h 156" name="T65"/>
                  <a:gd fmla="*/ 12 w 157" name="T66"/>
                  <a:gd fmla="*/ 120 h 156" name="T67"/>
                  <a:gd fmla="*/ 22 w 157" name="T68"/>
                  <a:gd fmla="*/ 117 h 156" name="T69"/>
                  <a:gd fmla="*/ 21 w 157" name="T70"/>
                  <a:gd fmla="*/ 130 h 156" name="T71"/>
                  <a:gd fmla="*/ 25 w 157" name="T72"/>
                  <a:gd fmla="*/ 135 h 156" name="T73"/>
                  <a:gd fmla="*/ 30 w 157" name="T74"/>
                  <a:gd fmla="*/ 139 h 156" name="T75"/>
                  <a:gd fmla="*/ 40 w 157" name="T76"/>
                  <a:gd fmla="*/ 146 h 156" name="T77"/>
                  <a:gd fmla="*/ 53 w 157" name="T78"/>
                  <a:gd fmla="*/ 141 h 156" name="T79"/>
                  <a:gd fmla="*/ 55 w 157" name="T80"/>
                  <a:gd fmla="*/ 153 h 156" name="T81"/>
                  <a:gd fmla="*/ 63 w 157" name="T82"/>
                  <a:gd fmla="*/ 154 h 156" name="T83"/>
                  <a:gd fmla="*/ 67 w 157" name="T84"/>
                  <a:gd fmla="*/ 155 h 156" name="T85"/>
                  <a:gd fmla="*/ 73 w 157" name="T86"/>
                  <a:gd fmla="*/ 156 h 156" name="T87"/>
                  <a:gd fmla="*/ 78 w 157" name="T88"/>
                  <a:gd fmla="*/ 146 h 156" name="T89"/>
                  <a:gd fmla="*/ 84 w 157" name="T90"/>
                  <a:gd fmla="*/ 156 h 156" name="T91"/>
                  <a:gd fmla="*/ 90 w 157" name="T92"/>
                  <a:gd fmla="*/ 155 h 156" name="T93"/>
                  <a:gd fmla="*/ 94 w 157" name="T94"/>
                  <a:gd fmla="*/ 154 h 156" name="T95"/>
                  <a:gd fmla="*/ 102 w 157" name="T96"/>
                  <a:gd fmla="*/ 153 h 156" name="T97"/>
                  <a:gd fmla="*/ 104 w 157" name="T98"/>
                  <a:gd fmla="*/ 141 h 156" name="T99"/>
                  <a:gd fmla="*/ 117 w 157" name="T100"/>
                  <a:gd fmla="*/ 146 h 156" name="T101"/>
                  <a:gd fmla="*/ 127 w 157" name="T102"/>
                  <a:gd fmla="*/ 139 h 156" name="T103"/>
                  <a:gd fmla="*/ 132 w 157" name="T104"/>
                  <a:gd fmla="*/ 135 h 156" name="T105"/>
                  <a:gd fmla="*/ 136 w 157" name="T106"/>
                  <a:gd fmla="*/ 130 h 156" name="T107"/>
                  <a:gd fmla="*/ 135 w 157" name="T108"/>
                  <a:gd fmla="*/ 117 h 156" name="T109"/>
                  <a:gd fmla="*/ 154 w 157" name="T110"/>
                  <a:gd fmla="*/ 100 h 156" name="T111"/>
                  <a:gd fmla="*/ 146 w 157" name="T112"/>
                  <a:gd fmla="*/ 89 h 156" name="T113"/>
                  <a:gd fmla="*/ 78 w 157" name="T114"/>
                  <a:gd fmla="*/ 134 h 156" name="T115"/>
                  <a:gd fmla="*/ 78 w 157" name="T116"/>
                  <a:gd fmla="*/ 23 h 156" name="T117"/>
                  <a:gd fmla="*/ 78 w 157" name="T118"/>
                  <a:gd fmla="*/ 134 h 156" name="T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b="b" l="0" r="r" t="0"/>
                <a:pathLst>
                  <a:path h="156" w="157">
                    <a:moveTo>
                      <a:pt x="156" y="90"/>
                    </a:moveTo>
                    <a:cubicBezTo>
                      <a:pt x="157" y="86"/>
                      <a:pt x="157" y="82"/>
                      <a:pt x="157" y="78"/>
                    </a:cubicBezTo>
                    <a:cubicBezTo>
                      <a:pt x="157" y="74"/>
                      <a:pt x="157" y="69"/>
                      <a:pt x="156" y="65"/>
                    </a:cubicBezTo>
                    <a:cubicBezTo>
                      <a:pt x="146" y="67"/>
                      <a:pt x="146" y="67"/>
                      <a:pt x="146" y="67"/>
                    </a:cubicBezTo>
                    <a:cubicBezTo>
                      <a:pt x="146" y="64"/>
                      <a:pt x="145" y="61"/>
                      <a:pt x="144" y="58"/>
                    </a:cubicBezTo>
                    <a:cubicBezTo>
                      <a:pt x="154" y="55"/>
                      <a:pt x="154" y="55"/>
                      <a:pt x="154" y="55"/>
                    </a:cubicBezTo>
                    <a:cubicBezTo>
                      <a:pt x="151" y="47"/>
                      <a:pt x="147" y="40"/>
                      <a:pt x="143" y="33"/>
                    </a:cubicBezTo>
                    <a:cubicBezTo>
                      <a:pt x="135" y="38"/>
                      <a:pt x="135" y="38"/>
                      <a:pt x="135" y="38"/>
                    </a:cubicBezTo>
                    <a:cubicBezTo>
                      <a:pt x="133" y="36"/>
                      <a:pt x="131" y="34"/>
                      <a:pt x="129" y="31"/>
                    </a:cubicBezTo>
                    <a:cubicBezTo>
                      <a:pt x="136" y="25"/>
                      <a:pt x="136" y="25"/>
                      <a:pt x="136" y="25"/>
                    </a:cubicBezTo>
                    <a:cubicBezTo>
                      <a:pt x="134" y="23"/>
                      <a:pt x="134" y="23"/>
                      <a:pt x="134" y="23"/>
                    </a:cubicBezTo>
                    <a:cubicBezTo>
                      <a:pt x="134" y="22"/>
                      <a:pt x="133" y="21"/>
                      <a:pt x="132" y="21"/>
                    </a:cubicBezTo>
                    <a:cubicBezTo>
                      <a:pt x="130" y="18"/>
                      <a:pt x="130" y="18"/>
                      <a:pt x="130" y="18"/>
                    </a:cubicBezTo>
                    <a:cubicBezTo>
                      <a:pt x="129" y="18"/>
                      <a:pt x="128" y="17"/>
                      <a:pt x="127" y="16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0" y="16"/>
                      <a:pt x="107" y="15"/>
                      <a:pt x="104" y="14"/>
                    </a:cubicBezTo>
                    <a:cubicBezTo>
                      <a:pt x="108" y="5"/>
                      <a:pt x="108" y="5"/>
                      <a:pt x="108" y="5"/>
                    </a:cubicBezTo>
                    <a:cubicBezTo>
                      <a:pt x="102" y="3"/>
                      <a:pt x="102" y="3"/>
                      <a:pt x="102" y="3"/>
                    </a:cubicBezTo>
                    <a:cubicBezTo>
                      <a:pt x="100" y="2"/>
                      <a:pt x="98" y="2"/>
                      <a:pt x="96" y="1"/>
                    </a:cubicBezTo>
                    <a:cubicBezTo>
                      <a:pt x="94" y="1"/>
                      <a:pt x="94" y="1"/>
                      <a:pt x="94" y="1"/>
                    </a:cubicBezTo>
                    <a:cubicBezTo>
                      <a:pt x="94" y="1"/>
                      <a:pt x="93" y="1"/>
                      <a:pt x="93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83" y="9"/>
                      <a:pt x="83" y="9"/>
                      <a:pt x="83" y="9"/>
                    </a:cubicBezTo>
                    <a:cubicBezTo>
                      <a:pt x="81" y="9"/>
                      <a:pt x="80" y="9"/>
                      <a:pt x="78" y="9"/>
                    </a:cubicBezTo>
                    <a:cubicBezTo>
                      <a:pt x="77" y="9"/>
                      <a:pt x="75" y="9"/>
                      <a:pt x="74" y="9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2" y="0"/>
                      <a:pt x="71" y="0"/>
                      <a:pt x="70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4" y="1"/>
                      <a:pt x="63" y="1"/>
                      <a:pt x="63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59" y="2"/>
                      <a:pt x="57" y="2"/>
                      <a:pt x="55" y="3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53" y="14"/>
                      <a:pt x="53" y="14"/>
                      <a:pt x="53" y="14"/>
                    </a:cubicBezTo>
                    <a:cubicBezTo>
                      <a:pt x="50" y="15"/>
                      <a:pt x="47" y="16"/>
                      <a:pt x="45" y="18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9" y="17"/>
                      <a:pt x="28" y="18"/>
                      <a:pt x="27" y="18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1"/>
                      <a:pt x="23" y="22"/>
                      <a:pt x="23" y="23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6" y="34"/>
                      <a:pt x="24" y="36"/>
                      <a:pt x="22" y="38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4"/>
                      <a:pt x="13" y="35"/>
                      <a:pt x="12" y="36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0" y="39"/>
                      <a:pt x="10" y="40"/>
                      <a:pt x="9" y="41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7" y="46"/>
                      <a:pt x="6" y="47"/>
                      <a:pt x="5" y="49"/>
                    </a:cubicBezTo>
                    <a:cubicBezTo>
                      <a:pt x="5" y="51"/>
                      <a:pt x="4" y="53"/>
                      <a:pt x="3" y="55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2" y="61"/>
                      <a:pt x="11" y="64"/>
                      <a:pt x="11" y="67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0" y="69"/>
                      <a:pt x="0" y="74"/>
                      <a:pt x="0" y="78"/>
                    </a:cubicBezTo>
                    <a:cubicBezTo>
                      <a:pt x="0" y="82"/>
                      <a:pt x="0" y="86"/>
                      <a:pt x="1" y="90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1" y="92"/>
                      <a:pt x="12" y="94"/>
                      <a:pt x="13" y="97"/>
                    </a:cubicBezTo>
                    <a:cubicBezTo>
                      <a:pt x="3" y="100"/>
                      <a:pt x="3" y="100"/>
                      <a:pt x="3" y="100"/>
                    </a:cubicBezTo>
                    <a:cubicBezTo>
                      <a:pt x="4" y="102"/>
                      <a:pt x="5" y="104"/>
                      <a:pt x="5" y="106"/>
                    </a:cubicBezTo>
                    <a:cubicBezTo>
                      <a:pt x="6" y="108"/>
                      <a:pt x="7" y="110"/>
                      <a:pt x="8" y="112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10" y="115"/>
                      <a:pt x="10" y="116"/>
                      <a:pt x="11" y="117"/>
                    </a:cubicBezTo>
                    <a:cubicBezTo>
                      <a:pt x="12" y="120"/>
                      <a:pt x="12" y="120"/>
                      <a:pt x="12" y="120"/>
                    </a:cubicBezTo>
                    <a:cubicBezTo>
                      <a:pt x="13" y="121"/>
                      <a:pt x="14" y="122"/>
                      <a:pt x="14" y="122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4" y="119"/>
                      <a:pt x="26" y="122"/>
                      <a:pt x="28" y="124"/>
                    </a:cubicBezTo>
                    <a:cubicBezTo>
                      <a:pt x="21" y="130"/>
                      <a:pt x="21" y="130"/>
                      <a:pt x="21" y="130"/>
                    </a:cubicBezTo>
                    <a:cubicBezTo>
                      <a:pt x="23" y="133"/>
                      <a:pt x="23" y="133"/>
                      <a:pt x="23" y="133"/>
                    </a:cubicBezTo>
                    <a:cubicBezTo>
                      <a:pt x="23" y="133"/>
                      <a:pt x="24" y="134"/>
                      <a:pt x="25" y="135"/>
                    </a:cubicBezTo>
                    <a:cubicBezTo>
                      <a:pt x="27" y="137"/>
                      <a:pt x="27" y="137"/>
                      <a:pt x="27" y="137"/>
                    </a:cubicBezTo>
                    <a:cubicBezTo>
                      <a:pt x="28" y="138"/>
                      <a:pt x="29" y="138"/>
                      <a:pt x="30" y="139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40" y="146"/>
                      <a:pt x="40" y="146"/>
                      <a:pt x="40" y="146"/>
                    </a:cubicBezTo>
                    <a:cubicBezTo>
                      <a:pt x="45" y="138"/>
                      <a:pt x="45" y="138"/>
                      <a:pt x="45" y="138"/>
                    </a:cubicBezTo>
                    <a:cubicBezTo>
                      <a:pt x="47" y="139"/>
                      <a:pt x="50" y="140"/>
                      <a:pt x="53" y="141"/>
                    </a:cubicBezTo>
                    <a:cubicBezTo>
                      <a:pt x="49" y="150"/>
                      <a:pt x="49" y="150"/>
                      <a:pt x="49" y="150"/>
                    </a:cubicBezTo>
                    <a:cubicBezTo>
                      <a:pt x="55" y="153"/>
                      <a:pt x="55" y="153"/>
                      <a:pt x="55" y="153"/>
                    </a:cubicBezTo>
                    <a:cubicBezTo>
                      <a:pt x="57" y="153"/>
                      <a:pt x="59" y="154"/>
                      <a:pt x="61" y="154"/>
                    </a:cubicBezTo>
                    <a:cubicBezTo>
                      <a:pt x="63" y="154"/>
                      <a:pt x="63" y="154"/>
                      <a:pt x="63" y="154"/>
                    </a:cubicBezTo>
                    <a:cubicBezTo>
                      <a:pt x="63" y="155"/>
                      <a:pt x="64" y="155"/>
                      <a:pt x="64" y="155"/>
                    </a:cubicBezTo>
                    <a:cubicBezTo>
                      <a:pt x="67" y="155"/>
                      <a:pt x="67" y="155"/>
                      <a:pt x="67" y="155"/>
                    </a:cubicBezTo>
                    <a:cubicBezTo>
                      <a:pt x="70" y="156"/>
                      <a:pt x="70" y="156"/>
                      <a:pt x="70" y="156"/>
                    </a:cubicBezTo>
                    <a:cubicBezTo>
                      <a:pt x="71" y="156"/>
                      <a:pt x="72" y="156"/>
                      <a:pt x="73" y="156"/>
                    </a:cubicBezTo>
                    <a:cubicBezTo>
                      <a:pt x="74" y="146"/>
                      <a:pt x="74" y="146"/>
                      <a:pt x="74" y="146"/>
                    </a:cubicBezTo>
                    <a:cubicBezTo>
                      <a:pt x="75" y="146"/>
                      <a:pt x="77" y="146"/>
                      <a:pt x="78" y="146"/>
                    </a:cubicBezTo>
                    <a:cubicBezTo>
                      <a:pt x="80" y="146"/>
                      <a:pt x="81" y="146"/>
                      <a:pt x="83" y="146"/>
                    </a:cubicBezTo>
                    <a:cubicBezTo>
                      <a:pt x="84" y="156"/>
                      <a:pt x="84" y="156"/>
                      <a:pt x="84" y="156"/>
                    </a:cubicBezTo>
                    <a:cubicBezTo>
                      <a:pt x="85" y="156"/>
                      <a:pt x="86" y="156"/>
                      <a:pt x="87" y="156"/>
                    </a:cubicBezTo>
                    <a:cubicBezTo>
                      <a:pt x="90" y="155"/>
                      <a:pt x="90" y="155"/>
                      <a:pt x="90" y="155"/>
                    </a:cubicBezTo>
                    <a:cubicBezTo>
                      <a:pt x="93" y="155"/>
                      <a:pt x="93" y="155"/>
                      <a:pt x="93" y="155"/>
                    </a:cubicBezTo>
                    <a:cubicBezTo>
                      <a:pt x="93" y="155"/>
                      <a:pt x="94" y="155"/>
                      <a:pt x="94" y="154"/>
                    </a:cubicBezTo>
                    <a:cubicBezTo>
                      <a:pt x="96" y="154"/>
                      <a:pt x="96" y="154"/>
                      <a:pt x="96" y="154"/>
                    </a:cubicBezTo>
                    <a:cubicBezTo>
                      <a:pt x="98" y="154"/>
                      <a:pt x="100" y="153"/>
                      <a:pt x="102" y="153"/>
                    </a:cubicBezTo>
                    <a:cubicBezTo>
                      <a:pt x="108" y="150"/>
                      <a:pt x="108" y="150"/>
                      <a:pt x="108" y="150"/>
                    </a:cubicBezTo>
                    <a:cubicBezTo>
                      <a:pt x="104" y="141"/>
                      <a:pt x="104" y="141"/>
                      <a:pt x="104" y="141"/>
                    </a:cubicBezTo>
                    <a:cubicBezTo>
                      <a:pt x="107" y="140"/>
                      <a:pt x="110" y="139"/>
                      <a:pt x="112" y="138"/>
                    </a:cubicBezTo>
                    <a:cubicBezTo>
                      <a:pt x="117" y="146"/>
                      <a:pt x="117" y="146"/>
                      <a:pt x="117" y="146"/>
                    </a:cubicBezTo>
                    <a:cubicBezTo>
                      <a:pt x="122" y="143"/>
                      <a:pt x="122" y="143"/>
                      <a:pt x="122" y="143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8" y="138"/>
                      <a:pt x="129" y="138"/>
                      <a:pt x="130" y="137"/>
                    </a:cubicBezTo>
                    <a:cubicBezTo>
                      <a:pt x="132" y="135"/>
                      <a:pt x="132" y="135"/>
                      <a:pt x="132" y="135"/>
                    </a:cubicBezTo>
                    <a:cubicBezTo>
                      <a:pt x="133" y="134"/>
                      <a:pt x="134" y="133"/>
                      <a:pt x="134" y="133"/>
                    </a:cubicBezTo>
                    <a:cubicBezTo>
                      <a:pt x="136" y="130"/>
                      <a:pt x="136" y="130"/>
                      <a:pt x="136" y="130"/>
                    </a:cubicBezTo>
                    <a:cubicBezTo>
                      <a:pt x="129" y="124"/>
                      <a:pt x="129" y="124"/>
                      <a:pt x="129" y="124"/>
                    </a:cubicBezTo>
                    <a:cubicBezTo>
                      <a:pt x="131" y="122"/>
                      <a:pt x="133" y="119"/>
                      <a:pt x="135" y="117"/>
                    </a:cubicBezTo>
                    <a:cubicBezTo>
                      <a:pt x="143" y="122"/>
                      <a:pt x="143" y="122"/>
                      <a:pt x="143" y="122"/>
                    </a:cubicBezTo>
                    <a:cubicBezTo>
                      <a:pt x="147" y="116"/>
                      <a:pt x="151" y="108"/>
                      <a:pt x="154" y="100"/>
                    </a:cubicBezTo>
                    <a:cubicBezTo>
                      <a:pt x="144" y="97"/>
                      <a:pt x="144" y="97"/>
                      <a:pt x="144" y="97"/>
                    </a:cubicBezTo>
                    <a:cubicBezTo>
                      <a:pt x="145" y="94"/>
                      <a:pt x="146" y="92"/>
                      <a:pt x="146" y="89"/>
                    </a:cubicBezTo>
                    <a:lnTo>
                      <a:pt x="156" y="90"/>
                    </a:lnTo>
                    <a:close/>
                    <a:moveTo>
                      <a:pt x="78" y="134"/>
                    </a:moveTo>
                    <a:cubicBezTo>
                      <a:pt x="48" y="134"/>
                      <a:pt x="23" y="109"/>
                      <a:pt x="23" y="78"/>
                    </a:cubicBezTo>
                    <a:cubicBezTo>
                      <a:pt x="23" y="48"/>
                      <a:pt x="48" y="23"/>
                      <a:pt x="78" y="23"/>
                    </a:cubicBezTo>
                    <a:cubicBezTo>
                      <a:pt x="109" y="23"/>
                      <a:pt x="134" y="48"/>
                      <a:pt x="134" y="78"/>
                    </a:cubicBezTo>
                    <a:cubicBezTo>
                      <a:pt x="134" y="109"/>
                      <a:pt x="109" y="134"/>
                      <a:pt x="78" y="134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0dc2448-9959-4f6a-a693-51d6e6e89efc" id="91" name="íşļíḍé">
                <a:extLst>
                  <a:ext uri="{FF2B5EF4-FFF2-40B4-BE49-F238E27FC236}">
                    <a16:creationId id="{509125B3-3D71-EC45-5C0E-3249C60EC8C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969533" y="3914881"/>
                <a:ext cx="426799" cy="426798"/>
              </a:xfrm>
              <a:custGeom>
                <a:avLst/>
                <a:gdLst>
                  <a:gd fmla="*/ 45 w 91" name="T0"/>
                  <a:gd fmla="*/ 0 h 91" name="T1"/>
                  <a:gd fmla="*/ 0 w 91" name="T2"/>
                  <a:gd fmla="*/ 45 h 91" name="T3"/>
                  <a:gd fmla="*/ 45 w 91" name="T4"/>
                  <a:gd fmla="*/ 91 h 91" name="T5"/>
                  <a:gd fmla="*/ 91 w 91" name="T6"/>
                  <a:gd fmla="*/ 45 h 91" name="T7"/>
                  <a:gd fmla="*/ 45 w 91" name="T8"/>
                  <a:gd fmla="*/ 0 h 91" name="T9"/>
                  <a:gd fmla="*/ 45 w 91" name="T10"/>
                  <a:gd fmla="*/ 68 h 91" name="T11"/>
                  <a:gd fmla="*/ 22 w 91" name="T12"/>
                  <a:gd fmla="*/ 45 h 91" name="T13"/>
                  <a:gd fmla="*/ 45 w 91" name="T14"/>
                  <a:gd fmla="*/ 21 h 91" name="T15"/>
                  <a:gd fmla="*/ 69 w 91" name="T16"/>
                  <a:gd fmla="*/ 45 h 91" name="T17"/>
                  <a:gd fmla="*/ 45 w 91" name="T18"/>
                  <a:gd fmla="*/ 68 h 91" name="T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b="b" l="0" r="r" t="0"/>
                <a:pathLst>
                  <a:path h="91" w="91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70"/>
                      <a:pt x="20" y="91"/>
                      <a:pt x="45" y="91"/>
                    </a:cubicBezTo>
                    <a:cubicBezTo>
                      <a:pt x="70" y="91"/>
                      <a:pt x="91" y="70"/>
                      <a:pt x="91" y="45"/>
                    </a:cubicBezTo>
                    <a:cubicBezTo>
                      <a:pt x="91" y="20"/>
                      <a:pt x="70" y="0"/>
                      <a:pt x="45" y="0"/>
                    </a:cubicBezTo>
                    <a:close/>
                    <a:moveTo>
                      <a:pt x="45" y="68"/>
                    </a:moveTo>
                    <a:cubicBezTo>
                      <a:pt x="33" y="68"/>
                      <a:pt x="22" y="58"/>
                      <a:pt x="22" y="45"/>
                    </a:cubicBezTo>
                    <a:cubicBezTo>
                      <a:pt x="22" y="32"/>
                      <a:pt x="33" y="21"/>
                      <a:pt x="45" y="21"/>
                    </a:cubicBezTo>
                    <a:cubicBezTo>
                      <a:pt x="58" y="21"/>
                      <a:pt x="69" y="32"/>
                      <a:pt x="69" y="45"/>
                    </a:cubicBezTo>
                    <a:cubicBezTo>
                      <a:pt x="69" y="58"/>
                      <a:pt x="58" y="68"/>
                      <a:pt x="45" y="68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63c1e92-aeda-4f34-bfaa-dc887ab042da" id="92" name="ï$ḷîḍè">
                <a:extLst>
                  <a:ext uri="{FF2B5EF4-FFF2-40B4-BE49-F238E27FC236}">
                    <a16:creationId id="{C2FA37ED-99B6-FBE0-AF80-4C9DE824DE6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801546" y="2620407"/>
                <a:ext cx="525746" cy="599585"/>
              </a:xfrm>
              <a:custGeom>
                <a:avLst/>
                <a:gdLst>
                  <a:gd fmla="*/ 85 w 112" name="T0"/>
                  <a:gd fmla="*/ 39 h 128" name="T1"/>
                  <a:gd fmla="*/ 96 w 112" name="T2"/>
                  <a:gd fmla="*/ 54 h 128" name="T3"/>
                  <a:gd fmla="*/ 102 w 112" name="T4"/>
                  <a:gd fmla="*/ 72 h 128" name="T5"/>
                  <a:gd fmla="*/ 100 w 112" name="T6"/>
                  <a:gd fmla="*/ 94 h 128" name="T7"/>
                  <a:gd fmla="*/ 40 w 112" name="T8"/>
                  <a:gd fmla="*/ 128 h 128" name="T9"/>
                  <a:gd fmla="*/ 17 w 112" name="T10"/>
                  <a:gd fmla="*/ 90 h 128" name="T11"/>
                  <a:gd fmla="*/ 16 w 112" name="T12"/>
                  <a:gd fmla="*/ 68 h 128" name="T13"/>
                  <a:gd fmla="*/ 8 w 112" name="T14"/>
                  <a:gd fmla="*/ 25 h 128" name="T15"/>
                  <a:gd fmla="*/ 35 w 112" name="T16"/>
                  <a:gd fmla="*/ 27 h 128" name="T17"/>
                  <a:gd fmla="*/ 52 w 112" name="T18"/>
                  <a:gd fmla="*/ 44 h 128" name="T19"/>
                  <a:gd fmla="*/ 85 w 112" name="T20"/>
                  <a:gd fmla="*/ 39 h 128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128" w="112">
                    <a:moveTo>
                      <a:pt x="85" y="39"/>
                    </a:moveTo>
                    <a:cubicBezTo>
                      <a:pt x="85" y="39"/>
                      <a:pt x="98" y="42"/>
                      <a:pt x="96" y="54"/>
                    </a:cubicBezTo>
                    <a:cubicBezTo>
                      <a:pt x="96" y="54"/>
                      <a:pt x="107" y="60"/>
                      <a:pt x="102" y="72"/>
                    </a:cubicBezTo>
                    <a:cubicBezTo>
                      <a:pt x="102" y="72"/>
                      <a:pt x="112" y="83"/>
                      <a:pt x="100" y="94"/>
                    </a:cubicBezTo>
                    <a:cubicBezTo>
                      <a:pt x="88" y="105"/>
                      <a:pt x="40" y="128"/>
                      <a:pt x="40" y="128"/>
                    </a:cubicBezTo>
                    <a:cubicBezTo>
                      <a:pt x="17" y="90"/>
                      <a:pt x="17" y="90"/>
                      <a:pt x="17" y="90"/>
                    </a:cubicBezTo>
                    <a:cubicBezTo>
                      <a:pt x="17" y="90"/>
                      <a:pt x="12" y="79"/>
                      <a:pt x="16" y="68"/>
                    </a:cubicBezTo>
                    <a:cubicBezTo>
                      <a:pt x="19" y="58"/>
                      <a:pt x="16" y="36"/>
                      <a:pt x="8" y="25"/>
                    </a:cubicBezTo>
                    <a:cubicBezTo>
                      <a:pt x="0" y="14"/>
                      <a:pt x="28" y="0"/>
                      <a:pt x="35" y="27"/>
                    </a:cubicBezTo>
                    <a:cubicBezTo>
                      <a:pt x="42" y="53"/>
                      <a:pt x="44" y="52"/>
                      <a:pt x="52" y="44"/>
                    </a:cubicBezTo>
                    <a:cubicBezTo>
                      <a:pt x="60" y="36"/>
                      <a:pt x="73" y="22"/>
                      <a:pt x="85" y="39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2aff4c3-58ee-4178-9c15-53b0e4193e66" id="93" name="ís1íḑé">
                <a:extLst>
                  <a:ext uri="{FF2B5EF4-FFF2-40B4-BE49-F238E27FC236}">
                    <a16:creationId id="{BA1B5115-08C3-22F2-89BC-127C4A556FD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128160" y="3055579"/>
                <a:ext cx="262872" cy="299793"/>
              </a:xfrm>
              <a:custGeom>
                <a:avLst/>
                <a:gdLst>
                  <a:gd fmla="*/ 31 w 56" name="T0"/>
                  <a:gd fmla="*/ 4 h 64" name="T1"/>
                  <a:gd fmla="*/ 54 w 56" name="T2"/>
                  <a:gd fmla="*/ 42 h 64" name="T3"/>
                  <a:gd fmla="*/ 51 w 56" name="T4"/>
                  <a:gd fmla="*/ 52 h 64" name="T5"/>
                  <a:gd fmla="*/ 37 w 56" name="T6"/>
                  <a:gd fmla="*/ 62 h 64" name="T7"/>
                  <a:gd fmla="*/ 26 w 56" name="T8"/>
                  <a:gd fmla="*/ 60 h 64" name="T9"/>
                  <a:gd fmla="*/ 2 w 56" name="T10"/>
                  <a:gd fmla="*/ 23 h 64" name="T11"/>
                  <a:gd fmla="*/ 5 w 56" name="T12"/>
                  <a:gd fmla="*/ 12 h 64" name="T13"/>
                  <a:gd fmla="*/ 20 w 56" name="T14"/>
                  <a:gd fmla="*/ 3 h 64" name="T15"/>
                  <a:gd fmla="*/ 31 w 56" name="T16"/>
                  <a:gd fmla="*/ 4 h 64" name="T17"/>
                  <a:gd fmla="*/ 40 w 56" name="T18"/>
                  <a:gd fmla="*/ 45 h 64" name="T19"/>
                  <a:gd fmla="*/ 32 w 56" name="T20"/>
                  <a:gd fmla="*/ 44 h 64" name="T21"/>
                  <a:gd fmla="*/ 30 w 56" name="T22"/>
                  <a:gd fmla="*/ 52 h 64" name="T23"/>
                  <a:gd fmla="*/ 38 w 56" name="T24"/>
                  <a:gd fmla="*/ 53 h 64" name="T25"/>
                  <a:gd fmla="*/ 40 w 56" name="T26"/>
                  <a:gd fmla="*/ 45 h 64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64" w="56">
                    <a:moveTo>
                      <a:pt x="31" y="4"/>
                    </a:moveTo>
                    <a:cubicBezTo>
                      <a:pt x="54" y="42"/>
                      <a:pt x="54" y="42"/>
                      <a:pt x="54" y="42"/>
                    </a:cubicBezTo>
                    <a:cubicBezTo>
                      <a:pt x="56" y="45"/>
                      <a:pt x="55" y="50"/>
                      <a:pt x="51" y="5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64"/>
                      <a:pt x="28" y="63"/>
                      <a:pt x="26" y="60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0" y="19"/>
                      <a:pt x="1" y="15"/>
                      <a:pt x="5" y="1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4" y="0"/>
                      <a:pt x="28" y="1"/>
                      <a:pt x="31" y="4"/>
                    </a:cubicBezTo>
                    <a:close/>
                    <a:moveTo>
                      <a:pt x="40" y="45"/>
                    </a:moveTo>
                    <a:cubicBezTo>
                      <a:pt x="39" y="43"/>
                      <a:pt x="35" y="42"/>
                      <a:pt x="32" y="44"/>
                    </a:cubicBezTo>
                    <a:cubicBezTo>
                      <a:pt x="30" y="46"/>
                      <a:pt x="29" y="49"/>
                      <a:pt x="30" y="52"/>
                    </a:cubicBezTo>
                    <a:cubicBezTo>
                      <a:pt x="32" y="54"/>
                      <a:pt x="35" y="55"/>
                      <a:pt x="38" y="53"/>
                    </a:cubicBezTo>
                    <a:cubicBezTo>
                      <a:pt x="41" y="51"/>
                      <a:pt x="42" y="48"/>
                      <a:pt x="40" y="45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cc19a58-dafd-47c7-85e9-441d1db5c371" id="94" name="îśḷíḍé">
                <a:extLst>
                  <a:ext uri="{FF2B5EF4-FFF2-40B4-BE49-F238E27FC236}">
                    <a16:creationId id="{78C43F72-A06A-8E06-F8B7-81586F5D120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564530" y="2959197"/>
                <a:ext cx="468149" cy="426798"/>
              </a:xfrm>
              <a:custGeom>
                <a:avLst/>
                <a:gdLst>
                  <a:gd fmla="*/ 43 w 100" name="T0"/>
                  <a:gd fmla="*/ 9 h 91" name="T1"/>
                  <a:gd fmla="*/ 76 w 100" name="T2"/>
                  <a:gd fmla="*/ 10 h 91" name="T3"/>
                  <a:gd fmla="*/ 77 w 100" name="T4"/>
                  <a:gd fmla="*/ 11 h 91" name="T5"/>
                  <a:gd fmla="*/ 77 w 100" name="T6"/>
                  <a:gd fmla="*/ 11 h 91" name="T7"/>
                  <a:gd fmla="*/ 82 w 100" name="T8"/>
                  <a:gd fmla="*/ 85 h 91" name="T9"/>
                  <a:gd fmla="*/ 38 w 100" name="T10"/>
                  <a:gd fmla="*/ 89 h 91" name="T11"/>
                  <a:gd fmla="*/ 14 w 100" name="T12"/>
                  <a:gd fmla="*/ 79 h 91" name="T13"/>
                  <a:gd fmla="*/ 14 w 100" name="T14"/>
                  <a:gd fmla="*/ 78 h 91" name="T15"/>
                  <a:gd fmla="*/ 8 w 100" name="T16"/>
                  <a:gd fmla="*/ 74 h 91" name="T17"/>
                  <a:gd fmla="*/ 8 w 100" name="T18"/>
                  <a:gd fmla="*/ 74 h 91" name="T19"/>
                  <a:gd fmla="*/ 10 w 100" name="T20"/>
                  <a:gd fmla="*/ 42 h 91" name="T21"/>
                  <a:gd fmla="*/ 42 w 100" name="T22"/>
                  <a:gd fmla="*/ 42 h 91" name="T23"/>
                  <a:gd fmla="*/ 42 w 100" name="T24"/>
                  <a:gd fmla="*/ 42 h 91" name="T25"/>
                  <a:gd fmla="*/ 42 w 100" name="T26"/>
                  <a:gd fmla="*/ 42 h 91" name="T27"/>
                  <a:gd fmla="*/ 43 w 100" name="T28"/>
                  <a:gd fmla="*/ 9 h 91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91" w="100">
                    <a:moveTo>
                      <a:pt x="43" y="9"/>
                    </a:moveTo>
                    <a:cubicBezTo>
                      <a:pt x="53" y="0"/>
                      <a:pt x="67" y="1"/>
                      <a:pt x="76" y="10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81" y="16"/>
                      <a:pt x="100" y="41"/>
                      <a:pt x="82" y="85"/>
                    </a:cubicBezTo>
                    <a:cubicBezTo>
                      <a:pt x="64" y="91"/>
                      <a:pt x="49" y="91"/>
                      <a:pt x="38" y="89"/>
                    </a:cubicBezTo>
                    <a:cubicBezTo>
                      <a:pt x="26" y="87"/>
                      <a:pt x="18" y="82"/>
                      <a:pt x="14" y="79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1" y="76"/>
                      <a:pt x="9" y="75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0" y="64"/>
                      <a:pt x="1" y="50"/>
                      <a:pt x="10" y="42"/>
                    </a:cubicBezTo>
                    <a:cubicBezTo>
                      <a:pt x="19" y="33"/>
                      <a:pt x="34" y="34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33" y="33"/>
                      <a:pt x="34" y="18"/>
                      <a:pt x="43" y="9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c20617a-5c0e-4e29-bd8c-16916c96ac06" id="95" name="îṡľiďe">
                <a:extLst>
                  <a:ext uri="{FF2B5EF4-FFF2-40B4-BE49-F238E27FC236}">
                    <a16:creationId id="{0A79E795-D13B-1A71-504E-ACAF1E514CF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588111" y="2488984"/>
                <a:ext cx="422367" cy="317515"/>
              </a:xfrm>
              <a:custGeom>
                <a:avLst/>
                <a:gdLst>
                  <a:gd fmla="*/ 56 w 90" name="T0"/>
                  <a:gd fmla="*/ 56 h 68" name="T1"/>
                  <a:gd fmla="*/ 43 w 90" name="T2"/>
                  <a:gd fmla="*/ 62 h 68" name="T3"/>
                  <a:gd fmla="*/ 30 w 90" name="T4"/>
                  <a:gd fmla="*/ 63 h 68" name="T5"/>
                  <a:gd fmla="*/ 15 w 90" name="T6"/>
                  <a:gd fmla="*/ 59 h 68" name="T7"/>
                  <a:gd fmla="*/ 0 w 90" name="T8"/>
                  <a:gd fmla="*/ 12 h 68" name="T9"/>
                  <a:gd fmla="*/ 30 w 90" name="T10"/>
                  <a:gd fmla="*/ 1 h 68" name="T11"/>
                  <a:gd fmla="*/ 45 w 90" name="T12"/>
                  <a:gd fmla="*/ 4 h 68" name="T13"/>
                  <a:gd fmla="*/ 76 w 90" name="T14"/>
                  <a:gd fmla="*/ 5 h 68" name="T15"/>
                  <a:gd fmla="*/ 71 w 90" name="T16"/>
                  <a:gd fmla="*/ 23 h 68" name="T17"/>
                  <a:gd fmla="*/ 57 w 90" name="T18"/>
                  <a:gd fmla="*/ 33 h 68" name="T19"/>
                  <a:gd fmla="*/ 56 w 90" name="T20"/>
                  <a:gd fmla="*/ 56 h 68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68" w="90">
                    <a:moveTo>
                      <a:pt x="56" y="56"/>
                    </a:moveTo>
                    <a:cubicBezTo>
                      <a:pt x="56" y="56"/>
                      <a:pt x="51" y="65"/>
                      <a:pt x="43" y="62"/>
                    </a:cubicBezTo>
                    <a:cubicBezTo>
                      <a:pt x="43" y="62"/>
                      <a:pt x="38" y="68"/>
                      <a:pt x="30" y="63"/>
                    </a:cubicBezTo>
                    <a:cubicBezTo>
                      <a:pt x="30" y="63"/>
                      <a:pt x="21" y="68"/>
                      <a:pt x="15" y="59"/>
                    </a:cubicBezTo>
                    <a:cubicBezTo>
                      <a:pt x="9" y="49"/>
                      <a:pt x="0" y="12"/>
                      <a:pt x="0" y="12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8" y="0"/>
                      <a:pt x="45" y="4"/>
                    </a:cubicBezTo>
                    <a:cubicBezTo>
                      <a:pt x="52" y="8"/>
                      <a:pt x="67" y="9"/>
                      <a:pt x="76" y="5"/>
                    </a:cubicBezTo>
                    <a:cubicBezTo>
                      <a:pt x="85" y="1"/>
                      <a:pt x="90" y="22"/>
                      <a:pt x="71" y="23"/>
                    </a:cubicBezTo>
                    <a:cubicBezTo>
                      <a:pt x="52" y="24"/>
                      <a:pt x="52" y="26"/>
                      <a:pt x="57" y="33"/>
                    </a:cubicBezTo>
                    <a:cubicBezTo>
                      <a:pt x="61" y="39"/>
                      <a:pt x="69" y="50"/>
                      <a:pt x="56" y="56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f568f4b-44cf-4153-80a1-18b0b9d32bc6" id="96" name="ïṡļïḍe">
                <a:extLst>
                  <a:ext uri="{FF2B5EF4-FFF2-40B4-BE49-F238E27FC236}">
                    <a16:creationId id="{F7C2FF9A-2C46-14AA-4C63-DFE83E6F763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877103" y="2382159"/>
                <a:ext cx="211184" cy="163927"/>
              </a:xfrm>
              <a:custGeom>
                <a:avLst/>
                <a:gdLst>
                  <a:gd fmla="*/ 41 w 45" name="T0"/>
                  <a:gd fmla="*/ 23 h 35" name="T1"/>
                  <a:gd fmla="*/ 12 w 45" name="T2"/>
                  <a:gd fmla="*/ 34 h 35" name="T3"/>
                  <a:gd fmla="*/ 5 w 45" name="T4"/>
                  <a:gd fmla="*/ 31 h 35" name="T5"/>
                  <a:gd fmla="*/ 1 w 45" name="T6"/>
                  <a:gd fmla="*/ 19 h 35" name="T7"/>
                  <a:gd fmla="*/ 3 w 45" name="T8"/>
                  <a:gd fmla="*/ 12 h 35" name="T9"/>
                  <a:gd fmla="*/ 33 w 45" name="T10"/>
                  <a:gd fmla="*/ 1 h 35" name="T11"/>
                  <a:gd fmla="*/ 39 w 45" name="T12"/>
                  <a:gd fmla="*/ 5 h 35" name="T13"/>
                  <a:gd fmla="*/ 44 w 45" name="T14"/>
                  <a:gd fmla="*/ 16 h 35" name="T15"/>
                  <a:gd fmla="*/ 41 w 45" name="T16"/>
                  <a:gd fmla="*/ 23 h 35" name="T17"/>
                  <a:gd fmla="*/ 11 w 45" name="T18"/>
                  <a:gd fmla="*/ 24 h 35" name="T19"/>
                  <a:gd fmla="*/ 13 w 45" name="T20"/>
                  <a:gd fmla="*/ 19 h 35" name="T21"/>
                  <a:gd fmla="*/ 8 w 45" name="T22"/>
                  <a:gd fmla="*/ 16 h 35" name="T23"/>
                  <a:gd fmla="*/ 6 w 45" name="T24"/>
                  <a:gd fmla="*/ 22 h 35" name="T25"/>
                  <a:gd fmla="*/ 11 w 45" name="T26"/>
                  <a:gd fmla="*/ 24 h 35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35" w="45">
                    <a:moveTo>
                      <a:pt x="41" y="23"/>
                    </a:moveTo>
                    <a:cubicBezTo>
                      <a:pt x="12" y="34"/>
                      <a:pt x="12" y="34"/>
                      <a:pt x="12" y="34"/>
                    </a:cubicBezTo>
                    <a:cubicBezTo>
                      <a:pt x="9" y="35"/>
                      <a:pt x="6" y="34"/>
                      <a:pt x="5" y="3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6"/>
                      <a:pt x="1" y="13"/>
                      <a:pt x="3" y="12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5" y="0"/>
                      <a:pt x="38" y="2"/>
                      <a:pt x="39" y="5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5" y="19"/>
                      <a:pt x="44" y="22"/>
                      <a:pt x="41" y="23"/>
                    </a:cubicBezTo>
                    <a:close/>
                    <a:moveTo>
                      <a:pt x="11" y="24"/>
                    </a:moveTo>
                    <a:cubicBezTo>
                      <a:pt x="13" y="24"/>
                      <a:pt x="14" y="21"/>
                      <a:pt x="13" y="19"/>
                    </a:cubicBezTo>
                    <a:cubicBezTo>
                      <a:pt x="13" y="17"/>
                      <a:pt x="10" y="15"/>
                      <a:pt x="8" y="16"/>
                    </a:cubicBezTo>
                    <a:cubicBezTo>
                      <a:pt x="6" y="17"/>
                      <a:pt x="5" y="19"/>
                      <a:pt x="6" y="22"/>
                    </a:cubicBezTo>
                    <a:cubicBezTo>
                      <a:pt x="7" y="24"/>
                      <a:pt x="9" y="25"/>
                      <a:pt x="11" y="24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e2bfb36-e87a-417c-8e5c-a52bbfb46f08" id="97" name="iṩļîḓé">
                <a:extLst>
                  <a:ext uri="{FF2B5EF4-FFF2-40B4-BE49-F238E27FC236}">
                    <a16:creationId id="{5FA77BE0-906A-B115-8C71-23F9223CD1D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168215" y="4632654"/>
                <a:ext cx="525746" cy="599585"/>
              </a:xfrm>
              <a:custGeom>
                <a:avLst/>
                <a:gdLst>
                  <a:gd fmla="*/ 27 w 112" name="T0"/>
                  <a:gd fmla="*/ 39 h 128" name="T1"/>
                  <a:gd fmla="*/ 16 w 112" name="T2"/>
                  <a:gd fmla="*/ 54 h 128" name="T3"/>
                  <a:gd fmla="*/ 9 w 112" name="T4"/>
                  <a:gd fmla="*/ 72 h 128" name="T5"/>
                  <a:gd fmla="*/ 12 w 112" name="T6"/>
                  <a:gd fmla="*/ 94 h 128" name="T7"/>
                  <a:gd fmla="*/ 71 w 112" name="T8"/>
                  <a:gd fmla="*/ 128 h 128" name="T9"/>
                  <a:gd fmla="*/ 95 w 112" name="T10"/>
                  <a:gd fmla="*/ 90 h 128" name="T11"/>
                  <a:gd fmla="*/ 96 w 112" name="T12"/>
                  <a:gd fmla="*/ 69 h 128" name="T13"/>
                  <a:gd fmla="*/ 104 w 112" name="T14"/>
                  <a:gd fmla="*/ 25 h 128" name="T15"/>
                  <a:gd fmla="*/ 77 w 112" name="T16"/>
                  <a:gd fmla="*/ 27 h 128" name="T17"/>
                  <a:gd fmla="*/ 60 w 112" name="T18"/>
                  <a:gd fmla="*/ 44 h 128" name="T19"/>
                  <a:gd fmla="*/ 27 w 112" name="T20"/>
                  <a:gd fmla="*/ 39 h 128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128" w="112">
                    <a:moveTo>
                      <a:pt x="27" y="39"/>
                    </a:moveTo>
                    <a:cubicBezTo>
                      <a:pt x="27" y="39"/>
                      <a:pt x="14" y="42"/>
                      <a:pt x="16" y="54"/>
                    </a:cubicBezTo>
                    <a:cubicBezTo>
                      <a:pt x="16" y="54"/>
                      <a:pt x="5" y="60"/>
                      <a:pt x="9" y="72"/>
                    </a:cubicBezTo>
                    <a:cubicBezTo>
                      <a:pt x="9" y="72"/>
                      <a:pt x="0" y="83"/>
                      <a:pt x="12" y="94"/>
                    </a:cubicBezTo>
                    <a:cubicBezTo>
                      <a:pt x="23" y="105"/>
                      <a:pt x="71" y="128"/>
                      <a:pt x="71" y="128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5" y="90"/>
                      <a:pt x="99" y="79"/>
                      <a:pt x="96" y="69"/>
                    </a:cubicBezTo>
                    <a:cubicBezTo>
                      <a:pt x="92" y="58"/>
                      <a:pt x="96" y="36"/>
                      <a:pt x="104" y="25"/>
                    </a:cubicBezTo>
                    <a:cubicBezTo>
                      <a:pt x="112" y="14"/>
                      <a:pt x="84" y="0"/>
                      <a:pt x="77" y="27"/>
                    </a:cubicBezTo>
                    <a:cubicBezTo>
                      <a:pt x="70" y="53"/>
                      <a:pt x="67" y="52"/>
                      <a:pt x="60" y="44"/>
                    </a:cubicBezTo>
                    <a:cubicBezTo>
                      <a:pt x="52" y="36"/>
                      <a:pt x="39" y="22"/>
                      <a:pt x="27" y="39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b5fabb6-58cb-4eb4-9076-3eda7d93d5d6" id="98" name="iŝļíḑê">
                <a:extLst>
                  <a:ext uri="{FF2B5EF4-FFF2-40B4-BE49-F238E27FC236}">
                    <a16:creationId id="{998DE6B4-2B45-90F0-DD43-98393DB1530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056513" y="5028441"/>
                <a:ext cx="267303" cy="299793"/>
              </a:xfrm>
              <a:custGeom>
                <a:avLst/>
                <a:gdLst>
                  <a:gd fmla="*/ 37 w 57" name="T0"/>
                  <a:gd fmla="*/ 3 h 64" name="T1"/>
                  <a:gd fmla="*/ 52 w 57" name="T2"/>
                  <a:gd fmla="*/ 12 h 64" name="T3"/>
                  <a:gd fmla="*/ 55 w 57" name="T4"/>
                  <a:gd fmla="*/ 23 h 64" name="T5"/>
                  <a:gd fmla="*/ 31 w 57" name="T6"/>
                  <a:gd fmla="*/ 60 h 64" name="T7"/>
                  <a:gd fmla="*/ 20 w 57" name="T8"/>
                  <a:gd fmla="*/ 62 h 64" name="T9"/>
                  <a:gd fmla="*/ 5 w 57" name="T10"/>
                  <a:gd fmla="*/ 52 h 64" name="T11"/>
                  <a:gd fmla="*/ 2 w 57" name="T12"/>
                  <a:gd fmla="*/ 42 h 64" name="T13"/>
                  <a:gd fmla="*/ 26 w 57" name="T14"/>
                  <a:gd fmla="*/ 5 h 64" name="T15"/>
                  <a:gd fmla="*/ 37 w 57" name="T16"/>
                  <a:gd fmla="*/ 3 h 64" name="T17"/>
                  <a:gd fmla="*/ 19 w 57" name="T18"/>
                  <a:gd fmla="*/ 53 h 64" name="T19"/>
                  <a:gd fmla="*/ 27 w 57" name="T20"/>
                  <a:gd fmla="*/ 52 h 64" name="T21"/>
                  <a:gd fmla="*/ 24 w 57" name="T22"/>
                  <a:gd fmla="*/ 44 h 64" name="T23"/>
                  <a:gd fmla="*/ 16 w 57" name="T24"/>
                  <a:gd fmla="*/ 45 h 64" name="T25"/>
                  <a:gd fmla="*/ 19 w 57" name="T26"/>
                  <a:gd fmla="*/ 53 h 64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64" w="57">
                    <a:moveTo>
                      <a:pt x="37" y="3"/>
                    </a:moveTo>
                    <a:cubicBezTo>
                      <a:pt x="52" y="12"/>
                      <a:pt x="52" y="12"/>
                      <a:pt x="52" y="12"/>
                    </a:cubicBezTo>
                    <a:cubicBezTo>
                      <a:pt x="55" y="15"/>
                      <a:pt x="57" y="19"/>
                      <a:pt x="55" y="23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29" y="63"/>
                      <a:pt x="24" y="64"/>
                      <a:pt x="20" y="62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2" y="50"/>
                      <a:pt x="0" y="45"/>
                      <a:pt x="2" y="42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8" y="1"/>
                      <a:pt x="33" y="0"/>
                      <a:pt x="37" y="3"/>
                    </a:cubicBezTo>
                    <a:close/>
                    <a:moveTo>
                      <a:pt x="19" y="53"/>
                    </a:moveTo>
                    <a:cubicBezTo>
                      <a:pt x="21" y="55"/>
                      <a:pt x="25" y="54"/>
                      <a:pt x="27" y="52"/>
                    </a:cubicBezTo>
                    <a:cubicBezTo>
                      <a:pt x="28" y="49"/>
                      <a:pt x="27" y="46"/>
                      <a:pt x="24" y="44"/>
                    </a:cubicBezTo>
                    <a:cubicBezTo>
                      <a:pt x="22" y="42"/>
                      <a:pt x="18" y="43"/>
                      <a:pt x="16" y="45"/>
                    </a:cubicBezTo>
                    <a:cubicBezTo>
                      <a:pt x="15" y="48"/>
                      <a:pt x="16" y="51"/>
                      <a:pt x="19" y="53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4471cea-5011-4404-a3c6-4dcb451276a9" id="99" name="ïṣḷíḋê">
                <a:extLst>
                  <a:ext uri="{FF2B5EF4-FFF2-40B4-BE49-F238E27FC236}">
                    <a16:creationId id="{86D4D833-3345-43B2-CBF1-534838BA2BB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32433" y="4835960"/>
                <a:ext cx="465197" cy="426798"/>
              </a:xfrm>
              <a:custGeom>
                <a:avLst/>
                <a:gdLst>
                  <a:gd fmla="*/ 56 w 99" name="T0"/>
                  <a:gd fmla="*/ 9 h 91" name="T1"/>
                  <a:gd fmla="*/ 24 w 99" name="T2"/>
                  <a:gd fmla="*/ 10 h 91" name="T3"/>
                  <a:gd fmla="*/ 23 w 99" name="T4"/>
                  <a:gd fmla="*/ 11 h 91" name="T5"/>
                  <a:gd fmla="*/ 23 w 99" name="T6"/>
                  <a:gd fmla="*/ 11 h 91" name="T7"/>
                  <a:gd fmla="*/ 18 w 99" name="T8"/>
                  <a:gd fmla="*/ 85 h 91" name="T9"/>
                  <a:gd fmla="*/ 62 w 99" name="T10"/>
                  <a:gd fmla="*/ 89 h 91" name="T11"/>
                  <a:gd fmla="*/ 86 w 99" name="T12"/>
                  <a:gd fmla="*/ 79 h 91" name="T13"/>
                  <a:gd fmla="*/ 86 w 99" name="T14"/>
                  <a:gd fmla="*/ 78 h 91" name="T15"/>
                  <a:gd fmla="*/ 91 w 99" name="T16"/>
                  <a:gd fmla="*/ 74 h 91" name="T17"/>
                  <a:gd fmla="*/ 92 w 99" name="T18"/>
                  <a:gd fmla="*/ 74 h 91" name="T19"/>
                  <a:gd fmla="*/ 89 w 99" name="T20"/>
                  <a:gd fmla="*/ 42 h 91" name="T21"/>
                  <a:gd fmla="*/ 57 w 99" name="T22"/>
                  <a:gd fmla="*/ 42 h 91" name="T23"/>
                  <a:gd fmla="*/ 57 w 99" name="T24"/>
                  <a:gd fmla="*/ 42 h 91" name="T25"/>
                  <a:gd fmla="*/ 58 w 99" name="T26"/>
                  <a:gd fmla="*/ 42 h 91" name="T27"/>
                  <a:gd fmla="*/ 56 w 99" name="T28"/>
                  <a:gd fmla="*/ 9 h 91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91" w="99">
                    <a:moveTo>
                      <a:pt x="56" y="9"/>
                    </a:moveTo>
                    <a:cubicBezTo>
                      <a:pt x="47" y="0"/>
                      <a:pt x="32" y="1"/>
                      <a:pt x="24" y="10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6"/>
                      <a:pt x="0" y="41"/>
                      <a:pt x="18" y="85"/>
                    </a:cubicBezTo>
                    <a:cubicBezTo>
                      <a:pt x="36" y="91"/>
                      <a:pt x="51" y="91"/>
                      <a:pt x="62" y="89"/>
                    </a:cubicBezTo>
                    <a:cubicBezTo>
                      <a:pt x="73" y="87"/>
                      <a:pt x="81" y="82"/>
                      <a:pt x="86" y="79"/>
                    </a:cubicBezTo>
                    <a:cubicBezTo>
                      <a:pt x="86" y="78"/>
                      <a:pt x="86" y="78"/>
                      <a:pt x="86" y="78"/>
                    </a:cubicBezTo>
                    <a:cubicBezTo>
                      <a:pt x="89" y="76"/>
                      <a:pt x="91" y="75"/>
                      <a:pt x="91" y="74"/>
                    </a:cubicBezTo>
                    <a:cubicBezTo>
                      <a:pt x="92" y="74"/>
                      <a:pt x="92" y="74"/>
                      <a:pt x="92" y="74"/>
                    </a:cubicBezTo>
                    <a:cubicBezTo>
                      <a:pt x="99" y="64"/>
                      <a:pt x="99" y="50"/>
                      <a:pt x="89" y="42"/>
                    </a:cubicBezTo>
                    <a:cubicBezTo>
                      <a:pt x="80" y="33"/>
                      <a:pt x="66" y="34"/>
                      <a:pt x="57" y="42"/>
                    </a:cubicBezTo>
                    <a:cubicBezTo>
                      <a:pt x="57" y="42"/>
                      <a:pt x="57" y="42"/>
                      <a:pt x="57" y="42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66" y="33"/>
                      <a:pt x="66" y="18"/>
                      <a:pt x="56" y="9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e8c87f2-363f-4342-97d3-70de34308505" id="100" name="îşľïḑê">
                <a:extLst>
                  <a:ext uri="{FF2B5EF4-FFF2-40B4-BE49-F238E27FC236}">
                    <a16:creationId id="{C00C0C08-CB77-26BF-57DC-D65F5A536B5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933856" y="4196497"/>
                <a:ext cx="313083" cy="314561"/>
              </a:xfrm>
              <a:custGeom>
                <a:avLst/>
                <a:gdLst>
                  <a:gd fmla="*/ 10 w 67" name="T0"/>
                  <a:gd fmla="*/ 21 h 67" name="T1"/>
                  <a:gd fmla="*/ 5 w 67" name="T2"/>
                  <a:gd fmla="*/ 45 h 67" name="T3"/>
                  <a:gd fmla="*/ 6 w 67" name="T4"/>
                  <a:gd fmla="*/ 45 h 67" name="T5"/>
                  <a:gd fmla="*/ 6 w 67" name="T6"/>
                  <a:gd fmla="*/ 45 h 67" name="T7"/>
                  <a:gd fmla="*/ 56 w 67" name="T8"/>
                  <a:gd fmla="*/ 62 h 67" name="T9"/>
                  <a:gd fmla="*/ 67 w 67" name="T10"/>
                  <a:gd fmla="*/ 32 h 67" name="T11"/>
                  <a:gd fmla="*/ 64 w 67" name="T12"/>
                  <a:gd fmla="*/ 14 h 67" name="T13"/>
                  <a:gd fmla="*/ 64 w 67" name="T14"/>
                  <a:gd fmla="*/ 14 h 67" name="T15"/>
                  <a:gd fmla="*/ 62 w 67" name="T16"/>
                  <a:gd fmla="*/ 9 h 67" name="T17"/>
                  <a:gd fmla="*/ 62 w 67" name="T18"/>
                  <a:gd fmla="*/ 9 h 67" name="T19"/>
                  <a:gd fmla="*/ 39 w 67" name="T20"/>
                  <a:gd fmla="*/ 5 h 67" name="T21"/>
                  <a:gd fmla="*/ 34 w 67" name="T22"/>
                  <a:gd fmla="*/ 27 h 67" name="T23"/>
                  <a:gd fmla="*/ 34 w 67" name="T24"/>
                  <a:gd fmla="*/ 27 h 67" name="T25"/>
                  <a:gd fmla="*/ 33 w 67" name="T26"/>
                  <a:gd fmla="*/ 27 h 67" name="T27"/>
                  <a:gd fmla="*/ 10 w 67" name="T28"/>
                  <a:gd fmla="*/ 21 h 67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67" w="67">
                    <a:moveTo>
                      <a:pt x="10" y="21"/>
                    </a:moveTo>
                    <a:cubicBezTo>
                      <a:pt x="3" y="26"/>
                      <a:pt x="0" y="37"/>
                      <a:pt x="5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8" y="49"/>
                      <a:pt x="22" y="67"/>
                      <a:pt x="56" y="62"/>
                    </a:cubicBezTo>
                    <a:cubicBezTo>
                      <a:pt x="64" y="51"/>
                      <a:pt x="66" y="41"/>
                      <a:pt x="67" y="32"/>
                    </a:cubicBezTo>
                    <a:cubicBezTo>
                      <a:pt x="67" y="24"/>
                      <a:pt x="66" y="18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3" y="11"/>
                      <a:pt x="62" y="10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57" y="2"/>
                      <a:pt x="47" y="0"/>
                      <a:pt x="39" y="5"/>
                    </a:cubicBezTo>
                    <a:cubicBezTo>
                      <a:pt x="32" y="9"/>
                      <a:pt x="29" y="19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29" y="19"/>
                      <a:pt x="18" y="17"/>
                      <a:pt x="10" y="21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40ef2d7-1755-4bbd-97eb-7547fedd2913" id="101" name="ïṡḻïďè">
                <a:extLst>
                  <a:ext uri="{FF2B5EF4-FFF2-40B4-BE49-F238E27FC236}">
                    <a16:creationId id="{B6BB70A0-6C11-35FD-1D61-D6CA861386B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798643" y="3213678"/>
                <a:ext cx="398738" cy="772373"/>
              </a:xfrm>
              <a:custGeom>
                <a:avLst/>
                <a:gdLst>
                  <a:gd fmla="*/ 65 w 85" name="T0"/>
                  <a:gd fmla="*/ 6 h 165" name="T1"/>
                  <a:gd fmla="*/ 18 w 85" name="T2"/>
                  <a:gd fmla="*/ 165 h 165" name="T3"/>
                  <a:gd fmla="*/ 0 w 85" name="T4"/>
                  <a:gd fmla="*/ 157 h 165" name="T5"/>
                  <a:gd fmla="*/ 52 w 85" name="T6"/>
                  <a:gd fmla="*/ 35 h 165" name="T7"/>
                  <a:gd fmla="*/ 49 w 85" name="T8"/>
                  <a:gd fmla="*/ 0 h 165" name="T9"/>
                  <a:gd fmla="*/ 65 w 85" name="T10"/>
                  <a:gd fmla="*/ 6 h 165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165" w="85">
                    <a:moveTo>
                      <a:pt x="65" y="6"/>
                    </a:moveTo>
                    <a:cubicBezTo>
                      <a:pt x="85" y="35"/>
                      <a:pt x="71" y="120"/>
                      <a:pt x="18" y="165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26" y="124"/>
                      <a:pt x="47" y="77"/>
                      <a:pt x="52" y="35"/>
                    </a:cubicBezTo>
                    <a:cubicBezTo>
                      <a:pt x="53" y="23"/>
                      <a:pt x="54" y="11"/>
                      <a:pt x="49" y="0"/>
                    </a:cubicBezTo>
                    <a:lnTo>
                      <a:pt x="65" y="6"/>
                    </a:lnTo>
                    <a:close/>
                  </a:path>
                </a:pathLst>
              </a:custGeom>
              <a:solidFill>
                <a:srgbClr val="DD1B4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bbcb950-a053-4009-bbbf-314a0a8e5c55" id="102" name="iṥļíḑe">
                <a:extLst>
                  <a:ext uri="{FF2B5EF4-FFF2-40B4-BE49-F238E27FC236}">
                    <a16:creationId id="{70CC2181-C45C-6A47-1190-870E8665D4A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948476" y="3170034"/>
                <a:ext cx="379541" cy="791571"/>
              </a:xfrm>
              <a:custGeom>
                <a:avLst/>
                <a:gdLst>
                  <a:gd fmla="*/ 76 w 81" name="T0"/>
                  <a:gd fmla="*/ 12 h 169" name="T1"/>
                  <a:gd fmla="*/ 79 w 81" name="T2"/>
                  <a:gd fmla="*/ 47 h 169" name="T3"/>
                  <a:gd fmla="*/ 27 w 81" name="T4"/>
                  <a:gd fmla="*/ 169 h 169" name="T5"/>
                  <a:gd fmla="*/ 0 w 81" name="T6"/>
                  <a:gd fmla="*/ 159 h 169" name="T7"/>
                  <a:gd fmla="*/ 48 w 81" name="T8"/>
                  <a:gd fmla="*/ 43 h 169" name="T9"/>
                  <a:gd fmla="*/ 49 w 81" name="T10"/>
                  <a:gd fmla="*/ 0 h 169" name="T11"/>
                  <a:gd fmla="*/ 49 w 81" name="T12"/>
                  <a:gd fmla="*/ 0 h 169" name="T13"/>
                  <a:gd fmla="*/ 76 w 81" name="T14"/>
                  <a:gd fmla="*/ 12 h 169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169" w="81">
                    <a:moveTo>
                      <a:pt x="76" y="12"/>
                    </a:moveTo>
                    <a:cubicBezTo>
                      <a:pt x="81" y="23"/>
                      <a:pt x="80" y="35"/>
                      <a:pt x="79" y="47"/>
                    </a:cubicBezTo>
                    <a:cubicBezTo>
                      <a:pt x="74" y="89"/>
                      <a:pt x="53" y="136"/>
                      <a:pt x="27" y="169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26" y="127"/>
                      <a:pt x="44" y="84"/>
                      <a:pt x="48" y="43"/>
                    </a:cubicBezTo>
                    <a:cubicBezTo>
                      <a:pt x="50" y="28"/>
                      <a:pt x="50" y="4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lnTo>
                      <a:pt x="76" y="12"/>
                    </a:ln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567fd23-414f-45ff-8ce5-fd2c63931706" id="103" name="îşľiḋê">
                <a:extLst>
                  <a:ext uri="{FF2B5EF4-FFF2-40B4-BE49-F238E27FC236}">
                    <a16:creationId id="{8FFC251D-4F63-D034-8703-51837212707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094771" y="3182549"/>
                <a:ext cx="366250" cy="744313"/>
              </a:xfrm>
              <a:custGeom>
                <a:avLst/>
                <a:gdLst>
                  <a:gd fmla="*/ 13 w 78" name="T0"/>
                  <a:gd fmla="*/ 153 h 159" name="T1"/>
                  <a:gd fmla="*/ 0 w 78" name="T2"/>
                  <a:gd fmla="*/ 148 h 159" name="T3"/>
                  <a:gd fmla="*/ 0 w 78" name="T4"/>
                  <a:gd fmla="*/ 148 h 159" name="T5"/>
                  <a:gd fmla="*/ 43 w 78" name="T6"/>
                  <a:gd fmla="*/ 71 h 159" name="T7"/>
                  <a:gd fmla="*/ 47 w 78" name="T8"/>
                  <a:gd fmla="*/ 45 h 159" name="T9"/>
                  <a:gd fmla="*/ 43 w 78" name="T10"/>
                  <a:gd fmla="*/ 5 h 159" name="T11"/>
                  <a:gd fmla="*/ 77 w 78" name="T12"/>
                  <a:gd fmla="*/ 13 h 159" name="T13"/>
                  <a:gd fmla="*/ 77 w 78" name="T14"/>
                  <a:gd fmla="*/ 0 h 159" name="T15"/>
                  <a:gd fmla="*/ 76 w 78" name="T16"/>
                  <a:gd fmla="*/ 43 h 159" name="T17"/>
                  <a:gd fmla="*/ 28 w 78" name="T18"/>
                  <a:gd fmla="*/ 159 h 159" name="T19"/>
                  <a:gd fmla="*/ 13 w 78" name="T20"/>
                  <a:gd fmla="*/ 153 h 159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159" w="78">
                    <a:moveTo>
                      <a:pt x="13" y="153"/>
                    </a:move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5" y="141"/>
                      <a:pt x="36" y="104"/>
                      <a:pt x="43" y="71"/>
                    </a:cubicBezTo>
                    <a:cubicBezTo>
                      <a:pt x="45" y="61"/>
                      <a:pt x="46" y="52"/>
                      <a:pt x="47" y="45"/>
                    </a:cubicBezTo>
                    <a:cubicBezTo>
                      <a:pt x="48" y="25"/>
                      <a:pt x="46" y="12"/>
                      <a:pt x="43" y="5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77" y="13"/>
                      <a:pt x="77" y="7"/>
                      <a:pt x="77" y="0"/>
                    </a:cubicBezTo>
                    <a:cubicBezTo>
                      <a:pt x="78" y="4"/>
                      <a:pt x="78" y="28"/>
                      <a:pt x="76" y="43"/>
                    </a:cubicBezTo>
                    <a:cubicBezTo>
                      <a:pt x="72" y="84"/>
                      <a:pt x="54" y="127"/>
                      <a:pt x="28" y="159"/>
                    </a:cubicBezTo>
                    <a:lnTo>
                      <a:pt x="13" y="153"/>
                    </a:lnTo>
                    <a:close/>
                  </a:path>
                </a:pathLst>
              </a:custGeom>
              <a:solidFill>
                <a:srgbClr val="DD1B44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f0729d6-ed77-44d6-83ad-f729e8e4c544" id="104" name="ï$ḷiḍe">
                <a:extLst>
                  <a:ext uri="{FF2B5EF4-FFF2-40B4-BE49-F238E27FC236}">
                    <a16:creationId id="{DD8C66F2-1029-8BAC-C1D7-850AB113894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138558" y="2992945"/>
                <a:ext cx="174263" cy="243675"/>
              </a:xfrm>
              <a:custGeom>
                <a:avLst/>
                <a:gdLst>
                  <a:gd fmla="*/ 37 w 37" name="T0"/>
                  <a:gd fmla="*/ 39 h 52" name="T1"/>
                  <a:gd fmla="*/ 37 w 37" name="T2"/>
                  <a:gd fmla="*/ 39 h 52" name="T3"/>
                  <a:gd fmla="*/ 37 w 37" name="T4"/>
                  <a:gd fmla="*/ 52 h 52" name="T5"/>
                  <a:gd fmla="*/ 3 w 37" name="T6"/>
                  <a:gd fmla="*/ 44 h 52" name="T7"/>
                  <a:gd fmla="*/ 0 w 37" name="T8"/>
                  <a:gd fmla="*/ 0 h 52" name="T9"/>
                  <a:gd fmla="*/ 34 w 37" name="T10"/>
                  <a:gd fmla="*/ 8 h 52" name="T11"/>
                  <a:gd fmla="*/ 37 w 37" name="T12"/>
                  <a:gd fmla="*/ 39 h 52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52" w="37">
                    <a:moveTo>
                      <a:pt x="37" y="39"/>
                    </a:moveTo>
                    <a:cubicBezTo>
                      <a:pt x="37" y="39"/>
                      <a:pt x="37" y="39"/>
                      <a:pt x="37" y="39"/>
                    </a:cubicBezTo>
                    <a:cubicBezTo>
                      <a:pt x="37" y="46"/>
                      <a:pt x="37" y="52"/>
                      <a:pt x="37" y="52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12" y="26"/>
                      <a:pt x="0" y="0"/>
                      <a:pt x="0" y="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6" y="15"/>
                      <a:pt x="37" y="29"/>
                      <a:pt x="37" y="39"/>
                    </a:cubicBezTo>
                    <a:close/>
                  </a:path>
                </a:pathLst>
              </a:custGeom>
              <a:solidFill>
                <a:srgbClr val="BC0D3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8b2ca9c-1fcb-4e8c-b484-50b08a712652" id="105" name="ïŝ1ïḓe">
                <a:extLst>
                  <a:ext uri="{FF2B5EF4-FFF2-40B4-BE49-F238E27FC236}">
                    <a16:creationId id="{24A6987D-D404-0DE3-C345-BE85E37C1306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288442" y="2532698"/>
                <a:ext cx="1735252" cy="936299"/>
              </a:xfrm>
              <a:custGeom>
                <a:avLst/>
                <a:gdLst>
                  <a:gd fmla="*/ 365 w 370" name="T0"/>
                  <a:gd fmla="*/ 160 h 200" name="T1"/>
                  <a:gd fmla="*/ 369 w 370" name="T2"/>
                  <a:gd fmla="*/ 200 h 200" name="T3"/>
                  <a:gd fmla="*/ 368 w 370" name="T4"/>
                  <a:gd fmla="*/ 200 h 200" name="T5"/>
                  <a:gd fmla="*/ 5 w 370" name="T6"/>
                  <a:gd fmla="*/ 56 h 200" name="T7"/>
                  <a:gd fmla="*/ 0 w 370" name="T8"/>
                  <a:gd fmla="*/ 0 h 200" name="T9"/>
                  <a:gd fmla="*/ 237 w 370" name="T10"/>
                  <a:gd fmla="*/ 127 h 200" name="T11"/>
                  <a:gd fmla="*/ 365 w 370" name="T12"/>
                  <a:gd fmla="*/ 160 h 200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200" w="370">
                    <a:moveTo>
                      <a:pt x="365" y="160"/>
                    </a:moveTo>
                    <a:cubicBezTo>
                      <a:pt x="368" y="167"/>
                      <a:pt x="370" y="180"/>
                      <a:pt x="369" y="200"/>
                    </a:cubicBezTo>
                    <a:cubicBezTo>
                      <a:pt x="368" y="200"/>
                      <a:pt x="368" y="200"/>
                      <a:pt x="368" y="200"/>
                    </a:cubicBezTo>
                    <a:cubicBezTo>
                      <a:pt x="243" y="165"/>
                      <a:pt x="121" y="117"/>
                      <a:pt x="5" y="56"/>
                    </a:cubicBezTo>
                    <a:cubicBezTo>
                      <a:pt x="5" y="36"/>
                      <a:pt x="4" y="17"/>
                      <a:pt x="0" y="0"/>
                    </a:cubicBezTo>
                    <a:cubicBezTo>
                      <a:pt x="72" y="72"/>
                      <a:pt x="237" y="127"/>
                      <a:pt x="237" y="127"/>
                    </a:cubicBezTo>
                    <a:lnTo>
                      <a:pt x="365" y="160"/>
                    </a:ln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45d3a48-09c0-4a09-a58d-b082d17fc465" id="106" name="íš1îḓe">
                <a:extLst>
                  <a:ext uri="{FF2B5EF4-FFF2-40B4-BE49-F238E27FC236}">
                    <a16:creationId id="{DB4180B0-2D0C-FABB-FE01-6DE63344D5E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258348" y="2811503"/>
                <a:ext cx="2147283" cy="1162250"/>
              </a:xfrm>
              <a:custGeom>
                <a:avLst/>
                <a:gdLst>
                  <a:gd fmla="*/ 411 w 458" name="T0"/>
                  <a:gd fmla="*/ 247 h 248" name="T1"/>
                  <a:gd fmla="*/ 411 w 458" name="T2"/>
                  <a:gd fmla="*/ 247 h 248" name="T3"/>
                  <a:gd fmla="*/ 410 w 458" name="T4"/>
                  <a:gd fmla="*/ 248 h 248" name="T5"/>
                  <a:gd fmla="*/ 402 w 458" name="T6"/>
                  <a:gd fmla="*/ 246 h 248" name="T7"/>
                  <a:gd fmla="*/ 272 w 458" name="T8"/>
                  <a:gd fmla="*/ 217 h 248" name="T9"/>
                  <a:gd fmla="*/ 0 w 458" name="T10"/>
                  <a:gd fmla="*/ 233 h 248" name="T11"/>
                  <a:gd fmla="*/ 84 w 458" name="T12"/>
                  <a:gd fmla="*/ 79 h 248" name="T13"/>
                  <a:gd fmla="*/ 94 w 458" name="T14"/>
                  <a:gd fmla="*/ 0 h 248" name="T15"/>
                  <a:gd fmla="*/ 457 w 458" name="T16"/>
                  <a:gd fmla="*/ 144 h 248" name="T17"/>
                  <a:gd fmla="*/ 458 w 458" name="T18"/>
                  <a:gd fmla="*/ 144 h 248" name="T19"/>
                  <a:gd fmla="*/ 454 w 458" name="T20"/>
                  <a:gd fmla="*/ 170 h 248" name="T21"/>
                  <a:gd fmla="*/ 411 w 458" name="T22"/>
                  <a:gd fmla="*/ 247 h 248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248" w="458">
                    <a:moveTo>
                      <a:pt x="411" y="247"/>
                    </a:moveTo>
                    <a:cubicBezTo>
                      <a:pt x="411" y="247"/>
                      <a:pt x="411" y="247"/>
                      <a:pt x="411" y="247"/>
                    </a:cubicBezTo>
                    <a:cubicBezTo>
                      <a:pt x="410" y="248"/>
                      <a:pt x="410" y="248"/>
                      <a:pt x="410" y="248"/>
                    </a:cubicBezTo>
                    <a:cubicBezTo>
                      <a:pt x="407" y="247"/>
                      <a:pt x="405" y="246"/>
                      <a:pt x="402" y="246"/>
                    </a:cubicBezTo>
                    <a:cubicBezTo>
                      <a:pt x="355" y="231"/>
                      <a:pt x="312" y="222"/>
                      <a:pt x="272" y="217"/>
                    </a:cubicBezTo>
                    <a:cubicBezTo>
                      <a:pt x="130" y="197"/>
                      <a:pt x="32" y="222"/>
                      <a:pt x="0" y="233"/>
                    </a:cubicBezTo>
                    <a:cubicBezTo>
                      <a:pt x="35" y="208"/>
                      <a:pt x="68" y="150"/>
                      <a:pt x="84" y="79"/>
                    </a:cubicBezTo>
                    <a:cubicBezTo>
                      <a:pt x="91" y="52"/>
                      <a:pt x="94" y="25"/>
                      <a:pt x="94" y="0"/>
                    </a:cubicBezTo>
                    <a:cubicBezTo>
                      <a:pt x="210" y="61"/>
                      <a:pt x="332" y="109"/>
                      <a:pt x="457" y="144"/>
                    </a:cubicBezTo>
                    <a:cubicBezTo>
                      <a:pt x="458" y="144"/>
                      <a:pt x="458" y="144"/>
                      <a:pt x="458" y="144"/>
                    </a:cubicBezTo>
                    <a:cubicBezTo>
                      <a:pt x="457" y="151"/>
                      <a:pt x="456" y="160"/>
                      <a:pt x="454" y="170"/>
                    </a:cubicBezTo>
                    <a:cubicBezTo>
                      <a:pt x="447" y="203"/>
                      <a:pt x="416" y="240"/>
                      <a:pt x="411" y="2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fdd62ac-5af8-495c-8f8a-f6c43170a1ea" id="107" name="îṡḻídé">
                <a:extLst>
                  <a:ext uri="{FF2B5EF4-FFF2-40B4-BE49-F238E27FC236}">
                    <a16:creationId id="{6F5331BA-BC38-EC55-D9C7-6FF5759031B6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261669" y="2888343"/>
                <a:ext cx="726592" cy="345574"/>
              </a:xfrm>
              <a:custGeom>
                <a:avLst/>
                <a:gdLst>
                  <a:gd fmla="*/ 143 w 155" name="T0"/>
                  <a:gd fmla="*/ 30 h 74" name="T1"/>
                  <a:gd fmla="*/ 146 w 155" name="T2"/>
                  <a:gd fmla="*/ 74 h 74" name="T3"/>
                  <a:gd fmla="*/ 144 w 155" name="T4"/>
                  <a:gd fmla="*/ 68 h 74" name="T5"/>
                  <a:gd fmla="*/ 17 w 155" name="T6"/>
                  <a:gd fmla="*/ 35 h 74" name="T7"/>
                  <a:gd fmla="*/ 0 w 155" name="T8"/>
                  <a:gd fmla="*/ 0 h 74" name="T9"/>
                  <a:gd fmla="*/ 143 w 155" name="T10"/>
                  <a:gd fmla="*/ 30 h 74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74" w="155">
                    <a:moveTo>
                      <a:pt x="143" y="30"/>
                    </a:moveTo>
                    <a:cubicBezTo>
                      <a:pt x="143" y="30"/>
                      <a:pt x="155" y="56"/>
                      <a:pt x="146" y="74"/>
                    </a:cubicBezTo>
                    <a:cubicBezTo>
                      <a:pt x="145" y="70"/>
                      <a:pt x="144" y="68"/>
                      <a:pt x="144" y="68"/>
                    </a:cubicBezTo>
                    <a:cubicBezTo>
                      <a:pt x="98" y="60"/>
                      <a:pt x="56" y="49"/>
                      <a:pt x="17" y="35"/>
                    </a:cubicBezTo>
                    <a:cubicBezTo>
                      <a:pt x="16" y="25"/>
                      <a:pt x="12" y="5"/>
                      <a:pt x="0" y="0"/>
                    </a:cubicBezTo>
                    <a:lnTo>
                      <a:pt x="143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bb6c276-4604-4b80-9788-73bf14e802af" id="108" name="îsḻîḓê">
                <a:extLst>
                  <a:ext uri="{FF2B5EF4-FFF2-40B4-BE49-F238E27FC236}">
                    <a16:creationId id="{0CE6FFE5-EA19-C893-5AE3-E9D2F922AA4D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297200" y="3050276"/>
                <a:ext cx="604016" cy="181648"/>
              </a:xfrm>
              <a:custGeom>
                <a:avLst/>
                <a:gdLst>
                  <a:gd fmla="*/ 129 w 129" name="T0"/>
                  <a:gd fmla="*/ 39 h 39" name="T1"/>
                  <a:gd fmla="*/ 1 w 129" name="T2"/>
                  <a:gd fmla="*/ 6 h 39" name="T3"/>
                  <a:gd fmla="*/ 0 w 129" name="T4"/>
                  <a:gd fmla="*/ 0 h 39" name="T5"/>
                  <a:gd fmla="*/ 127 w 129" name="T6"/>
                  <a:gd fmla="*/ 33 h 39" name="T7"/>
                  <a:gd fmla="*/ 129 w 129" name="T8"/>
                  <a:gd fmla="*/ 39 h 39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39" w="129">
                    <a:moveTo>
                      <a:pt x="129" y="39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4"/>
                      <a:pt x="0" y="0"/>
                    </a:cubicBezTo>
                    <a:cubicBezTo>
                      <a:pt x="39" y="14"/>
                      <a:pt x="81" y="25"/>
                      <a:pt x="127" y="33"/>
                    </a:cubicBezTo>
                    <a:cubicBezTo>
                      <a:pt x="127" y="33"/>
                      <a:pt x="128" y="35"/>
                      <a:pt x="1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1d0d1dc-3093-46a1-bc6a-b2749ea3b579" id="109" name="i$ḻîdè">
                <a:extLst>
                  <a:ext uri="{FF2B5EF4-FFF2-40B4-BE49-F238E27FC236}">
                    <a16:creationId id="{8C55327B-563A-1C68-BAB1-D8315D46AC3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362772" y="3887412"/>
                <a:ext cx="163926" cy="155065"/>
              </a:xfrm>
              <a:custGeom>
                <a:avLst/>
                <a:gdLst>
                  <a:gd fmla="*/ 22 w 35" name="T0"/>
                  <a:gd fmla="*/ 1 h 33" name="T1"/>
                  <a:gd fmla="*/ 35 w 35" name="T2"/>
                  <a:gd fmla="*/ 6 h 33" name="T3"/>
                  <a:gd fmla="*/ 24 w 35" name="T4"/>
                  <a:gd fmla="*/ 33 h 33" name="T5"/>
                  <a:gd fmla="*/ 0 w 35" name="T6"/>
                  <a:gd fmla="*/ 26 h 33" name="T7"/>
                  <a:gd fmla="*/ 13 w 35" name="T8"/>
                  <a:gd fmla="*/ 0 h 33" name="T9"/>
                  <a:gd fmla="*/ 21 w 35" name="T10"/>
                  <a:gd fmla="*/ 2 h 33" name="T11"/>
                  <a:gd fmla="*/ 22 w 35" name="T12"/>
                  <a:gd fmla="*/ 1 h 33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33" w="35">
                    <a:moveTo>
                      <a:pt x="22" y="1"/>
                    </a:moveTo>
                    <a:cubicBezTo>
                      <a:pt x="35" y="6"/>
                      <a:pt x="35" y="6"/>
                      <a:pt x="35" y="6"/>
                    </a:cubicBezTo>
                    <a:cubicBezTo>
                      <a:pt x="30" y="22"/>
                      <a:pt x="24" y="33"/>
                      <a:pt x="24" y="33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5" y="23"/>
                      <a:pt x="12" y="17"/>
                      <a:pt x="13" y="0"/>
                    </a:cubicBezTo>
                    <a:cubicBezTo>
                      <a:pt x="16" y="0"/>
                      <a:pt x="18" y="1"/>
                      <a:pt x="21" y="2"/>
                    </a:cubicBezTo>
                    <a:cubicBezTo>
                      <a:pt x="21" y="2"/>
                      <a:pt x="21" y="2"/>
                      <a:pt x="22" y="1"/>
                    </a:cubicBezTo>
                    <a:close/>
                  </a:path>
                </a:pathLst>
              </a:custGeom>
              <a:solidFill>
                <a:srgbClr val="BC0D3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baf1519-788e-4bc9-870f-86edbeeea3ed" id="110" name="ïSļiḓé">
                <a:extLst>
                  <a:ext uri="{FF2B5EF4-FFF2-40B4-BE49-F238E27FC236}">
                    <a16:creationId id="{E5E96523-BB2D-CC17-8134-1B4535C262C5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471950" y="3782285"/>
                <a:ext cx="633553" cy="267302"/>
              </a:xfrm>
              <a:custGeom>
                <a:avLst/>
                <a:gdLst>
                  <a:gd fmla="*/ 9 w 135" name="T0"/>
                  <a:gd fmla="*/ 31 h 57" name="T1"/>
                  <a:gd fmla="*/ 4 w 135" name="T2"/>
                  <a:gd fmla="*/ 30 h 57" name="T3"/>
                  <a:gd fmla="*/ 5 w 135" name="T4"/>
                  <a:gd fmla="*/ 0 h 57" name="T5"/>
                  <a:gd fmla="*/ 135 w 135" name="T6"/>
                  <a:gd fmla="*/ 29 h 57" name="T7"/>
                  <a:gd fmla="*/ 122 w 135" name="T8"/>
                  <a:gd fmla="*/ 55 h 57" name="T9"/>
                  <a:gd fmla="*/ 117 w 135" name="T10"/>
                  <a:gd fmla="*/ 57 h 57" name="T11"/>
                  <a:gd fmla="*/ 89 w 135" name="T12"/>
                  <a:gd fmla="*/ 50 h 57" name="T13"/>
                  <a:gd fmla="*/ 9 w 135" name="T14"/>
                  <a:gd fmla="*/ 31 h 57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57" w="135">
                    <a:moveTo>
                      <a:pt x="9" y="31"/>
                    </a:move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0" y="12"/>
                      <a:pt x="5" y="0"/>
                    </a:cubicBezTo>
                    <a:cubicBezTo>
                      <a:pt x="45" y="5"/>
                      <a:pt x="88" y="14"/>
                      <a:pt x="135" y="29"/>
                    </a:cubicBezTo>
                    <a:cubicBezTo>
                      <a:pt x="134" y="46"/>
                      <a:pt x="127" y="52"/>
                      <a:pt x="122" y="55"/>
                    </a:cubicBezTo>
                    <a:cubicBezTo>
                      <a:pt x="119" y="57"/>
                      <a:pt x="117" y="57"/>
                      <a:pt x="117" y="57"/>
                    </a:cubicBezTo>
                    <a:cubicBezTo>
                      <a:pt x="89" y="50"/>
                      <a:pt x="89" y="50"/>
                      <a:pt x="89" y="50"/>
                    </a:cubicBezTo>
                    <a:lnTo>
                      <a:pt x="9" y="31"/>
                    </a:lnTo>
                    <a:close/>
                  </a:path>
                </a:pathLst>
              </a:custGeom>
              <a:solidFill>
                <a:srgbClr val="E0E2E2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38ccb41-d08e-4586-abbe-6f308ee0d1bf" id="111" name="îṩľiḍè">
                <a:extLst>
                  <a:ext uri="{FF2B5EF4-FFF2-40B4-BE49-F238E27FC236}">
                    <a16:creationId id="{7B2002AD-8F3A-3601-0A63-98213E1671B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674522" y="3935876"/>
                <a:ext cx="412031" cy="258442"/>
              </a:xfrm>
              <a:custGeom>
                <a:avLst/>
                <a:gdLst>
                  <a:gd fmla="*/ 69 w 88" name="T0"/>
                  <a:gd fmla="*/ 52 h 55" name="T1"/>
                  <a:gd fmla="*/ 49 w 88" name="T2"/>
                  <a:gd fmla="*/ 25 h 55" name="T3"/>
                  <a:gd fmla="*/ 38 w 88" name="T4"/>
                  <a:gd fmla="*/ 20 h 55" name="T5"/>
                  <a:gd fmla="*/ 25 w 88" name="T6"/>
                  <a:gd fmla="*/ 18 h 55" name="T7"/>
                  <a:gd fmla="*/ 0 w 88" name="T8"/>
                  <a:gd fmla="*/ 27 h 55" name="T9"/>
                  <a:gd fmla="*/ 0 w 88" name="T10"/>
                  <a:gd fmla="*/ 27 h 55" name="T11"/>
                  <a:gd fmla="*/ 0 w 88" name="T12"/>
                  <a:gd fmla="*/ 26 h 55" name="T13"/>
                  <a:gd fmla="*/ 8 w 88" name="T14"/>
                  <a:gd fmla="*/ 0 h 55" name="T15"/>
                  <a:gd fmla="*/ 88 w 88" name="T16"/>
                  <a:gd fmla="*/ 19 h 55" name="T17"/>
                  <a:gd fmla="*/ 85 w 88" name="T18"/>
                  <a:gd fmla="*/ 26 h 55" name="T19"/>
                  <a:gd fmla="*/ 80 w 88" name="T20"/>
                  <a:gd fmla="*/ 35 h 55" name="T21"/>
                  <a:gd fmla="*/ 70 w 88" name="T22"/>
                  <a:gd fmla="*/ 55 h 55" name="T23"/>
                  <a:gd fmla="*/ 69 w 88" name="T24"/>
                  <a:gd fmla="*/ 52 h 55" name="T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b="b" l="0" r="r" t="0"/>
                <a:pathLst>
                  <a:path h="55" w="88">
                    <a:moveTo>
                      <a:pt x="69" y="52"/>
                    </a:moveTo>
                    <a:cubicBezTo>
                      <a:pt x="67" y="41"/>
                      <a:pt x="59" y="32"/>
                      <a:pt x="49" y="25"/>
                    </a:cubicBezTo>
                    <a:cubicBezTo>
                      <a:pt x="45" y="23"/>
                      <a:pt x="42" y="21"/>
                      <a:pt x="38" y="20"/>
                    </a:cubicBezTo>
                    <a:cubicBezTo>
                      <a:pt x="34" y="19"/>
                      <a:pt x="30" y="18"/>
                      <a:pt x="25" y="18"/>
                    </a:cubicBezTo>
                    <a:cubicBezTo>
                      <a:pt x="16" y="18"/>
                      <a:pt x="7" y="21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" y="18"/>
                      <a:pt x="5" y="9"/>
                      <a:pt x="8" y="0"/>
                    </a:cubicBezTo>
                    <a:cubicBezTo>
                      <a:pt x="88" y="19"/>
                      <a:pt x="88" y="19"/>
                      <a:pt x="88" y="19"/>
                    </a:cubicBezTo>
                    <a:cubicBezTo>
                      <a:pt x="87" y="21"/>
                      <a:pt x="86" y="23"/>
                      <a:pt x="85" y="26"/>
                    </a:cubicBezTo>
                    <a:cubicBezTo>
                      <a:pt x="84" y="29"/>
                      <a:pt x="82" y="32"/>
                      <a:pt x="80" y="35"/>
                    </a:cubicBezTo>
                    <a:cubicBezTo>
                      <a:pt x="77" y="41"/>
                      <a:pt x="73" y="48"/>
                      <a:pt x="70" y="55"/>
                    </a:cubicBezTo>
                    <a:cubicBezTo>
                      <a:pt x="70" y="54"/>
                      <a:pt x="70" y="53"/>
                      <a:pt x="69" y="52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ca9a16b-d001-4671-91a5-e1e763e70aea" id="112" name="îṣlïḑê">
                <a:extLst>
                  <a:ext uri="{FF2B5EF4-FFF2-40B4-BE49-F238E27FC236}">
                    <a16:creationId id="{E59BDB76-B1E6-C7C7-3FDC-F1536CA4E07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725993" y="4042284"/>
                <a:ext cx="732498" cy="890518"/>
              </a:xfrm>
              <a:custGeom>
                <a:avLst/>
                <a:gdLst>
                  <a:gd fmla="*/ 136 w 156" name="T0"/>
                  <a:gd fmla="*/ 7 h 190" name="T1"/>
                  <a:gd fmla="*/ 156 w 156" name="T2"/>
                  <a:gd fmla="*/ 34 h 190" name="T3"/>
                  <a:gd fmla="*/ 137 w 156" name="T4"/>
                  <a:gd fmla="*/ 68 h 190" name="T5"/>
                  <a:gd fmla="*/ 54 w 156" name="T6"/>
                  <a:gd fmla="*/ 183 h 190" name="T7"/>
                  <a:gd fmla="*/ 47 w 156" name="T8"/>
                  <a:gd fmla="*/ 189 h 190" name="T9"/>
                  <a:gd fmla="*/ 37 w 156" name="T10"/>
                  <a:gd fmla="*/ 188 h 190" name="T11"/>
                  <a:gd fmla="*/ 1 w 156" name="T12"/>
                  <a:gd fmla="*/ 171 h 190" name="T13"/>
                  <a:gd fmla="*/ 1 w 156" name="T14"/>
                  <a:gd fmla="*/ 171 h 190" name="T15"/>
                  <a:gd fmla="*/ 0 w 156" name="T16"/>
                  <a:gd fmla="*/ 170 h 190" name="T17"/>
                  <a:gd fmla="*/ 1 w 156" name="T18"/>
                  <a:gd fmla="*/ 170 h 190" name="T19"/>
                  <a:gd fmla="*/ 112 w 156" name="T20"/>
                  <a:gd fmla="*/ 0 h 190" name="T21"/>
                  <a:gd fmla="*/ 125 w 156" name="T22"/>
                  <a:gd fmla="*/ 2 h 190" name="T23"/>
                  <a:gd fmla="*/ 136 w 156" name="T24"/>
                  <a:gd fmla="*/ 7 h 190" name="T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b="b" l="0" r="r" t="0"/>
                <a:pathLst>
                  <a:path h="190" w="156">
                    <a:moveTo>
                      <a:pt x="136" y="7"/>
                    </a:moveTo>
                    <a:cubicBezTo>
                      <a:pt x="146" y="14"/>
                      <a:pt x="154" y="23"/>
                      <a:pt x="156" y="34"/>
                    </a:cubicBezTo>
                    <a:cubicBezTo>
                      <a:pt x="151" y="46"/>
                      <a:pt x="144" y="57"/>
                      <a:pt x="137" y="68"/>
                    </a:cubicBezTo>
                    <a:cubicBezTo>
                      <a:pt x="111" y="108"/>
                      <a:pt x="84" y="146"/>
                      <a:pt x="54" y="183"/>
                    </a:cubicBezTo>
                    <a:cubicBezTo>
                      <a:pt x="52" y="185"/>
                      <a:pt x="50" y="188"/>
                      <a:pt x="47" y="189"/>
                    </a:cubicBezTo>
                    <a:cubicBezTo>
                      <a:pt x="44" y="190"/>
                      <a:pt x="40" y="189"/>
                      <a:pt x="37" y="188"/>
                    </a:cubicBezTo>
                    <a:cubicBezTo>
                      <a:pt x="24" y="185"/>
                      <a:pt x="11" y="181"/>
                      <a:pt x="1" y="171"/>
                    </a:cubicBezTo>
                    <a:cubicBezTo>
                      <a:pt x="1" y="171"/>
                      <a:pt x="1" y="171"/>
                      <a:pt x="1" y="171"/>
                    </a:cubicBezTo>
                    <a:cubicBezTo>
                      <a:pt x="0" y="170"/>
                      <a:pt x="0" y="170"/>
                      <a:pt x="0" y="170"/>
                    </a:cubicBezTo>
                    <a:cubicBezTo>
                      <a:pt x="1" y="170"/>
                      <a:pt x="1" y="170"/>
                      <a:pt x="1" y="170"/>
                    </a:cubicBezTo>
                    <a:cubicBezTo>
                      <a:pt x="40" y="115"/>
                      <a:pt x="77" y="58"/>
                      <a:pt x="112" y="0"/>
                    </a:cubicBezTo>
                    <a:cubicBezTo>
                      <a:pt x="117" y="0"/>
                      <a:pt x="121" y="1"/>
                      <a:pt x="125" y="2"/>
                    </a:cubicBezTo>
                    <a:cubicBezTo>
                      <a:pt x="129" y="3"/>
                      <a:pt x="132" y="5"/>
                      <a:pt x="13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776b658-5899-496c-87ca-a698955a85a7" id="113" name="íšḻíḍé">
                <a:extLst>
                  <a:ext uri="{FF2B5EF4-FFF2-40B4-BE49-F238E27FC236}">
                    <a16:creationId id="{37B44034-B17E-A93A-F123-188884AB90FE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928897" y="2491270"/>
                <a:ext cx="1125330" cy="666042"/>
              </a:xfrm>
              <a:custGeom>
                <a:avLst/>
                <a:gdLst>
                  <a:gd fmla="*/ 239 w 240" name="T0"/>
                  <a:gd fmla="*/ 136 h 142" name="T1"/>
                  <a:gd fmla="*/ 240 w 240" name="T2"/>
                  <a:gd fmla="*/ 142 h 142" name="T3"/>
                  <a:gd fmla="*/ 3 w 240" name="T4"/>
                  <a:gd fmla="*/ 15 h 142" name="T5"/>
                  <a:gd fmla="*/ 3 w 240" name="T6"/>
                  <a:gd fmla="*/ 15 h 142" name="T7"/>
                  <a:gd fmla="*/ 0 w 240" name="T8"/>
                  <a:gd fmla="*/ 0 h 142" name="T9"/>
                  <a:gd fmla="*/ 201 w 240" name="T10"/>
                  <a:gd fmla="*/ 121 h 142" name="T11"/>
                  <a:gd fmla="*/ 201 w 240" name="T12"/>
                  <a:gd fmla="*/ 121 h 142" name="T13"/>
                  <a:gd fmla="*/ 239 w 240" name="T14"/>
                  <a:gd fmla="*/ 136 h 142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142" w="240">
                    <a:moveTo>
                      <a:pt x="239" y="136"/>
                    </a:moveTo>
                    <a:cubicBezTo>
                      <a:pt x="240" y="140"/>
                      <a:pt x="240" y="142"/>
                      <a:pt x="240" y="142"/>
                    </a:cubicBezTo>
                    <a:cubicBezTo>
                      <a:pt x="240" y="142"/>
                      <a:pt x="75" y="87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0"/>
                      <a:pt x="1" y="5"/>
                      <a:pt x="0" y="0"/>
                    </a:cubicBezTo>
                    <a:cubicBezTo>
                      <a:pt x="17" y="15"/>
                      <a:pt x="89" y="75"/>
                      <a:pt x="201" y="121"/>
                    </a:cubicBezTo>
                    <a:cubicBezTo>
                      <a:pt x="201" y="121"/>
                      <a:pt x="201" y="121"/>
                      <a:pt x="201" y="121"/>
                    </a:cubicBezTo>
                    <a:cubicBezTo>
                      <a:pt x="213" y="126"/>
                      <a:pt x="226" y="131"/>
                      <a:pt x="239" y="1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de2a51b-1a55-4c9a-825e-86aea97027ae" id="114" name="ïS1íḍê">
                <a:extLst>
                  <a:ext uri="{FF2B5EF4-FFF2-40B4-BE49-F238E27FC236}">
                    <a16:creationId id="{FA3F52E5-2DEB-16B5-BBBB-3BFFE2C7EB0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916431" y="2894248"/>
                <a:ext cx="178695" cy="191985"/>
              </a:xfrm>
              <a:custGeom>
                <a:avLst/>
                <a:gdLst>
                  <a:gd fmla="*/ 21 w 38" name="T0"/>
                  <a:gd fmla="*/ 6 h 41" name="T1"/>
                  <a:gd fmla="*/ 38 w 38" name="T2"/>
                  <a:gd fmla="*/ 41 h 41" name="T3"/>
                  <a:gd fmla="*/ 0 w 38" name="T4"/>
                  <a:gd fmla="*/ 26 h 41" name="T5"/>
                  <a:gd fmla="*/ 0 w 38" name="T6"/>
                  <a:gd fmla="*/ 26 h 41" name="T7"/>
                  <a:gd fmla="*/ 21 w 38" name="T8"/>
                  <a:gd fmla="*/ 6 h 41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41" w="38">
                    <a:moveTo>
                      <a:pt x="21" y="6"/>
                    </a:moveTo>
                    <a:cubicBezTo>
                      <a:pt x="33" y="11"/>
                      <a:pt x="37" y="31"/>
                      <a:pt x="38" y="41"/>
                    </a:cubicBezTo>
                    <a:cubicBezTo>
                      <a:pt x="25" y="36"/>
                      <a:pt x="12" y="31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5"/>
                      <a:pt x="5" y="0"/>
                      <a:pt x="21" y="6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8e9753f-c700-4be5-8a4e-4c213c6b2ea4" id="115" name="íSľíḓê">
                <a:extLst>
                  <a:ext uri="{FF2B5EF4-FFF2-40B4-BE49-F238E27FC236}">
                    <a16:creationId id="{C25DC849-0E9D-5B92-2CE3-D10606E4EA1D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936322" y="4053026"/>
                <a:ext cx="553804" cy="800431"/>
              </a:xfrm>
              <a:custGeom>
                <a:avLst/>
                <a:gdLst>
                  <a:gd fmla="*/ 93 w 118" name="T0"/>
                  <a:gd fmla="*/ 9 h 171" name="T1"/>
                  <a:gd fmla="*/ 93 w 118" name="T2"/>
                  <a:gd fmla="*/ 9 h 171" name="T3"/>
                  <a:gd fmla="*/ 118 w 118" name="T4"/>
                  <a:gd fmla="*/ 0 h 171" name="T5"/>
                  <a:gd fmla="*/ 7 w 118" name="T6"/>
                  <a:gd fmla="*/ 170 h 171" name="T7"/>
                  <a:gd fmla="*/ 6 w 118" name="T8"/>
                  <a:gd fmla="*/ 170 h 171" name="T9"/>
                  <a:gd fmla="*/ 7 w 118" name="T10"/>
                  <a:gd fmla="*/ 171 h 171" name="T11"/>
                  <a:gd fmla="*/ 6 w 118" name="T12"/>
                  <a:gd fmla="*/ 171 h 171" name="T13"/>
                  <a:gd fmla="*/ 2 w 118" name="T14"/>
                  <a:gd fmla="*/ 165 h 171" name="T15"/>
                  <a:gd fmla="*/ 0 w 118" name="T16"/>
                  <a:gd fmla="*/ 159 h 171" name="T17"/>
                  <a:gd fmla="*/ 2 w 118" name="T18"/>
                  <a:gd fmla="*/ 151 h 171" name="T19"/>
                  <a:gd fmla="*/ 93 w 118" name="T20"/>
                  <a:gd fmla="*/ 8 h 171" name="T21"/>
                  <a:gd fmla="*/ 93 w 118" name="T22"/>
                  <a:gd fmla="*/ 9 h 171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171" w="118">
                    <a:moveTo>
                      <a:pt x="93" y="9"/>
                    </a:moveTo>
                    <a:cubicBezTo>
                      <a:pt x="93" y="9"/>
                      <a:pt x="93" y="9"/>
                      <a:pt x="93" y="9"/>
                    </a:cubicBezTo>
                    <a:cubicBezTo>
                      <a:pt x="100" y="3"/>
                      <a:pt x="109" y="0"/>
                      <a:pt x="118" y="0"/>
                    </a:cubicBezTo>
                    <a:cubicBezTo>
                      <a:pt x="83" y="58"/>
                      <a:pt x="46" y="115"/>
                      <a:pt x="7" y="170"/>
                    </a:cubicBezTo>
                    <a:cubicBezTo>
                      <a:pt x="6" y="170"/>
                      <a:pt x="6" y="170"/>
                      <a:pt x="6" y="170"/>
                    </a:cubicBezTo>
                    <a:cubicBezTo>
                      <a:pt x="7" y="171"/>
                      <a:pt x="7" y="171"/>
                      <a:pt x="7" y="171"/>
                    </a:cubicBezTo>
                    <a:cubicBezTo>
                      <a:pt x="6" y="171"/>
                      <a:pt x="6" y="171"/>
                      <a:pt x="6" y="171"/>
                    </a:cubicBezTo>
                    <a:cubicBezTo>
                      <a:pt x="5" y="169"/>
                      <a:pt x="4" y="167"/>
                      <a:pt x="2" y="165"/>
                    </a:cubicBezTo>
                    <a:cubicBezTo>
                      <a:pt x="1" y="163"/>
                      <a:pt x="0" y="161"/>
                      <a:pt x="0" y="159"/>
                    </a:cubicBezTo>
                    <a:cubicBezTo>
                      <a:pt x="0" y="156"/>
                      <a:pt x="1" y="154"/>
                      <a:pt x="2" y="151"/>
                    </a:cubicBezTo>
                    <a:cubicBezTo>
                      <a:pt x="28" y="101"/>
                      <a:pt x="63" y="56"/>
                      <a:pt x="93" y="8"/>
                    </a:cubicBezTo>
                    <a:lnTo>
                      <a:pt x="93" y="9"/>
                    </a:lnTo>
                    <a:close/>
                  </a:path>
                </a:pathLst>
              </a:custGeom>
              <a:solidFill>
                <a:srgbClr val="E0E2E2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e9f8587-aa95-42d7-8959-bbdc5eb947d8" id="116" name="iś1ïḋe">
                <a:extLst>
                  <a:ext uri="{FF2B5EF4-FFF2-40B4-BE49-F238E27FC236}">
                    <a16:creationId id="{2C8FE339-E0F6-D3B7-672D-B1CFCFA53BA5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990002" y="2262753"/>
                <a:ext cx="983556" cy="1819430"/>
              </a:xfrm>
              <a:custGeom>
                <a:avLst/>
                <a:gdLst>
                  <a:gd fmla="*/ 167 w 210" name="T0"/>
                  <a:gd fmla="*/ 46 h 388" name="T1"/>
                  <a:gd fmla="*/ 144 w 210" name="T2"/>
                  <a:gd fmla="*/ 30 h 388" name="T3"/>
                  <a:gd fmla="*/ 33 w 210" name="T4"/>
                  <a:gd fmla="*/ 181 h 388" name="T5"/>
                  <a:gd fmla="*/ 67 w 210" name="T6"/>
                  <a:gd fmla="*/ 366 h 388" name="T7"/>
                  <a:gd fmla="*/ 78 w 210" name="T8"/>
                  <a:gd fmla="*/ 366 h 388" name="T9"/>
                  <a:gd fmla="*/ 158 w 210" name="T10"/>
                  <a:gd fmla="*/ 276 h 388" name="T11"/>
                  <a:gd fmla="*/ 178 w 210" name="T12"/>
                  <a:gd fmla="*/ 214 h 388" name="T13"/>
                  <a:gd fmla="*/ 185 w 210" name="T14"/>
                  <a:gd fmla="*/ 169 h 388" name="T15"/>
                  <a:gd fmla="*/ 167 w 210" name="T16"/>
                  <a:gd fmla="*/ 46 h 388" name="T17"/>
                  <a:gd fmla="*/ 202 w 210" name="T18"/>
                  <a:gd fmla="*/ 68 h 388" name="T19"/>
                  <a:gd fmla="*/ 205 w 210" name="T20"/>
                  <a:gd fmla="*/ 83 h 388" name="T21"/>
                  <a:gd fmla="*/ 205 w 210" name="T22"/>
                  <a:gd fmla="*/ 83 h 388" name="T23"/>
                  <a:gd fmla="*/ 210 w 210" name="T24"/>
                  <a:gd fmla="*/ 139 h 388" name="T25"/>
                  <a:gd fmla="*/ 200 w 210" name="T26"/>
                  <a:gd fmla="*/ 218 h 388" name="T27"/>
                  <a:gd fmla="*/ 116 w 210" name="T28"/>
                  <a:gd fmla="*/ 372 h 388" name="T29"/>
                  <a:gd fmla="*/ 69 w 210" name="T30"/>
                  <a:gd fmla="*/ 384 h 388" name="T31"/>
                  <a:gd fmla="*/ 24 w 210" name="T32"/>
                  <a:gd fmla="*/ 177 h 388" name="T33"/>
                  <a:gd fmla="*/ 155 w 210" name="T34"/>
                  <a:gd fmla="*/ 11 h 388" name="T35"/>
                  <a:gd fmla="*/ 202 w 210" name="T36"/>
                  <a:gd fmla="*/ 68 h 388" name="T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b="b" l="0" r="r" t="0"/>
                <a:pathLst>
                  <a:path h="388" w="210">
                    <a:moveTo>
                      <a:pt x="167" y="46"/>
                    </a:moveTo>
                    <a:cubicBezTo>
                      <a:pt x="161" y="38"/>
                      <a:pt x="153" y="32"/>
                      <a:pt x="144" y="30"/>
                    </a:cubicBezTo>
                    <a:cubicBezTo>
                      <a:pt x="104" y="21"/>
                      <a:pt x="55" y="88"/>
                      <a:pt x="33" y="181"/>
                    </a:cubicBezTo>
                    <a:cubicBezTo>
                      <a:pt x="12" y="274"/>
                      <a:pt x="27" y="356"/>
                      <a:pt x="67" y="366"/>
                    </a:cubicBezTo>
                    <a:cubicBezTo>
                      <a:pt x="70" y="366"/>
                      <a:pt x="74" y="367"/>
                      <a:pt x="78" y="366"/>
                    </a:cubicBezTo>
                    <a:cubicBezTo>
                      <a:pt x="105" y="363"/>
                      <a:pt x="136" y="328"/>
                      <a:pt x="158" y="276"/>
                    </a:cubicBezTo>
                    <a:cubicBezTo>
                      <a:pt x="166" y="257"/>
                      <a:pt x="172" y="237"/>
                      <a:pt x="178" y="214"/>
                    </a:cubicBezTo>
                    <a:cubicBezTo>
                      <a:pt x="181" y="199"/>
                      <a:pt x="184" y="183"/>
                      <a:pt x="185" y="169"/>
                    </a:cubicBezTo>
                    <a:cubicBezTo>
                      <a:pt x="191" y="115"/>
                      <a:pt x="184" y="70"/>
                      <a:pt x="167" y="46"/>
                    </a:cubicBezTo>
                    <a:close/>
                    <a:moveTo>
                      <a:pt x="202" y="68"/>
                    </a:moveTo>
                    <a:cubicBezTo>
                      <a:pt x="203" y="73"/>
                      <a:pt x="204" y="78"/>
                      <a:pt x="205" y="83"/>
                    </a:cubicBezTo>
                    <a:cubicBezTo>
                      <a:pt x="205" y="83"/>
                      <a:pt x="205" y="83"/>
                      <a:pt x="205" y="83"/>
                    </a:cubicBezTo>
                    <a:cubicBezTo>
                      <a:pt x="209" y="100"/>
                      <a:pt x="210" y="119"/>
                      <a:pt x="210" y="139"/>
                    </a:cubicBezTo>
                    <a:cubicBezTo>
                      <a:pt x="210" y="164"/>
                      <a:pt x="207" y="191"/>
                      <a:pt x="200" y="218"/>
                    </a:cubicBezTo>
                    <a:cubicBezTo>
                      <a:pt x="184" y="289"/>
                      <a:pt x="151" y="347"/>
                      <a:pt x="116" y="372"/>
                    </a:cubicBezTo>
                    <a:cubicBezTo>
                      <a:pt x="100" y="383"/>
                      <a:pt x="84" y="388"/>
                      <a:pt x="69" y="384"/>
                    </a:cubicBezTo>
                    <a:cubicBezTo>
                      <a:pt x="20" y="373"/>
                      <a:pt x="0" y="280"/>
                      <a:pt x="24" y="177"/>
                    </a:cubicBezTo>
                    <a:cubicBezTo>
                      <a:pt x="47" y="74"/>
                      <a:pt x="106" y="0"/>
                      <a:pt x="155" y="11"/>
                    </a:cubicBezTo>
                    <a:cubicBezTo>
                      <a:pt x="177" y="16"/>
                      <a:pt x="193" y="37"/>
                      <a:pt x="202" y="68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31fcff4-866e-437a-95b5-b7a2d2424628" id="117" name="iśľiḓé">
                <a:extLst>
                  <a:ext uri="{FF2B5EF4-FFF2-40B4-BE49-F238E27FC236}">
                    <a16:creationId id="{D29A8A08-E578-DE6B-F8CD-7F0B81D99FB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073905" y="2470569"/>
                <a:ext cx="637982" cy="1500439"/>
              </a:xfrm>
              <a:custGeom>
                <a:avLst/>
                <a:gdLst>
                  <a:gd fmla="*/ 112 w 136" name="T0"/>
                  <a:gd fmla="*/ 0 h 320" name="T1"/>
                  <a:gd fmla="*/ 130 w 136" name="T2"/>
                  <a:gd fmla="*/ 123 h 320" name="T3"/>
                  <a:gd fmla="*/ 79 w 136" name="T4"/>
                  <a:gd fmla="*/ 117 h 320" name="T5"/>
                  <a:gd fmla="*/ 72 w 136" name="T6"/>
                  <a:gd fmla="*/ 130 h 320" name="T7"/>
                  <a:gd fmla="*/ 64 w 136" name="T8"/>
                  <a:gd fmla="*/ 130 h 320" name="T9"/>
                  <a:gd fmla="*/ 62 w 136" name="T10"/>
                  <a:gd fmla="*/ 130 h 320" name="T11"/>
                  <a:gd fmla="*/ 62 w 136" name="T12"/>
                  <a:gd fmla="*/ 130 h 320" name="T13"/>
                  <a:gd fmla="*/ 46 w 136" name="T14"/>
                  <a:gd fmla="*/ 155 h 320" name="T15"/>
                  <a:gd fmla="*/ 49 w 136" name="T16"/>
                  <a:gd fmla="*/ 185 h 320" name="T17"/>
                  <a:gd fmla="*/ 56 w 136" name="T18"/>
                  <a:gd fmla="*/ 190 h 320" name="T19"/>
                  <a:gd fmla="*/ 57 w 136" name="T20"/>
                  <a:gd fmla="*/ 204 h 320" name="T21"/>
                  <a:gd fmla="*/ 103 w 136" name="T22"/>
                  <a:gd fmla="*/ 230 h 320" name="T23"/>
                  <a:gd fmla="*/ 103 w 136" name="T24"/>
                  <a:gd fmla="*/ 230 h 320" name="T25"/>
                  <a:gd fmla="*/ 23 w 136" name="T26"/>
                  <a:gd fmla="*/ 320 h 320" name="T27"/>
                  <a:gd fmla="*/ 9 w 136" name="T28"/>
                  <a:gd fmla="*/ 289 h 320" name="T29"/>
                  <a:gd fmla="*/ 5 w 136" name="T30"/>
                  <a:gd fmla="*/ 181 h 320" name="T31"/>
                  <a:gd fmla="*/ 37 w 136" name="T32"/>
                  <a:gd fmla="*/ 77 h 320" name="T33"/>
                  <a:gd fmla="*/ 112 w 136" name="T34"/>
                  <a:gd fmla="*/ 0 h 320" name="T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b="b" l="0" r="r" t="0"/>
                <a:pathLst>
                  <a:path h="320" w="136">
                    <a:moveTo>
                      <a:pt x="112" y="0"/>
                    </a:moveTo>
                    <a:cubicBezTo>
                      <a:pt x="129" y="24"/>
                      <a:pt x="136" y="69"/>
                      <a:pt x="130" y="123"/>
                    </a:cubicBezTo>
                    <a:cubicBezTo>
                      <a:pt x="79" y="117"/>
                      <a:pt x="79" y="117"/>
                      <a:pt x="79" y="117"/>
                    </a:cubicBezTo>
                    <a:cubicBezTo>
                      <a:pt x="79" y="117"/>
                      <a:pt x="76" y="122"/>
                      <a:pt x="72" y="130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57" y="131"/>
                      <a:pt x="50" y="141"/>
                      <a:pt x="46" y="155"/>
                    </a:cubicBezTo>
                    <a:cubicBezTo>
                      <a:pt x="42" y="170"/>
                      <a:pt x="43" y="183"/>
                      <a:pt x="49" y="185"/>
                    </a:cubicBezTo>
                    <a:cubicBezTo>
                      <a:pt x="56" y="190"/>
                      <a:pt x="56" y="190"/>
                      <a:pt x="56" y="190"/>
                    </a:cubicBezTo>
                    <a:cubicBezTo>
                      <a:pt x="56" y="194"/>
                      <a:pt x="56" y="199"/>
                      <a:pt x="57" y="204"/>
                    </a:cubicBezTo>
                    <a:cubicBezTo>
                      <a:pt x="103" y="230"/>
                      <a:pt x="103" y="230"/>
                      <a:pt x="103" y="230"/>
                    </a:cubicBezTo>
                    <a:cubicBezTo>
                      <a:pt x="103" y="230"/>
                      <a:pt x="103" y="230"/>
                      <a:pt x="103" y="230"/>
                    </a:cubicBezTo>
                    <a:cubicBezTo>
                      <a:pt x="81" y="282"/>
                      <a:pt x="50" y="317"/>
                      <a:pt x="23" y="320"/>
                    </a:cubicBezTo>
                    <a:cubicBezTo>
                      <a:pt x="16" y="311"/>
                      <a:pt x="12" y="300"/>
                      <a:pt x="9" y="289"/>
                    </a:cubicBezTo>
                    <a:cubicBezTo>
                      <a:pt x="0" y="254"/>
                      <a:pt x="0" y="217"/>
                      <a:pt x="5" y="181"/>
                    </a:cubicBezTo>
                    <a:cubicBezTo>
                      <a:pt x="10" y="145"/>
                      <a:pt x="20" y="109"/>
                      <a:pt x="37" y="77"/>
                    </a:cubicBezTo>
                    <a:cubicBezTo>
                      <a:pt x="54" y="45"/>
                      <a:pt x="80" y="17"/>
                      <a:pt x="112" y="0"/>
                    </a:cubicBezTo>
                    <a:close/>
                  </a:path>
                </a:pathLst>
              </a:custGeom>
              <a:solidFill>
                <a:schemeClr val="tx2">
                  <a:alpha val="40000"/>
                </a:schemeClr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1a12b3f-2ff7-4f26-9f27-d64cfdafe4d6" id="118" name="ïSḻïḍê">
                <a:extLst>
                  <a:ext uri="{FF2B5EF4-FFF2-40B4-BE49-F238E27FC236}">
                    <a16:creationId id="{BF63403A-0257-68D0-5147-47EB97CF6E96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096727" y="3009125"/>
                <a:ext cx="347051" cy="528698"/>
              </a:xfrm>
              <a:custGeom>
                <a:avLst/>
                <a:gdLst>
                  <a:gd fmla="*/ 23 w 74" name="T0"/>
                  <a:gd fmla="*/ 0 h 113" name="T1"/>
                  <a:gd fmla="*/ 74 w 74" name="T2"/>
                  <a:gd fmla="*/ 6 h 113" name="T3"/>
                  <a:gd fmla="*/ 67 w 74" name="T4"/>
                  <a:gd fmla="*/ 51 h 113" name="T5"/>
                  <a:gd fmla="*/ 47 w 74" name="T6"/>
                  <a:gd fmla="*/ 113 h 113" name="T7"/>
                  <a:gd fmla="*/ 47 w 74" name="T8"/>
                  <a:gd fmla="*/ 113 h 113" name="T9"/>
                  <a:gd fmla="*/ 1 w 74" name="T10"/>
                  <a:gd fmla="*/ 87 h 113" name="T11"/>
                  <a:gd fmla="*/ 0 w 74" name="T12"/>
                  <a:gd fmla="*/ 73 h 113" name="T13"/>
                  <a:gd fmla="*/ 8 w 74" name="T14"/>
                  <a:gd fmla="*/ 78 h 113" name="T15"/>
                  <a:gd fmla="*/ 24 w 74" name="T16"/>
                  <a:gd fmla="*/ 47 h 113" name="T17"/>
                  <a:gd fmla="*/ 24 w 74" name="T18"/>
                  <a:gd fmla="*/ 13 h 113" name="T19"/>
                  <a:gd fmla="*/ 16 w 74" name="T20"/>
                  <a:gd fmla="*/ 13 h 113" name="T21"/>
                  <a:gd fmla="*/ 23 w 74" name="T22"/>
                  <a:gd fmla="*/ 0 h 113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113" w="74">
                    <a:moveTo>
                      <a:pt x="23" y="0"/>
                    </a:moveTo>
                    <a:cubicBezTo>
                      <a:pt x="74" y="6"/>
                      <a:pt x="74" y="6"/>
                      <a:pt x="74" y="6"/>
                    </a:cubicBezTo>
                    <a:cubicBezTo>
                      <a:pt x="73" y="20"/>
                      <a:pt x="70" y="36"/>
                      <a:pt x="67" y="51"/>
                    </a:cubicBezTo>
                    <a:cubicBezTo>
                      <a:pt x="61" y="74"/>
                      <a:pt x="55" y="94"/>
                      <a:pt x="47" y="113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0" y="82"/>
                      <a:pt x="0" y="77"/>
                      <a:pt x="0" y="73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8" y="78"/>
                      <a:pt x="19" y="67"/>
                      <a:pt x="24" y="47"/>
                    </a:cubicBezTo>
                    <a:cubicBezTo>
                      <a:pt x="30" y="27"/>
                      <a:pt x="24" y="13"/>
                      <a:pt x="24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20" y="5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2f23dd8-b1be-47f4-af08-d52ea56c47f1" id="119" name="išľidé">
                <a:extLst>
                  <a:ext uri="{FF2B5EF4-FFF2-40B4-BE49-F238E27FC236}">
                    <a16:creationId id="{674080D3-7FA7-4DDF-6979-D33970E3F3F9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190554" y="2368209"/>
                <a:ext cx="726592" cy="1621538"/>
              </a:xfrm>
              <a:custGeom>
                <a:avLst/>
                <a:gdLst>
                  <a:gd fmla="*/ 132 w 155" name="T0"/>
                  <a:gd fmla="*/ 9 h 346" name="T1"/>
                  <a:gd fmla="*/ 155 w 155" name="T2"/>
                  <a:gd fmla="*/ 25 h 346" name="T3"/>
                  <a:gd fmla="*/ 80 w 155" name="T4"/>
                  <a:gd fmla="*/ 102 h 346" name="T5"/>
                  <a:gd fmla="*/ 48 w 155" name="T6"/>
                  <a:gd fmla="*/ 206 h 346" name="T7"/>
                  <a:gd fmla="*/ 52 w 155" name="T8"/>
                  <a:gd fmla="*/ 314 h 346" name="T9"/>
                  <a:gd fmla="*/ 66 w 155" name="T10"/>
                  <a:gd fmla="*/ 345 h 346" name="T11"/>
                  <a:gd fmla="*/ 55 w 155" name="T12"/>
                  <a:gd fmla="*/ 345 h 346" name="T13"/>
                  <a:gd fmla="*/ 21 w 155" name="T14"/>
                  <a:gd fmla="*/ 160 h 346" name="T15"/>
                  <a:gd fmla="*/ 132 w 155" name="T16"/>
                  <a:gd fmla="*/ 9 h 346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346" w="155">
                    <a:moveTo>
                      <a:pt x="132" y="9"/>
                    </a:moveTo>
                    <a:cubicBezTo>
                      <a:pt x="141" y="11"/>
                      <a:pt x="149" y="17"/>
                      <a:pt x="155" y="25"/>
                    </a:cubicBezTo>
                    <a:cubicBezTo>
                      <a:pt x="123" y="42"/>
                      <a:pt x="97" y="70"/>
                      <a:pt x="80" y="102"/>
                    </a:cubicBezTo>
                    <a:cubicBezTo>
                      <a:pt x="63" y="134"/>
                      <a:pt x="53" y="170"/>
                      <a:pt x="48" y="206"/>
                    </a:cubicBezTo>
                    <a:cubicBezTo>
                      <a:pt x="43" y="242"/>
                      <a:pt x="43" y="279"/>
                      <a:pt x="52" y="314"/>
                    </a:cubicBezTo>
                    <a:cubicBezTo>
                      <a:pt x="55" y="325"/>
                      <a:pt x="59" y="336"/>
                      <a:pt x="66" y="345"/>
                    </a:cubicBezTo>
                    <a:cubicBezTo>
                      <a:pt x="62" y="346"/>
                      <a:pt x="58" y="345"/>
                      <a:pt x="55" y="345"/>
                    </a:cubicBezTo>
                    <a:cubicBezTo>
                      <a:pt x="15" y="335"/>
                      <a:pt x="0" y="253"/>
                      <a:pt x="21" y="160"/>
                    </a:cubicBezTo>
                    <a:cubicBezTo>
                      <a:pt x="43" y="67"/>
                      <a:pt x="92" y="0"/>
                      <a:pt x="132" y="9"/>
                    </a:cubicBezTo>
                    <a:close/>
                  </a:path>
                </a:pathLst>
              </a:custGeom>
              <a:solidFill>
                <a:srgbClr val="E0E2E2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dcb1d96-0e84-42c1-b901-8a1ae15e70d0" id="120" name="îŝḻîďè">
                <a:extLst>
                  <a:ext uri="{FF2B5EF4-FFF2-40B4-BE49-F238E27FC236}">
                    <a16:creationId id="{C3BA3003-C12D-39B4-0802-639A33C4753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307712" y="3079182"/>
                <a:ext cx="140297" cy="304223"/>
              </a:xfrm>
              <a:custGeom>
                <a:avLst/>
                <a:gdLst>
                  <a:gd fmla="*/ 24 w 30" name="T0"/>
                  <a:gd fmla="*/ 0 h 65" name="T1"/>
                  <a:gd fmla="*/ 24 w 30" name="T2"/>
                  <a:gd fmla="*/ 34 h 65" name="T3"/>
                  <a:gd fmla="*/ 8 w 30" name="T4"/>
                  <a:gd fmla="*/ 65 h 65" name="T5"/>
                  <a:gd fmla="*/ 0 w 30" name="T6"/>
                  <a:gd fmla="*/ 60 h 65" name="T7"/>
                  <a:gd fmla="*/ 1 w 30" name="T8"/>
                  <a:gd fmla="*/ 50 h 65" name="T9"/>
                  <a:gd fmla="*/ 10 w 30" name="T10"/>
                  <a:gd fmla="*/ 30 h 65" name="T11"/>
                  <a:gd fmla="*/ 12 w 30" name="T12"/>
                  <a:gd fmla="*/ 7 h 65" name="T13"/>
                  <a:gd fmla="*/ 16 w 30" name="T14"/>
                  <a:gd fmla="*/ 0 h 65" name="T15"/>
                  <a:gd fmla="*/ 24 w 30" name="T16"/>
                  <a:gd fmla="*/ 0 h 65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65" w="30">
                    <a:moveTo>
                      <a:pt x="24" y="0"/>
                    </a:moveTo>
                    <a:cubicBezTo>
                      <a:pt x="24" y="0"/>
                      <a:pt x="30" y="14"/>
                      <a:pt x="24" y="34"/>
                    </a:cubicBezTo>
                    <a:cubicBezTo>
                      <a:pt x="19" y="54"/>
                      <a:pt x="8" y="65"/>
                      <a:pt x="8" y="65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57"/>
                      <a:pt x="1" y="53"/>
                      <a:pt x="1" y="50"/>
                    </a:cubicBezTo>
                    <a:cubicBezTo>
                      <a:pt x="4" y="46"/>
                      <a:pt x="8" y="38"/>
                      <a:pt x="10" y="30"/>
                    </a:cubicBezTo>
                    <a:cubicBezTo>
                      <a:pt x="13" y="21"/>
                      <a:pt x="13" y="13"/>
                      <a:pt x="12" y="7"/>
                    </a:cubicBezTo>
                    <a:cubicBezTo>
                      <a:pt x="13" y="4"/>
                      <a:pt x="15" y="2"/>
                      <a:pt x="16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d4e1ef0-945c-4a59-b091-71b304d3b905" id="121" name="iṣļîdê">
                <a:extLst>
                  <a:ext uri="{FF2B5EF4-FFF2-40B4-BE49-F238E27FC236}">
                    <a16:creationId id="{033EACAA-19D1-709C-CEDA-9554741E7084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384857" y="3080927"/>
                <a:ext cx="36921" cy="32490"/>
              </a:xfrm>
              <a:custGeom>
                <a:avLst/>
                <a:gdLst>
                  <a:gd fmla="*/ 0 w 8" name="T0"/>
                  <a:gd fmla="*/ 0 h 7" name="T1"/>
                  <a:gd fmla="*/ 8 w 8" name="T2"/>
                  <a:gd fmla="*/ 0 h 7" name="T3"/>
                  <a:gd fmla="*/ 4 w 8" name="T4"/>
                  <a:gd fmla="*/ 7 h 7" name="T5"/>
                  <a:gd fmla="*/ 0 w 8" name="T6"/>
                  <a:gd fmla="*/ 0 h 7" name="T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b="b" l="0" r="r" t="0"/>
                <a:pathLst>
                  <a:path h="7" w="8">
                    <a:moveTo>
                      <a:pt x="0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2"/>
                      <a:pt x="5" y="4"/>
                      <a:pt x="4" y="7"/>
                    </a:cubicBezTo>
                    <a:cubicBezTo>
                      <a:pt x="4" y="3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a8eabfa-9ec0-4cf4-a658-80ff072478f6" id="122" name="ïṧḻíḋê">
                <a:extLst>
                  <a:ext uri="{FF2B5EF4-FFF2-40B4-BE49-F238E27FC236}">
                    <a16:creationId id="{91F688E6-8E31-4EE0-6C5D-4A1FF1B0542C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389033" y="3115136"/>
                <a:ext cx="56119" cy="200846"/>
              </a:xfrm>
              <a:custGeom>
                <a:avLst/>
                <a:gdLst>
                  <a:gd fmla="*/ 11 w 12" name="T0"/>
                  <a:gd fmla="*/ 0 h 43" name="T1"/>
                  <a:gd fmla="*/ 9 w 12" name="T2"/>
                  <a:gd fmla="*/ 23 h 43" name="T3"/>
                  <a:gd fmla="*/ 0 w 12" name="T4"/>
                  <a:gd fmla="*/ 43 h 43" name="T5"/>
                  <a:gd fmla="*/ 11 w 12" name="T6"/>
                  <a:gd fmla="*/ 0 h 43" name="T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b="b" l="0" r="r" t="0"/>
                <a:pathLst>
                  <a:path h="43" w="12">
                    <a:moveTo>
                      <a:pt x="11" y="0"/>
                    </a:moveTo>
                    <a:cubicBezTo>
                      <a:pt x="12" y="6"/>
                      <a:pt x="12" y="14"/>
                      <a:pt x="9" y="23"/>
                    </a:cubicBezTo>
                    <a:cubicBezTo>
                      <a:pt x="7" y="31"/>
                      <a:pt x="3" y="39"/>
                      <a:pt x="0" y="43"/>
                    </a:cubicBezTo>
                    <a:cubicBezTo>
                      <a:pt x="1" y="26"/>
                      <a:pt x="6" y="11"/>
                      <a:pt x="11" y="0"/>
                    </a:cubicBezTo>
                    <a:close/>
                  </a:path>
                </a:pathLst>
              </a:custGeom>
              <a:solidFill>
                <a:srgbClr val="D61A42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ad48692-1bc3-4189-ab7c-77f6964386b6" id="123" name="iśḻiḍé">
                <a:extLst>
                  <a:ext uri="{FF2B5EF4-FFF2-40B4-BE49-F238E27FC236}">
                    <a16:creationId id="{E0C57C39-15B8-1494-62DA-D88C06939F7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393715" y="3085985"/>
                <a:ext cx="121099" cy="256965"/>
              </a:xfrm>
              <a:custGeom>
                <a:avLst/>
                <a:gdLst>
                  <a:gd fmla="*/ 22 w 26" name="T0"/>
                  <a:gd fmla="*/ 0 h 55" name="T1"/>
                  <a:gd fmla="*/ 26 w 26" name="T2"/>
                  <a:gd fmla="*/ 7 h 55" name="T3"/>
                  <a:gd fmla="*/ 15 w 26" name="T4"/>
                  <a:gd fmla="*/ 50 h 55" name="T5"/>
                  <a:gd fmla="*/ 7 w 26" name="T6"/>
                  <a:gd fmla="*/ 55 h 55" name="T7"/>
                  <a:gd fmla="*/ 4 w 26" name="T8"/>
                  <a:gd fmla="*/ 25 h 55" name="T9"/>
                  <a:gd fmla="*/ 20 w 26" name="T10"/>
                  <a:gd fmla="*/ 0 h 55" name="T11"/>
                  <a:gd fmla="*/ 20 w 26" name="T12"/>
                  <a:gd fmla="*/ 0 h 55" name="T13"/>
                  <a:gd fmla="*/ 22 w 26" name="T14"/>
                  <a:gd fmla="*/ 0 h 55" name="T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b="b" l="0" r="r" t="0"/>
                <a:pathLst>
                  <a:path h="55" w="26">
                    <a:moveTo>
                      <a:pt x="22" y="0"/>
                    </a:moveTo>
                    <a:cubicBezTo>
                      <a:pt x="24" y="0"/>
                      <a:pt x="26" y="3"/>
                      <a:pt x="26" y="7"/>
                    </a:cubicBezTo>
                    <a:cubicBezTo>
                      <a:pt x="21" y="18"/>
                      <a:pt x="16" y="33"/>
                      <a:pt x="15" y="50"/>
                    </a:cubicBezTo>
                    <a:cubicBezTo>
                      <a:pt x="12" y="54"/>
                      <a:pt x="9" y="55"/>
                      <a:pt x="7" y="55"/>
                    </a:cubicBezTo>
                    <a:cubicBezTo>
                      <a:pt x="1" y="53"/>
                      <a:pt x="0" y="40"/>
                      <a:pt x="4" y="25"/>
                    </a:cubicBezTo>
                    <a:cubicBezTo>
                      <a:pt x="8" y="11"/>
                      <a:pt x="15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D61A42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ce0e112-6065-4950-b910-652585a48be2" id="124" name="iṧḷîḋé">
                <a:extLst>
                  <a:ext uri="{FF2B5EF4-FFF2-40B4-BE49-F238E27FC236}">
                    <a16:creationId id="{41810C99-1EF8-DD55-C16C-A4CEFBABA60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4433806" y="3319664"/>
                <a:ext cx="36921" cy="47258"/>
              </a:xfrm>
              <a:custGeom>
                <a:avLst/>
                <a:gdLst>
                  <a:gd fmla="*/ 8 w 8" name="T0"/>
                  <a:gd fmla="*/ 0 h 10" name="T1"/>
                  <a:gd fmla="*/ 7 w 8" name="T2"/>
                  <a:gd fmla="*/ 10 h 10" name="T3"/>
                  <a:gd fmla="*/ 0 w 8" name="T4"/>
                  <a:gd fmla="*/ 5 h 10" name="T5"/>
                  <a:gd fmla="*/ 8 w 8" name="T6"/>
                  <a:gd fmla="*/ 0 h 10" name="T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b="b" l="0" r="r" t="0"/>
                <a:pathLst>
                  <a:path h="10" w="8">
                    <a:moveTo>
                      <a:pt x="8" y="0"/>
                    </a:moveTo>
                    <a:cubicBezTo>
                      <a:pt x="8" y="3"/>
                      <a:pt x="7" y="7"/>
                      <a:pt x="7" y="1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5" y="4"/>
                      <a:pt x="8" y="0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f912408-384e-4593-8e05-749bd1579b3d" id="125" name="ïšḻíďè">
                <a:extLst>
                  <a:ext uri="{FF2B5EF4-FFF2-40B4-BE49-F238E27FC236}">
                    <a16:creationId id="{8DE6A076-EC5E-A42A-8AB2-C36EEBC1C70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201596" y="4266059"/>
                <a:ext cx="680810" cy="1270057"/>
              </a:xfrm>
              <a:custGeom>
                <a:avLst/>
                <a:gdLst>
                  <a:gd fmla="*/ 107 w 145" name="T0"/>
                  <a:gd fmla="*/ 270 h 271" name="T1"/>
                  <a:gd fmla="*/ 103 w 145" name="T2"/>
                  <a:gd fmla="*/ 269 h 271" name="T3"/>
                  <a:gd fmla="*/ 103 w 145" name="T4"/>
                  <a:gd fmla="*/ 268 h 271" name="T5"/>
                  <a:gd fmla="*/ 100 w 145" name="T6"/>
                  <a:gd fmla="*/ 218 h 271" name="T7"/>
                  <a:gd fmla="*/ 100 w 145" name="T8"/>
                  <a:gd fmla="*/ 161 h 271" name="T9"/>
                  <a:gd fmla="*/ 83 w 145" name="T10"/>
                  <a:gd fmla="*/ 56 h 271" name="T11"/>
                  <a:gd fmla="*/ 82 w 145" name="T12"/>
                  <a:gd fmla="*/ 53 h 271" name="T13"/>
                  <a:gd fmla="*/ 73 w 145" name="T14"/>
                  <a:gd fmla="*/ 51 h 271" name="T15"/>
                  <a:gd fmla="*/ 72 w 145" name="T16"/>
                  <a:gd fmla="*/ 51 h 271" name="T17"/>
                  <a:gd fmla="*/ 54 w 145" name="T18"/>
                  <a:gd fmla="*/ 111 h 271" name="T19"/>
                  <a:gd fmla="*/ 35 w 145" name="T20"/>
                  <a:gd fmla="*/ 208 h 271" name="T21"/>
                  <a:gd fmla="*/ 30 w 145" name="T22"/>
                  <a:gd fmla="*/ 242 h 271" name="T23"/>
                  <a:gd fmla="*/ 24 w 145" name="T24"/>
                  <a:gd fmla="*/ 269 h 271" name="T25"/>
                  <a:gd fmla="*/ 23 w 145" name="T26"/>
                  <a:gd fmla="*/ 269 h 271" name="T27"/>
                  <a:gd fmla="*/ 21 w 145" name="T28"/>
                  <a:gd fmla="*/ 269 h 271" name="T29"/>
                  <a:gd fmla="*/ 10 w 145" name="T30"/>
                  <a:gd fmla="*/ 265 h 271" name="T31"/>
                  <a:gd fmla="*/ 0 w 145" name="T32"/>
                  <a:gd fmla="*/ 259 h 271" name="T33"/>
                  <a:gd fmla="*/ 1 w 145" name="T34"/>
                  <a:gd fmla="*/ 253 h 271" name="T35"/>
                  <a:gd fmla="*/ 30 w 145" name="T36"/>
                  <a:gd fmla="*/ 0 h 271" name="T37"/>
                  <a:gd fmla="*/ 31 w 145" name="T38"/>
                  <a:gd fmla="*/ 1 h 271" name="T39"/>
                  <a:gd fmla="*/ 34 w 145" name="T40"/>
                  <a:gd fmla="*/ 6 h 271" name="T41"/>
                  <a:gd fmla="*/ 57 w 145" name="T42"/>
                  <a:gd fmla="*/ 34 h 271" name="T43"/>
                  <a:gd fmla="*/ 59 w 145" name="T44"/>
                  <a:gd fmla="*/ 36 h 271" name="T45"/>
                  <a:gd fmla="*/ 64 w 145" name="T46"/>
                  <a:gd fmla="*/ 34 h 271" name="T47"/>
                  <a:gd fmla="*/ 85 w 145" name="T48"/>
                  <a:gd fmla="*/ 17 h 271" name="T49"/>
                  <a:gd fmla="*/ 88 w 145" name="T50"/>
                  <a:gd fmla="*/ 16 h 271" name="T51"/>
                  <a:gd fmla="*/ 90 w 145" name="T52"/>
                  <a:gd fmla="*/ 17 h 271" name="T53"/>
                  <a:gd fmla="*/ 115 w 145" name="T54"/>
                  <a:gd fmla="*/ 37 h 271" name="T55"/>
                  <a:gd fmla="*/ 133 w 145" name="T56"/>
                  <a:gd fmla="*/ 6 h 271" name="T57"/>
                  <a:gd fmla="*/ 134 w 145" name="T58"/>
                  <a:gd fmla="*/ 2 h 271" name="T59"/>
                  <a:gd fmla="*/ 138 w 145" name="T60"/>
                  <a:gd fmla="*/ 109 h 271" name="T61"/>
                  <a:gd fmla="*/ 130 w 145" name="T62"/>
                  <a:gd fmla="*/ 257 h 271" name="T63"/>
                  <a:gd fmla="*/ 130 w 145" name="T64"/>
                  <a:gd fmla="*/ 266 h 271" name="T65"/>
                  <a:gd fmla="*/ 130 w 145" name="T66"/>
                  <a:gd fmla="*/ 266 h 271" name="T67"/>
                  <a:gd fmla="*/ 107 w 145" name="T68"/>
                  <a:gd fmla="*/ 270 h 271" name="T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b="b" l="0" r="r" t="0"/>
                <a:pathLst>
                  <a:path h="271" w="145">
                    <a:moveTo>
                      <a:pt x="107" y="270"/>
                    </a:moveTo>
                    <a:cubicBezTo>
                      <a:pt x="105" y="269"/>
                      <a:pt x="104" y="269"/>
                      <a:pt x="103" y="269"/>
                    </a:cubicBezTo>
                    <a:cubicBezTo>
                      <a:pt x="103" y="268"/>
                      <a:pt x="103" y="268"/>
                      <a:pt x="103" y="268"/>
                    </a:cubicBezTo>
                    <a:cubicBezTo>
                      <a:pt x="101" y="252"/>
                      <a:pt x="100" y="235"/>
                      <a:pt x="100" y="218"/>
                    </a:cubicBezTo>
                    <a:cubicBezTo>
                      <a:pt x="100" y="199"/>
                      <a:pt x="100" y="180"/>
                      <a:pt x="100" y="161"/>
                    </a:cubicBezTo>
                    <a:cubicBezTo>
                      <a:pt x="99" y="125"/>
                      <a:pt x="93" y="90"/>
                      <a:pt x="83" y="56"/>
                    </a:cubicBezTo>
                    <a:cubicBezTo>
                      <a:pt x="82" y="55"/>
                      <a:pt x="82" y="54"/>
                      <a:pt x="82" y="53"/>
                    </a:cubicBezTo>
                    <a:cubicBezTo>
                      <a:pt x="80" y="51"/>
                      <a:pt x="76" y="51"/>
                      <a:pt x="73" y="51"/>
                    </a:cubicBezTo>
                    <a:cubicBezTo>
                      <a:pt x="72" y="51"/>
                      <a:pt x="72" y="51"/>
                      <a:pt x="72" y="51"/>
                    </a:cubicBezTo>
                    <a:cubicBezTo>
                      <a:pt x="68" y="72"/>
                      <a:pt x="60" y="91"/>
                      <a:pt x="54" y="111"/>
                    </a:cubicBezTo>
                    <a:cubicBezTo>
                      <a:pt x="44" y="143"/>
                      <a:pt x="39" y="175"/>
                      <a:pt x="35" y="208"/>
                    </a:cubicBezTo>
                    <a:cubicBezTo>
                      <a:pt x="33" y="220"/>
                      <a:pt x="32" y="231"/>
                      <a:pt x="30" y="242"/>
                    </a:cubicBezTo>
                    <a:cubicBezTo>
                      <a:pt x="28" y="251"/>
                      <a:pt x="24" y="260"/>
                      <a:pt x="24" y="269"/>
                    </a:cubicBezTo>
                    <a:cubicBezTo>
                      <a:pt x="23" y="269"/>
                      <a:pt x="23" y="269"/>
                      <a:pt x="23" y="269"/>
                    </a:cubicBezTo>
                    <a:cubicBezTo>
                      <a:pt x="22" y="269"/>
                      <a:pt x="22" y="269"/>
                      <a:pt x="21" y="269"/>
                    </a:cubicBezTo>
                    <a:cubicBezTo>
                      <a:pt x="17" y="268"/>
                      <a:pt x="13" y="267"/>
                      <a:pt x="10" y="265"/>
                    </a:cubicBezTo>
                    <a:cubicBezTo>
                      <a:pt x="6" y="264"/>
                      <a:pt x="3" y="262"/>
                      <a:pt x="0" y="259"/>
                    </a:cubicBezTo>
                    <a:cubicBezTo>
                      <a:pt x="0" y="257"/>
                      <a:pt x="0" y="255"/>
                      <a:pt x="1" y="253"/>
                    </a:cubicBezTo>
                    <a:cubicBezTo>
                      <a:pt x="6" y="168"/>
                      <a:pt x="16" y="83"/>
                      <a:pt x="30" y="0"/>
                    </a:cubicBezTo>
                    <a:cubicBezTo>
                      <a:pt x="30" y="0"/>
                      <a:pt x="30" y="1"/>
                      <a:pt x="31" y="1"/>
                    </a:cubicBezTo>
                    <a:cubicBezTo>
                      <a:pt x="31" y="3"/>
                      <a:pt x="32" y="4"/>
                      <a:pt x="34" y="6"/>
                    </a:cubicBezTo>
                    <a:cubicBezTo>
                      <a:pt x="41" y="15"/>
                      <a:pt x="49" y="24"/>
                      <a:pt x="57" y="34"/>
                    </a:cubicBezTo>
                    <a:cubicBezTo>
                      <a:pt x="58" y="35"/>
                      <a:pt x="58" y="36"/>
                      <a:pt x="59" y="36"/>
                    </a:cubicBezTo>
                    <a:cubicBezTo>
                      <a:pt x="61" y="36"/>
                      <a:pt x="63" y="35"/>
                      <a:pt x="64" y="34"/>
                    </a:cubicBezTo>
                    <a:cubicBezTo>
                      <a:pt x="71" y="28"/>
                      <a:pt x="78" y="23"/>
                      <a:pt x="85" y="17"/>
                    </a:cubicBezTo>
                    <a:cubicBezTo>
                      <a:pt x="86" y="17"/>
                      <a:pt x="86" y="16"/>
                      <a:pt x="88" y="16"/>
                    </a:cubicBezTo>
                    <a:cubicBezTo>
                      <a:pt x="88" y="16"/>
                      <a:pt x="89" y="17"/>
                      <a:pt x="90" y="17"/>
                    </a:cubicBezTo>
                    <a:cubicBezTo>
                      <a:pt x="98" y="23"/>
                      <a:pt x="107" y="30"/>
                      <a:pt x="115" y="37"/>
                    </a:cubicBezTo>
                    <a:cubicBezTo>
                      <a:pt x="121" y="27"/>
                      <a:pt x="127" y="17"/>
                      <a:pt x="133" y="6"/>
                    </a:cubicBezTo>
                    <a:cubicBezTo>
                      <a:pt x="133" y="5"/>
                      <a:pt x="134" y="4"/>
                      <a:pt x="134" y="2"/>
                    </a:cubicBezTo>
                    <a:cubicBezTo>
                      <a:pt x="145" y="37"/>
                      <a:pt x="141" y="74"/>
                      <a:pt x="138" y="109"/>
                    </a:cubicBezTo>
                    <a:cubicBezTo>
                      <a:pt x="134" y="158"/>
                      <a:pt x="132" y="208"/>
                      <a:pt x="130" y="257"/>
                    </a:cubicBezTo>
                    <a:cubicBezTo>
                      <a:pt x="130" y="260"/>
                      <a:pt x="130" y="263"/>
                      <a:pt x="130" y="266"/>
                    </a:cubicBezTo>
                    <a:cubicBezTo>
                      <a:pt x="130" y="266"/>
                      <a:pt x="130" y="266"/>
                      <a:pt x="130" y="266"/>
                    </a:cubicBezTo>
                    <a:cubicBezTo>
                      <a:pt x="123" y="270"/>
                      <a:pt x="115" y="271"/>
                      <a:pt x="107" y="270"/>
                    </a:cubicBezTo>
                    <a:close/>
                  </a:path>
                </a:pathLst>
              </a:custGeom>
              <a:solidFill>
                <a:srgbClr val="19414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69e3374-9d5f-4a44-8ac4-4bbb03e02774" id="126" name="iṥ1ïḋê">
                <a:extLst>
                  <a:ext uri="{FF2B5EF4-FFF2-40B4-BE49-F238E27FC236}">
                    <a16:creationId id="{B93112E7-0A73-8ED5-4359-470F0DD2726E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703789" y="3562569"/>
                <a:ext cx="717730" cy="370680"/>
              </a:xfrm>
              <a:custGeom>
                <a:avLst/>
                <a:gdLst>
                  <a:gd fmla="*/ 139 w 153" name="T0"/>
                  <a:gd fmla="*/ 64 h 79" name="T1"/>
                  <a:gd fmla="*/ 153 w 153" name="T2"/>
                  <a:gd fmla="*/ 69 h 79" name="T3"/>
                  <a:gd fmla="*/ 126 w 153" name="T4"/>
                  <a:gd fmla="*/ 75 h 79" name="T5"/>
                  <a:gd fmla="*/ 64 w 153" name="T6"/>
                  <a:gd fmla="*/ 78 h 79" name="T7"/>
                  <a:gd fmla="*/ 52 w 153" name="T8"/>
                  <a:gd fmla="*/ 77 h 79" name="T9"/>
                  <a:gd fmla="*/ 43 w 153" name="T10"/>
                  <a:gd fmla="*/ 72 h 79" name="T11"/>
                  <a:gd fmla="*/ 18 w 153" name="T12"/>
                  <a:gd fmla="*/ 51 h 79" name="T13"/>
                  <a:gd fmla="*/ 4 w 153" name="T14"/>
                  <a:gd fmla="*/ 31 h 79" name="T15"/>
                  <a:gd fmla="*/ 3 w 153" name="T16"/>
                  <a:gd fmla="*/ 11 h 79" name="T17"/>
                  <a:gd fmla="*/ 16 w 153" name="T18"/>
                  <a:gd fmla="*/ 0 h 79" name="T19"/>
                  <a:gd fmla="*/ 27 w 153" name="T20"/>
                  <a:gd fmla="*/ 6 h 79" name="T21"/>
                  <a:gd fmla="*/ 32 w 153" name="T22"/>
                  <a:gd fmla="*/ 14 h 79" name="T23"/>
                  <a:gd fmla="*/ 47 w 153" name="T24"/>
                  <a:gd fmla="*/ 42 h 79" name="T25"/>
                  <a:gd fmla="*/ 58 w 153" name="T26"/>
                  <a:gd fmla="*/ 49 h 79" name="T27"/>
                  <a:gd fmla="*/ 67 w 153" name="T28"/>
                  <a:gd fmla="*/ 51 h 79" name="T29"/>
                  <a:gd fmla="*/ 111 w 153" name="T30"/>
                  <a:gd fmla="*/ 58 h 79" name="T31"/>
                  <a:gd fmla="*/ 139 w 153" name="T32"/>
                  <a:gd fmla="*/ 64 h 79" name="T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b="b" l="0" r="r" t="0"/>
                <a:pathLst>
                  <a:path h="79" w="153">
                    <a:moveTo>
                      <a:pt x="139" y="64"/>
                    </a:moveTo>
                    <a:cubicBezTo>
                      <a:pt x="144" y="65"/>
                      <a:pt x="149" y="66"/>
                      <a:pt x="153" y="69"/>
                    </a:cubicBezTo>
                    <a:cubicBezTo>
                      <a:pt x="144" y="72"/>
                      <a:pt x="135" y="73"/>
                      <a:pt x="126" y="75"/>
                    </a:cubicBezTo>
                    <a:cubicBezTo>
                      <a:pt x="106" y="78"/>
                      <a:pt x="85" y="77"/>
                      <a:pt x="64" y="78"/>
                    </a:cubicBezTo>
                    <a:cubicBezTo>
                      <a:pt x="60" y="78"/>
                      <a:pt x="56" y="79"/>
                      <a:pt x="52" y="77"/>
                    </a:cubicBezTo>
                    <a:cubicBezTo>
                      <a:pt x="48" y="76"/>
                      <a:pt x="45" y="74"/>
                      <a:pt x="43" y="72"/>
                    </a:cubicBezTo>
                    <a:cubicBezTo>
                      <a:pt x="34" y="65"/>
                      <a:pt x="25" y="59"/>
                      <a:pt x="18" y="51"/>
                    </a:cubicBezTo>
                    <a:cubicBezTo>
                      <a:pt x="12" y="46"/>
                      <a:pt x="7" y="39"/>
                      <a:pt x="4" y="31"/>
                    </a:cubicBezTo>
                    <a:cubicBezTo>
                      <a:pt x="2" y="25"/>
                      <a:pt x="0" y="18"/>
                      <a:pt x="3" y="11"/>
                    </a:cubicBezTo>
                    <a:cubicBezTo>
                      <a:pt x="5" y="5"/>
                      <a:pt x="10" y="1"/>
                      <a:pt x="16" y="0"/>
                    </a:cubicBezTo>
                    <a:cubicBezTo>
                      <a:pt x="20" y="1"/>
                      <a:pt x="24" y="3"/>
                      <a:pt x="27" y="6"/>
                    </a:cubicBezTo>
                    <a:cubicBezTo>
                      <a:pt x="29" y="8"/>
                      <a:pt x="31" y="11"/>
                      <a:pt x="32" y="14"/>
                    </a:cubicBezTo>
                    <a:cubicBezTo>
                      <a:pt x="37" y="23"/>
                      <a:pt x="42" y="32"/>
                      <a:pt x="47" y="42"/>
                    </a:cubicBezTo>
                    <a:cubicBezTo>
                      <a:pt x="49" y="46"/>
                      <a:pt x="53" y="47"/>
                      <a:pt x="58" y="49"/>
                    </a:cubicBezTo>
                    <a:cubicBezTo>
                      <a:pt x="61" y="51"/>
                      <a:pt x="63" y="50"/>
                      <a:pt x="67" y="51"/>
                    </a:cubicBezTo>
                    <a:cubicBezTo>
                      <a:pt x="81" y="52"/>
                      <a:pt x="97" y="56"/>
                      <a:pt x="111" y="58"/>
                    </a:cubicBezTo>
                    <a:cubicBezTo>
                      <a:pt x="121" y="59"/>
                      <a:pt x="129" y="63"/>
                      <a:pt x="139" y="64"/>
                    </a:cubicBezTo>
                    <a:close/>
                  </a:path>
                </a:pathLst>
              </a:custGeom>
              <a:solidFill>
                <a:srgbClr val="2C637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fe8e411-0d45-48a8-b552-54633b7c2cad" id="127" name="îṩ1îḑê">
                <a:extLst>
                  <a:ext uri="{FF2B5EF4-FFF2-40B4-BE49-F238E27FC236}">
                    <a16:creationId id="{17A8A8BD-310D-BB19-81D8-E2137FDE994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191398" y="5489401"/>
                <a:ext cx="131437" cy="75318"/>
              </a:xfrm>
              <a:custGeom>
                <a:avLst/>
                <a:gdLst>
                  <a:gd fmla="*/ 23 w 28" name="T0"/>
                  <a:gd fmla="*/ 1 h 16" name="T1"/>
                  <a:gd fmla="*/ 28 w 28" name="T2"/>
                  <a:gd fmla="*/ 6 h 16" name="T3"/>
                  <a:gd fmla="*/ 24 w 28" name="T4"/>
                  <a:gd fmla="*/ 11 h 16" name="T5"/>
                  <a:gd fmla="*/ 10 w 28" name="T6"/>
                  <a:gd fmla="*/ 16 h 16" name="T7"/>
                  <a:gd fmla="*/ 6 w 28" name="T8"/>
                  <a:gd fmla="*/ 14 h 16" name="T9"/>
                  <a:gd fmla="*/ 4 w 28" name="T10"/>
                  <a:gd fmla="*/ 12 h 16" name="T11"/>
                  <a:gd fmla="*/ 0 w 28" name="T12"/>
                  <a:gd fmla="*/ 4 h 16" name="T13"/>
                  <a:gd fmla="*/ 23 w 28" name="T14"/>
                  <a:gd fmla="*/ 0 h 16" name="T15"/>
                  <a:gd fmla="*/ 23 w 28" name="T16"/>
                  <a:gd fmla="*/ 0 h 16" name="T17"/>
                  <a:gd fmla="*/ 23 w 28" name="T18"/>
                  <a:gd fmla="*/ 1 h 16" name="T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b="b" l="0" r="r" t="0"/>
                <a:pathLst>
                  <a:path h="16" w="28">
                    <a:moveTo>
                      <a:pt x="23" y="1"/>
                    </a:moveTo>
                    <a:cubicBezTo>
                      <a:pt x="28" y="6"/>
                      <a:pt x="28" y="6"/>
                      <a:pt x="28" y="6"/>
                    </a:cubicBezTo>
                    <a:cubicBezTo>
                      <a:pt x="27" y="8"/>
                      <a:pt x="25" y="10"/>
                      <a:pt x="24" y="11"/>
                    </a:cubicBezTo>
                    <a:cubicBezTo>
                      <a:pt x="20" y="15"/>
                      <a:pt x="15" y="16"/>
                      <a:pt x="10" y="16"/>
                    </a:cubicBezTo>
                    <a:cubicBezTo>
                      <a:pt x="9" y="16"/>
                      <a:pt x="7" y="15"/>
                      <a:pt x="6" y="14"/>
                    </a:cubicBezTo>
                    <a:cubicBezTo>
                      <a:pt x="5" y="14"/>
                      <a:pt x="5" y="13"/>
                      <a:pt x="4" y="12"/>
                    </a:cubicBezTo>
                    <a:cubicBezTo>
                      <a:pt x="3" y="9"/>
                      <a:pt x="1" y="6"/>
                      <a:pt x="0" y="4"/>
                    </a:cubicBezTo>
                    <a:cubicBezTo>
                      <a:pt x="8" y="5"/>
                      <a:pt x="16" y="4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lnTo>
                      <a:pt x="23" y="1"/>
                    </a:lnTo>
                    <a:close/>
                  </a:path>
                </a:pathLst>
              </a:custGeom>
              <a:solidFill>
                <a:srgbClr val="18252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d223227-ba3a-484d-a6e6-05ad68dc1b8d" id="128" name="îśḷîḍé">
                <a:extLst>
                  <a:ext uri="{FF2B5EF4-FFF2-40B4-BE49-F238E27FC236}">
                    <a16:creationId id="{5BF2B7C9-890B-2501-5D2D-C1FC4413AB7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713309" y="3632968"/>
                <a:ext cx="552327" cy="392833"/>
              </a:xfrm>
              <a:custGeom>
                <a:avLst/>
                <a:gdLst>
                  <a:gd fmla="*/ 92 w 118" name="T0"/>
                  <a:gd fmla="*/ 56 h 84" name="T1"/>
                  <a:gd fmla="*/ 72 w 118" name="T2"/>
                  <a:gd fmla="*/ 79 h 84" name="T3"/>
                  <a:gd fmla="*/ 66 w 118" name="T4"/>
                  <a:gd fmla="*/ 83 h 84" name="T5"/>
                  <a:gd fmla="*/ 60 w 118" name="T6"/>
                  <a:gd fmla="*/ 83 h 84" name="T7"/>
                  <a:gd fmla="*/ 0 w 118" name="T8"/>
                  <a:gd fmla="*/ 66 h 84" name="T9"/>
                  <a:gd fmla="*/ 58 w 118" name="T10"/>
                  <a:gd fmla="*/ 53 h 84" name="T11"/>
                  <a:gd fmla="*/ 58 w 118" name="T12"/>
                  <a:gd fmla="*/ 53 h 84" name="T13"/>
                  <a:gd fmla="*/ 65 w 118" name="T14"/>
                  <a:gd fmla="*/ 47 h 84" name="T15"/>
                  <a:gd fmla="*/ 94 w 118" name="T16"/>
                  <a:gd fmla="*/ 13 h 84" name="T17"/>
                  <a:gd fmla="*/ 109 w 118" name="T18"/>
                  <a:gd fmla="*/ 1 h 84" name="T19"/>
                  <a:gd fmla="*/ 114 w 118" name="T20"/>
                  <a:gd fmla="*/ 0 h 84" name="T21"/>
                  <a:gd fmla="*/ 118 w 118" name="T22"/>
                  <a:gd fmla="*/ 13 h 84" name="T23"/>
                  <a:gd fmla="*/ 115 w 118" name="T24"/>
                  <a:gd fmla="*/ 22 h 84" name="T25"/>
                  <a:gd fmla="*/ 92 w 118" name="T26"/>
                  <a:gd fmla="*/ 56 h 84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84" w="118">
                    <a:moveTo>
                      <a:pt x="92" y="56"/>
                    </a:moveTo>
                    <a:cubicBezTo>
                      <a:pt x="85" y="63"/>
                      <a:pt x="79" y="71"/>
                      <a:pt x="72" y="79"/>
                    </a:cubicBezTo>
                    <a:cubicBezTo>
                      <a:pt x="70" y="81"/>
                      <a:pt x="68" y="82"/>
                      <a:pt x="66" y="83"/>
                    </a:cubicBezTo>
                    <a:cubicBezTo>
                      <a:pt x="64" y="84"/>
                      <a:pt x="62" y="83"/>
                      <a:pt x="60" y="83"/>
                    </a:cubicBezTo>
                    <a:cubicBezTo>
                      <a:pt x="40" y="78"/>
                      <a:pt x="19" y="74"/>
                      <a:pt x="0" y="66"/>
                    </a:cubicBezTo>
                    <a:cubicBezTo>
                      <a:pt x="19" y="62"/>
                      <a:pt x="38" y="57"/>
                      <a:pt x="58" y="53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61" y="52"/>
                      <a:pt x="63" y="50"/>
                      <a:pt x="65" y="47"/>
                    </a:cubicBezTo>
                    <a:cubicBezTo>
                      <a:pt x="74" y="36"/>
                      <a:pt x="84" y="25"/>
                      <a:pt x="94" y="13"/>
                    </a:cubicBezTo>
                    <a:cubicBezTo>
                      <a:pt x="98" y="8"/>
                      <a:pt x="103" y="3"/>
                      <a:pt x="109" y="1"/>
                    </a:cubicBezTo>
                    <a:cubicBezTo>
                      <a:pt x="110" y="1"/>
                      <a:pt x="112" y="0"/>
                      <a:pt x="114" y="0"/>
                    </a:cubicBezTo>
                    <a:cubicBezTo>
                      <a:pt x="116" y="4"/>
                      <a:pt x="118" y="8"/>
                      <a:pt x="118" y="13"/>
                    </a:cubicBezTo>
                    <a:cubicBezTo>
                      <a:pt x="117" y="16"/>
                      <a:pt x="116" y="19"/>
                      <a:pt x="115" y="22"/>
                    </a:cubicBezTo>
                    <a:cubicBezTo>
                      <a:pt x="110" y="35"/>
                      <a:pt x="102" y="46"/>
                      <a:pt x="92" y="56"/>
                    </a:cubicBezTo>
                    <a:close/>
                  </a:path>
                </a:pathLst>
              </a:custGeom>
              <a:solidFill>
                <a:srgbClr val="2C637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71c090b-a400-47e8-841b-08bc47ed561b" id="129" name="îs1iďé">
                <a:extLst>
                  <a:ext uri="{FF2B5EF4-FFF2-40B4-BE49-F238E27FC236}">
                    <a16:creationId id="{034731B4-74DF-D82E-2311-2B86BDF08F9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81711" y="3519568"/>
                <a:ext cx="94516" cy="79747"/>
              </a:xfrm>
              <a:custGeom>
                <a:avLst/>
                <a:gdLst>
                  <a:gd fmla="*/ 12 w 20" name="T0"/>
                  <a:gd fmla="*/ 1 h 17" name="T1"/>
                  <a:gd fmla="*/ 19 w 20" name="T2"/>
                  <a:gd fmla="*/ 13 h 17" name="T3"/>
                  <a:gd fmla="*/ 20 w 20" name="T4"/>
                  <a:gd fmla="*/ 14 h 17" name="T5"/>
                  <a:gd fmla="*/ 20 w 20" name="T6"/>
                  <a:gd fmla="*/ 14 h 17" name="T7"/>
                  <a:gd fmla="*/ 19 w 20" name="T8"/>
                  <a:gd fmla="*/ 15 h 17" name="T9"/>
                  <a:gd fmla="*/ 10 w 20" name="T10"/>
                  <a:gd fmla="*/ 16 h 17" name="T11"/>
                  <a:gd fmla="*/ 1 w 20" name="T12"/>
                  <a:gd fmla="*/ 17 h 17" name="T13"/>
                  <a:gd fmla="*/ 0 w 20" name="T14"/>
                  <a:gd fmla="*/ 9 h 17" name="T15"/>
                  <a:gd fmla="*/ 2 w 20" name="T16"/>
                  <a:gd fmla="*/ 8 h 17" name="T17"/>
                  <a:gd fmla="*/ 4 w 20" name="T18"/>
                  <a:gd fmla="*/ 6 h 17" name="T19"/>
                  <a:gd fmla="*/ 10 w 20" name="T20"/>
                  <a:gd fmla="*/ 1 h 17" name="T21"/>
                  <a:gd fmla="*/ 12 w 20" name="T22"/>
                  <a:gd fmla="*/ 0 h 17" name="T23"/>
                  <a:gd fmla="*/ 12 w 20" name="T24"/>
                  <a:gd fmla="*/ 1 h 17" name="T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b="b" l="0" r="r" t="0"/>
                <a:pathLst>
                  <a:path h="17" w="20">
                    <a:moveTo>
                      <a:pt x="12" y="1"/>
                    </a:moveTo>
                    <a:cubicBezTo>
                      <a:pt x="15" y="5"/>
                      <a:pt x="17" y="9"/>
                      <a:pt x="19" y="13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6" y="16"/>
                      <a:pt x="13" y="16"/>
                      <a:pt x="10" y="16"/>
                    </a:cubicBezTo>
                    <a:cubicBezTo>
                      <a:pt x="7" y="17"/>
                      <a:pt x="4" y="17"/>
                      <a:pt x="1" y="1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2" y="9"/>
                      <a:pt x="2" y="8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6" y="5"/>
                      <a:pt x="8" y="3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1a97f3e-c1c0-4793-9f11-230845aec6a5" id="130" name="ïṥlïdê">
                <a:extLst>
                  <a:ext uri="{FF2B5EF4-FFF2-40B4-BE49-F238E27FC236}">
                    <a16:creationId id="{C510E425-CFC2-78D3-C664-E690AC1C2E24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571403" y="3523837"/>
                <a:ext cx="107808" cy="88608"/>
              </a:xfrm>
              <a:custGeom>
                <a:avLst/>
                <a:gdLst>
                  <a:gd fmla="*/ 1 w 23" name="T0"/>
                  <a:gd fmla="*/ 16 h 19" name="T1"/>
                  <a:gd fmla="*/ 1 w 23" name="T2"/>
                  <a:gd fmla="*/ 16 h 19" name="T3"/>
                  <a:gd fmla="*/ 0 w 23" name="T4"/>
                  <a:gd fmla="*/ 14 h 19" name="T5"/>
                  <a:gd fmla="*/ 1 w 23" name="T6"/>
                  <a:gd fmla="*/ 3 h 19" name="T7"/>
                  <a:gd fmla="*/ 3 w 23" name="T8"/>
                  <a:gd fmla="*/ 0 h 19" name="T9"/>
                  <a:gd fmla="*/ 5 w 23" name="T10"/>
                  <a:gd fmla="*/ 3 h 19" name="T11"/>
                  <a:gd fmla="*/ 22 w 23" name="T12"/>
                  <a:gd fmla="*/ 10 h 19" name="T13"/>
                  <a:gd fmla="*/ 23 w 23" name="T14"/>
                  <a:gd fmla="*/ 18 h 19" name="T15"/>
                  <a:gd fmla="*/ 9 w 23" name="T16"/>
                  <a:gd fmla="*/ 18 h 19" name="T17"/>
                  <a:gd fmla="*/ 2 w 23" name="T18"/>
                  <a:gd fmla="*/ 17 h 19" name="T19"/>
                  <a:gd fmla="*/ 1 w 23" name="T20"/>
                  <a:gd fmla="*/ 16 h 19" name="T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b="b" l="0" r="r" t="0"/>
                <a:pathLst>
                  <a:path h="19" w="23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1" y="10"/>
                      <a:pt x="1" y="6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5" y="3"/>
                    </a:cubicBezTo>
                    <a:cubicBezTo>
                      <a:pt x="10" y="7"/>
                      <a:pt x="16" y="10"/>
                      <a:pt x="22" y="10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8" y="19"/>
                      <a:pt x="14" y="19"/>
                      <a:pt x="9" y="18"/>
                    </a:cubicBezTo>
                    <a:cubicBezTo>
                      <a:pt x="7" y="18"/>
                      <a:pt x="4" y="18"/>
                      <a:pt x="2" y="17"/>
                    </a:cubicBezTo>
                    <a:cubicBezTo>
                      <a:pt x="2" y="17"/>
                      <a:pt x="1" y="17"/>
                      <a:pt x="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36cfd5b-0955-4d60-99d2-8e205efed6f9" id="131" name="ïšḷiḓé">
                <a:extLst>
                  <a:ext uri="{FF2B5EF4-FFF2-40B4-BE49-F238E27FC236}">
                    <a16:creationId id="{2E2EDBB6-56C0-2FDD-FE50-4036C4B2633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315400" y="3590163"/>
                <a:ext cx="510977" cy="849166"/>
              </a:xfrm>
              <a:custGeom>
                <a:avLst/>
                <a:gdLst>
                  <a:gd fmla="*/ 105 w 109" name="T0"/>
                  <a:gd fmla="*/ 146 h 181" name="T1"/>
                  <a:gd fmla="*/ 104 w 109" name="T2"/>
                  <a:gd fmla="*/ 150 h 181" name="T3"/>
                  <a:gd fmla="*/ 86 w 109" name="T4"/>
                  <a:gd fmla="*/ 181 h 181" name="T5"/>
                  <a:gd fmla="*/ 61 w 109" name="T6"/>
                  <a:gd fmla="*/ 161 h 181" name="T7"/>
                  <a:gd fmla="*/ 59 w 109" name="T8"/>
                  <a:gd fmla="*/ 160 h 181" name="T9"/>
                  <a:gd fmla="*/ 56 w 109" name="T10"/>
                  <a:gd fmla="*/ 161 h 181" name="T11"/>
                  <a:gd fmla="*/ 35 w 109" name="T12"/>
                  <a:gd fmla="*/ 178 h 181" name="T13"/>
                  <a:gd fmla="*/ 30 w 109" name="T14"/>
                  <a:gd fmla="*/ 180 h 181" name="T15"/>
                  <a:gd fmla="*/ 28 w 109" name="T16"/>
                  <a:gd fmla="*/ 178 h 181" name="T17"/>
                  <a:gd fmla="*/ 5 w 109" name="T18"/>
                  <a:gd fmla="*/ 150 h 181" name="T19"/>
                  <a:gd fmla="*/ 2 w 109" name="T20"/>
                  <a:gd fmla="*/ 145 h 181" name="T21"/>
                  <a:gd fmla="*/ 1 w 109" name="T22"/>
                  <a:gd fmla="*/ 144 h 181" name="T23"/>
                  <a:gd fmla="*/ 0 w 109" name="T24"/>
                  <a:gd fmla="*/ 137 h 181" name="T25"/>
                  <a:gd fmla="*/ 4 w 109" name="T26"/>
                  <a:gd fmla="*/ 96 h 181" name="T27"/>
                  <a:gd fmla="*/ 2 w 109" name="T28"/>
                  <a:gd fmla="*/ 57 h 181" name="T29"/>
                  <a:gd fmla="*/ 2 w 109" name="T30"/>
                  <a:gd fmla="*/ 57 h 181" name="T31"/>
                  <a:gd fmla="*/ 25 w 109" name="T32"/>
                  <a:gd fmla="*/ 23 h 181" name="T33"/>
                  <a:gd fmla="*/ 28 w 109" name="T34"/>
                  <a:gd fmla="*/ 14 h 181" name="T35"/>
                  <a:gd fmla="*/ 24 w 109" name="T36"/>
                  <a:gd fmla="*/ 1 h 181" name="T37"/>
                  <a:gd fmla="*/ 41 w 109" name="T38"/>
                  <a:gd fmla="*/ 1 h 181" name="T39"/>
                  <a:gd fmla="*/ 42 w 109" name="T40"/>
                  <a:gd fmla="*/ 2 h 181" name="T41"/>
                  <a:gd fmla="*/ 49 w 109" name="T42"/>
                  <a:gd fmla="*/ 3 h 181" name="T43"/>
                  <a:gd fmla="*/ 63 w 109" name="T44"/>
                  <a:gd fmla="*/ 3 h 181" name="T45"/>
                  <a:gd fmla="*/ 72 w 109" name="T46"/>
                  <a:gd fmla="*/ 2 h 181" name="T47"/>
                  <a:gd fmla="*/ 81 w 109" name="T48"/>
                  <a:gd fmla="*/ 1 h 181" name="T49"/>
                  <a:gd fmla="*/ 82 w 109" name="T50"/>
                  <a:gd fmla="*/ 0 h 181" name="T51"/>
                  <a:gd fmla="*/ 82 w 109" name="T52"/>
                  <a:gd fmla="*/ 0 h 181" name="T53"/>
                  <a:gd fmla="*/ 83 w 109" name="T54"/>
                  <a:gd fmla="*/ 0 h 181" name="T55"/>
                  <a:gd fmla="*/ 101 w 109" name="T56"/>
                  <a:gd fmla="*/ 4 h 181" name="T57"/>
                  <a:gd fmla="*/ 107 w 109" name="T58"/>
                  <a:gd fmla="*/ 4 h 181" name="T59"/>
                  <a:gd fmla="*/ 94 w 109" name="T60"/>
                  <a:gd fmla="*/ 15 h 181" name="T61"/>
                  <a:gd fmla="*/ 95 w 109" name="T62"/>
                  <a:gd fmla="*/ 35 h 181" name="T63"/>
                  <a:gd fmla="*/ 109 w 109" name="T64"/>
                  <a:gd fmla="*/ 55 h 181" name="T65"/>
                  <a:gd fmla="*/ 108 w 109" name="T66"/>
                  <a:gd fmla="*/ 56 h 181" name="T67"/>
                  <a:gd fmla="*/ 107 w 109" name="T68"/>
                  <a:gd fmla="*/ 135 h 181" name="T69"/>
                  <a:gd fmla="*/ 106 w 109" name="T70"/>
                  <a:gd fmla="*/ 144 h 181" name="T71"/>
                  <a:gd fmla="*/ 105 w 109" name="T72"/>
                  <a:gd fmla="*/ 146 h 181" name="T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b="b" l="0" r="r" t="0"/>
                <a:pathLst>
                  <a:path h="181" w="109">
                    <a:moveTo>
                      <a:pt x="105" y="146"/>
                    </a:moveTo>
                    <a:cubicBezTo>
                      <a:pt x="105" y="148"/>
                      <a:pt x="104" y="149"/>
                      <a:pt x="104" y="150"/>
                    </a:cubicBezTo>
                    <a:cubicBezTo>
                      <a:pt x="98" y="161"/>
                      <a:pt x="92" y="171"/>
                      <a:pt x="86" y="181"/>
                    </a:cubicBezTo>
                    <a:cubicBezTo>
                      <a:pt x="78" y="174"/>
                      <a:pt x="69" y="167"/>
                      <a:pt x="61" y="161"/>
                    </a:cubicBezTo>
                    <a:cubicBezTo>
                      <a:pt x="60" y="161"/>
                      <a:pt x="59" y="160"/>
                      <a:pt x="59" y="160"/>
                    </a:cubicBezTo>
                    <a:cubicBezTo>
                      <a:pt x="57" y="160"/>
                      <a:pt x="57" y="161"/>
                      <a:pt x="56" y="161"/>
                    </a:cubicBezTo>
                    <a:cubicBezTo>
                      <a:pt x="49" y="167"/>
                      <a:pt x="42" y="172"/>
                      <a:pt x="35" y="178"/>
                    </a:cubicBezTo>
                    <a:cubicBezTo>
                      <a:pt x="34" y="179"/>
                      <a:pt x="32" y="180"/>
                      <a:pt x="30" y="180"/>
                    </a:cubicBezTo>
                    <a:cubicBezTo>
                      <a:pt x="29" y="180"/>
                      <a:pt x="29" y="179"/>
                      <a:pt x="28" y="178"/>
                    </a:cubicBezTo>
                    <a:cubicBezTo>
                      <a:pt x="20" y="168"/>
                      <a:pt x="12" y="159"/>
                      <a:pt x="5" y="150"/>
                    </a:cubicBezTo>
                    <a:cubicBezTo>
                      <a:pt x="3" y="148"/>
                      <a:pt x="2" y="147"/>
                      <a:pt x="2" y="145"/>
                    </a:cubicBezTo>
                    <a:cubicBezTo>
                      <a:pt x="1" y="145"/>
                      <a:pt x="1" y="144"/>
                      <a:pt x="1" y="144"/>
                    </a:cubicBezTo>
                    <a:cubicBezTo>
                      <a:pt x="0" y="142"/>
                      <a:pt x="0" y="139"/>
                      <a:pt x="0" y="137"/>
                    </a:cubicBezTo>
                    <a:cubicBezTo>
                      <a:pt x="1" y="123"/>
                      <a:pt x="3" y="110"/>
                      <a:pt x="4" y="96"/>
                    </a:cubicBezTo>
                    <a:cubicBezTo>
                      <a:pt x="4" y="83"/>
                      <a:pt x="4" y="70"/>
                      <a:pt x="2" y="57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12" y="47"/>
                      <a:pt x="20" y="36"/>
                      <a:pt x="25" y="23"/>
                    </a:cubicBezTo>
                    <a:cubicBezTo>
                      <a:pt x="26" y="20"/>
                      <a:pt x="27" y="17"/>
                      <a:pt x="28" y="14"/>
                    </a:cubicBezTo>
                    <a:cubicBezTo>
                      <a:pt x="28" y="9"/>
                      <a:pt x="26" y="5"/>
                      <a:pt x="24" y="1"/>
                    </a:cubicBezTo>
                    <a:cubicBezTo>
                      <a:pt x="29" y="1"/>
                      <a:pt x="35" y="2"/>
                      <a:pt x="41" y="1"/>
                    </a:cubicBezTo>
                    <a:cubicBezTo>
                      <a:pt x="41" y="2"/>
                      <a:pt x="42" y="2"/>
                      <a:pt x="42" y="2"/>
                    </a:cubicBezTo>
                    <a:cubicBezTo>
                      <a:pt x="44" y="3"/>
                      <a:pt x="47" y="3"/>
                      <a:pt x="49" y="3"/>
                    </a:cubicBezTo>
                    <a:cubicBezTo>
                      <a:pt x="54" y="4"/>
                      <a:pt x="58" y="4"/>
                      <a:pt x="63" y="3"/>
                    </a:cubicBezTo>
                    <a:cubicBezTo>
                      <a:pt x="66" y="3"/>
                      <a:pt x="69" y="3"/>
                      <a:pt x="72" y="2"/>
                    </a:cubicBezTo>
                    <a:cubicBezTo>
                      <a:pt x="75" y="2"/>
                      <a:pt x="78" y="2"/>
                      <a:pt x="81" y="1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8" y="3"/>
                      <a:pt x="95" y="3"/>
                      <a:pt x="101" y="4"/>
                    </a:cubicBezTo>
                    <a:cubicBezTo>
                      <a:pt x="103" y="4"/>
                      <a:pt x="105" y="4"/>
                      <a:pt x="107" y="4"/>
                    </a:cubicBezTo>
                    <a:cubicBezTo>
                      <a:pt x="101" y="5"/>
                      <a:pt x="96" y="9"/>
                      <a:pt x="94" y="15"/>
                    </a:cubicBezTo>
                    <a:cubicBezTo>
                      <a:pt x="91" y="22"/>
                      <a:pt x="93" y="29"/>
                      <a:pt x="95" y="35"/>
                    </a:cubicBezTo>
                    <a:cubicBezTo>
                      <a:pt x="98" y="43"/>
                      <a:pt x="103" y="50"/>
                      <a:pt x="109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7" y="82"/>
                      <a:pt x="106" y="109"/>
                      <a:pt x="107" y="135"/>
                    </a:cubicBezTo>
                    <a:cubicBezTo>
                      <a:pt x="107" y="138"/>
                      <a:pt x="107" y="141"/>
                      <a:pt x="106" y="144"/>
                    </a:cubicBezTo>
                    <a:cubicBezTo>
                      <a:pt x="106" y="145"/>
                      <a:pt x="105" y="146"/>
                      <a:pt x="105" y="146"/>
                    </a:cubicBezTo>
                    <a:close/>
                  </a:path>
                </a:pathLst>
              </a:custGeom>
              <a:solidFill>
                <a:srgbClr val="2C637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76d146e-407c-4508-9363-b18e3d75991d" id="132" name="îślïḋè">
                <a:extLst>
                  <a:ext uri="{FF2B5EF4-FFF2-40B4-BE49-F238E27FC236}">
                    <a16:creationId id="{FFC0E04F-1966-A180-1193-16F8DD20A8E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64618" y="3216254"/>
                <a:ext cx="295363" cy="351480"/>
              </a:xfrm>
              <a:custGeom>
                <a:avLst/>
                <a:gdLst>
                  <a:gd fmla="*/ 24 w 63" name="T0"/>
                  <a:gd fmla="*/ 6 h 75" name="T1"/>
                  <a:gd fmla="*/ 38 w 63" name="T2"/>
                  <a:gd fmla="*/ 3 h 75" name="T3"/>
                  <a:gd fmla="*/ 43 w 63" name="T4"/>
                  <a:gd fmla="*/ 1 h 75" name="T5"/>
                  <a:gd fmla="*/ 49 w 63" name="T6"/>
                  <a:gd fmla="*/ 0 h 75" name="T7"/>
                  <a:gd fmla="*/ 53 w 63" name="T8"/>
                  <a:gd fmla="*/ 7 h 75" name="T9"/>
                  <a:gd fmla="*/ 61 w 63" name="T10"/>
                  <a:gd fmla="*/ 35 h 75" name="T11"/>
                  <a:gd fmla="*/ 55 w 63" name="T12"/>
                  <a:gd fmla="*/ 61 h 75" name="T13"/>
                  <a:gd fmla="*/ 48 w 63" name="T14"/>
                  <a:gd fmla="*/ 66 h 75" name="T15"/>
                  <a:gd fmla="*/ 46 w 63" name="T16"/>
                  <a:gd fmla="*/ 67 h 75" name="T17"/>
                  <a:gd fmla="*/ 40 w 63" name="T18"/>
                  <a:gd fmla="*/ 72 h 75" name="T19"/>
                  <a:gd fmla="*/ 38 w 63" name="T20"/>
                  <a:gd fmla="*/ 74 h 75" name="T21"/>
                  <a:gd fmla="*/ 36 w 63" name="T22"/>
                  <a:gd fmla="*/ 75 h 75" name="T23"/>
                  <a:gd fmla="*/ 19 w 63" name="T24"/>
                  <a:gd fmla="*/ 68 h 75" name="T25"/>
                  <a:gd fmla="*/ 17 w 63" name="T26"/>
                  <a:gd fmla="*/ 65 h 75" name="T27"/>
                  <a:gd fmla="*/ 12 w 63" name="T28"/>
                  <a:gd fmla="*/ 58 h 75" name="T29"/>
                  <a:gd fmla="*/ 3 w 63" name="T30"/>
                  <a:gd fmla="*/ 47 h 75" name="T31"/>
                  <a:gd fmla="*/ 2 w 63" name="T32"/>
                  <a:gd fmla="*/ 32 h 75" name="T33"/>
                  <a:gd fmla="*/ 10 w 63" name="T34"/>
                  <a:gd fmla="*/ 18 h 75" name="T35"/>
                  <a:gd fmla="*/ 16 w 63" name="T36"/>
                  <a:gd fmla="*/ 10 h 75" name="T37"/>
                  <a:gd fmla="*/ 24 w 63" name="T38"/>
                  <a:gd fmla="*/ 6 h 75" name="T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b="b" l="0" r="r" t="0"/>
                <a:pathLst>
                  <a:path h="75" w="63">
                    <a:moveTo>
                      <a:pt x="24" y="6"/>
                    </a:moveTo>
                    <a:cubicBezTo>
                      <a:pt x="28" y="4"/>
                      <a:pt x="33" y="5"/>
                      <a:pt x="38" y="3"/>
                    </a:cubicBezTo>
                    <a:cubicBezTo>
                      <a:pt x="40" y="3"/>
                      <a:pt x="41" y="1"/>
                      <a:pt x="43" y="1"/>
                    </a:cubicBezTo>
                    <a:cubicBezTo>
                      <a:pt x="45" y="0"/>
                      <a:pt x="47" y="0"/>
                      <a:pt x="49" y="0"/>
                    </a:cubicBezTo>
                    <a:cubicBezTo>
                      <a:pt x="51" y="2"/>
                      <a:pt x="52" y="5"/>
                      <a:pt x="53" y="7"/>
                    </a:cubicBezTo>
                    <a:cubicBezTo>
                      <a:pt x="55" y="17"/>
                      <a:pt x="59" y="25"/>
                      <a:pt x="61" y="35"/>
                    </a:cubicBezTo>
                    <a:cubicBezTo>
                      <a:pt x="63" y="44"/>
                      <a:pt x="62" y="55"/>
                      <a:pt x="55" y="61"/>
                    </a:cubicBezTo>
                    <a:cubicBezTo>
                      <a:pt x="53" y="63"/>
                      <a:pt x="50" y="65"/>
                      <a:pt x="48" y="66"/>
                    </a:cubicBezTo>
                    <a:cubicBezTo>
                      <a:pt x="47" y="67"/>
                      <a:pt x="47" y="67"/>
                      <a:pt x="46" y="67"/>
                    </a:cubicBezTo>
                    <a:cubicBezTo>
                      <a:pt x="44" y="69"/>
                      <a:pt x="42" y="71"/>
                      <a:pt x="40" y="72"/>
                    </a:cubicBezTo>
                    <a:cubicBezTo>
                      <a:pt x="40" y="73"/>
                      <a:pt x="39" y="74"/>
                      <a:pt x="38" y="74"/>
                    </a:cubicBezTo>
                    <a:cubicBezTo>
                      <a:pt x="38" y="75"/>
                      <a:pt x="37" y="75"/>
                      <a:pt x="36" y="75"/>
                    </a:cubicBezTo>
                    <a:cubicBezTo>
                      <a:pt x="30" y="75"/>
                      <a:pt x="24" y="72"/>
                      <a:pt x="19" y="68"/>
                    </a:cubicBezTo>
                    <a:cubicBezTo>
                      <a:pt x="18" y="67"/>
                      <a:pt x="18" y="66"/>
                      <a:pt x="17" y="65"/>
                    </a:cubicBezTo>
                    <a:cubicBezTo>
                      <a:pt x="15" y="63"/>
                      <a:pt x="14" y="60"/>
                      <a:pt x="12" y="58"/>
                    </a:cubicBezTo>
                    <a:cubicBezTo>
                      <a:pt x="9" y="54"/>
                      <a:pt x="5" y="51"/>
                      <a:pt x="3" y="47"/>
                    </a:cubicBezTo>
                    <a:cubicBezTo>
                      <a:pt x="0" y="43"/>
                      <a:pt x="1" y="37"/>
                      <a:pt x="2" y="32"/>
                    </a:cubicBezTo>
                    <a:cubicBezTo>
                      <a:pt x="4" y="27"/>
                      <a:pt x="7" y="23"/>
                      <a:pt x="10" y="18"/>
                    </a:cubicBezTo>
                    <a:cubicBezTo>
                      <a:pt x="12" y="15"/>
                      <a:pt x="13" y="13"/>
                      <a:pt x="16" y="10"/>
                    </a:cubicBezTo>
                    <a:cubicBezTo>
                      <a:pt x="18" y="8"/>
                      <a:pt x="21" y="7"/>
                      <a:pt x="24" y="6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897f3dd-09f1-4da6-bc53-182e2cd61471" id="133" name="ïš1idê">
                <a:extLst>
                  <a:ext uri="{FF2B5EF4-FFF2-40B4-BE49-F238E27FC236}">
                    <a16:creationId id="{AC4DB39B-E898-AC2F-94B8-B7063311D82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721390" y="5478690"/>
                <a:ext cx="177217" cy="150634"/>
              </a:xfrm>
              <a:custGeom>
                <a:avLst/>
                <a:gdLst>
                  <a:gd fmla="*/ 26 w 38" name="T0"/>
                  <a:gd fmla="*/ 12 h 32" name="T1"/>
                  <a:gd fmla="*/ 37 w 38" name="T2"/>
                  <a:gd fmla="*/ 16 h 32" name="T3"/>
                  <a:gd fmla="*/ 37 w 38" name="T4"/>
                  <a:gd fmla="*/ 23 h 32" name="T5"/>
                  <a:gd fmla="*/ 32 w 38" name="T6"/>
                  <a:gd fmla="*/ 30 h 32" name="T7"/>
                  <a:gd fmla="*/ 22 w 38" name="T8"/>
                  <a:gd fmla="*/ 29 h 32" name="T9"/>
                  <a:gd fmla="*/ 14 w 38" name="T10"/>
                  <a:gd fmla="*/ 23 h 32" name="T11"/>
                  <a:gd fmla="*/ 5 w 38" name="T12"/>
                  <a:gd fmla="*/ 15 h 32" name="T13"/>
                  <a:gd fmla="*/ 0 w 38" name="T14"/>
                  <a:gd fmla="*/ 5 h 32" name="T15"/>
                  <a:gd fmla="*/ 1 w 38" name="T16"/>
                  <a:gd fmla="*/ 3 h 32" name="T17"/>
                  <a:gd fmla="*/ 4 w 38" name="T18"/>
                  <a:gd fmla="*/ 2 h 32" name="T19"/>
                  <a:gd fmla="*/ 14 w 38" name="T20"/>
                  <a:gd fmla="*/ 0 h 32" name="T21"/>
                  <a:gd fmla="*/ 17 w 38" name="T22"/>
                  <a:gd fmla="*/ 0 h 32" name="T23"/>
                  <a:gd fmla="*/ 16 w 38" name="T24"/>
                  <a:gd fmla="*/ 6 h 32" name="T25"/>
                  <a:gd fmla="*/ 26 w 38" name="T26"/>
                  <a:gd fmla="*/ 12 h 32" name="T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b="b" l="0" r="r" t="0"/>
                <a:pathLst>
                  <a:path h="32" w="38">
                    <a:moveTo>
                      <a:pt x="26" y="12"/>
                    </a:moveTo>
                    <a:cubicBezTo>
                      <a:pt x="29" y="14"/>
                      <a:pt x="33" y="15"/>
                      <a:pt x="37" y="16"/>
                    </a:cubicBezTo>
                    <a:cubicBezTo>
                      <a:pt x="37" y="18"/>
                      <a:pt x="38" y="21"/>
                      <a:pt x="37" y="23"/>
                    </a:cubicBezTo>
                    <a:cubicBezTo>
                      <a:pt x="37" y="26"/>
                      <a:pt x="35" y="29"/>
                      <a:pt x="32" y="30"/>
                    </a:cubicBezTo>
                    <a:cubicBezTo>
                      <a:pt x="29" y="32"/>
                      <a:pt x="25" y="31"/>
                      <a:pt x="22" y="29"/>
                    </a:cubicBezTo>
                    <a:cubicBezTo>
                      <a:pt x="19" y="28"/>
                      <a:pt x="16" y="25"/>
                      <a:pt x="14" y="23"/>
                    </a:cubicBezTo>
                    <a:cubicBezTo>
                      <a:pt x="11" y="20"/>
                      <a:pt x="7" y="18"/>
                      <a:pt x="5" y="15"/>
                    </a:cubicBezTo>
                    <a:cubicBezTo>
                      <a:pt x="2" y="13"/>
                      <a:pt x="0" y="9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7" y="1"/>
                      <a:pt x="10" y="0"/>
                      <a:pt x="14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2"/>
                      <a:pt x="16" y="4"/>
                      <a:pt x="16" y="6"/>
                    </a:cubicBezTo>
                    <a:cubicBezTo>
                      <a:pt x="19" y="9"/>
                      <a:pt x="22" y="11"/>
                      <a:pt x="26" y="12"/>
                    </a:cubicBezTo>
                    <a:close/>
                  </a:path>
                </a:pathLst>
              </a:custGeom>
              <a:solidFill>
                <a:srgbClr val="18252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dddc443-01aa-450d-97b3-0eedf49203d3" id="134" name="išļíḑe">
                <a:extLst>
                  <a:ext uri="{FF2B5EF4-FFF2-40B4-BE49-F238E27FC236}">
                    <a16:creationId id="{A9C5FD21-0B76-2CF1-776B-DE72CEE803F2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695639" y="3621800"/>
                <a:ext cx="149158" cy="262873"/>
              </a:xfrm>
              <a:custGeom>
                <a:avLst/>
                <a:gdLst>
                  <a:gd fmla="*/ 26 w 32" name="T0"/>
                  <a:gd fmla="*/ 1 h 56" name="T1"/>
                  <a:gd fmla="*/ 25 w 32" name="T2"/>
                  <a:gd fmla="*/ 2 h 56" name="T3"/>
                  <a:gd fmla="*/ 20 w 32" name="T4"/>
                  <a:gd fmla="*/ 30 h 56" name="T5"/>
                  <a:gd fmla="*/ 1 w 32" name="T6"/>
                  <a:gd fmla="*/ 54 h 56" name="T7"/>
                  <a:gd fmla="*/ 2 w 32" name="T8"/>
                  <a:gd fmla="*/ 55 h 56" name="T9"/>
                  <a:gd fmla="*/ 24 w 32" name="T10"/>
                  <a:gd fmla="*/ 27 h 56" name="T11"/>
                  <a:gd fmla="*/ 26 w 32" name="T12"/>
                  <a:gd fmla="*/ 1 h 56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56" w="32">
                    <a:moveTo>
                      <a:pt x="26" y="1"/>
                    </a:moveTo>
                    <a:cubicBezTo>
                      <a:pt x="26" y="0"/>
                      <a:pt x="24" y="1"/>
                      <a:pt x="25" y="2"/>
                    </a:cubicBezTo>
                    <a:cubicBezTo>
                      <a:pt x="31" y="11"/>
                      <a:pt x="26" y="22"/>
                      <a:pt x="20" y="30"/>
                    </a:cubicBezTo>
                    <a:cubicBezTo>
                      <a:pt x="14" y="38"/>
                      <a:pt x="7" y="46"/>
                      <a:pt x="1" y="54"/>
                    </a:cubicBezTo>
                    <a:cubicBezTo>
                      <a:pt x="0" y="55"/>
                      <a:pt x="1" y="56"/>
                      <a:pt x="2" y="55"/>
                    </a:cubicBezTo>
                    <a:cubicBezTo>
                      <a:pt x="10" y="46"/>
                      <a:pt x="18" y="37"/>
                      <a:pt x="24" y="27"/>
                    </a:cubicBezTo>
                    <a:cubicBezTo>
                      <a:pt x="29" y="19"/>
                      <a:pt x="32" y="9"/>
                      <a:pt x="26" y="1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d5365bf-0e4a-4573-ab45-6ad08cd7eaeb" id="135" name="íSľiḑè">
                <a:extLst>
                  <a:ext uri="{FF2B5EF4-FFF2-40B4-BE49-F238E27FC236}">
                    <a16:creationId id="{58E2790F-D7EC-6496-3C0E-2C2D27C37759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335000" y="3605980"/>
                <a:ext cx="94516" cy="233337"/>
              </a:xfrm>
              <a:custGeom>
                <a:avLst/>
                <a:gdLst>
                  <a:gd fmla="*/ 19 w 20" name="T0"/>
                  <a:gd fmla="*/ 48 h 50" name="T1"/>
                  <a:gd fmla="*/ 8 w 20" name="T2"/>
                  <a:gd fmla="*/ 26 h 50" name="T3"/>
                  <a:gd fmla="*/ 5 w 20" name="T4"/>
                  <a:gd fmla="*/ 1 h 50" name="T5"/>
                  <a:gd fmla="*/ 3 w 20" name="T6"/>
                  <a:gd fmla="*/ 1 h 50" name="T7"/>
                  <a:gd fmla="*/ 5 w 20" name="T8"/>
                  <a:gd fmla="*/ 25 h 50" name="T9"/>
                  <a:gd fmla="*/ 18 w 20" name="T10"/>
                  <a:gd fmla="*/ 49 h 50" name="T11"/>
                  <a:gd fmla="*/ 19 w 20" name="T12"/>
                  <a:gd fmla="*/ 48 h 50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50" w="20">
                    <a:moveTo>
                      <a:pt x="19" y="48"/>
                    </a:moveTo>
                    <a:cubicBezTo>
                      <a:pt x="15" y="41"/>
                      <a:pt x="11" y="34"/>
                      <a:pt x="8" y="26"/>
                    </a:cubicBezTo>
                    <a:cubicBezTo>
                      <a:pt x="5" y="19"/>
                      <a:pt x="2" y="10"/>
                      <a:pt x="5" y="1"/>
                    </a:cubicBezTo>
                    <a:cubicBezTo>
                      <a:pt x="5" y="0"/>
                      <a:pt x="3" y="0"/>
                      <a:pt x="3" y="1"/>
                    </a:cubicBezTo>
                    <a:cubicBezTo>
                      <a:pt x="0" y="9"/>
                      <a:pt x="2" y="18"/>
                      <a:pt x="5" y="25"/>
                    </a:cubicBezTo>
                    <a:cubicBezTo>
                      <a:pt x="8" y="34"/>
                      <a:pt x="13" y="42"/>
                      <a:pt x="18" y="49"/>
                    </a:cubicBezTo>
                    <a:cubicBezTo>
                      <a:pt x="18" y="50"/>
                      <a:pt x="20" y="49"/>
                      <a:pt x="19" y="48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3e6d17e-d084-4a41-a2bc-a226d53055e1" id="136" name="isḻïḋé">
                <a:extLst>
                  <a:ext uri="{FF2B5EF4-FFF2-40B4-BE49-F238E27FC236}">
                    <a16:creationId id="{F0BCC5DF-49B0-EBD8-D455-47FB5BF2866C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342384" y="3769839"/>
                <a:ext cx="70887" cy="69411"/>
              </a:xfrm>
              <a:custGeom>
                <a:avLst/>
                <a:gdLst>
                  <a:gd fmla="*/ 14 w 15" name="T0"/>
                  <a:gd fmla="*/ 12 h 15" name="T1"/>
                  <a:gd fmla="*/ 2 w 15" name="T2"/>
                  <a:gd fmla="*/ 1 h 15" name="T3"/>
                  <a:gd fmla="*/ 0 w 15" name="T4"/>
                  <a:gd fmla="*/ 2 h 15" name="T5"/>
                  <a:gd fmla="*/ 13 w 15" name="T6"/>
                  <a:gd fmla="*/ 14 h 15" name="T7"/>
                  <a:gd fmla="*/ 14 w 15" name="T8"/>
                  <a:gd fmla="*/ 12 h 15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5" w="15">
                    <a:moveTo>
                      <a:pt x="14" y="12"/>
                    </a:moveTo>
                    <a:cubicBezTo>
                      <a:pt x="10" y="9"/>
                      <a:pt x="5" y="5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4" y="7"/>
                      <a:pt x="9" y="11"/>
                      <a:pt x="13" y="14"/>
                    </a:cubicBezTo>
                    <a:cubicBezTo>
                      <a:pt x="14" y="15"/>
                      <a:pt x="15" y="13"/>
                      <a:pt x="14" y="12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7946549-4e1f-4b4f-9f2a-43bd4d809110" id="137" name="îṩḷíḍè">
                <a:extLst>
                  <a:ext uri="{FF2B5EF4-FFF2-40B4-BE49-F238E27FC236}">
                    <a16:creationId id="{745F3ED6-52A5-DEC0-FF53-8B55516D0E7E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733598" y="3828187"/>
                <a:ext cx="88608" cy="57596"/>
              </a:xfrm>
              <a:custGeom>
                <a:avLst/>
                <a:gdLst>
                  <a:gd fmla="*/ 17 w 19" name="T0"/>
                  <a:gd fmla="*/ 1 h 12" name="T1"/>
                  <a:gd fmla="*/ 1 w 19" name="T2"/>
                  <a:gd fmla="*/ 9 h 12" name="T3"/>
                  <a:gd fmla="*/ 2 w 19" name="T4"/>
                  <a:gd fmla="*/ 11 h 12" name="T5"/>
                  <a:gd fmla="*/ 18 w 19" name="T6"/>
                  <a:gd fmla="*/ 3 h 12" name="T7"/>
                  <a:gd fmla="*/ 17 w 19" name="T8"/>
                  <a:gd fmla="*/ 1 h 12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2" w="19">
                    <a:moveTo>
                      <a:pt x="17" y="1"/>
                    </a:moveTo>
                    <a:cubicBezTo>
                      <a:pt x="12" y="5"/>
                      <a:pt x="7" y="8"/>
                      <a:pt x="1" y="9"/>
                    </a:cubicBezTo>
                    <a:cubicBezTo>
                      <a:pt x="0" y="10"/>
                      <a:pt x="0" y="12"/>
                      <a:pt x="2" y="11"/>
                    </a:cubicBezTo>
                    <a:cubicBezTo>
                      <a:pt x="8" y="10"/>
                      <a:pt x="13" y="7"/>
                      <a:pt x="18" y="3"/>
                    </a:cubicBezTo>
                    <a:cubicBezTo>
                      <a:pt x="19" y="2"/>
                      <a:pt x="18" y="0"/>
                      <a:pt x="17" y="1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378a5ba-933a-4420-bfbc-79b6b9dda45e" id="138" name="îṥḷíḍè">
                <a:extLst>
                  <a:ext uri="{FF2B5EF4-FFF2-40B4-BE49-F238E27FC236}">
                    <a16:creationId id="{8D8D5A2C-28CC-05E5-7451-431204107226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40593" y="4066239"/>
                <a:ext cx="196416" cy="131437"/>
              </a:xfrm>
              <a:custGeom>
                <a:avLst/>
                <a:gdLst>
                  <a:gd fmla="*/ 40 w 42" name="T0"/>
                  <a:gd fmla="*/ 0 h 28" name="T1"/>
                  <a:gd fmla="*/ 1 w 42" name="T2"/>
                  <a:gd fmla="*/ 26 h 28" name="T3"/>
                  <a:gd fmla="*/ 3 w 42" name="T4"/>
                  <a:gd fmla="*/ 28 h 28" name="T5"/>
                  <a:gd fmla="*/ 41 w 42" name="T6"/>
                  <a:gd fmla="*/ 2 h 28" name="T7"/>
                  <a:gd fmla="*/ 40 w 42" name="T8"/>
                  <a:gd fmla="*/ 0 h 28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28" w="42">
                    <a:moveTo>
                      <a:pt x="40" y="0"/>
                    </a:moveTo>
                    <a:cubicBezTo>
                      <a:pt x="26" y="8"/>
                      <a:pt x="13" y="16"/>
                      <a:pt x="1" y="26"/>
                    </a:cubicBezTo>
                    <a:cubicBezTo>
                      <a:pt x="0" y="27"/>
                      <a:pt x="2" y="28"/>
                      <a:pt x="3" y="28"/>
                    </a:cubicBezTo>
                    <a:cubicBezTo>
                      <a:pt x="15" y="18"/>
                      <a:pt x="27" y="9"/>
                      <a:pt x="41" y="2"/>
                    </a:cubicBezTo>
                    <a:cubicBezTo>
                      <a:pt x="42" y="1"/>
                      <a:pt x="41" y="0"/>
                      <a:pt x="40" y="0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3f58740-3cd4-4605-9006-809cecca8eb8" id="139" name="iṡ1ïḋè">
                <a:extLst>
                  <a:ext uri="{FF2B5EF4-FFF2-40B4-BE49-F238E27FC236}">
                    <a16:creationId id="{DD2F5DB2-BF4A-8FDB-3D20-6E00E82DB9C4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93989" y="4131096"/>
                <a:ext cx="84180" cy="62026"/>
              </a:xfrm>
              <a:custGeom>
                <a:avLst/>
                <a:gdLst>
                  <a:gd fmla="*/ 16 w 18" name="T0"/>
                  <a:gd fmla="*/ 1 h 13" name="T1"/>
                  <a:gd fmla="*/ 1 w 18" name="T2"/>
                  <a:gd fmla="*/ 11 h 13" name="T3"/>
                  <a:gd fmla="*/ 2 w 18" name="T4"/>
                  <a:gd fmla="*/ 13 h 13" name="T5"/>
                  <a:gd fmla="*/ 17 w 18" name="T6"/>
                  <a:gd fmla="*/ 3 h 13" name="T7"/>
                  <a:gd fmla="*/ 16 w 18" name="T8"/>
                  <a:gd fmla="*/ 1 h 13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13" w="18">
                    <a:moveTo>
                      <a:pt x="16" y="1"/>
                    </a:moveTo>
                    <a:cubicBezTo>
                      <a:pt x="11" y="4"/>
                      <a:pt x="6" y="8"/>
                      <a:pt x="1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7" y="9"/>
                      <a:pt x="12" y="6"/>
                      <a:pt x="17" y="3"/>
                    </a:cubicBezTo>
                    <a:cubicBezTo>
                      <a:pt x="18" y="2"/>
                      <a:pt x="17" y="0"/>
                      <a:pt x="16" y="1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4751756-dfad-4e67-b509-c14416ab0e6e" id="140" name="iṡľídè">
                <a:extLst>
                  <a:ext uri="{FF2B5EF4-FFF2-40B4-BE49-F238E27FC236}">
                    <a16:creationId id="{9E64B610-B88E-5959-EB44-B85F744CACC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500574" y="4172755"/>
                <a:ext cx="42828" cy="28060"/>
              </a:xfrm>
              <a:custGeom>
                <a:avLst/>
                <a:gdLst>
                  <a:gd fmla="*/ 7 w 9" name="T0"/>
                  <a:gd fmla="*/ 1 h 6" name="T1"/>
                  <a:gd fmla="*/ 1 w 9" name="T2"/>
                  <a:gd fmla="*/ 4 h 6" name="T3"/>
                  <a:gd fmla="*/ 2 w 9" name="T4"/>
                  <a:gd fmla="*/ 5 h 6" name="T5"/>
                  <a:gd fmla="*/ 8 w 9" name="T6"/>
                  <a:gd fmla="*/ 2 h 6" name="T7"/>
                  <a:gd fmla="*/ 7 w 9" name="T8"/>
                  <a:gd fmla="*/ 1 h 6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6" w="9">
                    <a:moveTo>
                      <a:pt x="7" y="1"/>
                    </a:moveTo>
                    <a:cubicBezTo>
                      <a:pt x="5" y="2"/>
                      <a:pt x="3" y="3"/>
                      <a:pt x="1" y="4"/>
                    </a:cubicBezTo>
                    <a:cubicBezTo>
                      <a:pt x="0" y="4"/>
                      <a:pt x="1" y="6"/>
                      <a:pt x="2" y="5"/>
                    </a:cubicBezTo>
                    <a:cubicBezTo>
                      <a:pt x="4" y="4"/>
                      <a:pt x="6" y="3"/>
                      <a:pt x="8" y="2"/>
                    </a:cubicBezTo>
                    <a:cubicBezTo>
                      <a:pt x="9" y="2"/>
                      <a:pt x="8" y="0"/>
                      <a:pt x="7" y="1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24aec2c-a0fe-49ce-9b71-e42643d99900" id="141" name="îṣ1ïḓê">
                <a:extLst>
                  <a:ext uri="{FF2B5EF4-FFF2-40B4-BE49-F238E27FC236}">
                    <a16:creationId id="{0FA131DD-6006-3970-39D4-C20B7F70465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613972" y="3249113"/>
                <a:ext cx="101900" cy="318991"/>
              </a:xfrm>
              <a:custGeom>
                <a:avLst/>
                <a:gdLst>
                  <a:gd fmla="*/ 21 w 22" name="T0"/>
                  <a:gd fmla="*/ 66 h 68" name="T1"/>
                  <a:gd fmla="*/ 14 w 22" name="T2"/>
                  <a:gd fmla="*/ 55 h 68" name="T3"/>
                  <a:gd fmla="*/ 4 w 22" name="T4"/>
                  <a:gd fmla="*/ 38 h 68" name="T5"/>
                  <a:gd fmla="*/ 14 w 22" name="T6"/>
                  <a:gd fmla="*/ 2 h 68" name="T7"/>
                  <a:gd fmla="*/ 13 w 22" name="T8"/>
                  <a:gd fmla="*/ 1 h 68" name="T9"/>
                  <a:gd fmla="*/ 1 w 22" name="T10"/>
                  <a:gd fmla="*/ 33 h 68" name="T11"/>
                  <a:gd fmla="*/ 8 w 22" name="T12"/>
                  <a:gd fmla="*/ 50 h 68" name="T13"/>
                  <a:gd fmla="*/ 19 w 22" name="T14"/>
                  <a:gd fmla="*/ 67 h 68" name="T15"/>
                  <a:gd fmla="*/ 21 w 22" name="T16"/>
                  <a:gd fmla="*/ 66 h 68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68" w="22">
                    <a:moveTo>
                      <a:pt x="21" y="66"/>
                    </a:moveTo>
                    <a:cubicBezTo>
                      <a:pt x="20" y="62"/>
                      <a:pt x="17" y="58"/>
                      <a:pt x="14" y="55"/>
                    </a:cubicBezTo>
                    <a:cubicBezTo>
                      <a:pt x="10" y="50"/>
                      <a:pt x="6" y="45"/>
                      <a:pt x="4" y="38"/>
                    </a:cubicBezTo>
                    <a:cubicBezTo>
                      <a:pt x="1" y="25"/>
                      <a:pt x="5" y="12"/>
                      <a:pt x="14" y="2"/>
                    </a:cubicBezTo>
                    <a:cubicBezTo>
                      <a:pt x="15" y="2"/>
                      <a:pt x="14" y="0"/>
                      <a:pt x="13" y="1"/>
                    </a:cubicBezTo>
                    <a:cubicBezTo>
                      <a:pt x="4" y="9"/>
                      <a:pt x="0" y="21"/>
                      <a:pt x="1" y="33"/>
                    </a:cubicBezTo>
                    <a:cubicBezTo>
                      <a:pt x="2" y="39"/>
                      <a:pt x="4" y="45"/>
                      <a:pt x="8" y="50"/>
                    </a:cubicBezTo>
                    <a:cubicBezTo>
                      <a:pt x="12" y="56"/>
                      <a:pt x="17" y="60"/>
                      <a:pt x="19" y="67"/>
                    </a:cubicBezTo>
                    <a:cubicBezTo>
                      <a:pt x="20" y="68"/>
                      <a:pt x="22" y="67"/>
                      <a:pt x="21" y="66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12405732-4918-4f89-a0d8-ebbaebd2dd17" id="142" name="iṥḷïḑè">
                <a:extLst>
                  <a:ext uri="{FF2B5EF4-FFF2-40B4-BE49-F238E27FC236}">
                    <a16:creationId id="{2D3AAD3E-5637-B62C-11A6-93B70D46D9B4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594774" y="3253529"/>
                <a:ext cx="8861" cy="304223"/>
              </a:xfrm>
              <a:custGeom>
                <a:avLst/>
                <a:gdLst>
                  <a:gd fmla="*/ 0 w 2" name="T0"/>
                  <a:gd fmla="*/ 1 h 65" name="T1"/>
                  <a:gd fmla="*/ 0 w 2" name="T2"/>
                  <a:gd fmla="*/ 64 h 65" name="T3"/>
                  <a:gd fmla="*/ 2 w 2" name="T4"/>
                  <a:gd fmla="*/ 64 h 65" name="T5"/>
                  <a:gd fmla="*/ 2 w 2" name="T6"/>
                  <a:gd fmla="*/ 1 h 65" name="T7"/>
                  <a:gd fmla="*/ 0 w 2" name="T8"/>
                  <a:gd fmla="*/ 1 h 65" name="T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b="b" l="0" r="r" t="0"/>
                <a:pathLst>
                  <a:path h="65" w="2">
                    <a:moveTo>
                      <a:pt x="0" y="1"/>
                    </a:moveTo>
                    <a:cubicBezTo>
                      <a:pt x="0" y="22"/>
                      <a:pt x="0" y="43"/>
                      <a:pt x="0" y="64"/>
                    </a:cubicBezTo>
                    <a:cubicBezTo>
                      <a:pt x="0" y="65"/>
                      <a:pt x="2" y="65"/>
                      <a:pt x="2" y="64"/>
                    </a:cubicBezTo>
                    <a:cubicBezTo>
                      <a:pt x="2" y="43"/>
                      <a:pt x="2" y="22"/>
                      <a:pt x="2" y="1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f2c72ee-fb2d-45bc-8899-39ede3d8c5cd" id="143" name="ïṡ1ïḍê">
                <a:extLst>
                  <a:ext uri="{FF2B5EF4-FFF2-40B4-BE49-F238E27FC236}">
                    <a16:creationId id="{7076A87E-8902-CFBC-1BD6-4C7E26757D7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3497325" y="3224710"/>
                <a:ext cx="90086" cy="323423"/>
              </a:xfrm>
              <a:custGeom>
                <a:avLst/>
                <a:gdLst>
                  <a:gd fmla="*/ 15 w 19" name="T0"/>
                  <a:gd fmla="*/ 20 h 69" name="T1"/>
                  <a:gd fmla="*/ 5 w 19" name="T2"/>
                  <a:gd fmla="*/ 1 h 69" name="T3"/>
                  <a:gd fmla="*/ 3 w 19" name="T4"/>
                  <a:gd fmla="*/ 2 h 69" name="T5"/>
                  <a:gd fmla="*/ 13 w 19" name="T6"/>
                  <a:gd fmla="*/ 21 h 69" name="T7"/>
                  <a:gd fmla="*/ 15 w 19" name="T8"/>
                  <a:gd fmla="*/ 42 h 69" name="T9"/>
                  <a:gd fmla="*/ 0 w 19" name="T10"/>
                  <a:gd fmla="*/ 67 h 69" name="T11"/>
                  <a:gd fmla="*/ 2 w 19" name="T12"/>
                  <a:gd fmla="*/ 68 h 69" name="T13"/>
                  <a:gd fmla="*/ 18 w 19" name="T14"/>
                  <a:gd fmla="*/ 38 h 69" name="T15"/>
                  <a:gd fmla="*/ 15 w 19" name="T16"/>
                  <a:gd fmla="*/ 20 h 69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69" w="19">
                    <a:moveTo>
                      <a:pt x="15" y="20"/>
                    </a:moveTo>
                    <a:cubicBezTo>
                      <a:pt x="12" y="13"/>
                      <a:pt x="9" y="7"/>
                      <a:pt x="5" y="1"/>
                    </a:cubicBezTo>
                    <a:cubicBezTo>
                      <a:pt x="4" y="0"/>
                      <a:pt x="3" y="1"/>
                      <a:pt x="3" y="2"/>
                    </a:cubicBezTo>
                    <a:cubicBezTo>
                      <a:pt x="8" y="8"/>
                      <a:pt x="11" y="14"/>
                      <a:pt x="13" y="21"/>
                    </a:cubicBezTo>
                    <a:cubicBezTo>
                      <a:pt x="16" y="28"/>
                      <a:pt x="18" y="35"/>
                      <a:pt x="15" y="42"/>
                    </a:cubicBezTo>
                    <a:cubicBezTo>
                      <a:pt x="11" y="51"/>
                      <a:pt x="2" y="57"/>
                      <a:pt x="0" y="67"/>
                    </a:cubicBezTo>
                    <a:cubicBezTo>
                      <a:pt x="0" y="68"/>
                      <a:pt x="2" y="69"/>
                      <a:pt x="2" y="68"/>
                    </a:cubicBezTo>
                    <a:cubicBezTo>
                      <a:pt x="4" y="56"/>
                      <a:pt x="16" y="49"/>
                      <a:pt x="18" y="38"/>
                    </a:cubicBezTo>
                    <a:cubicBezTo>
                      <a:pt x="19" y="32"/>
                      <a:pt x="17" y="26"/>
                      <a:pt x="15" y="20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301f13b-cf6c-4031-a778-998c779c77a2" id="144" name="íṩľïḍe">
                <a:extLst>
                  <a:ext uri="{FF2B5EF4-FFF2-40B4-BE49-F238E27FC236}">
                    <a16:creationId id="{3B85239B-C668-07C1-9584-3D2846E87ADB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2137508" y="3904931"/>
                <a:ext cx="183125" cy="118145"/>
              </a:xfrm>
              <a:custGeom>
                <a:avLst/>
                <a:gdLst>
                  <a:gd fmla="*/ 3 w 39" name="T0"/>
                  <a:gd fmla="*/ 5 h 25" name="T1"/>
                  <a:gd fmla="*/ 19 w 39" name="T2"/>
                  <a:gd fmla="*/ 7 h 25" name="T3"/>
                  <a:gd fmla="*/ 14 w 39" name="T4"/>
                  <a:gd fmla="*/ 0 h 25" name="T5"/>
                  <a:gd fmla="*/ 38 w 39" name="T6"/>
                  <a:gd fmla="*/ 8 h 25" name="T7"/>
                  <a:gd fmla="*/ 39 w 39" name="T8"/>
                  <a:gd fmla="*/ 25 h 25" name="T9"/>
                  <a:gd fmla="*/ 12 w 39" name="T10"/>
                  <a:gd fmla="*/ 19 h 25" name="T11"/>
                  <a:gd fmla="*/ 0 w 39" name="T12"/>
                  <a:gd fmla="*/ 8 h 25" name="T13"/>
                  <a:gd fmla="*/ 1 w 39" name="T14"/>
                  <a:gd fmla="*/ 6 h 25" name="T15"/>
                  <a:gd fmla="*/ 3 w 39" name="T16"/>
                  <a:gd fmla="*/ 5 h 25" name="T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b="b" l="0" r="r" t="0"/>
                <a:pathLst>
                  <a:path h="25" w="39">
                    <a:moveTo>
                      <a:pt x="3" y="5"/>
                    </a:moveTo>
                    <a:cubicBezTo>
                      <a:pt x="8" y="5"/>
                      <a:pt x="14" y="6"/>
                      <a:pt x="19" y="7"/>
                    </a:cubicBezTo>
                    <a:cubicBezTo>
                      <a:pt x="17" y="5"/>
                      <a:pt x="15" y="3"/>
                      <a:pt x="14" y="0"/>
                    </a:cubicBezTo>
                    <a:cubicBezTo>
                      <a:pt x="22" y="1"/>
                      <a:pt x="29" y="8"/>
                      <a:pt x="38" y="8"/>
                    </a:cubicBezTo>
                    <a:cubicBezTo>
                      <a:pt x="38" y="14"/>
                      <a:pt x="39" y="19"/>
                      <a:pt x="39" y="25"/>
                    </a:cubicBezTo>
                    <a:cubicBezTo>
                      <a:pt x="30" y="25"/>
                      <a:pt x="20" y="23"/>
                      <a:pt x="12" y="19"/>
                    </a:cubicBezTo>
                    <a:cubicBezTo>
                      <a:pt x="7" y="17"/>
                      <a:pt x="1" y="14"/>
                      <a:pt x="0" y="8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1" y="5"/>
                      <a:pt x="2" y="5"/>
                      <a:pt x="3" y="5"/>
                    </a:cubicBezTo>
                    <a:close/>
                  </a:path>
                </a:pathLst>
              </a:custGeom>
              <a:solidFill>
                <a:srgbClr val="FFD0B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a518deb6-c6f2-4175-980c-b4ccbd9dadbe" id="145" name="íṡḷïḑê">
                <a:extLst>
                  <a:ext uri="{FF2B5EF4-FFF2-40B4-BE49-F238E27FC236}">
                    <a16:creationId id="{8A965ECE-C538-24E7-87B4-B38A0F4F4C8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588132" y="5196182"/>
                <a:ext cx="355913" cy="121099"/>
              </a:xfrm>
              <a:custGeom>
                <a:avLst/>
                <a:gdLst>
                  <a:gd fmla="*/ 10 w 76" name="T0"/>
                  <a:gd fmla="*/ 25 h 26" name="T1"/>
                  <a:gd fmla="*/ 5 w 76" name="T2"/>
                  <a:gd fmla="*/ 24 h 26" name="T3"/>
                  <a:gd fmla="*/ 1 w 76" name="T4"/>
                  <a:gd fmla="*/ 19 h 26" name="T5"/>
                  <a:gd fmla="*/ 1 w 76" name="T6"/>
                  <a:gd fmla="*/ 17 h 26" name="T7"/>
                  <a:gd fmla="*/ 2 w 76" name="T8"/>
                  <a:gd fmla="*/ 16 h 26" name="T9"/>
                  <a:gd fmla="*/ 42 w 76" name="T10"/>
                  <a:gd fmla="*/ 2 h 26" name="T11"/>
                  <a:gd fmla="*/ 45 w 76" name="T12"/>
                  <a:gd fmla="*/ 2 h 26" name="T13"/>
                  <a:gd fmla="*/ 73 w 76" name="T14"/>
                  <a:gd fmla="*/ 0 h 26" name="T15"/>
                  <a:gd fmla="*/ 73 w 76" name="T16"/>
                  <a:gd fmla="*/ 0 h 26" name="T17"/>
                  <a:gd fmla="*/ 73 w 76" name="T18"/>
                  <a:gd fmla="*/ 1 h 26" name="T19"/>
                  <a:gd fmla="*/ 76 w 76" name="T20"/>
                  <a:gd fmla="*/ 18 h 26" name="T21"/>
                  <a:gd fmla="*/ 76 w 76" name="T22"/>
                  <a:gd fmla="*/ 19 h 26" name="T23"/>
                  <a:gd fmla="*/ 73 w 76" name="T24"/>
                  <a:gd fmla="*/ 20 h 26" name="T25"/>
                  <a:gd fmla="*/ 51 w 76" name="T26"/>
                  <a:gd fmla="*/ 23 h 26" name="T27"/>
                  <a:gd fmla="*/ 10 w 76" name="T28"/>
                  <a:gd fmla="*/ 25 h 26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26" w="76">
                    <a:moveTo>
                      <a:pt x="10" y="25"/>
                    </a:moveTo>
                    <a:cubicBezTo>
                      <a:pt x="8" y="25"/>
                      <a:pt x="6" y="25"/>
                      <a:pt x="5" y="24"/>
                    </a:cubicBezTo>
                    <a:cubicBezTo>
                      <a:pt x="3" y="23"/>
                      <a:pt x="1" y="21"/>
                      <a:pt x="1" y="19"/>
                    </a:cubicBezTo>
                    <a:cubicBezTo>
                      <a:pt x="0" y="18"/>
                      <a:pt x="0" y="17"/>
                      <a:pt x="1" y="17"/>
                    </a:cubicBezTo>
                    <a:cubicBezTo>
                      <a:pt x="1" y="16"/>
                      <a:pt x="2" y="16"/>
                      <a:pt x="2" y="16"/>
                    </a:cubicBezTo>
                    <a:cubicBezTo>
                      <a:pt x="16" y="12"/>
                      <a:pt x="29" y="7"/>
                      <a:pt x="42" y="2"/>
                    </a:cubicBezTo>
                    <a:cubicBezTo>
                      <a:pt x="43" y="2"/>
                      <a:pt x="44" y="2"/>
                      <a:pt x="45" y="2"/>
                    </a:cubicBezTo>
                    <a:cubicBezTo>
                      <a:pt x="54" y="2"/>
                      <a:pt x="64" y="2"/>
                      <a:pt x="73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5" y="6"/>
                      <a:pt x="76" y="12"/>
                      <a:pt x="76" y="18"/>
                    </a:cubicBezTo>
                    <a:cubicBezTo>
                      <a:pt x="76" y="18"/>
                      <a:pt x="76" y="19"/>
                      <a:pt x="76" y="19"/>
                    </a:cubicBezTo>
                    <a:cubicBezTo>
                      <a:pt x="75" y="20"/>
                      <a:pt x="74" y="20"/>
                      <a:pt x="73" y="20"/>
                    </a:cubicBezTo>
                    <a:cubicBezTo>
                      <a:pt x="66" y="21"/>
                      <a:pt x="58" y="22"/>
                      <a:pt x="51" y="23"/>
                    </a:cubicBezTo>
                    <a:cubicBezTo>
                      <a:pt x="37" y="24"/>
                      <a:pt x="24" y="26"/>
                      <a:pt x="10" y="25"/>
                    </a:cubicBezTo>
                    <a:close/>
                  </a:path>
                </a:pathLst>
              </a:custGeom>
              <a:solidFill>
                <a:srgbClr val="18252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afcc5bf-3781-45f4-af25-83c005332ed6" id="146" name="iṥ1íde">
                <a:extLst>
                  <a:ext uri="{FF2B5EF4-FFF2-40B4-BE49-F238E27FC236}">
                    <a16:creationId id="{494A3504-98FC-97FD-F91E-2A5BA537D240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26192" y="3169363"/>
                <a:ext cx="383970" cy="289454"/>
              </a:xfrm>
              <a:custGeom>
                <a:avLst/>
                <a:gdLst>
                  <a:gd fmla="*/ 71 w 82" name="T0"/>
                  <a:gd fmla="*/ 48 h 62" name="T1"/>
                  <a:gd fmla="*/ 58 w 82" name="T2"/>
                  <a:gd fmla="*/ 62 h 62" name="T3"/>
                  <a:gd fmla="*/ 58 w 82" name="T4"/>
                  <a:gd fmla="*/ 62 h 62" name="T5"/>
                  <a:gd fmla="*/ 58 w 82" name="T6"/>
                  <a:gd fmla="*/ 62 h 62" name="T7"/>
                  <a:gd fmla="*/ 52 w 82" name="T8"/>
                  <a:gd fmla="*/ 62 h 62" name="T9"/>
                  <a:gd fmla="*/ 50 w 82" name="T10"/>
                  <a:gd fmla="*/ 61 h 62" name="T11"/>
                  <a:gd fmla="*/ 50 w 82" name="T12"/>
                  <a:gd fmla="*/ 57 h 62" name="T13"/>
                  <a:gd fmla="*/ 55 w 82" name="T14"/>
                  <a:gd fmla="*/ 47 h 62" name="T15"/>
                  <a:gd fmla="*/ 55 w 82" name="T16"/>
                  <a:gd fmla="*/ 38 h 62" name="T17"/>
                  <a:gd fmla="*/ 53 w 82" name="T18"/>
                  <a:gd fmla="*/ 35 h 62" name="T19"/>
                  <a:gd fmla="*/ 47 w 82" name="T20"/>
                  <a:gd fmla="*/ 38 h 62" name="T21"/>
                  <a:gd fmla="*/ 44 w 82" name="T22"/>
                  <a:gd fmla="*/ 50 h 62" name="T23"/>
                  <a:gd fmla="*/ 43 w 82" name="T24"/>
                  <a:gd fmla="*/ 51 h 62" name="T25"/>
                  <a:gd fmla="*/ 41 w 82" name="T26"/>
                  <a:gd fmla="*/ 51 h 62" name="T27"/>
                  <a:gd fmla="*/ 37 w 82" name="T28"/>
                  <a:gd fmla="*/ 35 h 62" name="T29"/>
                  <a:gd fmla="*/ 38 w 82" name="T30"/>
                  <a:gd fmla="*/ 26 h 62" name="T31"/>
                  <a:gd fmla="*/ 31 w 82" name="T32"/>
                  <a:gd fmla="*/ 22 h 62" name="T33"/>
                  <a:gd fmla="*/ 24 w 82" name="T34"/>
                  <a:gd fmla="*/ 22 h 62" name="T35"/>
                  <a:gd fmla="*/ 11 w 82" name="T36"/>
                  <a:gd fmla="*/ 21 h 62" name="T37"/>
                  <a:gd fmla="*/ 11 w 82" name="T38"/>
                  <a:gd fmla="*/ 21 h 62" name="T39"/>
                  <a:gd fmla="*/ 3 w 82" name="T40"/>
                  <a:gd fmla="*/ 16 h 62" name="T41"/>
                  <a:gd fmla="*/ 1 w 82" name="T42"/>
                  <a:gd fmla="*/ 8 h 62" name="T43"/>
                  <a:gd fmla="*/ 9 w 82" name="T44"/>
                  <a:gd fmla="*/ 1 h 62" name="T45"/>
                  <a:gd fmla="*/ 21 w 82" name="T46"/>
                  <a:gd fmla="*/ 1 h 62" name="T47"/>
                  <a:gd fmla="*/ 46 w 82" name="T48"/>
                  <a:gd fmla="*/ 1 h 62" name="T49"/>
                  <a:gd fmla="*/ 54 w 82" name="T50"/>
                  <a:gd fmla="*/ 2 h 62" name="T51"/>
                  <a:gd fmla="*/ 61 w 82" name="T52"/>
                  <a:gd fmla="*/ 15 h 62" name="T53"/>
                  <a:gd fmla="*/ 75 w 82" name="T54"/>
                  <a:gd fmla="*/ 16 h 62" name="T55"/>
                  <a:gd fmla="*/ 81 w 82" name="T56"/>
                  <a:gd fmla="*/ 33 h 62" name="T57"/>
                  <a:gd fmla="*/ 71 w 82" name="T58"/>
                  <a:gd fmla="*/ 48 h 62" name="T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b="b" l="0" r="r" t="0"/>
                <a:pathLst>
                  <a:path h="62" w="82">
                    <a:moveTo>
                      <a:pt x="71" y="48"/>
                    </a:moveTo>
                    <a:cubicBezTo>
                      <a:pt x="67" y="53"/>
                      <a:pt x="62" y="57"/>
                      <a:pt x="58" y="62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6" y="62"/>
                      <a:pt x="54" y="62"/>
                      <a:pt x="52" y="62"/>
                    </a:cubicBezTo>
                    <a:cubicBezTo>
                      <a:pt x="51" y="62"/>
                      <a:pt x="51" y="62"/>
                      <a:pt x="50" y="61"/>
                    </a:cubicBezTo>
                    <a:cubicBezTo>
                      <a:pt x="49" y="60"/>
                      <a:pt x="50" y="58"/>
                      <a:pt x="50" y="57"/>
                    </a:cubicBezTo>
                    <a:cubicBezTo>
                      <a:pt x="52" y="54"/>
                      <a:pt x="54" y="50"/>
                      <a:pt x="55" y="47"/>
                    </a:cubicBezTo>
                    <a:cubicBezTo>
                      <a:pt x="56" y="44"/>
                      <a:pt x="56" y="41"/>
                      <a:pt x="55" y="38"/>
                    </a:cubicBezTo>
                    <a:cubicBezTo>
                      <a:pt x="55" y="37"/>
                      <a:pt x="54" y="35"/>
                      <a:pt x="53" y="35"/>
                    </a:cubicBezTo>
                    <a:cubicBezTo>
                      <a:pt x="51" y="34"/>
                      <a:pt x="49" y="36"/>
                      <a:pt x="47" y="38"/>
                    </a:cubicBezTo>
                    <a:cubicBezTo>
                      <a:pt x="45" y="42"/>
                      <a:pt x="45" y="46"/>
                      <a:pt x="44" y="50"/>
                    </a:cubicBezTo>
                    <a:cubicBezTo>
                      <a:pt x="44" y="50"/>
                      <a:pt x="43" y="51"/>
                      <a:pt x="43" y="51"/>
                    </a:cubicBezTo>
                    <a:cubicBezTo>
                      <a:pt x="42" y="52"/>
                      <a:pt x="41" y="51"/>
                      <a:pt x="41" y="51"/>
                    </a:cubicBezTo>
                    <a:cubicBezTo>
                      <a:pt x="37" y="47"/>
                      <a:pt x="35" y="41"/>
                      <a:pt x="37" y="35"/>
                    </a:cubicBezTo>
                    <a:cubicBezTo>
                      <a:pt x="37" y="32"/>
                      <a:pt x="39" y="29"/>
                      <a:pt x="38" y="26"/>
                    </a:cubicBezTo>
                    <a:cubicBezTo>
                      <a:pt x="36" y="23"/>
                      <a:pt x="34" y="22"/>
                      <a:pt x="31" y="22"/>
                    </a:cubicBezTo>
                    <a:cubicBezTo>
                      <a:pt x="29" y="22"/>
                      <a:pt x="26" y="22"/>
                      <a:pt x="24" y="22"/>
                    </a:cubicBezTo>
                    <a:cubicBezTo>
                      <a:pt x="19" y="23"/>
                      <a:pt x="15" y="22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8" y="20"/>
                      <a:pt x="5" y="18"/>
                      <a:pt x="3" y="16"/>
                    </a:cubicBezTo>
                    <a:cubicBezTo>
                      <a:pt x="1" y="14"/>
                      <a:pt x="0" y="11"/>
                      <a:pt x="1" y="8"/>
                    </a:cubicBezTo>
                    <a:cubicBezTo>
                      <a:pt x="2" y="4"/>
                      <a:pt x="6" y="2"/>
                      <a:pt x="9" y="1"/>
                    </a:cubicBezTo>
                    <a:cubicBezTo>
                      <a:pt x="13" y="0"/>
                      <a:pt x="17" y="1"/>
                      <a:pt x="21" y="1"/>
                    </a:cubicBezTo>
                    <a:cubicBezTo>
                      <a:pt x="29" y="2"/>
                      <a:pt x="38" y="1"/>
                      <a:pt x="46" y="1"/>
                    </a:cubicBezTo>
                    <a:cubicBezTo>
                      <a:pt x="49" y="1"/>
                      <a:pt x="52" y="1"/>
                      <a:pt x="54" y="2"/>
                    </a:cubicBezTo>
                    <a:cubicBezTo>
                      <a:pt x="59" y="4"/>
                      <a:pt x="61" y="10"/>
                      <a:pt x="61" y="15"/>
                    </a:cubicBezTo>
                    <a:cubicBezTo>
                      <a:pt x="66" y="14"/>
                      <a:pt x="71" y="13"/>
                      <a:pt x="75" y="16"/>
                    </a:cubicBezTo>
                    <a:cubicBezTo>
                      <a:pt x="80" y="19"/>
                      <a:pt x="82" y="27"/>
                      <a:pt x="81" y="33"/>
                    </a:cubicBezTo>
                    <a:cubicBezTo>
                      <a:pt x="79" y="39"/>
                      <a:pt x="75" y="44"/>
                      <a:pt x="71" y="48"/>
                    </a:cubicBezTo>
                    <a:close/>
                  </a:path>
                </a:pathLst>
              </a:custGeom>
              <a:solidFill>
                <a:srgbClr val="FF375A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b50b0d6-b767-4649-8918-31e6e99f84f1" id="147" name="íṧḻïḍê">
                <a:extLst>
                  <a:ext uri="{FF2B5EF4-FFF2-40B4-BE49-F238E27FC236}">
                    <a16:creationId id="{35D2D78C-6987-0E67-7C4B-6863CF88A158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129092" y="4422757"/>
                <a:ext cx="601062" cy="778280"/>
              </a:xfrm>
              <a:custGeom>
                <a:avLst/>
                <a:gdLst>
                  <a:gd fmla="*/ 104 w 128" name="T0"/>
                  <a:gd fmla="*/ 165 h 166" name="T1"/>
                  <a:gd fmla="*/ 99 w 128" name="T2"/>
                  <a:gd fmla="*/ 164 h 166" name="T3"/>
                  <a:gd fmla="*/ 97 w 128" name="T4"/>
                  <a:gd fmla="*/ 160 h 166" name="T5"/>
                  <a:gd fmla="*/ 92 w 128" name="T6"/>
                  <a:gd fmla="*/ 155 h 166" name="T7"/>
                  <a:gd fmla="*/ 13 w 128" name="T8"/>
                  <a:gd fmla="*/ 110 h 166" name="T9"/>
                  <a:gd fmla="*/ 9 w 128" name="T10"/>
                  <a:gd fmla="*/ 108 h 166" name="T11"/>
                  <a:gd fmla="*/ 7 w 128" name="T12"/>
                  <a:gd fmla="*/ 103 h 166" name="T13"/>
                  <a:gd fmla="*/ 3 w 128" name="T14"/>
                  <a:gd fmla="*/ 84 h 166" name="T15"/>
                  <a:gd fmla="*/ 1 w 128" name="T16"/>
                  <a:gd fmla="*/ 34 h 166" name="T17"/>
                  <a:gd fmla="*/ 0 w 128" name="T18"/>
                  <a:gd fmla="*/ 0 h 166" name="T19"/>
                  <a:gd fmla="*/ 28 w 128" name="T20"/>
                  <a:gd fmla="*/ 12 h 166" name="T21"/>
                  <a:gd fmla="*/ 49 w 128" name="T22"/>
                  <a:gd fmla="*/ 9 h 166" name="T23"/>
                  <a:gd fmla="*/ 59 w 128" name="T24"/>
                  <a:gd fmla="*/ 6 h 166" name="T25"/>
                  <a:gd fmla="*/ 43 w 128" name="T26"/>
                  <a:gd fmla="*/ 81 h 166" name="T27"/>
                  <a:gd fmla="*/ 98 w 128" name="T28"/>
                  <a:gd fmla="*/ 121 h 166" name="T29"/>
                  <a:gd fmla="*/ 119 w 128" name="T30"/>
                  <a:gd fmla="*/ 134 h 166" name="T31"/>
                  <a:gd fmla="*/ 125 w 128" name="T32"/>
                  <a:gd fmla="*/ 136 h 166" name="T33"/>
                  <a:gd fmla="*/ 123 w 128" name="T34"/>
                  <a:gd fmla="*/ 145 h 166" name="T35"/>
                  <a:gd fmla="*/ 122 w 128" name="T36"/>
                  <a:gd fmla="*/ 146 h 166" name="T37"/>
                  <a:gd fmla="*/ 108 w 128" name="T38"/>
                  <a:gd fmla="*/ 161 h 166" name="T39"/>
                  <a:gd fmla="*/ 107 w 128" name="T40"/>
                  <a:gd fmla="*/ 163 h 166" name="T41"/>
                  <a:gd fmla="*/ 104 w 128" name="T42"/>
                  <a:gd fmla="*/ 165 h 166" name="T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b="b" l="0" r="r" t="0"/>
                <a:pathLst>
                  <a:path h="166" w="128">
                    <a:moveTo>
                      <a:pt x="104" y="165"/>
                    </a:moveTo>
                    <a:cubicBezTo>
                      <a:pt x="102" y="166"/>
                      <a:pt x="100" y="165"/>
                      <a:pt x="99" y="164"/>
                    </a:cubicBezTo>
                    <a:cubicBezTo>
                      <a:pt x="98" y="163"/>
                      <a:pt x="98" y="161"/>
                      <a:pt x="97" y="160"/>
                    </a:cubicBezTo>
                    <a:cubicBezTo>
                      <a:pt x="96" y="158"/>
                      <a:pt x="94" y="156"/>
                      <a:pt x="92" y="155"/>
                    </a:cubicBezTo>
                    <a:cubicBezTo>
                      <a:pt x="67" y="139"/>
                      <a:pt x="40" y="124"/>
                      <a:pt x="13" y="110"/>
                    </a:cubicBezTo>
                    <a:cubicBezTo>
                      <a:pt x="12" y="110"/>
                      <a:pt x="11" y="109"/>
                      <a:pt x="9" y="108"/>
                    </a:cubicBezTo>
                    <a:cubicBezTo>
                      <a:pt x="8" y="107"/>
                      <a:pt x="7" y="105"/>
                      <a:pt x="7" y="103"/>
                    </a:cubicBezTo>
                    <a:cubicBezTo>
                      <a:pt x="4" y="97"/>
                      <a:pt x="4" y="90"/>
                      <a:pt x="3" y="84"/>
                    </a:cubicBezTo>
                    <a:cubicBezTo>
                      <a:pt x="3" y="67"/>
                      <a:pt x="2" y="50"/>
                      <a:pt x="1" y="34"/>
                    </a:cubicBezTo>
                    <a:cubicBezTo>
                      <a:pt x="1" y="23"/>
                      <a:pt x="0" y="12"/>
                      <a:pt x="0" y="0"/>
                    </a:cubicBezTo>
                    <a:cubicBezTo>
                      <a:pt x="8" y="6"/>
                      <a:pt x="18" y="11"/>
                      <a:pt x="28" y="12"/>
                    </a:cubicBezTo>
                    <a:cubicBezTo>
                      <a:pt x="35" y="12"/>
                      <a:pt x="42" y="11"/>
                      <a:pt x="49" y="9"/>
                    </a:cubicBezTo>
                    <a:cubicBezTo>
                      <a:pt x="52" y="8"/>
                      <a:pt x="55" y="7"/>
                      <a:pt x="59" y="6"/>
                    </a:cubicBezTo>
                    <a:cubicBezTo>
                      <a:pt x="46" y="29"/>
                      <a:pt x="54" y="58"/>
                      <a:pt x="43" y="81"/>
                    </a:cubicBezTo>
                    <a:cubicBezTo>
                      <a:pt x="62" y="93"/>
                      <a:pt x="81" y="106"/>
                      <a:pt x="98" y="121"/>
                    </a:cubicBezTo>
                    <a:cubicBezTo>
                      <a:pt x="104" y="127"/>
                      <a:pt x="111" y="134"/>
                      <a:pt x="119" y="134"/>
                    </a:cubicBezTo>
                    <a:cubicBezTo>
                      <a:pt x="121" y="134"/>
                      <a:pt x="123" y="134"/>
                      <a:pt x="125" y="136"/>
                    </a:cubicBezTo>
                    <a:cubicBezTo>
                      <a:pt x="128" y="138"/>
                      <a:pt x="125" y="142"/>
                      <a:pt x="123" y="145"/>
                    </a:cubicBezTo>
                    <a:cubicBezTo>
                      <a:pt x="122" y="145"/>
                      <a:pt x="122" y="146"/>
                      <a:pt x="122" y="146"/>
                    </a:cubicBezTo>
                    <a:cubicBezTo>
                      <a:pt x="117" y="151"/>
                      <a:pt x="113" y="156"/>
                      <a:pt x="108" y="161"/>
                    </a:cubicBezTo>
                    <a:cubicBezTo>
                      <a:pt x="108" y="162"/>
                      <a:pt x="107" y="162"/>
                      <a:pt x="107" y="163"/>
                    </a:cubicBezTo>
                    <a:cubicBezTo>
                      <a:pt x="106" y="164"/>
                      <a:pt x="105" y="164"/>
                      <a:pt x="104" y="165"/>
                    </a:cubicBezTo>
                    <a:close/>
                  </a:path>
                </a:pathLst>
              </a:custGeom>
              <a:solidFill>
                <a:srgbClr val="19414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dd502d6d-7934-4974-968a-39bc8d8e0e7e" id="148" name="íṥliḍè">
                <a:extLst>
                  <a:ext uri="{FF2B5EF4-FFF2-40B4-BE49-F238E27FC236}">
                    <a16:creationId id="{DE22E539-A145-F67A-7507-E9E0C7A09005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428980" y="3271264"/>
                <a:ext cx="267303" cy="299793"/>
              </a:xfrm>
              <a:custGeom>
                <a:avLst/>
                <a:gdLst>
                  <a:gd fmla="*/ 57 w 57" name="T0"/>
                  <a:gd fmla="*/ 49 h 64" name="T1"/>
                  <a:gd fmla="*/ 57 w 57" name="T2"/>
                  <a:gd fmla="*/ 51 h 64" name="T3"/>
                  <a:gd fmla="*/ 57 w 57" name="T4"/>
                  <a:gd fmla="*/ 52 h 64" name="T5"/>
                  <a:gd fmla="*/ 55 w 57" name="T6"/>
                  <a:gd fmla="*/ 53 h 64" name="T7"/>
                  <a:gd fmla="*/ 29 w 57" name="T8"/>
                  <a:gd fmla="*/ 64 h 64" name="T9"/>
                  <a:gd fmla="*/ 29 w 57" name="T10"/>
                  <a:gd fmla="*/ 62 h 64" name="T11"/>
                  <a:gd fmla="*/ 29 w 57" name="T12"/>
                  <a:gd fmla="*/ 61 h 64" name="T13"/>
                  <a:gd fmla="*/ 29 w 57" name="T14"/>
                  <a:gd fmla="*/ 57 h 64" name="T15"/>
                  <a:gd fmla="*/ 29 w 57" name="T16"/>
                  <a:gd fmla="*/ 56 h 64" name="T17"/>
                  <a:gd fmla="*/ 12 w 57" name="T18"/>
                  <a:gd fmla="*/ 60 h 64" name="T19"/>
                  <a:gd fmla="*/ 10 w 57" name="T20"/>
                  <a:gd fmla="*/ 59 h 64" name="T21"/>
                  <a:gd fmla="*/ 8 w 57" name="T22"/>
                  <a:gd fmla="*/ 57 h 64" name="T23"/>
                  <a:gd fmla="*/ 3 w 57" name="T24"/>
                  <a:gd fmla="*/ 40 h 64" name="T25"/>
                  <a:gd fmla="*/ 0 w 57" name="T26"/>
                  <a:gd fmla="*/ 38 h 64" name="T27"/>
                  <a:gd fmla="*/ 2 w 57" name="T28"/>
                  <a:gd fmla="*/ 34 h 64" name="T29"/>
                  <a:gd fmla="*/ 5 w 57" name="T30"/>
                  <a:gd fmla="*/ 33 h 64" name="T31"/>
                  <a:gd fmla="*/ 8 w 57" name="T32"/>
                  <a:gd fmla="*/ 26 h 64" name="T33"/>
                  <a:gd fmla="*/ 7 w 57" name="T34"/>
                  <a:gd fmla="*/ 18 h 64" name="T35"/>
                  <a:gd fmla="*/ 10 w 57" name="T36"/>
                  <a:gd fmla="*/ 0 h 64" name="T37"/>
                  <a:gd fmla="*/ 23 w 57" name="T38"/>
                  <a:gd fmla="*/ 1 h 64" name="T39"/>
                  <a:gd fmla="*/ 30 w 57" name="T40"/>
                  <a:gd fmla="*/ 1 h 64" name="T41"/>
                  <a:gd fmla="*/ 37 w 57" name="T42"/>
                  <a:gd fmla="*/ 5 h 64" name="T43"/>
                  <a:gd fmla="*/ 36 w 57" name="T44"/>
                  <a:gd fmla="*/ 14 h 64" name="T45"/>
                  <a:gd fmla="*/ 40 w 57" name="T46"/>
                  <a:gd fmla="*/ 30 h 64" name="T47"/>
                  <a:gd fmla="*/ 42 w 57" name="T48"/>
                  <a:gd fmla="*/ 30 h 64" name="T49"/>
                  <a:gd fmla="*/ 43 w 57" name="T50"/>
                  <a:gd fmla="*/ 29 h 64" name="T51"/>
                  <a:gd fmla="*/ 46 w 57" name="T52"/>
                  <a:gd fmla="*/ 17 h 64" name="T53"/>
                  <a:gd fmla="*/ 52 w 57" name="T54"/>
                  <a:gd fmla="*/ 14 h 64" name="T55"/>
                  <a:gd fmla="*/ 54 w 57" name="T56"/>
                  <a:gd fmla="*/ 17 h 64" name="T57"/>
                  <a:gd fmla="*/ 54 w 57" name="T58"/>
                  <a:gd fmla="*/ 26 h 64" name="T59"/>
                  <a:gd fmla="*/ 49 w 57" name="T60"/>
                  <a:gd fmla="*/ 36 h 64" name="T61"/>
                  <a:gd fmla="*/ 49 w 57" name="T62"/>
                  <a:gd fmla="*/ 40 h 64" name="T63"/>
                  <a:gd fmla="*/ 51 w 57" name="T64"/>
                  <a:gd fmla="*/ 41 h 64" name="T65"/>
                  <a:gd fmla="*/ 57 w 57" name="T66"/>
                  <a:gd fmla="*/ 41 h 64" name="T67"/>
                  <a:gd fmla="*/ 57 w 57" name="T68"/>
                  <a:gd fmla="*/ 41 h 64" name="T69"/>
                  <a:gd fmla="*/ 57 w 57" name="T70"/>
                  <a:gd fmla="*/ 49 h 64" name="T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b="b" l="0" r="r" t="0"/>
                <a:pathLst>
                  <a:path h="64" w="57">
                    <a:moveTo>
                      <a:pt x="57" y="49"/>
                    </a:moveTo>
                    <a:cubicBezTo>
                      <a:pt x="57" y="50"/>
                      <a:pt x="57" y="50"/>
                      <a:pt x="57" y="51"/>
                    </a:cubicBezTo>
                    <a:cubicBezTo>
                      <a:pt x="57" y="51"/>
                      <a:pt x="57" y="51"/>
                      <a:pt x="57" y="52"/>
                    </a:cubicBezTo>
                    <a:cubicBezTo>
                      <a:pt x="57" y="52"/>
                      <a:pt x="56" y="53"/>
                      <a:pt x="55" y="53"/>
                    </a:cubicBezTo>
                    <a:cubicBezTo>
                      <a:pt x="46" y="57"/>
                      <a:pt x="37" y="61"/>
                      <a:pt x="29" y="64"/>
                    </a:cubicBezTo>
                    <a:cubicBezTo>
                      <a:pt x="29" y="64"/>
                      <a:pt x="29" y="63"/>
                      <a:pt x="29" y="62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29" y="60"/>
                      <a:pt x="29" y="58"/>
                      <a:pt x="29" y="57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23" y="58"/>
                      <a:pt x="18" y="60"/>
                      <a:pt x="12" y="60"/>
                    </a:cubicBezTo>
                    <a:cubicBezTo>
                      <a:pt x="11" y="60"/>
                      <a:pt x="10" y="60"/>
                      <a:pt x="10" y="59"/>
                    </a:cubicBezTo>
                    <a:cubicBezTo>
                      <a:pt x="9" y="59"/>
                      <a:pt x="9" y="58"/>
                      <a:pt x="8" y="57"/>
                    </a:cubicBezTo>
                    <a:cubicBezTo>
                      <a:pt x="8" y="51"/>
                      <a:pt x="7" y="44"/>
                      <a:pt x="3" y="40"/>
                    </a:cubicBezTo>
                    <a:cubicBezTo>
                      <a:pt x="2" y="40"/>
                      <a:pt x="0" y="39"/>
                      <a:pt x="0" y="38"/>
                    </a:cubicBezTo>
                    <a:cubicBezTo>
                      <a:pt x="0" y="36"/>
                      <a:pt x="1" y="35"/>
                      <a:pt x="2" y="34"/>
                    </a:cubicBezTo>
                    <a:cubicBezTo>
                      <a:pt x="3" y="34"/>
                      <a:pt x="4" y="33"/>
                      <a:pt x="5" y="33"/>
                    </a:cubicBezTo>
                    <a:cubicBezTo>
                      <a:pt x="7" y="31"/>
                      <a:pt x="8" y="28"/>
                      <a:pt x="8" y="26"/>
                    </a:cubicBezTo>
                    <a:cubicBezTo>
                      <a:pt x="8" y="23"/>
                      <a:pt x="7" y="21"/>
                      <a:pt x="7" y="18"/>
                    </a:cubicBezTo>
                    <a:cubicBezTo>
                      <a:pt x="6" y="12"/>
                      <a:pt x="7" y="5"/>
                      <a:pt x="10" y="0"/>
                    </a:cubicBezTo>
                    <a:cubicBezTo>
                      <a:pt x="14" y="1"/>
                      <a:pt x="18" y="2"/>
                      <a:pt x="23" y="1"/>
                    </a:cubicBezTo>
                    <a:cubicBezTo>
                      <a:pt x="25" y="1"/>
                      <a:pt x="28" y="1"/>
                      <a:pt x="30" y="1"/>
                    </a:cubicBezTo>
                    <a:cubicBezTo>
                      <a:pt x="33" y="1"/>
                      <a:pt x="35" y="2"/>
                      <a:pt x="37" y="5"/>
                    </a:cubicBezTo>
                    <a:cubicBezTo>
                      <a:pt x="38" y="8"/>
                      <a:pt x="36" y="11"/>
                      <a:pt x="36" y="14"/>
                    </a:cubicBezTo>
                    <a:cubicBezTo>
                      <a:pt x="34" y="20"/>
                      <a:pt x="36" y="26"/>
                      <a:pt x="40" y="30"/>
                    </a:cubicBezTo>
                    <a:cubicBezTo>
                      <a:pt x="40" y="30"/>
                      <a:pt x="41" y="31"/>
                      <a:pt x="42" y="30"/>
                    </a:cubicBezTo>
                    <a:cubicBezTo>
                      <a:pt x="42" y="30"/>
                      <a:pt x="43" y="29"/>
                      <a:pt x="43" y="29"/>
                    </a:cubicBezTo>
                    <a:cubicBezTo>
                      <a:pt x="44" y="25"/>
                      <a:pt x="44" y="21"/>
                      <a:pt x="46" y="17"/>
                    </a:cubicBezTo>
                    <a:cubicBezTo>
                      <a:pt x="48" y="15"/>
                      <a:pt x="50" y="13"/>
                      <a:pt x="52" y="14"/>
                    </a:cubicBezTo>
                    <a:cubicBezTo>
                      <a:pt x="53" y="14"/>
                      <a:pt x="54" y="16"/>
                      <a:pt x="54" y="17"/>
                    </a:cubicBezTo>
                    <a:cubicBezTo>
                      <a:pt x="55" y="20"/>
                      <a:pt x="55" y="23"/>
                      <a:pt x="54" y="26"/>
                    </a:cubicBezTo>
                    <a:cubicBezTo>
                      <a:pt x="53" y="29"/>
                      <a:pt x="51" y="33"/>
                      <a:pt x="49" y="36"/>
                    </a:cubicBezTo>
                    <a:cubicBezTo>
                      <a:pt x="49" y="37"/>
                      <a:pt x="48" y="39"/>
                      <a:pt x="49" y="40"/>
                    </a:cubicBezTo>
                    <a:cubicBezTo>
                      <a:pt x="50" y="41"/>
                      <a:pt x="50" y="41"/>
                      <a:pt x="51" y="41"/>
                    </a:cubicBezTo>
                    <a:cubicBezTo>
                      <a:pt x="53" y="41"/>
                      <a:pt x="55" y="41"/>
                      <a:pt x="57" y="41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44"/>
                      <a:pt x="57" y="47"/>
                      <a:pt x="57" y="49"/>
                    </a:cubicBezTo>
                    <a:close/>
                  </a:path>
                </a:pathLst>
              </a:custGeom>
              <a:solidFill>
                <a:srgbClr val="FFD0B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fd4625bc-a8f0-412c-8972-433f554cf77d" id="149" name="ís1íďé">
                <a:extLst>
                  <a:ext uri="{FF2B5EF4-FFF2-40B4-BE49-F238E27FC236}">
                    <a16:creationId id="{4DF4510B-D970-42C2-69BF-92E4E12CF81A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97205" y="3615414"/>
                <a:ext cx="754650" cy="435659"/>
              </a:xfrm>
              <a:custGeom>
                <a:avLst/>
                <a:gdLst>
                  <a:gd fmla="*/ 80 w 161" name="T0"/>
                  <a:gd fmla="*/ 83 h 93" name="T1"/>
                  <a:gd fmla="*/ 5 w 161" name="T2"/>
                  <a:gd fmla="*/ 89 h 93" name="T3"/>
                  <a:gd fmla="*/ 3 w 161" name="T4"/>
                  <a:gd fmla="*/ 89 h 93" name="T5"/>
                  <a:gd fmla="*/ 2 w 161" name="T6"/>
                  <a:gd fmla="*/ 86 h 93" name="T7"/>
                  <a:gd fmla="*/ 1 w 161" name="T8"/>
                  <a:gd fmla="*/ 78 h 93" name="T9"/>
                  <a:gd fmla="*/ 0 w 161" name="T10"/>
                  <a:gd fmla="*/ 61 h 93" name="T11"/>
                  <a:gd fmla="*/ 0 w 161" name="T12"/>
                  <a:gd fmla="*/ 58 h 93" name="T13"/>
                  <a:gd fmla="*/ 0 w 161" name="T14"/>
                  <a:gd fmla="*/ 57 h 93" name="T15"/>
                  <a:gd fmla="*/ 71 w 161" name="T16"/>
                  <a:gd fmla="*/ 55 h 93" name="T17"/>
                  <a:gd fmla="*/ 78 w 161" name="T18"/>
                  <a:gd fmla="*/ 53 h 93" name="T19"/>
                  <a:gd fmla="*/ 83 w 161" name="T20"/>
                  <a:gd fmla="*/ 49 h 93" name="T21"/>
                  <a:gd fmla="*/ 101 w 161" name="T22"/>
                  <a:gd fmla="*/ 31 h 93" name="T23"/>
                  <a:gd fmla="*/ 140 w 161" name="T24"/>
                  <a:gd fmla="*/ 3 h 93" name="T25"/>
                  <a:gd fmla="*/ 152 w 161" name="T26"/>
                  <a:gd fmla="*/ 1 h 93" name="T27"/>
                  <a:gd fmla="*/ 157 w 161" name="T28"/>
                  <a:gd fmla="*/ 3 h 93" name="T29"/>
                  <a:gd fmla="*/ 159 w 161" name="T30"/>
                  <a:gd fmla="*/ 19 h 93" name="T31"/>
                  <a:gd fmla="*/ 107 w 161" name="T32"/>
                  <a:gd fmla="*/ 76 h 93" name="T33"/>
                  <a:gd fmla="*/ 89 w 161" name="T34"/>
                  <a:gd fmla="*/ 81 h 93" name="T35"/>
                  <a:gd fmla="*/ 80 w 161" name="T36"/>
                  <a:gd fmla="*/ 83 h 93" name="T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b="b" l="0" r="r" t="0"/>
                <a:pathLst>
                  <a:path h="93" w="161">
                    <a:moveTo>
                      <a:pt x="80" y="83"/>
                    </a:moveTo>
                    <a:cubicBezTo>
                      <a:pt x="56" y="89"/>
                      <a:pt x="30" y="93"/>
                      <a:pt x="5" y="89"/>
                    </a:cubicBezTo>
                    <a:cubicBezTo>
                      <a:pt x="4" y="89"/>
                      <a:pt x="3" y="89"/>
                      <a:pt x="3" y="89"/>
                    </a:cubicBezTo>
                    <a:cubicBezTo>
                      <a:pt x="2" y="88"/>
                      <a:pt x="2" y="87"/>
                      <a:pt x="2" y="86"/>
                    </a:cubicBezTo>
                    <a:cubicBezTo>
                      <a:pt x="2" y="83"/>
                      <a:pt x="2" y="81"/>
                      <a:pt x="1" y="78"/>
                    </a:cubicBezTo>
                    <a:cubicBezTo>
                      <a:pt x="1" y="72"/>
                      <a:pt x="0" y="67"/>
                      <a:pt x="0" y="61"/>
                    </a:cubicBezTo>
                    <a:cubicBezTo>
                      <a:pt x="0" y="60"/>
                      <a:pt x="0" y="59"/>
                      <a:pt x="0" y="58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24" y="59"/>
                      <a:pt x="48" y="58"/>
                      <a:pt x="71" y="55"/>
                    </a:cubicBezTo>
                    <a:cubicBezTo>
                      <a:pt x="74" y="54"/>
                      <a:pt x="76" y="54"/>
                      <a:pt x="78" y="53"/>
                    </a:cubicBezTo>
                    <a:cubicBezTo>
                      <a:pt x="80" y="52"/>
                      <a:pt x="82" y="50"/>
                      <a:pt x="83" y="49"/>
                    </a:cubicBezTo>
                    <a:cubicBezTo>
                      <a:pt x="89" y="43"/>
                      <a:pt x="95" y="37"/>
                      <a:pt x="101" y="31"/>
                    </a:cubicBezTo>
                    <a:cubicBezTo>
                      <a:pt x="113" y="20"/>
                      <a:pt x="125" y="10"/>
                      <a:pt x="140" y="3"/>
                    </a:cubicBezTo>
                    <a:cubicBezTo>
                      <a:pt x="144" y="2"/>
                      <a:pt x="148" y="0"/>
                      <a:pt x="152" y="1"/>
                    </a:cubicBezTo>
                    <a:cubicBezTo>
                      <a:pt x="154" y="1"/>
                      <a:pt x="155" y="2"/>
                      <a:pt x="157" y="3"/>
                    </a:cubicBezTo>
                    <a:cubicBezTo>
                      <a:pt x="161" y="7"/>
                      <a:pt x="160" y="14"/>
                      <a:pt x="159" y="19"/>
                    </a:cubicBezTo>
                    <a:cubicBezTo>
                      <a:pt x="152" y="45"/>
                      <a:pt x="132" y="67"/>
                      <a:pt x="107" y="76"/>
                    </a:cubicBezTo>
                    <a:cubicBezTo>
                      <a:pt x="101" y="78"/>
                      <a:pt x="95" y="79"/>
                      <a:pt x="89" y="81"/>
                    </a:cubicBezTo>
                    <a:cubicBezTo>
                      <a:pt x="86" y="81"/>
                      <a:pt x="83" y="82"/>
                      <a:pt x="80" y="83"/>
                    </a:cubicBezTo>
                    <a:close/>
                  </a:path>
                </a:pathLst>
              </a:custGeom>
              <a:solidFill>
                <a:srgbClr val="2C637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af95235-b0cd-4ded-9db9-ce6614072546" id="150" name="iṩlîḍé">
                <a:extLst>
                  <a:ext uri="{FF2B5EF4-FFF2-40B4-BE49-F238E27FC236}">
                    <a16:creationId id="{948FD42B-5E0D-C1FA-6AB3-C5952A58886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294432" y="3573207"/>
                <a:ext cx="627645" cy="918576"/>
              </a:xfrm>
              <a:custGeom>
                <a:avLst/>
                <a:gdLst>
                  <a:gd fmla="*/ 124 w 134" name="T0"/>
                  <a:gd fmla="*/ 0 h 196" name="T1"/>
                  <a:gd fmla="*/ 126 w 134" name="T2"/>
                  <a:gd fmla="*/ 54 h 196" name="T3"/>
                  <a:gd fmla="*/ 105 w 134" name="T4"/>
                  <a:gd fmla="*/ 107 h 196" name="T5"/>
                  <a:gd fmla="*/ 104 w 134" name="T6"/>
                  <a:gd fmla="*/ 175 h 196" name="T7"/>
                  <a:gd fmla="*/ 103 w 134" name="T8"/>
                  <a:gd fmla="*/ 183 h 196" name="T9"/>
                  <a:gd fmla="*/ 93 w 134" name="T10"/>
                  <a:gd fmla="*/ 188 h 196" name="T11"/>
                  <a:gd fmla="*/ 85 w 134" name="T12"/>
                  <a:gd fmla="*/ 190 h 196" name="T13"/>
                  <a:gd fmla="*/ 75 w 134" name="T14"/>
                  <a:gd fmla="*/ 193 h 196" name="T15"/>
                  <a:gd fmla="*/ 54 w 134" name="T16"/>
                  <a:gd fmla="*/ 196 h 196" name="T17"/>
                  <a:gd fmla="*/ 26 w 134" name="T18"/>
                  <a:gd fmla="*/ 184 h 196" name="T19"/>
                  <a:gd fmla="*/ 26 w 134" name="T20"/>
                  <a:gd fmla="*/ 184 h 196" name="T21"/>
                  <a:gd fmla="*/ 4 w 134" name="T22"/>
                  <a:gd fmla="*/ 167 h 196" name="T23"/>
                  <a:gd fmla="*/ 0 w 134" name="T24"/>
                  <a:gd fmla="*/ 164 h 196" name="T25"/>
                  <a:gd fmla="*/ 28 w 134" name="T26"/>
                  <a:gd fmla="*/ 115 h 196" name="T27"/>
                  <a:gd fmla="*/ 35 w 134" name="T28"/>
                  <a:gd fmla="*/ 89 h 196" name="T29"/>
                  <a:gd fmla="*/ 44 w 134" name="T30"/>
                  <a:gd fmla="*/ 87 h 196" name="T31"/>
                  <a:gd fmla="*/ 62 w 134" name="T32"/>
                  <a:gd fmla="*/ 82 h 196" name="T33"/>
                  <a:gd fmla="*/ 114 w 134" name="T34"/>
                  <a:gd fmla="*/ 25 h 196" name="T35"/>
                  <a:gd fmla="*/ 112 w 134" name="T36"/>
                  <a:gd fmla="*/ 9 h 196" name="T37"/>
                  <a:gd fmla="*/ 107 w 134" name="T38"/>
                  <a:gd fmla="*/ 7 h 196" name="T39"/>
                  <a:gd fmla="*/ 108 w 134" name="T40"/>
                  <a:gd fmla="*/ 7 h 196" name="T41"/>
                  <a:gd fmla="*/ 122 w 134" name="T42"/>
                  <a:gd fmla="*/ 1 h 196" name="T43"/>
                  <a:gd fmla="*/ 123 w 134" name="T44"/>
                  <a:gd fmla="*/ 0 h 196" name="T45"/>
                  <a:gd fmla="*/ 123 w 134" name="T46"/>
                  <a:gd fmla="*/ 0 h 196" name="T47"/>
                  <a:gd fmla="*/ 124 w 134" name="T48"/>
                  <a:gd fmla="*/ 0 h 196" name="T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b="b" l="0" r="r" t="0"/>
                <a:pathLst>
                  <a:path h="196" w="134">
                    <a:moveTo>
                      <a:pt x="124" y="0"/>
                    </a:moveTo>
                    <a:cubicBezTo>
                      <a:pt x="134" y="15"/>
                      <a:pt x="132" y="37"/>
                      <a:pt x="126" y="54"/>
                    </a:cubicBezTo>
                    <a:cubicBezTo>
                      <a:pt x="119" y="72"/>
                      <a:pt x="109" y="89"/>
                      <a:pt x="105" y="107"/>
                    </a:cubicBezTo>
                    <a:cubicBezTo>
                      <a:pt x="100" y="129"/>
                      <a:pt x="104" y="152"/>
                      <a:pt x="104" y="175"/>
                    </a:cubicBezTo>
                    <a:cubicBezTo>
                      <a:pt x="104" y="178"/>
                      <a:pt x="104" y="181"/>
                      <a:pt x="103" y="183"/>
                    </a:cubicBezTo>
                    <a:cubicBezTo>
                      <a:pt x="101" y="186"/>
                      <a:pt x="97" y="187"/>
                      <a:pt x="93" y="188"/>
                    </a:cubicBezTo>
                    <a:cubicBezTo>
                      <a:pt x="91" y="189"/>
                      <a:pt x="88" y="190"/>
                      <a:pt x="85" y="190"/>
                    </a:cubicBezTo>
                    <a:cubicBezTo>
                      <a:pt x="81" y="191"/>
                      <a:pt x="78" y="192"/>
                      <a:pt x="75" y="193"/>
                    </a:cubicBezTo>
                    <a:cubicBezTo>
                      <a:pt x="68" y="195"/>
                      <a:pt x="61" y="196"/>
                      <a:pt x="54" y="196"/>
                    </a:cubicBezTo>
                    <a:cubicBezTo>
                      <a:pt x="44" y="195"/>
                      <a:pt x="34" y="190"/>
                      <a:pt x="26" y="184"/>
                    </a:cubicBezTo>
                    <a:cubicBezTo>
                      <a:pt x="26" y="184"/>
                      <a:pt x="26" y="184"/>
                      <a:pt x="26" y="184"/>
                    </a:cubicBezTo>
                    <a:cubicBezTo>
                      <a:pt x="18" y="179"/>
                      <a:pt x="11" y="174"/>
                      <a:pt x="4" y="167"/>
                    </a:cubicBezTo>
                    <a:cubicBezTo>
                      <a:pt x="3" y="166"/>
                      <a:pt x="1" y="165"/>
                      <a:pt x="0" y="164"/>
                    </a:cubicBezTo>
                    <a:cubicBezTo>
                      <a:pt x="11" y="148"/>
                      <a:pt x="20" y="132"/>
                      <a:pt x="28" y="115"/>
                    </a:cubicBezTo>
                    <a:cubicBezTo>
                      <a:pt x="32" y="107"/>
                      <a:pt x="36" y="98"/>
                      <a:pt x="35" y="89"/>
                    </a:cubicBezTo>
                    <a:cubicBezTo>
                      <a:pt x="38" y="88"/>
                      <a:pt x="41" y="87"/>
                      <a:pt x="44" y="87"/>
                    </a:cubicBezTo>
                    <a:cubicBezTo>
                      <a:pt x="50" y="85"/>
                      <a:pt x="56" y="84"/>
                      <a:pt x="62" y="82"/>
                    </a:cubicBezTo>
                    <a:cubicBezTo>
                      <a:pt x="87" y="73"/>
                      <a:pt x="107" y="51"/>
                      <a:pt x="114" y="25"/>
                    </a:cubicBezTo>
                    <a:cubicBezTo>
                      <a:pt x="115" y="20"/>
                      <a:pt x="116" y="13"/>
                      <a:pt x="112" y="9"/>
                    </a:cubicBezTo>
                    <a:cubicBezTo>
                      <a:pt x="110" y="8"/>
                      <a:pt x="109" y="7"/>
                      <a:pt x="107" y="7"/>
                    </a:cubicBezTo>
                    <a:cubicBezTo>
                      <a:pt x="107" y="7"/>
                      <a:pt x="108" y="7"/>
                      <a:pt x="108" y="7"/>
                    </a:cubicBezTo>
                    <a:cubicBezTo>
                      <a:pt x="113" y="5"/>
                      <a:pt x="117" y="3"/>
                      <a:pt x="122" y="1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23" y="0"/>
                      <a:pt x="123" y="0"/>
                      <a:pt x="123" y="0"/>
                    </a:cubicBez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2C6370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66e5d2b9-af30-44e7-acbe-01deeea01f72" id="151" name="ïṣḷiḓe">
                <a:extLst>
                  <a:ext uri="{FF2B5EF4-FFF2-40B4-BE49-F238E27FC236}">
                    <a16:creationId id="{39043FFC-6335-6049-33D7-F3EA4932C519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402478" y="3503590"/>
                <a:ext cx="155067" cy="88608"/>
              </a:xfrm>
              <a:custGeom>
                <a:avLst/>
                <a:gdLst>
                  <a:gd fmla="*/ 33 w 33" name="T0"/>
                  <a:gd fmla="*/ 4 h 19" name="T1"/>
                  <a:gd fmla="*/ 33 w 33" name="T2"/>
                  <a:gd fmla="*/ 5 h 19" name="T3"/>
                  <a:gd fmla="*/ 33 w 33" name="T4"/>
                  <a:gd fmla="*/ 5 h 19" name="T5"/>
                  <a:gd fmla="*/ 32 w 33" name="T6"/>
                  <a:gd fmla="*/ 6 h 19" name="T7"/>
                  <a:gd fmla="*/ 7 w 33" name="T8"/>
                  <a:gd fmla="*/ 17 h 19" name="T9"/>
                  <a:gd fmla="*/ 1 w 33" name="T10"/>
                  <a:gd fmla="*/ 19 h 19" name="T11"/>
                  <a:gd fmla="*/ 0 w 33" name="T12"/>
                  <a:gd fmla="*/ 19 h 19" name="T13"/>
                  <a:gd fmla="*/ 0 w 33" name="T14"/>
                  <a:gd fmla="*/ 18 h 19" name="T15"/>
                  <a:gd fmla="*/ 0 w 33" name="T16"/>
                  <a:gd fmla="*/ 18 h 19" name="T17"/>
                  <a:gd fmla="*/ 2 w 33" name="T18"/>
                  <a:gd fmla="*/ 11 h 19" name="T19"/>
                  <a:gd fmla="*/ 2 w 33" name="T20"/>
                  <a:gd fmla="*/ 13 h 19" name="T21"/>
                  <a:gd fmla="*/ 28 w 33" name="T22"/>
                  <a:gd fmla="*/ 2 h 19" name="T23"/>
                  <a:gd fmla="*/ 30 w 33" name="T24"/>
                  <a:gd fmla="*/ 1 h 19" name="T25"/>
                  <a:gd fmla="*/ 30 w 33" name="T26"/>
                  <a:gd fmla="*/ 0 h 19" name="T27"/>
                  <a:gd fmla="*/ 33 w 33" name="T28"/>
                  <a:gd fmla="*/ 4 h 19" name="T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b="b" l="0" r="r" t="0"/>
                <a:pathLst>
                  <a:path h="19" w="33">
                    <a:moveTo>
                      <a:pt x="33" y="4"/>
                    </a:move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24" y="10"/>
                      <a:pt x="15" y="13"/>
                      <a:pt x="7" y="17"/>
                    </a:cubicBezTo>
                    <a:cubicBezTo>
                      <a:pt x="5" y="18"/>
                      <a:pt x="3" y="19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7"/>
                      <a:pt x="1" y="13"/>
                      <a:pt x="2" y="11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10" y="10"/>
                      <a:pt x="19" y="6"/>
                      <a:pt x="28" y="2"/>
                    </a:cubicBezTo>
                    <a:cubicBezTo>
                      <a:pt x="29" y="2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1"/>
                      <a:pt x="32" y="3"/>
                      <a:pt x="3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2036c433-d292-49cb-a5ad-f8de12c73f3b" id="152" name="ís1íďé">
                <a:extLst>
                  <a:ext uri="{FF2B5EF4-FFF2-40B4-BE49-F238E27FC236}">
                    <a16:creationId id="{90CD722F-551B-60F0-861F-8DFFD75AC39E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069982" y="5087818"/>
                <a:ext cx="267303" cy="249581"/>
              </a:xfrm>
              <a:custGeom>
                <a:avLst/>
                <a:gdLst>
                  <a:gd fmla="*/ 56 w 57" name="T0"/>
                  <a:gd fmla="*/ 12 h 53" name="T1"/>
                  <a:gd fmla="*/ 57 w 57" name="T2"/>
                  <a:gd fmla="*/ 16 h 53" name="T3"/>
                  <a:gd fmla="*/ 56 w 57" name="T4"/>
                  <a:gd fmla="*/ 18 h 53" name="T5"/>
                  <a:gd fmla="*/ 29 w 57" name="T6"/>
                  <a:gd fmla="*/ 49 h 53" name="T7"/>
                  <a:gd fmla="*/ 24 w 57" name="T8"/>
                  <a:gd fmla="*/ 53 h 53" name="T9"/>
                  <a:gd fmla="*/ 20 w 57" name="T10"/>
                  <a:gd fmla="*/ 53 h 53" name="T11"/>
                  <a:gd fmla="*/ 5 w 57" name="T12"/>
                  <a:gd fmla="*/ 50 h 53" name="T13"/>
                  <a:gd fmla="*/ 0 w 57" name="T14"/>
                  <a:gd fmla="*/ 48 h 53" name="T15"/>
                  <a:gd fmla="*/ 1 w 57" name="T16"/>
                  <a:gd fmla="*/ 44 h 53" name="T17"/>
                  <a:gd fmla="*/ 6 w 57" name="T18"/>
                  <a:gd fmla="*/ 39 h 53" name="T19"/>
                  <a:gd fmla="*/ 14 w 57" name="T20"/>
                  <a:gd fmla="*/ 38 h 53" name="T21"/>
                  <a:gd fmla="*/ 17 w 57" name="T22"/>
                  <a:gd fmla="*/ 37 h 53" name="T23"/>
                  <a:gd fmla="*/ 19 w 57" name="T24"/>
                  <a:gd fmla="*/ 34 h 53" name="T25"/>
                  <a:gd fmla="*/ 31 w 57" name="T26"/>
                  <a:gd fmla="*/ 17 h 53" name="T27"/>
                  <a:gd fmla="*/ 31 w 57" name="T28"/>
                  <a:gd fmla="*/ 17 h 53" name="T29"/>
                  <a:gd fmla="*/ 32 w 57" name="T30"/>
                  <a:gd fmla="*/ 15 h 53" name="T31"/>
                  <a:gd fmla="*/ 46 w 57" name="T32"/>
                  <a:gd fmla="*/ 0 h 53" name="T33"/>
                  <a:gd fmla="*/ 56 w 57" name="T34"/>
                  <a:gd fmla="*/ 12 h 53" name="T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b="b" l="0" r="r" t="0"/>
                <a:pathLst>
                  <a:path h="53" w="57">
                    <a:moveTo>
                      <a:pt x="56" y="12"/>
                    </a:moveTo>
                    <a:cubicBezTo>
                      <a:pt x="57" y="13"/>
                      <a:pt x="57" y="15"/>
                      <a:pt x="57" y="16"/>
                    </a:cubicBezTo>
                    <a:cubicBezTo>
                      <a:pt x="57" y="17"/>
                      <a:pt x="56" y="18"/>
                      <a:pt x="56" y="18"/>
                    </a:cubicBezTo>
                    <a:cubicBezTo>
                      <a:pt x="48" y="30"/>
                      <a:pt x="38" y="39"/>
                      <a:pt x="29" y="49"/>
                    </a:cubicBezTo>
                    <a:cubicBezTo>
                      <a:pt x="27" y="51"/>
                      <a:pt x="26" y="52"/>
                      <a:pt x="24" y="53"/>
                    </a:cubicBezTo>
                    <a:cubicBezTo>
                      <a:pt x="23" y="53"/>
                      <a:pt x="22" y="53"/>
                      <a:pt x="20" y="53"/>
                    </a:cubicBezTo>
                    <a:cubicBezTo>
                      <a:pt x="15" y="52"/>
                      <a:pt x="10" y="51"/>
                      <a:pt x="5" y="50"/>
                    </a:cubicBezTo>
                    <a:cubicBezTo>
                      <a:pt x="3" y="50"/>
                      <a:pt x="1" y="49"/>
                      <a:pt x="0" y="48"/>
                    </a:cubicBezTo>
                    <a:cubicBezTo>
                      <a:pt x="0" y="46"/>
                      <a:pt x="0" y="45"/>
                      <a:pt x="1" y="44"/>
                    </a:cubicBezTo>
                    <a:cubicBezTo>
                      <a:pt x="2" y="42"/>
                      <a:pt x="4" y="40"/>
                      <a:pt x="6" y="39"/>
                    </a:cubicBezTo>
                    <a:cubicBezTo>
                      <a:pt x="9" y="38"/>
                      <a:pt x="11" y="38"/>
                      <a:pt x="14" y="38"/>
                    </a:cubicBezTo>
                    <a:cubicBezTo>
                      <a:pt x="15" y="37"/>
                      <a:pt x="16" y="37"/>
                      <a:pt x="17" y="37"/>
                    </a:cubicBezTo>
                    <a:cubicBezTo>
                      <a:pt x="18" y="36"/>
                      <a:pt x="19" y="35"/>
                      <a:pt x="19" y="34"/>
                    </a:cubicBezTo>
                    <a:cubicBezTo>
                      <a:pt x="23" y="29"/>
                      <a:pt x="27" y="23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6"/>
                      <a:pt x="32" y="16"/>
                      <a:pt x="32" y="15"/>
                    </a:cubicBezTo>
                    <a:cubicBezTo>
                      <a:pt x="37" y="10"/>
                      <a:pt x="41" y="5"/>
                      <a:pt x="46" y="0"/>
                    </a:cubicBezTo>
                    <a:cubicBezTo>
                      <a:pt x="49" y="4"/>
                      <a:pt x="53" y="8"/>
                      <a:pt x="56" y="12"/>
                    </a:cubicBezTo>
                    <a:close/>
                  </a:path>
                </a:pathLst>
              </a:custGeom>
              <a:solidFill>
                <a:srgbClr val="182526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eaee15e4-52b5-4834-8b82-6fa2ba8ea98e" id="153" name="íśļiḑè">
                <a:extLst>
                  <a:ext uri="{FF2B5EF4-FFF2-40B4-BE49-F238E27FC236}">
                    <a16:creationId id="{48538624-8B07-CC3D-AC36-AA9D33311939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630026" y="4378693"/>
                <a:ext cx="394310" cy="829968"/>
              </a:xfrm>
              <a:custGeom>
                <a:avLst/>
                <a:gdLst>
                  <a:gd fmla="*/ 48 w 84" name="T0"/>
                  <a:gd fmla="*/ 170 h 177" name="T1"/>
                  <a:gd fmla="*/ 38 w 84" name="T2"/>
                  <a:gd fmla="*/ 137 h 177" name="T3"/>
                  <a:gd fmla="*/ 13 w 84" name="T4"/>
                  <a:gd fmla="*/ 95 h 177" name="T5"/>
                  <a:gd fmla="*/ 2 w 84" name="T6"/>
                  <a:gd fmla="*/ 65 h 177" name="T7"/>
                  <a:gd fmla="*/ 7 w 84" name="T8"/>
                  <a:gd fmla="*/ 54 h 177" name="T9"/>
                  <a:gd fmla="*/ 40 w 84" name="T10"/>
                  <a:gd fmla="*/ 0 h 177" name="T11"/>
                  <a:gd fmla="*/ 62 w 84" name="T12"/>
                  <a:gd fmla="*/ 17 h 177" name="T13"/>
                  <a:gd fmla="*/ 62 w 84" name="T14"/>
                  <a:gd fmla="*/ 17 h 177" name="T15"/>
                  <a:gd fmla="*/ 63 w 84" name="T16"/>
                  <a:gd fmla="*/ 51 h 177" name="T17"/>
                  <a:gd fmla="*/ 47 w 84" name="T18"/>
                  <a:gd fmla="*/ 67 h 177" name="T19"/>
                  <a:gd fmla="*/ 44 w 84" name="T20"/>
                  <a:gd fmla="*/ 69 h 177" name="T21"/>
                  <a:gd fmla="*/ 46 w 84" name="T22"/>
                  <a:gd fmla="*/ 80 h 177" name="T23"/>
                  <a:gd fmla="*/ 65 w 84" name="T24"/>
                  <a:gd fmla="*/ 122 h 177" name="T25"/>
                  <a:gd fmla="*/ 70 w 84" name="T26"/>
                  <a:gd fmla="*/ 137 h 177" name="T27"/>
                  <a:gd fmla="*/ 73 w 84" name="T28"/>
                  <a:gd fmla="*/ 145 h 177" name="T29"/>
                  <a:gd fmla="*/ 84 w 84" name="T30"/>
                  <a:gd fmla="*/ 172 h 177" name="T31"/>
                  <a:gd fmla="*/ 83 w 84" name="T32"/>
                  <a:gd fmla="*/ 174 h 177" name="T33"/>
                  <a:gd fmla="*/ 81 w 84" name="T34"/>
                  <a:gd fmla="*/ 175 h 177" name="T35"/>
                  <a:gd fmla="*/ 81 w 84" name="T36"/>
                  <a:gd fmla="*/ 175 h 177" name="T37"/>
                  <a:gd fmla="*/ 53 w 84" name="T38"/>
                  <a:gd fmla="*/ 177 h 177" name="T39"/>
                  <a:gd fmla="*/ 50 w 84" name="T40"/>
                  <a:gd fmla="*/ 177 h 177" name="T41"/>
                  <a:gd fmla="*/ 49 w 84" name="T42"/>
                  <a:gd fmla="*/ 176 h 177" name="T43"/>
                  <a:gd fmla="*/ 48 w 84" name="T44"/>
                  <a:gd fmla="*/ 170 h 177" name="T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b="b" l="0" r="r" t="0"/>
                <a:pathLst>
                  <a:path h="177" w="84">
                    <a:moveTo>
                      <a:pt x="48" y="170"/>
                    </a:moveTo>
                    <a:cubicBezTo>
                      <a:pt x="48" y="164"/>
                      <a:pt x="41" y="143"/>
                      <a:pt x="38" y="137"/>
                    </a:cubicBezTo>
                    <a:cubicBezTo>
                      <a:pt x="31" y="122"/>
                      <a:pt x="23" y="108"/>
                      <a:pt x="13" y="95"/>
                    </a:cubicBezTo>
                    <a:cubicBezTo>
                      <a:pt x="7" y="86"/>
                      <a:pt x="0" y="76"/>
                      <a:pt x="2" y="65"/>
                    </a:cubicBezTo>
                    <a:cubicBezTo>
                      <a:pt x="3" y="61"/>
                      <a:pt x="5" y="58"/>
                      <a:pt x="7" y="54"/>
                    </a:cubicBezTo>
                    <a:cubicBezTo>
                      <a:pt x="18" y="36"/>
                      <a:pt x="29" y="18"/>
                      <a:pt x="40" y="0"/>
                    </a:cubicBezTo>
                    <a:cubicBezTo>
                      <a:pt x="47" y="7"/>
                      <a:pt x="54" y="12"/>
                      <a:pt x="62" y="17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2" y="29"/>
                      <a:pt x="63" y="40"/>
                      <a:pt x="63" y="51"/>
                    </a:cubicBezTo>
                    <a:cubicBezTo>
                      <a:pt x="58" y="56"/>
                      <a:pt x="52" y="61"/>
                      <a:pt x="47" y="67"/>
                    </a:cubicBezTo>
                    <a:cubicBezTo>
                      <a:pt x="46" y="67"/>
                      <a:pt x="45" y="68"/>
                      <a:pt x="44" y="69"/>
                    </a:cubicBezTo>
                    <a:cubicBezTo>
                      <a:pt x="42" y="73"/>
                      <a:pt x="44" y="77"/>
                      <a:pt x="46" y="80"/>
                    </a:cubicBezTo>
                    <a:cubicBezTo>
                      <a:pt x="54" y="93"/>
                      <a:pt x="60" y="107"/>
                      <a:pt x="65" y="122"/>
                    </a:cubicBezTo>
                    <a:cubicBezTo>
                      <a:pt x="67" y="127"/>
                      <a:pt x="69" y="132"/>
                      <a:pt x="70" y="137"/>
                    </a:cubicBezTo>
                    <a:cubicBezTo>
                      <a:pt x="71" y="140"/>
                      <a:pt x="72" y="142"/>
                      <a:pt x="73" y="145"/>
                    </a:cubicBezTo>
                    <a:cubicBezTo>
                      <a:pt x="75" y="149"/>
                      <a:pt x="83" y="167"/>
                      <a:pt x="84" y="172"/>
                    </a:cubicBezTo>
                    <a:cubicBezTo>
                      <a:pt x="84" y="173"/>
                      <a:pt x="84" y="174"/>
                      <a:pt x="83" y="174"/>
                    </a:cubicBezTo>
                    <a:cubicBezTo>
                      <a:pt x="83" y="175"/>
                      <a:pt x="82" y="175"/>
                      <a:pt x="81" y="175"/>
                    </a:cubicBezTo>
                    <a:cubicBezTo>
                      <a:pt x="81" y="175"/>
                      <a:pt x="81" y="175"/>
                      <a:pt x="81" y="175"/>
                    </a:cubicBezTo>
                    <a:cubicBezTo>
                      <a:pt x="72" y="177"/>
                      <a:pt x="62" y="177"/>
                      <a:pt x="53" y="177"/>
                    </a:cubicBezTo>
                    <a:cubicBezTo>
                      <a:pt x="52" y="177"/>
                      <a:pt x="51" y="177"/>
                      <a:pt x="50" y="177"/>
                    </a:cubicBezTo>
                    <a:cubicBezTo>
                      <a:pt x="50" y="177"/>
                      <a:pt x="49" y="176"/>
                      <a:pt x="49" y="176"/>
                    </a:cubicBezTo>
                    <a:cubicBezTo>
                      <a:pt x="47" y="175"/>
                      <a:pt x="48" y="172"/>
                      <a:pt x="48" y="170"/>
                    </a:cubicBezTo>
                    <a:close/>
                  </a:path>
                </a:pathLst>
              </a:custGeom>
              <a:solidFill>
                <a:srgbClr val="19414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167bca7-4090-473d-abef-2bd78fa1ff31" id="154" name="išľiḑè">
                <a:extLst>
                  <a:ext uri="{FF2B5EF4-FFF2-40B4-BE49-F238E27FC236}">
                    <a16:creationId id="{EE16D49A-C33F-6EC5-EFC4-44C3E9EE56F5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81471" y="3533060"/>
                <a:ext cx="318991" cy="206754"/>
              </a:xfrm>
              <a:custGeom>
                <a:avLst/>
                <a:gdLst>
                  <a:gd fmla="*/ 65 w 68" name="T0"/>
                  <a:gd fmla="*/ 0 h 44" name="T1"/>
                  <a:gd fmla="*/ 68 w 68" name="T2"/>
                  <a:gd fmla="*/ 6 h 44" name="T3"/>
                  <a:gd fmla="*/ 68 w 68" name="T4"/>
                  <a:gd fmla="*/ 7 h 44" name="T5"/>
                  <a:gd fmla="*/ 68 w 68" name="T6"/>
                  <a:gd fmla="*/ 7 h 44" name="T7"/>
                  <a:gd fmla="*/ 67 w 68" name="T8"/>
                  <a:gd fmla="*/ 8 h 44" name="T9"/>
                  <a:gd fmla="*/ 53 w 68" name="T10"/>
                  <a:gd fmla="*/ 14 h 44" name="T11"/>
                  <a:gd fmla="*/ 52 w 68" name="T12"/>
                  <a:gd fmla="*/ 14 h 44" name="T13"/>
                  <a:gd fmla="*/ 40 w 68" name="T14"/>
                  <a:gd fmla="*/ 16 h 44" name="T15"/>
                  <a:gd fmla="*/ 1 w 68" name="T16"/>
                  <a:gd fmla="*/ 44 h 44" name="T17"/>
                  <a:gd fmla="*/ 0 w 68" name="T18"/>
                  <a:gd fmla="*/ 43 h 44" name="T19"/>
                  <a:gd fmla="*/ 2 w 68" name="T20"/>
                  <a:gd fmla="*/ 37 h 44" name="T21"/>
                  <a:gd fmla="*/ 3 w 68" name="T22"/>
                  <a:gd fmla="*/ 33 h 44" name="T23"/>
                  <a:gd fmla="*/ 7 w 68" name="T24"/>
                  <a:gd fmla="*/ 29 h 44" name="T25"/>
                  <a:gd fmla="*/ 32 w 68" name="T26"/>
                  <a:gd fmla="*/ 13 h 44" name="T27"/>
                  <a:gd fmla="*/ 32 w 68" name="T28"/>
                  <a:gd fmla="*/ 14 h 44" name="T29"/>
                  <a:gd fmla="*/ 33 w 68" name="T30"/>
                  <a:gd fmla="*/ 14 h 44" name="T31"/>
                  <a:gd fmla="*/ 39 w 68" name="T32"/>
                  <a:gd fmla="*/ 12 h 44" name="T33"/>
                  <a:gd fmla="*/ 64 w 68" name="T34"/>
                  <a:gd fmla="*/ 1 h 44" name="T35"/>
                  <a:gd fmla="*/ 65 w 68" name="T36"/>
                  <a:gd fmla="*/ 0 h 44" name="T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b="b" l="0" r="r" t="0"/>
                <a:pathLst>
                  <a:path h="44" w="68">
                    <a:moveTo>
                      <a:pt x="65" y="0"/>
                    </a:moveTo>
                    <a:cubicBezTo>
                      <a:pt x="66" y="2"/>
                      <a:pt x="67" y="4"/>
                      <a:pt x="68" y="6"/>
                    </a:cubicBezTo>
                    <a:cubicBezTo>
                      <a:pt x="68" y="7"/>
                      <a:pt x="68" y="7"/>
                      <a:pt x="68" y="7"/>
                    </a:cubicBezTo>
                    <a:cubicBezTo>
                      <a:pt x="68" y="7"/>
                      <a:pt x="68" y="7"/>
                      <a:pt x="68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2" y="10"/>
                      <a:pt x="58" y="12"/>
                      <a:pt x="53" y="14"/>
                    </a:cubicBezTo>
                    <a:cubicBezTo>
                      <a:pt x="53" y="14"/>
                      <a:pt x="52" y="14"/>
                      <a:pt x="52" y="14"/>
                    </a:cubicBezTo>
                    <a:cubicBezTo>
                      <a:pt x="48" y="13"/>
                      <a:pt x="44" y="15"/>
                      <a:pt x="40" y="16"/>
                    </a:cubicBezTo>
                    <a:cubicBezTo>
                      <a:pt x="25" y="23"/>
                      <a:pt x="13" y="33"/>
                      <a:pt x="1" y="44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1"/>
                      <a:pt x="1" y="39"/>
                      <a:pt x="2" y="37"/>
                    </a:cubicBezTo>
                    <a:cubicBezTo>
                      <a:pt x="2" y="36"/>
                      <a:pt x="2" y="34"/>
                      <a:pt x="3" y="33"/>
                    </a:cubicBezTo>
                    <a:cubicBezTo>
                      <a:pt x="4" y="31"/>
                      <a:pt x="6" y="30"/>
                      <a:pt x="7" y="29"/>
                    </a:cubicBezTo>
                    <a:cubicBezTo>
                      <a:pt x="15" y="23"/>
                      <a:pt x="23" y="18"/>
                      <a:pt x="32" y="13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5" y="14"/>
                      <a:pt x="37" y="13"/>
                      <a:pt x="39" y="12"/>
                    </a:cubicBezTo>
                    <a:cubicBezTo>
                      <a:pt x="47" y="8"/>
                      <a:pt x="56" y="5"/>
                      <a:pt x="64" y="1"/>
                    </a:cubicBezTo>
                    <a:cubicBezTo>
                      <a:pt x="65" y="0"/>
                      <a:pt x="65" y="0"/>
                      <a:pt x="65" y="0"/>
                    </a:cubicBezTo>
                    <a:close/>
                  </a:path>
                </a:pathLst>
              </a:custGeom>
              <a:solidFill>
                <a:srgbClr val="194147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3c1ffdca-f034-41ff-831d-89663da5f0b1" id="155" name="işḻïḋe">
                <a:extLst>
                  <a:ext uri="{FF2B5EF4-FFF2-40B4-BE49-F238E27FC236}">
                    <a16:creationId id="{A692C9A9-1637-519D-6C0D-805187BBE52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80457" y="3597955"/>
                <a:ext cx="403170" cy="398738"/>
              </a:xfrm>
              <a:custGeom>
                <a:avLst/>
                <a:gdLst>
                  <a:gd fmla="*/ 84 w 86" name="T0"/>
                  <a:gd fmla="*/ 33 h 85" name="T1"/>
                  <a:gd fmla="*/ 68 w 86" name="T2"/>
                  <a:gd fmla="*/ 48 h 85" name="T3"/>
                  <a:gd fmla="*/ 79 w 86" name="T4"/>
                  <a:gd fmla="*/ 27 h 85" name="T5"/>
                  <a:gd fmla="*/ 76 w 86" name="T6"/>
                  <a:gd fmla="*/ 1 h 85" name="T7"/>
                  <a:gd fmla="*/ 75 w 86" name="T8"/>
                  <a:gd fmla="*/ 2 h 85" name="T9"/>
                  <a:gd fmla="*/ 74 w 86" name="T10"/>
                  <a:gd fmla="*/ 35 h 85" name="T11"/>
                  <a:gd fmla="*/ 63 w 86" name="T12"/>
                  <a:gd fmla="*/ 51 h 85" name="T13"/>
                  <a:gd fmla="*/ 63 w 86" name="T14"/>
                  <a:gd fmla="*/ 51 h 85" name="T15"/>
                  <a:gd fmla="*/ 62 w 86" name="T16"/>
                  <a:gd fmla="*/ 52 h 85" name="T17"/>
                  <a:gd fmla="*/ 57 w 86" name="T18"/>
                  <a:gd fmla="*/ 58 h 85" name="T19"/>
                  <a:gd fmla="*/ 1 w 86" name="T20"/>
                  <a:gd fmla="*/ 83 h 85" name="T21"/>
                  <a:gd fmla="*/ 2 w 86" name="T22"/>
                  <a:gd fmla="*/ 85 h 85" name="T23"/>
                  <a:gd fmla="*/ 37 w 86" name="T24"/>
                  <a:gd fmla="*/ 74 h 85" name="T25"/>
                  <a:gd fmla="*/ 63 w 86" name="T26"/>
                  <a:gd fmla="*/ 54 h 85" name="T27"/>
                  <a:gd fmla="*/ 65 w 86" name="T28"/>
                  <a:gd fmla="*/ 52 h 85" name="T29"/>
                  <a:gd fmla="*/ 85 w 86" name="T30"/>
                  <a:gd fmla="*/ 34 h 85" name="T31"/>
                  <a:gd fmla="*/ 84 w 86" name="T32"/>
                  <a:gd fmla="*/ 33 h 85" name="T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b="b" l="0" r="r" t="0"/>
                <a:pathLst>
                  <a:path h="85" w="86">
                    <a:moveTo>
                      <a:pt x="84" y="33"/>
                    </a:moveTo>
                    <a:cubicBezTo>
                      <a:pt x="79" y="39"/>
                      <a:pt x="74" y="44"/>
                      <a:pt x="68" y="48"/>
                    </a:cubicBezTo>
                    <a:cubicBezTo>
                      <a:pt x="73" y="42"/>
                      <a:pt x="77" y="34"/>
                      <a:pt x="79" y="27"/>
                    </a:cubicBezTo>
                    <a:cubicBezTo>
                      <a:pt x="82" y="19"/>
                      <a:pt x="84" y="7"/>
                      <a:pt x="76" y="1"/>
                    </a:cubicBezTo>
                    <a:cubicBezTo>
                      <a:pt x="75" y="0"/>
                      <a:pt x="74" y="2"/>
                      <a:pt x="75" y="2"/>
                    </a:cubicBezTo>
                    <a:cubicBezTo>
                      <a:pt x="85" y="10"/>
                      <a:pt x="78" y="27"/>
                      <a:pt x="74" y="35"/>
                    </a:cubicBezTo>
                    <a:cubicBezTo>
                      <a:pt x="71" y="41"/>
                      <a:pt x="67" y="46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2" y="51"/>
                      <a:pt x="62" y="52"/>
                      <a:pt x="62" y="52"/>
                    </a:cubicBezTo>
                    <a:cubicBezTo>
                      <a:pt x="61" y="54"/>
                      <a:pt x="59" y="56"/>
                      <a:pt x="57" y="58"/>
                    </a:cubicBezTo>
                    <a:cubicBezTo>
                      <a:pt x="41" y="73"/>
                      <a:pt x="22" y="79"/>
                      <a:pt x="1" y="83"/>
                    </a:cubicBezTo>
                    <a:cubicBezTo>
                      <a:pt x="0" y="83"/>
                      <a:pt x="1" y="85"/>
                      <a:pt x="2" y="85"/>
                    </a:cubicBezTo>
                    <a:cubicBezTo>
                      <a:pt x="14" y="82"/>
                      <a:pt x="26" y="80"/>
                      <a:pt x="37" y="74"/>
                    </a:cubicBezTo>
                    <a:cubicBezTo>
                      <a:pt x="47" y="69"/>
                      <a:pt x="56" y="62"/>
                      <a:pt x="63" y="54"/>
                    </a:cubicBezTo>
                    <a:cubicBezTo>
                      <a:pt x="64" y="54"/>
                      <a:pt x="64" y="53"/>
                      <a:pt x="65" y="52"/>
                    </a:cubicBezTo>
                    <a:cubicBezTo>
                      <a:pt x="73" y="48"/>
                      <a:pt x="79" y="41"/>
                      <a:pt x="85" y="34"/>
                    </a:cubicBezTo>
                    <a:cubicBezTo>
                      <a:pt x="86" y="33"/>
                      <a:pt x="84" y="32"/>
                      <a:pt x="84" y="33"/>
                    </a:cubicBezTo>
                    <a:close/>
                  </a:path>
                </a:pathLst>
              </a:custGeom>
              <a:solidFill>
                <a:srgbClr val="1B454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7dbd9757-8dda-4059-bb72-16536e435080" id="156" name="îṩ1îďè">
                <a:extLst>
                  <a:ext uri="{FF2B5EF4-FFF2-40B4-BE49-F238E27FC236}">
                    <a16:creationId id="{1EBB67C5-9B9B-D59B-ABF0-88FC557E81F7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740635" y="4083413"/>
                <a:ext cx="8861" cy="4432"/>
              </a:xfrm>
              <a:custGeom>
                <a:avLst/>
                <a:gdLst>
                  <a:gd fmla="*/ 1 w 2" name="T0"/>
                  <a:gd fmla="*/ 0 h 1" name="T1"/>
                  <a:gd fmla="*/ 1 w 2" name="T2"/>
                  <a:gd fmla="*/ 1 h 1" name="T3"/>
                  <a:gd fmla="*/ 1 w 2" name="T4"/>
                  <a:gd fmla="*/ 0 h 1" name="T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b="b" l="0" r="r" t="0"/>
                <a:pathLst>
                  <a:path h="1" w="2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05f30b25-2773-4e61-9173-bfa120da76d3" id="157" name="iṥliḍe">
                <a:extLst>
                  <a:ext uri="{FF2B5EF4-FFF2-40B4-BE49-F238E27FC236}">
                    <a16:creationId id="{552CEBE0-75E6-A7CB-79E3-D2A8C3FFEC11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758115" y="4150445"/>
                <a:ext cx="13292" cy="8861"/>
              </a:xfrm>
              <a:custGeom>
                <a:avLst/>
                <a:gdLst>
                  <a:gd fmla="*/ 1 w 3" name="T0"/>
                  <a:gd fmla="*/ 0 h 2" name="T1"/>
                  <a:gd fmla="*/ 1 w 3" name="T2"/>
                  <a:gd fmla="*/ 2 h 2" name="T3"/>
                  <a:gd fmla="*/ 1 w 3" name="T4"/>
                  <a:gd fmla="*/ 0 h 2" name="T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b="b" l="0" r="r" t="0"/>
                <a:pathLst>
                  <a:path h="2" w="3">
                    <a:moveTo>
                      <a:pt x="1" y="0"/>
                    </a:moveTo>
                    <a:cubicBezTo>
                      <a:pt x="0" y="0"/>
                      <a:pt x="0" y="2"/>
                      <a:pt x="1" y="2"/>
                    </a:cubicBezTo>
                    <a:cubicBezTo>
                      <a:pt x="3" y="2"/>
                      <a:pt x="3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4a70774f-7ef0-4d62-b22b-a4364e5a732f" id="158" name="íŝlîḍè">
                <a:extLst>
                  <a:ext uri="{FF2B5EF4-FFF2-40B4-BE49-F238E27FC236}">
                    <a16:creationId id="{A3A6B193-8A58-A89F-3E2B-916A51EA53D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792721" y="4229252"/>
                <a:ext cx="14769" cy="4432"/>
              </a:xfrm>
              <a:custGeom>
                <a:avLst/>
                <a:gdLst>
                  <a:gd fmla="*/ 2 w 3" name="T0"/>
                  <a:gd fmla="*/ 0 h 1" name="T1"/>
                  <a:gd fmla="*/ 2 w 3" name="T2"/>
                  <a:gd fmla="*/ 1 h 1" name="T3"/>
                  <a:gd fmla="*/ 2 w 3" name="T4"/>
                  <a:gd fmla="*/ 0 h 1" name="T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b="b" l="0" r="r" t="0"/>
                <a:pathLst>
                  <a:path h="1" w="3">
                    <a:moveTo>
                      <a:pt x="2" y="0"/>
                    </a:moveTo>
                    <a:cubicBezTo>
                      <a:pt x="0" y="0"/>
                      <a:pt x="0" y="1"/>
                      <a:pt x="2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c9e15d76-7da7-43a7-91c1-fe08c30aedd2" id="159" name="işḻiḍé">
                <a:extLst>
                  <a:ext uri="{FF2B5EF4-FFF2-40B4-BE49-F238E27FC236}">
                    <a16:creationId id="{DC827AA3-529E-C81E-ABAA-AA1DF6D0ADD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833690" y="4297940"/>
                <a:ext cx="8861" cy="10338"/>
              </a:xfrm>
              <a:custGeom>
                <a:avLst/>
                <a:gdLst>
                  <a:gd fmla="*/ 1 w 2" name="T0"/>
                  <a:gd fmla="*/ 0 h 2" name="T1"/>
                  <a:gd fmla="*/ 1 w 2" name="T2"/>
                  <a:gd fmla="*/ 2 h 2" name="T3"/>
                  <a:gd fmla="*/ 1 w 2" name="T4"/>
                  <a:gd fmla="*/ 0 h 2" name="T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b="b" l="0" r="r" t="0"/>
                <a:pathLst>
                  <a:path h="2" w="2">
                    <a:moveTo>
                      <a:pt x="1" y="0"/>
                    </a:moveTo>
                    <a:cubicBezTo>
                      <a:pt x="0" y="0"/>
                      <a:pt x="0" y="2"/>
                      <a:pt x="1" y="2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b43d365e-6943-48e3-919a-3d91594337c2" id="160" name="íślíďê">
                <a:extLst>
                  <a:ext uri="{FF2B5EF4-FFF2-40B4-BE49-F238E27FC236}">
                    <a16:creationId id="{9EBC4E77-6F56-7C85-DE38-DF591B782ADD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57639" y="3284929"/>
                <a:ext cx="94516" cy="169834"/>
              </a:xfrm>
              <a:custGeom>
                <a:avLst/>
                <a:gdLst>
                  <a:gd fmla="*/ 5 w 20" name="T0"/>
                  <a:gd fmla="*/ 0 h 36" name="T1"/>
                  <a:gd fmla="*/ 4 w 20" name="T2"/>
                  <a:gd fmla="*/ 2 h 36" name="T3"/>
                  <a:gd fmla="*/ 6 w 20" name="T4"/>
                  <a:gd fmla="*/ 22 h 36" name="T5"/>
                  <a:gd fmla="*/ 1 w 20" name="T6"/>
                  <a:gd fmla="*/ 34 h 36" name="T7"/>
                  <a:gd fmla="*/ 3 w 20" name="T8"/>
                  <a:gd fmla="*/ 35 h 36" name="T9"/>
                  <a:gd fmla="*/ 5 w 20" name="T10"/>
                  <a:gd fmla="*/ 0 h 36" name="T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b="b" l="0" r="r" t="0"/>
                <a:pathLst>
                  <a:path h="36" w="20">
                    <a:moveTo>
                      <a:pt x="5" y="0"/>
                    </a:moveTo>
                    <a:cubicBezTo>
                      <a:pt x="3" y="0"/>
                      <a:pt x="3" y="2"/>
                      <a:pt x="4" y="2"/>
                    </a:cubicBezTo>
                    <a:cubicBezTo>
                      <a:pt x="13" y="4"/>
                      <a:pt x="9" y="16"/>
                      <a:pt x="6" y="22"/>
                    </a:cubicBezTo>
                    <a:cubicBezTo>
                      <a:pt x="5" y="26"/>
                      <a:pt x="2" y="30"/>
                      <a:pt x="1" y="34"/>
                    </a:cubicBezTo>
                    <a:cubicBezTo>
                      <a:pt x="0" y="35"/>
                      <a:pt x="2" y="36"/>
                      <a:pt x="3" y="35"/>
                    </a:cubicBezTo>
                    <a:cubicBezTo>
                      <a:pt x="6" y="27"/>
                      <a:pt x="20" y="4"/>
                      <a:pt x="5" y="0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942e90ff-e7d7-4dd1-b558-e6b29add02ac" id="161" name="ísḷídé">
                <a:extLst>
                  <a:ext uri="{FF2B5EF4-FFF2-40B4-BE49-F238E27FC236}">
                    <a16:creationId id="{D4EC4814-1FB4-F7A6-BB2F-B0F9CDACEED3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343205" y="3250058"/>
                <a:ext cx="75318" cy="131437"/>
              </a:xfrm>
              <a:custGeom>
                <a:avLst/>
                <a:gdLst>
                  <a:gd fmla="*/ 13 w 16" name="T0"/>
                  <a:gd fmla="*/ 7 h 28" name="T1"/>
                  <a:gd fmla="*/ 1 w 16" name="T2"/>
                  <a:gd fmla="*/ 1 h 28" name="T3"/>
                  <a:gd fmla="*/ 1 w 16" name="T4"/>
                  <a:gd fmla="*/ 3 h 28" name="T5"/>
                  <a:gd fmla="*/ 12 w 16" name="T6"/>
                  <a:gd fmla="*/ 12 h 28" name="T7"/>
                  <a:gd fmla="*/ 8 w 16" name="T8"/>
                  <a:gd fmla="*/ 26 h 28" name="T9"/>
                  <a:gd fmla="*/ 10 w 16" name="T10"/>
                  <a:gd fmla="*/ 27 h 28" name="T11"/>
                  <a:gd fmla="*/ 13 w 16" name="T12"/>
                  <a:gd fmla="*/ 7 h 28" name="T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b="b" l="0" r="r" t="0"/>
                <a:pathLst>
                  <a:path h="28" w="16">
                    <a:moveTo>
                      <a:pt x="13" y="7"/>
                    </a:moveTo>
                    <a:cubicBezTo>
                      <a:pt x="11" y="3"/>
                      <a:pt x="6" y="0"/>
                      <a:pt x="1" y="1"/>
                    </a:cubicBezTo>
                    <a:cubicBezTo>
                      <a:pt x="0" y="1"/>
                      <a:pt x="0" y="3"/>
                      <a:pt x="1" y="3"/>
                    </a:cubicBezTo>
                    <a:cubicBezTo>
                      <a:pt x="7" y="2"/>
                      <a:pt x="12" y="6"/>
                      <a:pt x="12" y="12"/>
                    </a:cubicBezTo>
                    <a:cubicBezTo>
                      <a:pt x="12" y="17"/>
                      <a:pt x="10" y="22"/>
                      <a:pt x="8" y="26"/>
                    </a:cubicBezTo>
                    <a:cubicBezTo>
                      <a:pt x="8" y="27"/>
                      <a:pt x="9" y="28"/>
                      <a:pt x="10" y="27"/>
                    </a:cubicBezTo>
                    <a:cubicBezTo>
                      <a:pt x="13" y="22"/>
                      <a:pt x="16" y="13"/>
                      <a:pt x="13" y="7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5411c885-57e0-4b9e-aed7-5face88db6d4" id="162" name="íşľïďé">
                <a:extLst>
                  <a:ext uri="{FF2B5EF4-FFF2-40B4-BE49-F238E27FC236}">
                    <a16:creationId id="{E12B1A35-96AB-47F4-7718-C773F9D5D80F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422465" y="3186791"/>
                <a:ext cx="290932" cy="88608"/>
              </a:xfrm>
              <a:custGeom>
                <a:avLst/>
                <a:gdLst>
                  <a:gd fmla="*/ 61 w 62" name="T0"/>
                  <a:gd fmla="*/ 17 h 19" name="T1"/>
                  <a:gd fmla="*/ 52 w 62" name="T2"/>
                  <a:gd fmla="*/ 5 h 19" name="T3"/>
                  <a:gd fmla="*/ 35 w 62" name="T4"/>
                  <a:gd fmla="*/ 3 h 19" name="T5"/>
                  <a:gd fmla="*/ 10 w 62" name="T6"/>
                  <a:gd fmla="*/ 3 h 19" name="T7"/>
                  <a:gd fmla="*/ 1 w 62" name="T8"/>
                  <a:gd fmla="*/ 4 h 19" name="T9"/>
                  <a:gd fmla="*/ 2 w 62" name="T10"/>
                  <a:gd fmla="*/ 5 h 19" name="T11"/>
                  <a:gd fmla="*/ 12 w 62" name="T12"/>
                  <a:gd fmla="*/ 6 h 19" name="T13"/>
                  <a:gd fmla="*/ 18 w 62" name="T14"/>
                  <a:gd fmla="*/ 8 h 19" name="T15"/>
                  <a:gd fmla="*/ 31 w 62" name="T16"/>
                  <a:gd fmla="*/ 7 h 19" name="T17"/>
                  <a:gd fmla="*/ 49 w 62" name="T18"/>
                  <a:gd fmla="*/ 5 h 19" name="T19"/>
                  <a:gd fmla="*/ 59 w 62" name="T20"/>
                  <a:gd fmla="*/ 18 h 19" name="T21"/>
                  <a:gd fmla="*/ 61 w 62" name="T22"/>
                  <a:gd fmla="*/ 17 h 19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19" w="62">
                    <a:moveTo>
                      <a:pt x="61" y="17"/>
                    </a:moveTo>
                    <a:cubicBezTo>
                      <a:pt x="60" y="12"/>
                      <a:pt x="57" y="8"/>
                      <a:pt x="52" y="5"/>
                    </a:cubicBezTo>
                    <a:cubicBezTo>
                      <a:pt x="47" y="1"/>
                      <a:pt x="42" y="1"/>
                      <a:pt x="35" y="3"/>
                    </a:cubicBezTo>
                    <a:cubicBezTo>
                      <a:pt x="27" y="6"/>
                      <a:pt x="19" y="8"/>
                      <a:pt x="10" y="3"/>
                    </a:cubicBezTo>
                    <a:cubicBezTo>
                      <a:pt x="7" y="2"/>
                      <a:pt x="3" y="0"/>
                      <a:pt x="1" y="4"/>
                    </a:cubicBezTo>
                    <a:cubicBezTo>
                      <a:pt x="0" y="5"/>
                      <a:pt x="2" y="6"/>
                      <a:pt x="2" y="5"/>
                    </a:cubicBezTo>
                    <a:cubicBezTo>
                      <a:pt x="5" y="1"/>
                      <a:pt x="9" y="5"/>
                      <a:pt x="12" y="6"/>
                    </a:cubicBezTo>
                    <a:cubicBezTo>
                      <a:pt x="14" y="7"/>
                      <a:pt x="16" y="8"/>
                      <a:pt x="18" y="8"/>
                    </a:cubicBezTo>
                    <a:cubicBezTo>
                      <a:pt x="22" y="8"/>
                      <a:pt x="27" y="8"/>
                      <a:pt x="31" y="7"/>
                    </a:cubicBezTo>
                    <a:cubicBezTo>
                      <a:pt x="37" y="5"/>
                      <a:pt x="42" y="2"/>
                      <a:pt x="49" y="5"/>
                    </a:cubicBezTo>
                    <a:cubicBezTo>
                      <a:pt x="54" y="8"/>
                      <a:pt x="58" y="13"/>
                      <a:pt x="59" y="18"/>
                    </a:cubicBezTo>
                    <a:cubicBezTo>
                      <a:pt x="60" y="19"/>
                      <a:pt x="62" y="19"/>
                      <a:pt x="61" y="17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  <p:sp>
            <p:nvSpPr>
              <p:cNvPr descr="86637ff6-44be-4c22-8328-e45f43bd7b0b" id="163" name="îṧḷïḑé">
                <a:extLst>
                  <a:ext uri="{FF2B5EF4-FFF2-40B4-BE49-F238E27FC236}">
                    <a16:creationId id="{C0F3C1E7-1667-1C04-D3C4-E0AA14F8AC78}"/>
                  </a:ext>
                </a:extLst>
              </p:cNvPr>
              <p:cNvSpPr/>
              <p:nvPr/>
            </p:nvSpPr>
            <p:spPr bwMode="auto">
              <a:xfrm flipH="true" rot="309616" flipV="false">
                <a:off x="1442982" y="3226314"/>
                <a:ext cx="271733" cy="79747"/>
              </a:xfrm>
              <a:custGeom>
                <a:avLst/>
                <a:gdLst>
                  <a:gd fmla="*/ 58 w 58" name="T0"/>
                  <a:gd fmla="*/ 15 h 17" name="T1"/>
                  <a:gd fmla="*/ 36 w 58" name="T2"/>
                  <a:gd fmla="*/ 1 h 17" name="T3"/>
                  <a:gd fmla="*/ 16 w 58" name="T4"/>
                  <a:gd fmla="*/ 6 h 17" name="T5"/>
                  <a:gd fmla="*/ 1 w 58" name="T6"/>
                  <a:gd fmla="*/ 2 h 17" name="T7"/>
                  <a:gd fmla="*/ 2 w 58" name="T8"/>
                  <a:gd fmla="*/ 4 h 17" name="T9"/>
                  <a:gd fmla="*/ 17 w 58" name="T10"/>
                  <a:gd fmla="*/ 8 h 17" name="T11"/>
                  <a:gd fmla="*/ 28 w 58" name="T12"/>
                  <a:gd fmla="*/ 7 h 17" name="T13"/>
                  <a:gd fmla="*/ 43 w 58" name="T14"/>
                  <a:gd fmla="*/ 3 h 17" name="T15"/>
                  <a:gd fmla="*/ 56 w 58" name="T16"/>
                  <a:gd fmla="*/ 16 h 17" name="T17"/>
                  <a:gd fmla="*/ 58 w 58" name="T18"/>
                  <a:gd fmla="*/ 15 h 17" name="T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b="b" l="0" r="r" t="0"/>
                <a:pathLst>
                  <a:path h="17" w="58">
                    <a:moveTo>
                      <a:pt x="58" y="15"/>
                    </a:moveTo>
                    <a:cubicBezTo>
                      <a:pt x="55" y="6"/>
                      <a:pt x="46" y="0"/>
                      <a:pt x="36" y="1"/>
                    </a:cubicBezTo>
                    <a:cubicBezTo>
                      <a:pt x="29" y="3"/>
                      <a:pt x="24" y="8"/>
                      <a:pt x="16" y="6"/>
                    </a:cubicBezTo>
                    <a:cubicBezTo>
                      <a:pt x="11" y="4"/>
                      <a:pt x="7" y="0"/>
                      <a:pt x="1" y="2"/>
                    </a:cubicBezTo>
                    <a:cubicBezTo>
                      <a:pt x="0" y="2"/>
                      <a:pt x="1" y="4"/>
                      <a:pt x="2" y="4"/>
                    </a:cubicBezTo>
                    <a:cubicBezTo>
                      <a:pt x="7" y="2"/>
                      <a:pt x="12" y="7"/>
                      <a:pt x="17" y="8"/>
                    </a:cubicBezTo>
                    <a:cubicBezTo>
                      <a:pt x="20" y="9"/>
                      <a:pt x="24" y="8"/>
                      <a:pt x="28" y="7"/>
                    </a:cubicBezTo>
                    <a:cubicBezTo>
                      <a:pt x="33" y="5"/>
                      <a:pt x="37" y="2"/>
                      <a:pt x="43" y="3"/>
                    </a:cubicBezTo>
                    <a:cubicBezTo>
                      <a:pt x="50" y="5"/>
                      <a:pt x="54" y="10"/>
                      <a:pt x="56" y="16"/>
                    </a:cubicBezTo>
                    <a:cubicBezTo>
                      <a:pt x="56" y="17"/>
                      <a:pt x="58" y="16"/>
                      <a:pt x="58" y="15"/>
                    </a:cubicBezTo>
                    <a:close/>
                  </a:path>
                </a:pathLst>
              </a:custGeom>
              <a:solidFill>
                <a:srgbClr val="CC153C"/>
              </a:solidFill>
              <a:ln>
                <a:noFill/>
              </a:ln>
              <a:extLst>
                <a:ext uri="{91240B29-F687-4F45-9708-019B960494DF}">
                  <a14:hiddenLine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/>
              <a:p>
                <a:pPr algn="ctr"/>
              </a:p>
            </p:txBody>
          </p:sp>
        </p:grpSp>
        <p:sp>
          <p:nvSpPr>
            <p:cNvPr descr="beeedff2-7292-4255-8f1d-cb248a544fc3" id="10" name="Title">
              <a:extLst>
                <a:ext uri="{FF2B5EF4-FFF2-40B4-BE49-F238E27FC236}">
                  <a16:creationId id="{E27A1D59-B2AF-6A3C-2F2F-313D5BE23264}"/>
                </a:ext>
              </a:extLst>
            </p:cNvPr>
            <p:cNvSpPr txBox="1"/>
            <p:nvPr/>
          </p:nvSpPr>
          <p:spPr>
            <a:xfrm flipV="false" flipH="false">
              <a:off x="660400" y="1130300"/>
              <a:ext cx="10858500" cy="461665"/>
            </a:xfrm>
            <a:prstGeom prst="rect">
              <a:avLst/>
            </a:prstGeom>
            <a:noFill/>
          </p:spPr>
          <p:txBody>
            <a:bodyPr anchor="t" anchorCtr="1" rtlCol="0" vert="horz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不同角色的心态与行为表现</a:t>
              </a:r>
            </a:p>
          </p:txBody>
        </p:sp>
        <p:grpSp>
          <p:nvGrpSpPr>
            <p:cNvPr descr="ccb84053-f0dc-4cfc-b43e-b3730ea4bb34" id="16" name="组合 15">
              <a:extLst>
                <a:ext uri="{FF2B5EF4-FFF2-40B4-BE49-F238E27FC236}">
                  <a16:creationId id="{1D997BF6-9F49-DCA3-2ECD-4CCBF735CA0C}"/>
                </a:ext>
              </a:extLst>
            </p:cNvPr>
            <p:cNvGrpSpPr/>
            <p:nvPr/>
          </p:nvGrpSpPr>
          <p:grpSpPr>
            <a:xfrm>
              <a:off x="5191994" y="2358094"/>
              <a:ext cx="3136479" cy="1373560"/>
              <a:chOff x="5191994" y="2358094"/>
              <a:chExt cx="3136479" cy="1373560"/>
            </a:xfrm>
          </p:grpSpPr>
          <p:sp>
            <p:nvSpPr>
              <p:cNvPr descr="26e0ce17-1e0d-4b4b-880f-c586b1eb74b5" id="68" name="Text1">
                <a:extLst>
                  <a:ext uri="{FF2B5EF4-FFF2-40B4-BE49-F238E27FC236}">
                    <a16:creationId id="{B5714604-6127-9E7F-92D6-B5CA8D8080C3}"/>
                  </a:ext>
                </a:extLst>
              </p:cNvPr>
              <p:cNvSpPr txBox="1"/>
              <p:nvPr/>
            </p:nvSpPr>
            <p:spPr>
              <a:xfrm flipV="false" flipH="false">
                <a:off x="5687857" y="2952453"/>
                <a:ext cx="2640616" cy="77920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被舔者体验高位感，享受被膜拜的感觉。</a:t>
                </a:r>
              </a:p>
            </p:txBody>
          </p:sp>
          <p:sp>
            <p:nvSpPr>
              <p:cNvPr descr="a1be3ec8-01ef-4ebb-b6fc-e8789459cee4" id="81" name="IconBackground1">
                <a:extLst>
                  <a:ext uri="{FF2B5EF4-FFF2-40B4-BE49-F238E27FC236}">
                    <a16:creationId id="{3C57AE61-E51E-9DD8-1D6C-2EE5DDF2E25C}"/>
                  </a:ext>
                </a:extLst>
              </p:cNvPr>
              <p:cNvSpPr/>
              <p:nvPr/>
            </p:nvSpPr>
            <p:spPr>
              <a:xfrm flipV="false" flipH="false">
                <a:off x="5191994" y="2597978"/>
                <a:ext cx="338793" cy="338823"/>
              </a:xfrm>
              <a:prstGeom prst="ellipse">
                <a:avLst/>
              </a:prstGeom>
              <a:solidFill>
                <a:schemeClr val="accent1"/>
              </a:solidFill>
              <a:ln cap="flat" w="15875">
                <a:solidFill>
                  <a:schemeClr val="accent1"/>
                </a:solidFill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29493a17-dcfd-4a5e-8072-b3fb2d2a1163" id="82" name="Icon1">
                <a:extLst>
                  <a:ext uri="{FF2B5EF4-FFF2-40B4-BE49-F238E27FC236}">
                    <a16:creationId id="{E88B0BF3-1C97-6E07-01A1-95887B29E6C6}"/>
                  </a:ext>
                </a:extLst>
              </p:cNvPr>
              <p:cNvSpPr/>
              <p:nvPr/>
            </p:nvSpPr>
            <p:spPr>
              <a:xfrm flipV="false" flipH="false">
                <a:off x="5264829" y="2670819"/>
                <a:ext cx="193123" cy="193140"/>
              </a:xfrm>
              <a:custGeom>
                <a:avLst/>
                <a:gdLst>
                  <a:gd fmla="*/ 602 w 605" name="T0"/>
                  <a:gd fmla="*/ 202 h 607" name="T1"/>
                  <a:gd fmla="*/ 320 w 605" name="T2"/>
                  <a:gd fmla="*/ 603 h 607" name="T3"/>
                  <a:gd fmla="*/ 302 w 605" name="T4"/>
                  <a:gd fmla="*/ 607 h 607" name="T5"/>
                  <a:gd fmla="*/ 285 w 605" name="T6"/>
                  <a:gd fmla="*/ 603 h 607" name="T7"/>
                  <a:gd fmla="*/ 3 w 605" name="T8"/>
                  <a:gd fmla="*/ 202 h 607" name="T9"/>
                  <a:gd fmla="*/ 32 w 605" name="T10"/>
                  <a:gd fmla="*/ 157 h 607" name="T11"/>
                  <a:gd fmla="*/ 272 w 605" name="T12"/>
                  <a:gd fmla="*/ 13 h 607" name="T13"/>
                  <a:gd fmla="*/ 302 w 605" name="T14"/>
                  <a:gd fmla="*/ 0 h 607" name="T15"/>
                  <a:gd fmla="*/ 302 w 605" name="T16"/>
                  <a:gd fmla="*/ 0 h 607" name="T17"/>
                  <a:gd fmla="*/ 332 w 605" name="T18"/>
                  <a:gd fmla="*/ 13 h 607" name="T19"/>
                  <a:gd fmla="*/ 573 w 605" name="T20"/>
                  <a:gd fmla="*/ 157 h 607" name="T21"/>
                  <a:gd fmla="*/ 602 w 605" name="T22"/>
                  <a:gd fmla="*/ 202 h 607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607" w="605">
                    <a:moveTo>
                      <a:pt x="602" y="202"/>
                    </a:moveTo>
                    <a:cubicBezTo>
                      <a:pt x="574" y="381"/>
                      <a:pt x="468" y="531"/>
                      <a:pt x="320" y="603"/>
                    </a:cubicBezTo>
                    <a:cubicBezTo>
                      <a:pt x="314" y="605"/>
                      <a:pt x="308" y="607"/>
                      <a:pt x="302" y="607"/>
                    </a:cubicBezTo>
                    <a:cubicBezTo>
                      <a:pt x="296" y="607"/>
                      <a:pt x="290" y="605"/>
                      <a:pt x="285" y="603"/>
                    </a:cubicBezTo>
                    <a:cubicBezTo>
                      <a:pt x="136" y="531"/>
                      <a:pt x="31" y="381"/>
                      <a:pt x="3" y="202"/>
                    </a:cubicBezTo>
                    <a:cubicBezTo>
                      <a:pt x="0" y="182"/>
                      <a:pt x="12" y="163"/>
                      <a:pt x="32" y="157"/>
                    </a:cubicBezTo>
                    <a:cubicBezTo>
                      <a:pt x="128" y="132"/>
                      <a:pt x="211" y="82"/>
                      <a:pt x="272" y="13"/>
                    </a:cubicBezTo>
                    <a:cubicBezTo>
                      <a:pt x="280" y="5"/>
                      <a:pt x="291" y="0"/>
                      <a:pt x="302" y="0"/>
                    </a:cubicBezTo>
                    <a:lnTo>
                      <a:pt x="302" y="0"/>
                    </a:lnTo>
                    <a:cubicBezTo>
                      <a:pt x="314" y="0"/>
                      <a:pt x="325" y="5"/>
                      <a:pt x="332" y="13"/>
                    </a:cubicBezTo>
                    <a:cubicBezTo>
                      <a:pt x="393" y="82"/>
                      <a:pt x="476" y="132"/>
                      <a:pt x="573" y="157"/>
                    </a:cubicBezTo>
                    <a:cubicBezTo>
                      <a:pt x="592" y="163"/>
                      <a:pt x="605" y="182"/>
                      <a:pt x="602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12700">
                <a:noFill/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62d39aec-c851-4099-acfc-5ea9a230b256" id="4" name="Bullet1">
                <a:extLst>
                  <a:ext uri="{FF2B5EF4-FFF2-40B4-BE49-F238E27FC236}">
                    <a16:creationId id="{072126F0-829D-C889-B876-E4D9AFD4C2D3}"/>
                  </a:ext>
                </a:extLst>
              </p:cNvPr>
              <p:cNvSpPr txBox="1"/>
              <p:nvPr/>
            </p:nvSpPr>
            <p:spPr>
              <a:xfrm flipV="false" flipH="false">
                <a:off x="5687857" y="2358094"/>
                <a:ext cx="2640616" cy="59436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800">
                    <a:solidFill>
                      <a:srgbClr val="2F2F2F"/>
                    </a:solidFill>
                    <a:ea typeface="微软雅黑"/>
                  </a:rPr>
                  <a:t>高位感</a:t>
                </a:r>
              </a:p>
            </p:txBody>
          </p:sp>
        </p:grpSp>
        <p:grpSp>
          <p:nvGrpSpPr>
            <p:cNvPr descr="f76a1541-1857-4630-8877-bf67a12840da" id="17" name="组合 16">
              <a:extLst>
                <a:ext uri="{FF2B5EF4-FFF2-40B4-BE49-F238E27FC236}">
                  <a16:creationId id="{FF913A1B-EC1B-5095-AB97-460A173DE7E2}"/>
                </a:ext>
              </a:extLst>
            </p:cNvPr>
            <p:cNvGrpSpPr/>
            <p:nvPr/>
          </p:nvGrpSpPr>
          <p:grpSpPr>
            <a:xfrm>
              <a:off x="8433982" y="2358094"/>
              <a:ext cx="3084918" cy="1373560"/>
              <a:chOff x="8433982" y="2358094"/>
              <a:chExt cx="3084918" cy="1373560"/>
            </a:xfrm>
          </p:grpSpPr>
          <p:sp>
            <p:nvSpPr>
              <p:cNvPr descr="e5ceca19-8e9f-42c8-bcc3-1bceb964b9c5" id="79" name="IconBackground2">
                <a:extLst>
                  <a:ext uri="{FF2B5EF4-FFF2-40B4-BE49-F238E27FC236}">
                    <a16:creationId id="{41932B27-D844-2915-FF95-8D0C2AD9D89C}"/>
                  </a:ext>
                </a:extLst>
              </p:cNvPr>
              <p:cNvSpPr/>
              <p:nvPr/>
            </p:nvSpPr>
            <p:spPr>
              <a:xfrm flipV="false" flipH="false">
                <a:off x="8433982" y="2597978"/>
                <a:ext cx="338793" cy="338823"/>
              </a:xfrm>
              <a:prstGeom prst="ellipse">
                <a:avLst/>
              </a:prstGeom>
              <a:solidFill>
                <a:schemeClr val="accent1"/>
              </a:solidFill>
              <a:ln cap="flat" w="15875">
                <a:solidFill>
                  <a:schemeClr val="accent1"/>
                </a:solidFill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cbbfedd9-e4a3-496e-a9f7-20a894b4cc97" id="80" name="Icon2">
                <a:extLst>
                  <a:ext uri="{FF2B5EF4-FFF2-40B4-BE49-F238E27FC236}">
                    <a16:creationId id="{215FA1FC-D422-1D25-1729-1978B784D704}"/>
                  </a:ext>
                </a:extLst>
              </p:cNvPr>
              <p:cNvSpPr/>
              <p:nvPr/>
            </p:nvSpPr>
            <p:spPr>
              <a:xfrm flipV="false" flipH="false">
                <a:off x="8506817" y="2670819"/>
                <a:ext cx="193123" cy="193140"/>
              </a:xfrm>
              <a:custGeom>
                <a:avLst/>
                <a:gdLst>
                  <a:gd fmla="*/ 602 w 605" name="T0"/>
                  <a:gd fmla="*/ 202 h 607" name="T1"/>
                  <a:gd fmla="*/ 320 w 605" name="T2"/>
                  <a:gd fmla="*/ 603 h 607" name="T3"/>
                  <a:gd fmla="*/ 302 w 605" name="T4"/>
                  <a:gd fmla="*/ 607 h 607" name="T5"/>
                  <a:gd fmla="*/ 285 w 605" name="T6"/>
                  <a:gd fmla="*/ 603 h 607" name="T7"/>
                  <a:gd fmla="*/ 3 w 605" name="T8"/>
                  <a:gd fmla="*/ 202 h 607" name="T9"/>
                  <a:gd fmla="*/ 32 w 605" name="T10"/>
                  <a:gd fmla="*/ 157 h 607" name="T11"/>
                  <a:gd fmla="*/ 272 w 605" name="T12"/>
                  <a:gd fmla="*/ 13 h 607" name="T13"/>
                  <a:gd fmla="*/ 302 w 605" name="T14"/>
                  <a:gd fmla="*/ 0 h 607" name="T15"/>
                  <a:gd fmla="*/ 302 w 605" name="T16"/>
                  <a:gd fmla="*/ 0 h 607" name="T17"/>
                  <a:gd fmla="*/ 332 w 605" name="T18"/>
                  <a:gd fmla="*/ 13 h 607" name="T19"/>
                  <a:gd fmla="*/ 573 w 605" name="T20"/>
                  <a:gd fmla="*/ 157 h 607" name="T21"/>
                  <a:gd fmla="*/ 602 w 605" name="T22"/>
                  <a:gd fmla="*/ 202 h 607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607" w="605">
                    <a:moveTo>
                      <a:pt x="602" y="202"/>
                    </a:moveTo>
                    <a:cubicBezTo>
                      <a:pt x="574" y="381"/>
                      <a:pt x="468" y="531"/>
                      <a:pt x="320" y="603"/>
                    </a:cubicBezTo>
                    <a:cubicBezTo>
                      <a:pt x="314" y="605"/>
                      <a:pt x="308" y="607"/>
                      <a:pt x="302" y="607"/>
                    </a:cubicBezTo>
                    <a:cubicBezTo>
                      <a:pt x="296" y="607"/>
                      <a:pt x="290" y="605"/>
                      <a:pt x="285" y="603"/>
                    </a:cubicBezTo>
                    <a:cubicBezTo>
                      <a:pt x="136" y="531"/>
                      <a:pt x="31" y="381"/>
                      <a:pt x="3" y="202"/>
                    </a:cubicBezTo>
                    <a:cubicBezTo>
                      <a:pt x="0" y="182"/>
                      <a:pt x="12" y="163"/>
                      <a:pt x="32" y="157"/>
                    </a:cubicBezTo>
                    <a:cubicBezTo>
                      <a:pt x="128" y="132"/>
                      <a:pt x="211" y="82"/>
                      <a:pt x="272" y="13"/>
                    </a:cubicBezTo>
                    <a:cubicBezTo>
                      <a:pt x="280" y="5"/>
                      <a:pt x="291" y="0"/>
                      <a:pt x="302" y="0"/>
                    </a:cubicBezTo>
                    <a:lnTo>
                      <a:pt x="302" y="0"/>
                    </a:lnTo>
                    <a:cubicBezTo>
                      <a:pt x="314" y="0"/>
                      <a:pt x="325" y="5"/>
                      <a:pt x="332" y="13"/>
                    </a:cubicBezTo>
                    <a:cubicBezTo>
                      <a:pt x="393" y="82"/>
                      <a:pt x="476" y="132"/>
                      <a:pt x="573" y="157"/>
                    </a:cubicBezTo>
                    <a:cubicBezTo>
                      <a:pt x="592" y="163"/>
                      <a:pt x="605" y="182"/>
                      <a:pt x="602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12700">
                <a:noFill/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35d3b79e-912a-45da-aecf-99d51085382e" id="6" name="Text2">
                <a:extLst>
                  <a:ext uri="{FF2B5EF4-FFF2-40B4-BE49-F238E27FC236}">
                    <a16:creationId id="{6CE2B8AE-04C0-A723-8F6D-4186A90BA261}"/>
                  </a:ext>
                </a:extLst>
              </p:cNvPr>
              <p:cNvSpPr txBox="1"/>
              <p:nvPr/>
            </p:nvSpPr>
            <p:spPr>
              <a:xfrm flipV="false" flipH="false">
                <a:off x="8878284" y="2952453"/>
                <a:ext cx="2640616" cy="77920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舔者获得臣服感，满足自我贬低的心理需求。</a:t>
                </a:r>
              </a:p>
            </p:txBody>
          </p:sp>
          <p:sp>
            <p:nvSpPr>
              <p:cNvPr descr="82925bf8-3e56-4ea7-8023-5231eaf105fa" id="8" name="Bullet2">
                <a:extLst>
                  <a:ext uri="{FF2B5EF4-FFF2-40B4-BE49-F238E27FC236}">
                    <a16:creationId id="{39D168A2-069C-91BE-D0D2-488A476C2817}"/>
                  </a:ext>
                </a:extLst>
              </p:cNvPr>
              <p:cNvSpPr txBox="1"/>
              <p:nvPr/>
            </p:nvSpPr>
            <p:spPr>
              <a:xfrm flipV="false" flipH="false">
                <a:off x="8878284" y="2358094"/>
                <a:ext cx="2640616" cy="59436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800">
                    <a:solidFill>
                      <a:srgbClr val="2F2F2F"/>
                    </a:solidFill>
                    <a:ea typeface="微软雅黑"/>
                  </a:rPr>
                  <a:t>臣服感</a:t>
                </a:r>
              </a:p>
            </p:txBody>
          </p:sp>
        </p:grpSp>
        <p:grpSp>
          <p:nvGrpSpPr>
            <p:cNvPr descr="c7501692-dbd6-4afb-a683-9df7e95cffb4" id="18" name="组合 17">
              <a:extLst>
                <a:ext uri="{FF2B5EF4-FFF2-40B4-BE49-F238E27FC236}">
                  <a16:creationId id="{90717979-2F22-9401-5C03-70397621469D}"/>
                </a:ext>
              </a:extLst>
            </p:cNvPr>
            <p:cNvGrpSpPr/>
            <p:nvPr/>
          </p:nvGrpSpPr>
          <p:grpSpPr>
            <a:xfrm>
              <a:off x="5191994" y="3909253"/>
              <a:ext cx="3136479" cy="1373560"/>
              <a:chOff x="5191994" y="3909253"/>
              <a:chExt cx="3136479" cy="1373560"/>
            </a:xfrm>
          </p:grpSpPr>
          <p:sp>
            <p:nvSpPr>
              <p:cNvPr descr="c1f2dc6b-b64f-40bd-910f-4941c9e0a343" id="77" name="IconBackground3">
                <a:extLst>
                  <a:ext uri="{FF2B5EF4-FFF2-40B4-BE49-F238E27FC236}">
                    <a16:creationId id="{86BA0EC2-B27F-3B01-71EB-E670DBBB9C26}"/>
                  </a:ext>
                </a:extLst>
              </p:cNvPr>
              <p:cNvSpPr/>
              <p:nvPr/>
            </p:nvSpPr>
            <p:spPr>
              <a:xfrm flipV="false" flipH="false">
                <a:off x="5191994" y="4102317"/>
                <a:ext cx="338793" cy="338823"/>
              </a:xfrm>
              <a:prstGeom prst="ellipse">
                <a:avLst/>
              </a:prstGeom>
              <a:solidFill>
                <a:schemeClr val="accent1"/>
              </a:solidFill>
              <a:ln cap="flat" w="15875">
                <a:solidFill>
                  <a:schemeClr val="accent1"/>
                </a:solidFill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e8bc8bb6-0c5e-47a8-bb2d-f80c34872af6" id="78" name="Icon3">
                <a:extLst>
                  <a:ext uri="{FF2B5EF4-FFF2-40B4-BE49-F238E27FC236}">
                    <a16:creationId id="{026807AB-0515-FF33-E0A7-5EE678B4DD8A}"/>
                  </a:ext>
                </a:extLst>
              </p:cNvPr>
              <p:cNvSpPr/>
              <p:nvPr/>
            </p:nvSpPr>
            <p:spPr>
              <a:xfrm flipV="false" flipH="false">
                <a:off x="5264829" y="4175158"/>
                <a:ext cx="193123" cy="193140"/>
              </a:xfrm>
              <a:custGeom>
                <a:avLst/>
                <a:gdLst>
                  <a:gd fmla="*/ 602 w 605" name="T0"/>
                  <a:gd fmla="*/ 202 h 607" name="T1"/>
                  <a:gd fmla="*/ 320 w 605" name="T2"/>
                  <a:gd fmla="*/ 603 h 607" name="T3"/>
                  <a:gd fmla="*/ 302 w 605" name="T4"/>
                  <a:gd fmla="*/ 607 h 607" name="T5"/>
                  <a:gd fmla="*/ 285 w 605" name="T6"/>
                  <a:gd fmla="*/ 603 h 607" name="T7"/>
                  <a:gd fmla="*/ 3 w 605" name="T8"/>
                  <a:gd fmla="*/ 202 h 607" name="T9"/>
                  <a:gd fmla="*/ 32 w 605" name="T10"/>
                  <a:gd fmla="*/ 157 h 607" name="T11"/>
                  <a:gd fmla="*/ 272 w 605" name="T12"/>
                  <a:gd fmla="*/ 13 h 607" name="T13"/>
                  <a:gd fmla="*/ 302 w 605" name="T14"/>
                  <a:gd fmla="*/ 0 h 607" name="T15"/>
                  <a:gd fmla="*/ 302 w 605" name="T16"/>
                  <a:gd fmla="*/ 0 h 607" name="T17"/>
                  <a:gd fmla="*/ 332 w 605" name="T18"/>
                  <a:gd fmla="*/ 13 h 607" name="T19"/>
                  <a:gd fmla="*/ 573 w 605" name="T20"/>
                  <a:gd fmla="*/ 157 h 607" name="T21"/>
                  <a:gd fmla="*/ 602 w 605" name="T22"/>
                  <a:gd fmla="*/ 202 h 607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607" w="605">
                    <a:moveTo>
                      <a:pt x="602" y="202"/>
                    </a:moveTo>
                    <a:cubicBezTo>
                      <a:pt x="574" y="381"/>
                      <a:pt x="468" y="531"/>
                      <a:pt x="320" y="603"/>
                    </a:cubicBezTo>
                    <a:cubicBezTo>
                      <a:pt x="314" y="605"/>
                      <a:pt x="308" y="607"/>
                      <a:pt x="302" y="607"/>
                    </a:cubicBezTo>
                    <a:cubicBezTo>
                      <a:pt x="296" y="607"/>
                      <a:pt x="290" y="605"/>
                      <a:pt x="285" y="603"/>
                    </a:cubicBezTo>
                    <a:cubicBezTo>
                      <a:pt x="136" y="531"/>
                      <a:pt x="31" y="381"/>
                      <a:pt x="3" y="202"/>
                    </a:cubicBezTo>
                    <a:cubicBezTo>
                      <a:pt x="0" y="182"/>
                      <a:pt x="12" y="163"/>
                      <a:pt x="32" y="157"/>
                    </a:cubicBezTo>
                    <a:cubicBezTo>
                      <a:pt x="128" y="132"/>
                      <a:pt x="211" y="82"/>
                      <a:pt x="272" y="13"/>
                    </a:cubicBezTo>
                    <a:cubicBezTo>
                      <a:pt x="280" y="5"/>
                      <a:pt x="291" y="0"/>
                      <a:pt x="302" y="0"/>
                    </a:cubicBezTo>
                    <a:lnTo>
                      <a:pt x="302" y="0"/>
                    </a:lnTo>
                    <a:cubicBezTo>
                      <a:pt x="314" y="0"/>
                      <a:pt x="325" y="5"/>
                      <a:pt x="332" y="13"/>
                    </a:cubicBezTo>
                    <a:cubicBezTo>
                      <a:pt x="393" y="82"/>
                      <a:pt x="476" y="132"/>
                      <a:pt x="573" y="157"/>
                    </a:cubicBezTo>
                    <a:cubicBezTo>
                      <a:pt x="592" y="163"/>
                      <a:pt x="605" y="182"/>
                      <a:pt x="602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12700">
                <a:noFill/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eace1478-d5fd-4e86-b887-0b831ed9f40f" id="70" name="Text3">
                <a:extLst>
                  <a:ext uri="{FF2B5EF4-FFF2-40B4-BE49-F238E27FC236}">
                    <a16:creationId id="{2C61BEA6-1F44-0A90-26CC-A72B6021F216}"/>
                  </a:ext>
                </a:extLst>
              </p:cNvPr>
              <p:cNvSpPr txBox="1"/>
              <p:nvPr/>
            </p:nvSpPr>
            <p:spPr>
              <a:xfrm flipV="false" flipH="false">
                <a:off x="5687857" y="4503612"/>
                <a:ext cx="2640616" cy="77920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被舔者可通过命令、观察等方式进行言语支配。</a:t>
                </a:r>
              </a:p>
            </p:txBody>
          </p:sp>
          <p:sp>
            <p:nvSpPr>
              <p:cNvPr descr="9abef4ba-93e7-416e-b88b-2b55a8efac81" id="5" name="Bullet3">
                <a:extLst>
                  <a:ext uri="{FF2B5EF4-FFF2-40B4-BE49-F238E27FC236}">
                    <a16:creationId id="{1DD818CB-6113-1B25-E6E5-A6AEC5476F48}"/>
                  </a:ext>
                </a:extLst>
              </p:cNvPr>
              <p:cNvSpPr txBox="1"/>
              <p:nvPr/>
            </p:nvSpPr>
            <p:spPr>
              <a:xfrm flipV="false" flipH="false">
                <a:off x="5687857" y="3909253"/>
                <a:ext cx="2640616" cy="59436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800">
                    <a:solidFill>
                      <a:srgbClr val="2F2F2F"/>
                    </a:solidFill>
                    <a:ea typeface="微软雅黑"/>
                  </a:rPr>
                  <a:t>命令</a:t>
                </a:r>
              </a:p>
            </p:txBody>
          </p:sp>
        </p:grpSp>
        <p:grpSp>
          <p:nvGrpSpPr>
            <p:cNvPr descr="dcbbdc49-3d71-4bc8-bae6-e3aa18f0a2be" id="19" name="组合 18">
              <a:extLst>
                <a:ext uri="{FF2B5EF4-FFF2-40B4-BE49-F238E27FC236}">
                  <a16:creationId id="{CB583BBA-1B36-8F26-74FC-11FA842447F4}"/>
                </a:ext>
              </a:extLst>
            </p:cNvPr>
            <p:cNvGrpSpPr/>
            <p:nvPr/>
          </p:nvGrpSpPr>
          <p:grpSpPr>
            <a:xfrm>
              <a:off x="8433982" y="3909253"/>
              <a:ext cx="3084918" cy="1373560"/>
              <a:chOff x="8433982" y="3909253"/>
              <a:chExt cx="3084918" cy="1373560"/>
            </a:xfrm>
          </p:grpSpPr>
          <p:sp>
            <p:nvSpPr>
              <p:cNvPr descr="1e69e0a3-8c9f-4e5c-8785-918b7740b48c" id="75" name="IconBackground4">
                <a:extLst>
                  <a:ext uri="{FF2B5EF4-FFF2-40B4-BE49-F238E27FC236}">
                    <a16:creationId id="{4D4986AC-6031-4B6F-6BCD-AE6D7EB2203F}"/>
                  </a:ext>
                </a:extLst>
              </p:cNvPr>
              <p:cNvSpPr/>
              <p:nvPr/>
            </p:nvSpPr>
            <p:spPr>
              <a:xfrm flipV="false" flipH="false">
                <a:off x="8433982" y="4102317"/>
                <a:ext cx="338793" cy="338823"/>
              </a:xfrm>
              <a:prstGeom prst="ellipse">
                <a:avLst/>
              </a:prstGeom>
              <a:solidFill>
                <a:schemeClr val="accent1"/>
              </a:solidFill>
              <a:ln cap="flat" w="15875">
                <a:solidFill>
                  <a:schemeClr val="accent1"/>
                </a:solidFill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283c7614-de85-453d-91cb-eb022029f9cf" id="76" name="Icon4">
                <a:extLst>
                  <a:ext uri="{FF2B5EF4-FFF2-40B4-BE49-F238E27FC236}">
                    <a16:creationId id="{A78621E5-7718-D1C5-98D9-3F31A2C8D21A}"/>
                  </a:ext>
                </a:extLst>
              </p:cNvPr>
              <p:cNvSpPr/>
              <p:nvPr/>
            </p:nvSpPr>
            <p:spPr>
              <a:xfrm flipV="false" flipH="false">
                <a:off x="8506817" y="4175158"/>
                <a:ext cx="193123" cy="193140"/>
              </a:xfrm>
              <a:custGeom>
                <a:avLst/>
                <a:gdLst>
                  <a:gd fmla="*/ 602 w 605" name="T0"/>
                  <a:gd fmla="*/ 202 h 607" name="T1"/>
                  <a:gd fmla="*/ 320 w 605" name="T2"/>
                  <a:gd fmla="*/ 603 h 607" name="T3"/>
                  <a:gd fmla="*/ 302 w 605" name="T4"/>
                  <a:gd fmla="*/ 607 h 607" name="T5"/>
                  <a:gd fmla="*/ 285 w 605" name="T6"/>
                  <a:gd fmla="*/ 603 h 607" name="T7"/>
                  <a:gd fmla="*/ 3 w 605" name="T8"/>
                  <a:gd fmla="*/ 202 h 607" name="T9"/>
                  <a:gd fmla="*/ 32 w 605" name="T10"/>
                  <a:gd fmla="*/ 157 h 607" name="T11"/>
                  <a:gd fmla="*/ 272 w 605" name="T12"/>
                  <a:gd fmla="*/ 13 h 607" name="T13"/>
                  <a:gd fmla="*/ 302 w 605" name="T14"/>
                  <a:gd fmla="*/ 0 h 607" name="T15"/>
                  <a:gd fmla="*/ 302 w 605" name="T16"/>
                  <a:gd fmla="*/ 0 h 607" name="T17"/>
                  <a:gd fmla="*/ 332 w 605" name="T18"/>
                  <a:gd fmla="*/ 13 h 607" name="T19"/>
                  <a:gd fmla="*/ 573 w 605" name="T20"/>
                  <a:gd fmla="*/ 157 h 607" name="T21"/>
                  <a:gd fmla="*/ 602 w 605" name="T22"/>
                  <a:gd fmla="*/ 202 h 607" name="T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b="b" l="0" r="r" t="0"/>
                <a:pathLst>
                  <a:path h="607" w="605">
                    <a:moveTo>
                      <a:pt x="602" y="202"/>
                    </a:moveTo>
                    <a:cubicBezTo>
                      <a:pt x="574" y="381"/>
                      <a:pt x="468" y="531"/>
                      <a:pt x="320" y="603"/>
                    </a:cubicBezTo>
                    <a:cubicBezTo>
                      <a:pt x="314" y="605"/>
                      <a:pt x="308" y="607"/>
                      <a:pt x="302" y="607"/>
                    </a:cubicBezTo>
                    <a:cubicBezTo>
                      <a:pt x="296" y="607"/>
                      <a:pt x="290" y="605"/>
                      <a:pt x="285" y="603"/>
                    </a:cubicBezTo>
                    <a:cubicBezTo>
                      <a:pt x="136" y="531"/>
                      <a:pt x="31" y="381"/>
                      <a:pt x="3" y="202"/>
                    </a:cubicBezTo>
                    <a:cubicBezTo>
                      <a:pt x="0" y="182"/>
                      <a:pt x="12" y="163"/>
                      <a:pt x="32" y="157"/>
                    </a:cubicBezTo>
                    <a:cubicBezTo>
                      <a:pt x="128" y="132"/>
                      <a:pt x="211" y="82"/>
                      <a:pt x="272" y="13"/>
                    </a:cubicBezTo>
                    <a:cubicBezTo>
                      <a:pt x="280" y="5"/>
                      <a:pt x="291" y="0"/>
                      <a:pt x="302" y="0"/>
                    </a:cubicBezTo>
                    <a:lnTo>
                      <a:pt x="302" y="0"/>
                    </a:lnTo>
                    <a:cubicBezTo>
                      <a:pt x="314" y="0"/>
                      <a:pt x="325" y="5"/>
                      <a:pt x="332" y="13"/>
                    </a:cubicBezTo>
                    <a:cubicBezTo>
                      <a:pt x="393" y="82"/>
                      <a:pt x="476" y="132"/>
                      <a:pt x="573" y="157"/>
                    </a:cubicBezTo>
                    <a:cubicBezTo>
                      <a:pt x="592" y="163"/>
                      <a:pt x="605" y="182"/>
                      <a:pt x="602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w="12700">
                <a:noFill/>
                <a:miter lim="400000"/>
              </a:ln>
              <a:effectLst/>
            </p:spPr>
            <p:txBody>
              <a:bodyPr anchor="ctr"/>
              <a:lstStyle>
                <a:defPPr>
                  <a:defRPr lang="zh-CN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</a:defRPr>
                </a:lvl9pPr>
              </a:lstStyle>
              <a:p>
                <a:pPr algn="ctr"/>
              </a:p>
            </p:txBody>
          </p:sp>
          <p:sp>
            <p:nvSpPr>
              <p:cNvPr descr="d4099fe7-5772-462c-9abb-ca159d931b71" id="7" name="Text4">
                <a:extLst>
                  <a:ext uri="{FF2B5EF4-FFF2-40B4-BE49-F238E27FC236}">
                    <a16:creationId id="{DB2ED04A-4900-2199-D676-070358CD84B8}"/>
                  </a:ext>
                </a:extLst>
              </p:cNvPr>
              <p:cNvSpPr txBox="1"/>
              <p:nvPr/>
            </p:nvSpPr>
            <p:spPr>
              <a:xfrm flipV="false" flipH="false">
                <a:off x="8878284" y="4503612"/>
                <a:ext cx="2640616" cy="77920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舔者以跪舔、嗅闻等行为表达臣服意愿。</a:t>
                </a:r>
              </a:p>
            </p:txBody>
          </p:sp>
          <p:sp>
            <p:nvSpPr>
              <p:cNvPr descr="d7002f41-9ae3-4340-8ceb-a329fca0c0c3" id="9" name="Bullet4">
                <a:extLst>
                  <a:ext uri="{FF2B5EF4-FFF2-40B4-BE49-F238E27FC236}">
                    <a16:creationId id="{F673623B-01AF-BA51-DD6C-A97251B08820}"/>
                  </a:ext>
                </a:extLst>
              </p:cNvPr>
              <p:cNvSpPr txBox="1"/>
              <p:nvPr/>
            </p:nvSpPr>
            <p:spPr>
              <a:xfrm flipV="false" flipH="false">
                <a:off x="8878284" y="3909253"/>
                <a:ext cx="2640616" cy="59436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b="true" i="false" u="none" strike="noStrike" sz="1800">
                    <a:solidFill>
                      <a:srgbClr val="2F2F2F"/>
                    </a:solidFill>
                    <a:ea typeface="微软雅黑"/>
                  </a:rPr>
                  <a:t>跪舔、嗅闻</a:t>
                </a:r>
              </a:p>
            </p:txBody>
          </p:sp>
        </p:grpSp>
      </p:grpSp>
    </p:spTree>
  </p:cSld>
  <p:clrMapOvr>
    <a:masterClrMapping/>
  </p:clrMapOvr>
</p:sld>
</file>

<file path=ppt/slides/slide53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注意事项</a:t>
            </a:r>
          </a:p>
        </p:txBody>
      </p:sp>
      <p:grpSp>
        <p:nvGrpSpPr>
          <p:cNvPr descr="e7a7d2fd-be3c-4cd8-8855-456d5d8f2f31" id="6" name="01346265-201e-4b62-b4e7-687b32f1974c.source.3.zh-Hans.pptx">
            <a:extLst>
              <a:ext uri="{FF2B5EF4-FFF2-40B4-BE49-F238E27FC236}">
                <a16:creationId id="{DBFC8034-BEFD-060A-6747-744090B387F5}"/>
              </a:ext>
            </a:extLst>
          </p:cNvPr>
          <p:cNvGrpSpPr/>
          <p:nvPr/>
        </p:nvGrpSpPr>
        <p:grpSpPr>
          <a:xfrm>
            <a:off x="1261815" y="1163540"/>
            <a:ext cx="9655670" cy="4970560"/>
            <a:chOff x="1524808" y="1163540"/>
            <a:chExt cx="8834891" cy="4548038"/>
          </a:xfrm>
        </p:grpSpPr>
        <p:sp>
          <p:nvSpPr>
            <p:cNvPr descr="2382dc66-a2af-4206-ad1d-f8e518bc9128" id="26" name="Title">
              <a:extLst>
                <a:ext uri="{FF2B5EF4-FFF2-40B4-BE49-F238E27FC236}">
                  <a16:creationId id="{4B8D210D-D786-4A6E-4522-B7F4AF629A78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1722230" y="1163540"/>
              <a:ext cx="8624444" cy="75062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>
              <a:defPPr>
                <a:defRPr lang="en-US"/>
              </a:defPPr>
              <a:lvl1pPr algn="l" defTabSz="914400" eaLnBrk="1" hangingPunct="1" latinLnBrk="0" marL="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algn="l" defTabSz="914400" eaLnBrk="1" hangingPunct="1" latinLnBrk="0" marL="4572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algn="l" defTabSz="914400" eaLnBrk="1" hangingPunct="1" latinLnBrk="0" marL="9144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algn="l" defTabSz="914400" eaLnBrk="1" hangingPunct="1" latinLnBrk="0" marL="13716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algn="l" defTabSz="914400" eaLnBrk="1" hangingPunct="1" latinLnBrk="0" marL="18288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algn="l" defTabSz="914400" eaLnBrk="1" hangingPunct="1" latinLnBrk="0" marL="22860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algn="l" defTabSz="914400" eaLnBrk="1" hangingPunct="1" latinLnBrk="0" marL="27432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algn="l" defTabSz="914400" eaLnBrk="1" hangingPunct="1" latinLnBrk="0" marL="32004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algn="l" defTabSz="914400" eaLnBrk="1" hangingPunct="1" latinLnBrk="0" marL="3657600" rtl="0">
                <a:defRPr kern="1200" sz="18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主从角色互动需注意的事项</a:t>
              </a:r>
            </a:p>
          </p:txBody>
        </p:sp>
        <p:sp>
          <p:nvSpPr>
            <p:cNvPr descr="5571dab0-7234-46ef-ab0b-cb9861b492c1" id="27" name="图形 3">
              <a:extLst>
                <a:ext uri="{FF2B5EF4-FFF2-40B4-BE49-F238E27FC236}">
                  <a16:creationId id="{44902461-BB64-4B66-1412-2B47CBC03FB2}"/>
                </a:ext>
              </a:extLst>
            </p:cNvPr>
            <p:cNvSpPr/>
            <p:nvPr/>
          </p:nvSpPr>
          <p:spPr>
            <a:xfrm flipV="false" flipH="false">
              <a:off x="2262966" y="2808795"/>
              <a:ext cx="7108375" cy="2685526"/>
            </a:xfrm>
            <a:custGeom>
              <a:avLst/>
              <a:gdLst>
                <a:gd fmla="*/ 41839 w 12066776" name="connsiteX0"/>
                <a:gd fmla="*/ 3708872 h 4810894" name="connsiteY0"/>
                <a:gd fmla="*/ 1935790 w 12066776" name="connsiteX1"/>
                <a:gd fmla="*/ 3256530 h 4810894" name="connsiteY1"/>
                <a:gd fmla="*/ 3029546 w 12066776" name="connsiteX2"/>
                <a:gd fmla="*/ 3219287 h 4810894" name="connsiteY2"/>
                <a:gd fmla="*/ 3911370 w 12066776" name="connsiteX3"/>
                <a:gd fmla="*/ 2913725 h 4810894" name="connsiteY3"/>
                <a:gd fmla="*/ 4491443 w 12066776" name="connsiteX4"/>
                <a:gd fmla="*/ 2194778 h 4810894" name="connsiteY4"/>
                <a:gd fmla="*/ 4947500 w 12066776" name="connsiteX5"/>
                <a:gd fmla="*/ 1400965 h 4810894" name="connsiteY5"/>
                <a:gd fmla="*/ 6196418 w 12066776" name="connsiteX6"/>
                <a:gd fmla="*/ 198624 h 4810894" name="connsiteY6"/>
                <a:gd fmla="*/ 7787379 w 12066776" name="connsiteX7"/>
                <a:gd fmla="*/ 187003 h 4810894" name="connsiteY7"/>
                <a:gd fmla="*/ 8469177 w 12066776" name="connsiteX8"/>
                <a:gd fmla="*/ 605056 h 4810894" name="connsiteY8"/>
                <a:gd fmla="*/ 9055536 w 12066776" name="connsiteX9"/>
                <a:gd fmla="*/ 1252375 h 4810894" name="connsiteY9"/>
                <a:gd fmla="*/ 9391293 w 12066776" name="connsiteX10"/>
                <a:gd fmla="*/ 1494786 h 4810894" name="connsiteY10"/>
                <a:gd fmla="*/ 9816393 w 12066776" name="connsiteX11"/>
                <a:gd fmla="*/ 1613658 h 4810894" name="connsiteY11"/>
                <a:gd fmla="*/ 10581632 w 12066776" name="connsiteX12"/>
                <a:gd fmla="*/ 1976942 h 4810894" name="connsiteY12"/>
                <a:gd fmla="*/ 10713077 w 12066776" name="connsiteX13"/>
                <a:gd fmla="*/ 2681125 h 4810894" name="connsiteY13"/>
                <a:gd fmla="*/ 10302073 w 12066776" name="connsiteX14"/>
                <a:gd fmla="*/ 3347208 h 4810894" name="connsiteY14"/>
                <a:gd fmla="*/ 9926503 w 12066776" name="connsiteX15"/>
                <a:gd fmla="*/ 3641531 h 4810894" name="connsiteY15"/>
                <a:gd fmla="*/ 9620655 w 12066776" name="connsiteX16"/>
                <a:gd fmla="*/ 3958713 h 4810894" name="connsiteY16"/>
                <a:gd fmla="*/ 10027277 w 12066776" name="connsiteX17"/>
                <a:gd fmla="*/ 4583363 h 4810894" name="connsiteY17"/>
                <a:gd fmla="*/ 11653005 w 12066776" name="connsiteX18"/>
                <a:gd fmla="*/ 4723094 h 4810894" name="connsiteY18"/>
                <a:gd fmla="*/ 12050578 w 12066776" name="connsiteX19"/>
                <a:gd fmla="*/ 4601651 h 4810894" name="connsiteY19"/>
                <a:gd fmla="*/ 12037909 w 12066776" name="connsiteX20"/>
                <a:gd fmla="*/ 4555740 h 4810894" name="connsiteY20"/>
                <a:gd fmla="*/ 10328362 w 12066776" name="connsiteX21"/>
                <a:gd fmla="*/ 4666421 h 4810894" name="connsiteY21"/>
                <a:gd fmla="*/ 9948791 w 12066776" name="connsiteX22"/>
                <a:gd fmla="*/ 4477159 h 4810894" name="connsiteY22"/>
                <a:gd fmla="*/ 9644467 w 12066776" name="connsiteX23"/>
                <a:gd fmla="*/ 4094635 h 4810894" name="connsiteY23"/>
                <a:gd fmla="*/ 9928980 w 12066776" name="connsiteX24"/>
                <a:gd fmla="*/ 3700014 h 4810894" name="connsiteY24"/>
                <a:gd fmla="*/ 10305407 w 12066776" name="connsiteX25"/>
                <a:gd fmla="*/ 3406358 h 4810894" name="connsiteY25"/>
                <a:gd fmla="*/ 10741175 w 12066776" name="connsiteX26"/>
                <a:gd fmla="*/ 2775041 h 4810894" name="connsiteY26"/>
                <a:gd fmla="*/ 10700219 w 12066776" name="connsiteX27"/>
                <a:gd fmla="*/ 2097242 h 4810894" name="connsiteY27"/>
                <a:gd fmla="*/ 10183201 w 12066776" name="connsiteX28"/>
                <a:gd fmla="*/ 1641280 h 4810894" name="connsiteY28"/>
                <a:gd fmla="*/ 9709428 w 12066776" name="connsiteX29"/>
                <a:gd fmla="*/ 1545745 h 4810894" name="connsiteY29"/>
                <a:gd fmla="*/ 9276612 w 12066776" name="connsiteX30"/>
                <a:gd fmla="*/ 1373342 h 4810894" name="connsiteY30"/>
                <a:gd fmla="*/ 8663678 w 12066776" name="connsiteX31"/>
                <a:gd fmla="*/ 739358 h 4810894" name="connsiteY31"/>
                <a:gd fmla="*/ 8042077 w 12066776" name="connsiteX32"/>
                <a:gd fmla="*/ 247201 h 4810894" name="connsiteY32"/>
                <a:gd fmla="*/ 6518458 w 12066776" name="connsiteX33"/>
                <a:gd fmla="*/ 51367 h 4810894" name="connsiteY33"/>
                <a:gd fmla="*/ 5794939 w 12066776" name="connsiteX34"/>
                <a:gd fmla="*/ 356644 h 4810894" name="connsiteY34"/>
                <a:gd fmla="*/ 5180957 w 12066776" name="connsiteX35"/>
                <a:gd fmla="*/ 964434 h 4810894" name="connsiteY35"/>
                <a:gd fmla="*/ 4218456 w 12066776" name="connsiteX36"/>
                <a:gd fmla="*/ 2532440 h 4810894" name="connsiteY36"/>
                <a:gd fmla="*/ 3854506 w 12066776" name="connsiteX37"/>
                <a:gd fmla="*/ 2895152 h 4810894" name="connsiteY37"/>
                <a:gd fmla="*/ 3406545 w 12066776" name="connsiteX38"/>
                <a:gd fmla="*/ 3095653 h 4810894" name="connsiteY38"/>
                <a:gd fmla="*/ 2332697 w 12066776" name="connsiteX39"/>
                <a:gd fmla="*/ 3210048 h 4810894" name="connsiteY39"/>
                <a:gd fmla="*/ 376547 w 12066776" name="connsiteX40"/>
                <a:gd fmla="*/ 3450173 h 4810894" name="connsiteY40"/>
                <a:gd fmla="*/ 8215 w 12066776" name="connsiteX41"/>
                <a:gd fmla="*/ 3675154 h 4810894" name="connsiteY41"/>
                <a:gd fmla="*/ 41934 w 12066776" name="connsiteX42"/>
                <a:gd fmla="*/ 3708872 h 4810894" name="connsiteY42"/>
                <a:gd fmla="*/ 41934 w 12066776" name="connsiteX43"/>
                <a:gd fmla="*/ 3708872 h 4810894" name="connsiteY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b="b" l="l" r="r" t="t"/>
              <a:pathLst>
                <a:path h="4810894" w="12066776">
                  <a:moveTo>
                    <a:pt x="41839" y="3708872"/>
                  </a:moveTo>
                  <a:cubicBezTo>
                    <a:pt x="574572" y="3288344"/>
                    <a:pt x="1285899" y="3254911"/>
                    <a:pt x="1935790" y="3256530"/>
                  </a:cubicBezTo>
                  <a:cubicBezTo>
                    <a:pt x="2300502" y="3257387"/>
                    <a:pt x="2666929" y="3266531"/>
                    <a:pt x="3029546" y="3219287"/>
                  </a:cubicBezTo>
                  <a:cubicBezTo>
                    <a:pt x="3338917" y="3178997"/>
                    <a:pt x="3654005" y="3097272"/>
                    <a:pt x="3911370" y="2913725"/>
                  </a:cubicBezTo>
                  <a:cubicBezTo>
                    <a:pt x="4166354" y="2731798"/>
                    <a:pt x="4334756" y="2460049"/>
                    <a:pt x="4491443" y="2194778"/>
                  </a:cubicBezTo>
                  <a:cubicBezTo>
                    <a:pt x="4646605" y="1931984"/>
                    <a:pt x="4789385" y="1661950"/>
                    <a:pt x="4947500" y="1400965"/>
                  </a:cubicBezTo>
                  <a:cubicBezTo>
                    <a:pt x="5252586" y="897473"/>
                    <a:pt x="5633680" y="421128"/>
                    <a:pt x="6196418" y="198624"/>
                  </a:cubicBezTo>
                  <a:cubicBezTo>
                    <a:pt x="6701052" y="-1115"/>
                    <a:pt x="7279219" y="-734"/>
                    <a:pt x="7787379" y="187003"/>
                  </a:cubicBezTo>
                  <a:cubicBezTo>
                    <a:pt x="8038934" y="279967"/>
                    <a:pt x="8273820" y="420842"/>
                    <a:pt x="8469177" y="605056"/>
                  </a:cubicBezTo>
                  <a:cubicBezTo>
                    <a:pt x="8681490" y="805176"/>
                    <a:pt x="8845320" y="1050254"/>
                    <a:pt x="9055536" y="1252375"/>
                  </a:cubicBezTo>
                  <a:cubicBezTo>
                    <a:pt x="9155263" y="1348292"/>
                    <a:pt x="9266135" y="1434779"/>
                    <a:pt x="9391293" y="1494786"/>
                  </a:cubicBezTo>
                  <a:cubicBezTo>
                    <a:pt x="9525405" y="1559080"/>
                    <a:pt x="9670756" y="1588702"/>
                    <a:pt x="9816393" y="1613658"/>
                  </a:cubicBezTo>
                  <a:cubicBezTo>
                    <a:pt x="10105477" y="1663283"/>
                    <a:pt x="10405610" y="1717004"/>
                    <a:pt x="10581632" y="1976942"/>
                  </a:cubicBezTo>
                  <a:cubicBezTo>
                    <a:pt x="10719364" y="2180205"/>
                    <a:pt x="10755749" y="2442333"/>
                    <a:pt x="10713077" y="2681125"/>
                  </a:cubicBezTo>
                  <a:cubicBezTo>
                    <a:pt x="10664023" y="2955731"/>
                    <a:pt x="10510385" y="3167852"/>
                    <a:pt x="10302073" y="3347208"/>
                  </a:cubicBezTo>
                  <a:cubicBezTo>
                    <a:pt x="10181487" y="3451031"/>
                    <a:pt x="10051185" y="3542852"/>
                    <a:pt x="9926503" y="3641531"/>
                  </a:cubicBezTo>
                  <a:cubicBezTo>
                    <a:pt x="9816870" y="3728303"/>
                    <a:pt x="9678852" y="3827078"/>
                    <a:pt x="9620655" y="3958713"/>
                  </a:cubicBezTo>
                  <a:cubicBezTo>
                    <a:pt x="9501307" y="4228747"/>
                    <a:pt x="9827729" y="4468015"/>
                    <a:pt x="10027277" y="4583363"/>
                  </a:cubicBezTo>
                  <a:cubicBezTo>
                    <a:pt x="10515052" y="4865303"/>
                    <a:pt x="11120748" y="4851682"/>
                    <a:pt x="11653005" y="4723094"/>
                  </a:cubicBezTo>
                  <a:cubicBezTo>
                    <a:pt x="11787878" y="4690519"/>
                    <a:pt x="11920371" y="4649466"/>
                    <a:pt x="12050578" y="4601651"/>
                  </a:cubicBezTo>
                  <a:cubicBezTo>
                    <a:pt x="12079153" y="4591173"/>
                    <a:pt x="12066770" y="4545167"/>
                    <a:pt x="12037909" y="4555740"/>
                  </a:cubicBezTo>
                  <a:cubicBezTo>
                    <a:pt x="11501843" y="4752622"/>
                    <a:pt x="10881860" y="4851777"/>
                    <a:pt x="10328362" y="4666421"/>
                  </a:cubicBezTo>
                  <a:cubicBezTo>
                    <a:pt x="10193774" y="4621367"/>
                    <a:pt x="10065377" y="4558217"/>
                    <a:pt x="9948791" y="4477159"/>
                  </a:cubicBezTo>
                  <a:cubicBezTo>
                    <a:pt x="9821823" y="4388862"/>
                    <a:pt x="9660660" y="4260275"/>
                    <a:pt x="9644467" y="4094635"/>
                  </a:cubicBezTo>
                  <a:cubicBezTo>
                    <a:pt x="9628275" y="3928995"/>
                    <a:pt x="9811917" y="3794693"/>
                    <a:pt x="9928980" y="3700014"/>
                  </a:cubicBezTo>
                  <a:cubicBezTo>
                    <a:pt x="10052805" y="3600002"/>
                    <a:pt x="10183201" y="3508371"/>
                    <a:pt x="10305407" y="3406358"/>
                  </a:cubicBezTo>
                  <a:cubicBezTo>
                    <a:pt x="10509623" y="3235861"/>
                    <a:pt x="10673834" y="3036503"/>
                    <a:pt x="10741175" y="2775041"/>
                  </a:cubicBezTo>
                  <a:cubicBezTo>
                    <a:pt x="10798325" y="2553109"/>
                    <a:pt x="10789754" y="2309555"/>
                    <a:pt x="10700219" y="2097242"/>
                  </a:cubicBezTo>
                  <a:cubicBezTo>
                    <a:pt x="10603826" y="1868642"/>
                    <a:pt x="10419040" y="1713385"/>
                    <a:pt x="10183201" y="1641280"/>
                  </a:cubicBezTo>
                  <a:cubicBezTo>
                    <a:pt x="10028801" y="1594037"/>
                    <a:pt x="9867257" y="1577844"/>
                    <a:pt x="9709428" y="1545745"/>
                  </a:cubicBezTo>
                  <a:cubicBezTo>
                    <a:pt x="9553980" y="1514122"/>
                    <a:pt x="9408438" y="1462972"/>
                    <a:pt x="9276612" y="1373342"/>
                  </a:cubicBezTo>
                  <a:cubicBezTo>
                    <a:pt x="9031724" y="1206845"/>
                    <a:pt x="8857703" y="958243"/>
                    <a:pt x="8663678" y="739358"/>
                  </a:cubicBezTo>
                  <a:cubicBezTo>
                    <a:pt x="8485656" y="538666"/>
                    <a:pt x="8281440" y="370074"/>
                    <a:pt x="8042077" y="247201"/>
                  </a:cubicBezTo>
                  <a:cubicBezTo>
                    <a:pt x="7577543" y="8695"/>
                    <a:pt x="7028427" y="-58646"/>
                    <a:pt x="6518458" y="51367"/>
                  </a:cubicBezTo>
                  <a:cubicBezTo>
                    <a:pt x="6261283" y="106803"/>
                    <a:pt x="6012966" y="208816"/>
                    <a:pt x="5794939" y="356644"/>
                  </a:cubicBezTo>
                  <a:cubicBezTo>
                    <a:pt x="5554814" y="519331"/>
                    <a:pt x="5353836" y="733072"/>
                    <a:pt x="5180957" y="964434"/>
                  </a:cubicBezTo>
                  <a:cubicBezTo>
                    <a:pt x="4812435" y="1457448"/>
                    <a:pt x="4580597" y="2036282"/>
                    <a:pt x="4218456" y="2532440"/>
                  </a:cubicBezTo>
                  <a:cubicBezTo>
                    <a:pt x="4116920" y="2671600"/>
                    <a:pt x="3998429" y="2799044"/>
                    <a:pt x="3854506" y="2895152"/>
                  </a:cubicBezTo>
                  <a:cubicBezTo>
                    <a:pt x="3717536" y="2986496"/>
                    <a:pt x="3564470" y="3050599"/>
                    <a:pt x="3406545" y="3095653"/>
                  </a:cubicBezTo>
                  <a:cubicBezTo>
                    <a:pt x="3058882" y="3194998"/>
                    <a:pt x="2692075" y="3208429"/>
                    <a:pt x="2332697" y="3210048"/>
                  </a:cubicBezTo>
                  <a:cubicBezTo>
                    <a:pt x="1676614" y="3213001"/>
                    <a:pt x="989290" y="3170615"/>
                    <a:pt x="376547" y="3450173"/>
                  </a:cubicBezTo>
                  <a:cubicBezTo>
                    <a:pt x="244912" y="3510276"/>
                    <a:pt x="121753" y="3585523"/>
                    <a:pt x="8215" y="3675154"/>
                  </a:cubicBezTo>
                  <a:cubicBezTo>
                    <a:pt x="-15788" y="3694108"/>
                    <a:pt x="18121" y="3727637"/>
                    <a:pt x="41934" y="3708872"/>
                  </a:cubicBezTo>
                  <a:lnTo>
                    <a:pt x="41934" y="3708872"/>
                  </a:lnTo>
                  <a:close/>
                </a:path>
              </a:pathLst>
            </a:custGeom>
            <a:solidFill>
              <a:schemeClr val="tx1"/>
            </a:solidFill>
            <a:ln cap="flat" w="0">
              <a:noFill/>
              <a:prstDash val="solid"/>
              <a:miter/>
            </a:ln>
          </p:spPr>
          <p:txBody>
            <a:bodyPr anchor="ctr" anchorCtr="0" bIns="45720" compatLnSpc="1" forceAA="0" fromWordArt="0" lIns="91440" numCol="1" rIns="91440" rot="0" rtlCol="0" spcCol="0" spcFirstLastPara="0" tIns="45720" vert="horz" wrap="square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algn="l" defTabSz="914400" eaLnBrk="1" hangingPunct="1" latinLnBrk="0" marL="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algn="l" defTabSz="914400" eaLnBrk="1" hangingPunct="1" latinLnBrk="0" marL="4572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algn="l" defTabSz="914400" eaLnBrk="1" hangingPunct="1" latinLnBrk="0" marL="9144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algn="l" defTabSz="914400" eaLnBrk="1" hangingPunct="1" latinLnBrk="0" marL="13716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algn="l" defTabSz="914400" eaLnBrk="1" hangingPunct="1" latinLnBrk="0" marL="18288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algn="l" defTabSz="914400" eaLnBrk="1" hangingPunct="1" latinLnBrk="0" marL="22860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algn="l" defTabSz="914400" eaLnBrk="1" hangingPunct="1" latinLnBrk="0" marL="27432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algn="l" defTabSz="914400" eaLnBrk="1" hangingPunct="1" latinLnBrk="0" marL="32004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algn="l" defTabSz="914400" eaLnBrk="1" hangingPunct="1" latinLnBrk="0" marL="36576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</a:p>
          </p:txBody>
        </p:sp>
        <p:sp>
          <p:nvSpPr>
            <p:cNvPr descr="a1453be1-a7a2-4809-88db-1768388a0bdb" id="34" name="任意多边形: 形状 33">
              <a:extLst>
                <a:ext uri="{FF2B5EF4-FFF2-40B4-BE49-F238E27FC236}">
                  <a16:creationId id="{FAACF28F-CD61-3C00-C1E9-883442E43885}"/>
                </a:ext>
              </a:extLst>
            </p:cNvPr>
            <p:cNvSpPr/>
            <p:nvPr/>
          </p:nvSpPr>
          <p:spPr>
            <a:xfrm flipH="true" flipV="true" rot="20925347">
              <a:off x="4622218" y="5367814"/>
              <a:ext cx="237229" cy="253013"/>
            </a:xfrm>
            <a:custGeom>
              <a:avLst/>
              <a:gdLst>
                <a:gd fmla="*/ 0 w 1054561" name="connsiteX0"/>
                <a:gd fmla="*/ 1105357 h 1124726" name="connsiteY0"/>
                <a:gd fmla="*/ 103632 w 1054561" name="connsiteX1"/>
                <a:gd fmla="*/ 1098309 h 1124726" name="connsiteY1"/>
                <a:gd fmla="*/ 617982 w 1054561" name="connsiteX2"/>
                <a:gd fmla="*/ 715023 h 1124726" name="connsiteY2"/>
                <a:gd fmla="*/ 959834 w 1054561" name="connsiteX3"/>
                <a:gd fmla="*/ 366694 h 1124726" name="connsiteY3"/>
                <a:gd fmla="*/ 1053179 w 1054561" name="connsiteX4"/>
                <a:gd fmla="*/ 102851 h 1124726" name="connsiteY4"/>
                <a:gd fmla="*/ 1047940 w 1054561" name="connsiteX5"/>
                <a:gd fmla="*/ 52178 h 1124726" name="connsiteY5"/>
                <a:gd fmla="*/ 993934 w 1054561" name="connsiteX6"/>
                <a:gd fmla="*/ 17698 h 1124726" name="connsiteY6"/>
                <a:gd fmla="*/ 650653 w 1054561" name="connsiteX7"/>
                <a:gd fmla="*/ 53702 h 1124726" name="connsiteY7"/>
                <a:gd fmla="*/ 422910 w 1054561" name="connsiteX8"/>
                <a:gd fmla="*/ 260776 h 1124726" name="connsiteY8"/>
                <a:gd fmla="*/ 3620 w 1054561" name="connsiteX9"/>
                <a:gd fmla="*/ 1079449 h 1124726" name="connsiteY9"/>
                <a:gd fmla="*/ 0 w 1054561" name="connsiteX10"/>
                <a:gd fmla="*/ 1105262 h 1124726" name="connsiteY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b="b" l="l" r="r" t="t"/>
              <a:pathLst>
                <a:path h="1124726" w="1054561">
                  <a:moveTo>
                    <a:pt x="0" y="1105357"/>
                  </a:moveTo>
                  <a:cubicBezTo>
                    <a:pt x="18193" y="1140505"/>
                    <a:pt x="71533" y="1121455"/>
                    <a:pt x="103632" y="1098309"/>
                  </a:cubicBezTo>
                  <a:cubicBezTo>
                    <a:pt x="276892" y="972960"/>
                    <a:pt x="449866" y="847135"/>
                    <a:pt x="617982" y="715023"/>
                  </a:cubicBezTo>
                  <a:cubicBezTo>
                    <a:pt x="746570" y="613963"/>
                    <a:pt x="874776" y="506425"/>
                    <a:pt x="959834" y="366694"/>
                  </a:cubicBezTo>
                  <a:cubicBezTo>
                    <a:pt x="1008793" y="286398"/>
                    <a:pt x="1042416" y="196196"/>
                    <a:pt x="1053179" y="102851"/>
                  </a:cubicBezTo>
                  <a:cubicBezTo>
                    <a:pt x="1055180" y="85706"/>
                    <a:pt x="1056132" y="67323"/>
                    <a:pt x="1047940" y="52178"/>
                  </a:cubicBezTo>
                  <a:cubicBezTo>
                    <a:pt x="1037463" y="32938"/>
                    <a:pt x="1015079" y="23794"/>
                    <a:pt x="993934" y="17698"/>
                  </a:cubicBezTo>
                  <a:cubicBezTo>
                    <a:pt x="880586" y="-15068"/>
                    <a:pt x="754761" y="-1924"/>
                    <a:pt x="650653" y="53702"/>
                  </a:cubicBezTo>
                  <a:cubicBezTo>
                    <a:pt x="527685" y="119329"/>
                    <a:pt x="456914" y="212293"/>
                    <a:pt x="422910" y="260776"/>
                  </a:cubicBezTo>
                  <a:cubicBezTo>
                    <a:pt x="219742" y="550050"/>
                    <a:pt x="72200" y="903237"/>
                    <a:pt x="3620" y="1079449"/>
                  </a:cubicBezTo>
                  <a:cubicBezTo>
                    <a:pt x="2381" y="1088022"/>
                    <a:pt x="1238" y="1096690"/>
                    <a:pt x="0" y="1105262"/>
                  </a:cubicBezTo>
                  <a:close/>
                </a:path>
              </a:pathLst>
            </a:custGeom>
            <a:solidFill>
              <a:schemeClr val="accent2"/>
            </a:solidFill>
            <a:ln cap="flat" w="19050">
              <a:solidFill>
                <a:schemeClr val="accent2"/>
              </a:solidFill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37ee5ab1-404f-44c7-a61d-2c14fbc2e4e1" id="35" name="任意多边形: 形状 34">
              <a:extLst>
                <a:ext uri="{FF2B5EF4-FFF2-40B4-BE49-F238E27FC236}">
                  <a16:creationId id="{DD08F55A-747C-962A-5267-A44E40855310}"/>
                </a:ext>
              </a:extLst>
            </p:cNvPr>
            <p:cNvSpPr/>
            <p:nvPr/>
          </p:nvSpPr>
          <p:spPr>
            <a:xfrm flipH="true" rot="19179493" flipV="false">
              <a:off x="4567102" y="5283227"/>
              <a:ext cx="233611" cy="81312"/>
            </a:xfrm>
            <a:custGeom>
              <a:avLst/>
              <a:gdLst>
                <a:gd fmla="*/ 7188 w 1038477" name="connsiteX0"/>
                <a:gd fmla="*/ 304834 h 361458" name="connsiteY0"/>
                <a:gd fmla="*/ 51003 w 1038477" name="connsiteX1"/>
                <a:gd fmla="*/ 315217 h 361458" name="connsiteY1"/>
                <a:gd fmla="*/ 730707 w 1038477" name="connsiteX2"/>
                <a:gd fmla="*/ 357698 h 361458" name="connsiteY2"/>
                <a:gd fmla="*/ 995693 w 1038477" name="connsiteX3"/>
                <a:gd fmla="*/ 279974 h 361458" name="connsiteY3"/>
                <a:gd fmla="*/ 1036269 w 1038477" name="connsiteX4"/>
                <a:gd fmla="*/ 203679 h 361458" name="connsiteY4"/>
                <a:gd fmla="*/ 1011409 w 1038477" name="connsiteX5"/>
                <a:gd fmla="*/ 93094 h 361458" name="connsiteY5"/>
                <a:gd fmla="*/ 852532 w 1038477" name="connsiteX6"/>
                <a:gd fmla="*/ 15370 h 361458" name="connsiteY6"/>
                <a:gd fmla="*/ 669938 w 1038477" name="connsiteX7"/>
                <a:gd fmla="*/ 1654 h 361458" name="connsiteY7"/>
                <a:gd fmla="*/ 18809 w 1038477" name="connsiteX8"/>
                <a:gd fmla="*/ 276641 h 361458" name="connsiteY8"/>
                <a:gd fmla="*/ 7188 w 1038477" name="connsiteX9"/>
                <a:gd fmla="*/ 304834 h 361458" name="connsiteY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b="b" l="l" r="r" t="t"/>
              <a:pathLst>
                <a:path h="361458" w="1038477">
                  <a:moveTo>
                    <a:pt x="7188" y="304834"/>
                  </a:moveTo>
                  <a:cubicBezTo>
                    <a:pt x="17285" y="307311"/>
                    <a:pt x="32525" y="311026"/>
                    <a:pt x="51003" y="315217"/>
                  </a:cubicBezTo>
                  <a:cubicBezTo>
                    <a:pt x="114249" y="329600"/>
                    <a:pt x="325038" y="374653"/>
                    <a:pt x="730707" y="357698"/>
                  </a:cubicBezTo>
                  <a:cubicBezTo>
                    <a:pt x="822338" y="353888"/>
                    <a:pt x="933876" y="346459"/>
                    <a:pt x="995693" y="279974"/>
                  </a:cubicBezTo>
                  <a:cubicBezTo>
                    <a:pt x="1005694" y="269211"/>
                    <a:pt x="1029030" y="243494"/>
                    <a:pt x="1036269" y="203679"/>
                  </a:cubicBezTo>
                  <a:cubicBezTo>
                    <a:pt x="1046842" y="145957"/>
                    <a:pt x="1016267" y="100142"/>
                    <a:pt x="1011409" y="93094"/>
                  </a:cubicBezTo>
                  <a:cubicBezTo>
                    <a:pt x="977310" y="43564"/>
                    <a:pt x="921779" y="30610"/>
                    <a:pt x="852532" y="15370"/>
                  </a:cubicBezTo>
                  <a:cubicBezTo>
                    <a:pt x="844722" y="13655"/>
                    <a:pt x="754234" y="-5681"/>
                    <a:pt x="669938" y="1654"/>
                  </a:cubicBezTo>
                  <a:cubicBezTo>
                    <a:pt x="533826" y="13369"/>
                    <a:pt x="294462" y="104714"/>
                    <a:pt x="18809" y="276641"/>
                  </a:cubicBezTo>
                  <a:cubicBezTo>
                    <a:pt x="18809" y="276641"/>
                    <a:pt x="-14148" y="299691"/>
                    <a:pt x="7188" y="304834"/>
                  </a:cubicBezTo>
                  <a:close/>
                </a:path>
              </a:pathLst>
            </a:custGeom>
            <a:solidFill>
              <a:schemeClr val="accent2"/>
            </a:solidFill>
            <a:ln cap="flat" w="19050">
              <a:solidFill>
                <a:schemeClr val="accent2"/>
              </a:solidFill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2dad7543-4a27-42ae-bf35-c26115770fa1" id="68" name="图形 49">
              <a:extLst>
                <a:ext uri="{FF2B5EF4-FFF2-40B4-BE49-F238E27FC236}">
                  <a16:creationId id="{18FB1A4A-B7DD-BC00-1EA4-FB4016E9F9EC}"/>
                </a:ext>
              </a:extLst>
            </p:cNvPr>
            <p:cNvSpPr/>
            <p:nvPr/>
          </p:nvSpPr>
          <p:spPr>
            <a:xfrm flipV="false" flipH="false">
              <a:off x="1880019" y="4630415"/>
              <a:ext cx="631637" cy="611962"/>
            </a:xfrm>
            <a:custGeom>
              <a:avLst/>
              <a:gdLst>
                <a:gd fmla="*/ 1224244 w 3459897" name="connsiteX0"/>
                <a:gd fmla="*/ 3350918 h 3352124" name="connsiteY0"/>
                <a:gd fmla="*/ 824735 w 3459897" name="connsiteX1"/>
                <a:gd fmla="*/ 3322228 h 3352124" name="connsiteY1"/>
                <a:gd fmla="*/ 247955 w 3459897" name="connsiteX2"/>
                <a:gd fmla="*/ 2870089 h 3352124" name="connsiteY2"/>
                <a:gd fmla="*/ 106405 w 3459897" name="connsiteX3"/>
                <a:gd fmla="*/ 2315603 h 3352124" name="connsiteY3"/>
                <a:gd fmla="*/ 99121 w 3459897" name="connsiteX4"/>
                <a:gd fmla="*/ 1844147 h 3352124" name="connsiteY4"/>
                <a:gd fmla="*/ 72964 w 3459897" name="connsiteX5"/>
                <a:gd fmla="*/ 1551355 h 3352124" name="connsiteY5"/>
                <a:gd fmla="*/ 12544 w 3459897" name="connsiteX6"/>
                <a:gd fmla="*/ 1362938 h 3352124" name="connsiteY6"/>
                <a:gd fmla="*/ 105898 w 3459897" name="connsiteX7"/>
                <a:gd fmla="*/ 857788 h 3352124" name="connsiteY7"/>
                <a:gd fmla="*/ 269679 w 3459897" name="connsiteX8"/>
                <a:gd fmla="*/ 574117 h 3352124" name="connsiteY8"/>
                <a:gd fmla="*/ 714914 w 3459897" name="connsiteX9"/>
                <a:gd fmla="*/ 325089 h 3352124" name="connsiteY9"/>
                <a:gd fmla="*/ 1090673 w 3459897" name="connsiteX10"/>
                <a:gd fmla="*/ 226542 h 3352124" name="connsiteY10"/>
                <a:gd fmla="*/ 1587209 w 3459897" name="connsiteX11"/>
                <a:gd fmla="*/ 67764 h 3352124" name="connsiteY11"/>
                <a:gd fmla="*/ 1933644 w 3459897" name="connsiteX12"/>
                <a:gd fmla="*/ 820 h 3352124" name="connsiteY12"/>
                <a:gd fmla="*/ 2418400 w 3459897" name="connsiteX13"/>
                <a:gd fmla="*/ 89994 h 3352124" name="connsiteY13"/>
                <a:gd fmla="*/ 2983273 w 3459897" name="connsiteX14"/>
                <a:gd fmla="*/ 413693 h 3352124" name="connsiteY14"/>
                <a:gd fmla="*/ 3381262 w 3459897" name="connsiteX15"/>
                <a:gd fmla="*/ 1066156 h 3352124" name="connsiteY15"/>
                <a:gd fmla="*/ 3330911 w 3459897" name="connsiteX16"/>
                <a:gd fmla="*/ 2246316 h 3352124" name="connsiteY16"/>
                <a:gd fmla="*/ 2267476 w 3459897" name="connsiteX17"/>
                <a:gd fmla="*/ 3211014 h 3352124" name="connsiteY17"/>
                <a:gd fmla="*/ 1703806 w 3459897" name="connsiteX18"/>
                <a:gd fmla="*/ 3319504 h 3352124" name="connsiteY18"/>
                <a:gd fmla="*/ 1224244 w 3459897" name="connsiteX19"/>
                <a:gd fmla="*/ 3350728 h 3352124" name="connsiteY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b="b" l="l" r="r" t="t"/>
              <a:pathLst>
                <a:path h="3352124" w="3459897">
                  <a:moveTo>
                    <a:pt x="1224244" y="3350918"/>
                  </a:moveTo>
                  <a:cubicBezTo>
                    <a:pt x="1090103" y="3354148"/>
                    <a:pt x="956342" y="3352818"/>
                    <a:pt x="824735" y="3322228"/>
                  </a:cubicBezTo>
                  <a:cubicBezTo>
                    <a:pt x="562280" y="3261238"/>
                    <a:pt x="377219" y="3100370"/>
                    <a:pt x="247955" y="2870089"/>
                  </a:cubicBezTo>
                  <a:cubicBezTo>
                    <a:pt x="151498" y="2698265"/>
                    <a:pt x="108495" y="2512000"/>
                    <a:pt x="106405" y="2315603"/>
                  </a:cubicBezTo>
                  <a:cubicBezTo>
                    <a:pt x="104694" y="2158408"/>
                    <a:pt x="105011" y="2001151"/>
                    <a:pt x="99121" y="1844147"/>
                  </a:cubicBezTo>
                  <a:cubicBezTo>
                    <a:pt x="96461" y="1773656"/>
                    <a:pt x="101338" y="1676629"/>
                    <a:pt x="72964" y="1551355"/>
                  </a:cubicBezTo>
                  <a:cubicBezTo>
                    <a:pt x="48264" y="1442105"/>
                    <a:pt x="29517" y="1438431"/>
                    <a:pt x="12544" y="1362938"/>
                  </a:cubicBezTo>
                  <a:cubicBezTo>
                    <a:pt x="-29700" y="1174900"/>
                    <a:pt x="43197" y="1004406"/>
                    <a:pt x="105898" y="857788"/>
                  </a:cubicBezTo>
                  <a:cubicBezTo>
                    <a:pt x="155615" y="741571"/>
                    <a:pt x="187345" y="657844"/>
                    <a:pt x="269679" y="574117"/>
                  </a:cubicBezTo>
                  <a:cubicBezTo>
                    <a:pt x="393813" y="447956"/>
                    <a:pt x="548917" y="376706"/>
                    <a:pt x="714914" y="325089"/>
                  </a:cubicBezTo>
                  <a:cubicBezTo>
                    <a:pt x="838668" y="286645"/>
                    <a:pt x="965336" y="258905"/>
                    <a:pt x="1090673" y="226542"/>
                  </a:cubicBezTo>
                  <a:cubicBezTo>
                    <a:pt x="1259267" y="183031"/>
                    <a:pt x="1421211" y="119191"/>
                    <a:pt x="1587209" y="67764"/>
                  </a:cubicBezTo>
                  <a:cubicBezTo>
                    <a:pt x="1700196" y="32804"/>
                    <a:pt x="1814640" y="5760"/>
                    <a:pt x="1933644" y="820"/>
                  </a:cubicBezTo>
                  <a:cubicBezTo>
                    <a:pt x="2102112" y="-6146"/>
                    <a:pt x="2262156" y="31917"/>
                    <a:pt x="2418400" y="89994"/>
                  </a:cubicBezTo>
                  <a:cubicBezTo>
                    <a:pt x="2624551" y="166565"/>
                    <a:pt x="2817085" y="267392"/>
                    <a:pt x="2983273" y="413693"/>
                  </a:cubicBezTo>
                  <a:cubicBezTo>
                    <a:pt x="3183471" y="589887"/>
                    <a:pt x="3308048" y="812885"/>
                    <a:pt x="3381262" y="1066156"/>
                  </a:cubicBezTo>
                  <a:cubicBezTo>
                    <a:pt x="3496592" y="1464841"/>
                    <a:pt x="3489372" y="1860867"/>
                    <a:pt x="3330911" y="2246316"/>
                  </a:cubicBezTo>
                  <a:cubicBezTo>
                    <a:pt x="3130207" y="2734555"/>
                    <a:pt x="2772055" y="3055087"/>
                    <a:pt x="2267476" y="3211014"/>
                  </a:cubicBezTo>
                  <a:cubicBezTo>
                    <a:pt x="2083618" y="3267824"/>
                    <a:pt x="1894947" y="3299618"/>
                    <a:pt x="1703806" y="3319504"/>
                  </a:cubicBezTo>
                  <a:cubicBezTo>
                    <a:pt x="1544269" y="3336098"/>
                    <a:pt x="1384351" y="3344775"/>
                    <a:pt x="1224244" y="3350728"/>
                  </a:cubicBezTo>
                  <a:close/>
                </a:path>
              </a:pathLst>
            </a:custGeom>
            <a:solidFill>
              <a:schemeClr val="accent1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406b42dd-956b-4dde-aacd-5471742c95ed" id="72" name="图形 49">
              <a:extLst>
                <a:ext uri="{FF2B5EF4-FFF2-40B4-BE49-F238E27FC236}">
                  <a16:creationId id="{5D15B87D-9B46-0559-EC6E-7D25B23C6C88}"/>
                </a:ext>
              </a:extLst>
            </p:cNvPr>
            <p:cNvSpPr/>
            <p:nvPr/>
          </p:nvSpPr>
          <p:spPr>
            <a:xfrm flipV="false" flipH="false">
              <a:off x="4959889" y="3047997"/>
              <a:ext cx="631637" cy="611962"/>
            </a:xfrm>
            <a:custGeom>
              <a:avLst/>
              <a:gdLst>
                <a:gd fmla="*/ 1224244 w 3459897" name="connsiteX0"/>
                <a:gd fmla="*/ 3350918 h 3352124" name="connsiteY0"/>
                <a:gd fmla="*/ 824735 w 3459897" name="connsiteX1"/>
                <a:gd fmla="*/ 3322228 h 3352124" name="connsiteY1"/>
                <a:gd fmla="*/ 247955 w 3459897" name="connsiteX2"/>
                <a:gd fmla="*/ 2870089 h 3352124" name="connsiteY2"/>
                <a:gd fmla="*/ 106405 w 3459897" name="connsiteX3"/>
                <a:gd fmla="*/ 2315603 h 3352124" name="connsiteY3"/>
                <a:gd fmla="*/ 99121 w 3459897" name="connsiteX4"/>
                <a:gd fmla="*/ 1844147 h 3352124" name="connsiteY4"/>
                <a:gd fmla="*/ 72964 w 3459897" name="connsiteX5"/>
                <a:gd fmla="*/ 1551355 h 3352124" name="connsiteY5"/>
                <a:gd fmla="*/ 12544 w 3459897" name="connsiteX6"/>
                <a:gd fmla="*/ 1362938 h 3352124" name="connsiteY6"/>
                <a:gd fmla="*/ 105898 w 3459897" name="connsiteX7"/>
                <a:gd fmla="*/ 857788 h 3352124" name="connsiteY7"/>
                <a:gd fmla="*/ 269679 w 3459897" name="connsiteX8"/>
                <a:gd fmla="*/ 574117 h 3352124" name="connsiteY8"/>
                <a:gd fmla="*/ 714914 w 3459897" name="connsiteX9"/>
                <a:gd fmla="*/ 325089 h 3352124" name="connsiteY9"/>
                <a:gd fmla="*/ 1090673 w 3459897" name="connsiteX10"/>
                <a:gd fmla="*/ 226542 h 3352124" name="connsiteY10"/>
                <a:gd fmla="*/ 1587209 w 3459897" name="connsiteX11"/>
                <a:gd fmla="*/ 67764 h 3352124" name="connsiteY11"/>
                <a:gd fmla="*/ 1933644 w 3459897" name="connsiteX12"/>
                <a:gd fmla="*/ 820 h 3352124" name="connsiteY12"/>
                <a:gd fmla="*/ 2418400 w 3459897" name="connsiteX13"/>
                <a:gd fmla="*/ 89994 h 3352124" name="connsiteY13"/>
                <a:gd fmla="*/ 2983273 w 3459897" name="connsiteX14"/>
                <a:gd fmla="*/ 413693 h 3352124" name="connsiteY14"/>
                <a:gd fmla="*/ 3381262 w 3459897" name="connsiteX15"/>
                <a:gd fmla="*/ 1066156 h 3352124" name="connsiteY15"/>
                <a:gd fmla="*/ 3330911 w 3459897" name="connsiteX16"/>
                <a:gd fmla="*/ 2246316 h 3352124" name="connsiteY16"/>
                <a:gd fmla="*/ 2267476 w 3459897" name="connsiteX17"/>
                <a:gd fmla="*/ 3211014 h 3352124" name="connsiteY17"/>
                <a:gd fmla="*/ 1703806 w 3459897" name="connsiteX18"/>
                <a:gd fmla="*/ 3319504 h 3352124" name="connsiteY18"/>
                <a:gd fmla="*/ 1224244 w 3459897" name="connsiteX19"/>
                <a:gd fmla="*/ 3350728 h 3352124" name="connsiteY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b="b" l="l" r="r" t="t"/>
              <a:pathLst>
                <a:path h="3352124" w="3459897">
                  <a:moveTo>
                    <a:pt x="1224244" y="3350918"/>
                  </a:moveTo>
                  <a:cubicBezTo>
                    <a:pt x="1090103" y="3354148"/>
                    <a:pt x="956342" y="3352818"/>
                    <a:pt x="824735" y="3322228"/>
                  </a:cubicBezTo>
                  <a:cubicBezTo>
                    <a:pt x="562280" y="3261238"/>
                    <a:pt x="377219" y="3100370"/>
                    <a:pt x="247955" y="2870089"/>
                  </a:cubicBezTo>
                  <a:cubicBezTo>
                    <a:pt x="151498" y="2698265"/>
                    <a:pt x="108495" y="2512000"/>
                    <a:pt x="106405" y="2315603"/>
                  </a:cubicBezTo>
                  <a:cubicBezTo>
                    <a:pt x="104694" y="2158408"/>
                    <a:pt x="105011" y="2001151"/>
                    <a:pt x="99121" y="1844147"/>
                  </a:cubicBezTo>
                  <a:cubicBezTo>
                    <a:pt x="96461" y="1773656"/>
                    <a:pt x="101338" y="1676629"/>
                    <a:pt x="72964" y="1551355"/>
                  </a:cubicBezTo>
                  <a:cubicBezTo>
                    <a:pt x="48264" y="1442105"/>
                    <a:pt x="29517" y="1438431"/>
                    <a:pt x="12544" y="1362938"/>
                  </a:cubicBezTo>
                  <a:cubicBezTo>
                    <a:pt x="-29700" y="1174900"/>
                    <a:pt x="43197" y="1004406"/>
                    <a:pt x="105898" y="857788"/>
                  </a:cubicBezTo>
                  <a:cubicBezTo>
                    <a:pt x="155615" y="741571"/>
                    <a:pt x="187345" y="657844"/>
                    <a:pt x="269679" y="574117"/>
                  </a:cubicBezTo>
                  <a:cubicBezTo>
                    <a:pt x="393813" y="447956"/>
                    <a:pt x="548917" y="376706"/>
                    <a:pt x="714914" y="325089"/>
                  </a:cubicBezTo>
                  <a:cubicBezTo>
                    <a:pt x="838668" y="286645"/>
                    <a:pt x="965336" y="258905"/>
                    <a:pt x="1090673" y="226542"/>
                  </a:cubicBezTo>
                  <a:cubicBezTo>
                    <a:pt x="1259267" y="183031"/>
                    <a:pt x="1421211" y="119191"/>
                    <a:pt x="1587209" y="67764"/>
                  </a:cubicBezTo>
                  <a:cubicBezTo>
                    <a:pt x="1700196" y="32804"/>
                    <a:pt x="1814640" y="5760"/>
                    <a:pt x="1933644" y="820"/>
                  </a:cubicBezTo>
                  <a:cubicBezTo>
                    <a:pt x="2102112" y="-6146"/>
                    <a:pt x="2262156" y="31917"/>
                    <a:pt x="2418400" y="89994"/>
                  </a:cubicBezTo>
                  <a:cubicBezTo>
                    <a:pt x="2624551" y="166565"/>
                    <a:pt x="2817085" y="267392"/>
                    <a:pt x="2983273" y="413693"/>
                  </a:cubicBezTo>
                  <a:cubicBezTo>
                    <a:pt x="3183471" y="589887"/>
                    <a:pt x="3308048" y="812885"/>
                    <a:pt x="3381262" y="1066156"/>
                  </a:cubicBezTo>
                  <a:cubicBezTo>
                    <a:pt x="3496592" y="1464841"/>
                    <a:pt x="3489372" y="1860867"/>
                    <a:pt x="3330911" y="2246316"/>
                  </a:cubicBezTo>
                  <a:cubicBezTo>
                    <a:pt x="3130207" y="2734555"/>
                    <a:pt x="2772055" y="3055087"/>
                    <a:pt x="2267476" y="3211014"/>
                  </a:cubicBezTo>
                  <a:cubicBezTo>
                    <a:pt x="2083618" y="3267824"/>
                    <a:pt x="1894947" y="3299618"/>
                    <a:pt x="1703806" y="3319504"/>
                  </a:cubicBezTo>
                  <a:cubicBezTo>
                    <a:pt x="1544269" y="3336098"/>
                    <a:pt x="1384351" y="3344775"/>
                    <a:pt x="1224244" y="3350728"/>
                  </a:cubicBezTo>
                  <a:close/>
                </a:path>
              </a:pathLst>
            </a:custGeom>
            <a:solidFill>
              <a:schemeClr val="accent2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sp>
          <p:nvSpPr>
            <p:cNvPr descr="98b5396c-c4fd-450f-923c-d3aff05206d8" id="75" name="图形 49">
              <a:extLst>
                <a:ext uri="{FF2B5EF4-FFF2-40B4-BE49-F238E27FC236}">
                  <a16:creationId id="{B6C12FE4-BF25-F82C-7DB8-B66916DEAC24}"/>
                </a:ext>
              </a:extLst>
            </p:cNvPr>
            <p:cNvSpPr/>
            <p:nvPr/>
          </p:nvSpPr>
          <p:spPr>
            <a:xfrm flipV="false" flipH="false">
              <a:off x="8205652" y="3743861"/>
              <a:ext cx="631637" cy="611962"/>
            </a:xfrm>
            <a:custGeom>
              <a:avLst/>
              <a:gdLst>
                <a:gd fmla="*/ 1224244 w 3459897" name="connsiteX0"/>
                <a:gd fmla="*/ 3350918 h 3352124" name="connsiteY0"/>
                <a:gd fmla="*/ 824735 w 3459897" name="connsiteX1"/>
                <a:gd fmla="*/ 3322228 h 3352124" name="connsiteY1"/>
                <a:gd fmla="*/ 247955 w 3459897" name="connsiteX2"/>
                <a:gd fmla="*/ 2870089 h 3352124" name="connsiteY2"/>
                <a:gd fmla="*/ 106405 w 3459897" name="connsiteX3"/>
                <a:gd fmla="*/ 2315603 h 3352124" name="connsiteY3"/>
                <a:gd fmla="*/ 99121 w 3459897" name="connsiteX4"/>
                <a:gd fmla="*/ 1844147 h 3352124" name="connsiteY4"/>
                <a:gd fmla="*/ 72964 w 3459897" name="connsiteX5"/>
                <a:gd fmla="*/ 1551355 h 3352124" name="connsiteY5"/>
                <a:gd fmla="*/ 12544 w 3459897" name="connsiteX6"/>
                <a:gd fmla="*/ 1362938 h 3352124" name="connsiteY6"/>
                <a:gd fmla="*/ 105898 w 3459897" name="connsiteX7"/>
                <a:gd fmla="*/ 857788 h 3352124" name="connsiteY7"/>
                <a:gd fmla="*/ 269679 w 3459897" name="connsiteX8"/>
                <a:gd fmla="*/ 574117 h 3352124" name="connsiteY8"/>
                <a:gd fmla="*/ 714914 w 3459897" name="connsiteX9"/>
                <a:gd fmla="*/ 325089 h 3352124" name="connsiteY9"/>
                <a:gd fmla="*/ 1090673 w 3459897" name="connsiteX10"/>
                <a:gd fmla="*/ 226542 h 3352124" name="connsiteY10"/>
                <a:gd fmla="*/ 1587209 w 3459897" name="connsiteX11"/>
                <a:gd fmla="*/ 67764 h 3352124" name="connsiteY11"/>
                <a:gd fmla="*/ 1933644 w 3459897" name="connsiteX12"/>
                <a:gd fmla="*/ 820 h 3352124" name="connsiteY12"/>
                <a:gd fmla="*/ 2418400 w 3459897" name="connsiteX13"/>
                <a:gd fmla="*/ 89994 h 3352124" name="connsiteY13"/>
                <a:gd fmla="*/ 2983273 w 3459897" name="connsiteX14"/>
                <a:gd fmla="*/ 413693 h 3352124" name="connsiteY14"/>
                <a:gd fmla="*/ 3381262 w 3459897" name="connsiteX15"/>
                <a:gd fmla="*/ 1066156 h 3352124" name="connsiteY15"/>
                <a:gd fmla="*/ 3330911 w 3459897" name="connsiteX16"/>
                <a:gd fmla="*/ 2246316 h 3352124" name="connsiteY16"/>
                <a:gd fmla="*/ 2267476 w 3459897" name="connsiteX17"/>
                <a:gd fmla="*/ 3211014 h 3352124" name="connsiteY17"/>
                <a:gd fmla="*/ 1703806 w 3459897" name="connsiteX18"/>
                <a:gd fmla="*/ 3319504 h 3352124" name="connsiteY18"/>
                <a:gd fmla="*/ 1224244 w 3459897" name="connsiteX19"/>
                <a:gd fmla="*/ 3350728 h 3352124" name="connsiteY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b="b" l="l" r="r" t="t"/>
              <a:pathLst>
                <a:path h="3352124" w="3459897">
                  <a:moveTo>
                    <a:pt x="1224244" y="3350918"/>
                  </a:moveTo>
                  <a:cubicBezTo>
                    <a:pt x="1090103" y="3354148"/>
                    <a:pt x="956342" y="3352818"/>
                    <a:pt x="824735" y="3322228"/>
                  </a:cubicBezTo>
                  <a:cubicBezTo>
                    <a:pt x="562280" y="3261238"/>
                    <a:pt x="377219" y="3100370"/>
                    <a:pt x="247955" y="2870089"/>
                  </a:cubicBezTo>
                  <a:cubicBezTo>
                    <a:pt x="151498" y="2698265"/>
                    <a:pt x="108495" y="2512000"/>
                    <a:pt x="106405" y="2315603"/>
                  </a:cubicBezTo>
                  <a:cubicBezTo>
                    <a:pt x="104694" y="2158408"/>
                    <a:pt x="105011" y="2001151"/>
                    <a:pt x="99121" y="1844147"/>
                  </a:cubicBezTo>
                  <a:cubicBezTo>
                    <a:pt x="96461" y="1773656"/>
                    <a:pt x="101338" y="1676629"/>
                    <a:pt x="72964" y="1551355"/>
                  </a:cubicBezTo>
                  <a:cubicBezTo>
                    <a:pt x="48264" y="1442105"/>
                    <a:pt x="29517" y="1438431"/>
                    <a:pt x="12544" y="1362938"/>
                  </a:cubicBezTo>
                  <a:cubicBezTo>
                    <a:pt x="-29700" y="1174900"/>
                    <a:pt x="43197" y="1004406"/>
                    <a:pt x="105898" y="857788"/>
                  </a:cubicBezTo>
                  <a:cubicBezTo>
                    <a:pt x="155615" y="741571"/>
                    <a:pt x="187345" y="657844"/>
                    <a:pt x="269679" y="574117"/>
                  </a:cubicBezTo>
                  <a:cubicBezTo>
                    <a:pt x="393813" y="447956"/>
                    <a:pt x="548917" y="376706"/>
                    <a:pt x="714914" y="325089"/>
                  </a:cubicBezTo>
                  <a:cubicBezTo>
                    <a:pt x="838668" y="286645"/>
                    <a:pt x="965336" y="258905"/>
                    <a:pt x="1090673" y="226542"/>
                  </a:cubicBezTo>
                  <a:cubicBezTo>
                    <a:pt x="1259267" y="183031"/>
                    <a:pt x="1421211" y="119191"/>
                    <a:pt x="1587209" y="67764"/>
                  </a:cubicBezTo>
                  <a:cubicBezTo>
                    <a:pt x="1700196" y="32804"/>
                    <a:pt x="1814640" y="5760"/>
                    <a:pt x="1933644" y="820"/>
                  </a:cubicBezTo>
                  <a:cubicBezTo>
                    <a:pt x="2102112" y="-6146"/>
                    <a:pt x="2262156" y="31917"/>
                    <a:pt x="2418400" y="89994"/>
                  </a:cubicBezTo>
                  <a:cubicBezTo>
                    <a:pt x="2624551" y="166565"/>
                    <a:pt x="2817085" y="267392"/>
                    <a:pt x="2983273" y="413693"/>
                  </a:cubicBezTo>
                  <a:cubicBezTo>
                    <a:pt x="3183471" y="589887"/>
                    <a:pt x="3308048" y="812885"/>
                    <a:pt x="3381262" y="1066156"/>
                  </a:cubicBezTo>
                  <a:cubicBezTo>
                    <a:pt x="3496592" y="1464841"/>
                    <a:pt x="3489372" y="1860867"/>
                    <a:pt x="3330911" y="2246316"/>
                  </a:cubicBezTo>
                  <a:cubicBezTo>
                    <a:pt x="3130207" y="2734555"/>
                    <a:pt x="2772055" y="3055087"/>
                    <a:pt x="2267476" y="3211014"/>
                  </a:cubicBezTo>
                  <a:cubicBezTo>
                    <a:pt x="2083618" y="3267824"/>
                    <a:pt x="1894947" y="3299618"/>
                    <a:pt x="1703806" y="3319504"/>
                  </a:cubicBezTo>
                  <a:cubicBezTo>
                    <a:pt x="1544269" y="3336098"/>
                    <a:pt x="1384351" y="3344775"/>
                    <a:pt x="1224244" y="3350728"/>
                  </a:cubicBezTo>
                  <a:close/>
                </a:path>
              </a:pathLst>
            </a:custGeom>
            <a:solidFill>
              <a:schemeClr val="accent3"/>
            </a:solidFill>
            <a:ln cap="flat" w="0">
              <a:noFill/>
              <a:prstDash val="solid"/>
              <a:miter/>
            </a:ln>
          </p:spPr>
          <p:txBody>
            <a:bodyPr anchor="ctr" rtlCol="0"/>
            <a:lstStyle/>
            <a:p>
              <a:pPr algn="l"/>
            </a:p>
          </p:txBody>
        </p:sp>
        <p:grpSp>
          <p:nvGrpSpPr>
            <p:cNvPr descr="58963416-abe3-4337-9c55-dcf0f2ffb282" id="2" name="组合 1">
              <a:extLst>
                <a:ext uri="{FF2B5EF4-FFF2-40B4-BE49-F238E27FC236}">
                  <a16:creationId id="{2C750C13-4A1D-14DC-B84B-DDA34A1F6B18}"/>
                </a:ext>
              </a:extLst>
            </p:cNvPr>
            <p:cNvGrpSpPr/>
            <p:nvPr/>
          </p:nvGrpSpPr>
          <p:grpSpPr>
            <a:xfrm>
              <a:off x="1524808" y="2704624"/>
              <a:ext cx="2721692" cy="2500263"/>
              <a:chOff x="1524808" y="2704624"/>
              <a:chExt cx="2721692" cy="2500263"/>
            </a:xfrm>
          </p:grpSpPr>
          <p:sp>
            <p:nvSpPr>
              <p:cNvPr descr="3e94cd10-c18d-4874-9e31-4f2b4f1ea6ab" id="38" name="ComponentBackground1">
                <a:extLst>
                  <a:ext uri="{FF2B5EF4-FFF2-40B4-BE49-F238E27FC236}">
                    <a16:creationId id="{984459CB-3BAD-EF05-E973-6920FA6DE1F4}"/>
                  </a:ext>
                </a:extLst>
              </p:cNvPr>
              <p:cNvSpPr/>
              <p:nvPr/>
            </p:nvSpPr>
            <p:spPr>
              <a:xfrm flipV="false" flipH="false">
                <a:off x="1524808" y="2704624"/>
                <a:ext cx="2721692" cy="1763403"/>
              </a:xfrm>
              <a:custGeom>
                <a:avLst/>
                <a:gdLst>
                  <a:gd fmla="*/ 4721249 w 9082714" name="connsiteX0"/>
                  <a:gd fmla="*/ 10304 h 6856112" name="connsiteY0"/>
                  <a:gd fmla="*/ 8136702 w 9082714" name="connsiteX1"/>
                  <a:gd fmla="*/ 145848 h 6856112" name="connsiteY1"/>
                  <a:gd fmla="*/ 8729214 w 9082714" name="connsiteX2"/>
                  <a:gd fmla="*/ 422939 h 6856112" name="connsiteY2"/>
                  <a:gd fmla="*/ 9002842 w 9082714" name="connsiteX3"/>
                  <a:gd fmla="*/ 1192251 h 6856112" name="connsiteY3"/>
                  <a:gd fmla="*/ 9077348 w 9082714" name="connsiteX4"/>
                  <a:gd fmla="*/ 5214534 h 6856112" name="connsiteY4"/>
                  <a:gd fmla="*/ 9031629 w 9082714" name="connsiteX5"/>
                  <a:gd fmla="*/ 6002011 h 6856112" name="connsiteY5"/>
                  <a:gd fmla="*/ 8626075 w 9082714" name="connsiteX6"/>
                  <a:gd fmla="*/ 6658639 h 6856112" name="connsiteY6"/>
                  <a:gd fmla="*/ 7743079 w 9082714" name="connsiteX7"/>
                  <a:gd fmla="*/ 6837671 h 6856112" name="connsiteY7"/>
                  <a:gd fmla="*/ 3200712 w 9082714" name="connsiteX8"/>
                  <a:gd fmla="*/ 6855066 h 6856112" name="connsiteY8"/>
                  <a:gd fmla="*/ 1505378 w 9082714" name="connsiteX9"/>
                  <a:gd fmla="*/ 6824971 h 6856112" name="connsiteY9"/>
                  <a:gd fmla="*/ 528555 w 9082714" name="connsiteX10"/>
                  <a:gd fmla="*/ 6647864 h 6856112" name="connsiteY10"/>
                  <a:gd fmla="*/ 94677 w 9082714" name="connsiteX11"/>
                  <a:gd fmla="*/ 6310275 h 6856112" name="connsiteY11"/>
                  <a:gd fmla="*/ 4 w 9082714" name="connsiteX12"/>
                  <a:gd fmla="*/ 5920038 h 6856112" name="connsiteY12"/>
                  <a:gd fmla="*/ 76974 w 9082714" name="connsiteX13"/>
                  <a:gd fmla="*/ 1347576 h 6856112" name="connsiteY13"/>
                  <a:gd fmla="*/ 274555 w 9082714" name="connsiteX14"/>
                  <a:gd fmla="*/ 716732 h 6856112" name="connsiteY14"/>
                  <a:gd fmla="*/ 709434 w 9082714" name="connsiteX15"/>
                  <a:gd fmla="*/ 308485 h 6856112" name="connsiteY15"/>
                  <a:gd fmla="*/ 4721249 w 9082714" name="connsiteX16"/>
                  <a:gd fmla="*/ 10304 h 6856112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6856112" w="9082714">
                    <a:moveTo>
                      <a:pt x="4721249" y="10304"/>
                    </a:moveTo>
                    <a:cubicBezTo>
                      <a:pt x="4721249" y="10304"/>
                      <a:pt x="6848691" y="-55582"/>
                      <a:pt x="8136702" y="145848"/>
                    </a:cubicBezTo>
                    <a:cubicBezTo>
                      <a:pt x="8250232" y="163628"/>
                      <a:pt x="8522474" y="210657"/>
                      <a:pt x="8729214" y="422939"/>
                    </a:cubicBezTo>
                    <a:cubicBezTo>
                      <a:pt x="8972901" y="673168"/>
                      <a:pt x="8985524" y="1019069"/>
                      <a:pt x="9002842" y="1192251"/>
                    </a:cubicBezTo>
                    <a:cubicBezTo>
                      <a:pt x="9136384" y="2527214"/>
                      <a:pt x="9057413" y="3873106"/>
                      <a:pt x="9077348" y="5214534"/>
                    </a:cubicBezTo>
                    <a:cubicBezTo>
                      <a:pt x="9081274" y="5478078"/>
                      <a:pt x="9088740" y="5744701"/>
                      <a:pt x="9031629" y="6002011"/>
                    </a:cubicBezTo>
                    <a:cubicBezTo>
                      <a:pt x="8974517" y="6259320"/>
                      <a:pt x="8844438" y="6511011"/>
                      <a:pt x="8626075" y="6658639"/>
                    </a:cubicBezTo>
                    <a:cubicBezTo>
                      <a:pt x="8373384" y="6829435"/>
                      <a:pt x="8048110" y="6836516"/>
                      <a:pt x="7743079" y="6837671"/>
                    </a:cubicBezTo>
                    <a:cubicBezTo>
                      <a:pt x="6228931" y="6843443"/>
                      <a:pt x="4714860" y="6849293"/>
                      <a:pt x="3200712" y="6855066"/>
                    </a:cubicBezTo>
                    <a:cubicBezTo>
                      <a:pt x="2635370" y="6857221"/>
                      <a:pt x="2069643" y="6859376"/>
                      <a:pt x="1505378" y="6824971"/>
                    </a:cubicBezTo>
                    <a:cubicBezTo>
                      <a:pt x="1173638" y="6804728"/>
                      <a:pt x="837435" y="6770707"/>
                      <a:pt x="528555" y="6647864"/>
                    </a:cubicBezTo>
                    <a:cubicBezTo>
                      <a:pt x="354758" y="6578744"/>
                      <a:pt x="184347" y="6474451"/>
                      <a:pt x="94677" y="6310275"/>
                    </a:cubicBezTo>
                    <a:cubicBezTo>
                      <a:pt x="3160" y="6142942"/>
                      <a:pt x="-149" y="5979997"/>
                      <a:pt x="4" y="5920038"/>
                    </a:cubicBezTo>
                    <a:cubicBezTo>
                      <a:pt x="9549" y="2159375"/>
                      <a:pt x="32024" y="1888827"/>
                      <a:pt x="76974" y="1347576"/>
                    </a:cubicBezTo>
                    <a:cubicBezTo>
                      <a:pt x="86134" y="1237278"/>
                      <a:pt x="107146" y="976736"/>
                      <a:pt x="274555" y="716732"/>
                    </a:cubicBezTo>
                    <a:cubicBezTo>
                      <a:pt x="274555" y="716732"/>
                      <a:pt x="429572" y="476125"/>
                      <a:pt x="709434" y="308485"/>
                    </a:cubicBezTo>
                    <a:cubicBezTo>
                      <a:pt x="1376915" y="-91296"/>
                      <a:pt x="3369892" y="52176"/>
                      <a:pt x="4721249" y="10304"/>
                    </a:cubicBezTo>
                    <a:close/>
                  </a:path>
                </a:pathLst>
              </a:custGeom>
              <a:solidFill>
                <a:schemeClr val="accent1">
                  <a:alpha val="15000"/>
                </a:schemeClr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</a:p>
            </p:txBody>
          </p:sp>
          <p:sp>
            <p:nvSpPr>
              <p:cNvPr descr="075f5828-97e2-40d4-b1ac-698c72b7ee6d" id="39" name="Text1">
                <a:extLst>
                  <a:ext uri="{FF2B5EF4-FFF2-40B4-BE49-F238E27FC236}">
                    <a16:creationId id="{78597D11-FF73-93E4-60D1-6203347A7D24}"/>
                  </a:ext>
                </a:extLst>
              </p:cNvPr>
              <p:cNvSpPr txBox="1"/>
              <p:nvPr/>
            </p:nvSpPr>
            <p:spPr>
              <a:xfrm flipV="false" flipH="false">
                <a:off x="1594031" y="3476819"/>
                <a:ext cx="2571899" cy="905414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角色只是临时行为模式，不代表人格地位。</a:t>
                </a:r>
              </a:p>
            </p:txBody>
          </p:sp>
          <p:sp>
            <p:nvSpPr>
              <p:cNvPr descr="d9db4879-621b-44e0-907a-002b2d5800d8" id="40" name="Bullet1">
                <a:extLst>
                  <a:ext uri="{FF2B5EF4-FFF2-40B4-BE49-F238E27FC236}">
                    <a16:creationId id="{7EE637CD-A32E-6A7A-A817-6BC7CF9E313E}"/>
                  </a:ext>
                </a:extLst>
              </p:cNvPr>
              <p:cNvSpPr txBox="1"/>
              <p:nvPr/>
            </p:nvSpPr>
            <p:spPr>
              <a:xfrm flipV="false" flipH="false">
                <a:off x="1594030" y="2944610"/>
                <a:ext cx="2571897" cy="515911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临时模式</a:t>
                </a:r>
              </a:p>
            </p:txBody>
          </p:sp>
          <p:sp>
            <p:nvSpPr>
              <p:cNvPr descr="4873198b-9f27-4691-9ae7-e07e8ff660d7" id="69" name="Number1">
                <a:extLst>
                  <a:ext uri="{FF2B5EF4-FFF2-40B4-BE49-F238E27FC236}">
                    <a16:creationId id="{0588E3AB-55F1-3547-0F57-CCC916409348}"/>
                  </a:ext>
                </a:extLst>
              </p:cNvPr>
              <p:cNvSpPr/>
              <p:nvPr/>
            </p:nvSpPr>
            <p:spPr>
              <a:xfrm flipV="false" flipH="false">
                <a:off x="1905777" y="4667902"/>
                <a:ext cx="579992" cy="53698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01</a:t>
                </a:r>
              </a:p>
            </p:txBody>
          </p:sp>
        </p:grpSp>
        <p:grpSp>
          <p:nvGrpSpPr>
            <p:cNvPr descr="8f2520a2-6d63-433b-b2ab-2ebc31d4066d" id="3" name="组合 2">
              <a:extLst>
                <a:ext uri="{FF2B5EF4-FFF2-40B4-BE49-F238E27FC236}">
                  <a16:creationId id="{DA2AAF38-1ACB-29CB-028D-4913910F8E65}"/>
                </a:ext>
              </a:extLst>
            </p:cNvPr>
            <p:cNvGrpSpPr/>
            <p:nvPr/>
          </p:nvGrpSpPr>
          <p:grpSpPr>
            <a:xfrm>
              <a:off x="4916675" y="3085484"/>
              <a:ext cx="2721692" cy="2487922"/>
              <a:chOff x="4916675" y="3085484"/>
              <a:chExt cx="2721692" cy="2487922"/>
            </a:xfrm>
          </p:grpSpPr>
          <p:sp>
            <p:nvSpPr>
              <p:cNvPr descr="7a283947-670b-48f0-b228-c2cccbf6127c" id="48" name="ComponentBackground2">
                <a:extLst>
                  <a:ext uri="{FF2B5EF4-FFF2-40B4-BE49-F238E27FC236}">
                    <a16:creationId id="{1E1591EE-84EB-E5C1-6A9A-B7A91F0F4277}"/>
                  </a:ext>
                </a:extLst>
              </p:cNvPr>
              <p:cNvSpPr/>
              <p:nvPr/>
            </p:nvSpPr>
            <p:spPr>
              <a:xfrm flipV="false" flipH="false">
                <a:off x="4916675" y="3810003"/>
                <a:ext cx="2721692" cy="1763403"/>
              </a:xfrm>
              <a:custGeom>
                <a:avLst/>
                <a:gdLst>
                  <a:gd fmla="*/ 4721249 w 9082714" name="connsiteX0"/>
                  <a:gd fmla="*/ 10304 h 6856112" name="connsiteY0"/>
                  <a:gd fmla="*/ 8136702 w 9082714" name="connsiteX1"/>
                  <a:gd fmla="*/ 145848 h 6856112" name="connsiteY1"/>
                  <a:gd fmla="*/ 8729214 w 9082714" name="connsiteX2"/>
                  <a:gd fmla="*/ 422939 h 6856112" name="connsiteY2"/>
                  <a:gd fmla="*/ 9002842 w 9082714" name="connsiteX3"/>
                  <a:gd fmla="*/ 1192251 h 6856112" name="connsiteY3"/>
                  <a:gd fmla="*/ 9077348 w 9082714" name="connsiteX4"/>
                  <a:gd fmla="*/ 5214534 h 6856112" name="connsiteY4"/>
                  <a:gd fmla="*/ 9031629 w 9082714" name="connsiteX5"/>
                  <a:gd fmla="*/ 6002011 h 6856112" name="connsiteY5"/>
                  <a:gd fmla="*/ 8626075 w 9082714" name="connsiteX6"/>
                  <a:gd fmla="*/ 6658639 h 6856112" name="connsiteY6"/>
                  <a:gd fmla="*/ 7743079 w 9082714" name="connsiteX7"/>
                  <a:gd fmla="*/ 6837671 h 6856112" name="connsiteY7"/>
                  <a:gd fmla="*/ 3200712 w 9082714" name="connsiteX8"/>
                  <a:gd fmla="*/ 6855066 h 6856112" name="connsiteY8"/>
                  <a:gd fmla="*/ 1505378 w 9082714" name="connsiteX9"/>
                  <a:gd fmla="*/ 6824971 h 6856112" name="connsiteY9"/>
                  <a:gd fmla="*/ 528555 w 9082714" name="connsiteX10"/>
                  <a:gd fmla="*/ 6647864 h 6856112" name="connsiteY10"/>
                  <a:gd fmla="*/ 94677 w 9082714" name="connsiteX11"/>
                  <a:gd fmla="*/ 6310275 h 6856112" name="connsiteY11"/>
                  <a:gd fmla="*/ 4 w 9082714" name="connsiteX12"/>
                  <a:gd fmla="*/ 5920038 h 6856112" name="connsiteY12"/>
                  <a:gd fmla="*/ 76974 w 9082714" name="connsiteX13"/>
                  <a:gd fmla="*/ 1347576 h 6856112" name="connsiteY13"/>
                  <a:gd fmla="*/ 274555 w 9082714" name="connsiteX14"/>
                  <a:gd fmla="*/ 716732 h 6856112" name="connsiteY14"/>
                  <a:gd fmla="*/ 709434 w 9082714" name="connsiteX15"/>
                  <a:gd fmla="*/ 308485 h 6856112" name="connsiteY15"/>
                  <a:gd fmla="*/ 4721249 w 9082714" name="connsiteX16"/>
                  <a:gd fmla="*/ 10304 h 6856112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6856112" w="9082714">
                    <a:moveTo>
                      <a:pt x="4721249" y="10304"/>
                    </a:moveTo>
                    <a:cubicBezTo>
                      <a:pt x="4721249" y="10304"/>
                      <a:pt x="6848691" y="-55582"/>
                      <a:pt x="8136702" y="145848"/>
                    </a:cubicBezTo>
                    <a:cubicBezTo>
                      <a:pt x="8250232" y="163628"/>
                      <a:pt x="8522474" y="210657"/>
                      <a:pt x="8729214" y="422939"/>
                    </a:cubicBezTo>
                    <a:cubicBezTo>
                      <a:pt x="8972901" y="673168"/>
                      <a:pt x="8985524" y="1019069"/>
                      <a:pt x="9002842" y="1192251"/>
                    </a:cubicBezTo>
                    <a:cubicBezTo>
                      <a:pt x="9136384" y="2527214"/>
                      <a:pt x="9057413" y="3873106"/>
                      <a:pt x="9077348" y="5214534"/>
                    </a:cubicBezTo>
                    <a:cubicBezTo>
                      <a:pt x="9081274" y="5478078"/>
                      <a:pt x="9088740" y="5744701"/>
                      <a:pt x="9031629" y="6002011"/>
                    </a:cubicBezTo>
                    <a:cubicBezTo>
                      <a:pt x="8974517" y="6259320"/>
                      <a:pt x="8844438" y="6511011"/>
                      <a:pt x="8626075" y="6658639"/>
                    </a:cubicBezTo>
                    <a:cubicBezTo>
                      <a:pt x="8373384" y="6829435"/>
                      <a:pt x="8048110" y="6836516"/>
                      <a:pt x="7743079" y="6837671"/>
                    </a:cubicBezTo>
                    <a:cubicBezTo>
                      <a:pt x="6228931" y="6843443"/>
                      <a:pt x="4714860" y="6849293"/>
                      <a:pt x="3200712" y="6855066"/>
                    </a:cubicBezTo>
                    <a:cubicBezTo>
                      <a:pt x="2635370" y="6857221"/>
                      <a:pt x="2069643" y="6859376"/>
                      <a:pt x="1505378" y="6824971"/>
                    </a:cubicBezTo>
                    <a:cubicBezTo>
                      <a:pt x="1173638" y="6804728"/>
                      <a:pt x="837435" y="6770707"/>
                      <a:pt x="528555" y="6647864"/>
                    </a:cubicBezTo>
                    <a:cubicBezTo>
                      <a:pt x="354758" y="6578744"/>
                      <a:pt x="184347" y="6474451"/>
                      <a:pt x="94677" y="6310275"/>
                    </a:cubicBezTo>
                    <a:cubicBezTo>
                      <a:pt x="3160" y="6142942"/>
                      <a:pt x="-149" y="5979997"/>
                      <a:pt x="4" y="5920038"/>
                    </a:cubicBezTo>
                    <a:cubicBezTo>
                      <a:pt x="9549" y="2159375"/>
                      <a:pt x="32024" y="1888827"/>
                      <a:pt x="76974" y="1347576"/>
                    </a:cubicBezTo>
                    <a:cubicBezTo>
                      <a:pt x="86134" y="1237278"/>
                      <a:pt x="107146" y="976736"/>
                      <a:pt x="274555" y="716732"/>
                    </a:cubicBezTo>
                    <a:cubicBezTo>
                      <a:pt x="274555" y="716732"/>
                      <a:pt x="429572" y="476125"/>
                      <a:pt x="709434" y="308485"/>
                    </a:cubicBezTo>
                    <a:cubicBezTo>
                      <a:pt x="1376915" y="-91296"/>
                      <a:pt x="3369892" y="52176"/>
                      <a:pt x="4721249" y="10304"/>
                    </a:cubicBezTo>
                    <a:close/>
                  </a:path>
                </a:pathLst>
              </a:custGeom>
              <a:solidFill>
                <a:schemeClr val="accent2">
                  <a:alpha val="15000"/>
                </a:schemeClr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</a:p>
            </p:txBody>
          </p:sp>
          <p:sp>
            <p:nvSpPr>
              <p:cNvPr descr="b9baa052-052a-4c9f-9cfe-2e308715036d" id="49" name="Text2">
                <a:extLst>
                  <a:ext uri="{FF2B5EF4-FFF2-40B4-BE49-F238E27FC236}">
                    <a16:creationId id="{D6EB77FB-BF16-9F45-7503-A6C28F05702A}"/>
                  </a:ext>
                </a:extLst>
              </p:cNvPr>
              <p:cNvSpPr txBox="1"/>
              <p:nvPr/>
            </p:nvSpPr>
            <p:spPr>
              <a:xfrm flipV="false" flipH="false">
                <a:off x="4985898" y="4582198"/>
                <a:ext cx="2571899" cy="905414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不能借“主从”名义进行压迫、操控或PUA。</a:t>
                </a:r>
              </a:p>
            </p:txBody>
          </p:sp>
          <p:sp>
            <p:nvSpPr>
              <p:cNvPr descr="83f259bb-7c00-4c4a-a799-5c1aac2c4a3a" id="50" name="Bullet2">
                <a:extLst>
                  <a:ext uri="{FF2B5EF4-FFF2-40B4-BE49-F238E27FC236}">
                    <a16:creationId id="{6250B496-8E4F-31E2-4BEC-C7919220E70C}"/>
                  </a:ext>
                </a:extLst>
              </p:cNvPr>
              <p:cNvSpPr txBox="1"/>
              <p:nvPr/>
            </p:nvSpPr>
            <p:spPr>
              <a:xfrm flipV="false" flipH="false">
                <a:off x="4985898" y="4049989"/>
                <a:ext cx="2571897" cy="515911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不能压迫</a:t>
                </a:r>
              </a:p>
            </p:txBody>
          </p:sp>
          <p:sp>
            <p:nvSpPr>
              <p:cNvPr descr="8d94fce5-9c7b-41f0-ac87-59b215aec742" id="73" name="Number2">
                <a:extLst>
                  <a:ext uri="{FF2B5EF4-FFF2-40B4-BE49-F238E27FC236}">
                    <a16:creationId id="{AE5EF3C2-A642-2E9A-6310-06E29740A08C}"/>
                  </a:ext>
                </a:extLst>
              </p:cNvPr>
              <p:cNvSpPr/>
              <p:nvPr/>
            </p:nvSpPr>
            <p:spPr>
              <a:xfrm flipV="false" flipH="false">
                <a:off x="4985647" y="3085484"/>
                <a:ext cx="579992" cy="53698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02</a:t>
                </a:r>
              </a:p>
            </p:txBody>
          </p:sp>
        </p:grpSp>
        <p:grpSp>
          <p:nvGrpSpPr>
            <p:cNvPr descr="fda39d9b-dc52-4f6f-8b90-476ad048da91" id="4" name="组合 3">
              <a:extLst>
                <a:ext uri="{FF2B5EF4-FFF2-40B4-BE49-F238E27FC236}">
                  <a16:creationId id="{0DB21E08-99F0-EFD9-3567-1D4DD4A3EA3B}"/>
                </a:ext>
              </a:extLst>
            </p:cNvPr>
            <p:cNvGrpSpPr/>
            <p:nvPr/>
          </p:nvGrpSpPr>
          <p:grpSpPr>
            <a:xfrm>
              <a:off x="7638007" y="1803053"/>
              <a:ext cx="2721692" cy="3908525"/>
              <a:chOff x="7638007" y="1803053"/>
              <a:chExt cx="2721692" cy="3908525"/>
            </a:xfrm>
          </p:grpSpPr>
          <p:sp>
            <p:nvSpPr>
              <p:cNvPr descr="61651adc-dc0c-49c9-93d3-1078aa0004e9" id="43" name="ComponentBackground3">
                <a:extLst>
                  <a:ext uri="{FF2B5EF4-FFF2-40B4-BE49-F238E27FC236}">
                    <a16:creationId id="{4A17C60D-231F-3A2B-1E32-E3CDF08005D8}"/>
                  </a:ext>
                </a:extLst>
              </p:cNvPr>
              <p:cNvSpPr/>
              <p:nvPr/>
            </p:nvSpPr>
            <p:spPr>
              <a:xfrm flipV="false" flipH="false">
                <a:off x="7638007" y="1803053"/>
                <a:ext cx="2721692" cy="1763403"/>
              </a:xfrm>
              <a:custGeom>
                <a:avLst/>
                <a:gdLst>
                  <a:gd fmla="*/ 4721249 w 9082714" name="connsiteX0"/>
                  <a:gd fmla="*/ 10304 h 6856112" name="connsiteY0"/>
                  <a:gd fmla="*/ 8136702 w 9082714" name="connsiteX1"/>
                  <a:gd fmla="*/ 145848 h 6856112" name="connsiteY1"/>
                  <a:gd fmla="*/ 8729214 w 9082714" name="connsiteX2"/>
                  <a:gd fmla="*/ 422939 h 6856112" name="connsiteY2"/>
                  <a:gd fmla="*/ 9002842 w 9082714" name="connsiteX3"/>
                  <a:gd fmla="*/ 1192251 h 6856112" name="connsiteY3"/>
                  <a:gd fmla="*/ 9077348 w 9082714" name="connsiteX4"/>
                  <a:gd fmla="*/ 5214534 h 6856112" name="connsiteY4"/>
                  <a:gd fmla="*/ 9031629 w 9082714" name="connsiteX5"/>
                  <a:gd fmla="*/ 6002011 h 6856112" name="connsiteY5"/>
                  <a:gd fmla="*/ 8626075 w 9082714" name="connsiteX6"/>
                  <a:gd fmla="*/ 6658639 h 6856112" name="connsiteY6"/>
                  <a:gd fmla="*/ 7743079 w 9082714" name="connsiteX7"/>
                  <a:gd fmla="*/ 6837671 h 6856112" name="connsiteY7"/>
                  <a:gd fmla="*/ 3200712 w 9082714" name="connsiteX8"/>
                  <a:gd fmla="*/ 6855066 h 6856112" name="connsiteY8"/>
                  <a:gd fmla="*/ 1505378 w 9082714" name="connsiteX9"/>
                  <a:gd fmla="*/ 6824971 h 6856112" name="connsiteY9"/>
                  <a:gd fmla="*/ 528555 w 9082714" name="connsiteX10"/>
                  <a:gd fmla="*/ 6647864 h 6856112" name="connsiteY10"/>
                  <a:gd fmla="*/ 94677 w 9082714" name="connsiteX11"/>
                  <a:gd fmla="*/ 6310275 h 6856112" name="connsiteY11"/>
                  <a:gd fmla="*/ 4 w 9082714" name="connsiteX12"/>
                  <a:gd fmla="*/ 5920038 h 6856112" name="connsiteY12"/>
                  <a:gd fmla="*/ 76974 w 9082714" name="connsiteX13"/>
                  <a:gd fmla="*/ 1347576 h 6856112" name="connsiteY13"/>
                  <a:gd fmla="*/ 274555 w 9082714" name="connsiteX14"/>
                  <a:gd fmla="*/ 716732 h 6856112" name="connsiteY14"/>
                  <a:gd fmla="*/ 709434 w 9082714" name="connsiteX15"/>
                  <a:gd fmla="*/ 308485 h 6856112" name="connsiteY15"/>
                  <a:gd fmla="*/ 4721249 w 9082714" name="connsiteX16"/>
                  <a:gd fmla="*/ 10304 h 6856112" name="connsiteY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b="b" l="l" r="r" t="t"/>
                <a:pathLst>
                  <a:path h="6856112" w="9082714">
                    <a:moveTo>
                      <a:pt x="4721249" y="10304"/>
                    </a:moveTo>
                    <a:cubicBezTo>
                      <a:pt x="4721249" y="10304"/>
                      <a:pt x="6848691" y="-55582"/>
                      <a:pt x="8136702" y="145848"/>
                    </a:cubicBezTo>
                    <a:cubicBezTo>
                      <a:pt x="8250232" y="163628"/>
                      <a:pt x="8522474" y="210657"/>
                      <a:pt x="8729214" y="422939"/>
                    </a:cubicBezTo>
                    <a:cubicBezTo>
                      <a:pt x="8972901" y="673168"/>
                      <a:pt x="8985524" y="1019069"/>
                      <a:pt x="9002842" y="1192251"/>
                    </a:cubicBezTo>
                    <a:cubicBezTo>
                      <a:pt x="9136384" y="2527214"/>
                      <a:pt x="9057413" y="3873106"/>
                      <a:pt x="9077348" y="5214534"/>
                    </a:cubicBezTo>
                    <a:cubicBezTo>
                      <a:pt x="9081274" y="5478078"/>
                      <a:pt x="9088740" y="5744701"/>
                      <a:pt x="9031629" y="6002011"/>
                    </a:cubicBezTo>
                    <a:cubicBezTo>
                      <a:pt x="8974517" y="6259320"/>
                      <a:pt x="8844438" y="6511011"/>
                      <a:pt x="8626075" y="6658639"/>
                    </a:cubicBezTo>
                    <a:cubicBezTo>
                      <a:pt x="8373384" y="6829435"/>
                      <a:pt x="8048110" y="6836516"/>
                      <a:pt x="7743079" y="6837671"/>
                    </a:cubicBezTo>
                    <a:cubicBezTo>
                      <a:pt x="6228931" y="6843443"/>
                      <a:pt x="4714860" y="6849293"/>
                      <a:pt x="3200712" y="6855066"/>
                    </a:cubicBezTo>
                    <a:cubicBezTo>
                      <a:pt x="2635370" y="6857221"/>
                      <a:pt x="2069643" y="6859376"/>
                      <a:pt x="1505378" y="6824971"/>
                    </a:cubicBezTo>
                    <a:cubicBezTo>
                      <a:pt x="1173638" y="6804728"/>
                      <a:pt x="837435" y="6770707"/>
                      <a:pt x="528555" y="6647864"/>
                    </a:cubicBezTo>
                    <a:cubicBezTo>
                      <a:pt x="354758" y="6578744"/>
                      <a:pt x="184347" y="6474451"/>
                      <a:pt x="94677" y="6310275"/>
                    </a:cubicBezTo>
                    <a:cubicBezTo>
                      <a:pt x="3160" y="6142942"/>
                      <a:pt x="-149" y="5979997"/>
                      <a:pt x="4" y="5920038"/>
                    </a:cubicBezTo>
                    <a:cubicBezTo>
                      <a:pt x="9549" y="2159375"/>
                      <a:pt x="32024" y="1888827"/>
                      <a:pt x="76974" y="1347576"/>
                    </a:cubicBezTo>
                    <a:cubicBezTo>
                      <a:pt x="86134" y="1237278"/>
                      <a:pt x="107146" y="976736"/>
                      <a:pt x="274555" y="716732"/>
                    </a:cubicBezTo>
                    <a:cubicBezTo>
                      <a:pt x="274555" y="716732"/>
                      <a:pt x="429572" y="476125"/>
                      <a:pt x="709434" y="308485"/>
                    </a:cubicBezTo>
                    <a:cubicBezTo>
                      <a:pt x="1376915" y="-91296"/>
                      <a:pt x="3369892" y="52176"/>
                      <a:pt x="4721249" y="10304"/>
                    </a:cubicBezTo>
                    <a:close/>
                  </a:path>
                </a:pathLst>
              </a:custGeom>
              <a:solidFill>
                <a:schemeClr val="accent3">
                  <a:alpha val="15000"/>
                </a:schemeClr>
              </a:solidFill>
              <a:ln cap="flat" w="0">
                <a:noFill/>
                <a:prstDash val="solid"/>
                <a:miter/>
              </a:ln>
            </p:spPr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</a:p>
            </p:txBody>
          </p:sp>
          <p:sp>
            <p:nvSpPr>
              <p:cNvPr descr="07e0b2fd-b1ec-4cd3-ae94-d2bd31ddacaa" id="44" name="Text3">
                <a:extLst>
                  <a:ext uri="{FF2B5EF4-FFF2-40B4-BE49-F238E27FC236}">
                    <a16:creationId id="{786E8817-BEC0-2CF7-AC05-4E2E322C8D46}"/>
                  </a:ext>
                </a:extLst>
              </p:cNvPr>
              <p:cNvSpPr txBox="1"/>
              <p:nvPr/>
            </p:nvSpPr>
            <p:spPr>
              <a:xfrm flipV="false" flipH="false">
                <a:off x="7707230" y="2575248"/>
                <a:ext cx="2571899" cy="905414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角色可以切换，增加互动的多样性和趣味性。</a:t>
                </a:r>
              </a:p>
            </p:txBody>
          </p:sp>
          <p:sp>
            <p:nvSpPr>
              <p:cNvPr descr="89b2ebd5-bfa2-4d86-9458-7af1c7a80ad1" id="45" name="Bullet3">
                <a:extLst>
                  <a:ext uri="{FF2B5EF4-FFF2-40B4-BE49-F238E27FC236}">
                    <a16:creationId id="{F4C69A4F-C3EF-A5A2-F0A8-F8EE1ABBD787}"/>
                  </a:ext>
                </a:extLst>
              </p:cNvPr>
              <p:cNvSpPr txBox="1"/>
              <p:nvPr/>
            </p:nvSpPr>
            <p:spPr>
              <a:xfrm flipV="false" flipH="false">
                <a:off x="7707229" y="2043039"/>
                <a:ext cx="2571897" cy="515911"/>
              </a:xfrm>
              <a:prstGeom prst="rect">
                <a:avLst/>
              </a:prstGeom>
              <a:noFill/>
            </p:spPr>
            <p:txBody>
              <a:bodyPr anchor="b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游戏切换</a:t>
                </a:r>
              </a:p>
            </p:txBody>
          </p:sp>
          <p:sp>
            <p:nvSpPr>
              <p:cNvPr descr="d422aaff-7737-46b7-b44e-5b2b0abb10f0" id="76" name="Number3">
                <a:extLst>
                  <a:ext uri="{FF2B5EF4-FFF2-40B4-BE49-F238E27FC236}">
                    <a16:creationId id="{BD4FBF36-1839-A293-6B50-A25A4BA2F545}"/>
                  </a:ext>
                </a:extLst>
              </p:cNvPr>
              <p:cNvSpPr/>
              <p:nvPr/>
            </p:nvSpPr>
            <p:spPr>
              <a:xfrm flipV="false" flipH="false">
                <a:off x="8231410" y="3781348"/>
                <a:ext cx="579992" cy="53698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03</a:t>
                </a:r>
              </a:p>
            </p:txBody>
          </p:sp>
          <p:sp>
            <p:nvSpPr>
              <p:cNvPr descr="a9aec677-6b7f-4f25-9c00-8e7dfeab57bd" id="80" name="2">
                <a:extLst>
                  <a:ext uri="{FF2B5EF4-FFF2-40B4-BE49-F238E27FC236}">
                    <a16:creationId id="{27006FC6-2D57-3B1E-F282-2A7A1E89C436}"/>
                  </a:ext>
                </a:extLst>
              </p:cNvPr>
              <p:cNvSpPr/>
              <p:nvPr/>
            </p:nvSpPr>
            <p:spPr>
              <a:xfrm rot="4337959" flipV="false" flipH="false">
                <a:off x="9059245" y="4604017"/>
                <a:ext cx="1124739" cy="1090384"/>
              </a:xfrm>
              <a:custGeom>
                <a:avLst/>
                <a:gdLst>
                  <a:gd fmla="*/ 88862 h 440259" name="T0"/>
                  <a:gd fmla="*/ 88862 h 440259" name="T1"/>
                  <a:gd fmla="*/ 278945 h 440259" name="T2"/>
                  <a:gd fmla="*/ 278945 h 440259" name="T3"/>
                  <a:gd fmla="*/ 278945 h 440259" name="T4"/>
                  <a:gd fmla="*/ 278945 h 440259" name="T5"/>
                  <a:gd fmla="*/ 278945 h 440259" name="T6"/>
                  <a:gd fmla="*/ 278945 h 440259" name="T7"/>
                  <a:gd fmla="*/ 278945 h 440259" name="T8"/>
                  <a:gd fmla="*/ 278945 h 440259" name="T9"/>
                  <a:gd fmla="*/ 278945 h 440259" name="T10"/>
                  <a:gd fmla="*/ 278945 h 440259" name="T11"/>
                  <a:gd fmla="*/ 278945 h 440259" name="T12"/>
                  <a:gd fmla="*/ 278945 h 440259" name="T13"/>
                  <a:gd fmla="*/ 278945 h 440259" name="T14"/>
                  <a:gd fmla="*/ 278945 h 440259" name="T15"/>
                  <a:gd fmla="*/ 88862 h 440259" name="T16"/>
                  <a:gd fmla="*/ 88862 h 440259" name="T17"/>
                  <a:gd fmla="*/ 278945 h 440259" name="T18"/>
                  <a:gd fmla="*/ 278945 h 440259" name="T19"/>
                  <a:gd fmla="*/ 278945 h 440259" name="T20"/>
                  <a:gd fmla="*/ 278945 h 440259" name="T21"/>
                  <a:gd fmla="*/ 278945 h 440259" name="T22"/>
                  <a:gd fmla="*/ 278945 h 440259" name="T23"/>
                  <a:gd fmla="*/ 278945 h 440259" name="T24"/>
                  <a:gd fmla="*/ 278945 h 440259" name="T25"/>
                  <a:gd fmla="*/ 278945 h 440259" name="T26"/>
                  <a:gd fmla="*/ 278945 h 440259" name="T27"/>
                  <a:gd fmla="*/ 88862 h 440259" name="T28"/>
                  <a:gd fmla="*/ 88862 h 440259" name="T29"/>
                  <a:gd fmla="*/ 278945 h 440259" name="T30"/>
                  <a:gd fmla="*/ 278945 h 440259" name="T31"/>
                  <a:gd fmla="*/ 278945 h 440259" name="T32"/>
                  <a:gd fmla="*/ 278945 h 440259" name="T33"/>
                  <a:gd fmla="*/ 278945 h 440259" name="T34"/>
                  <a:gd fmla="*/ 278945 h 440259" name="T35"/>
                  <a:gd fmla="*/ 278945 h 440259" name="T36"/>
                  <a:gd fmla="*/ 278945 h 440259" name="T37"/>
                  <a:gd fmla="*/ 278945 h 440259" name="T38"/>
                  <a:gd fmla="*/ 278945 h 440259" name="T39"/>
                  <a:gd fmla="*/ 88862 h 440259" name="T40"/>
                  <a:gd fmla="*/ 88862 h 440259" name="T41"/>
                  <a:gd fmla="*/ 278945 h 440259" name="T42"/>
                  <a:gd fmla="*/ 278945 h 440259" name="T43"/>
                  <a:gd fmla="*/ 278945 h 440259" name="T44"/>
                  <a:gd fmla="*/ 278945 h 440259" name="T45"/>
                  <a:gd fmla="*/ 278945 h 440259" name="T46"/>
                  <a:gd fmla="*/ 278945 h 440259" name="T47"/>
                  <a:gd fmla="*/ 278945 h 440259" name="T48"/>
                  <a:gd fmla="*/ 278945 h 440259" name="T49"/>
                  <a:gd fmla="*/ 88862 h 440259" name="T50"/>
                  <a:gd fmla="*/ 88862 h 440259" name="T51"/>
                  <a:gd fmla="*/ 278945 h 440259" name="T52"/>
                  <a:gd fmla="*/ 278945 h 440259" name="T53"/>
                  <a:gd fmla="*/ 278945 h 440259" name="T54"/>
                  <a:gd fmla="*/ 278945 h 440259" name="T55"/>
                  <a:gd fmla="*/ 278945 h 440259" name="T56"/>
                  <a:gd fmla="*/ 278945 h 440259" name="T57"/>
                  <a:gd fmla="*/ 278945 h 440259" name="T58"/>
                  <a:gd fmla="*/ 278945 h 440259" name="T59"/>
                  <a:gd fmla="*/ 278945 h 440259" name="T60"/>
                  <a:gd fmla="*/ 278945 h 440259" name="T61"/>
                  <a:gd fmla="*/ 88862 h 440259" name="T62"/>
                  <a:gd fmla="*/ 88862 h 440259" name="T63"/>
                  <a:gd fmla="*/ 278945 h 440259" name="T64"/>
                  <a:gd fmla="*/ 278945 h 440259" name="T65"/>
                  <a:gd fmla="*/ 278945 h 440259" name="T66"/>
                  <a:gd fmla="*/ 278945 h 440259" name="T67"/>
                  <a:gd fmla="*/ 278945 h 440259" name="T68"/>
                  <a:gd fmla="*/ 278945 h 440259" name="T69"/>
                  <a:gd fmla="*/ 278945 h 440259" name="T70"/>
                  <a:gd fmla="*/ 278945 h 440259" name="T71"/>
                  <a:gd fmla="*/ 278945 h 440259" name="T72"/>
                  <a:gd fmla="*/ 278945 h 440259" name="T73"/>
                  <a:gd fmla="*/ 88862 h 440259" name="T74"/>
                  <a:gd fmla="*/ 88862 h 440259" name="T75"/>
                  <a:gd fmla="*/ 278945 h 440259" name="T76"/>
                  <a:gd fmla="*/ 278945 h 440259" name="T77"/>
                  <a:gd fmla="*/ 278945 h 440259" name="T78"/>
                  <a:gd fmla="*/ 278945 h 440259" name="T79"/>
                  <a:gd fmla="*/ 278945 h 440259" name="T80"/>
                  <a:gd fmla="*/ 278945 h 440259" name="T81"/>
                  <a:gd fmla="*/ 278945 h 440259" name="T82"/>
                  <a:gd fmla="*/ 278945 h 440259" name="T83"/>
                  <a:gd fmla="*/ 278945 h 440259" name="T84"/>
                  <a:gd fmla="*/ 278945 h 440259" name="T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b="b" l="0" r="r" t="0"/>
                <a:pathLst>
                  <a:path h="5781" w="5954">
                    <a:moveTo>
                      <a:pt x="3474" y="348"/>
                    </a:moveTo>
                    <a:cubicBezTo>
                      <a:pt x="2033" y="0"/>
                      <a:pt x="394" y="636"/>
                      <a:pt x="155" y="2164"/>
                    </a:cubicBezTo>
                    <a:cubicBezTo>
                      <a:pt x="138" y="2177"/>
                      <a:pt x="124" y="2195"/>
                      <a:pt x="118" y="2220"/>
                    </a:cubicBezTo>
                    <a:cubicBezTo>
                      <a:pt x="0" y="2712"/>
                      <a:pt x="225" y="3135"/>
                      <a:pt x="739" y="3274"/>
                    </a:cubicBezTo>
                    <a:cubicBezTo>
                      <a:pt x="1128" y="3380"/>
                      <a:pt x="1588" y="3067"/>
                      <a:pt x="1852" y="3360"/>
                    </a:cubicBezTo>
                    <a:cubicBezTo>
                      <a:pt x="2111" y="3649"/>
                      <a:pt x="1670" y="3888"/>
                      <a:pt x="1793" y="4315"/>
                    </a:cubicBezTo>
                    <a:cubicBezTo>
                      <a:pt x="2215" y="5781"/>
                      <a:pt x="4508" y="4374"/>
                      <a:pt x="4989" y="3699"/>
                    </a:cubicBezTo>
                    <a:cubicBezTo>
                      <a:pt x="5954" y="2345"/>
                      <a:pt x="4951" y="704"/>
                      <a:pt x="3474" y="348"/>
                    </a:cubicBezTo>
                    <a:close/>
                    <a:moveTo>
                      <a:pt x="1379" y="2111"/>
                    </a:moveTo>
                    <a:cubicBezTo>
                      <a:pt x="1252" y="2232"/>
                      <a:pt x="1050" y="2176"/>
                      <a:pt x="988" y="2018"/>
                    </a:cubicBezTo>
                    <a:cubicBezTo>
                      <a:pt x="926" y="1862"/>
                      <a:pt x="1014" y="1699"/>
                      <a:pt x="1168" y="1647"/>
                    </a:cubicBezTo>
                    <a:cubicBezTo>
                      <a:pt x="1234" y="1625"/>
                      <a:pt x="1296" y="1630"/>
                      <a:pt x="1355" y="1645"/>
                    </a:cubicBezTo>
                    <a:cubicBezTo>
                      <a:pt x="1354" y="1663"/>
                      <a:pt x="1356" y="1681"/>
                      <a:pt x="1362" y="1701"/>
                    </a:cubicBezTo>
                    <a:cubicBezTo>
                      <a:pt x="1408" y="1840"/>
                      <a:pt x="1514" y="1983"/>
                      <a:pt x="1379" y="2111"/>
                    </a:cubicBezTo>
                    <a:close/>
                    <a:moveTo>
                      <a:pt x="2054" y="1471"/>
                    </a:moveTo>
                    <a:cubicBezTo>
                      <a:pt x="1969" y="1442"/>
                      <a:pt x="1848" y="1373"/>
                      <a:pt x="1795" y="1300"/>
                    </a:cubicBezTo>
                    <a:cubicBezTo>
                      <a:pt x="1723" y="1202"/>
                      <a:pt x="1786" y="1098"/>
                      <a:pt x="1861" y="1020"/>
                    </a:cubicBezTo>
                    <a:cubicBezTo>
                      <a:pt x="1989" y="887"/>
                      <a:pt x="2171" y="889"/>
                      <a:pt x="2282" y="1010"/>
                    </a:cubicBezTo>
                    <a:cubicBezTo>
                      <a:pt x="2252" y="1033"/>
                      <a:pt x="2231" y="1068"/>
                      <a:pt x="2234" y="1117"/>
                    </a:cubicBezTo>
                    <a:cubicBezTo>
                      <a:pt x="2245" y="1267"/>
                      <a:pt x="2295" y="1554"/>
                      <a:pt x="2054" y="1471"/>
                    </a:cubicBezTo>
                    <a:close/>
                    <a:moveTo>
                      <a:pt x="3057" y="4239"/>
                    </a:moveTo>
                    <a:cubicBezTo>
                      <a:pt x="2946" y="4260"/>
                      <a:pt x="2849" y="4235"/>
                      <a:pt x="2753" y="4205"/>
                    </a:cubicBezTo>
                    <a:cubicBezTo>
                      <a:pt x="2707" y="4052"/>
                      <a:pt x="2712" y="3859"/>
                      <a:pt x="2780" y="3773"/>
                    </a:cubicBezTo>
                    <a:cubicBezTo>
                      <a:pt x="2908" y="3611"/>
                      <a:pt x="3135" y="3660"/>
                      <a:pt x="3243" y="3812"/>
                    </a:cubicBezTo>
                    <a:cubicBezTo>
                      <a:pt x="3384" y="4009"/>
                      <a:pt x="3281" y="4197"/>
                      <a:pt x="3057" y="4239"/>
                    </a:cubicBezTo>
                    <a:close/>
                    <a:moveTo>
                      <a:pt x="3034" y="1498"/>
                    </a:moveTo>
                    <a:cubicBezTo>
                      <a:pt x="2829" y="1478"/>
                      <a:pt x="2723" y="1261"/>
                      <a:pt x="2820" y="1086"/>
                    </a:cubicBezTo>
                    <a:cubicBezTo>
                      <a:pt x="2924" y="899"/>
                      <a:pt x="3193" y="877"/>
                      <a:pt x="3322" y="1054"/>
                    </a:cubicBezTo>
                    <a:cubicBezTo>
                      <a:pt x="3330" y="1065"/>
                      <a:pt x="3335" y="1077"/>
                      <a:pt x="3342" y="1089"/>
                    </a:cubicBezTo>
                    <a:cubicBezTo>
                      <a:pt x="3342" y="1090"/>
                      <a:pt x="3341" y="1090"/>
                      <a:pt x="3341" y="1091"/>
                    </a:cubicBezTo>
                    <a:cubicBezTo>
                      <a:pt x="3359" y="1264"/>
                      <a:pt x="3240" y="1517"/>
                      <a:pt x="3034" y="1498"/>
                    </a:cubicBezTo>
                    <a:close/>
                    <a:moveTo>
                      <a:pt x="3799" y="1854"/>
                    </a:moveTo>
                    <a:cubicBezTo>
                      <a:pt x="3680" y="1642"/>
                      <a:pt x="3878" y="1458"/>
                      <a:pt x="4087" y="1460"/>
                    </a:cubicBezTo>
                    <a:cubicBezTo>
                      <a:pt x="4280" y="1461"/>
                      <a:pt x="4537" y="1598"/>
                      <a:pt x="4556" y="1812"/>
                    </a:cubicBezTo>
                    <a:cubicBezTo>
                      <a:pt x="4563" y="1886"/>
                      <a:pt x="4543" y="1946"/>
                      <a:pt x="4509" y="1996"/>
                    </a:cubicBezTo>
                    <a:cubicBezTo>
                      <a:pt x="4482" y="1986"/>
                      <a:pt x="4452" y="1979"/>
                      <a:pt x="4421" y="1984"/>
                    </a:cubicBezTo>
                    <a:cubicBezTo>
                      <a:pt x="4211" y="2017"/>
                      <a:pt x="3930" y="2088"/>
                      <a:pt x="3799" y="1854"/>
                    </a:cubicBezTo>
                    <a:close/>
                    <a:moveTo>
                      <a:pt x="4476" y="3184"/>
                    </a:moveTo>
                    <a:cubicBezTo>
                      <a:pt x="4476" y="3187"/>
                      <a:pt x="4476" y="3189"/>
                      <a:pt x="4476" y="3191"/>
                    </a:cubicBezTo>
                    <a:cubicBezTo>
                      <a:pt x="4379" y="3210"/>
                      <a:pt x="4282" y="3216"/>
                      <a:pt x="4189" y="3180"/>
                    </a:cubicBezTo>
                    <a:cubicBezTo>
                      <a:pt x="3990" y="3104"/>
                      <a:pt x="3930" y="2784"/>
                      <a:pt x="4085" y="2633"/>
                    </a:cubicBezTo>
                    <a:cubicBezTo>
                      <a:pt x="4197" y="2522"/>
                      <a:pt x="4404" y="2555"/>
                      <a:pt x="4497" y="2671"/>
                    </a:cubicBezTo>
                    <a:cubicBezTo>
                      <a:pt x="4634" y="2843"/>
                      <a:pt x="4528" y="3008"/>
                      <a:pt x="4476" y="318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</a:p>
            </p:txBody>
          </p:sp>
        </p:grpSp>
      </p:grpSp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公共卫生伦理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多人互动中应遵循的公共卫生准���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多人互动准则</a:t>
            </a:r>
          </a:p>
        </p:txBody>
      </p:sp>
      <p:grpSp>
        <p:nvGrpSpPr>
          <p:cNvPr descr="d7d8c06c-394c-4d93-8daa-7a0ae635b320" id="9" name="10d28a64-2b3d-40c9-a434-7d58d8e6477b.source.4.zh-Hans.pptx">
            <a:extLst>
              <a:ext uri="{FF2B5EF4-FFF2-40B4-BE49-F238E27FC236}">
                <a16:creationId id="{1D64BBEF-D4B5-3AD0-F81C-E72AD6851827}"/>
              </a:ext>
            </a:extLst>
          </p:cNvPr>
          <p:cNvGrpSpPr/>
          <p:nvPr/>
        </p:nvGrpSpPr>
        <p:grpSpPr>
          <a:xfrm>
            <a:off x="660400" y="1338342"/>
            <a:ext cx="10888922" cy="4795758"/>
            <a:chOff x="1512639" y="1338342"/>
            <a:chExt cx="9312524" cy="4101472"/>
          </a:xfrm>
        </p:grpSpPr>
        <p:cxnSp>
          <p:nvCxnSpPr>
            <p:cNvPr descr="d9091ec4-878e-4e0d-83e0-5c08dddda90d" id="6" name="直接连接符 5">
              <a:extLst>
                <a:ext uri="{FF2B5EF4-FFF2-40B4-BE49-F238E27FC236}">
                  <a16:creationId id="{58FC04C6-E4BC-BCE0-FD5D-610F77D10DCE}"/>
                </a:ext>
              </a:extLst>
            </p:cNvPr>
            <p:cNvCxnSpPr>
              <a:cxnSpLocks/>
            </p:cNvCxnSpPr>
            <p:nvPr/>
          </p:nvCxnSpPr>
          <p:spPr>
            <a:xfrm flipV="true" flipH="false">
              <a:off x="2352133" y="2821024"/>
              <a:ext cx="8315716" cy="14397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descr="071e69b6-e3a7-4a0b-80ce-c3336f6a5484" id="4" name="Title">
              <a:extLst>
                <a:ext uri="{FF2B5EF4-FFF2-40B4-BE49-F238E27FC236}">
                  <a16:creationId id="{CFD32C9B-4260-A774-9FD2-F76666EABF23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1722234" y="1338342"/>
              <a:ext cx="8624444" cy="75062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t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保障多人互动的安全与体验</a:t>
              </a:r>
            </a:p>
          </p:txBody>
        </p:sp>
        <p:sp>
          <p:nvSpPr>
            <p:cNvPr descr="dcc02aa5-f096-46c9-bf52-391d2e87ab12" id="32" name="任意多边形: 形状 31">
              <a:extLst>
                <a:ext uri="{FF2B5EF4-FFF2-40B4-BE49-F238E27FC236}">
                  <a16:creationId id="{ECCEA9DF-031A-3851-8332-C8D508A38A3A}"/>
                </a:ext>
              </a:extLst>
            </p:cNvPr>
            <p:cNvSpPr/>
            <p:nvPr/>
          </p:nvSpPr>
          <p:spPr>
            <a:xfrm flipV="false" flipH="false">
              <a:off x="1563930" y="2450050"/>
              <a:ext cx="835560" cy="750626"/>
            </a:xfrm>
            <a:custGeom>
              <a:avLst/>
              <a:gdLst>
                <a:gd fmla="*/ 1904926 w 3844197" name="connsiteX0"/>
                <a:gd fmla="*/ 0 h 3506914" name="connsiteY0"/>
                <a:gd fmla="*/ 2704251 w 3844197" name="connsiteX1"/>
                <a:gd fmla="*/ 651469 h 3506914" name="connsiteY1"/>
                <a:gd fmla="*/ 2708467 w 3844197" name="connsiteX2"/>
                <a:gd fmla="*/ 693290 h 3506914" name="connsiteY2"/>
                <a:gd fmla="*/ 2710711 w 3844197" name="connsiteX3"/>
                <a:gd fmla="*/ 692073 h 3506914" name="connsiteY3"/>
                <a:gd fmla="*/ 3028296 w 3844197" name="connsiteX4"/>
                <a:gd fmla="*/ 627955 h 3506914" name="connsiteY4"/>
                <a:gd fmla="*/ 3844197 w 3844197" name="connsiteX5"/>
                <a:gd fmla="*/ 1443856 h 3506914" name="connsiteY5"/>
                <a:gd fmla="*/ 3270920 w 3844197" name="connsiteX6"/>
                <a:gd fmla="*/ 2223076 h 3506914" name="connsiteY6"/>
                <a:gd fmla="*/ 3266940 w 3844197" name="connsiteX7"/>
                <a:gd fmla="*/ 2224100 h 3506914" name="connsiteY7"/>
                <a:gd fmla="*/ 3275797 w 3844197" name="connsiteX8"/>
                <a:gd fmla="*/ 2234835 h 3506914" name="connsiteY8"/>
                <a:gd fmla="*/ 3415140 w 3844197" name="connsiteX9"/>
                <a:gd fmla="*/ 2691013 h 3506914" name="connsiteY9"/>
                <a:gd fmla="*/ 2599239 w 3844197" name="connsiteX10"/>
                <a:gd fmla="*/ 3506914 h 3506914" name="connsiteY10"/>
                <a:gd fmla="*/ 1922681 w 3844197" name="connsiteX11"/>
                <a:gd fmla="*/ 3147191 h 3506914" name="connsiteY11"/>
                <a:gd fmla="*/ 1921882 w 3844197" name="connsiteX12"/>
                <a:gd fmla="*/ 3145720 h 3506914" name="connsiteY12"/>
                <a:gd fmla="*/ 1921084 w 3844197" name="connsiteX13"/>
                <a:gd fmla="*/ 3147191 h 3506914" name="connsiteY13"/>
                <a:gd fmla="*/ 1244526 w 3844197" name="connsiteX14"/>
                <a:gd fmla="*/ 3506914 h 3506914" name="connsiteY14"/>
                <a:gd fmla="*/ 428625 w 3844197" name="connsiteX15"/>
                <a:gd fmla="*/ 2691013 h 3506914" name="connsiteY15"/>
                <a:gd fmla="*/ 567968 w 3844197" name="connsiteX16"/>
                <a:gd fmla="*/ 2234835 h 3506914" name="connsiteY16"/>
                <a:gd fmla="*/ 576901 w 3844197" name="connsiteX17"/>
                <a:gd fmla="*/ 2224008 h 3506914" name="connsiteY17"/>
                <a:gd fmla="*/ 573277 w 3844197" name="connsiteX18"/>
                <a:gd fmla="*/ 2223076 h 3506914" name="connsiteY18"/>
                <a:gd fmla="*/ 0 w 3844197" name="connsiteX19"/>
                <a:gd fmla="*/ 1443856 h 3506914" name="connsiteY19"/>
                <a:gd fmla="*/ 815901 w 3844197" name="connsiteX20"/>
                <a:gd fmla="*/ 627955 h 3506914" name="connsiteY20"/>
                <a:gd fmla="*/ 1058525 w 3844197" name="connsiteX21"/>
                <a:gd fmla="*/ 664636 h 3506914" name="connsiteY21"/>
                <a:gd fmla="*/ 1102646 w 3844197" name="connsiteX22"/>
                <a:gd fmla="*/ 680785 h 3506914" name="connsiteY22"/>
                <a:gd fmla="*/ 1105601 w 3844197" name="connsiteX23"/>
                <a:gd fmla="*/ 651469 h 3506914" name="connsiteY23"/>
                <a:gd fmla="*/ 1904926 w 3844197" name="connsiteX24"/>
                <a:gd fmla="*/ 0 h 3506914" name="connsiteY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b="b" l="l" r="r" t="t"/>
              <a:pathLst>
                <a:path h="3506914" w="3844197">
                  <a:moveTo>
                    <a:pt x="1904926" y="0"/>
                  </a:moveTo>
                  <a:cubicBezTo>
                    <a:pt x="2299210" y="0"/>
                    <a:pt x="2628171" y="279676"/>
                    <a:pt x="2704251" y="651469"/>
                  </a:cubicBezTo>
                  <a:lnTo>
                    <a:pt x="2708467" y="693290"/>
                  </a:lnTo>
                  <a:lnTo>
                    <a:pt x="2710711" y="692073"/>
                  </a:lnTo>
                  <a:cubicBezTo>
                    <a:pt x="2808324" y="650786"/>
                    <a:pt x="2915644" y="627955"/>
                    <a:pt x="3028296" y="627955"/>
                  </a:cubicBezTo>
                  <a:cubicBezTo>
                    <a:pt x="3478906" y="627955"/>
                    <a:pt x="3844197" y="993246"/>
                    <a:pt x="3844197" y="1443856"/>
                  </a:cubicBezTo>
                  <a:cubicBezTo>
                    <a:pt x="3844197" y="1809977"/>
                    <a:pt x="3603048" y="2119774"/>
                    <a:pt x="3270920" y="2223076"/>
                  </a:cubicBezTo>
                  <a:lnTo>
                    <a:pt x="3266940" y="2224100"/>
                  </a:lnTo>
                  <a:lnTo>
                    <a:pt x="3275797" y="2234835"/>
                  </a:lnTo>
                  <a:cubicBezTo>
                    <a:pt x="3363771" y="2365054"/>
                    <a:pt x="3415140" y="2522034"/>
                    <a:pt x="3415140" y="2691013"/>
                  </a:cubicBezTo>
                  <a:cubicBezTo>
                    <a:pt x="3415140" y="3141623"/>
                    <a:pt x="3049849" y="3506914"/>
                    <a:pt x="2599239" y="3506914"/>
                  </a:cubicBezTo>
                  <a:cubicBezTo>
                    <a:pt x="2317608" y="3506914"/>
                    <a:pt x="2069304" y="3364222"/>
                    <a:pt x="1922681" y="3147191"/>
                  </a:cubicBezTo>
                  <a:lnTo>
                    <a:pt x="1921882" y="3145720"/>
                  </a:lnTo>
                  <a:lnTo>
                    <a:pt x="1921084" y="3147191"/>
                  </a:lnTo>
                  <a:cubicBezTo>
                    <a:pt x="1774461" y="3364222"/>
                    <a:pt x="1526157" y="3506914"/>
                    <a:pt x="1244526" y="3506914"/>
                  </a:cubicBezTo>
                  <a:cubicBezTo>
                    <a:pt x="793916" y="3506914"/>
                    <a:pt x="428625" y="3141623"/>
                    <a:pt x="428625" y="2691013"/>
                  </a:cubicBezTo>
                  <a:cubicBezTo>
                    <a:pt x="428625" y="2522034"/>
                    <a:pt x="479994" y="2365054"/>
                    <a:pt x="567968" y="2234835"/>
                  </a:cubicBezTo>
                  <a:lnTo>
                    <a:pt x="576901" y="2224008"/>
                  </a:lnTo>
                  <a:lnTo>
                    <a:pt x="573277" y="2223076"/>
                  </a:lnTo>
                  <a:cubicBezTo>
                    <a:pt x="241149" y="2119774"/>
                    <a:pt x="0" y="1809977"/>
                    <a:pt x="0" y="1443856"/>
                  </a:cubicBezTo>
                  <a:cubicBezTo>
                    <a:pt x="0" y="993246"/>
                    <a:pt x="365291" y="627955"/>
                    <a:pt x="815901" y="627955"/>
                  </a:cubicBezTo>
                  <a:cubicBezTo>
                    <a:pt x="900390" y="627955"/>
                    <a:pt x="981880" y="640797"/>
                    <a:pt x="1058525" y="664636"/>
                  </a:cubicBezTo>
                  <a:lnTo>
                    <a:pt x="1102646" y="680785"/>
                  </a:lnTo>
                  <a:lnTo>
                    <a:pt x="1105601" y="651469"/>
                  </a:lnTo>
                  <a:cubicBezTo>
                    <a:pt x="1181681" y="279676"/>
                    <a:pt x="1510642" y="0"/>
                    <a:pt x="1904926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 wrap="square">
              <a:noAutofit/>
            </a:bodyPr>
            <a:lstStyle/>
            <a:p>
              <a:pPr algn="ctr"/>
            </a:p>
          </p:txBody>
        </p:sp>
        <p:sp>
          <p:nvSpPr>
            <p:cNvPr descr="cdc0887d-de87-4370-a5bb-600142f2e24f" id="37" name="任意多边形: 形状 36">
              <a:extLst>
                <a:ext uri="{FF2B5EF4-FFF2-40B4-BE49-F238E27FC236}">
                  <a16:creationId id="{71D2976A-E3FA-E844-7275-9ED576967D91}"/>
                </a:ext>
              </a:extLst>
            </p:cNvPr>
            <p:cNvSpPr/>
            <p:nvPr/>
          </p:nvSpPr>
          <p:spPr>
            <a:xfrm flipV="false" flipH="false">
              <a:off x="3898199" y="2450050"/>
              <a:ext cx="835560" cy="750626"/>
            </a:xfrm>
            <a:custGeom>
              <a:avLst/>
              <a:gdLst>
                <a:gd fmla="*/ 1904926 w 3844197" name="connsiteX0"/>
                <a:gd fmla="*/ 0 h 3506914" name="connsiteY0"/>
                <a:gd fmla="*/ 2704251 w 3844197" name="connsiteX1"/>
                <a:gd fmla="*/ 651469 h 3506914" name="connsiteY1"/>
                <a:gd fmla="*/ 2708467 w 3844197" name="connsiteX2"/>
                <a:gd fmla="*/ 693290 h 3506914" name="connsiteY2"/>
                <a:gd fmla="*/ 2710711 w 3844197" name="connsiteX3"/>
                <a:gd fmla="*/ 692073 h 3506914" name="connsiteY3"/>
                <a:gd fmla="*/ 3028296 w 3844197" name="connsiteX4"/>
                <a:gd fmla="*/ 627955 h 3506914" name="connsiteY4"/>
                <a:gd fmla="*/ 3844197 w 3844197" name="connsiteX5"/>
                <a:gd fmla="*/ 1443856 h 3506914" name="connsiteY5"/>
                <a:gd fmla="*/ 3270920 w 3844197" name="connsiteX6"/>
                <a:gd fmla="*/ 2223076 h 3506914" name="connsiteY6"/>
                <a:gd fmla="*/ 3266940 w 3844197" name="connsiteX7"/>
                <a:gd fmla="*/ 2224100 h 3506914" name="connsiteY7"/>
                <a:gd fmla="*/ 3275797 w 3844197" name="connsiteX8"/>
                <a:gd fmla="*/ 2234835 h 3506914" name="connsiteY8"/>
                <a:gd fmla="*/ 3415140 w 3844197" name="connsiteX9"/>
                <a:gd fmla="*/ 2691013 h 3506914" name="connsiteY9"/>
                <a:gd fmla="*/ 2599239 w 3844197" name="connsiteX10"/>
                <a:gd fmla="*/ 3506914 h 3506914" name="connsiteY10"/>
                <a:gd fmla="*/ 1922681 w 3844197" name="connsiteX11"/>
                <a:gd fmla="*/ 3147191 h 3506914" name="connsiteY11"/>
                <a:gd fmla="*/ 1921882 w 3844197" name="connsiteX12"/>
                <a:gd fmla="*/ 3145720 h 3506914" name="connsiteY12"/>
                <a:gd fmla="*/ 1921084 w 3844197" name="connsiteX13"/>
                <a:gd fmla="*/ 3147191 h 3506914" name="connsiteY13"/>
                <a:gd fmla="*/ 1244526 w 3844197" name="connsiteX14"/>
                <a:gd fmla="*/ 3506914 h 3506914" name="connsiteY14"/>
                <a:gd fmla="*/ 428625 w 3844197" name="connsiteX15"/>
                <a:gd fmla="*/ 2691013 h 3506914" name="connsiteY15"/>
                <a:gd fmla="*/ 567968 w 3844197" name="connsiteX16"/>
                <a:gd fmla="*/ 2234835 h 3506914" name="connsiteY16"/>
                <a:gd fmla="*/ 576901 w 3844197" name="connsiteX17"/>
                <a:gd fmla="*/ 2224008 h 3506914" name="connsiteY17"/>
                <a:gd fmla="*/ 573277 w 3844197" name="connsiteX18"/>
                <a:gd fmla="*/ 2223076 h 3506914" name="connsiteY18"/>
                <a:gd fmla="*/ 0 w 3844197" name="connsiteX19"/>
                <a:gd fmla="*/ 1443856 h 3506914" name="connsiteY19"/>
                <a:gd fmla="*/ 815901 w 3844197" name="connsiteX20"/>
                <a:gd fmla="*/ 627955 h 3506914" name="connsiteY20"/>
                <a:gd fmla="*/ 1058525 w 3844197" name="connsiteX21"/>
                <a:gd fmla="*/ 664636 h 3506914" name="connsiteY21"/>
                <a:gd fmla="*/ 1102646 w 3844197" name="connsiteX22"/>
                <a:gd fmla="*/ 680785 h 3506914" name="connsiteY22"/>
                <a:gd fmla="*/ 1105601 w 3844197" name="connsiteX23"/>
                <a:gd fmla="*/ 651469 h 3506914" name="connsiteY23"/>
                <a:gd fmla="*/ 1904926 w 3844197" name="connsiteX24"/>
                <a:gd fmla="*/ 0 h 3506914" name="connsiteY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b="b" l="l" r="r" t="t"/>
              <a:pathLst>
                <a:path h="3506914" w="3844197">
                  <a:moveTo>
                    <a:pt x="1904926" y="0"/>
                  </a:moveTo>
                  <a:cubicBezTo>
                    <a:pt x="2299210" y="0"/>
                    <a:pt x="2628171" y="279676"/>
                    <a:pt x="2704251" y="651469"/>
                  </a:cubicBezTo>
                  <a:lnTo>
                    <a:pt x="2708467" y="693290"/>
                  </a:lnTo>
                  <a:lnTo>
                    <a:pt x="2710711" y="692073"/>
                  </a:lnTo>
                  <a:cubicBezTo>
                    <a:pt x="2808324" y="650786"/>
                    <a:pt x="2915644" y="627955"/>
                    <a:pt x="3028296" y="627955"/>
                  </a:cubicBezTo>
                  <a:cubicBezTo>
                    <a:pt x="3478906" y="627955"/>
                    <a:pt x="3844197" y="993246"/>
                    <a:pt x="3844197" y="1443856"/>
                  </a:cubicBezTo>
                  <a:cubicBezTo>
                    <a:pt x="3844197" y="1809977"/>
                    <a:pt x="3603048" y="2119774"/>
                    <a:pt x="3270920" y="2223076"/>
                  </a:cubicBezTo>
                  <a:lnTo>
                    <a:pt x="3266940" y="2224100"/>
                  </a:lnTo>
                  <a:lnTo>
                    <a:pt x="3275797" y="2234835"/>
                  </a:lnTo>
                  <a:cubicBezTo>
                    <a:pt x="3363771" y="2365054"/>
                    <a:pt x="3415140" y="2522034"/>
                    <a:pt x="3415140" y="2691013"/>
                  </a:cubicBezTo>
                  <a:cubicBezTo>
                    <a:pt x="3415140" y="3141623"/>
                    <a:pt x="3049849" y="3506914"/>
                    <a:pt x="2599239" y="3506914"/>
                  </a:cubicBezTo>
                  <a:cubicBezTo>
                    <a:pt x="2317608" y="3506914"/>
                    <a:pt x="2069304" y="3364222"/>
                    <a:pt x="1922681" y="3147191"/>
                  </a:cubicBezTo>
                  <a:lnTo>
                    <a:pt x="1921882" y="3145720"/>
                  </a:lnTo>
                  <a:lnTo>
                    <a:pt x="1921084" y="3147191"/>
                  </a:lnTo>
                  <a:cubicBezTo>
                    <a:pt x="1774461" y="3364222"/>
                    <a:pt x="1526157" y="3506914"/>
                    <a:pt x="1244526" y="3506914"/>
                  </a:cubicBezTo>
                  <a:cubicBezTo>
                    <a:pt x="793916" y="3506914"/>
                    <a:pt x="428625" y="3141623"/>
                    <a:pt x="428625" y="2691013"/>
                  </a:cubicBezTo>
                  <a:cubicBezTo>
                    <a:pt x="428625" y="2522034"/>
                    <a:pt x="479994" y="2365054"/>
                    <a:pt x="567968" y="2234835"/>
                  </a:cubicBezTo>
                  <a:lnTo>
                    <a:pt x="576901" y="2224008"/>
                  </a:lnTo>
                  <a:lnTo>
                    <a:pt x="573277" y="2223076"/>
                  </a:lnTo>
                  <a:cubicBezTo>
                    <a:pt x="241149" y="2119774"/>
                    <a:pt x="0" y="1809977"/>
                    <a:pt x="0" y="1443856"/>
                  </a:cubicBezTo>
                  <a:cubicBezTo>
                    <a:pt x="0" y="993246"/>
                    <a:pt x="365291" y="627955"/>
                    <a:pt x="815901" y="627955"/>
                  </a:cubicBezTo>
                  <a:cubicBezTo>
                    <a:pt x="900390" y="627955"/>
                    <a:pt x="981880" y="640797"/>
                    <a:pt x="1058525" y="664636"/>
                  </a:cubicBezTo>
                  <a:lnTo>
                    <a:pt x="1102646" y="680785"/>
                  </a:lnTo>
                  <a:lnTo>
                    <a:pt x="1105601" y="651469"/>
                  </a:lnTo>
                  <a:cubicBezTo>
                    <a:pt x="1181681" y="279676"/>
                    <a:pt x="1510642" y="0"/>
                    <a:pt x="19049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 wrap="square">
              <a:noAutofit/>
            </a:bodyPr>
            <a:lstStyle/>
            <a:p>
              <a:pPr algn="ctr"/>
            </a:p>
          </p:txBody>
        </p:sp>
        <p:sp>
          <p:nvSpPr>
            <p:cNvPr descr="3d18912b-9f9a-4ee8-8d90-78fb39be92c2" id="38" name="任意多边形: 形状 37">
              <a:extLst>
                <a:ext uri="{FF2B5EF4-FFF2-40B4-BE49-F238E27FC236}">
                  <a16:creationId id="{3698A422-A4A3-D5A0-39F9-1EA8A095AD4F}"/>
                </a:ext>
              </a:extLst>
            </p:cNvPr>
            <p:cNvSpPr/>
            <p:nvPr/>
          </p:nvSpPr>
          <p:spPr>
            <a:xfrm flipV="false" flipH="false">
              <a:off x="6232468" y="2450050"/>
              <a:ext cx="835560" cy="750626"/>
            </a:xfrm>
            <a:custGeom>
              <a:avLst/>
              <a:gdLst>
                <a:gd fmla="*/ 1904926 w 3844197" name="connsiteX0"/>
                <a:gd fmla="*/ 0 h 3506914" name="connsiteY0"/>
                <a:gd fmla="*/ 2704251 w 3844197" name="connsiteX1"/>
                <a:gd fmla="*/ 651469 h 3506914" name="connsiteY1"/>
                <a:gd fmla="*/ 2708467 w 3844197" name="connsiteX2"/>
                <a:gd fmla="*/ 693290 h 3506914" name="connsiteY2"/>
                <a:gd fmla="*/ 2710711 w 3844197" name="connsiteX3"/>
                <a:gd fmla="*/ 692073 h 3506914" name="connsiteY3"/>
                <a:gd fmla="*/ 3028296 w 3844197" name="connsiteX4"/>
                <a:gd fmla="*/ 627955 h 3506914" name="connsiteY4"/>
                <a:gd fmla="*/ 3844197 w 3844197" name="connsiteX5"/>
                <a:gd fmla="*/ 1443856 h 3506914" name="connsiteY5"/>
                <a:gd fmla="*/ 3270920 w 3844197" name="connsiteX6"/>
                <a:gd fmla="*/ 2223076 h 3506914" name="connsiteY6"/>
                <a:gd fmla="*/ 3266940 w 3844197" name="connsiteX7"/>
                <a:gd fmla="*/ 2224100 h 3506914" name="connsiteY7"/>
                <a:gd fmla="*/ 3275797 w 3844197" name="connsiteX8"/>
                <a:gd fmla="*/ 2234835 h 3506914" name="connsiteY8"/>
                <a:gd fmla="*/ 3415140 w 3844197" name="connsiteX9"/>
                <a:gd fmla="*/ 2691013 h 3506914" name="connsiteY9"/>
                <a:gd fmla="*/ 2599239 w 3844197" name="connsiteX10"/>
                <a:gd fmla="*/ 3506914 h 3506914" name="connsiteY10"/>
                <a:gd fmla="*/ 1922681 w 3844197" name="connsiteX11"/>
                <a:gd fmla="*/ 3147191 h 3506914" name="connsiteY11"/>
                <a:gd fmla="*/ 1921882 w 3844197" name="connsiteX12"/>
                <a:gd fmla="*/ 3145720 h 3506914" name="connsiteY12"/>
                <a:gd fmla="*/ 1921084 w 3844197" name="connsiteX13"/>
                <a:gd fmla="*/ 3147191 h 3506914" name="connsiteY13"/>
                <a:gd fmla="*/ 1244526 w 3844197" name="connsiteX14"/>
                <a:gd fmla="*/ 3506914 h 3506914" name="connsiteY14"/>
                <a:gd fmla="*/ 428625 w 3844197" name="connsiteX15"/>
                <a:gd fmla="*/ 2691013 h 3506914" name="connsiteY15"/>
                <a:gd fmla="*/ 567968 w 3844197" name="connsiteX16"/>
                <a:gd fmla="*/ 2234835 h 3506914" name="connsiteY16"/>
                <a:gd fmla="*/ 576901 w 3844197" name="connsiteX17"/>
                <a:gd fmla="*/ 2224008 h 3506914" name="connsiteY17"/>
                <a:gd fmla="*/ 573277 w 3844197" name="connsiteX18"/>
                <a:gd fmla="*/ 2223076 h 3506914" name="connsiteY18"/>
                <a:gd fmla="*/ 0 w 3844197" name="connsiteX19"/>
                <a:gd fmla="*/ 1443856 h 3506914" name="connsiteY19"/>
                <a:gd fmla="*/ 815901 w 3844197" name="connsiteX20"/>
                <a:gd fmla="*/ 627955 h 3506914" name="connsiteY20"/>
                <a:gd fmla="*/ 1058525 w 3844197" name="connsiteX21"/>
                <a:gd fmla="*/ 664636 h 3506914" name="connsiteY21"/>
                <a:gd fmla="*/ 1102646 w 3844197" name="connsiteX22"/>
                <a:gd fmla="*/ 680785 h 3506914" name="connsiteY22"/>
                <a:gd fmla="*/ 1105601 w 3844197" name="connsiteX23"/>
                <a:gd fmla="*/ 651469 h 3506914" name="connsiteY23"/>
                <a:gd fmla="*/ 1904926 w 3844197" name="connsiteX24"/>
                <a:gd fmla="*/ 0 h 3506914" name="connsiteY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b="b" l="l" r="r" t="t"/>
              <a:pathLst>
                <a:path h="3506914" w="3844197">
                  <a:moveTo>
                    <a:pt x="1904926" y="0"/>
                  </a:moveTo>
                  <a:cubicBezTo>
                    <a:pt x="2299210" y="0"/>
                    <a:pt x="2628171" y="279676"/>
                    <a:pt x="2704251" y="651469"/>
                  </a:cubicBezTo>
                  <a:lnTo>
                    <a:pt x="2708467" y="693290"/>
                  </a:lnTo>
                  <a:lnTo>
                    <a:pt x="2710711" y="692073"/>
                  </a:lnTo>
                  <a:cubicBezTo>
                    <a:pt x="2808324" y="650786"/>
                    <a:pt x="2915644" y="627955"/>
                    <a:pt x="3028296" y="627955"/>
                  </a:cubicBezTo>
                  <a:cubicBezTo>
                    <a:pt x="3478906" y="627955"/>
                    <a:pt x="3844197" y="993246"/>
                    <a:pt x="3844197" y="1443856"/>
                  </a:cubicBezTo>
                  <a:cubicBezTo>
                    <a:pt x="3844197" y="1809977"/>
                    <a:pt x="3603048" y="2119774"/>
                    <a:pt x="3270920" y="2223076"/>
                  </a:cubicBezTo>
                  <a:lnTo>
                    <a:pt x="3266940" y="2224100"/>
                  </a:lnTo>
                  <a:lnTo>
                    <a:pt x="3275797" y="2234835"/>
                  </a:lnTo>
                  <a:cubicBezTo>
                    <a:pt x="3363771" y="2365054"/>
                    <a:pt x="3415140" y="2522034"/>
                    <a:pt x="3415140" y="2691013"/>
                  </a:cubicBezTo>
                  <a:cubicBezTo>
                    <a:pt x="3415140" y="3141623"/>
                    <a:pt x="3049849" y="3506914"/>
                    <a:pt x="2599239" y="3506914"/>
                  </a:cubicBezTo>
                  <a:cubicBezTo>
                    <a:pt x="2317608" y="3506914"/>
                    <a:pt x="2069304" y="3364222"/>
                    <a:pt x="1922681" y="3147191"/>
                  </a:cubicBezTo>
                  <a:lnTo>
                    <a:pt x="1921882" y="3145720"/>
                  </a:lnTo>
                  <a:lnTo>
                    <a:pt x="1921084" y="3147191"/>
                  </a:lnTo>
                  <a:cubicBezTo>
                    <a:pt x="1774461" y="3364222"/>
                    <a:pt x="1526157" y="3506914"/>
                    <a:pt x="1244526" y="3506914"/>
                  </a:cubicBezTo>
                  <a:cubicBezTo>
                    <a:pt x="793916" y="3506914"/>
                    <a:pt x="428625" y="3141623"/>
                    <a:pt x="428625" y="2691013"/>
                  </a:cubicBezTo>
                  <a:cubicBezTo>
                    <a:pt x="428625" y="2522034"/>
                    <a:pt x="479994" y="2365054"/>
                    <a:pt x="567968" y="2234835"/>
                  </a:cubicBezTo>
                  <a:lnTo>
                    <a:pt x="576901" y="2224008"/>
                  </a:lnTo>
                  <a:lnTo>
                    <a:pt x="573277" y="2223076"/>
                  </a:lnTo>
                  <a:cubicBezTo>
                    <a:pt x="241149" y="2119774"/>
                    <a:pt x="0" y="1809977"/>
                    <a:pt x="0" y="1443856"/>
                  </a:cubicBezTo>
                  <a:cubicBezTo>
                    <a:pt x="0" y="993246"/>
                    <a:pt x="365291" y="627955"/>
                    <a:pt x="815901" y="627955"/>
                  </a:cubicBezTo>
                  <a:cubicBezTo>
                    <a:pt x="900390" y="627955"/>
                    <a:pt x="981880" y="640797"/>
                    <a:pt x="1058525" y="664636"/>
                  </a:cubicBezTo>
                  <a:lnTo>
                    <a:pt x="1102646" y="680785"/>
                  </a:lnTo>
                  <a:lnTo>
                    <a:pt x="1105601" y="651469"/>
                  </a:lnTo>
                  <a:cubicBezTo>
                    <a:pt x="1181681" y="279676"/>
                    <a:pt x="1510642" y="0"/>
                    <a:pt x="19049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 wrap="square">
              <a:noAutofit/>
            </a:bodyPr>
            <a:lstStyle/>
            <a:p>
              <a:pPr algn="ctr"/>
            </a:p>
          </p:txBody>
        </p:sp>
        <p:sp>
          <p:nvSpPr>
            <p:cNvPr descr="2464ecba-ad8a-434d-a070-55e7656fd429" id="39" name="任意多边形: 形状 38">
              <a:extLst>
                <a:ext uri="{FF2B5EF4-FFF2-40B4-BE49-F238E27FC236}">
                  <a16:creationId id="{38855952-EA96-D17B-1300-D1A2738F756B}"/>
                </a:ext>
              </a:extLst>
            </p:cNvPr>
            <p:cNvSpPr/>
            <p:nvPr/>
          </p:nvSpPr>
          <p:spPr>
            <a:xfrm flipV="false" flipH="false">
              <a:off x="8566737" y="2450050"/>
              <a:ext cx="835560" cy="750626"/>
            </a:xfrm>
            <a:custGeom>
              <a:avLst/>
              <a:gdLst>
                <a:gd fmla="*/ 1904926 w 3844197" name="connsiteX0"/>
                <a:gd fmla="*/ 0 h 3506914" name="connsiteY0"/>
                <a:gd fmla="*/ 2704251 w 3844197" name="connsiteX1"/>
                <a:gd fmla="*/ 651469 h 3506914" name="connsiteY1"/>
                <a:gd fmla="*/ 2708467 w 3844197" name="connsiteX2"/>
                <a:gd fmla="*/ 693290 h 3506914" name="connsiteY2"/>
                <a:gd fmla="*/ 2710711 w 3844197" name="connsiteX3"/>
                <a:gd fmla="*/ 692073 h 3506914" name="connsiteY3"/>
                <a:gd fmla="*/ 3028296 w 3844197" name="connsiteX4"/>
                <a:gd fmla="*/ 627955 h 3506914" name="connsiteY4"/>
                <a:gd fmla="*/ 3844197 w 3844197" name="connsiteX5"/>
                <a:gd fmla="*/ 1443856 h 3506914" name="connsiteY5"/>
                <a:gd fmla="*/ 3270920 w 3844197" name="connsiteX6"/>
                <a:gd fmla="*/ 2223076 h 3506914" name="connsiteY6"/>
                <a:gd fmla="*/ 3266940 w 3844197" name="connsiteX7"/>
                <a:gd fmla="*/ 2224100 h 3506914" name="connsiteY7"/>
                <a:gd fmla="*/ 3275797 w 3844197" name="connsiteX8"/>
                <a:gd fmla="*/ 2234835 h 3506914" name="connsiteY8"/>
                <a:gd fmla="*/ 3415140 w 3844197" name="connsiteX9"/>
                <a:gd fmla="*/ 2691013 h 3506914" name="connsiteY9"/>
                <a:gd fmla="*/ 2599239 w 3844197" name="connsiteX10"/>
                <a:gd fmla="*/ 3506914 h 3506914" name="connsiteY10"/>
                <a:gd fmla="*/ 1922681 w 3844197" name="connsiteX11"/>
                <a:gd fmla="*/ 3147191 h 3506914" name="connsiteY11"/>
                <a:gd fmla="*/ 1921882 w 3844197" name="connsiteX12"/>
                <a:gd fmla="*/ 3145720 h 3506914" name="connsiteY12"/>
                <a:gd fmla="*/ 1921084 w 3844197" name="connsiteX13"/>
                <a:gd fmla="*/ 3147191 h 3506914" name="connsiteY13"/>
                <a:gd fmla="*/ 1244526 w 3844197" name="connsiteX14"/>
                <a:gd fmla="*/ 3506914 h 3506914" name="connsiteY14"/>
                <a:gd fmla="*/ 428625 w 3844197" name="connsiteX15"/>
                <a:gd fmla="*/ 2691013 h 3506914" name="connsiteY15"/>
                <a:gd fmla="*/ 567968 w 3844197" name="connsiteX16"/>
                <a:gd fmla="*/ 2234835 h 3506914" name="connsiteY16"/>
                <a:gd fmla="*/ 576901 w 3844197" name="connsiteX17"/>
                <a:gd fmla="*/ 2224008 h 3506914" name="connsiteY17"/>
                <a:gd fmla="*/ 573277 w 3844197" name="connsiteX18"/>
                <a:gd fmla="*/ 2223076 h 3506914" name="connsiteY18"/>
                <a:gd fmla="*/ 0 w 3844197" name="connsiteX19"/>
                <a:gd fmla="*/ 1443856 h 3506914" name="connsiteY19"/>
                <a:gd fmla="*/ 815901 w 3844197" name="connsiteX20"/>
                <a:gd fmla="*/ 627955 h 3506914" name="connsiteY20"/>
                <a:gd fmla="*/ 1058525 w 3844197" name="connsiteX21"/>
                <a:gd fmla="*/ 664636 h 3506914" name="connsiteY21"/>
                <a:gd fmla="*/ 1102646 w 3844197" name="connsiteX22"/>
                <a:gd fmla="*/ 680785 h 3506914" name="connsiteY22"/>
                <a:gd fmla="*/ 1105601 w 3844197" name="connsiteX23"/>
                <a:gd fmla="*/ 651469 h 3506914" name="connsiteY23"/>
                <a:gd fmla="*/ 1904926 w 3844197" name="connsiteX24"/>
                <a:gd fmla="*/ 0 h 3506914" name="connsiteY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b="b" l="l" r="r" t="t"/>
              <a:pathLst>
                <a:path h="3506914" w="3844197">
                  <a:moveTo>
                    <a:pt x="1904926" y="0"/>
                  </a:moveTo>
                  <a:cubicBezTo>
                    <a:pt x="2299210" y="0"/>
                    <a:pt x="2628171" y="279676"/>
                    <a:pt x="2704251" y="651469"/>
                  </a:cubicBezTo>
                  <a:lnTo>
                    <a:pt x="2708467" y="693290"/>
                  </a:lnTo>
                  <a:lnTo>
                    <a:pt x="2710711" y="692073"/>
                  </a:lnTo>
                  <a:cubicBezTo>
                    <a:pt x="2808324" y="650786"/>
                    <a:pt x="2915644" y="627955"/>
                    <a:pt x="3028296" y="627955"/>
                  </a:cubicBezTo>
                  <a:cubicBezTo>
                    <a:pt x="3478906" y="627955"/>
                    <a:pt x="3844197" y="993246"/>
                    <a:pt x="3844197" y="1443856"/>
                  </a:cubicBezTo>
                  <a:cubicBezTo>
                    <a:pt x="3844197" y="1809977"/>
                    <a:pt x="3603048" y="2119774"/>
                    <a:pt x="3270920" y="2223076"/>
                  </a:cubicBezTo>
                  <a:lnTo>
                    <a:pt x="3266940" y="2224100"/>
                  </a:lnTo>
                  <a:lnTo>
                    <a:pt x="3275797" y="2234835"/>
                  </a:lnTo>
                  <a:cubicBezTo>
                    <a:pt x="3363771" y="2365054"/>
                    <a:pt x="3415140" y="2522034"/>
                    <a:pt x="3415140" y="2691013"/>
                  </a:cubicBezTo>
                  <a:cubicBezTo>
                    <a:pt x="3415140" y="3141623"/>
                    <a:pt x="3049849" y="3506914"/>
                    <a:pt x="2599239" y="3506914"/>
                  </a:cubicBezTo>
                  <a:cubicBezTo>
                    <a:pt x="2317608" y="3506914"/>
                    <a:pt x="2069304" y="3364222"/>
                    <a:pt x="1922681" y="3147191"/>
                  </a:cubicBezTo>
                  <a:lnTo>
                    <a:pt x="1921882" y="3145720"/>
                  </a:lnTo>
                  <a:lnTo>
                    <a:pt x="1921084" y="3147191"/>
                  </a:lnTo>
                  <a:cubicBezTo>
                    <a:pt x="1774461" y="3364222"/>
                    <a:pt x="1526157" y="3506914"/>
                    <a:pt x="1244526" y="3506914"/>
                  </a:cubicBezTo>
                  <a:cubicBezTo>
                    <a:pt x="793916" y="3506914"/>
                    <a:pt x="428625" y="3141623"/>
                    <a:pt x="428625" y="2691013"/>
                  </a:cubicBezTo>
                  <a:cubicBezTo>
                    <a:pt x="428625" y="2522034"/>
                    <a:pt x="479994" y="2365054"/>
                    <a:pt x="567968" y="2234835"/>
                  </a:cubicBezTo>
                  <a:lnTo>
                    <a:pt x="576901" y="2224008"/>
                  </a:lnTo>
                  <a:lnTo>
                    <a:pt x="573277" y="2223076"/>
                  </a:lnTo>
                  <a:cubicBezTo>
                    <a:pt x="241149" y="2119774"/>
                    <a:pt x="0" y="1809977"/>
                    <a:pt x="0" y="1443856"/>
                  </a:cubicBezTo>
                  <a:cubicBezTo>
                    <a:pt x="0" y="993246"/>
                    <a:pt x="365291" y="627955"/>
                    <a:pt x="815901" y="627955"/>
                  </a:cubicBezTo>
                  <a:cubicBezTo>
                    <a:pt x="900390" y="627955"/>
                    <a:pt x="981880" y="640797"/>
                    <a:pt x="1058525" y="664636"/>
                  </a:cubicBezTo>
                  <a:lnTo>
                    <a:pt x="1102646" y="680785"/>
                  </a:lnTo>
                  <a:lnTo>
                    <a:pt x="1105601" y="651469"/>
                  </a:lnTo>
                  <a:cubicBezTo>
                    <a:pt x="1181681" y="279676"/>
                    <a:pt x="1510642" y="0"/>
                    <a:pt x="19049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 wrap="square">
              <a:noAutofit/>
            </a:bodyPr>
            <a:lstStyle/>
            <a:p>
              <a:pPr algn="ctr"/>
            </a:p>
          </p:txBody>
        </p:sp>
        <p:sp>
          <p:nvSpPr>
            <p:cNvPr descr="1ec3816d-6ad0-4482-affa-c12b7050eb6e" id="40" name="任意多边形: 形状 39">
              <a:extLst>
                <a:ext uri="{FF2B5EF4-FFF2-40B4-BE49-F238E27FC236}">
                  <a16:creationId id="{1809D9DD-7011-CC9D-CD92-24DACC49F8A2}"/>
                </a:ext>
              </a:extLst>
            </p:cNvPr>
            <p:cNvSpPr/>
            <p:nvPr/>
          </p:nvSpPr>
          <p:spPr>
            <a:xfrm flipV="false" flipH="false">
              <a:off x="10495653" y="2677356"/>
              <a:ext cx="329510" cy="296014"/>
            </a:xfrm>
            <a:custGeom>
              <a:avLst/>
              <a:gdLst>
                <a:gd fmla="*/ 1904926 w 3844197" name="connsiteX0"/>
                <a:gd fmla="*/ 0 h 3506914" name="connsiteY0"/>
                <a:gd fmla="*/ 2704251 w 3844197" name="connsiteX1"/>
                <a:gd fmla="*/ 651469 h 3506914" name="connsiteY1"/>
                <a:gd fmla="*/ 2708467 w 3844197" name="connsiteX2"/>
                <a:gd fmla="*/ 693290 h 3506914" name="connsiteY2"/>
                <a:gd fmla="*/ 2710711 w 3844197" name="connsiteX3"/>
                <a:gd fmla="*/ 692073 h 3506914" name="connsiteY3"/>
                <a:gd fmla="*/ 3028296 w 3844197" name="connsiteX4"/>
                <a:gd fmla="*/ 627955 h 3506914" name="connsiteY4"/>
                <a:gd fmla="*/ 3844197 w 3844197" name="connsiteX5"/>
                <a:gd fmla="*/ 1443856 h 3506914" name="connsiteY5"/>
                <a:gd fmla="*/ 3270920 w 3844197" name="connsiteX6"/>
                <a:gd fmla="*/ 2223076 h 3506914" name="connsiteY6"/>
                <a:gd fmla="*/ 3266940 w 3844197" name="connsiteX7"/>
                <a:gd fmla="*/ 2224100 h 3506914" name="connsiteY7"/>
                <a:gd fmla="*/ 3275797 w 3844197" name="connsiteX8"/>
                <a:gd fmla="*/ 2234835 h 3506914" name="connsiteY8"/>
                <a:gd fmla="*/ 3415140 w 3844197" name="connsiteX9"/>
                <a:gd fmla="*/ 2691013 h 3506914" name="connsiteY9"/>
                <a:gd fmla="*/ 2599239 w 3844197" name="connsiteX10"/>
                <a:gd fmla="*/ 3506914 h 3506914" name="connsiteY10"/>
                <a:gd fmla="*/ 1922681 w 3844197" name="connsiteX11"/>
                <a:gd fmla="*/ 3147191 h 3506914" name="connsiteY11"/>
                <a:gd fmla="*/ 1921882 w 3844197" name="connsiteX12"/>
                <a:gd fmla="*/ 3145720 h 3506914" name="connsiteY12"/>
                <a:gd fmla="*/ 1921084 w 3844197" name="connsiteX13"/>
                <a:gd fmla="*/ 3147191 h 3506914" name="connsiteY13"/>
                <a:gd fmla="*/ 1244526 w 3844197" name="connsiteX14"/>
                <a:gd fmla="*/ 3506914 h 3506914" name="connsiteY14"/>
                <a:gd fmla="*/ 428625 w 3844197" name="connsiteX15"/>
                <a:gd fmla="*/ 2691013 h 3506914" name="connsiteY15"/>
                <a:gd fmla="*/ 567968 w 3844197" name="connsiteX16"/>
                <a:gd fmla="*/ 2234835 h 3506914" name="connsiteY16"/>
                <a:gd fmla="*/ 576901 w 3844197" name="connsiteX17"/>
                <a:gd fmla="*/ 2224008 h 3506914" name="connsiteY17"/>
                <a:gd fmla="*/ 573277 w 3844197" name="connsiteX18"/>
                <a:gd fmla="*/ 2223076 h 3506914" name="connsiteY18"/>
                <a:gd fmla="*/ 0 w 3844197" name="connsiteX19"/>
                <a:gd fmla="*/ 1443856 h 3506914" name="connsiteY19"/>
                <a:gd fmla="*/ 815901 w 3844197" name="connsiteX20"/>
                <a:gd fmla="*/ 627955 h 3506914" name="connsiteY20"/>
                <a:gd fmla="*/ 1058525 w 3844197" name="connsiteX21"/>
                <a:gd fmla="*/ 664636 h 3506914" name="connsiteY21"/>
                <a:gd fmla="*/ 1102646 w 3844197" name="connsiteX22"/>
                <a:gd fmla="*/ 680785 h 3506914" name="connsiteY22"/>
                <a:gd fmla="*/ 1105601 w 3844197" name="connsiteX23"/>
                <a:gd fmla="*/ 651469 h 3506914" name="connsiteY23"/>
                <a:gd fmla="*/ 1904926 w 3844197" name="connsiteX24"/>
                <a:gd fmla="*/ 0 h 3506914" name="connsiteY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b="b" l="l" r="r" t="t"/>
              <a:pathLst>
                <a:path h="3506914" w="3844197">
                  <a:moveTo>
                    <a:pt x="1904926" y="0"/>
                  </a:moveTo>
                  <a:cubicBezTo>
                    <a:pt x="2299210" y="0"/>
                    <a:pt x="2628171" y="279676"/>
                    <a:pt x="2704251" y="651469"/>
                  </a:cubicBezTo>
                  <a:lnTo>
                    <a:pt x="2708467" y="693290"/>
                  </a:lnTo>
                  <a:lnTo>
                    <a:pt x="2710711" y="692073"/>
                  </a:lnTo>
                  <a:cubicBezTo>
                    <a:pt x="2808324" y="650786"/>
                    <a:pt x="2915644" y="627955"/>
                    <a:pt x="3028296" y="627955"/>
                  </a:cubicBezTo>
                  <a:cubicBezTo>
                    <a:pt x="3478906" y="627955"/>
                    <a:pt x="3844197" y="993246"/>
                    <a:pt x="3844197" y="1443856"/>
                  </a:cubicBezTo>
                  <a:cubicBezTo>
                    <a:pt x="3844197" y="1809977"/>
                    <a:pt x="3603048" y="2119774"/>
                    <a:pt x="3270920" y="2223076"/>
                  </a:cubicBezTo>
                  <a:lnTo>
                    <a:pt x="3266940" y="2224100"/>
                  </a:lnTo>
                  <a:lnTo>
                    <a:pt x="3275797" y="2234835"/>
                  </a:lnTo>
                  <a:cubicBezTo>
                    <a:pt x="3363771" y="2365054"/>
                    <a:pt x="3415140" y="2522034"/>
                    <a:pt x="3415140" y="2691013"/>
                  </a:cubicBezTo>
                  <a:cubicBezTo>
                    <a:pt x="3415140" y="3141623"/>
                    <a:pt x="3049849" y="3506914"/>
                    <a:pt x="2599239" y="3506914"/>
                  </a:cubicBezTo>
                  <a:cubicBezTo>
                    <a:pt x="2317608" y="3506914"/>
                    <a:pt x="2069304" y="3364222"/>
                    <a:pt x="1922681" y="3147191"/>
                  </a:cubicBezTo>
                  <a:lnTo>
                    <a:pt x="1921882" y="3145720"/>
                  </a:lnTo>
                  <a:lnTo>
                    <a:pt x="1921084" y="3147191"/>
                  </a:lnTo>
                  <a:cubicBezTo>
                    <a:pt x="1774461" y="3364222"/>
                    <a:pt x="1526157" y="3506914"/>
                    <a:pt x="1244526" y="3506914"/>
                  </a:cubicBezTo>
                  <a:cubicBezTo>
                    <a:pt x="793916" y="3506914"/>
                    <a:pt x="428625" y="3141623"/>
                    <a:pt x="428625" y="2691013"/>
                  </a:cubicBezTo>
                  <a:cubicBezTo>
                    <a:pt x="428625" y="2522034"/>
                    <a:pt x="479994" y="2365054"/>
                    <a:pt x="567968" y="2234835"/>
                  </a:cubicBezTo>
                  <a:lnTo>
                    <a:pt x="576901" y="2224008"/>
                  </a:lnTo>
                  <a:lnTo>
                    <a:pt x="573277" y="2223076"/>
                  </a:lnTo>
                  <a:cubicBezTo>
                    <a:pt x="241149" y="2119774"/>
                    <a:pt x="0" y="1809977"/>
                    <a:pt x="0" y="1443856"/>
                  </a:cubicBezTo>
                  <a:cubicBezTo>
                    <a:pt x="0" y="993246"/>
                    <a:pt x="365291" y="627955"/>
                    <a:pt x="815901" y="627955"/>
                  </a:cubicBezTo>
                  <a:cubicBezTo>
                    <a:pt x="900390" y="627955"/>
                    <a:pt x="981880" y="640797"/>
                    <a:pt x="1058525" y="664636"/>
                  </a:cubicBezTo>
                  <a:lnTo>
                    <a:pt x="1102646" y="680785"/>
                  </a:lnTo>
                  <a:lnTo>
                    <a:pt x="1105601" y="651469"/>
                  </a:lnTo>
                  <a:cubicBezTo>
                    <a:pt x="1181681" y="279676"/>
                    <a:pt x="1510642" y="0"/>
                    <a:pt x="1904926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 wrap="square">
              <a:noAutofit/>
            </a:bodyPr>
            <a:lstStyle/>
            <a:p>
              <a:pPr algn="ctr"/>
            </a:p>
          </p:txBody>
        </p:sp>
        <p:grpSp>
          <p:nvGrpSpPr>
            <p:cNvPr descr="d6245c08-57c3-4861-86ad-9c75b4894547" id="2" name="组合 1">
              <a:extLst>
                <a:ext uri="{FF2B5EF4-FFF2-40B4-BE49-F238E27FC236}">
                  <a16:creationId id="{45D64AAB-1D83-FF9A-695F-423442FB3C0E}"/>
                </a:ext>
              </a:extLst>
            </p:cNvPr>
            <p:cNvGrpSpPr/>
            <p:nvPr/>
          </p:nvGrpSpPr>
          <p:grpSpPr>
            <a:xfrm>
              <a:off x="1512639" y="2517132"/>
              <a:ext cx="2144963" cy="2922682"/>
              <a:chOff x="1512639" y="2517132"/>
              <a:chExt cx="2144963" cy="2922682"/>
            </a:xfrm>
          </p:grpSpPr>
          <p:sp>
            <p:nvSpPr>
              <p:cNvPr descr="6bd60de8-faab-4ea9-adc9-3d4101bbb355" id="27" name="Bullet1">
                <a:extLst>
                  <a:ext uri="{FF2B5EF4-FFF2-40B4-BE49-F238E27FC236}">
                    <a16:creationId id="{A3CC90BE-7032-9D81-0C83-1481E7CC08E7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1512639" y="3230493"/>
                <a:ext cx="2144961" cy="599204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同意书</a:t>
                </a:r>
              </a:p>
            </p:txBody>
          </p:sp>
          <p:sp>
            <p:nvSpPr>
              <p:cNvPr descr="7df71422-e7ba-412c-b42f-a5b71ef1729e" id="28" name="Text1">
                <a:extLst>
                  <a:ext uri="{FF2B5EF4-FFF2-40B4-BE49-F238E27FC236}">
                    <a16:creationId id="{C26BDE5E-A674-F24A-B48E-96B72A514839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1512641" y="3829698"/>
                <a:ext cx="2144961" cy="161011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多人场合舔脚前签署同意书，确保各方知情。</a:t>
                </a:r>
              </a:p>
            </p:txBody>
          </p:sp>
          <p:sp>
            <p:nvSpPr>
              <p:cNvPr descr="88d1055c-c755-4e0d-9dee-72153fe51f5c" id="31" name="Number1">
                <a:extLst>
                  <a:ext uri="{FF2B5EF4-FFF2-40B4-BE49-F238E27FC236}">
                    <a16:creationId id="{3EA11F6C-B15F-ADB2-4AF2-B9FB122D68C5}"/>
                  </a:ext>
                </a:extLst>
              </p:cNvPr>
              <p:cNvSpPr/>
              <p:nvPr/>
            </p:nvSpPr>
            <p:spPr>
              <a:xfrm flipV="false" flipH="false">
                <a:off x="1644083" y="2517132"/>
                <a:ext cx="675255" cy="640047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000">
                    <a:solidFill>
                      <a:srgbClr val="FFFFFF"/>
                    </a:solidFill>
                    <a:latin typeface="Arial"/>
                  </a:rPr>
                  <a:t>01</a:t>
                </a:r>
              </a:p>
            </p:txBody>
          </p:sp>
        </p:grpSp>
        <p:grpSp>
          <p:nvGrpSpPr>
            <p:cNvPr descr="37c4d738-1862-4204-8467-ebae161fae6d" id="3" name="组合 2">
              <a:extLst>
                <a:ext uri="{FF2B5EF4-FFF2-40B4-BE49-F238E27FC236}">
                  <a16:creationId id="{F5A31321-6F53-DE2B-C09A-C87656C23995}"/>
                </a:ext>
              </a:extLst>
            </p:cNvPr>
            <p:cNvGrpSpPr/>
            <p:nvPr/>
          </p:nvGrpSpPr>
          <p:grpSpPr>
            <a:xfrm>
              <a:off x="3846908" y="2517132"/>
              <a:ext cx="2144963" cy="2922682"/>
              <a:chOff x="3846908" y="2517132"/>
              <a:chExt cx="2144963" cy="2922682"/>
            </a:xfrm>
          </p:grpSpPr>
          <p:sp>
            <p:nvSpPr>
              <p:cNvPr descr="d72fb46c-7011-4830-a201-422274383b19" id="22" name="Bullet2">
                <a:extLst>
                  <a:ext uri="{FF2B5EF4-FFF2-40B4-BE49-F238E27FC236}">
                    <a16:creationId id="{E20E9DAC-3621-6B0B-F0B4-71A2DCC5704D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3846908" y="3230493"/>
                <a:ext cx="2144961" cy="599204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仪式化检查</a:t>
                </a:r>
              </a:p>
            </p:txBody>
          </p:sp>
          <p:sp>
            <p:nvSpPr>
              <p:cNvPr descr="66e3a4a7-d0a5-420c-bb10-19d7ef4bcc08" id="23" name="Text2">
                <a:extLst>
                  <a:ext uri="{FF2B5EF4-FFF2-40B4-BE49-F238E27FC236}">
                    <a16:creationId id="{5938AADD-0958-822E-9B63-CC18D9351670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3846910" y="3829698"/>
                <a:ext cx="2144961" cy="161011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将足部检查设为仪式化步骤，提高安全体验。</a:t>
                </a:r>
              </a:p>
            </p:txBody>
          </p:sp>
          <p:sp>
            <p:nvSpPr>
              <p:cNvPr descr="0c81138f-afbb-44ac-b693-f8ca024c8a72" id="26" name="Number2">
                <a:extLst>
                  <a:ext uri="{FF2B5EF4-FFF2-40B4-BE49-F238E27FC236}">
                    <a16:creationId id="{EB2DC47E-3D06-C5A3-CAB0-738D547CFB66}"/>
                  </a:ext>
                </a:extLst>
              </p:cNvPr>
              <p:cNvSpPr/>
              <p:nvPr/>
            </p:nvSpPr>
            <p:spPr>
              <a:xfrm flipV="false" flipH="false">
                <a:off x="3978352" y="2517132"/>
                <a:ext cx="675255" cy="640047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000">
                    <a:solidFill>
                      <a:srgbClr val="FFFFFF"/>
                    </a:solidFill>
                    <a:latin typeface="Arial"/>
                  </a:rPr>
                  <a:t>02</a:t>
                </a:r>
              </a:p>
            </p:txBody>
          </p:sp>
        </p:grpSp>
        <p:grpSp>
          <p:nvGrpSpPr>
            <p:cNvPr descr="a9ff5e32-d935-43b9-9fa6-6e5043a04106" id="5" name="组合 4">
              <a:extLst>
                <a:ext uri="{FF2B5EF4-FFF2-40B4-BE49-F238E27FC236}">
                  <a16:creationId id="{D1BD7415-2F33-D65E-7367-C96C8E185646}"/>
                </a:ext>
              </a:extLst>
            </p:cNvPr>
            <p:cNvGrpSpPr/>
            <p:nvPr/>
          </p:nvGrpSpPr>
          <p:grpSpPr>
            <a:xfrm>
              <a:off x="6181177" y="2517132"/>
              <a:ext cx="2144963" cy="2922682"/>
              <a:chOff x="6181177" y="2517132"/>
              <a:chExt cx="2144963" cy="2922682"/>
            </a:xfrm>
          </p:grpSpPr>
          <p:sp>
            <p:nvSpPr>
              <p:cNvPr descr="6657b878-c64c-4471-8a1d-55c7c0a8c316" id="17" name="Bullet3">
                <a:extLst>
                  <a:ext uri="{FF2B5EF4-FFF2-40B4-BE49-F238E27FC236}">
                    <a16:creationId id="{F02FDCBD-F854-C735-00D2-BF58D985B9D1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6181177" y="3230493"/>
                <a:ext cx="2144961" cy="599204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独立防护装置</a:t>
                </a:r>
              </a:p>
            </p:txBody>
          </p:sp>
          <p:sp>
            <p:nvSpPr>
              <p:cNvPr descr="cd24601f-9122-438b-b6ea-565e28d95c4a" id="18" name="Text3">
                <a:extLst>
                  <a:ext uri="{FF2B5EF4-FFF2-40B4-BE49-F238E27FC236}">
                    <a16:creationId id="{75A73BD3-8BE6-B4EA-306C-90E2CF60BBCB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6181179" y="3829698"/>
                <a:ext cx="2144961" cy="161011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多人互动时使用独立口腔防护装置，避免交叉感染。</a:t>
                </a:r>
              </a:p>
            </p:txBody>
          </p:sp>
          <p:sp>
            <p:nvSpPr>
              <p:cNvPr descr="39d2ce4c-8877-40b5-9bb7-89b246b550c3" id="21" name="Number3">
                <a:extLst>
                  <a:ext uri="{FF2B5EF4-FFF2-40B4-BE49-F238E27FC236}">
                    <a16:creationId id="{219CF16B-A2E0-90F5-790A-32A5FDFA0602}"/>
                  </a:ext>
                </a:extLst>
              </p:cNvPr>
              <p:cNvSpPr/>
              <p:nvPr/>
            </p:nvSpPr>
            <p:spPr>
              <a:xfrm flipV="false" flipH="false">
                <a:off x="6312621" y="2517132"/>
                <a:ext cx="675255" cy="640047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000">
                    <a:solidFill>
                      <a:srgbClr val="FFFFFF"/>
                    </a:solidFill>
                    <a:latin typeface="Arial"/>
                  </a:rPr>
                  <a:t>03</a:t>
                </a:r>
              </a:p>
            </p:txBody>
          </p:sp>
        </p:grpSp>
        <p:grpSp>
          <p:nvGrpSpPr>
            <p:cNvPr descr="74129f83-5509-465d-8bef-9cf72640adbb" id="7" name="组合 6">
              <a:extLst>
                <a:ext uri="{FF2B5EF4-FFF2-40B4-BE49-F238E27FC236}">
                  <a16:creationId id="{46F3B90E-7134-AB2F-C186-451DBDE986B6}"/>
                </a:ext>
              </a:extLst>
            </p:cNvPr>
            <p:cNvGrpSpPr/>
            <p:nvPr/>
          </p:nvGrpSpPr>
          <p:grpSpPr>
            <a:xfrm>
              <a:off x="8515447" y="2517132"/>
              <a:ext cx="2144963" cy="2922682"/>
              <a:chOff x="8515447" y="2517132"/>
              <a:chExt cx="2144963" cy="2922682"/>
            </a:xfrm>
          </p:grpSpPr>
          <p:sp>
            <p:nvSpPr>
              <p:cNvPr descr="3b2c322c-0809-4d3c-ae17-a329ee773d85" id="11" name="Bullet4">
                <a:extLst>
                  <a:ext uri="{FF2B5EF4-FFF2-40B4-BE49-F238E27FC236}">
                    <a16:creationId id="{5068E3A5-0483-C291-B5FB-C2323794E68E}"/>
                  </a:ext>
                </a:extLst>
              </p:cNvPr>
              <p:cNvSpPr>
                <a:spLocks/>
              </p:cNvSpPr>
              <p:nvPr/>
            </p:nvSpPr>
            <p:spPr>
              <a:xfrm flipH="true" flipV="false">
                <a:off x="8515447" y="3230493"/>
                <a:ext cx="2144961" cy="599204"/>
              </a:xfrm>
              <a:prstGeom prst="roundRect">
                <a:avLst>
                  <a:gd fmla="val 0" name="adj"/>
                </a:avLst>
              </a:prstGeom>
              <a:noFill/>
              <a:ln cap="rnd" w="12700">
                <a:noFill/>
                <a:prstDash val="solid"/>
                <a:round/>
                <a:headEnd/>
                <a:tailEnd/>
              </a:ln>
              <a:effectLst>
                <a:outerShdw algn="ctr" blurRad="254000" dist="127000" rotWithShape="0">
                  <a:schemeClr val="bg1">
                    <a:lumMod val="6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b" anchorCtr="0" wrap="square">
                <a:no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b="true" i="false" u="none" sz="2000">
                    <a:solidFill>
                      <a:srgbClr val="2F2F2F"/>
                    </a:solidFill>
                    <a:ea typeface="微软雅黑"/>
                  </a:rPr>
                  <a:t>授权拍照传播</a:t>
                </a:r>
              </a:p>
            </p:txBody>
          </p:sp>
          <p:sp>
            <p:nvSpPr>
              <p:cNvPr descr="0f5c1fd3-6e62-43d8-9842-52d31e4768a5" id="12" name="Text4">
                <a:extLst>
                  <a:ext uri="{FF2B5EF4-FFF2-40B4-BE49-F238E27FC236}">
                    <a16:creationId id="{72D747DA-BAD8-4F65-AB0C-2EB8CF7CE0E1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8515449" y="3829698"/>
                <a:ext cx="2144961" cy="1610116"/>
              </a:xfrm>
              <a:prstGeom prst="rect">
                <a:avLst/>
              </a:prstGeom>
              <a:noFill/>
            </p:spPr>
            <p:txBody>
              <a:bodyPr anchor="t" anchorCtr="0" rtlCol="0" wrap="square">
                <a:normAutofit/>
              </a:bodyPr>
              <a:lstStyle>
                <a:defPPr>
                  <a:defRPr lang="en-US"/>
                </a:defPPr>
                <a:lvl1pPr algn="l" defTabSz="9144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9144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9144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9144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9144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9144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9144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9144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9144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z="1400">
                    <a:solidFill>
                      <a:srgbClr val="2F2F2F"/>
                    </a:solidFill>
                    <a:ea typeface="微软雅黑"/>
                  </a:rPr>
                  <a:t>任何形式拍照或传播需获得明确书面授权。</a:t>
                </a:r>
              </a:p>
            </p:txBody>
          </p:sp>
          <p:sp>
            <p:nvSpPr>
              <p:cNvPr descr="1ee833f4-d68a-4b7e-aca1-be2d8f45a964" id="15" name="Number4">
                <a:extLst>
                  <a:ext uri="{FF2B5EF4-FFF2-40B4-BE49-F238E27FC236}">
                    <a16:creationId id="{FDC31313-B299-922C-4AD8-DC503A61694A}"/>
                  </a:ext>
                </a:extLst>
              </p:cNvPr>
              <p:cNvSpPr/>
              <p:nvPr/>
            </p:nvSpPr>
            <p:spPr>
              <a:xfrm flipV="false" flipH="false">
                <a:off x="8646891" y="2517132"/>
                <a:ext cx="675255" cy="640047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none">
                <a:normAutofit/>
              </a:bodyPr>
              <a:lstStyle/>
              <a:p>
                <a:pPr algn="ctr"/>
                <a:r>
                  <a:rPr lang="en-US" b="true" i="false" u="none" sz="2000">
                    <a:solidFill>
                      <a:srgbClr val="FFFFFF"/>
                    </a:solidFill>
                    <a:latin typeface="Arial"/>
                  </a:rPr>
                  <a:t>04</a:t>
                </a:r>
              </a:p>
            </p:txBody>
          </p:sp>
        </p:grpSp>
      </p:grp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特殊人群建议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针对特殊人群的舔脚行为指导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糖尿病患者</a:t>
            </a:r>
          </a:p>
        </p:txBody>
      </p:sp>
      <p:grpSp>
        <p:nvGrpSpPr>
          <p:cNvPr descr="62f37541-3318-4ab4-8998-9ce62d3e2495" id="2377" name="70efb2c5-2962-4466-b562-a9df727ee624.source.2.zh-Hans.pptx">
            <a:extLst>
              <a:ext uri="{FF2B5EF4-FFF2-40B4-BE49-F238E27FC236}">
                <a16:creationId id="{95DA2E39-3627-3C59-9338-653DCFCBB387}"/>
              </a:ext>
            </a:extLst>
          </p:cNvPr>
          <p:cNvGrpSpPr/>
          <p:nvPr/>
        </p:nvGrpSpPr>
        <p:grpSpPr>
          <a:xfrm>
            <a:off x="660400" y="1130300"/>
            <a:ext cx="10858500" cy="4955193"/>
            <a:chOff x="660400" y="1130300"/>
            <a:chExt cx="10858500" cy="4955193"/>
          </a:xfrm>
        </p:grpSpPr>
        <p:grpSp>
          <p:nvGrpSpPr>
            <p:cNvPr descr="7b6eea51-0e13-452f-9729-fd784844ae3f" id="41" name="组合 40">
              <a:extLst>
                <a:ext uri="{FF2B5EF4-FFF2-40B4-BE49-F238E27FC236}">
                  <a16:creationId id="{3807F738-944C-6C67-3A84-1E65C2A9967E}"/>
                </a:ext>
              </a:extLst>
            </p:cNvPr>
            <p:cNvGrpSpPr/>
            <p:nvPr/>
          </p:nvGrpSpPr>
          <p:grpSpPr>
            <a:xfrm>
              <a:off x="660400" y="1130300"/>
              <a:ext cx="10858500" cy="4864100"/>
              <a:chOff x="660400" y="1130300"/>
              <a:chExt cx="10858500" cy="4864100"/>
            </a:xfrm>
          </p:grpSpPr>
          <p:sp>
            <p:nvSpPr>
              <p:cNvPr descr="7f9c64c2-4426-40b2-a03d-cc74e7a208bb" id="13" name="Title">
                <a:extLst>
                  <a:ext uri="{FF2B5EF4-FFF2-40B4-BE49-F238E27FC236}">
                    <a16:creationId id="{AB7CCCEE-4D9A-E28F-AA8C-3AA20D449C98}"/>
                  </a:ext>
                </a:extLst>
              </p:cNvPr>
              <p:cNvSpPr txBox="1"/>
              <p:nvPr/>
            </p:nvSpPr>
            <p:spPr>
              <a:xfrm flipV="false" flipH="false">
                <a:off x="660400" y="1130300"/>
                <a:ext cx="10858500" cy="461665"/>
              </a:xfrm>
              <a:prstGeom prst="rect">
                <a:avLst/>
              </a:prstGeom>
              <a:noFill/>
            </p:spPr>
            <p:txBody>
              <a:bodyPr anchor="t" anchorCtr="1" rtlCol="0" vert="horz" wrap="square">
                <a:normAutofit/>
              </a:bodyPr>
              <a:lstStyle/>
              <a:p>
                <a:pPr algn="ctr"/>
                <a:r>
                  <a:rPr lang="en-US" b="true" i="false" u="none" sz="2400">
                    <a:solidFill>
                      <a:srgbClr val="2F2F2F"/>
                    </a:solidFill>
                    <a:ea typeface="微软雅黑"/>
                  </a:rPr>
                  <a:t>糖尿病患者舔脚的注意事项</a:t>
                </a:r>
              </a:p>
            </p:txBody>
          </p:sp>
          <p:grpSp>
            <p:nvGrpSpPr>
              <p:cNvPr descr="471b2520-867c-49f4-9e6e-598132383f47" id="32" name="组合 31">
                <a:extLst>
                  <a:ext uri="{FF2B5EF4-FFF2-40B4-BE49-F238E27FC236}">
                    <a16:creationId id="{97D67C14-529A-17F0-A963-68C8A514E0EC}"/>
                  </a:ext>
                </a:extLst>
              </p:cNvPr>
              <p:cNvGrpSpPr/>
              <p:nvPr/>
            </p:nvGrpSpPr>
            <p:grpSpPr>
              <a:xfrm>
                <a:off x="660400" y="1978352"/>
                <a:ext cx="3093131" cy="1909690"/>
                <a:chOff x="660400" y="1978352"/>
                <a:chExt cx="3093131" cy="1909690"/>
              </a:xfrm>
            </p:grpSpPr>
            <p:sp>
              <p:nvSpPr>
                <p:cNvPr descr="d235b557-4fc4-4a1c-8a40-af810b90aa93" id="14" name="ComponentBackground1">
                  <a:extLst>
                    <a:ext uri="{FF2B5EF4-FFF2-40B4-BE49-F238E27FC236}">
                      <a16:creationId id="{6A6F1687-72CC-C99E-4C28-C80FC6CDF7E1}"/>
                    </a:ext>
                  </a:extLst>
                </p:cNvPr>
                <p:cNvSpPr/>
                <p:nvPr/>
              </p:nvSpPr>
              <p:spPr>
                <a:xfrm flipV="false" flipH="false">
                  <a:off x="660400" y="1978352"/>
                  <a:ext cx="3093131" cy="1909690"/>
                </a:xfrm>
                <a:prstGeom prst="round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lstStyle/>
                <a:p>
                  <a:pPr algn="ctr"/>
                </a:p>
              </p:txBody>
            </p:sp>
            <p:sp>
              <p:nvSpPr>
                <p:cNvPr descr="6bc654be-c58d-4de1-a32a-6bb54785429a" id="15" name="Bullet1">
                  <a:extLst>
                    <a:ext uri="{FF2B5EF4-FFF2-40B4-BE49-F238E27FC236}">
                      <a16:creationId id="{836B4A1D-7C2B-82E0-C0D2-14924348A69B}"/>
                    </a:ext>
                  </a:extLst>
                </p:cNvPr>
                <p:cNvSpPr/>
                <p:nvPr/>
              </p:nvSpPr>
              <p:spPr>
                <a:xfrm flipH="true" flipV="false">
                  <a:off x="1277731" y="2176590"/>
                  <a:ext cx="2355598" cy="746046"/>
                </a:xfrm>
                <a:prstGeom prst="rect">
                  <a:avLst/>
                </a:prstGeom>
              </p:spPr>
              <p:txBody>
                <a:bodyPr anchor="b" anchorCtr="0" wrap="square">
                  <a:normAutofit/>
                </a:bodyPr>
                <a:lstStyle/>
                <a:p>
                  <a:pPr algn="l"/>
                  <a:r>
                    <a:rPr lang="en-US" b="true" i="false" u="none" sz="1800">
                      <a:solidFill>
                        <a:srgbClr val="2F2F2F"/>
                      </a:solidFill>
                      <a:ea typeface="微软雅黑"/>
                    </a:rPr>
                    <a:t>感染风险</a:t>
                  </a:r>
                </a:p>
              </p:txBody>
            </p:sp>
            <p:sp>
              <p:nvSpPr>
                <p:cNvPr descr="b53c6257-9e50-440a-8da1-fd5f4897f58e" id="16" name="Icon1">
                  <a:extLst>
                    <a:ext uri="{FF2B5EF4-FFF2-40B4-BE49-F238E27FC236}">
                      <a16:creationId id="{B2904187-65C0-909E-1E48-E0B56461384C}"/>
                    </a:ext>
                  </a:extLst>
                </p:cNvPr>
                <p:cNvSpPr/>
                <p:nvPr/>
              </p:nvSpPr>
              <p:spPr>
                <a:xfrm flipV="false" flipH="false">
                  <a:off x="760373" y="2623803"/>
                  <a:ext cx="426166" cy="618789"/>
                </a:xfrm>
                <a:custGeom>
                  <a:avLst/>
                  <a:gdLst>
                    <a:gd fmla="*/ 145850 w 416689" name="connsiteX0"/>
                    <a:gd fmla="*/ 156020 h 605028" name="connsiteY0"/>
                    <a:gd fmla="*/ 270840 w 416689" name="connsiteX1"/>
                    <a:gd fmla="*/ 156020 h 605028" name="connsiteY1"/>
                    <a:gd fmla="*/ 328141 w 416689" name="connsiteX2"/>
                    <a:gd fmla="*/ 190784 h 605028" name="connsiteY2"/>
                    <a:gd fmla="*/ 411495 w 416689" name="connsiteX3"/>
                    <a:gd fmla="*/ 315576 h 605028" name="connsiteY3"/>
                    <a:gd fmla="*/ 416689 w 416689" name="connsiteX4"/>
                    <a:gd fmla="*/ 332836 h 605028" name="connsiteY4"/>
                    <a:gd fmla="*/ 407599 w 416689" name="connsiteX5"/>
                    <a:gd fmla="*/ 354877 h 605028" name="connsiteY5"/>
                    <a:gd fmla="*/ 385442 w 416689" name="connsiteX6"/>
                    <a:gd fmla="*/ 364034 h 605028" name="connsiteY6"/>
                    <a:gd fmla="*/ 359388 w 416689" name="connsiteX7"/>
                    <a:gd fmla="*/ 350015 h 605028" name="connsiteY7"/>
                    <a:gd fmla="*/ 285530 w 416689" name="connsiteX8"/>
                    <a:gd fmla="*/ 239242 h 605028" name="connsiteY8"/>
                    <a:gd fmla="*/ 270840 w 416689" name="connsiteX9"/>
                    <a:gd fmla="*/ 238918 h 605028" name="connsiteY9"/>
                    <a:gd fmla="*/ 351272 w 416689" name="connsiteX10"/>
                    <a:gd fmla="*/ 448714 h 605028" name="connsiteY10"/>
                    <a:gd fmla="*/ 354194 w 416689" name="connsiteX11"/>
                    <a:gd fmla="*/ 459491 h 605028" name="connsiteY11"/>
                    <a:gd fmla="*/ 348026 w 416689" name="connsiteX12"/>
                    <a:gd fmla="*/ 474078 h 605028" name="connsiteY12"/>
                    <a:gd fmla="*/ 333335 w 416689" name="connsiteX13"/>
                    <a:gd fmla="*/ 480236 h 605028" name="connsiteY13"/>
                    <a:gd fmla="*/ 270840 w 416689" name="connsiteX14"/>
                    <a:gd fmla="*/ 480236 h 605028" name="connsiteY14"/>
                    <a:gd fmla="*/ 270840 w 416689" name="connsiteX15"/>
                    <a:gd fmla="*/ 568644 h 605028" name="connsiteY15"/>
                    <a:gd fmla="*/ 260127 w 416689" name="connsiteX16"/>
                    <a:gd fmla="*/ 594332 h 605028" name="connsiteY16"/>
                    <a:gd fmla="*/ 234398 w 416689" name="connsiteX17"/>
                    <a:gd fmla="*/ 605028 h 605028" name="connsiteY17"/>
                    <a:gd fmla="*/ 182292 w 416689" name="connsiteX18"/>
                    <a:gd fmla="*/ 605028 h 605028" name="connsiteY18"/>
                    <a:gd fmla="*/ 156563 w 416689" name="connsiteX19"/>
                    <a:gd fmla="*/ 594332 h 605028" name="connsiteY19"/>
                    <a:gd fmla="*/ 145850 w 416689" name="connsiteX20"/>
                    <a:gd fmla="*/ 568644 h 605028" name="connsiteY20"/>
                    <a:gd fmla="*/ 145850 w 416689" name="connsiteX21"/>
                    <a:gd fmla="*/ 480236 h 605028" name="connsiteY21"/>
                    <a:gd fmla="*/ 83354 w 416689" name="connsiteX22"/>
                    <a:gd fmla="*/ 480236 h 605028" name="connsiteY22"/>
                    <a:gd fmla="*/ 68745 w 416689" name="connsiteX23"/>
                    <a:gd fmla="*/ 474078 h 605028" name="connsiteY23"/>
                    <a:gd fmla="*/ 62495 w 416689" name="connsiteX24"/>
                    <a:gd fmla="*/ 459491 h 605028" name="connsiteY24"/>
                    <a:gd fmla="*/ 65417 w 416689" name="connsiteX25"/>
                    <a:gd fmla="*/ 448714 h 605028" name="connsiteY25"/>
                    <a:gd fmla="*/ 145850 w 416689" name="connsiteX26"/>
                    <a:gd fmla="*/ 238918 h 605028" name="connsiteY26"/>
                    <a:gd fmla="*/ 131240 w 416689" name="connsiteX27"/>
                    <a:gd fmla="*/ 239242 h 605028" name="connsiteY27"/>
                    <a:gd fmla="*/ 57301 w 416689" name="connsiteX28"/>
                    <a:gd fmla="*/ 350015 h 605028" name="connsiteY28"/>
                    <a:gd fmla="*/ 31247 w 416689" name="connsiteX29"/>
                    <a:gd fmla="*/ 364034 h 605028" name="connsiteY29"/>
                    <a:gd fmla="*/ 9171 w 416689" name="connsiteX30"/>
                    <a:gd fmla="*/ 354877 h 605028" name="connsiteY30"/>
                    <a:gd fmla="*/ 0 w 416689" name="connsiteX31"/>
                    <a:gd fmla="*/ 332836 h 605028" name="connsiteY31"/>
                    <a:gd fmla="*/ 5275 w 416689" name="connsiteX32"/>
                    <a:gd fmla="*/ 315576 h 605028" name="connsiteY32"/>
                    <a:gd fmla="*/ 88548 w 416689" name="connsiteX33"/>
                    <a:gd fmla="*/ 190784 h 605028" name="connsiteY33"/>
                    <a:gd fmla="*/ 145850 w 416689" name="connsiteX34"/>
                    <a:gd fmla="*/ 156020 h 605028" name="connsiteY34"/>
                    <a:gd fmla="*/ 208380 w 416689" name="connsiteX35"/>
                    <a:gd fmla="*/ 0 h 605028" name="connsiteY35"/>
                    <a:gd fmla="*/ 260007 w 416689" name="connsiteX36"/>
                    <a:gd fmla="*/ 21316 h 605028" name="connsiteY36"/>
                    <a:gd fmla="*/ 281274 w 416689" name="connsiteX37"/>
                    <a:gd fmla="*/ 72783 h 605028" name="connsiteY37"/>
                    <a:gd fmla="*/ 260007 w 416689" name="connsiteX38"/>
                    <a:gd fmla="*/ 124331 h 605028" name="connsiteY38"/>
                    <a:gd fmla="*/ 208380 w 416689" name="connsiteX39"/>
                    <a:gd fmla="*/ 145647 h 605028" name="connsiteY39"/>
                    <a:gd fmla="*/ 156754 w 416689" name="connsiteX40"/>
                    <a:gd fmla="*/ 124331 h 605028" name="connsiteY40"/>
                    <a:gd fmla="*/ 135486 w 416689" name="connsiteX41"/>
                    <a:gd fmla="*/ 72783 h 605028" name="connsiteY41"/>
                    <a:gd fmla="*/ 156754 w 416689" name="connsiteX42"/>
                    <a:gd fmla="*/ 21316 h 605028" name="connsiteY42"/>
                    <a:gd fmla="*/ 208380 w 416689" name="connsiteX43"/>
                    <a:gd fmla="*/ 0 h 605028" name="connsiteY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b="b" l="l" r="r" t="t"/>
                  <a:pathLst>
                    <a:path h="605028" w="416689">
                      <a:moveTo>
                        <a:pt x="145850" y="156020"/>
                      </a:moveTo>
                      <a:lnTo>
                        <a:pt x="270840" y="156020"/>
                      </a:lnTo>
                      <a:cubicBezTo>
                        <a:pt x="293160" y="156020"/>
                        <a:pt x="312314" y="167608"/>
                        <a:pt x="328141" y="190784"/>
                      </a:cubicBezTo>
                      <a:lnTo>
                        <a:pt x="411495" y="315576"/>
                      </a:lnTo>
                      <a:cubicBezTo>
                        <a:pt x="414985" y="320762"/>
                        <a:pt x="416689" y="326515"/>
                        <a:pt x="416689" y="332836"/>
                      </a:cubicBezTo>
                      <a:cubicBezTo>
                        <a:pt x="416689" y="341506"/>
                        <a:pt x="413686" y="348880"/>
                        <a:pt x="407599" y="354877"/>
                      </a:cubicBezTo>
                      <a:cubicBezTo>
                        <a:pt x="401512" y="360954"/>
                        <a:pt x="394126" y="364034"/>
                        <a:pt x="385442" y="364034"/>
                      </a:cubicBezTo>
                      <a:cubicBezTo>
                        <a:pt x="374403" y="364034"/>
                        <a:pt x="365719" y="359334"/>
                        <a:pt x="359388" y="350015"/>
                      </a:cubicBezTo>
                      <a:lnTo>
                        <a:pt x="285530" y="239242"/>
                      </a:lnTo>
                      <a:lnTo>
                        <a:pt x="270840" y="238918"/>
                      </a:lnTo>
                      <a:lnTo>
                        <a:pt x="351272" y="448714"/>
                      </a:lnTo>
                      <a:cubicBezTo>
                        <a:pt x="353220" y="451955"/>
                        <a:pt x="354194" y="455602"/>
                        <a:pt x="354194" y="459491"/>
                      </a:cubicBezTo>
                      <a:cubicBezTo>
                        <a:pt x="354194" y="465083"/>
                        <a:pt x="352165" y="469945"/>
                        <a:pt x="348026" y="474078"/>
                      </a:cubicBezTo>
                      <a:cubicBezTo>
                        <a:pt x="343886" y="478210"/>
                        <a:pt x="339017" y="480236"/>
                        <a:pt x="333335" y="480236"/>
                      </a:cubicBezTo>
                      <a:lnTo>
                        <a:pt x="270840" y="480236"/>
                      </a:lnTo>
                      <a:lnTo>
                        <a:pt x="270840" y="568644"/>
                      </a:lnTo>
                      <a:cubicBezTo>
                        <a:pt x="270840" y="578611"/>
                        <a:pt x="267269" y="587201"/>
                        <a:pt x="260127" y="594332"/>
                      </a:cubicBezTo>
                      <a:cubicBezTo>
                        <a:pt x="252984" y="601463"/>
                        <a:pt x="244381" y="605028"/>
                        <a:pt x="234398" y="605028"/>
                      </a:cubicBezTo>
                      <a:lnTo>
                        <a:pt x="182292" y="605028"/>
                      </a:lnTo>
                      <a:cubicBezTo>
                        <a:pt x="172309" y="605028"/>
                        <a:pt x="163786" y="601463"/>
                        <a:pt x="156563" y="594332"/>
                      </a:cubicBezTo>
                      <a:cubicBezTo>
                        <a:pt x="149421" y="587201"/>
                        <a:pt x="145850" y="578611"/>
                        <a:pt x="145850" y="568644"/>
                      </a:cubicBezTo>
                      <a:lnTo>
                        <a:pt x="145850" y="480236"/>
                      </a:lnTo>
                      <a:lnTo>
                        <a:pt x="83354" y="480236"/>
                      </a:lnTo>
                      <a:cubicBezTo>
                        <a:pt x="77754" y="480236"/>
                        <a:pt x="72803" y="478210"/>
                        <a:pt x="68745" y="474078"/>
                      </a:cubicBezTo>
                      <a:cubicBezTo>
                        <a:pt x="64605" y="469945"/>
                        <a:pt x="62495" y="465083"/>
                        <a:pt x="62495" y="459491"/>
                      </a:cubicBezTo>
                      <a:cubicBezTo>
                        <a:pt x="62495" y="455602"/>
                        <a:pt x="63469" y="451955"/>
                        <a:pt x="65417" y="448714"/>
                      </a:cubicBezTo>
                      <a:lnTo>
                        <a:pt x="145850" y="238918"/>
                      </a:lnTo>
                      <a:lnTo>
                        <a:pt x="131240" y="239242"/>
                      </a:lnTo>
                      <a:lnTo>
                        <a:pt x="57301" y="350015"/>
                      </a:lnTo>
                      <a:cubicBezTo>
                        <a:pt x="51051" y="359334"/>
                        <a:pt x="42367" y="364034"/>
                        <a:pt x="31247" y="364034"/>
                      </a:cubicBezTo>
                      <a:cubicBezTo>
                        <a:pt x="22563" y="364034"/>
                        <a:pt x="15177" y="360954"/>
                        <a:pt x="9171" y="354877"/>
                      </a:cubicBezTo>
                      <a:cubicBezTo>
                        <a:pt x="3084" y="348880"/>
                        <a:pt x="0" y="341506"/>
                        <a:pt x="0" y="332836"/>
                      </a:cubicBezTo>
                      <a:cubicBezTo>
                        <a:pt x="0" y="326515"/>
                        <a:pt x="1785" y="320762"/>
                        <a:pt x="5275" y="315576"/>
                      </a:cubicBezTo>
                      <a:lnTo>
                        <a:pt x="88548" y="190784"/>
                      </a:lnTo>
                      <a:cubicBezTo>
                        <a:pt x="104375" y="167608"/>
                        <a:pt x="123529" y="156020"/>
                        <a:pt x="145850" y="156020"/>
                      </a:cubicBezTo>
                      <a:close/>
                      <a:moveTo>
                        <a:pt x="208380" y="0"/>
                      </a:moveTo>
                      <a:cubicBezTo>
                        <a:pt x="228593" y="0"/>
                        <a:pt x="245801" y="7132"/>
                        <a:pt x="260007" y="21316"/>
                      </a:cubicBezTo>
                      <a:cubicBezTo>
                        <a:pt x="274212" y="35500"/>
                        <a:pt x="281274" y="52683"/>
                        <a:pt x="281274" y="72783"/>
                      </a:cubicBezTo>
                      <a:cubicBezTo>
                        <a:pt x="281274" y="92965"/>
                        <a:pt x="274212" y="110147"/>
                        <a:pt x="260007" y="124331"/>
                      </a:cubicBezTo>
                      <a:cubicBezTo>
                        <a:pt x="245801" y="138515"/>
                        <a:pt x="228593" y="145647"/>
                        <a:pt x="208380" y="145647"/>
                      </a:cubicBezTo>
                      <a:cubicBezTo>
                        <a:pt x="188168" y="145647"/>
                        <a:pt x="171040" y="138515"/>
                        <a:pt x="156754" y="124331"/>
                      </a:cubicBezTo>
                      <a:cubicBezTo>
                        <a:pt x="142548" y="110147"/>
                        <a:pt x="135486" y="92965"/>
                        <a:pt x="135486" y="72783"/>
                      </a:cubicBezTo>
                      <a:cubicBezTo>
                        <a:pt x="135486" y="52683"/>
                        <a:pt x="142548" y="35500"/>
                        <a:pt x="156754" y="21316"/>
                      </a:cubicBezTo>
                      <a:cubicBezTo>
                        <a:pt x="171040" y="7132"/>
                        <a:pt x="188168" y="0"/>
                        <a:pt x="20838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lstStyle/>
                <a:p>
                  <a:pPr algn="ctr"/>
                </a:p>
              </p:txBody>
            </p:sp>
            <p:sp>
              <p:nvSpPr>
                <p:cNvPr descr="4c7e31cc-c2b7-4ed0-bf83-71befe0fbf45" id="17" name="Text1">
                  <a:extLst>
                    <a:ext uri="{FF2B5EF4-FFF2-40B4-BE49-F238E27FC236}">
                      <a16:creationId id="{7465E6F6-D99F-C3B5-29A2-CADC34562519}"/>
                    </a:ext>
                  </a:extLst>
                </p:cNvPr>
                <p:cNvSpPr/>
                <p:nvPr/>
              </p:nvSpPr>
              <p:spPr>
                <a:xfrm flipH="true" flipV="false">
                  <a:off x="1277731" y="2922636"/>
                  <a:ext cx="2355598" cy="584601"/>
                </a:xfrm>
                <a:prstGeom prst="rect">
                  <a:avLst/>
                </a:prstGeom>
              </p:spPr>
              <p:txBody>
                <a:bodyPr anchor="t" anchorCtr="0" wrap="square">
                  <a:normAutofit/>
                </a:bodyPr>
                <a:lstStyle/>
                <a:p>
                  <a:pPr algn="l">
                    <a:lnSpc>
                      <a:spcPct val="120000"/>
                    </a:lnSpc>
                  </a:pPr>
                  <a:r>
                    <a:rPr lang="en-US" b="false" i="false" u="none" sz="1200">
                      <a:solidFill>
                        <a:srgbClr val="2F2F2F"/>
                      </a:solidFill>
                      <a:ea typeface="微软雅黑"/>
                    </a:rPr>
                    <a:t>糖尿病患者足部伤口易感染，舔脚风险极高。</a:t>
                  </a:r>
                </a:p>
              </p:txBody>
            </p:sp>
          </p:grpSp>
          <p:grpSp>
            <p:nvGrpSpPr>
              <p:cNvPr descr="55ff330f-fb21-496d-bd39-5bc0018f6cf0" id="39" name="组合 38">
                <a:extLst>
                  <a:ext uri="{FF2B5EF4-FFF2-40B4-BE49-F238E27FC236}">
                    <a16:creationId id="{58F32852-D198-2899-1679-827AA14BB6A8}"/>
                  </a:ext>
                </a:extLst>
              </p:cNvPr>
              <p:cNvGrpSpPr/>
              <p:nvPr/>
            </p:nvGrpSpPr>
            <p:grpSpPr>
              <a:xfrm>
                <a:off x="660400" y="4084710"/>
                <a:ext cx="3093131" cy="1909690"/>
                <a:chOff x="660400" y="4084710"/>
                <a:chExt cx="3093131" cy="1909690"/>
              </a:xfrm>
            </p:grpSpPr>
            <p:sp>
              <p:nvSpPr>
                <p:cNvPr descr="6ab03262-e3ba-4ed7-8dc6-d07c8cee00bd" id="19" name="ComponentBackground2">
                  <a:extLst>
                    <a:ext uri="{FF2B5EF4-FFF2-40B4-BE49-F238E27FC236}">
                      <a16:creationId id="{99CD76C2-E710-0848-3A65-3411D84BE25A}"/>
                    </a:ext>
                  </a:extLst>
                </p:cNvPr>
                <p:cNvSpPr/>
                <p:nvPr/>
              </p:nvSpPr>
              <p:spPr>
                <a:xfrm flipV="false" flipH="false">
                  <a:off x="660400" y="4084710"/>
                  <a:ext cx="3093131" cy="1909690"/>
                </a:xfrm>
                <a:prstGeom prst="round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lstStyle/>
                <a:p>
                  <a:pPr algn="ctr"/>
                </a:p>
              </p:txBody>
            </p:sp>
            <p:sp>
              <p:nvSpPr>
                <p:cNvPr descr="2162010e-8b40-4c4a-96ad-d983d70d0ac6" id="20" name="Bullet2">
                  <a:extLst>
                    <a:ext uri="{FF2B5EF4-FFF2-40B4-BE49-F238E27FC236}">
                      <a16:creationId id="{0824B307-96DC-5482-C29D-1C2EEE09C948}"/>
                    </a:ext>
                  </a:extLst>
                </p:cNvPr>
                <p:cNvSpPr/>
                <p:nvPr/>
              </p:nvSpPr>
              <p:spPr>
                <a:xfrm flipH="true" flipV="false">
                  <a:off x="1277731" y="4282948"/>
                  <a:ext cx="2355598" cy="746046"/>
                </a:xfrm>
                <a:prstGeom prst="rect">
                  <a:avLst/>
                </a:prstGeom>
              </p:spPr>
              <p:txBody>
                <a:bodyPr anchor="b" anchorCtr="0" wrap="square">
                  <a:normAutofit/>
                </a:bodyPr>
                <a:lstStyle/>
                <a:p>
                  <a:pPr algn="l"/>
                  <a:r>
                    <a:rPr lang="en-US" b="true" i="false" u="none" sz="1800">
                      <a:solidFill>
                        <a:srgbClr val="2F2F2F"/>
                      </a:solidFill>
                      <a:ea typeface="微软雅黑"/>
                    </a:rPr>
                    <a:t>避免部位</a:t>
                  </a:r>
                </a:p>
              </p:txBody>
            </p:sp>
            <p:sp>
              <p:nvSpPr>
                <p:cNvPr descr="46b6e219-c459-4e89-8666-9c9a7e52c12e" id="22" name="Icon2">
                  <a:extLst>
                    <a:ext uri="{FF2B5EF4-FFF2-40B4-BE49-F238E27FC236}">
                      <a16:creationId id="{3904F1DF-2207-25D9-BC62-22208587F09C}"/>
                    </a:ext>
                  </a:extLst>
                </p:cNvPr>
                <p:cNvSpPr/>
                <p:nvPr/>
              </p:nvSpPr>
              <p:spPr>
                <a:xfrm flipV="false" flipH="false">
                  <a:off x="760373" y="4730161"/>
                  <a:ext cx="426166" cy="618789"/>
                </a:xfrm>
                <a:custGeom>
                  <a:avLst/>
                  <a:gdLst>
                    <a:gd fmla="*/ 145850 w 416689" name="connsiteX0"/>
                    <a:gd fmla="*/ 156020 h 605028" name="connsiteY0"/>
                    <a:gd fmla="*/ 270840 w 416689" name="connsiteX1"/>
                    <a:gd fmla="*/ 156020 h 605028" name="connsiteY1"/>
                    <a:gd fmla="*/ 328141 w 416689" name="connsiteX2"/>
                    <a:gd fmla="*/ 190784 h 605028" name="connsiteY2"/>
                    <a:gd fmla="*/ 411495 w 416689" name="connsiteX3"/>
                    <a:gd fmla="*/ 315576 h 605028" name="connsiteY3"/>
                    <a:gd fmla="*/ 416689 w 416689" name="connsiteX4"/>
                    <a:gd fmla="*/ 332836 h 605028" name="connsiteY4"/>
                    <a:gd fmla="*/ 407599 w 416689" name="connsiteX5"/>
                    <a:gd fmla="*/ 354877 h 605028" name="connsiteY5"/>
                    <a:gd fmla="*/ 385442 w 416689" name="connsiteX6"/>
                    <a:gd fmla="*/ 364034 h 605028" name="connsiteY6"/>
                    <a:gd fmla="*/ 359388 w 416689" name="connsiteX7"/>
                    <a:gd fmla="*/ 350015 h 605028" name="connsiteY7"/>
                    <a:gd fmla="*/ 285530 w 416689" name="connsiteX8"/>
                    <a:gd fmla="*/ 239242 h 605028" name="connsiteY8"/>
                    <a:gd fmla="*/ 270840 w 416689" name="connsiteX9"/>
                    <a:gd fmla="*/ 238918 h 605028" name="connsiteY9"/>
                    <a:gd fmla="*/ 351272 w 416689" name="connsiteX10"/>
                    <a:gd fmla="*/ 448714 h 605028" name="connsiteY10"/>
                    <a:gd fmla="*/ 354194 w 416689" name="connsiteX11"/>
                    <a:gd fmla="*/ 459491 h 605028" name="connsiteY11"/>
                    <a:gd fmla="*/ 348026 w 416689" name="connsiteX12"/>
                    <a:gd fmla="*/ 474078 h 605028" name="connsiteY12"/>
                    <a:gd fmla="*/ 333335 w 416689" name="connsiteX13"/>
                    <a:gd fmla="*/ 480236 h 605028" name="connsiteY13"/>
                    <a:gd fmla="*/ 270840 w 416689" name="connsiteX14"/>
                    <a:gd fmla="*/ 480236 h 605028" name="connsiteY14"/>
                    <a:gd fmla="*/ 270840 w 416689" name="connsiteX15"/>
                    <a:gd fmla="*/ 568644 h 605028" name="connsiteY15"/>
                    <a:gd fmla="*/ 260127 w 416689" name="connsiteX16"/>
                    <a:gd fmla="*/ 594332 h 605028" name="connsiteY16"/>
                    <a:gd fmla="*/ 234398 w 416689" name="connsiteX17"/>
                    <a:gd fmla="*/ 605028 h 605028" name="connsiteY17"/>
                    <a:gd fmla="*/ 182292 w 416689" name="connsiteX18"/>
                    <a:gd fmla="*/ 605028 h 605028" name="connsiteY18"/>
                    <a:gd fmla="*/ 156563 w 416689" name="connsiteX19"/>
                    <a:gd fmla="*/ 594332 h 605028" name="connsiteY19"/>
                    <a:gd fmla="*/ 145850 w 416689" name="connsiteX20"/>
                    <a:gd fmla="*/ 568644 h 605028" name="connsiteY20"/>
                    <a:gd fmla="*/ 145850 w 416689" name="connsiteX21"/>
                    <a:gd fmla="*/ 480236 h 605028" name="connsiteY21"/>
                    <a:gd fmla="*/ 83354 w 416689" name="connsiteX22"/>
                    <a:gd fmla="*/ 480236 h 605028" name="connsiteY22"/>
                    <a:gd fmla="*/ 68745 w 416689" name="connsiteX23"/>
                    <a:gd fmla="*/ 474078 h 605028" name="connsiteY23"/>
                    <a:gd fmla="*/ 62495 w 416689" name="connsiteX24"/>
                    <a:gd fmla="*/ 459491 h 605028" name="connsiteY24"/>
                    <a:gd fmla="*/ 65417 w 416689" name="connsiteX25"/>
                    <a:gd fmla="*/ 448714 h 605028" name="connsiteY25"/>
                    <a:gd fmla="*/ 145850 w 416689" name="connsiteX26"/>
                    <a:gd fmla="*/ 238918 h 605028" name="connsiteY26"/>
                    <a:gd fmla="*/ 131240 w 416689" name="connsiteX27"/>
                    <a:gd fmla="*/ 239242 h 605028" name="connsiteY27"/>
                    <a:gd fmla="*/ 57301 w 416689" name="connsiteX28"/>
                    <a:gd fmla="*/ 350015 h 605028" name="connsiteY28"/>
                    <a:gd fmla="*/ 31247 w 416689" name="connsiteX29"/>
                    <a:gd fmla="*/ 364034 h 605028" name="connsiteY29"/>
                    <a:gd fmla="*/ 9171 w 416689" name="connsiteX30"/>
                    <a:gd fmla="*/ 354877 h 605028" name="connsiteY30"/>
                    <a:gd fmla="*/ 0 w 416689" name="connsiteX31"/>
                    <a:gd fmla="*/ 332836 h 605028" name="connsiteY31"/>
                    <a:gd fmla="*/ 5275 w 416689" name="connsiteX32"/>
                    <a:gd fmla="*/ 315576 h 605028" name="connsiteY32"/>
                    <a:gd fmla="*/ 88548 w 416689" name="connsiteX33"/>
                    <a:gd fmla="*/ 190784 h 605028" name="connsiteY33"/>
                    <a:gd fmla="*/ 145850 w 416689" name="connsiteX34"/>
                    <a:gd fmla="*/ 156020 h 605028" name="connsiteY34"/>
                    <a:gd fmla="*/ 208380 w 416689" name="connsiteX35"/>
                    <a:gd fmla="*/ 0 h 605028" name="connsiteY35"/>
                    <a:gd fmla="*/ 260007 w 416689" name="connsiteX36"/>
                    <a:gd fmla="*/ 21316 h 605028" name="connsiteY36"/>
                    <a:gd fmla="*/ 281274 w 416689" name="connsiteX37"/>
                    <a:gd fmla="*/ 72783 h 605028" name="connsiteY37"/>
                    <a:gd fmla="*/ 260007 w 416689" name="connsiteX38"/>
                    <a:gd fmla="*/ 124331 h 605028" name="connsiteY38"/>
                    <a:gd fmla="*/ 208380 w 416689" name="connsiteX39"/>
                    <a:gd fmla="*/ 145647 h 605028" name="connsiteY39"/>
                    <a:gd fmla="*/ 156754 w 416689" name="connsiteX40"/>
                    <a:gd fmla="*/ 124331 h 605028" name="connsiteY40"/>
                    <a:gd fmla="*/ 135486 w 416689" name="connsiteX41"/>
                    <a:gd fmla="*/ 72783 h 605028" name="connsiteY41"/>
                    <a:gd fmla="*/ 156754 w 416689" name="connsiteX42"/>
                    <a:gd fmla="*/ 21316 h 605028" name="connsiteY42"/>
                    <a:gd fmla="*/ 208380 w 416689" name="connsiteX43"/>
                    <a:gd fmla="*/ 0 h 605028" name="connsiteY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b="b" l="l" r="r" t="t"/>
                  <a:pathLst>
                    <a:path h="605028" w="416689">
                      <a:moveTo>
                        <a:pt x="145850" y="156020"/>
                      </a:moveTo>
                      <a:lnTo>
                        <a:pt x="270840" y="156020"/>
                      </a:lnTo>
                      <a:cubicBezTo>
                        <a:pt x="293160" y="156020"/>
                        <a:pt x="312314" y="167608"/>
                        <a:pt x="328141" y="190784"/>
                      </a:cubicBezTo>
                      <a:lnTo>
                        <a:pt x="411495" y="315576"/>
                      </a:lnTo>
                      <a:cubicBezTo>
                        <a:pt x="414985" y="320762"/>
                        <a:pt x="416689" y="326515"/>
                        <a:pt x="416689" y="332836"/>
                      </a:cubicBezTo>
                      <a:cubicBezTo>
                        <a:pt x="416689" y="341506"/>
                        <a:pt x="413686" y="348880"/>
                        <a:pt x="407599" y="354877"/>
                      </a:cubicBezTo>
                      <a:cubicBezTo>
                        <a:pt x="401512" y="360954"/>
                        <a:pt x="394126" y="364034"/>
                        <a:pt x="385442" y="364034"/>
                      </a:cubicBezTo>
                      <a:cubicBezTo>
                        <a:pt x="374403" y="364034"/>
                        <a:pt x="365719" y="359334"/>
                        <a:pt x="359388" y="350015"/>
                      </a:cubicBezTo>
                      <a:lnTo>
                        <a:pt x="285530" y="239242"/>
                      </a:lnTo>
                      <a:lnTo>
                        <a:pt x="270840" y="238918"/>
                      </a:lnTo>
                      <a:lnTo>
                        <a:pt x="351272" y="448714"/>
                      </a:lnTo>
                      <a:cubicBezTo>
                        <a:pt x="353220" y="451955"/>
                        <a:pt x="354194" y="455602"/>
                        <a:pt x="354194" y="459491"/>
                      </a:cubicBezTo>
                      <a:cubicBezTo>
                        <a:pt x="354194" y="465083"/>
                        <a:pt x="352165" y="469945"/>
                        <a:pt x="348026" y="474078"/>
                      </a:cubicBezTo>
                      <a:cubicBezTo>
                        <a:pt x="343886" y="478210"/>
                        <a:pt x="339017" y="480236"/>
                        <a:pt x="333335" y="480236"/>
                      </a:cubicBezTo>
                      <a:lnTo>
                        <a:pt x="270840" y="480236"/>
                      </a:lnTo>
                      <a:lnTo>
                        <a:pt x="270840" y="568644"/>
                      </a:lnTo>
                      <a:cubicBezTo>
                        <a:pt x="270840" y="578611"/>
                        <a:pt x="267269" y="587201"/>
                        <a:pt x="260127" y="594332"/>
                      </a:cubicBezTo>
                      <a:cubicBezTo>
                        <a:pt x="252984" y="601463"/>
                        <a:pt x="244381" y="605028"/>
                        <a:pt x="234398" y="605028"/>
                      </a:cubicBezTo>
                      <a:lnTo>
                        <a:pt x="182292" y="605028"/>
                      </a:lnTo>
                      <a:cubicBezTo>
                        <a:pt x="172309" y="605028"/>
                        <a:pt x="163786" y="601463"/>
                        <a:pt x="156563" y="594332"/>
                      </a:cubicBezTo>
                      <a:cubicBezTo>
                        <a:pt x="149421" y="587201"/>
                        <a:pt x="145850" y="578611"/>
                        <a:pt x="145850" y="568644"/>
                      </a:cubicBezTo>
                      <a:lnTo>
                        <a:pt x="145850" y="480236"/>
                      </a:lnTo>
                      <a:lnTo>
                        <a:pt x="83354" y="480236"/>
                      </a:lnTo>
                      <a:cubicBezTo>
                        <a:pt x="77754" y="480236"/>
                        <a:pt x="72803" y="478210"/>
                        <a:pt x="68745" y="474078"/>
                      </a:cubicBezTo>
                      <a:cubicBezTo>
                        <a:pt x="64605" y="469945"/>
                        <a:pt x="62495" y="465083"/>
                        <a:pt x="62495" y="459491"/>
                      </a:cubicBezTo>
                      <a:cubicBezTo>
                        <a:pt x="62495" y="455602"/>
                        <a:pt x="63469" y="451955"/>
                        <a:pt x="65417" y="448714"/>
                      </a:cubicBezTo>
                      <a:lnTo>
                        <a:pt x="145850" y="238918"/>
                      </a:lnTo>
                      <a:lnTo>
                        <a:pt x="131240" y="239242"/>
                      </a:lnTo>
                      <a:lnTo>
                        <a:pt x="57301" y="350015"/>
                      </a:lnTo>
                      <a:cubicBezTo>
                        <a:pt x="51051" y="359334"/>
                        <a:pt x="42367" y="364034"/>
                        <a:pt x="31247" y="364034"/>
                      </a:cubicBezTo>
                      <a:cubicBezTo>
                        <a:pt x="22563" y="364034"/>
                        <a:pt x="15177" y="360954"/>
                        <a:pt x="9171" y="354877"/>
                      </a:cubicBezTo>
                      <a:cubicBezTo>
                        <a:pt x="3084" y="348880"/>
                        <a:pt x="0" y="341506"/>
                        <a:pt x="0" y="332836"/>
                      </a:cubicBezTo>
                      <a:cubicBezTo>
                        <a:pt x="0" y="326515"/>
                        <a:pt x="1785" y="320762"/>
                        <a:pt x="5275" y="315576"/>
                      </a:cubicBezTo>
                      <a:lnTo>
                        <a:pt x="88548" y="190784"/>
                      </a:lnTo>
                      <a:cubicBezTo>
                        <a:pt x="104375" y="167608"/>
                        <a:pt x="123529" y="156020"/>
                        <a:pt x="145850" y="156020"/>
                      </a:cubicBezTo>
                      <a:close/>
                      <a:moveTo>
                        <a:pt x="208380" y="0"/>
                      </a:moveTo>
                      <a:cubicBezTo>
                        <a:pt x="228593" y="0"/>
                        <a:pt x="245801" y="7132"/>
                        <a:pt x="260007" y="21316"/>
                      </a:cubicBezTo>
                      <a:cubicBezTo>
                        <a:pt x="274212" y="35500"/>
                        <a:pt x="281274" y="52683"/>
                        <a:pt x="281274" y="72783"/>
                      </a:cubicBezTo>
                      <a:cubicBezTo>
                        <a:pt x="281274" y="92965"/>
                        <a:pt x="274212" y="110147"/>
                        <a:pt x="260007" y="124331"/>
                      </a:cubicBezTo>
                      <a:cubicBezTo>
                        <a:pt x="245801" y="138515"/>
                        <a:pt x="228593" y="145647"/>
                        <a:pt x="208380" y="145647"/>
                      </a:cubicBezTo>
                      <a:cubicBezTo>
                        <a:pt x="188168" y="145647"/>
                        <a:pt x="171040" y="138515"/>
                        <a:pt x="156754" y="124331"/>
                      </a:cubicBezTo>
                      <a:cubicBezTo>
                        <a:pt x="142548" y="110147"/>
                        <a:pt x="135486" y="92965"/>
                        <a:pt x="135486" y="72783"/>
                      </a:cubicBezTo>
                      <a:cubicBezTo>
                        <a:pt x="135486" y="52683"/>
                        <a:pt x="142548" y="35500"/>
                        <a:pt x="156754" y="21316"/>
                      </a:cubicBezTo>
                      <a:cubicBezTo>
                        <a:pt x="171040" y="7132"/>
                        <a:pt x="188168" y="0"/>
                        <a:pt x="20838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lstStyle/>
                <a:p>
                  <a:pPr algn="ctr"/>
                </a:p>
              </p:txBody>
            </p:sp>
            <p:sp>
              <p:nvSpPr>
                <p:cNvPr descr="8a77dca2-99c8-4766-a64c-da688f636980" id="23" name="Text2">
                  <a:extLst>
                    <a:ext uri="{FF2B5EF4-FFF2-40B4-BE49-F238E27FC236}">
                      <a16:creationId id="{F03E5EF8-51D0-1BBC-7B55-466092FB40D8}"/>
                    </a:ext>
                  </a:extLst>
                </p:cNvPr>
                <p:cNvSpPr/>
                <p:nvPr/>
              </p:nvSpPr>
              <p:spPr>
                <a:xfrm flipH="true" flipV="false">
                  <a:off x="1277731" y="5028994"/>
                  <a:ext cx="2355598" cy="584601"/>
                </a:xfrm>
                <a:prstGeom prst="rect">
                  <a:avLst/>
                </a:prstGeom>
              </p:spPr>
              <p:txBody>
                <a:bodyPr anchor="t" anchorCtr="0" wrap="square">
                  <a:normAutofit/>
                </a:bodyPr>
                <a:lstStyle/>
                <a:p>
                  <a:pPr algn="l">
                    <a:lnSpc>
                      <a:spcPct val="120000"/>
                    </a:lnSpc>
                  </a:pPr>
                  <a:r>
                    <a:rPr lang="en-US" b="false" i="false" u="none" sz="1200">
                      <a:solidFill>
                        <a:srgbClr val="2F2F2F"/>
                      </a:solidFill>
                      <a:ea typeface="微软雅黑"/>
                    </a:rPr>
                    <a:t>建议不舔脚底和趾缝部位，降低感染风险。</a:t>
                  </a:r>
                </a:p>
              </p:txBody>
            </p:sp>
          </p:grpSp>
        </p:grpSp>
        <p:grpSp>
          <p:nvGrpSpPr>
            <p:cNvPr descr="30dffc66-f099-4e90-bf45-0f218e0ef456" id="7" name="组合 6">
              <a:extLst>
                <a:ext uri="{FF2B5EF4-FFF2-40B4-BE49-F238E27FC236}">
                  <a16:creationId id="{48AD105A-8507-3B43-2F25-15384A953C2D}"/>
                </a:ext>
              </a:extLst>
            </p:cNvPr>
            <p:cNvGrpSpPr/>
            <p:nvPr/>
          </p:nvGrpSpPr>
          <p:grpSpPr>
            <a:xfrm>
              <a:off x="5573593" y="2098396"/>
              <a:ext cx="5131318" cy="3987097"/>
              <a:chOff x="3253853" y="1208194"/>
              <a:chExt cx="6523135" cy="5068556"/>
            </a:xfrm>
          </p:grpSpPr>
          <p:sp>
            <p:nvSpPr>
              <p:cNvPr descr="e485ed8a-ea93-4690-bec9-7df527962b6e" id="8" name="图形 44670">
                <a:extLst>
                  <a:ext uri="{FF2B5EF4-FFF2-40B4-BE49-F238E27FC236}">
                    <a16:creationId id="{9A7CA36A-8C4D-5883-DB2F-7D7D26EEEDE8}"/>
                  </a:ext>
                </a:extLst>
              </p:cNvPr>
              <p:cNvSpPr/>
              <p:nvPr/>
            </p:nvSpPr>
            <p:spPr>
              <a:xfrm flipV="false" flipH="false">
                <a:off x="3253853" y="5195780"/>
                <a:ext cx="6523135" cy="1080970"/>
              </a:xfrm>
              <a:custGeom>
                <a:avLst/>
                <a:gdLst>
                  <a:gd fmla="*/ 10808714 w 12189966" name="connsiteX0"/>
                  <a:gd fmla="*/ 37665 h 2020039" name="connsiteY0"/>
                  <a:gd fmla="*/ 9923542 w 12189966" name="connsiteX1"/>
                  <a:gd fmla="*/ 1501052 h 2020039" name="connsiteY1"/>
                  <a:gd fmla="*/ 6078079 w 12189966" name="connsiteX2"/>
                  <a:gd fmla="*/ 1601404 h 2020039" name="connsiteY2"/>
                  <a:gd fmla="*/ 726688 w 12189966" name="connsiteX3"/>
                  <a:gd fmla="*/ 1269806 h 2020039" name="connsiteY3"/>
                  <a:gd fmla="*/ 1804582 w 12189966" name="connsiteX4"/>
                  <a:gd fmla="*/ 131968 h 2020039" name="connsiteY4"/>
                  <a:gd fmla="*/ 5714302 w 12189966" name="connsiteX5"/>
                  <a:gd fmla="*/ 103261 h 2020039" name="connsiteY5"/>
                  <a:gd fmla="*/ 10808714 w 12189966" name="connsiteX6"/>
                  <a:gd fmla="*/ 37665 h 2020039" name="connsiteY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b="b" l="l" r="r" t="t"/>
                <a:pathLst>
                  <a:path h="2020039" w="12189966">
                    <a:moveTo>
                      <a:pt x="10808714" y="37665"/>
                    </a:moveTo>
                    <a:cubicBezTo>
                      <a:pt x="12588875" y="196424"/>
                      <a:pt x="12995043" y="1311157"/>
                      <a:pt x="9923542" y="1501052"/>
                    </a:cubicBezTo>
                    <a:cubicBezTo>
                      <a:pt x="8466551" y="1591141"/>
                      <a:pt x="7326730" y="1294001"/>
                      <a:pt x="6078079" y="1601404"/>
                    </a:cubicBezTo>
                    <a:cubicBezTo>
                      <a:pt x="1591433" y="2706072"/>
                      <a:pt x="1863980" y="1275855"/>
                      <a:pt x="726688" y="1269806"/>
                    </a:cubicBezTo>
                    <a:cubicBezTo>
                      <a:pt x="-382541" y="1263955"/>
                      <a:pt x="-368807" y="212240"/>
                      <a:pt x="1804582" y="131968"/>
                    </a:cubicBezTo>
                    <a:cubicBezTo>
                      <a:pt x="2652965" y="100633"/>
                      <a:pt x="2358949" y="190821"/>
                      <a:pt x="5714302" y="103261"/>
                    </a:cubicBezTo>
                    <a:cubicBezTo>
                      <a:pt x="9069755" y="15701"/>
                      <a:pt x="9920170" y="-41566"/>
                      <a:pt x="10808714" y="37665"/>
                    </a:cubicBezTo>
                    <a:close/>
                  </a:path>
                </a:pathLst>
              </a:custGeom>
              <a:solidFill>
                <a:srgbClr val="F0F1F3"/>
              </a:solidFill>
              <a:ln cap="flat" w="4958">
                <a:noFill/>
                <a:prstDash val="solid"/>
                <a:miter/>
              </a:ln>
            </p:spPr>
            <p:txBody>
              <a:bodyPr anchor="ctr" rtlCol="0"/>
              <a:lstStyle/>
              <a:p>
                <a:pPr algn="l"/>
              </a:p>
            </p:txBody>
          </p:sp>
          <p:grpSp>
            <p:nvGrpSpPr>
              <p:cNvPr descr="f46923ea-7a0f-4f1d-aed1-7b5b4823a8d3" id="9" name="图形 6643">
                <a:extLst>
                  <a:ext uri="{FF2B5EF4-FFF2-40B4-BE49-F238E27FC236}">
                    <a16:creationId id="{80AA7D60-8BDA-422F-3111-EFB71DC22528}"/>
                  </a:ext>
                </a:extLst>
              </p:cNvPr>
              <p:cNvGrpSpPr/>
              <p:nvPr/>
            </p:nvGrpSpPr>
            <p:grpSpPr>
              <a:xfrm>
                <a:off x="3765342" y="5146704"/>
                <a:ext cx="1266523" cy="674397"/>
                <a:chOff x="2808048" y="5570306"/>
                <a:chExt cx="1791267" cy="953812"/>
              </a:xfrm>
            </p:grpSpPr>
            <p:sp>
              <p:nvSpPr>
                <p:cNvPr descr="66faf996-9f6f-4274-9f41-9db3fadaf03e" id="2371" name="任意多边形: 形状 2370">
                  <a:extLst>
                    <a:ext uri="{FF2B5EF4-FFF2-40B4-BE49-F238E27FC236}">
                      <a16:creationId id="{2DBDE27D-F795-6A01-6B50-36B6D96D4867}"/>
                    </a:ext>
                  </a:extLst>
                </p:cNvPr>
                <p:cNvSpPr/>
                <p:nvPr/>
              </p:nvSpPr>
              <p:spPr>
                <a:xfrm flipV="false" flipH="false">
                  <a:off x="3917486" y="5882308"/>
                  <a:ext cx="511807" cy="557597"/>
                </a:xfrm>
                <a:custGeom>
                  <a:avLst/>
                  <a:gdLst>
                    <a:gd fmla="*/ 0 w 511807" name="connsiteX0"/>
                    <a:gd fmla="*/ 530242 h 557597" name="connsiteY0"/>
                    <a:gd fmla="*/ 470970 w 511807" name="connsiteX1"/>
                    <a:gd fmla="*/ 7293 h 557597" name="connsiteY1"/>
                    <a:gd fmla="*/ 121669 w 511807" name="connsiteX2"/>
                    <a:gd fmla="*/ 527425 h 557597" name="connsiteY2"/>
                    <a:gd fmla="*/ 0 w 511807" name="connsiteX3"/>
                    <a:gd fmla="*/ 530242 h 557597" name="connsiteY3"/>
                    <a:gd fmla="*/ 0 w 511807" name="connsiteX4"/>
                    <a:gd fmla="*/ 530242 h 557597" name="connsiteY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b="b" l="l" r="r" t="t"/>
                  <a:pathLst>
                    <a:path h="557597" w="511807">
                      <a:moveTo>
                        <a:pt x="0" y="530242"/>
                      </a:moveTo>
                      <a:cubicBezTo>
                        <a:pt x="0" y="530242"/>
                        <a:pt x="285544" y="-72596"/>
                        <a:pt x="470970" y="7293"/>
                      </a:cubicBezTo>
                      <a:cubicBezTo>
                        <a:pt x="632157" y="76726"/>
                        <a:pt x="274491" y="332653"/>
                        <a:pt x="121669" y="527425"/>
                      </a:cubicBezTo>
                      <a:cubicBezTo>
                        <a:pt x="91028" y="566474"/>
                        <a:pt x="32391" y="567840"/>
                        <a:pt x="0" y="530242"/>
                      </a:cubicBezTo>
                      <a:lnTo>
                        <a:pt x="0" y="530242"/>
                      </a:lnTo>
                      <a:close/>
                    </a:path>
                  </a:pathLst>
                </a:custGeom>
                <a:solidFill>
                  <a:srgbClr val="A0A04D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250dd985-233d-41fe-8924-00aa430799e2" id="2372" name="任意多边形: 形状 2371">
                  <a:extLst>
                    <a:ext uri="{FF2B5EF4-FFF2-40B4-BE49-F238E27FC236}">
                      <a16:creationId id="{E9DE783E-61E3-CBAB-7F92-E5FB16605503}"/>
                    </a:ext>
                  </a:extLst>
                </p:cNvPr>
                <p:cNvSpPr/>
                <p:nvPr/>
              </p:nvSpPr>
              <p:spPr>
                <a:xfrm flipV="false" flipH="false">
                  <a:off x="3462347" y="5570306"/>
                  <a:ext cx="559864" cy="822697"/>
                </a:xfrm>
                <a:custGeom>
                  <a:avLst/>
                  <a:gdLst>
                    <a:gd fmla="*/ 559865 w 559864" name="connsiteX0"/>
                    <a:gd fmla="*/ 652336 h 822697" name="connsiteY0"/>
                    <a:gd fmla="*/ 62222 w 559864" name="connsiteX1"/>
                    <a:gd fmla="*/ 7889 h 822697" name="connsiteY1"/>
                    <a:gd fmla="*/ 511342 w 559864" name="connsiteX2"/>
                    <a:gd fmla="*/ 822698 h 822697" name="connsiteY2"/>
                    <a:gd fmla="*/ 559822 w 559864" name="connsiteX3"/>
                    <a:gd fmla="*/ 652336 h 822697" name="connsiteY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b="b" l="l" r="r" t="t"/>
                  <a:pathLst>
                    <a:path h="822697" w="559864">
                      <a:moveTo>
                        <a:pt x="559865" y="652336"/>
                      </a:moveTo>
                      <a:cubicBezTo>
                        <a:pt x="559865" y="652336"/>
                        <a:pt x="319899" y="-83693"/>
                        <a:pt x="62222" y="7889"/>
                      </a:cubicBezTo>
                      <a:cubicBezTo>
                        <a:pt x="-195412" y="99471"/>
                        <a:pt x="424753" y="560285"/>
                        <a:pt x="511342" y="822698"/>
                      </a:cubicBezTo>
                      <a:lnTo>
                        <a:pt x="559822" y="652336"/>
                      </a:lnTo>
                      <a:close/>
                    </a:path>
                  </a:pathLst>
                </a:custGeom>
                <a:solidFill>
                  <a:srgbClr val="A0A04D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01c5a0ed-a6be-43e6-963b-d4dff2e95566" id="2373" name="任意多边形: 形状 2372">
                  <a:extLst>
                    <a:ext uri="{FF2B5EF4-FFF2-40B4-BE49-F238E27FC236}">
                      <a16:creationId id="{6E4829D4-E2CF-35D6-A3FA-5D541828235F}"/>
                    </a:ext>
                  </a:extLst>
                </p:cNvPr>
                <p:cNvSpPr/>
                <p:nvPr/>
              </p:nvSpPr>
              <p:spPr>
                <a:xfrm flipV="false" flipH="false">
                  <a:off x="3176913" y="5753810"/>
                  <a:ext cx="837319" cy="625495"/>
                </a:xfrm>
                <a:custGeom>
                  <a:avLst/>
                  <a:gdLst>
                    <a:gd fmla="*/ 837319 w 837319" name="connsiteX0"/>
                    <a:gd fmla="*/ 496743 h 625495" name="connsiteY0"/>
                    <a:gd fmla="*/ 33350 w 837319" name="connsiteX1"/>
                    <a:gd fmla="*/ 30424 h 625495" name="connsiteY1"/>
                    <a:gd fmla="*/ 783078 w 837319" name="connsiteX2"/>
                    <a:gd fmla="*/ 625495 h 625495" name="connsiteY2"/>
                    <a:gd fmla="*/ 837319 w 837319" name="connsiteX3"/>
                    <a:gd fmla="*/ 496743 h 625495" name="connsiteY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b="b" l="l" r="r" t="t"/>
                  <a:pathLst>
                    <a:path h="625495" w="837319">
                      <a:moveTo>
                        <a:pt x="837319" y="496743"/>
                      </a:moveTo>
                      <a:cubicBezTo>
                        <a:pt x="837319" y="496743"/>
                        <a:pt x="234011" y="-145187"/>
                        <a:pt x="33350" y="30424"/>
                      </a:cubicBezTo>
                      <a:cubicBezTo>
                        <a:pt x="-167312" y="205993"/>
                        <a:pt x="595305" y="413397"/>
                        <a:pt x="783078" y="625495"/>
                      </a:cubicBezTo>
                      <a:lnTo>
                        <a:pt x="837319" y="496743"/>
                      </a:lnTo>
                      <a:close/>
                    </a:path>
                  </a:pathLst>
                </a:custGeom>
                <a:solidFill>
                  <a:srgbClr val="C6C46F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c8adcb4d-9ca4-4324-b351-211a59a9c1b5" id="2374" name="任意多边形: 形状 2373">
                  <a:extLst>
                    <a:ext uri="{FF2B5EF4-FFF2-40B4-BE49-F238E27FC236}">
                      <a16:creationId id="{B2889559-70F7-20DA-478F-350B8E2844B0}"/>
                    </a:ext>
                  </a:extLst>
                </p:cNvPr>
                <p:cNvSpPr/>
                <p:nvPr/>
              </p:nvSpPr>
              <p:spPr>
                <a:xfrm flipV="false" flipH="false">
                  <a:off x="3936050" y="6008044"/>
                  <a:ext cx="663266" cy="443851"/>
                </a:xfrm>
                <a:custGeom>
                  <a:avLst/>
                  <a:gdLst>
                    <a:gd fmla="*/ 0 w 663266" name="connsiteX0"/>
                    <a:gd fmla="*/ 393453 h 443851" name="connsiteY0"/>
                    <a:gd fmla="*/ 636851 w 663266" name="connsiteX1"/>
                    <a:gd fmla="*/ 24094 h 443851" name="connsiteY1"/>
                    <a:gd fmla="*/ 122053 w 663266" name="connsiteX2"/>
                    <a:gd fmla="*/ 429727 h 443851" name="connsiteY2"/>
                    <a:gd fmla="*/ 43 w 663266" name="connsiteX3"/>
                    <a:gd fmla="*/ 393453 h 443851" name="connsiteY3"/>
                    <a:gd fmla="*/ 43 w 663266" name="connsiteX4"/>
                    <a:gd fmla="*/ 393453 h 443851" name="connsiteY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b="b" l="l" r="r" t="t"/>
                  <a:pathLst>
                    <a:path h="443851" w="663266">
                      <a:moveTo>
                        <a:pt x="0" y="393453"/>
                      </a:moveTo>
                      <a:cubicBezTo>
                        <a:pt x="0" y="393453"/>
                        <a:pt x="477884" y="-114987"/>
                        <a:pt x="636851" y="24094"/>
                      </a:cubicBezTo>
                      <a:cubicBezTo>
                        <a:pt x="774992" y="144995"/>
                        <a:pt x="336755" y="284885"/>
                        <a:pt x="122053" y="429727"/>
                      </a:cubicBezTo>
                      <a:cubicBezTo>
                        <a:pt x="78993" y="458747"/>
                        <a:pt x="20186" y="441292"/>
                        <a:pt x="43" y="393453"/>
                      </a:cubicBezTo>
                      <a:lnTo>
                        <a:pt x="43" y="393453"/>
                      </a:lnTo>
                      <a:close/>
                    </a:path>
                  </a:pathLst>
                </a:custGeom>
                <a:solidFill>
                  <a:srgbClr val="C6C46F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9dd58c12-8cf3-49e9-b32c-adbeb856d3e1" id="2375" name="任意多边形: 形状 2374">
                  <a:extLst>
                    <a:ext uri="{FF2B5EF4-FFF2-40B4-BE49-F238E27FC236}">
                      <a16:creationId id="{F5B89FDB-63D6-DD1A-0360-051AA4029794}"/>
                    </a:ext>
                  </a:extLst>
                </p:cNvPr>
                <p:cNvSpPr/>
                <p:nvPr/>
              </p:nvSpPr>
              <p:spPr>
                <a:xfrm flipV="false" flipH="false">
                  <a:off x="2808048" y="5921230"/>
                  <a:ext cx="1078115" cy="602887"/>
                </a:xfrm>
                <a:custGeom>
                  <a:avLst/>
                  <a:gdLst>
                    <a:gd fmla="*/ 1056861 w 1078115" name="connsiteX0"/>
                    <a:gd fmla="*/ 370291 h 602887" name="connsiteY0"/>
                    <a:gd fmla="*/ 416852 w 1078115" name="connsiteX1"/>
                    <a:gd fmla="*/ 35 h 602887" name="connsiteY1"/>
                    <a:gd fmla="*/ 196261 w 1078115" name="connsiteX2"/>
                    <a:gd fmla="*/ 566770 h 602887" name="connsiteY2"/>
                    <a:gd fmla="*/ 1026433 w 1078115" name="connsiteX3"/>
                    <a:gd fmla="*/ 558022 h 602887" name="connsiteY3"/>
                    <a:gd fmla="*/ 1056861 w 1078115" name="connsiteX4"/>
                    <a:gd fmla="*/ 370291 h 602887" name="connsiteY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b="b" l="l" r="r" t="t"/>
                  <a:pathLst>
                    <a:path h="602887" w="1078115">
                      <a:moveTo>
                        <a:pt x="1056861" y="370291"/>
                      </a:moveTo>
                      <a:cubicBezTo>
                        <a:pt x="1056861" y="370291"/>
                        <a:pt x="846640" y="-4189"/>
                        <a:pt x="416852" y="35"/>
                      </a:cubicBezTo>
                      <a:cubicBezTo>
                        <a:pt x="-12893" y="4218"/>
                        <a:pt x="-150864" y="457990"/>
                        <a:pt x="196261" y="566770"/>
                      </a:cubicBezTo>
                      <a:cubicBezTo>
                        <a:pt x="543386" y="675594"/>
                        <a:pt x="885389" y="498019"/>
                        <a:pt x="1026433" y="558022"/>
                      </a:cubicBezTo>
                      <a:cubicBezTo>
                        <a:pt x="1121003" y="598265"/>
                        <a:pt x="1056861" y="370291"/>
                        <a:pt x="1056861" y="370291"/>
                      </a:cubicBezTo>
                      <a:close/>
                    </a:path>
                  </a:pathLst>
                </a:custGeom>
                <a:solidFill>
                  <a:srgbClr val="DFE2A1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2222fcda-2447-46a1-be61-6029cc14bd6b" id="2376" name="任意多边形: 形状 2375">
                  <a:extLst>
                    <a:ext uri="{FF2B5EF4-FFF2-40B4-BE49-F238E27FC236}">
                      <a16:creationId id="{66E87C43-FB6C-FA36-0113-BA30EEBAA976}"/>
                    </a:ext>
                  </a:extLst>
                </p:cNvPr>
                <p:cNvSpPr/>
                <p:nvPr/>
              </p:nvSpPr>
              <p:spPr>
                <a:xfrm flipV="false" flipH="false">
                  <a:off x="2938981" y="6142074"/>
                  <a:ext cx="803779" cy="124388"/>
                </a:xfrm>
                <a:custGeom>
                  <a:avLst/>
                  <a:gdLst>
                    <a:gd fmla="*/ 2851 w 803779" name="connsiteX0"/>
                    <a:gd fmla="*/ 124226 h 124388" name="connsiteY0"/>
                    <a:gd fmla="*/ 1101 w 803779" name="connsiteX1"/>
                    <a:gd fmla="*/ 123202 h 124388" name="connsiteY1"/>
                    <a:gd fmla="*/ 1272 w 803779" name="connsiteX2"/>
                    <a:gd fmla="*/ 117867 h 124388" name="connsiteY2"/>
                    <a:gd fmla="*/ 210255 w 803779" name="connsiteX3"/>
                    <a:gd fmla="*/ 20737 h 124388" name="connsiteY3"/>
                    <a:gd fmla="*/ 461402 w 803779" name="connsiteX4"/>
                    <a:gd fmla="*/ 3667 h 124388" name="connsiteY4"/>
                    <a:gd fmla="*/ 801528 w 803779" name="connsiteX5"/>
                    <a:gd fmla="*/ 99645 h 124388" name="connsiteY5"/>
                    <a:gd fmla="*/ 803363 w 803779" name="connsiteX6"/>
                    <a:gd fmla="*/ 104681 h 124388" name="connsiteY6"/>
                    <a:gd fmla="*/ 797943 w 803779" name="connsiteX7"/>
                    <a:gd fmla="*/ 106388 h 124388" name="connsiteY7"/>
                    <a:gd fmla="*/ 460975 w 803779" name="connsiteX8"/>
                    <a:gd fmla="*/ 11178 h 124388" name="connsiteY8"/>
                    <a:gd fmla="*/ 212901 w 803779" name="connsiteX9"/>
                    <a:gd fmla="*/ 27907 h 124388" name="connsiteY9"/>
                    <a:gd fmla="*/ 6947 w 803779" name="connsiteX10"/>
                    <a:gd fmla="*/ 123373 h 124388" name="connsiteY10"/>
                    <a:gd fmla="*/ 2979 w 803779" name="connsiteX11"/>
                    <a:gd fmla="*/ 124226 h 124388" name="connsiteY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b="b" l="l" r="r" t="t"/>
                  <a:pathLst>
                    <a:path h="124388" w="803779">
                      <a:moveTo>
                        <a:pt x="2851" y="124226"/>
                      </a:moveTo>
                      <a:cubicBezTo>
                        <a:pt x="2210" y="124056"/>
                        <a:pt x="1570" y="123714"/>
                        <a:pt x="1101" y="123202"/>
                      </a:cubicBezTo>
                      <a:cubicBezTo>
                        <a:pt x="-435" y="121708"/>
                        <a:pt x="-350" y="119318"/>
                        <a:pt x="1272" y="117867"/>
                      </a:cubicBezTo>
                      <a:cubicBezTo>
                        <a:pt x="1997" y="117227"/>
                        <a:pt x="75442" y="54153"/>
                        <a:pt x="210255" y="20737"/>
                      </a:cubicBezTo>
                      <a:cubicBezTo>
                        <a:pt x="289333" y="1149"/>
                        <a:pt x="373831" y="-4612"/>
                        <a:pt x="461402" y="3667"/>
                      </a:cubicBezTo>
                      <a:cubicBezTo>
                        <a:pt x="570737" y="13995"/>
                        <a:pt x="685151" y="46257"/>
                        <a:pt x="801528" y="99645"/>
                      </a:cubicBezTo>
                      <a:cubicBezTo>
                        <a:pt x="803534" y="100584"/>
                        <a:pt x="804345" y="102845"/>
                        <a:pt x="803363" y="104681"/>
                      </a:cubicBezTo>
                      <a:cubicBezTo>
                        <a:pt x="802382" y="106558"/>
                        <a:pt x="799949" y="107284"/>
                        <a:pt x="797943" y="106388"/>
                      </a:cubicBezTo>
                      <a:cubicBezTo>
                        <a:pt x="682591" y="53470"/>
                        <a:pt x="569201" y="21420"/>
                        <a:pt x="460975" y="11178"/>
                      </a:cubicBezTo>
                      <a:cubicBezTo>
                        <a:pt x="374471" y="2984"/>
                        <a:pt x="290998" y="8617"/>
                        <a:pt x="212901" y="27907"/>
                      </a:cubicBezTo>
                      <a:cubicBezTo>
                        <a:pt x="79923" y="60767"/>
                        <a:pt x="7630" y="122732"/>
                        <a:pt x="6947" y="123373"/>
                      </a:cubicBezTo>
                      <a:cubicBezTo>
                        <a:pt x="5838" y="124311"/>
                        <a:pt x="4344" y="124610"/>
                        <a:pt x="2979" y="124226"/>
                      </a:cubicBezTo>
                      <a:close/>
                    </a:path>
                  </a:pathLst>
                </a:custGeom>
                <a:solidFill>
                  <a:srgbClr val="A0A04D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</p:grpSp>
          <p:grpSp>
            <p:nvGrpSpPr>
              <p:cNvPr descr="d1bff80c-9cb8-4c1a-ad6b-284506db6a61" id="10" name="图形 6643">
                <a:extLst>
                  <a:ext uri="{FF2B5EF4-FFF2-40B4-BE49-F238E27FC236}">
                    <a16:creationId id="{C8162F77-C3D4-0C25-14D0-509586447D5E}"/>
                  </a:ext>
                </a:extLst>
              </p:cNvPr>
              <p:cNvGrpSpPr/>
              <p:nvPr/>
            </p:nvGrpSpPr>
            <p:grpSpPr>
              <a:xfrm>
                <a:off x="3529830" y="3313414"/>
                <a:ext cx="4064392" cy="2482783"/>
                <a:chOff x="2474959" y="2977451"/>
                <a:chExt cx="5748343" cy="3511445"/>
              </a:xfrm>
            </p:grpSpPr>
            <p:grpSp>
              <p:nvGrpSpPr>
                <p:cNvPr descr="5c29be8d-94a3-4b77-83c7-8f58f590bf94" id="2345" name="图形 6643">
                  <a:extLst>
                    <a:ext uri="{FF2B5EF4-FFF2-40B4-BE49-F238E27FC236}">
                      <a16:creationId id="{215BCD1E-F551-2EC9-AE71-BE15535B7B3E}"/>
                    </a:ext>
                  </a:extLst>
                </p:cNvPr>
                <p:cNvGrpSpPr/>
                <p:nvPr/>
              </p:nvGrpSpPr>
              <p:grpSpPr>
                <a:xfrm>
                  <a:off x="4122585" y="2977451"/>
                  <a:ext cx="4100716" cy="3369505"/>
                  <a:chOff x="4122585" y="2977451"/>
                  <a:chExt cx="4100716" cy="3369505"/>
                </a:xfrm>
              </p:grpSpPr>
              <p:sp>
                <p:nvSpPr>
                  <p:cNvPr descr="077eb126-71c3-4460-86c4-7ba1f6d813b3" id="2359" name="任意多边形: 形状 2358">
                    <a:extLst>
                      <a:ext uri="{FF2B5EF4-FFF2-40B4-BE49-F238E27FC236}">
                        <a16:creationId id="{FF745051-CFC4-BFF2-E1C9-3C15498F3BA7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5837384" y="4417755"/>
                    <a:ext cx="450613" cy="1929159"/>
                  </a:xfrm>
                  <a:custGeom>
                    <a:avLst/>
                    <a:gdLst>
                      <a:gd fmla="*/ 237747 w 450613" name="connsiteX0"/>
                      <a:gd fmla="*/ 1929160 h 1929159" name="connsiteY0"/>
                      <a:gd fmla="*/ 0 w 450613" name="connsiteX1"/>
                      <a:gd fmla="*/ 1929160 h 1929159" name="connsiteY1"/>
                      <a:gd fmla="*/ 212867 w 450613" name="connsiteX2"/>
                      <a:gd fmla="*/ 0 h 1929159" name="connsiteY2"/>
                      <a:gd fmla="*/ 450614 w 450613" name="connsiteX3"/>
                      <a:gd fmla="*/ 0 h 1929159" name="connsiteY3"/>
                      <a:gd fmla="*/ 237747 w 450613" name="connsiteX4"/>
                      <a:gd fmla="*/ 1929160 h 1929159" name="connsiteY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b="b" l="l" r="r" t="t"/>
                    <a:pathLst>
                      <a:path h="1929159" w="450613">
                        <a:moveTo>
                          <a:pt x="237747" y="1929160"/>
                        </a:moveTo>
                        <a:lnTo>
                          <a:pt x="0" y="1929160"/>
                        </a:lnTo>
                        <a:lnTo>
                          <a:pt x="212867" y="0"/>
                        </a:lnTo>
                        <a:lnTo>
                          <a:pt x="450614" y="0"/>
                        </a:lnTo>
                        <a:lnTo>
                          <a:pt x="237747" y="1929160"/>
                        </a:lnTo>
                        <a:close/>
                      </a:path>
                    </a:pathLst>
                  </a:custGeom>
                  <a:solidFill>
                    <a:srgbClr val="555560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grpSp>
                <p:nvGrpSpPr>
                  <p:cNvPr descr="f53c11dd-0057-4302-bde7-ccb2efece197" id="2360" name="图形 6643">
                    <a:extLst>
                      <a:ext uri="{FF2B5EF4-FFF2-40B4-BE49-F238E27FC236}">
                        <a16:creationId id="{8E66119E-CAE2-B59A-6B39-8F2967B81DA3}"/>
                      </a:ext>
                    </a:extLst>
                  </p:cNvPr>
                  <p:cNvGrpSpPr/>
                  <p:nvPr/>
                </p:nvGrpSpPr>
                <p:grpSpPr>
                  <a:xfrm>
                    <a:off x="4122585" y="2977451"/>
                    <a:ext cx="4100716" cy="2047951"/>
                    <a:chOff x="4122585" y="2977451"/>
                    <a:chExt cx="4100716" cy="2047951"/>
                  </a:xfrm>
                </p:grpSpPr>
                <p:sp>
                  <p:nvSpPr>
                    <p:cNvPr descr="815a2970-8dec-48d5-9e4b-4e4b6ee15c19" id="2362" name="任意多边形: 形状 2361">
                      <a:extLst>
                        <a:ext uri="{FF2B5EF4-FFF2-40B4-BE49-F238E27FC236}">
                          <a16:creationId id="{E75AD2D6-B7B6-982D-5D2D-AFA617A9FB89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4122585" y="2981501"/>
                      <a:ext cx="3969233" cy="2040457"/>
                    </a:xfrm>
                    <a:custGeom>
                      <a:avLst/>
                      <a:gdLst>
                        <a:gd fmla="*/ 3969233 w 3969233" name="connsiteX0"/>
                        <a:gd fmla="*/ 2040458 h 2040457" name="connsiteY0"/>
                        <a:gd fmla="*/ 526363 w 3969233" name="connsiteX1"/>
                        <a:gd fmla="*/ 2040458 h 2040457" name="connsiteY1"/>
                        <a:gd fmla="*/ 0 w 3969233" name="connsiteX2"/>
                        <a:gd fmla="*/ 0 h 2040457" name="connsiteY2"/>
                        <a:gd fmla="*/ 3442827 w 3969233" name="connsiteX3"/>
                        <a:gd fmla="*/ 0 h 2040457" name="connsiteY3"/>
                        <a:gd fmla="*/ 3969233 w 3969233" name="connsiteX4"/>
                        <a:gd fmla="*/ 2040458 h 2040457" name="connsiteY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b="b" l="l" r="r" t="t"/>
                      <a:pathLst>
                        <a:path h="2040457" w="3969233">
                          <a:moveTo>
                            <a:pt x="3969233" y="2040458"/>
                          </a:moveTo>
                          <a:lnTo>
                            <a:pt x="526363" y="2040458"/>
                          </a:lnTo>
                          <a:lnTo>
                            <a:pt x="0" y="0"/>
                          </a:lnTo>
                          <a:lnTo>
                            <a:pt x="3442827" y="0"/>
                          </a:lnTo>
                          <a:lnTo>
                            <a:pt x="3969233" y="2040458"/>
                          </a:lnTo>
                          <a:close/>
                        </a:path>
                      </a:pathLst>
                    </a:custGeom>
                    <a:solidFill>
                      <a:srgbClr val="555560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34b342e3-b404-488f-997d-52d61666b21a" id="2363" name="任意多边形: 形状 2362">
                      <a:extLst>
                        <a:ext uri="{FF2B5EF4-FFF2-40B4-BE49-F238E27FC236}">
                          <a16:creationId id="{786C5BC7-0B7D-FE6E-A300-A0CD4F3E987F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4254027" y="2981501"/>
                      <a:ext cx="3969275" cy="2040457"/>
                    </a:xfrm>
                    <a:custGeom>
                      <a:avLst/>
                      <a:gdLst>
                        <a:gd fmla="*/ 3969275 w 3969275" name="connsiteX0"/>
                        <a:gd fmla="*/ 2040458 h 2040457" name="connsiteY0"/>
                        <a:gd fmla="*/ 526406 w 3969275" name="connsiteX1"/>
                        <a:gd fmla="*/ 2040458 h 2040457" name="connsiteY1"/>
                        <a:gd fmla="*/ 0 w 3969275" name="connsiteX2"/>
                        <a:gd fmla="*/ 0 h 2040457" name="connsiteY2"/>
                        <a:gd fmla="*/ 3442870 w 3969275" name="connsiteX3"/>
                        <a:gd fmla="*/ 0 h 2040457" name="connsiteY3"/>
                        <a:gd fmla="*/ 3969275 w 3969275" name="connsiteX4"/>
                        <a:gd fmla="*/ 2040458 h 2040457" name="connsiteY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b="b" l="l" r="r" t="t"/>
                      <a:pathLst>
                        <a:path h="2040457" w="3969275">
                          <a:moveTo>
                            <a:pt x="3969275" y="2040458"/>
                          </a:moveTo>
                          <a:lnTo>
                            <a:pt x="526406" y="2040458"/>
                          </a:lnTo>
                          <a:lnTo>
                            <a:pt x="0" y="0"/>
                          </a:lnTo>
                          <a:lnTo>
                            <a:pt x="3442870" y="0"/>
                          </a:lnTo>
                          <a:lnTo>
                            <a:pt x="3969275" y="2040458"/>
                          </a:lnTo>
                          <a:close/>
                        </a:path>
                      </a:pathLst>
                    </a:custGeom>
                    <a:solidFill>
                      <a:srgbClr val="797984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c101872d-a4da-4bdf-a12b-cf93e29759b9" id="2364" name="任意多边形: 形状 2363">
                      <a:extLst>
                        <a:ext uri="{FF2B5EF4-FFF2-40B4-BE49-F238E27FC236}">
                          <a16:creationId id="{6047683C-99A4-C7C0-83AF-304A41BE44EA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4385767" y="3477437"/>
                      <a:ext cx="3442869" cy="29275"/>
                    </a:xfrm>
                    <a:custGeom>
                      <a:avLst/>
                      <a:gdLst>
                        <a:gd fmla="*/ 0 w 3442869" name="connsiteX0"/>
                        <a:gd fmla="*/ 0 h 29275" name="connsiteY0"/>
                        <a:gd fmla="*/ 3442870 w 3442869" name="connsiteX1"/>
                        <a:gd fmla="*/ 0 h 29275" name="connsiteY1"/>
                        <a:gd fmla="*/ 3442870 w 3442869" name="connsiteX2"/>
                        <a:gd fmla="*/ 29275 h 29275" name="connsiteY2"/>
                        <a:gd fmla="*/ 0 w 3442869" name="connsiteX3"/>
                        <a:gd fmla="*/ 29275 h 29275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29275" w="3442869">
                          <a:moveTo>
                            <a:pt x="0" y="0"/>
                          </a:moveTo>
                          <a:lnTo>
                            <a:pt x="3442870" y="0"/>
                          </a:lnTo>
                          <a:lnTo>
                            <a:pt x="3442870" y="29275"/>
                          </a:lnTo>
                          <a:lnTo>
                            <a:pt x="0" y="29275"/>
                          </a:lnTo>
                          <a:close/>
                        </a:path>
                      </a:pathLst>
                    </a:custGeom>
                    <a:solidFill>
                      <a:srgbClr val="9E9EA8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b8ca4b6b-056f-492a-8cae-55aeb7a7a774" id="2365" name="任意多边形: 形状 2364">
                      <a:extLst>
                        <a:ext uri="{FF2B5EF4-FFF2-40B4-BE49-F238E27FC236}">
                          <a16:creationId id="{7FC31957-B7F7-34AE-CA27-B028380CCC4D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4517251" y="3987114"/>
                      <a:ext cx="3442869" cy="29275"/>
                    </a:xfrm>
                    <a:custGeom>
                      <a:avLst/>
                      <a:gdLst>
                        <a:gd fmla="*/ 0 w 3442869" name="connsiteX0"/>
                        <a:gd fmla="*/ 0 h 29275" name="connsiteY0"/>
                        <a:gd fmla="*/ 3442870 w 3442869" name="connsiteX1"/>
                        <a:gd fmla="*/ 0 h 29275" name="connsiteY1"/>
                        <a:gd fmla="*/ 3442870 w 3442869" name="connsiteX2"/>
                        <a:gd fmla="*/ 29276 h 29275" name="connsiteY2"/>
                        <a:gd fmla="*/ 0 w 3442869" name="connsiteX3"/>
                        <a:gd fmla="*/ 29276 h 29275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29275" w="3442869">
                          <a:moveTo>
                            <a:pt x="0" y="0"/>
                          </a:moveTo>
                          <a:lnTo>
                            <a:pt x="3442870" y="0"/>
                          </a:lnTo>
                          <a:lnTo>
                            <a:pt x="3442870" y="29276"/>
                          </a:lnTo>
                          <a:lnTo>
                            <a:pt x="0" y="29276"/>
                          </a:lnTo>
                          <a:close/>
                        </a:path>
                      </a:pathLst>
                    </a:custGeom>
                    <a:solidFill>
                      <a:srgbClr val="9E9EA8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6e98f45e-af46-4ad8-9281-dad3166ca087" id="2366" name="任意多边形: 形状 2365">
                      <a:extLst>
                        <a:ext uri="{FF2B5EF4-FFF2-40B4-BE49-F238E27FC236}">
                          <a16:creationId id="{73C69354-12B0-9130-B9EB-23BDB80ABE7A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4648735" y="4496705"/>
                      <a:ext cx="3442826" cy="29275"/>
                    </a:xfrm>
                    <a:custGeom>
                      <a:avLst/>
                      <a:gdLst>
                        <a:gd fmla="*/ 0 w 3442826" name="connsiteX0"/>
                        <a:gd fmla="*/ 0 h 29275" name="connsiteY0"/>
                        <a:gd fmla="*/ 3442827 w 3442826" name="connsiteX1"/>
                        <a:gd fmla="*/ 0 h 29275" name="connsiteY1"/>
                        <a:gd fmla="*/ 3442827 w 3442826" name="connsiteX2"/>
                        <a:gd fmla="*/ 29275 h 29275" name="connsiteY2"/>
                        <a:gd fmla="*/ 0 w 3442826" name="connsiteX3"/>
                        <a:gd fmla="*/ 29275 h 29275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29275" w="3442826">
                          <a:moveTo>
                            <a:pt x="0" y="0"/>
                          </a:moveTo>
                          <a:lnTo>
                            <a:pt x="3442827" y="0"/>
                          </a:lnTo>
                          <a:lnTo>
                            <a:pt x="3442827" y="29275"/>
                          </a:lnTo>
                          <a:lnTo>
                            <a:pt x="0" y="29275"/>
                          </a:lnTo>
                          <a:close/>
                        </a:path>
                      </a:pathLst>
                    </a:custGeom>
                    <a:solidFill>
                      <a:srgbClr val="9E9EA8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1a608c77-95d1-4fea-b5c9-a6a219a7aa57" id="2367" name="任意多边形: 形状 2366">
                      <a:extLst>
                        <a:ext uri="{FF2B5EF4-FFF2-40B4-BE49-F238E27FC236}">
                          <a16:creationId id="{A2812254-84B7-0F1A-5E0C-1384A8C42B79}"/>
                        </a:ext>
                      </a:extLst>
                    </p:cNvPr>
                    <p:cNvSpPr/>
                    <p:nvPr/>
                  </p:nvSpPr>
                  <p:spPr>
                    <a:xfrm rot="-868199" flipV="false" flipH="false">
                      <a:off x="5119097" y="2947932"/>
                      <a:ext cx="29190" cy="2107246"/>
                    </a:xfrm>
                    <a:custGeom>
                      <a:avLst/>
                      <a:gdLst>
                        <a:gd fmla="*/ 0 w 29190" name="connsiteX0"/>
                        <a:gd fmla="*/ 0 h 2107246" name="connsiteY0"/>
                        <a:gd fmla="*/ 29190 w 29190" name="connsiteX1"/>
                        <a:gd fmla="*/ 0 h 2107246" name="connsiteY1"/>
                        <a:gd fmla="*/ 29190 w 29190" name="connsiteX2"/>
                        <a:gd fmla="*/ 2107246 h 2107246" name="connsiteY2"/>
                        <a:gd fmla="*/ 0 w 29190" name="connsiteX3"/>
                        <a:gd fmla="*/ 2107246 h 2107246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2107246" w="29190">
                          <a:moveTo>
                            <a:pt x="0" y="0"/>
                          </a:moveTo>
                          <a:lnTo>
                            <a:pt x="29190" y="0"/>
                          </a:lnTo>
                          <a:lnTo>
                            <a:pt x="29190" y="2107246"/>
                          </a:lnTo>
                          <a:lnTo>
                            <a:pt x="0" y="2107246"/>
                          </a:lnTo>
                          <a:close/>
                        </a:path>
                      </a:pathLst>
                    </a:custGeom>
                    <a:solidFill>
                      <a:srgbClr val="9E9EA8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986b00df-cd21-45f6-b24b-149dea978004" id="2368" name="任意多边形: 形状 2367">
                      <a:extLst>
                        <a:ext uri="{FF2B5EF4-FFF2-40B4-BE49-F238E27FC236}">
                          <a16:creationId id="{41162070-34AE-AA08-DFE8-910C0F66C8EC}"/>
                        </a:ext>
                      </a:extLst>
                    </p:cNvPr>
                    <p:cNvSpPr/>
                    <p:nvPr/>
                  </p:nvSpPr>
                  <p:spPr>
                    <a:xfrm rot="-868199" flipV="false" flipH="false">
                      <a:off x="5846975" y="2947779"/>
                      <a:ext cx="29190" cy="2107246"/>
                    </a:xfrm>
                    <a:custGeom>
                      <a:avLst/>
                      <a:gdLst>
                        <a:gd fmla="*/ 0 w 29190" name="connsiteX0"/>
                        <a:gd fmla="*/ 0 h 2107246" name="connsiteY0"/>
                        <a:gd fmla="*/ 29191 w 29190" name="connsiteX1"/>
                        <a:gd fmla="*/ 0 h 2107246" name="connsiteY1"/>
                        <a:gd fmla="*/ 29191 w 29190" name="connsiteX2"/>
                        <a:gd fmla="*/ 2107246 h 2107246" name="connsiteY2"/>
                        <a:gd fmla="*/ 0 w 29190" name="connsiteX3"/>
                        <a:gd fmla="*/ 2107246 h 2107246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2107246" w="29190">
                          <a:moveTo>
                            <a:pt x="0" y="0"/>
                          </a:moveTo>
                          <a:lnTo>
                            <a:pt x="29191" y="0"/>
                          </a:lnTo>
                          <a:lnTo>
                            <a:pt x="29191" y="2107246"/>
                          </a:lnTo>
                          <a:lnTo>
                            <a:pt x="0" y="2107246"/>
                          </a:lnTo>
                          <a:close/>
                        </a:path>
                      </a:pathLst>
                    </a:custGeom>
                    <a:solidFill>
                      <a:srgbClr val="9E9EA8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c31a50eb-e309-4109-8577-f68f7b571953" id="2369" name="任意多边形: 形状 2368">
                      <a:extLst>
                        <a:ext uri="{FF2B5EF4-FFF2-40B4-BE49-F238E27FC236}">
                          <a16:creationId id="{3BD8BD11-1E0F-DF25-87CC-E185EFF7FE24}"/>
                        </a:ext>
                      </a:extLst>
                    </p:cNvPr>
                    <p:cNvSpPr/>
                    <p:nvPr/>
                  </p:nvSpPr>
                  <p:spPr>
                    <a:xfrm rot="-868199" flipV="false" flipH="false">
                      <a:off x="6574767" y="2947829"/>
                      <a:ext cx="29190" cy="2107246"/>
                    </a:xfrm>
                    <a:custGeom>
                      <a:avLst/>
                      <a:gdLst>
                        <a:gd fmla="*/ 0 w 29190" name="connsiteX0"/>
                        <a:gd fmla="*/ 0 h 2107246" name="connsiteY0"/>
                        <a:gd fmla="*/ 29191 w 29190" name="connsiteX1"/>
                        <a:gd fmla="*/ 0 h 2107246" name="connsiteY1"/>
                        <a:gd fmla="*/ 29191 w 29190" name="connsiteX2"/>
                        <a:gd fmla="*/ 2107246 h 2107246" name="connsiteY2"/>
                        <a:gd fmla="*/ 0 w 29190" name="connsiteX3"/>
                        <a:gd fmla="*/ 2107246 h 2107246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2107246" w="29190">
                          <a:moveTo>
                            <a:pt x="0" y="0"/>
                          </a:moveTo>
                          <a:lnTo>
                            <a:pt x="29191" y="0"/>
                          </a:lnTo>
                          <a:lnTo>
                            <a:pt x="29191" y="2107246"/>
                          </a:lnTo>
                          <a:lnTo>
                            <a:pt x="0" y="2107246"/>
                          </a:lnTo>
                          <a:close/>
                        </a:path>
                      </a:pathLst>
                    </a:custGeom>
                    <a:solidFill>
                      <a:srgbClr val="9E9EA8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7e5fed28-93a0-4c70-9f14-415c3952630e" id="2370" name="任意多边形: 形状 2369">
                      <a:extLst>
                        <a:ext uri="{FF2B5EF4-FFF2-40B4-BE49-F238E27FC236}">
                          <a16:creationId id="{549509F5-5D56-4755-F8E3-ADC1728B1F97}"/>
                        </a:ext>
                      </a:extLst>
                    </p:cNvPr>
                    <p:cNvSpPr/>
                    <p:nvPr/>
                  </p:nvSpPr>
                  <p:spPr>
                    <a:xfrm rot="-868199" flipV="false" flipH="false">
                      <a:off x="7302645" y="2947676"/>
                      <a:ext cx="29190" cy="2107246"/>
                    </a:xfrm>
                    <a:custGeom>
                      <a:avLst/>
                      <a:gdLst>
                        <a:gd fmla="*/ 0 w 29190" name="connsiteX0"/>
                        <a:gd fmla="*/ 0 h 2107246" name="connsiteY0"/>
                        <a:gd fmla="*/ 29190 w 29190" name="connsiteX1"/>
                        <a:gd fmla="*/ 0 h 2107246" name="connsiteY1"/>
                        <a:gd fmla="*/ 29190 w 29190" name="connsiteX2"/>
                        <a:gd fmla="*/ 2107246 h 2107246" name="connsiteY2"/>
                        <a:gd fmla="*/ 0 w 29190" name="connsiteX3"/>
                        <a:gd fmla="*/ 2107246 h 2107246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2107246" w="29190">
                          <a:moveTo>
                            <a:pt x="0" y="0"/>
                          </a:moveTo>
                          <a:lnTo>
                            <a:pt x="29190" y="0"/>
                          </a:lnTo>
                          <a:lnTo>
                            <a:pt x="29190" y="2107246"/>
                          </a:lnTo>
                          <a:lnTo>
                            <a:pt x="0" y="2107246"/>
                          </a:lnTo>
                          <a:close/>
                        </a:path>
                      </a:pathLst>
                    </a:custGeom>
                    <a:solidFill>
                      <a:srgbClr val="9E9EA8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</p:grpSp>
              <p:sp>
                <p:nvSpPr>
                  <p:cNvPr descr="1f81c0d5-23b0-4a78-9a60-47924c3ddd8c" id="2361" name="任意多边形: 形状 2360">
                    <a:extLst>
                      <a:ext uri="{FF2B5EF4-FFF2-40B4-BE49-F238E27FC236}">
                        <a16:creationId id="{60E25964-C1EC-5D8B-1FF3-E52F797E4866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5903404" y="6171389"/>
                    <a:ext cx="578555" cy="175568"/>
                  </a:xfrm>
                  <a:custGeom>
                    <a:avLst/>
                    <a:gdLst>
                      <a:gd fmla="*/ 0 w 578555" name="connsiteX0"/>
                      <a:gd fmla="*/ 0 h 175568" name="connsiteY0"/>
                      <a:gd fmla="*/ 402987 w 578555" name="connsiteX1"/>
                      <a:gd fmla="*/ 0 h 175568" name="connsiteY1"/>
                      <a:gd fmla="*/ 578556 w 578555" name="connsiteX2"/>
                      <a:gd fmla="*/ 175568 h 175568" name="connsiteY2"/>
                      <a:gd fmla="*/ 0 w 578555" name="connsiteX3"/>
                      <a:gd fmla="*/ 175568 h 175568" name="connsiteY3"/>
                      <a:gd fmla="*/ 0 w 578555" name="connsiteX4"/>
                      <a:gd fmla="*/ 0 h 175568" name="connsiteY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b="b" l="l" r="r" t="t"/>
                    <a:pathLst>
                      <a:path h="175568" w="578555">
                        <a:moveTo>
                          <a:pt x="0" y="0"/>
                        </a:moveTo>
                        <a:lnTo>
                          <a:pt x="402987" y="0"/>
                        </a:lnTo>
                        <a:cubicBezTo>
                          <a:pt x="499947" y="0"/>
                          <a:pt x="578556" y="78609"/>
                          <a:pt x="578556" y="175568"/>
                        </a:cubicBezTo>
                        <a:lnTo>
                          <a:pt x="0" y="1755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55560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</p:grpSp>
            <p:grpSp>
              <p:nvGrpSpPr>
                <p:cNvPr descr="c5c7d0c6-b164-4f60-8376-39f9316a8d0a" id="2346" name="图形 6643">
                  <a:extLst>
                    <a:ext uri="{FF2B5EF4-FFF2-40B4-BE49-F238E27FC236}">
                      <a16:creationId id="{E00FBFFB-B198-F86A-A6AA-F57BE1AEF051}"/>
                    </a:ext>
                  </a:extLst>
                </p:cNvPr>
                <p:cNvGrpSpPr/>
                <p:nvPr/>
              </p:nvGrpSpPr>
              <p:grpSpPr>
                <a:xfrm>
                  <a:off x="2474959" y="3815560"/>
                  <a:ext cx="3253602" cy="2673336"/>
                  <a:chOff x="2474959" y="3815560"/>
                  <a:chExt cx="3253602" cy="2673336"/>
                </a:xfrm>
              </p:grpSpPr>
              <p:sp>
                <p:nvSpPr>
                  <p:cNvPr descr="b37354c8-cbf9-452c-b4b6-d50930d376b2" id="2347" name="任意多边形: 形状 2346">
                    <a:extLst>
                      <a:ext uri="{FF2B5EF4-FFF2-40B4-BE49-F238E27FC236}">
                        <a16:creationId id="{17A8401E-A573-D37A-39F4-3A878CCFAAF2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3835548" y="4958244"/>
                    <a:ext cx="357537" cy="1530652"/>
                  </a:xfrm>
                  <a:custGeom>
                    <a:avLst/>
                    <a:gdLst>
                      <a:gd fmla="*/ 188627 w 357537" name="connsiteX0"/>
                      <a:gd fmla="*/ 1530653 h 1530652" name="connsiteY0"/>
                      <a:gd fmla="*/ 0 w 357537" name="connsiteX1"/>
                      <a:gd fmla="*/ 1530653 h 1530652" name="connsiteY1"/>
                      <a:gd fmla="*/ 168868 w 357537" name="connsiteX2"/>
                      <a:gd fmla="*/ 0 h 1530652" name="connsiteY2"/>
                      <a:gd fmla="*/ 357538 w 357537" name="connsiteX3"/>
                      <a:gd fmla="*/ 0 h 1530652" name="connsiteY3"/>
                      <a:gd fmla="*/ 188627 w 357537" name="connsiteX4"/>
                      <a:gd fmla="*/ 1530653 h 1530652" name="connsiteY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b="b" l="l" r="r" t="t"/>
                    <a:pathLst>
                      <a:path h="1530652" w="357537">
                        <a:moveTo>
                          <a:pt x="188627" y="1530653"/>
                        </a:moveTo>
                        <a:lnTo>
                          <a:pt x="0" y="1530653"/>
                        </a:lnTo>
                        <a:lnTo>
                          <a:pt x="168868" y="0"/>
                        </a:lnTo>
                        <a:lnTo>
                          <a:pt x="357538" y="0"/>
                        </a:lnTo>
                        <a:lnTo>
                          <a:pt x="188627" y="1530653"/>
                        </a:lnTo>
                        <a:close/>
                      </a:path>
                    </a:pathLst>
                  </a:custGeom>
                  <a:solidFill>
                    <a:srgbClr val="555560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grpSp>
                <p:nvGrpSpPr>
                  <p:cNvPr descr="03a71fa9-e074-4b9f-a8b3-33b67942a65b" id="2348" name="图形 6643">
                    <a:extLst>
                      <a:ext uri="{FF2B5EF4-FFF2-40B4-BE49-F238E27FC236}">
                        <a16:creationId id="{A6789DAC-DA81-214A-937D-CA62FE1B5BEE}"/>
                      </a:ext>
                    </a:extLst>
                  </p:cNvPr>
                  <p:cNvGrpSpPr/>
                  <p:nvPr/>
                </p:nvGrpSpPr>
                <p:grpSpPr>
                  <a:xfrm>
                    <a:off x="2474959" y="3815560"/>
                    <a:ext cx="3253602" cy="1624881"/>
                    <a:chOff x="2474959" y="3815560"/>
                    <a:chExt cx="3253602" cy="1624881"/>
                  </a:xfrm>
                </p:grpSpPr>
                <p:sp>
                  <p:nvSpPr>
                    <p:cNvPr descr="1dbbf60c-ec26-47f3-ba50-d9b4335e3bbe" id="2350" name="任意多边形: 形状 2349">
                      <a:extLst>
                        <a:ext uri="{FF2B5EF4-FFF2-40B4-BE49-F238E27FC236}">
                          <a16:creationId id="{B3D2E031-42AB-A3C7-D5F7-A3BA5C413D17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2474959" y="3818672"/>
                      <a:ext cx="3149302" cy="1618949"/>
                    </a:xfrm>
                    <a:custGeom>
                      <a:avLst/>
                      <a:gdLst>
                        <a:gd fmla="*/ 3149303 w 3149302" name="connsiteX0"/>
                        <a:gd fmla="*/ 1618949 h 1618949" name="connsiteY0"/>
                        <a:gd fmla="*/ 417668 w 3149302" name="connsiteX1"/>
                        <a:gd fmla="*/ 1618949 h 1618949" name="connsiteY1"/>
                        <a:gd fmla="*/ 0 w 3149302" name="connsiteX2"/>
                        <a:gd fmla="*/ 0 h 1618949" name="connsiteY2"/>
                        <a:gd fmla="*/ 2731635 w 3149302" name="connsiteX3"/>
                        <a:gd fmla="*/ 0 h 1618949" name="connsiteY3"/>
                        <a:gd fmla="*/ 3149303 w 3149302" name="connsiteX4"/>
                        <a:gd fmla="*/ 1618949 h 1618949" name="connsiteY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b="b" l="l" r="r" t="t"/>
                      <a:pathLst>
                        <a:path h="1618949" w="3149302">
                          <a:moveTo>
                            <a:pt x="3149303" y="1618949"/>
                          </a:moveTo>
                          <a:lnTo>
                            <a:pt x="417668" y="1618949"/>
                          </a:lnTo>
                          <a:lnTo>
                            <a:pt x="0" y="0"/>
                          </a:lnTo>
                          <a:lnTo>
                            <a:pt x="2731635" y="0"/>
                          </a:lnTo>
                          <a:lnTo>
                            <a:pt x="3149303" y="1618949"/>
                          </a:lnTo>
                          <a:close/>
                        </a:path>
                      </a:pathLst>
                    </a:custGeom>
                    <a:solidFill>
                      <a:srgbClr val="555560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b82939cb-2168-48d8-b010-0505c7f8c433" id="2351" name="任意多边形: 形状 2350">
                      <a:extLst>
                        <a:ext uri="{FF2B5EF4-FFF2-40B4-BE49-F238E27FC236}">
                          <a16:creationId id="{5AB90A13-2A25-30CC-CD6E-30C9EEF1691E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2579258" y="3818672"/>
                      <a:ext cx="3149302" cy="1618949"/>
                    </a:xfrm>
                    <a:custGeom>
                      <a:avLst/>
                      <a:gdLst>
                        <a:gd fmla="*/ 3149303 w 3149302" name="connsiteX0"/>
                        <a:gd fmla="*/ 1618949 h 1618949" name="connsiteY0"/>
                        <a:gd fmla="*/ 417668 w 3149302" name="connsiteX1"/>
                        <a:gd fmla="*/ 1618949 h 1618949" name="connsiteY1"/>
                        <a:gd fmla="*/ 0 w 3149302" name="connsiteX2"/>
                        <a:gd fmla="*/ 0 h 1618949" name="connsiteY2"/>
                        <a:gd fmla="*/ 2731678 w 3149302" name="connsiteX3"/>
                        <a:gd fmla="*/ 0 h 1618949" name="connsiteY3"/>
                        <a:gd fmla="*/ 3149303 w 3149302" name="connsiteX4"/>
                        <a:gd fmla="*/ 1618949 h 1618949" name="connsiteY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b="b" l="l" r="r" t="t"/>
                      <a:pathLst>
                        <a:path h="1618949" w="3149302">
                          <a:moveTo>
                            <a:pt x="3149303" y="1618949"/>
                          </a:moveTo>
                          <a:lnTo>
                            <a:pt x="417668" y="1618949"/>
                          </a:lnTo>
                          <a:lnTo>
                            <a:pt x="0" y="0"/>
                          </a:lnTo>
                          <a:lnTo>
                            <a:pt x="2731678" y="0"/>
                          </a:lnTo>
                          <a:lnTo>
                            <a:pt x="3149303" y="1618949"/>
                          </a:lnTo>
                          <a:close/>
                        </a:path>
                      </a:pathLst>
                    </a:custGeom>
                    <a:solidFill>
                      <a:srgbClr val="8C8C93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1eb7bcfb-9076-4913-9526-3b1083903cc5" id="2352" name="任意多边形: 形状 2351">
                      <a:extLst>
                        <a:ext uri="{FF2B5EF4-FFF2-40B4-BE49-F238E27FC236}">
                          <a16:creationId id="{1E2FDF0B-EF94-E9B9-EC5C-DCB1CF291705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2683771" y="4212186"/>
                      <a:ext cx="2731677" cy="23215"/>
                    </a:xfrm>
                    <a:custGeom>
                      <a:avLst/>
                      <a:gdLst>
                        <a:gd fmla="*/ 0 w 2731677" name="connsiteX0"/>
                        <a:gd fmla="*/ 0 h 23215" name="connsiteY0"/>
                        <a:gd fmla="*/ 2731678 w 2731677" name="connsiteX1"/>
                        <a:gd fmla="*/ 0 h 23215" name="connsiteY1"/>
                        <a:gd fmla="*/ 2731678 w 2731677" name="connsiteX2"/>
                        <a:gd fmla="*/ 23216 h 23215" name="connsiteY2"/>
                        <a:gd fmla="*/ 0 w 2731677" name="connsiteX3"/>
                        <a:gd fmla="*/ 23216 h 23215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23215" w="2731677">
                          <a:moveTo>
                            <a:pt x="0" y="0"/>
                          </a:moveTo>
                          <a:lnTo>
                            <a:pt x="2731678" y="0"/>
                          </a:lnTo>
                          <a:lnTo>
                            <a:pt x="2731678" y="23216"/>
                          </a:lnTo>
                          <a:lnTo>
                            <a:pt x="0" y="23216"/>
                          </a:lnTo>
                          <a:close/>
                        </a:path>
                      </a:pathLst>
                    </a:custGeom>
                    <a:solidFill>
                      <a:srgbClr val="9E9EA8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24611f79-d506-482a-9161-762eb2ace36e" id="2353" name="任意多边形: 形状 2352">
                      <a:extLst>
                        <a:ext uri="{FF2B5EF4-FFF2-40B4-BE49-F238E27FC236}">
                          <a16:creationId id="{0C4D1817-FF62-6B23-718A-77AB60FE3FEB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2788113" y="4616539"/>
                      <a:ext cx="2731677" cy="23215"/>
                    </a:xfrm>
                    <a:custGeom>
                      <a:avLst/>
                      <a:gdLst>
                        <a:gd fmla="*/ 0 w 2731677" name="connsiteX0"/>
                        <a:gd fmla="*/ 0 h 23215" name="connsiteY0"/>
                        <a:gd fmla="*/ 2731678 w 2731677" name="connsiteX1"/>
                        <a:gd fmla="*/ 0 h 23215" name="connsiteY1"/>
                        <a:gd fmla="*/ 2731678 w 2731677" name="connsiteX2"/>
                        <a:gd fmla="*/ 23215 h 23215" name="connsiteY2"/>
                        <a:gd fmla="*/ 0 w 2731677" name="connsiteX3"/>
                        <a:gd fmla="*/ 23215 h 23215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23215" w="2731677">
                          <a:moveTo>
                            <a:pt x="0" y="0"/>
                          </a:moveTo>
                          <a:lnTo>
                            <a:pt x="2731678" y="0"/>
                          </a:lnTo>
                          <a:lnTo>
                            <a:pt x="2731678" y="23215"/>
                          </a:lnTo>
                          <a:lnTo>
                            <a:pt x="0" y="23215"/>
                          </a:lnTo>
                          <a:close/>
                        </a:path>
                      </a:pathLst>
                    </a:custGeom>
                    <a:solidFill>
                      <a:srgbClr val="9E9EA8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26ecf9ee-dde8-4eb3-82c4-a5cb6fe3b5ba" id="2354" name="任意多边形: 形状 2353">
                      <a:extLst>
                        <a:ext uri="{FF2B5EF4-FFF2-40B4-BE49-F238E27FC236}">
                          <a16:creationId id="{A23A7687-A039-8D67-845D-520EF04237DE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2892456" y="5020892"/>
                      <a:ext cx="2731634" cy="23215"/>
                    </a:xfrm>
                    <a:custGeom>
                      <a:avLst/>
                      <a:gdLst>
                        <a:gd fmla="*/ 0 w 2731634" name="connsiteX0"/>
                        <a:gd fmla="*/ 0 h 23215" name="connsiteY0"/>
                        <a:gd fmla="*/ 2731635 w 2731634" name="connsiteX1"/>
                        <a:gd fmla="*/ 0 h 23215" name="connsiteY1"/>
                        <a:gd fmla="*/ 2731635 w 2731634" name="connsiteX2"/>
                        <a:gd fmla="*/ 23215 h 23215" name="connsiteY2"/>
                        <a:gd fmla="*/ 0 w 2731634" name="connsiteX3"/>
                        <a:gd fmla="*/ 23215 h 23215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23215" w="2731634">
                          <a:moveTo>
                            <a:pt x="0" y="0"/>
                          </a:moveTo>
                          <a:lnTo>
                            <a:pt x="2731635" y="0"/>
                          </a:lnTo>
                          <a:lnTo>
                            <a:pt x="2731635" y="23215"/>
                          </a:lnTo>
                          <a:lnTo>
                            <a:pt x="0" y="23215"/>
                          </a:lnTo>
                          <a:close/>
                        </a:path>
                      </a:pathLst>
                    </a:custGeom>
                    <a:solidFill>
                      <a:srgbClr val="9E9EA8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a4045f23-dfae-4c72-80a3-6eb9dfeb5442" id="2355" name="任意多边形: 形状 2354">
                      <a:extLst>
                        <a:ext uri="{FF2B5EF4-FFF2-40B4-BE49-F238E27FC236}">
                          <a16:creationId id="{2A97498B-8B51-AEEB-265F-62D32DC810CE}"/>
                        </a:ext>
                      </a:extLst>
                    </p:cNvPr>
                    <p:cNvSpPr/>
                    <p:nvPr/>
                  </p:nvSpPr>
                  <p:spPr>
                    <a:xfrm rot="-868199" flipV="false" flipH="false">
                      <a:off x="3265722" y="3792111"/>
                      <a:ext cx="23172" cy="1671952"/>
                    </a:xfrm>
                    <a:custGeom>
                      <a:avLst/>
                      <a:gdLst>
                        <a:gd fmla="*/ 0 w 23172" name="connsiteX0"/>
                        <a:gd fmla="*/ 0 h 1671952" name="connsiteY0"/>
                        <a:gd fmla="*/ 23173 w 23172" name="connsiteX1"/>
                        <a:gd fmla="*/ 0 h 1671952" name="connsiteY1"/>
                        <a:gd fmla="*/ 23173 w 23172" name="connsiteX2"/>
                        <a:gd fmla="*/ 1671953 h 1671952" name="connsiteY2"/>
                        <a:gd fmla="*/ 0 w 23172" name="connsiteX3"/>
                        <a:gd fmla="*/ 1671953 h 1671952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1671952" w="23172">
                          <a:moveTo>
                            <a:pt x="0" y="0"/>
                          </a:moveTo>
                          <a:lnTo>
                            <a:pt x="23173" y="0"/>
                          </a:lnTo>
                          <a:lnTo>
                            <a:pt x="23173" y="1671953"/>
                          </a:lnTo>
                          <a:lnTo>
                            <a:pt x="0" y="1671953"/>
                          </a:lnTo>
                          <a:close/>
                        </a:path>
                      </a:pathLst>
                    </a:custGeom>
                    <a:solidFill>
                      <a:srgbClr val="9E9EA8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d5bf1549-b8e6-4ff6-8c7b-05b72330a833" id="2356" name="任意多边形: 形状 2355">
                      <a:extLst>
                        <a:ext uri="{FF2B5EF4-FFF2-40B4-BE49-F238E27FC236}">
                          <a16:creationId id="{109BADF0-AA04-0A38-81E9-D6E34191AB78}"/>
                        </a:ext>
                      </a:extLst>
                    </p:cNvPr>
                    <p:cNvSpPr/>
                    <p:nvPr/>
                  </p:nvSpPr>
                  <p:spPr>
                    <a:xfrm rot="-868199" flipV="false" flipH="false">
                      <a:off x="3843326" y="3792003"/>
                      <a:ext cx="23172" cy="1671952"/>
                    </a:xfrm>
                    <a:custGeom>
                      <a:avLst/>
                      <a:gdLst>
                        <a:gd fmla="*/ 0 w 23172" name="connsiteX0"/>
                        <a:gd fmla="*/ 0 h 1671952" name="connsiteY0"/>
                        <a:gd fmla="*/ 23173 w 23172" name="connsiteX1"/>
                        <a:gd fmla="*/ 0 h 1671952" name="connsiteY1"/>
                        <a:gd fmla="*/ 23173 w 23172" name="connsiteX2"/>
                        <a:gd fmla="*/ 1671953 h 1671952" name="connsiteY2"/>
                        <a:gd fmla="*/ 0 w 23172" name="connsiteX3"/>
                        <a:gd fmla="*/ 1671953 h 1671952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1671952" w="23172">
                          <a:moveTo>
                            <a:pt x="0" y="0"/>
                          </a:moveTo>
                          <a:lnTo>
                            <a:pt x="23173" y="0"/>
                          </a:lnTo>
                          <a:lnTo>
                            <a:pt x="23173" y="1671953"/>
                          </a:lnTo>
                          <a:lnTo>
                            <a:pt x="0" y="1671953"/>
                          </a:lnTo>
                          <a:close/>
                        </a:path>
                      </a:pathLst>
                    </a:custGeom>
                    <a:solidFill>
                      <a:srgbClr val="9E9EA8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20bd4119-eb45-44dd-b7da-5aa4b65c8eca" id="2357" name="任意多边形: 形状 2356">
                      <a:extLst>
                        <a:ext uri="{FF2B5EF4-FFF2-40B4-BE49-F238E27FC236}">
                          <a16:creationId id="{4D9B4065-0D88-5F73-0260-2A6DE8BDC58D}"/>
                        </a:ext>
                      </a:extLst>
                    </p:cNvPr>
                    <p:cNvSpPr/>
                    <p:nvPr/>
                  </p:nvSpPr>
                  <p:spPr>
                    <a:xfrm rot="-868199" flipV="false" flipH="false">
                      <a:off x="4420719" y="3792034"/>
                      <a:ext cx="23172" cy="1671952"/>
                    </a:xfrm>
                    <a:custGeom>
                      <a:avLst/>
                      <a:gdLst>
                        <a:gd fmla="*/ 0 w 23172" name="connsiteX0"/>
                        <a:gd fmla="*/ 0 h 1671952" name="connsiteY0"/>
                        <a:gd fmla="*/ 23173 w 23172" name="connsiteX1"/>
                        <a:gd fmla="*/ 0 h 1671952" name="connsiteY1"/>
                        <a:gd fmla="*/ 23173 w 23172" name="connsiteX2"/>
                        <a:gd fmla="*/ 1671953 h 1671952" name="connsiteY2"/>
                        <a:gd fmla="*/ 0 w 23172" name="connsiteX3"/>
                        <a:gd fmla="*/ 1671953 h 1671952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1671952" w="23172">
                          <a:moveTo>
                            <a:pt x="0" y="0"/>
                          </a:moveTo>
                          <a:lnTo>
                            <a:pt x="23173" y="0"/>
                          </a:lnTo>
                          <a:lnTo>
                            <a:pt x="23173" y="1671953"/>
                          </a:lnTo>
                          <a:lnTo>
                            <a:pt x="0" y="1671953"/>
                          </a:lnTo>
                          <a:close/>
                        </a:path>
                      </a:pathLst>
                    </a:custGeom>
                    <a:solidFill>
                      <a:srgbClr val="9E9EA8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6c559a76-2f63-406c-aa69-a849f5fb377f" id="2358" name="任意多边形: 形状 2357">
                      <a:extLst>
                        <a:ext uri="{FF2B5EF4-FFF2-40B4-BE49-F238E27FC236}">
                          <a16:creationId id="{11BCBC9C-532D-2B56-C11D-924DF8086C7D}"/>
                        </a:ext>
                      </a:extLst>
                    </p:cNvPr>
                    <p:cNvSpPr/>
                    <p:nvPr/>
                  </p:nvSpPr>
                  <p:spPr>
                    <a:xfrm rot="-868199" flipV="false" flipH="false">
                      <a:off x="4998283" y="3791937"/>
                      <a:ext cx="23172" cy="1671952"/>
                    </a:xfrm>
                    <a:custGeom>
                      <a:avLst/>
                      <a:gdLst>
                        <a:gd fmla="*/ 0 w 23172" name="connsiteX0"/>
                        <a:gd fmla="*/ 0 h 1671952" name="connsiteY0"/>
                        <a:gd fmla="*/ 23173 w 23172" name="connsiteX1"/>
                        <a:gd fmla="*/ 0 h 1671952" name="connsiteY1"/>
                        <a:gd fmla="*/ 23173 w 23172" name="connsiteX2"/>
                        <a:gd fmla="*/ 1671953 h 1671952" name="connsiteY2"/>
                        <a:gd fmla="*/ 0 w 23172" name="connsiteX3"/>
                        <a:gd fmla="*/ 1671953 h 1671952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1671952" w="23172">
                          <a:moveTo>
                            <a:pt x="0" y="0"/>
                          </a:moveTo>
                          <a:lnTo>
                            <a:pt x="23173" y="0"/>
                          </a:lnTo>
                          <a:lnTo>
                            <a:pt x="23173" y="1671953"/>
                          </a:lnTo>
                          <a:lnTo>
                            <a:pt x="0" y="1671953"/>
                          </a:lnTo>
                          <a:close/>
                        </a:path>
                      </a:pathLst>
                    </a:custGeom>
                    <a:solidFill>
                      <a:srgbClr val="9E9EA8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</p:grpSp>
              <p:sp>
                <p:nvSpPr>
                  <p:cNvPr descr="b60d48cd-2afa-4509-b27c-5629348cccb3" id="2349" name="任意多边形: 形状 2348">
                    <a:extLst>
                      <a:ext uri="{FF2B5EF4-FFF2-40B4-BE49-F238E27FC236}">
                        <a16:creationId id="{1044BDDC-F13A-3FBB-E5E7-BA9B861C13C7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3887911" y="6349603"/>
                    <a:ext cx="459020" cy="139293"/>
                  </a:xfrm>
                  <a:custGeom>
                    <a:avLst/>
                    <a:gdLst>
                      <a:gd fmla="*/ 0 w 459020" name="connsiteX0"/>
                      <a:gd fmla="*/ 0 h 139293" name="connsiteY0"/>
                      <a:gd fmla="*/ 319727 w 459020" name="connsiteX1"/>
                      <a:gd fmla="*/ 0 h 139293" name="connsiteY1"/>
                      <a:gd fmla="*/ 459021 w 459020" name="connsiteX2"/>
                      <a:gd fmla="*/ 139294 h 139293" name="connsiteY2"/>
                      <a:gd fmla="*/ 0 w 459020" name="connsiteX3"/>
                      <a:gd fmla="*/ 139294 h 139293" name="connsiteY3"/>
                      <a:gd fmla="*/ 0 w 459020" name="connsiteX4"/>
                      <a:gd fmla="*/ 0 h 139293" name="connsiteY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b="b" l="l" r="r" t="t"/>
                    <a:pathLst>
                      <a:path h="139293" w="459020">
                        <a:moveTo>
                          <a:pt x="0" y="0"/>
                        </a:moveTo>
                        <a:lnTo>
                          <a:pt x="319727" y="0"/>
                        </a:lnTo>
                        <a:cubicBezTo>
                          <a:pt x="396672" y="0"/>
                          <a:pt x="459021" y="62349"/>
                          <a:pt x="459021" y="139294"/>
                        </a:cubicBezTo>
                        <a:lnTo>
                          <a:pt x="0" y="13929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55560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</p:grpSp>
          </p:grpSp>
          <p:grpSp>
            <p:nvGrpSpPr>
              <p:cNvPr descr="8a07bc1e-564c-479b-a252-1ad1b343436c" id="11" name="图形 6643">
                <a:extLst>
                  <a:ext uri="{FF2B5EF4-FFF2-40B4-BE49-F238E27FC236}">
                    <a16:creationId id="{21300FDC-3154-EAFA-AAF2-745CC716F257}"/>
                  </a:ext>
                </a:extLst>
              </p:cNvPr>
              <p:cNvGrpSpPr/>
              <p:nvPr/>
            </p:nvGrpSpPr>
            <p:grpSpPr>
              <a:xfrm>
                <a:off x="5871190" y="1208194"/>
                <a:ext cx="2778281" cy="4799071"/>
                <a:chOff x="5786387" y="0"/>
                <a:chExt cx="3929373" cy="6787414"/>
              </a:xfrm>
            </p:grpSpPr>
            <p:sp>
              <p:nvSpPr>
                <p:cNvPr descr="5e7861c2-1746-44a3-aa18-fe7c9d5c8757" id="250" name="任意多边形: 形状 249">
                  <a:extLst>
                    <a:ext uri="{FF2B5EF4-FFF2-40B4-BE49-F238E27FC236}">
                      <a16:creationId id="{317571AE-C9E2-D782-2865-AB75E24C763C}"/>
                    </a:ext>
                  </a:extLst>
                </p:cNvPr>
                <p:cNvSpPr/>
                <p:nvPr/>
              </p:nvSpPr>
              <p:spPr>
                <a:xfrm flipV="false" flipH="false">
                  <a:off x="6925353" y="1687184"/>
                  <a:ext cx="747970" cy="591020"/>
                </a:xfrm>
                <a:custGeom>
                  <a:avLst/>
                  <a:gdLst>
                    <a:gd fmla="*/ 360490 w 747970" name="connsiteX0"/>
                    <a:gd fmla="*/ 591020 h 591020" name="connsiteY0"/>
                    <a:gd fmla="*/ 189232 w 747970" name="connsiteX1"/>
                    <a:gd fmla="*/ 455908 h 591020" name="connsiteY1"/>
                    <a:gd fmla="*/ 349 w 747970" name="connsiteX2"/>
                    <a:gd fmla="*/ 23517 h 591020" name="connsiteY2"/>
                    <a:gd fmla="*/ 3422 w 747970" name="connsiteX3"/>
                    <a:gd fmla="*/ 22237 h 591020" name="connsiteY3"/>
                    <a:gd fmla="*/ 4702 w 747970" name="connsiteX4"/>
                    <a:gd fmla="*/ 25310 h 591020" name="connsiteY4"/>
                    <a:gd fmla="*/ 216672 w 747970" name="connsiteX5"/>
                    <a:gd fmla="*/ 485952 h 591020" name="connsiteY5"/>
                    <a:gd fmla="*/ 361898 w 747970" name="connsiteX6"/>
                    <a:gd fmla="*/ 586283 h 591020" name="connsiteY6"/>
                    <a:gd fmla="*/ 740305 w 747970" name="connsiteX7"/>
                    <a:gd fmla="*/ 290924 h 591020" name="connsiteY7"/>
                    <a:gd fmla="*/ 739920 w 747970" name="connsiteX8"/>
                    <a:gd fmla="*/ 262630 h 591020" name="connsiteY8"/>
                    <a:gd fmla="*/ 578819 w 747970" name="connsiteX9"/>
                    <a:gd fmla="*/ 77929 h 591020" name="connsiteY9"/>
                    <a:gd fmla="*/ 396466 w 747970" name="connsiteX10"/>
                    <a:gd fmla="*/ 244407 h 591020" name="connsiteY10"/>
                    <a:gd fmla="*/ 364288 w 747970" name="connsiteX11"/>
                    <a:gd fmla="*/ 285547 h 591020" name="connsiteY11"/>
                    <a:gd fmla="*/ 340389 w 747970" name="connsiteX12"/>
                    <a:gd fmla="*/ 286144 h 591020" name="connsiteY12"/>
                    <a:gd fmla="*/ 181337 w 747970" name="connsiteX13"/>
                    <a:gd fmla="*/ 88342 h 591020" name="connsiteY13"/>
                    <a:gd fmla="*/ 119286 w 747970" name="connsiteX14"/>
                    <a:gd fmla="*/ 4655 h 591020" name="connsiteY14"/>
                    <a:gd fmla="*/ 117451 w 747970" name="connsiteX15"/>
                    <a:gd fmla="*/ 1881 h 591020" name="connsiteY15"/>
                    <a:gd fmla="*/ 120097 w 747970" name="connsiteX16"/>
                    <a:gd fmla="*/ 45 h 591020" name="connsiteY16"/>
                    <a:gd fmla="*/ 185178 w 747970" name="connsiteX17"/>
                    <a:gd fmla="*/ 85696 h 591020" name="connsiteY17"/>
                    <a:gd fmla="*/ 342651 w 747970" name="connsiteX18"/>
                    <a:gd fmla="*/ 282005 h 591020" name="connsiteY18"/>
                    <a:gd fmla="*/ 360746 w 747970" name="connsiteX19"/>
                    <a:gd fmla="*/ 282431 h 591020" name="connsiteY19"/>
                    <a:gd fmla="*/ 392753 w 747970" name="connsiteX20"/>
                    <a:gd fmla="*/ 241505 h 591020" name="connsiteY20"/>
                    <a:gd fmla="*/ 580313 w 747970" name="connsiteX21"/>
                    <a:gd fmla="*/ 73363 h 591020" name="connsiteY21"/>
                    <a:gd fmla="*/ 744444 w 747970" name="connsiteX22"/>
                    <a:gd fmla="*/ 261093 h 591020" name="connsiteY22"/>
                    <a:gd fmla="*/ 744231 w 747970" name="connsiteX23"/>
                    <a:gd fmla="*/ 293527 h 591020" name="connsiteY23"/>
                    <a:gd fmla="*/ 362069 w 747970" name="connsiteX24"/>
                    <a:gd fmla="*/ 590892 h 591020" name="connsiteY24"/>
                    <a:gd fmla="*/ 360575 w 747970" name="connsiteX25"/>
                    <a:gd fmla="*/ 590892 h 591020" name="connsiteY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b="b" l="l" r="r" t="t"/>
                  <a:pathLst>
                    <a:path h="591020" w="747970">
                      <a:moveTo>
                        <a:pt x="360490" y="591020"/>
                      </a:moveTo>
                      <a:cubicBezTo>
                        <a:pt x="307615" y="591020"/>
                        <a:pt x="250045" y="545570"/>
                        <a:pt x="189232" y="455908"/>
                      </a:cubicBezTo>
                      <a:cubicBezTo>
                        <a:pt x="80878" y="296088"/>
                        <a:pt x="-6223" y="39222"/>
                        <a:pt x="349" y="23517"/>
                      </a:cubicBezTo>
                      <a:cubicBezTo>
                        <a:pt x="861" y="22322"/>
                        <a:pt x="2227" y="21768"/>
                        <a:pt x="3422" y="22237"/>
                      </a:cubicBezTo>
                      <a:cubicBezTo>
                        <a:pt x="4617" y="22749"/>
                        <a:pt x="5171" y="24115"/>
                        <a:pt x="4702" y="25310"/>
                      </a:cubicBezTo>
                      <a:cubicBezTo>
                        <a:pt x="519" y="40033"/>
                        <a:pt x="97394" y="330655"/>
                        <a:pt x="216672" y="485952"/>
                      </a:cubicBezTo>
                      <a:cubicBezTo>
                        <a:pt x="268353" y="553252"/>
                        <a:pt x="317089" y="587009"/>
                        <a:pt x="361898" y="586283"/>
                      </a:cubicBezTo>
                      <a:cubicBezTo>
                        <a:pt x="539771" y="583381"/>
                        <a:pt x="738299" y="293868"/>
                        <a:pt x="740305" y="290924"/>
                      </a:cubicBezTo>
                      <a:cubicBezTo>
                        <a:pt x="744273" y="285461"/>
                        <a:pt x="744145" y="275689"/>
                        <a:pt x="739920" y="262630"/>
                      </a:cubicBezTo>
                      <a:cubicBezTo>
                        <a:pt x="720631" y="203097"/>
                        <a:pt x="624269" y="92609"/>
                        <a:pt x="578819" y="77929"/>
                      </a:cubicBezTo>
                      <a:cubicBezTo>
                        <a:pt x="533796" y="63334"/>
                        <a:pt x="447805" y="176681"/>
                        <a:pt x="396466" y="244407"/>
                      </a:cubicBezTo>
                      <a:cubicBezTo>
                        <a:pt x="383322" y="261733"/>
                        <a:pt x="371970" y="276713"/>
                        <a:pt x="364288" y="285547"/>
                      </a:cubicBezTo>
                      <a:cubicBezTo>
                        <a:pt x="358911" y="291735"/>
                        <a:pt x="350845" y="291948"/>
                        <a:pt x="340389" y="286144"/>
                      </a:cubicBezTo>
                      <a:cubicBezTo>
                        <a:pt x="302109" y="264934"/>
                        <a:pt x="232292" y="162896"/>
                        <a:pt x="181337" y="88342"/>
                      </a:cubicBezTo>
                      <a:cubicBezTo>
                        <a:pt x="153640" y="47885"/>
                        <a:pt x="125048" y="6063"/>
                        <a:pt x="119286" y="4655"/>
                      </a:cubicBezTo>
                      <a:cubicBezTo>
                        <a:pt x="118049" y="4356"/>
                        <a:pt x="117195" y="3118"/>
                        <a:pt x="117451" y="1881"/>
                      </a:cubicBezTo>
                      <a:cubicBezTo>
                        <a:pt x="117707" y="643"/>
                        <a:pt x="118817" y="-211"/>
                        <a:pt x="120097" y="45"/>
                      </a:cubicBezTo>
                      <a:cubicBezTo>
                        <a:pt x="127181" y="1326"/>
                        <a:pt x="146257" y="28724"/>
                        <a:pt x="185178" y="85696"/>
                      </a:cubicBezTo>
                      <a:cubicBezTo>
                        <a:pt x="235876" y="159824"/>
                        <a:pt x="305353" y="261349"/>
                        <a:pt x="342651" y="282005"/>
                      </a:cubicBezTo>
                      <a:cubicBezTo>
                        <a:pt x="355113" y="288918"/>
                        <a:pt x="359338" y="284053"/>
                        <a:pt x="360746" y="282431"/>
                      </a:cubicBezTo>
                      <a:cubicBezTo>
                        <a:pt x="368342" y="273725"/>
                        <a:pt x="379652" y="258789"/>
                        <a:pt x="392753" y="241505"/>
                      </a:cubicBezTo>
                      <a:cubicBezTo>
                        <a:pt x="444860" y="172797"/>
                        <a:pt x="532047" y="57743"/>
                        <a:pt x="580313" y="73363"/>
                      </a:cubicBezTo>
                      <a:cubicBezTo>
                        <a:pt x="627726" y="88726"/>
                        <a:pt x="724386" y="199256"/>
                        <a:pt x="744444" y="261093"/>
                      </a:cubicBezTo>
                      <a:cubicBezTo>
                        <a:pt x="749224" y="275859"/>
                        <a:pt x="749138" y="286784"/>
                        <a:pt x="744231" y="293527"/>
                      </a:cubicBezTo>
                      <a:cubicBezTo>
                        <a:pt x="742268" y="296386"/>
                        <a:pt x="542332" y="587947"/>
                        <a:pt x="362069" y="590892"/>
                      </a:cubicBezTo>
                      <a:cubicBezTo>
                        <a:pt x="361557" y="590892"/>
                        <a:pt x="361087" y="590892"/>
                        <a:pt x="360575" y="590892"/>
                      </a:cubicBezTo>
                      <a:close/>
                    </a:path>
                  </a:pathLst>
                </a:custGeom>
                <a:solidFill>
                  <a:srgbClr val="31313B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333cade0-8d1d-45ad-800f-999caf3b3638" id="251" name="任意多边形: 形状 250">
                  <a:extLst>
                    <a:ext uri="{FF2B5EF4-FFF2-40B4-BE49-F238E27FC236}">
                      <a16:creationId id="{FDDAEBEE-FF35-2F91-239E-BCA9530CFE7B}"/>
                    </a:ext>
                  </a:extLst>
                </p:cNvPr>
                <p:cNvSpPr/>
                <p:nvPr/>
              </p:nvSpPr>
              <p:spPr>
                <a:xfrm flipV="false" flipH="false">
                  <a:off x="6733618" y="2521672"/>
                  <a:ext cx="1131344" cy="1217409"/>
                </a:xfrm>
                <a:custGeom>
                  <a:avLst/>
                  <a:gdLst>
                    <a:gd fmla="*/ 725403 w 1131344" name="connsiteX0"/>
                    <a:gd fmla="*/ 18390 h 1217409" name="connsiteY0"/>
                    <a:gd fmla="*/ 106263 w 1131344" name="connsiteX1"/>
                    <a:gd fmla="*/ 567798 h 1217409" name="connsiteY1"/>
                    <a:gd fmla="*/ 0 w 1131344" name="connsiteX2"/>
                    <a:gd fmla="*/ 1059680 h 1217409" name="connsiteY2"/>
                    <a:gd fmla="*/ 227163 w 1131344" name="connsiteX3"/>
                    <a:gd fmla="*/ 1216940 h 1217409" name="connsiteY3"/>
                    <a:gd fmla="*/ 516889 w 1131344" name="connsiteX4"/>
                    <a:gd fmla="*/ 671117 h 1217409" name="connsiteY4"/>
                    <a:gd fmla="*/ 1130994 w 1131344" name="connsiteX5"/>
                    <a:gd fmla="*/ 212053 h 1217409" name="connsiteY5"/>
                    <a:gd fmla="*/ 725361 w 1131344" name="connsiteX6"/>
                    <a:gd fmla="*/ 18390 h 1217409" name="connsiteY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b="b" l="l" r="r" t="t"/>
                  <a:pathLst>
                    <a:path h="1217409" w="1131344">
                      <a:moveTo>
                        <a:pt x="725403" y="18390"/>
                      </a:moveTo>
                      <a:cubicBezTo>
                        <a:pt x="725403" y="18390"/>
                        <a:pt x="194687" y="328302"/>
                        <a:pt x="106263" y="567798"/>
                      </a:cubicBezTo>
                      <a:cubicBezTo>
                        <a:pt x="17839" y="807295"/>
                        <a:pt x="0" y="1059680"/>
                        <a:pt x="0" y="1059680"/>
                      </a:cubicBezTo>
                      <a:cubicBezTo>
                        <a:pt x="0" y="1059680"/>
                        <a:pt x="61624" y="1227396"/>
                        <a:pt x="227163" y="1216940"/>
                      </a:cubicBezTo>
                      <a:cubicBezTo>
                        <a:pt x="227163" y="1216940"/>
                        <a:pt x="391423" y="769698"/>
                        <a:pt x="516889" y="671117"/>
                      </a:cubicBezTo>
                      <a:cubicBezTo>
                        <a:pt x="642356" y="572493"/>
                        <a:pt x="1117466" y="386426"/>
                        <a:pt x="1130994" y="212053"/>
                      </a:cubicBezTo>
                      <a:cubicBezTo>
                        <a:pt x="1144522" y="37680"/>
                        <a:pt x="761464" y="-37985"/>
                        <a:pt x="725361" y="18390"/>
                      </a:cubicBezTo>
                      <a:close/>
                    </a:path>
                  </a:pathLst>
                </a:custGeom>
                <a:solidFill>
                  <a:srgbClr val="FFD47D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grpSp>
              <p:nvGrpSpPr>
                <p:cNvPr descr="e6ce296c-a84b-4bde-99ee-7e7567ce6176" id="252" name="图形 6643">
                  <a:extLst>
                    <a:ext uri="{FF2B5EF4-FFF2-40B4-BE49-F238E27FC236}">
                      <a16:creationId id="{94069BD3-4887-7E37-E7A5-C70BE26145F2}"/>
                    </a:ext>
                  </a:extLst>
                </p:cNvPr>
                <p:cNvGrpSpPr/>
                <p:nvPr/>
              </p:nvGrpSpPr>
              <p:grpSpPr>
                <a:xfrm>
                  <a:off x="5786387" y="0"/>
                  <a:ext cx="3929373" cy="6787414"/>
                  <a:chOff x="5786387" y="0"/>
                  <a:chExt cx="3929373" cy="6787414"/>
                </a:xfrm>
              </p:grpSpPr>
              <p:sp>
                <p:nvSpPr>
                  <p:cNvPr descr="ca9b80a3-46cd-408e-91ad-ad34463bbd49" id="2323" name="任意多边形: 形状 2322">
                    <a:extLst>
                      <a:ext uri="{FF2B5EF4-FFF2-40B4-BE49-F238E27FC236}">
                        <a16:creationId id="{76944336-60C9-BECC-9C43-712A4DBA9C09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6039582" y="93716"/>
                    <a:ext cx="3676177" cy="1574053"/>
                  </a:xfrm>
                  <a:custGeom>
                    <a:avLst/>
                    <a:gdLst>
                      <a:gd fmla="*/ 3676093 w 3676177" name="connsiteX0"/>
                      <a:gd fmla="*/ 1574054 h 1574053" name="connsiteY0"/>
                      <a:gd fmla="*/ 2087188 w 3676177" name="connsiteX1"/>
                      <a:gd fmla="*/ 1315012 h 1574053" name="connsiteY1"/>
                      <a:gd fmla="*/ 936307 w 3676177" name="connsiteX2"/>
                      <a:gd fmla="*/ 776571 h 1574053" name="connsiteY2"/>
                      <a:gd fmla="*/ 236296 w 3676177" name="connsiteX3"/>
                      <a:gd fmla="*/ 244148 h 1574053" name="connsiteY3"/>
                      <a:gd fmla="*/ 0 w 3676177" name="connsiteX4"/>
                      <a:gd fmla="*/ 3115 h 1574053" name="connsiteY4"/>
                      <a:gd fmla="*/ 3755 w 3676177" name="connsiteX5"/>
                      <a:gd fmla="*/ 0 h 1574053" name="connsiteY5"/>
                      <a:gd fmla="*/ 939081 w 3676177" name="connsiteX6"/>
                      <a:gd fmla="*/ 772517 h 1574053" name="connsiteY6"/>
                      <a:gd fmla="*/ 2088852 w 3676177" name="connsiteX7"/>
                      <a:gd fmla="*/ 1310360 h 1574053" name="connsiteY7"/>
                      <a:gd fmla="*/ 3676178 w 3676177" name="connsiteX8"/>
                      <a:gd fmla="*/ 1569146 h 1574053" name="connsiteY8"/>
                      <a:gd fmla="*/ 3676093 w 3676177" name="connsiteX9"/>
                      <a:gd fmla="*/ 1574011 h 1574053" name="connsiteY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b="b" l="l" r="r" t="t"/>
                    <a:pathLst>
                      <a:path h="1574053" w="3676177">
                        <a:moveTo>
                          <a:pt x="3676093" y="1574054"/>
                        </a:moveTo>
                        <a:cubicBezTo>
                          <a:pt x="3127581" y="1566671"/>
                          <a:pt x="2592981" y="1479527"/>
                          <a:pt x="2087188" y="1315012"/>
                        </a:cubicBezTo>
                        <a:cubicBezTo>
                          <a:pt x="1682536" y="1183400"/>
                          <a:pt x="1295339" y="1002241"/>
                          <a:pt x="936307" y="776571"/>
                        </a:cubicBezTo>
                        <a:cubicBezTo>
                          <a:pt x="616879" y="575782"/>
                          <a:pt x="379302" y="376230"/>
                          <a:pt x="236296" y="244148"/>
                        </a:cubicBezTo>
                        <a:cubicBezTo>
                          <a:pt x="81297" y="101014"/>
                          <a:pt x="768" y="4097"/>
                          <a:pt x="0" y="3115"/>
                        </a:cubicBezTo>
                        <a:lnTo>
                          <a:pt x="3755" y="0"/>
                        </a:lnTo>
                        <a:cubicBezTo>
                          <a:pt x="6913" y="3841"/>
                          <a:pt x="328305" y="388691"/>
                          <a:pt x="939081" y="772517"/>
                        </a:cubicBezTo>
                        <a:cubicBezTo>
                          <a:pt x="1297771" y="997931"/>
                          <a:pt x="1684584" y="1178876"/>
                          <a:pt x="2088852" y="1310360"/>
                        </a:cubicBezTo>
                        <a:cubicBezTo>
                          <a:pt x="2594134" y="1474705"/>
                          <a:pt x="3128178" y="1561763"/>
                          <a:pt x="3676178" y="1569146"/>
                        </a:cubicBezTo>
                        <a:lnTo>
                          <a:pt x="3676093" y="1574011"/>
                        </a:lnTo>
                        <a:close/>
                      </a:path>
                    </a:pathLst>
                  </a:custGeom>
                  <a:solidFill>
                    <a:srgbClr val="555560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d8b07277-5b80-4783-bdae-3f79f2390024" id="2324" name="任意多边形: 形状 2323">
                    <a:extLst>
                      <a:ext uri="{FF2B5EF4-FFF2-40B4-BE49-F238E27FC236}">
                        <a16:creationId id="{71550167-CE9E-EB27-C190-53781A14E1B0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6824433" y="93545"/>
                    <a:ext cx="2707864" cy="1094804"/>
                  </a:xfrm>
                  <a:custGeom>
                    <a:avLst/>
                    <a:gdLst>
                      <a:gd fmla="*/ 2707310 w 2707864" name="connsiteX0"/>
                      <a:gd fmla="*/ 1094805 h 1094804" name="connsiteY0"/>
                      <a:gd fmla="*/ 1547723 w 2707864" name="connsiteX1"/>
                      <a:gd fmla="*/ 841951 h 1094804" name="connsiteY1"/>
                      <a:gd fmla="*/ 698987 w 2707864" name="connsiteX2"/>
                      <a:gd fmla="*/ 476048 h 1094804" name="connsiteY2"/>
                      <a:gd fmla="*/ 0 w 2707864" name="connsiteX3"/>
                      <a:gd fmla="*/ 3585 h 1094804" name="connsiteY3"/>
                      <a:gd fmla="*/ 3329 w 2707864" name="connsiteX4"/>
                      <a:gd fmla="*/ 0 h 1094804" name="connsiteY4"/>
                      <a:gd fmla="*/ 701462 w 2707864" name="connsiteX5"/>
                      <a:gd fmla="*/ 471824 h 1094804" name="connsiteY5"/>
                      <a:gd fmla="*/ 1549387 w 2707864" name="connsiteX6"/>
                      <a:gd fmla="*/ 837342 h 1094804" name="connsiteY6"/>
                      <a:gd fmla="*/ 2707864 w 2707864" name="connsiteX7"/>
                      <a:gd fmla="*/ 1089940 h 1094804" name="connsiteY7"/>
                      <a:gd fmla="*/ 2707310 w 2707864" name="connsiteX8"/>
                      <a:gd fmla="*/ 1094805 h 1094804" name="connsiteY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b="b" l="l" r="r" t="t"/>
                    <a:pathLst>
                      <a:path h="1094804" w="2707864">
                        <a:moveTo>
                          <a:pt x="2707310" y="1094805"/>
                        </a:moveTo>
                        <a:cubicBezTo>
                          <a:pt x="2309059" y="1050251"/>
                          <a:pt x="1918917" y="965198"/>
                          <a:pt x="1547723" y="841951"/>
                        </a:cubicBezTo>
                        <a:cubicBezTo>
                          <a:pt x="1250785" y="743370"/>
                          <a:pt x="965198" y="620250"/>
                          <a:pt x="698987" y="476048"/>
                        </a:cubicBezTo>
                        <a:cubicBezTo>
                          <a:pt x="336242" y="279569"/>
                          <a:pt x="83133" y="81084"/>
                          <a:pt x="0" y="3585"/>
                        </a:cubicBezTo>
                        <a:lnTo>
                          <a:pt x="3329" y="0"/>
                        </a:lnTo>
                        <a:cubicBezTo>
                          <a:pt x="86376" y="77371"/>
                          <a:pt x="339102" y="275558"/>
                          <a:pt x="701462" y="471824"/>
                        </a:cubicBezTo>
                        <a:cubicBezTo>
                          <a:pt x="967418" y="615854"/>
                          <a:pt x="1252705" y="738846"/>
                          <a:pt x="1549387" y="837342"/>
                        </a:cubicBezTo>
                        <a:cubicBezTo>
                          <a:pt x="1920197" y="960461"/>
                          <a:pt x="2309998" y="1045429"/>
                          <a:pt x="2707864" y="1089940"/>
                        </a:cubicBezTo>
                        <a:lnTo>
                          <a:pt x="2707310" y="1094805"/>
                        </a:lnTo>
                        <a:close/>
                      </a:path>
                    </a:pathLst>
                  </a:custGeom>
                  <a:solidFill>
                    <a:srgbClr val="555560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21177a26-4ac1-4fbb-a97e-c20174b651e4" id="2325" name="任意多边形: 形状 2324">
                    <a:extLst>
                      <a:ext uri="{FF2B5EF4-FFF2-40B4-BE49-F238E27FC236}">
                        <a16:creationId id="{F02A7C08-41C9-91F9-D6F5-D978F97A15CF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7629981" y="93246"/>
                    <a:ext cx="1669391" cy="624944"/>
                  </a:xfrm>
                  <a:custGeom>
                    <a:avLst/>
                    <a:gdLst>
                      <a:gd fmla="*/ 1668539 w 1669391" name="connsiteX0"/>
                      <a:gd fmla="*/ 624902 h 624944" name="connsiteY0"/>
                      <a:gd fmla="*/ 493418 w 1669391" name="connsiteX1"/>
                      <a:gd fmla="*/ 252811 h 624944" name="connsiteY1"/>
                      <a:gd fmla="*/ 0 w 1669391" name="connsiteX2"/>
                      <a:gd fmla="*/ 4182 h 624944" name="connsiteY2"/>
                      <a:gd fmla="*/ 2518 w 1669391" name="connsiteX3"/>
                      <a:gd fmla="*/ 0 h 624944" name="connsiteY3"/>
                      <a:gd fmla="*/ 495466 w 1669391" name="connsiteX4"/>
                      <a:gd fmla="*/ 248373 h 624944" name="connsiteY4"/>
                      <a:gd fmla="*/ 1669392 w 1669391" name="connsiteX5"/>
                      <a:gd fmla="*/ 620122 h 624944" name="connsiteY5"/>
                      <a:gd fmla="*/ 1668539 w 1669391" name="connsiteX6"/>
                      <a:gd fmla="*/ 624944 h 624944" name="connsiteY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b="b" l="l" r="r" t="t"/>
                    <a:pathLst>
                      <a:path h="624944" w="1669391">
                        <a:moveTo>
                          <a:pt x="1668539" y="624902"/>
                        </a:moveTo>
                        <a:cubicBezTo>
                          <a:pt x="1198977" y="539849"/>
                          <a:pt x="770341" y="375590"/>
                          <a:pt x="493418" y="252811"/>
                        </a:cubicBezTo>
                        <a:cubicBezTo>
                          <a:pt x="193407" y="119748"/>
                          <a:pt x="1921" y="5334"/>
                          <a:pt x="0" y="4182"/>
                        </a:cubicBezTo>
                        <a:lnTo>
                          <a:pt x="2518" y="0"/>
                        </a:lnTo>
                        <a:cubicBezTo>
                          <a:pt x="4396" y="1152"/>
                          <a:pt x="195712" y="115438"/>
                          <a:pt x="495466" y="248373"/>
                        </a:cubicBezTo>
                        <a:cubicBezTo>
                          <a:pt x="772091" y="371066"/>
                          <a:pt x="1200342" y="535154"/>
                          <a:pt x="1669392" y="620122"/>
                        </a:cubicBezTo>
                        <a:lnTo>
                          <a:pt x="1668539" y="624944"/>
                        </a:lnTo>
                        <a:close/>
                      </a:path>
                    </a:pathLst>
                  </a:custGeom>
                  <a:solidFill>
                    <a:srgbClr val="555560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925fbf59-bef1-49d5-8c49-eef7cd2fd673" id="2326" name="任意多边形: 形状 2325">
                    <a:extLst>
                      <a:ext uri="{FF2B5EF4-FFF2-40B4-BE49-F238E27FC236}">
                        <a16:creationId id="{A9103D6F-4400-1CE2-A6D5-88C0AF2C8226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5786387" y="198655"/>
                    <a:ext cx="2000342" cy="96788"/>
                  </a:xfrm>
                  <a:custGeom>
                    <a:avLst/>
                    <a:gdLst>
                      <a:gd fmla="*/ 1951948 w 2000342" name="connsiteX0"/>
                      <a:gd fmla="*/ 96789 h 96788" name="connsiteY0"/>
                      <a:gd fmla="*/ 48394 w 2000342" name="connsiteX1"/>
                      <a:gd fmla="*/ 96789 h 96788" name="connsiteY1"/>
                      <a:gd fmla="*/ 0 w 2000342" name="connsiteX2"/>
                      <a:gd fmla="*/ 48394 h 96788" name="connsiteY2"/>
                      <a:gd fmla="*/ 0 w 2000342" name="connsiteX3"/>
                      <a:gd fmla="*/ 48394 h 96788" name="connsiteY3"/>
                      <a:gd fmla="*/ 48394 w 2000342" name="connsiteX4"/>
                      <a:gd fmla="*/ 0 h 96788" name="connsiteY4"/>
                      <a:gd fmla="*/ 1951948 w 2000342" name="connsiteX5"/>
                      <a:gd fmla="*/ 0 h 96788" name="connsiteY5"/>
                      <a:gd fmla="*/ 2000343 w 2000342" name="connsiteX6"/>
                      <a:gd fmla="*/ 48394 h 96788" name="connsiteY6"/>
                      <a:gd fmla="*/ 2000343 w 2000342" name="connsiteX7"/>
                      <a:gd fmla="*/ 48394 h 96788" name="connsiteY7"/>
                      <a:gd fmla="*/ 1951948 w 2000342" name="connsiteX8"/>
                      <a:gd fmla="*/ 96789 h 96788" name="connsiteY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b="b" l="l" r="r" t="t"/>
                    <a:pathLst>
                      <a:path h="96788" w="2000342">
                        <a:moveTo>
                          <a:pt x="1951948" y="96789"/>
                        </a:moveTo>
                        <a:lnTo>
                          <a:pt x="48394" y="96789"/>
                        </a:lnTo>
                        <a:cubicBezTo>
                          <a:pt x="21765" y="96789"/>
                          <a:pt x="0" y="75024"/>
                          <a:pt x="0" y="48394"/>
                        </a:cubicBezTo>
                        <a:lnTo>
                          <a:pt x="0" y="48394"/>
                        </a:lnTo>
                        <a:cubicBezTo>
                          <a:pt x="0" y="21765"/>
                          <a:pt x="21765" y="0"/>
                          <a:pt x="48394" y="0"/>
                        </a:cubicBezTo>
                        <a:lnTo>
                          <a:pt x="1951948" y="0"/>
                        </a:lnTo>
                        <a:cubicBezTo>
                          <a:pt x="1978578" y="0"/>
                          <a:pt x="2000343" y="21765"/>
                          <a:pt x="2000343" y="48394"/>
                        </a:cubicBezTo>
                        <a:lnTo>
                          <a:pt x="2000343" y="48394"/>
                        </a:lnTo>
                        <a:cubicBezTo>
                          <a:pt x="2000343" y="75024"/>
                          <a:pt x="1978578" y="96789"/>
                          <a:pt x="1951948" y="96789"/>
                        </a:cubicBezTo>
                        <a:close/>
                      </a:path>
                    </a:pathLst>
                  </a:custGeom>
                  <a:solidFill>
                    <a:srgbClr val="555560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70c0df64-ab69-4060-ac7a-c316f9e509ca" id="2327" name="任意多边形: 形状 2326">
                    <a:extLst>
                      <a:ext uri="{FF2B5EF4-FFF2-40B4-BE49-F238E27FC236}">
                        <a16:creationId id="{C90217A6-DF24-1B84-D183-B47E0D44C2DC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6278993" y="247050"/>
                    <a:ext cx="1057975" cy="495594"/>
                  </a:xfrm>
                  <a:custGeom>
                    <a:avLst/>
                    <a:gdLst>
                      <a:gd fmla="*/ 916164 w 1057975" name="connsiteX0"/>
                      <a:gd fmla="*/ 495594 h 495594" name="connsiteY0"/>
                      <a:gd fmla="*/ 141812 w 1057975" name="connsiteX1"/>
                      <a:gd fmla="*/ 495594 h 495594" name="connsiteY1"/>
                      <a:gd fmla="*/ 0 w 1057975" name="connsiteX2"/>
                      <a:gd fmla="*/ 353782 h 495594" name="connsiteY2"/>
                      <a:gd fmla="*/ 0 w 1057975" name="connsiteX3"/>
                      <a:gd fmla="*/ 0 h 495594" name="connsiteY3"/>
                      <a:gd fmla="*/ 53771 w 1057975" name="connsiteX4"/>
                      <a:gd fmla="*/ 0 h 495594" name="connsiteY4"/>
                      <a:gd fmla="*/ 53771 w 1057975" name="connsiteX5"/>
                      <a:gd fmla="*/ 353782 h 495594" name="connsiteY5"/>
                      <a:gd fmla="*/ 141812 w 1057975" name="connsiteX6"/>
                      <a:gd fmla="*/ 441822 h 495594" name="connsiteY6"/>
                      <a:gd fmla="*/ 916164 w 1057975" name="connsiteX7"/>
                      <a:gd fmla="*/ 441822 h 495594" name="connsiteY7"/>
                      <a:gd fmla="*/ 1004204 w 1057975" name="connsiteX8"/>
                      <a:gd fmla="*/ 353782 h 495594" name="connsiteY8"/>
                      <a:gd fmla="*/ 1004204 w 1057975" name="connsiteX9"/>
                      <a:gd fmla="*/ 0 h 495594" name="connsiteY9"/>
                      <a:gd fmla="*/ 1057976 w 1057975" name="connsiteX10"/>
                      <a:gd fmla="*/ 0 h 495594" name="connsiteY10"/>
                      <a:gd fmla="*/ 1057976 w 1057975" name="connsiteX11"/>
                      <a:gd fmla="*/ 353782 h 495594" name="connsiteY11"/>
                      <a:gd fmla="*/ 916164 w 1057975" name="connsiteX12"/>
                      <a:gd fmla="*/ 495594 h 495594" name="connsiteY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b="b" l="l" r="r" t="t"/>
                    <a:pathLst>
                      <a:path h="495594" w="1057975">
                        <a:moveTo>
                          <a:pt x="916164" y="495594"/>
                        </a:moveTo>
                        <a:lnTo>
                          <a:pt x="141812" y="495594"/>
                        </a:lnTo>
                        <a:cubicBezTo>
                          <a:pt x="63629" y="495594"/>
                          <a:pt x="0" y="431964"/>
                          <a:pt x="0" y="353782"/>
                        </a:cubicBezTo>
                        <a:lnTo>
                          <a:pt x="0" y="0"/>
                        </a:lnTo>
                        <a:lnTo>
                          <a:pt x="53771" y="0"/>
                        </a:lnTo>
                        <a:lnTo>
                          <a:pt x="53771" y="353782"/>
                        </a:lnTo>
                        <a:cubicBezTo>
                          <a:pt x="53771" y="402347"/>
                          <a:pt x="93289" y="441822"/>
                          <a:pt x="141812" y="441822"/>
                        </a:cubicBezTo>
                        <a:lnTo>
                          <a:pt x="916164" y="441822"/>
                        </a:lnTo>
                        <a:cubicBezTo>
                          <a:pt x="964729" y="441822"/>
                          <a:pt x="1004204" y="402305"/>
                          <a:pt x="1004204" y="353782"/>
                        </a:cubicBezTo>
                        <a:lnTo>
                          <a:pt x="1004204" y="0"/>
                        </a:lnTo>
                        <a:lnTo>
                          <a:pt x="1057976" y="0"/>
                        </a:lnTo>
                        <a:lnTo>
                          <a:pt x="1057976" y="353782"/>
                        </a:lnTo>
                        <a:cubicBezTo>
                          <a:pt x="1057976" y="431964"/>
                          <a:pt x="994346" y="495594"/>
                          <a:pt x="916164" y="495594"/>
                        </a:cubicBezTo>
                        <a:close/>
                      </a:path>
                    </a:pathLst>
                  </a:custGeom>
                  <a:solidFill>
                    <a:srgbClr val="555560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1f6e5cd9-4fdb-4793-89d7-54729c4bacdf" id="2328" name="任意多边形: 形状 2327">
                    <a:extLst>
                      <a:ext uri="{FF2B5EF4-FFF2-40B4-BE49-F238E27FC236}">
                        <a16:creationId id="{B86C6BCA-BE96-5996-1658-88F1468168EC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6655266" y="631644"/>
                    <a:ext cx="348746" cy="6155769"/>
                  </a:xfrm>
                  <a:custGeom>
                    <a:avLst/>
                    <a:gdLst>
                      <a:gd fmla="*/ 348747 w 348746" name="connsiteX0"/>
                      <a:gd fmla="*/ 6155770 h 6155769" name="connsiteY0"/>
                      <a:gd fmla="*/ 0 w 348746" name="connsiteX1"/>
                      <a:gd fmla="*/ 6155770 h 6155769" name="connsiteY1"/>
                      <a:gd fmla="*/ 0 w 348746" name="connsiteX2"/>
                      <a:gd fmla="*/ 244490 h 6155769" name="connsiteY2"/>
                      <a:gd fmla="*/ 348747 w 348746" name="connsiteX3"/>
                      <a:gd fmla="*/ 0 h 6155769" name="connsiteY3"/>
                      <a:gd fmla="*/ 348747 w 348746" name="connsiteX4"/>
                      <a:gd fmla="*/ 6155770 h 6155769" name="connsiteY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b="b" l="l" r="r" t="t"/>
                    <a:pathLst>
                      <a:path h="6155769" w="348746">
                        <a:moveTo>
                          <a:pt x="348747" y="6155770"/>
                        </a:moveTo>
                        <a:lnTo>
                          <a:pt x="0" y="6155770"/>
                        </a:lnTo>
                        <a:lnTo>
                          <a:pt x="0" y="244490"/>
                        </a:lnTo>
                        <a:lnTo>
                          <a:pt x="348747" y="0"/>
                        </a:lnTo>
                        <a:lnTo>
                          <a:pt x="348747" y="6155770"/>
                        </a:lnTo>
                        <a:close/>
                      </a:path>
                    </a:pathLst>
                  </a:custGeom>
                  <a:solidFill>
                    <a:srgbClr val="E3E5E9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4473ebd1-2798-466e-8b0f-c58725ad335e" id="2329" name="任意多边形: 形状 2328">
                    <a:extLst>
                      <a:ext uri="{FF2B5EF4-FFF2-40B4-BE49-F238E27FC236}">
                        <a16:creationId id="{75A0693E-F09A-C380-9425-46C1B594D3AF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6610200" y="398250"/>
                    <a:ext cx="431793" cy="742046"/>
                  </a:xfrm>
                  <a:custGeom>
                    <a:avLst/>
                    <a:gdLst>
                      <a:gd fmla="*/ 215897 w 431793" name="connsiteX0"/>
                      <a:gd fmla="*/ 0 h 742046" name="connsiteY0"/>
                      <a:gd fmla="*/ 215897 w 431793" name="connsiteX1"/>
                      <a:gd fmla="*/ 0 h 742046" name="connsiteY1"/>
                      <a:gd fmla="*/ 431794 w 431793" name="connsiteX2"/>
                      <a:gd fmla="*/ 215897 h 742046" name="connsiteY2"/>
                      <a:gd fmla="*/ 431794 w 431793" name="connsiteX3"/>
                      <a:gd fmla="*/ 742047 h 742046" name="connsiteY3"/>
                      <a:gd fmla="*/ 0 w 431793" name="connsiteX4"/>
                      <a:gd fmla="*/ 742047 h 742046" name="connsiteY4"/>
                      <a:gd fmla="*/ 0 w 431793" name="connsiteX5"/>
                      <a:gd fmla="*/ 215897 h 742046" name="connsiteY5"/>
                      <a:gd fmla="*/ 215897 w 431793" name="connsiteX6"/>
                      <a:gd fmla="*/ 0 h 742046" name="connsiteY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b="b" l="l" r="r" t="t"/>
                    <a:pathLst>
                      <a:path h="742046" w="431793">
                        <a:moveTo>
                          <a:pt x="215897" y="0"/>
                        </a:moveTo>
                        <a:lnTo>
                          <a:pt x="215897" y="0"/>
                        </a:lnTo>
                        <a:cubicBezTo>
                          <a:pt x="335048" y="0"/>
                          <a:pt x="431794" y="96746"/>
                          <a:pt x="431794" y="215897"/>
                        </a:cubicBezTo>
                        <a:lnTo>
                          <a:pt x="431794" y="742047"/>
                        </a:lnTo>
                        <a:lnTo>
                          <a:pt x="0" y="742047"/>
                        </a:lnTo>
                        <a:lnTo>
                          <a:pt x="0" y="215897"/>
                        </a:lnTo>
                        <a:cubicBezTo>
                          <a:pt x="0" y="96746"/>
                          <a:pt x="96746" y="0"/>
                          <a:pt x="215897" y="0"/>
                        </a:cubicBezTo>
                        <a:close/>
                      </a:path>
                    </a:pathLst>
                  </a:custGeom>
                  <a:solidFill>
                    <a:srgbClr val="F0F1F3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1b768ce8-1f7b-46f0-9e5b-754a0da6b9da" id="2330" name="任意多边形: 形状 2329">
                    <a:extLst>
                      <a:ext uri="{FF2B5EF4-FFF2-40B4-BE49-F238E27FC236}">
                        <a16:creationId id="{510E57AB-0328-5483-C273-E87AAD01624B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5978897" y="125808"/>
                    <a:ext cx="25989" cy="104086"/>
                  </a:xfrm>
                  <a:custGeom>
                    <a:avLst/>
                    <a:gdLst>
                      <a:gd fmla="*/ 0 w 25989" name="connsiteX0"/>
                      <a:gd fmla="*/ 0 h 104086" name="connsiteY0"/>
                      <a:gd fmla="*/ 25990 w 25989" name="connsiteX1"/>
                      <a:gd fmla="*/ 0 h 104086" name="connsiteY1"/>
                      <a:gd fmla="*/ 25990 w 25989" name="connsiteX2"/>
                      <a:gd fmla="*/ 104086 h 104086" name="connsiteY2"/>
                      <a:gd fmla="*/ 0 w 25989" name="connsiteX3"/>
                      <a:gd fmla="*/ 104086 h 104086" name="connsiteY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b="b" l="l" r="r" t="t"/>
                    <a:pathLst>
                      <a:path h="104086" w="25989">
                        <a:moveTo>
                          <a:pt x="0" y="0"/>
                        </a:moveTo>
                        <a:lnTo>
                          <a:pt x="25990" y="0"/>
                        </a:lnTo>
                        <a:lnTo>
                          <a:pt x="25990" y="104086"/>
                        </a:lnTo>
                        <a:lnTo>
                          <a:pt x="0" y="104086"/>
                        </a:lnTo>
                        <a:close/>
                      </a:path>
                    </a:pathLst>
                  </a:custGeom>
                  <a:solidFill>
                    <a:srgbClr val="555560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42b80fbb-fd78-4211-bf92-cd7d8f0a6cfd" id="2331" name="任意多边形: 形状 2330">
                    <a:extLst>
                      <a:ext uri="{FF2B5EF4-FFF2-40B4-BE49-F238E27FC236}">
                        <a16:creationId id="{17208DC6-2667-236F-0086-9B56A3A6DCE8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6813124" y="125808"/>
                    <a:ext cx="25989" cy="104086"/>
                  </a:xfrm>
                  <a:custGeom>
                    <a:avLst/>
                    <a:gdLst>
                      <a:gd fmla="*/ 0 w 25989" name="connsiteX0"/>
                      <a:gd fmla="*/ 0 h 104086" name="connsiteY0"/>
                      <a:gd fmla="*/ 25990 w 25989" name="connsiteX1"/>
                      <a:gd fmla="*/ 0 h 104086" name="connsiteY1"/>
                      <a:gd fmla="*/ 25990 w 25989" name="connsiteX2"/>
                      <a:gd fmla="*/ 104086 h 104086" name="connsiteY2"/>
                      <a:gd fmla="*/ 0 w 25989" name="connsiteX3"/>
                      <a:gd fmla="*/ 104086 h 104086" name="connsiteY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b="b" l="l" r="r" t="t"/>
                    <a:pathLst>
                      <a:path h="104086" w="25989">
                        <a:moveTo>
                          <a:pt x="0" y="0"/>
                        </a:moveTo>
                        <a:lnTo>
                          <a:pt x="25990" y="0"/>
                        </a:lnTo>
                        <a:lnTo>
                          <a:pt x="25990" y="104086"/>
                        </a:lnTo>
                        <a:lnTo>
                          <a:pt x="0" y="104086"/>
                        </a:lnTo>
                        <a:close/>
                      </a:path>
                    </a:pathLst>
                  </a:custGeom>
                  <a:solidFill>
                    <a:srgbClr val="555560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2a1f1e0d-2097-429f-b777-05842cdd4f3a" id="2332" name="任意多边形: 形状 2331">
                    <a:extLst>
                      <a:ext uri="{FF2B5EF4-FFF2-40B4-BE49-F238E27FC236}">
                        <a16:creationId id="{03802FEC-99DA-0B51-CF62-E8EA296BC19D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7631261" y="125808"/>
                    <a:ext cx="25989" cy="104086"/>
                  </a:xfrm>
                  <a:custGeom>
                    <a:avLst/>
                    <a:gdLst>
                      <a:gd fmla="*/ 0 w 25989" name="connsiteX0"/>
                      <a:gd fmla="*/ 0 h 104086" name="connsiteY0"/>
                      <a:gd fmla="*/ 25989 w 25989" name="connsiteX1"/>
                      <a:gd fmla="*/ 0 h 104086" name="connsiteY1"/>
                      <a:gd fmla="*/ 25989 w 25989" name="connsiteX2"/>
                      <a:gd fmla="*/ 104086 h 104086" name="connsiteY2"/>
                      <a:gd fmla="*/ 0 w 25989" name="connsiteX3"/>
                      <a:gd fmla="*/ 104086 h 104086" name="connsiteY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b="b" l="l" r="r" t="t"/>
                    <a:pathLst>
                      <a:path h="104086" w="25989">
                        <a:moveTo>
                          <a:pt x="0" y="0"/>
                        </a:moveTo>
                        <a:lnTo>
                          <a:pt x="25989" y="0"/>
                        </a:lnTo>
                        <a:lnTo>
                          <a:pt x="25989" y="104086"/>
                        </a:lnTo>
                        <a:lnTo>
                          <a:pt x="0" y="104086"/>
                        </a:lnTo>
                        <a:close/>
                      </a:path>
                    </a:pathLst>
                  </a:custGeom>
                  <a:solidFill>
                    <a:srgbClr val="555560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grpSp>
                <p:nvGrpSpPr>
                  <p:cNvPr descr="e19d23fd-8f74-4d0a-89d2-64d0e767aa84" id="2333" name="图形 6643">
                    <a:extLst>
                      <a:ext uri="{FF2B5EF4-FFF2-40B4-BE49-F238E27FC236}">
                        <a16:creationId id="{FC52C0C2-F57F-843A-1511-6E77520A8C4F}"/>
                      </a:ext>
                    </a:extLst>
                  </p:cNvPr>
                  <p:cNvGrpSpPr/>
                  <p:nvPr/>
                </p:nvGrpSpPr>
                <p:grpSpPr>
                  <a:xfrm>
                    <a:off x="5893289" y="0"/>
                    <a:ext cx="197162" cy="156278"/>
                    <a:chOff x="5893289" y="0"/>
                    <a:chExt cx="197162" cy="156278"/>
                  </a:xfrm>
                  <a:solidFill>
                    <a:srgbClr val="8C8C93"/>
                  </a:solidFill>
                </p:grpSpPr>
                <p:sp>
                  <p:nvSpPr>
                    <p:cNvPr descr="435bcdf3-cfc4-44b3-a854-5a49082c2760" id="2342" name="任意多边形: 形状 2341">
                      <a:extLst>
                        <a:ext uri="{FF2B5EF4-FFF2-40B4-BE49-F238E27FC236}">
                          <a16:creationId id="{AF1381F3-8B18-DA66-54EE-8EB941AD5B77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5893289" y="0"/>
                      <a:ext cx="197162" cy="60941"/>
                    </a:xfrm>
                    <a:custGeom>
                      <a:avLst/>
                      <a:gdLst>
                        <a:gd fmla="*/ 197162 w 197162" name="connsiteX0"/>
                        <a:gd fmla="*/ 30471 h 60941" name="connsiteY0"/>
                        <a:gd fmla="*/ 98581 w 197162" name="connsiteX1"/>
                        <a:gd fmla="*/ 60941 h 60941" name="connsiteY1"/>
                        <a:gd fmla="*/ 0 w 197162" name="connsiteX2"/>
                        <a:gd fmla="*/ 30471 h 60941" name="connsiteY2"/>
                        <a:gd fmla="*/ 98581 w 197162" name="connsiteX3"/>
                        <a:gd fmla="*/ 0 h 60941" name="connsiteY3"/>
                        <a:gd fmla="*/ 197162 w 197162" name="connsiteX4"/>
                        <a:gd fmla="*/ 30471 h 60941" name="connsiteY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b="b" l="l" r="r" t="t"/>
                      <a:pathLst>
                        <a:path h="60941" w="197162">
                          <a:moveTo>
                            <a:pt x="197162" y="30471"/>
                          </a:moveTo>
                          <a:cubicBezTo>
                            <a:pt x="197162" y="47299"/>
                            <a:pt x="153026" y="60941"/>
                            <a:pt x="98581" y="60941"/>
                          </a:cubicBezTo>
                          <a:cubicBezTo>
                            <a:pt x="44137" y="60941"/>
                            <a:pt x="0" y="47299"/>
                            <a:pt x="0" y="30471"/>
                          </a:cubicBezTo>
                          <a:cubicBezTo>
                            <a:pt x="0" y="13642"/>
                            <a:pt x="44137" y="0"/>
                            <a:pt x="98581" y="0"/>
                          </a:cubicBezTo>
                          <a:cubicBezTo>
                            <a:pt x="153026" y="0"/>
                            <a:pt x="197162" y="13642"/>
                            <a:pt x="197162" y="30471"/>
                          </a:cubicBezTo>
                          <a:close/>
                        </a:path>
                      </a:pathLst>
                    </a:custGeom>
                    <a:solidFill>
                      <a:srgbClr val="8C8C93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0cc408f9-20cf-411a-b0bd-82a5dc054751" id="2343" name="任意多边形: 形状 2342">
                      <a:extLst>
                        <a:ext uri="{FF2B5EF4-FFF2-40B4-BE49-F238E27FC236}">
                          <a16:creationId id="{4B9AF07A-A761-0A0C-DD00-058AFB7D9F60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5893289" y="50528"/>
                      <a:ext cx="197162" cy="60941"/>
                    </a:xfrm>
                    <a:custGeom>
                      <a:avLst/>
                      <a:gdLst>
                        <a:gd fmla="*/ 197162 w 197162" name="connsiteX0"/>
                        <a:gd fmla="*/ 30471 h 60941" name="connsiteY0"/>
                        <a:gd fmla="*/ 98581 w 197162" name="connsiteX1"/>
                        <a:gd fmla="*/ 60941 h 60941" name="connsiteY1"/>
                        <a:gd fmla="*/ 0 w 197162" name="connsiteX2"/>
                        <a:gd fmla="*/ 30471 h 60941" name="connsiteY2"/>
                        <a:gd fmla="*/ 98581 w 197162" name="connsiteX3"/>
                        <a:gd fmla="*/ 0 h 60941" name="connsiteY3"/>
                        <a:gd fmla="*/ 197162 w 197162" name="connsiteX4"/>
                        <a:gd fmla="*/ 30471 h 60941" name="connsiteY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b="b" l="l" r="r" t="t"/>
                      <a:pathLst>
                        <a:path h="60941" w="197162">
                          <a:moveTo>
                            <a:pt x="197162" y="30471"/>
                          </a:moveTo>
                          <a:cubicBezTo>
                            <a:pt x="197162" y="47299"/>
                            <a:pt x="153026" y="60941"/>
                            <a:pt x="98581" y="60941"/>
                          </a:cubicBezTo>
                          <a:cubicBezTo>
                            <a:pt x="44137" y="60941"/>
                            <a:pt x="0" y="47299"/>
                            <a:pt x="0" y="30471"/>
                          </a:cubicBezTo>
                          <a:cubicBezTo>
                            <a:pt x="0" y="13642"/>
                            <a:pt x="44137" y="0"/>
                            <a:pt x="98581" y="0"/>
                          </a:cubicBezTo>
                          <a:cubicBezTo>
                            <a:pt x="153026" y="0"/>
                            <a:pt x="197162" y="13642"/>
                            <a:pt x="197162" y="30471"/>
                          </a:cubicBezTo>
                          <a:close/>
                        </a:path>
                      </a:pathLst>
                    </a:custGeom>
                    <a:solidFill>
                      <a:srgbClr val="8C8C93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5a0f4445-0cdf-40d6-8990-624849680f13" id="2344" name="任意多边形: 形状 2343">
                      <a:extLst>
                        <a:ext uri="{FF2B5EF4-FFF2-40B4-BE49-F238E27FC236}">
                          <a16:creationId id="{76290E48-44DF-EFE7-C4B5-A390E1183CCF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5893289" y="95337"/>
                      <a:ext cx="197162" cy="60941"/>
                    </a:xfrm>
                    <a:custGeom>
                      <a:avLst/>
                      <a:gdLst>
                        <a:gd fmla="*/ 197162 w 197162" name="connsiteX0"/>
                        <a:gd fmla="*/ 30471 h 60941" name="connsiteY0"/>
                        <a:gd fmla="*/ 98581 w 197162" name="connsiteX1"/>
                        <a:gd fmla="*/ 60941 h 60941" name="connsiteY1"/>
                        <a:gd fmla="*/ 0 w 197162" name="connsiteX2"/>
                        <a:gd fmla="*/ 30471 h 60941" name="connsiteY2"/>
                        <a:gd fmla="*/ 98581 w 197162" name="connsiteX3"/>
                        <a:gd fmla="*/ 0 h 60941" name="connsiteY3"/>
                        <a:gd fmla="*/ 197162 w 197162" name="connsiteX4"/>
                        <a:gd fmla="*/ 30471 h 60941" name="connsiteY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b="b" l="l" r="r" t="t"/>
                      <a:pathLst>
                        <a:path h="60941" w="197162">
                          <a:moveTo>
                            <a:pt x="197162" y="30471"/>
                          </a:moveTo>
                          <a:cubicBezTo>
                            <a:pt x="197162" y="47299"/>
                            <a:pt x="153026" y="60941"/>
                            <a:pt x="98581" y="60941"/>
                          </a:cubicBezTo>
                          <a:cubicBezTo>
                            <a:pt x="44137" y="60941"/>
                            <a:pt x="0" y="47299"/>
                            <a:pt x="0" y="30471"/>
                          </a:cubicBezTo>
                          <a:cubicBezTo>
                            <a:pt x="0" y="13642"/>
                            <a:pt x="44137" y="0"/>
                            <a:pt x="98581" y="0"/>
                          </a:cubicBezTo>
                          <a:cubicBezTo>
                            <a:pt x="153026" y="0"/>
                            <a:pt x="197162" y="13642"/>
                            <a:pt x="197162" y="30471"/>
                          </a:cubicBezTo>
                          <a:close/>
                        </a:path>
                      </a:pathLst>
                    </a:custGeom>
                    <a:solidFill>
                      <a:srgbClr val="8C8C93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</p:grpSp>
              <p:grpSp>
                <p:nvGrpSpPr>
                  <p:cNvPr descr="88b5c8bf-1d68-4486-922a-355146cad7a1" id="2334" name="图形 6643">
                    <a:extLst>
                      <a:ext uri="{FF2B5EF4-FFF2-40B4-BE49-F238E27FC236}">
                        <a16:creationId id="{80C34F43-229D-40E4-C397-FED6364AFC7B}"/>
                      </a:ext>
                    </a:extLst>
                  </p:cNvPr>
                  <p:cNvGrpSpPr/>
                  <p:nvPr/>
                </p:nvGrpSpPr>
                <p:grpSpPr>
                  <a:xfrm>
                    <a:off x="7545653" y="0"/>
                    <a:ext cx="197162" cy="156278"/>
                    <a:chOff x="7545653" y="0"/>
                    <a:chExt cx="197162" cy="156278"/>
                  </a:xfrm>
                  <a:solidFill>
                    <a:srgbClr val="8C8C93"/>
                  </a:solidFill>
                </p:grpSpPr>
                <p:sp>
                  <p:nvSpPr>
                    <p:cNvPr descr="3dfb393e-fcf9-4e1d-9c4f-047111f6e109" id="2339" name="任意多边形: 形状 2338">
                      <a:extLst>
                        <a:ext uri="{FF2B5EF4-FFF2-40B4-BE49-F238E27FC236}">
                          <a16:creationId id="{F491B1BB-6B04-F73A-96BF-92199CEBF5C2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7545653" y="0"/>
                      <a:ext cx="197162" cy="60941"/>
                    </a:xfrm>
                    <a:custGeom>
                      <a:avLst/>
                      <a:gdLst>
                        <a:gd fmla="*/ 197162 w 197162" name="connsiteX0"/>
                        <a:gd fmla="*/ 30471 h 60941" name="connsiteY0"/>
                        <a:gd fmla="*/ 98581 w 197162" name="connsiteX1"/>
                        <a:gd fmla="*/ 60941 h 60941" name="connsiteY1"/>
                        <a:gd fmla="*/ 0 w 197162" name="connsiteX2"/>
                        <a:gd fmla="*/ 30471 h 60941" name="connsiteY2"/>
                        <a:gd fmla="*/ 98581 w 197162" name="connsiteX3"/>
                        <a:gd fmla="*/ 0 h 60941" name="connsiteY3"/>
                        <a:gd fmla="*/ 197162 w 197162" name="connsiteX4"/>
                        <a:gd fmla="*/ 30471 h 60941" name="connsiteY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b="b" l="l" r="r" t="t"/>
                      <a:pathLst>
                        <a:path h="60941" w="197162">
                          <a:moveTo>
                            <a:pt x="197162" y="30471"/>
                          </a:moveTo>
                          <a:cubicBezTo>
                            <a:pt x="197162" y="47299"/>
                            <a:pt x="153026" y="60941"/>
                            <a:pt x="98581" y="60941"/>
                          </a:cubicBezTo>
                          <a:cubicBezTo>
                            <a:pt x="44136" y="60941"/>
                            <a:pt x="0" y="47299"/>
                            <a:pt x="0" y="30471"/>
                          </a:cubicBezTo>
                          <a:cubicBezTo>
                            <a:pt x="0" y="13642"/>
                            <a:pt x="44136" y="0"/>
                            <a:pt x="98581" y="0"/>
                          </a:cubicBezTo>
                          <a:cubicBezTo>
                            <a:pt x="153026" y="0"/>
                            <a:pt x="197162" y="13642"/>
                            <a:pt x="197162" y="30471"/>
                          </a:cubicBezTo>
                          <a:close/>
                        </a:path>
                      </a:pathLst>
                    </a:custGeom>
                    <a:solidFill>
                      <a:srgbClr val="8C8C93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2601692e-d0db-4b12-ace1-4ee36a63ab76" id="2340" name="任意多边形: 形状 2339">
                      <a:extLst>
                        <a:ext uri="{FF2B5EF4-FFF2-40B4-BE49-F238E27FC236}">
                          <a16:creationId id="{EBC02C87-32D4-843D-BC9E-AABDB5E44B7A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7545653" y="50528"/>
                      <a:ext cx="197162" cy="60941"/>
                    </a:xfrm>
                    <a:custGeom>
                      <a:avLst/>
                      <a:gdLst>
                        <a:gd fmla="*/ 197162 w 197162" name="connsiteX0"/>
                        <a:gd fmla="*/ 30471 h 60941" name="connsiteY0"/>
                        <a:gd fmla="*/ 98581 w 197162" name="connsiteX1"/>
                        <a:gd fmla="*/ 60941 h 60941" name="connsiteY1"/>
                        <a:gd fmla="*/ 0 w 197162" name="connsiteX2"/>
                        <a:gd fmla="*/ 30471 h 60941" name="connsiteY2"/>
                        <a:gd fmla="*/ 98581 w 197162" name="connsiteX3"/>
                        <a:gd fmla="*/ 0 h 60941" name="connsiteY3"/>
                        <a:gd fmla="*/ 197162 w 197162" name="connsiteX4"/>
                        <a:gd fmla="*/ 30471 h 60941" name="connsiteY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b="b" l="l" r="r" t="t"/>
                      <a:pathLst>
                        <a:path h="60941" w="197162">
                          <a:moveTo>
                            <a:pt x="197162" y="30471"/>
                          </a:moveTo>
                          <a:cubicBezTo>
                            <a:pt x="197162" y="47299"/>
                            <a:pt x="153026" y="60941"/>
                            <a:pt x="98581" y="60941"/>
                          </a:cubicBezTo>
                          <a:cubicBezTo>
                            <a:pt x="44136" y="60941"/>
                            <a:pt x="0" y="47299"/>
                            <a:pt x="0" y="30471"/>
                          </a:cubicBezTo>
                          <a:cubicBezTo>
                            <a:pt x="0" y="13642"/>
                            <a:pt x="44136" y="0"/>
                            <a:pt x="98581" y="0"/>
                          </a:cubicBezTo>
                          <a:cubicBezTo>
                            <a:pt x="153026" y="0"/>
                            <a:pt x="197162" y="13642"/>
                            <a:pt x="197162" y="30471"/>
                          </a:cubicBezTo>
                          <a:close/>
                        </a:path>
                      </a:pathLst>
                    </a:custGeom>
                    <a:solidFill>
                      <a:srgbClr val="8C8C93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374534a7-a3e7-45f6-acd3-ce4cc327f442" id="2341" name="任意多边形: 形状 2340">
                      <a:extLst>
                        <a:ext uri="{FF2B5EF4-FFF2-40B4-BE49-F238E27FC236}">
                          <a16:creationId id="{0D310D16-ED67-6FD7-FBDE-72615A3CBCE4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7545653" y="95337"/>
                      <a:ext cx="197162" cy="60941"/>
                    </a:xfrm>
                    <a:custGeom>
                      <a:avLst/>
                      <a:gdLst>
                        <a:gd fmla="*/ 197162 w 197162" name="connsiteX0"/>
                        <a:gd fmla="*/ 30471 h 60941" name="connsiteY0"/>
                        <a:gd fmla="*/ 98581 w 197162" name="connsiteX1"/>
                        <a:gd fmla="*/ 60941 h 60941" name="connsiteY1"/>
                        <a:gd fmla="*/ 0 w 197162" name="connsiteX2"/>
                        <a:gd fmla="*/ 30471 h 60941" name="connsiteY2"/>
                        <a:gd fmla="*/ 98581 w 197162" name="connsiteX3"/>
                        <a:gd fmla="*/ 0 h 60941" name="connsiteY3"/>
                        <a:gd fmla="*/ 197162 w 197162" name="connsiteX4"/>
                        <a:gd fmla="*/ 30471 h 60941" name="connsiteY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b="b" l="l" r="r" t="t"/>
                      <a:pathLst>
                        <a:path h="60941" w="197162">
                          <a:moveTo>
                            <a:pt x="197162" y="30471"/>
                          </a:moveTo>
                          <a:cubicBezTo>
                            <a:pt x="197162" y="47299"/>
                            <a:pt x="153026" y="60941"/>
                            <a:pt x="98581" y="60941"/>
                          </a:cubicBezTo>
                          <a:cubicBezTo>
                            <a:pt x="44136" y="60941"/>
                            <a:pt x="0" y="47299"/>
                            <a:pt x="0" y="30471"/>
                          </a:cubicBezTo>
                          <a:cubicBezTo>
                            <a:pt x="0" y="13642"/>
                            <a:pt x="44136" y="0"/>
                            <a:pt x="98581" y="0"/>
                          </a:cubicBezTo>
                          <a:cubicBezTo>
                            <a:pt x="153026" y="0"/>
                            <a:pt x="197162" y="13642"/>
                            <a:pt x="197162" y="30471"/>
                          </a:cubicBezTo>
                          <a:close/>
                        </a:path>
                      </a:pathLst>
                    </a:custGeom>
                    <a:solidFill>
                      <a:srgbClr val="8C8C93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</p:grpSp>
              <p:grpSp>
                <p:nvGrpSpPr>
                  <p:cNvPr descr="74b0a761-4426-43d5-bb7c-4885377c9b91" id="2335" name="图形 6643">
                    <a:extLst>
                      <a:ext uri="{FF2B5EF4-FFF2-40B4-BE49-F238E27FC236}">
                        <a16:creationId id="{09886607-2690-BF2B-C3CA-3BDF3E1B087E}"/>
                      </a:ext>
                    </a:extLst>
                  </p:cNvPr>
                  <p:cNvGrpSpPr/>
                  <p:nvPr/>
                </p:nvGrpSpPr>
                <p:grpSpPr>
                  <a:xfrm>
                    <a:off x="6727516" y="0"/>
                    <a:ext cx="197162" cy="156278"/>
                    <a:chOff x="6727516" y="0"/>
                    <a:chExt cx="197162" cy="156278"/>
                  </a:xfrm>
                  <a:solidFill>
                    <a:srgbClr val="8C8C93"/>
                  </a:solidFill>
                </p:grpSpPr>
                <p:sp>
                  <p:nvSpPr>
                    <p:cNvPr descr="5f117115-ff09-4b2b-a347-09661a32e649" id="2336" name="任意多边形: 形状 2335">
                      <a:extLst>
                        <a:ext uri="{FF2B5EF4-FFF2-40B4-BE49-F238E27FC236}">
                          <a16:creationId id="{8078617D-22C6-8A0E-48C6-1133762EC12D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6727516" y="0"/>
                      <a:ext cx="197162" cy="60941"/>
                    </a:xfrm>
                    <a:custGeom>
                      <a:avLst/>
                      <a:gdLst>
                        <a:gd fmla="*/ 197162 w 197162" name="connsiteX0"/>
                        <a:gd fmla="*/ 30471 h 60941" name="connsiteY0"/>
                        <a:gd fmla="*/ 98581 w 197162" name="connsiteX1"/>
                        <a:gd fmla="*/ 60941 h 60941" name="connsiteY1"/>
                        <a:gd fmla="*/ 0 w 197162" name="connsiteX2"/>
                        <a:gd fmla="*/ 30471 h 60941" name="connsiteY2"/>
                        <a:gd fmla="*/ 98581 w 197162" name="connsiteX3"/>
                        <a:gd fmla="*/ 0 h 60941" name="connsiteY3"/>
                        <a:gd fmla="*/ 197162 w 197162" name="connsiteX4"/>
                        <a:gd fmla="*/ 30471 h 60941" name="connsiteY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b="b" l="l" r="r" t="t"/>
                      <a:pathLst>
                        <a:path h="60941" w="197162">
                          <a:moveTo>
                            <a:pt x="197162" y="30471"/>
                          </a:moveTo>
                          <a:cubicBezTo>
                            <a:pt x="197162" y="47299"/>
                            <a:pt x="153026" y="60941"/>
                            <a:pt x="98581" y="60941"/>
                          </a:cubicBezTo>
                          <a:cubicBezTo>
                            <a:pt x="44137" y="60941"/>
                            <a:pt x="0" y="47299"/>
                            <a:pt x="0" y="30471"/>
                          </a:cubicBezTo>
                          <a:cubicBezTo>
                            <a:pt x="0" y="13642"/>
                            <a:pt x="44137" y="0"/>
                            <a:pt x="98581" y="0"/>
                          </a:cubicBezTo>
                          <a:cubicBezTo>
                            <a:pt x="153026" y="0"/>
                            <a:pt x="197162" y="13642"/>
                            <a:pt x="197162" y="30471"/>
                          </a:cubicBezTo>
                          <a:close/>
                        </a:path>
                      </a:pathLst>
                    </a:custGeom>
                    <a:solidFill>
                      <a:srgbClr val="8C8C93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30a0bd73-5399-4913-8e28-298430bf709d" id="2337" name="任意多边形: 形状 2336">
                      <a:extLst>
                        <a:ext uri="{FF2B5EF4-FFF2-40B4-BE49-F238E27FC236}">
                          <a16:creationId id="{DEF658EF-BF2D-93F3-5329-C31BC2BF9B08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6727516" y="50528"/>
                      <a:ext cx="197162" cy="60941"/>
                    </a:xfrm>
                    <a:custGeom>
                      <a:avLst/>
                      <a:gdLst>
                        <a:gd fmla="*/ 197162 w 197162" name="connsiteX0"/>
                        <a:gd fmla="*/ 30471 h 60941" name="connsiteY0"/>
                        <a:gd fmla="*/ 98581 w 197162" name="connsiteX1"/>
                        <a:gd fmla="*/ 60941 h 60941" name="connsiteY1"/>
                        <a:gd fmla="*/ 0 w 197162" name="connsiteX2"/>
                        <a:gd fmla="*/ 30471 h 60941" name="connsiteY2"/>
                        <a:gd fmla="*/ 98581 w 197162" name="connsiteX3"/>
                        <a:gd fmla="*/ 0 h 60941" name="connsiteY3"/>
                        <a:gd fmla="*/ 197162 w 197162" name="connsiteX4"/>
                        <a:gd fmla="*/ 30471 h 60941" name="connsiteY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b="b" l="l" r="r" t="t"/>
                      <a:pathLst>
                        <a:path h="60941" w="197162">
                          <a:moveTo>
                            <a:pt x="197162" y="30471"/>
                          </a:moveTo>
                          <a:cubicBezTo>
                            <a:pt x="197162" y="47299"/>
                            <a:pt x="153026" y="60941"/>
                            <a:pt x="98581" y="60941"/>
                          </a:cubicBezTo>
                          <a:cubicBezTo>
                            <a:pt x="44137" y="60941"/>
                            <a:pt x="0" y="47299"/>
                            <a:pt x="0" y="30471"/>
                          </a:cubicBezTo>
                          <a:cubicBezTo>
                            <a:pt x="0" y="13642"/>
                            <a:pt x="44137" y="0"/>
                            <a:pt x="98581" y="0"/>
                          </a:cubicBezTo>
                          <a:cubicBezTo>
                            <a:pt x="153026" y="0"/>
                            <a:pt x="197162" y="13642"/>
                            <a:pt x="197162" y="30471"/>
                          </a:cubicBezTo>
                          <a:close/>
                        </a:path>
                      </a:pathLst>
                    </a:custGeom>
                    <a:solidFill>
                      <a:srgbClr val="8C8C93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d14f9276-ece8-4ea2-a35c-09ec6a95794d" id="2338" name="任意多边形: 形状 2337">
                      <a:extLst>
                        <a:ext uri="{FF2B5EF4-FFF2-40B4-BE49-F238E27FC236}">
                          <a16:creationId id="{20DBA2DE-BBAD-A049-F862-6809824E50D7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6727516" y="95337"/>
                      <a:ext cx="197162" cy="60941"/>
                    </a:xfrm>
                    <a:custGeom>
                      <a:avLst/>
                      <a:gdLst>
                        <a:gd fmla="*/ 197162 w 197162" name="connsiteX0"/>
                        <a:gd fmla="*/ 30471 h 60941" name="connsiteY0"/>
                        <a:gd fmla="*/ 98581 w 197162" name="connsiteX1"/>
                        <a:gd fmla="*/ 60941 h 60941" name="connsiteY1"/>
                        <a:gd fmla="*/ 0 w 197162" name="connsiteX2"/>
                        <a:gd fmla="*/ 30471 h 60941" name="connsiteY2"/>
                        <a:gd fmla="*/ 98581 w 197162" name="connsiteX3"/>
                        <a:gd fmla="*/ 0 h 60941" name="connsiteY3"/>
                        <a:gd fmla="*/ 197162 w 197162" name="connsiteX4"/>
                        <a:gd fmla="*/ 30471 h 60941" name="connsiteY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b="b" l="l" r="r" t="t"/>
                      <a:pathLst>
                        <a:path h="60941" w="197162">
                          <a:moveTo>
                            <a:pt x="197162" y="30471"/>
                          </a:moveTo>
                          <a:cubicBezTo>
                            <a:pt x="197162" y="47299"/>
                            <a:pt x="153026" y="60941"/>
                            <a:pt x="98581" y="60941"/>
                          </a:cubicBezTo>
                          <a:cubicBezTo>
                            <a:pt x="44137" y="60941"/>
                            <a:pt x="0" y="47299"/>
                            <a:pt x="0" y="30471"/>
                          </a:cubicBezTo>
                          <a:cubicBezTo>
                            <a:pt x="0" y="13642"/>
                            <a:pt x="44137" y="0"/>
                            <a:pt x="98581" y="0"/>
                          </a:cubicBezTo>
                          <a:cubicBezTo>
                            <a:pt x="153026" y="0"/>
                            <a:pt x="197162" y="13642"/>
                            <a:pt x="197162" y="30471"/>
                          </a:cubicBezTo>
                          <a:close/>
                        </a:path>
                      </a:pathLst>
                    </a:custGeom>
                    <a:solidFill>
                      <a:srgbClr val="8C8C93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</p:grpSp>
            </p:grpSp>
            <p:grpSp>
              <p:nvGrpSpPr>
                <p:cNvPr descr="517ffe8f-dd16-4cbd-b4c1-d62e66e10b18" id="253" name="图形 6643">
                  <a:extLst>
                    <a:ext uri="{FF2B5EF4-FFF2-40B4-BE49-F238E27FC236}">
                      <a16:creationId id="{25C0C53F-F370-0E4A-DD33-64D0BA42A5CC}"/>
                    </a:ext>
                  </a:extLst>
                </p:cNvPr>
                <p:cNvGrpSpPr/>
                <p:nvPr/>
              </p:nvGrpSpPr>
              <p:grpSpPr>
                <a:xfrm>
                  <a:off x="6665935" y="1429027"/>
                  <a:ext cx="539891" cy="895667"/>
                  <a:chOff x="6665935" y="1429027"/>
                  <a:chExt cx="539891" cy="895667"/>
                </a:xfrm>
              </p:grpSpPr>
              <p:grpSp>
                <p:nvGrpSpPr>
                  <p:cNvPr descr="2d1fd03d-6db2-465d-bb99-315fcc705946" id="1452" name="图形 6643">
                    <a:extLst>
                      <a:ext uri="{FF2B5EF4-FFF2-40B4-BE49-F238E27FC236}">
                        <a16:creationId id="{A4C46CA4-DC44-D8C7-A93F-0CD1273A68D7}"/>
                      </a:ext>
                    </a:extLst>
                  </p:cNvPr>
                  <p:cNvGrpSpPr/>
                  <p:nvPr/>
                </p:nvGrpSpPr>
                <p:grpSpPr>
                  <a:xfrm>
                    <a:off x="6665935" y="1429027"/>
                    <a:ext cx="191376" cy="895667"/>
                    <a:chOff x="6665935" y="1429027"/>
                    <a:chExt cx="191376" cy="895667"/>
                  </a:xfrm>
                </p:grpSpPr>
                <p:sp>
                  <p:nvSpPr>
                    <p:cNvPr descr="aa92e675-0ea0-42fa-835d-cc39156079ec" id="1466" name="任意多边形: 形状 1465">
                      <a:extLst>
                        <a:ext uri="{FF2B5EF4-FFF2-40B4-BE49-F238E27FC236}">
                          <a16:creationId id="{F11575F2-4024-18F2-969B-29FB056F30FD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6665935" y="1468772"/>
                      <a:ext cx="151157" cy="841225"/>
                    </a:xfrm>
                    <a:custGeom>
                      <a:avLst/>
                      <a:gdLst>
                        <a:gd fmla="*/ 0 w 151157" name="connsiteX0"/>
                        <a:gd fmla="*/ 0 h 841225" name="connsiteY0"/>
                        <a:gd fmla="*/ 151158 w 151157" name="connsiteX1"/>
                        <a:gd fmla="*/ 0 h 841225" name="connsiteY1"/>
                        <a:gd fmla="*/ 151158 w 151157" name="connsiteX2"/>
                        <a:gd fmla="*/ 841225 h 841225" name="connsiteY2"/>
                        <a:gd fmla="*/ 0 w 151157" name="connsiteX3"/>
                        <a:gd fmla="*/ 841225 h 841225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841225" w="151157">
                          <a:moveTo>
                            <a:pt x="0" y="0"/>
                          </a:moveTo>
                          <a:lnTo>
                            <a:pt x="151158" y="0"/>
                          </a:lnTo>
                          <a:lnTo>
                            <a:pt x="151158" y="841225"/>
                          </a:lnTo>
                          <a:lnTo>
                            <a:pt x="0" y="841225"/>
                          </a:lnTo>
                          <a:close/>
                        </a:path>
                      </a:pathLst>
                    </a:custGeom>
                    <a:solidFill>
                      <a:srgbClr val="555560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grpSp>
                  <p:nvGrpSpPr>
                    <p:cNvPr descr="27407b75-975b-47a2-bee7-e818c4e9e3a3" id="1467" name="图形 6643">
                      <a:extLst>
                        <a:ext uri="{FF2B5EF4-FFF2-40B4-BE49-F238E27FC236}">
                          <a16:creationId id="{50CD3159-2617-AC20-2B54-073960174D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690686" y="1429027"/>
                      <a:ext cx="166624" cy="895667"/>
                      <a:chOff x="6690686" y="1429027"/>
                      <a:chExt cx="166624" cy="895667"/>
                    </a:xfrm>
                    <a:solidFill>
                      <a:srgbClr val="494950"/>
                    </a:solidFill>
                  </p:grpSpPr>
                  <p:grpSp>
                    <p:nvGrpSpPr>
                      <p:cNvPr descr="353de07b-5c26-44cd-89fc-73790a386bc3" id="1468" name="图形 6643">
                        <a:extLst>
                          <a:ext uri="{FF2B5EF4-FFF2-40B4-BE49-F238E27FC236}">
                            <a16:creationId id="{5EFD96E9-CF77-EAF0-5B72-DC1412429A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702491" y="2182482"/>
                        <a:ext cx="152556" cy="142212"/>
                        <a:chOff x="6702491" y="2182482"/>
                        <a:chExt cx="152556" cy="142212"/>
                      </a:xfrm>
                      <a:solidFill>
                        <a:srgbClr val="494950"/>
                      </a:solidFill>
                    </p:grpSpPr>
                    <p:sp>
                      <p:nvSpPr>
                        <p:cNvPr descr="b2d25e3b-cf52-4b5b-9c8b-30020ec2bd41" id="2267" name="任意多边形: 形状 2266">
                          <a:extLst>
                            <a:ext uri="{FF2B5EF4-FFF2-40B4-BE49-F238E27FC236}">
                              <a16:creationId id="{8CDA3D0F-F2A9-CF69-C7F6-7C2897C4D4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3846" y="2273109"/>
                          <a:ext cx="5325" cy="5282"/>
                        </a:xfrm>
                        <a:custGeom>
                          <a:avLst/>
                          <a:gdLst>
                            <a:gd fmla="*/ 4455 w 5325" name="connsiteX0"/>
                            <a:gd fmla="*/ 4540 h 5282" name="connsiteY0"/>
                            <a:gd fmla="*/ 742 w 5325" name="connsiteX1"/>
                            <a:gd fmla="*/ 4455 h 5282" name="connsiteY1"/>
                            <a:gd fmla="*/ 828 w 5325" name="connsiteX2"/>
                            <a:gd fmla="*/ 742 h 5282" name="connsiteY2"/>
                            <a:gd fmla="*/ 4583 w 5325" name="connsiteX3"/>
                            <a:gd fmla="*/ 828 h 5282" name="connsiteY3"/>
                            <a:gd fmla="*/ 4498 w 5325" name="connsiteX4"/>
                            <a:gd fmla="*/ 4540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325">
                              <a:moveTo>
                                <a:pt x="4455" y="4540"/>
                              </a:moveTo>
                              <a:cubicBezTo>
                                <a:pt x="3388" y="5565"/>
                                <a:pt x="1724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83" y="828"/>
                              </a:cubicBezTo>
                              <a:cubicBezTo>
                                <a:pt x="5607" y="1895"/>
                                <a:pt x="5565" y="3559"/>
                                <a:pt x="4498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0c24e14-2cc4-4cb4-85d1-75d0b0828f93" id="2268" name="任意多边形: 形状 2267">
                          <a:extLst>
                            <a:ext uri="{FF2B5EF4-FFF2-40B4-BE49-F238E27FC236}">
                              <a16:creationId id="{5C49D9E7-3DBB-712B-12E8-BD1D56F6BD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0406" y="2259026"/>
                          <a:ext cx="5266" cy="5282"/>
                        </a:xfrm>
                        <a:custGeom>
                          <a:avLst/>
                          <a:gdLst>
                            <a:gd fmla="*/ 4439 w 5266" name="connsiteX0"/>
                            <a:gd fmla="*/ 4540 h 5282" name="connsiteY0"/>
                            <a:gd fmla="*/ 726 w 5266" name="connsiteX1"/>
                            <a:gd fmla="*/ 4455 h 5282" name="connsiteY1"/>
                            <a:gd fmla="*/ 811 w 5266" name="connsiteX2"/>
                            <a:gd fmla="*/ 742 h 5282" name="connsiteY2"/>
                            <a:gd fmla="*/ 4524 w 5266" name="connsiteX3"/>
                            <a:gd fmla="*/ 827 h 5282" name="connsiteY3"/>
                            <a:gd fmla="*/ 4439 w 5266" name="connsiteX4"/>
                            <a:gd fmla="*/ 4583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66">
                              <a:moveTo>
                                <a:pt x="4439" y="4540"/>
                              </a:moveTo>
                              <a:cubicBezTo>
                                <a:pt x="3372" y="5565"/>
                                <a:pt x="1707" y="5522"/>
                                <a:pt x="726" y="4455"/>
                              </a:cubicBezTo>
                              <a:cubicBezTo>
                                <a:pt x="-256" y="3388"/>
                                <a:pt x="-256" y="1724"/>
                                <a:pt x="811" y="742"/>
                              </a:cubicBezTo>
                              <a:cubicBezTo>
                                <a:pt x="1878" y="-282"/>
                                <a:pt x="3542" y="-239"/>
                                <a:pt x="4524" y="827"/>
                              </a:cubicBezTo>
                              <a:cubicBezTo>
                                <a:pt x="5548" y="1894"/>
                                <a:pt x="5505" y="3559"/>
                                <a:pt x="4439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760e844-95ad-4b12-a58b-f758fb889df5" id="2269" name="任意多边形: 形状 2268">
                          <a:extLst>
                            <a:ext uri="{FF2B5EF4-FFF2-40B4-BE49-F238E27FC236}">
                              <a16:creationId id="{6BA86013-EF97-0134-9A0C-C11957BEA0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1726" y="2271060"/>
                          <a:ext cx="5325" cy="5282"/>
                        </a:xfrm>
                        <a:custGeom>
                          <a:avLst/>
                          <a:gdLst>
                            <a:gd fmla="*/ 4455 w 5325" name="connsiteX0"/>
                            <a:gd fmla="*/ 4540 h 5282" name="connsiteY0"/>
                            <a:gd fmla="*/ 742 w 5325" name="connsiteX1"/>
                            <a:gd fmla="*/ 4455 h 5282" name="connsiteY1"/>
                            <a:gd fmla="*/ 827 w 5325" name="connsiteX2"/>
                            <a:gd fmla="*/ 742 h 5282" name="connsiteY2"/>
                            <a:gd fmla="*/ 4583 w 5325" name="connsiteX3"/>
                            <a:gd fmla="*/ 828 h 5282" name="connsiteY3"/>
                            <a:gd fmla="*/ 4498 w 5325" name="connsiteX4"/>
                            <a:gd fmla="*/ 4583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325">
                              <a:moveTo>
                                <a:pt x="4455" y="4540"/>
                              </a:moveTo>
                              <a:cubicBezTo>
                                <a:pt x="3388" y="5565"/>
                                <a:pt x="1724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7" y="742"/>
                              </a:cubicBezTo>
                              <a:cubicBezTo>
                                <a:pt x="1894" y="-282"/>
                                <a:pt x="3559" y="-239"/>
                                <a:pt x="4583" y="828"/>
                              </a:cubicBezTo>
                              <a:cubicBezTo>
                                <a:pt x="5607" y="1894"/>
                                <a:pt x="5565" y="3559"/>
                                <a:pt x="4498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5569e90-038d-4f36-b8d5-58715c5ba94e" id="2270" name="任意多边形: 形状 2269">
                          <a:extLst>
                            <a:ext uri="{FF2B5EF4-FFF2-40B4-BE49-F238E27FC236}">
                              <a16:creationId id="{59AB024F-0F09-8792-2CBD-128243D07D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7118" y="2260280"/>
                          <a:ext cx="5325" cy="5266"/>
                        </a:xfrm>
                        <a:custGeom>
                          <a:avLst/>
                          <a:gdLst>
                            <a:gd fmla="*/ 4455 w 5325" name="connsiteX0"/>
                            <a:gd fmla="*/ 4524 h 5266" name="connsiteY0"/>
                            <a:gd fmla="*/ 742 w 5325" name="connsiteX1"/>
                            <a:gd fmla="*/ 4439 h 5266" name="connsiteY1"/>
                            <a:gd fmla="*/ 828 w 5325" name="connsiteX2"/>
                            <a:gd fmla="*/ 726 h 5266" name="connsiteY2"/>
                            <a:gd fmla="*/ 4583 w 5325" name="connsiteX3"/>
                            <a:gd fmla="*/ 811 h 5266" name="connsiteY3"/>
                            <a:gd fmla="*/ 4498 w 5325" name="connsiteX4"/>
                            <a:gd fmla="*/ 4524 h 526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6" w="5325">
                              <a:moveTo>
                                <a:pt x="4455" y="4524"/>
                              </a:moveTo>
                              <a:cubicBezTo>
                                <a:pt x="3388" y="5548"/>
                                <a:pt x="1724" y="5505"/>
                                <a:pt x="742" y="4439"/>
                              </a:cubicBezTo>
                              <a:cubicBezTo>
                                <a:pt x="-282" y="3372"/>
                                <a:pt x="-239" y="1707"/>
                                <a:pt x="828" y="726"/>
                              </a:cubicBezTo>
                              <a:cubicBezTo>
                                <a:pt x="1894" y="-256"/>
                                <a:pt x="3559" y="-256"/>
                                <a:pt x="4583" y="811"/>
                              </a:cubicBezTo>
                              <a:cubicBezTo>
                                <a:pt x="5607" y="1878"/>
                                <a:pt x="5565" y="3542"/>
                                <a:pt x="4498" y="452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504adc6-8593-49fe-8e0f-f1f014706bfb" id="2271" name="任意多边形: 形状 2270">
                          <a:extLst>
                            <a:ext uri="{FF2B5EF4-FFF2-40B4-BE49-F238E27FC236}">
                              <a16:creationId id="{311F2CB1-8AF8-AF50-0319-4A6EBA1F09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2124" y="2257362"/>
                          <a:ext cx="5266" cy="5282"/>
                        </a:xfrm>
                        <a:custGeom>
                          <a:avLst/>
                          <a:gdLst>
                            <a:gd fmla="*/ 4498 w 5266" name="connsiteX0"/>
                            <a:gd fmla="*/ 4540 h 5282" name="connsiteY0"/>
                            <a:gd fmla="*/ 742 w 5266" name="connsiteX1"/>
                            <a:gd fmla="*/ 4455 h 5282" name="connsiteY1"/>
                            <a:gd fmla="*/ 827 w 5266" name="connsiteX2"/>
                            <a:gd fmla="*/ 742 h 5282" name="connsiteY2"/>
                            <a:gd fmla="*/ 4541 w 5266" name="connsiteX3"/>
                            <a:gd fmla="*/ 828 h 5282" name="connsiteY3"/>
                            <a:gd fmla="*/ 4455 w 5266" name="connsiteX4"/>
                            <a:gd fmla="*/ 4540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66">
                              <a:moveTo>
                                <a:pt x="4498" y="4540"/>
                              </a:moveTo>
                              <a:cubicBezTo>
                                <a:pt x="3431" y="5565"/>
                                <a:pt x="1766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7" y="742"/>
                              </a:cubicBezTo>
                              <a:cubicBezTo>
                                <a:pt x="1894" y="-282"/>
                                <a:pt x="3559" y="-239"/>
                                <a:pt x="4541" y="828"/>
                              </a:cubicBezTo>
                              <a:cubicBezTo>
                                <a:pt x="5522" y="1895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3fde5f8-3948-4952-a61d-03abe416a2b2" id="2272" name="任意多边形: 形状 2271">
                          <a:extLst>
                            <a:ext uri="{FF2B5EF4-FFF2-40B4-BE49-F238E27FC236}">
                              <a16:creationId id="{D1558C51-4E29-E25D-6C02-3747DA37CA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9069" y="2246991"/>
                          <a:ext cx="5308" cy="5282"/>
                        </a:xfrm>
                        <a:custGeom>
                          <a:avLst/>
                          <a:gdLst>
                            <a:gd fmla="*/ 4439 w 5308" name="connsiteX0"/>
                            <a:gd fmla="*/ 4541 h 5282" name="connsiteY0"/>
                            <a:gd fmla="*/ 726 w 5308" name="connsiteX1"/>
                            <a:gd fmla="*/ 4455 h 5282" name="connsiteY1"/>
                            <a:gd fmla="*/ 811 w 5308" name="connsiteX2"/>
                            <a:gd fmla="*/ 742 h 5282" name="connsiteY2"/>
                            <a:gd fmla="*/ 4566 w 5308" name="connsiteX3"/>
                            <a:gd fmla="*/ 827 h 5282" name="connsiteY3"/>
                            <a:gd fmla="*/ 4481 w 5308" name="connsiteX4"/>
                            <a:gd fmla="*/ 4541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308">
                              <a:moveTo>
                                <a:pt x="4439" y="4541"/>
                              </a:moveTo>
                              <a:cubicBezTo>
                                <a:pt x="3372" y="5565"/>
                                <a:pt x="1707" y="5522"/>
                                <a:pt x="726" y="4455"/>
                              </a:cubicBezTo>
                              <a:cubicBezTo>
                                <a:pt x="-256" y="3388"/>
                                <a:pt x="-256" y="1724"/>
                                <a:pt x="811" y="742"/>
                              </a:cubicBezTo>
                              <a:cubicBezTo>
                                <a:pt x="1878" y="-282"/>
                                <a:pt x="3542" y="-239"/>
                                <a:pt x="4566" y="827"/>
                              </a:cubicBezTo>
                              <a:cubicBezTo>
                                <a:pt x="5591" y="1894"/>
                                <a:pt x="5548" y="3559"/>
                                <a:pt x="4481" y="45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b1582cc-6304-4ef8-903e-2386d61b7044" id="2273" name="任意多边形: 形状 2272">
                          <a:extLst>
                            <a:ext uri="{FF2B5EF4-FFF2-40B4-BE49-F238E27FC236}">
                              <a16:creationId id="{0A0E96AF-1117-0DA9-963B-7EE8F48BA5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1470" y="2240889"/>
                          <a:ext cx="5282" cy="5325"/>
                        </a:xfrm>
                        <a:custGeom>
                          <a:avLst/>
                          <a:gdLst>
                            <a:gd fmla="*/ 4498 w 5282" name="connsiteX0"/>
                            <a:gd fmla="*/ 4583 h 5325" name="connsiteY0"/>
                            <a:gd fmla="*/ 742 w 5282" name="connsiteX1"/>
                            <a:gd fmla="*/ 4498 h 5325" name="connsiteY1"/>
                            <a:gd fmla="*/ 827 w 5282" name="connsiteX2"/>
                            <a:gd fmla="*/ 742 h 5325" name="connsiteY2"/>
                            <a:gd fmla="*/ 4541 w 5282" name="connsiteX3"/>
                            <a:gd fmla="*/ 827 h 5325" name="connsiteY3"/>
                            <a:gd fmla="*/ 4455 w 5282" name="connsiteX4"/>
                            <a:gd fmla="*/ 4583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282">
                              <a:moveTo>
                                <a:pt x="4498" y="4583"/>
                              </a:moveTo>
                              <a:cubicBezTo>
                                <a:pt x="3431" y="5607"/>
                                <a:pt x="1766" y="5565"/>
                                <a:pt x="742" y="4498"/>
                              </a:cubicBezTo>
                              <a:cubicBezTo>
                                <a:pt x="-282" y="3431"/>
                                <a:pt x="-239" y="1766"/>
                                <a:pt x="827" y="742"/>
                              </a:cubicBezTo>
                              <a:cubicBezTo>
                                <a:pt x="1894" y="-282"/>
                                <a:pt x="3559" y="-239"/>
                                <a:pt x="4541" y="827"/>
                              </a:cubicBezTo>
                              <a:cubicBezTo>
                                <a:pt x="5565" y="1894"/>
                                <a:pt x="5522" y="3559"/>
                                <a:pt x="4455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8ebeb6a-6d67-4a00-8882-1d2f97769795" id="2274" name="任意多边形: 形状 2273">
                          <a:extLst>
                            <a:ext uri="{FF2B5EF4-FFF2-40B4-BE49-F238E27FC236}">
                              <a16:creationId id="{8FFA4FD4-2C1B-5EFE-93FA-82CA3816B3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5779" y="2258530"/>
                          <a:ext cx="5325" cy="5266"/>
                        </a:xfrm>
                        <a:custGeom>
                          <a:avLst/>
                          <a:gdLst>
                            <a:gd fmla="*/ 4455 w 5325" name="connsiteX0"/>
                            <a:gd fmla="*/ 4524 h 5266" name="connsiteY0"/>
                            <a:gd fmla="*/ 742 w 5325" name="connsiteX1"/>
                            <a:gd fmla="*/ 4439 h 5266" name="connsiteY1"/>
                            <a:gd fmla="*/ 828 w 5325" name="connsiteX2"/>
                            <a:gd fmla="*/ 726 h 5266" name="connsiteY2"/>
                            <a:gd fmla="*/ 4583 w 5325" name="connsiteX3"/>
                            <a:gd fmla="*/ 811 h 5266" name="connsiteY3"/>
                            <a:gd fmla="*/ 4498 w 5325" name="connsiteX4"/>
                            <a:gd fmla="*/ 4524 h 526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6" w="5325">
                              <a:moveTo>
                                <a:pt x="4455" y="4524"/>
                              </a:moveTo>
                              <a:cubicBezTo>
                                <a:pt x="3388" y="5548"/>
                                <a:pt x="1724" y="5506"/>
                                <a:pt x="742" y="4439"/>
                              </a:cubicBezTo>
                              <a:cubicBezTo>
                                <a:pt x="-282" y="3372"/>
                                <a:pt x="-239" y="1707"/>
                                <a:pt x="828" y="726"/>
                              </a:cubicBezTo>
                              <a:cubicBezTo>
                                <a:pt x="1895" y="-256"/>
                                <a:pt x="3559" y="-256"/>
                                <a:pt x="4583" y="811"/>
                              </a:cubicBezTo>
                              <a:cubicBezTo>
                                <a:pt x="5607" y="1878"/>
                                <a:pt x="5565" y="3542"/>
                                <a:pt x="4498" y="452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a587aff-c1b0-43e7-9336-d8c3baeb44e1" id="2275" name="任意多边形: 形状 2274">
                          <a:extLst>
                            <a:ext uri="{FF2B5EF4-FFF2-40B4-BE49-F238E27FC236}">
                              <a16:creationId id="{571956AA-1084-8A36-7297-4237C29E13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2280" y="2244447"/>
                          <a:ext cx="5282" cy="5266"/>
                        </a:xfrm>
                        <a:custGeom>
                          <a:avLst/>
                          <a:gdLst>
                            <a:gd fmla="*/ 4498 w 5282" name="connsiteX0"/>
                            <a:gd fmla="*/ 4524 h 5266" name="connsiteY0"/>
                            <a:gd fmla="*/ 742 w 5282" name="connsiteX1"/>
                            <a:gd fmla="*/ 4439 h 5266" name="connsiteY1"/>
                            <a:gd fmla="*/ 828 w 5282" name="connsiteX2"/>
                            <a:gd fmla="*/ 726 h 5266" name="connsiteY2"/>
                            <a:gd fmla="*/ 4540 w 5282" name="connsiteX3"/>
                            <a:gd fmla="*/ 811 h 5266" name="connsiteY3"/>
                            <a:gd fmla="*/ 4455 w 5282" name="connsiteX4"/>
                            <a:gd fmla="*/ 4524 h 526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6" w="5282">
                              <a:moveTo>
                                <a:pt x="4498" y="4524"/>
                              </a:moveTo>
                              <a:cubicBezTo>
                                <a:pt x="3431" y="5548"/>
                                <a:pt x="1766" y="5505"/>
                                <a:pt x="742" y="4439"/>
                              </a:cubicBezTo>
                              <a:cubicBezTo>
                                <a:pt x="-282" y="3372"/>
                                <a:pt x="-239" y="1707"/>
                                <a:pt x="828" y="726"/>
                              </a:cubicBezTo>
                              <a:cubicBezTo>
                                <a:pt x="1895" y="-256"/>
                                <a:pt x="3559" y="-256"/>
                                <a:pt x="4540" y="811"/>
                              </a:cubicBezTo>
                              <a:cubicBezTo>
                                <a:pt x="5565" y="1878"/>
                                <a:pt x="5522" y="3542"/>
                                <a:pt x="4455" y="452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272cfb5-5cb9-4ee5-9543-f14485904d31" id="2276" name="任意多边形: 形状 2275">
                          <a:extLst>
                            <a:ext uri="{FF2B5EF4-FFF2-40B4-BE49-F238E27FC236}">
                              <a16:creationId id="{32FD7D4E-C634-22DB-89EE-935F1A4A11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3617" y="2256465"/>
                          <a:ext cx="5266" cy="5282"/>
                        </a:xfrm>
                        <a:custGeom>
                          <a:avLst/>
                          <a:gdLst>
                            <a:gd fmla="*/ 4498 w 5266" name="connsiteX0"/>
                            <a:gd fmla="*/ 4540 h 5282" name="connsiteY0"/>
                            <a:gd fmla="*/ 742 w 5266" name="connsiteX1"/>
                            <a:gd fmla="*/ 4455 h 5282" name="connsiteY1"/>
                            <a:gd fmla="*/ 827 w 5266" name="connsiteX2"/>
                            <a:gd fmla="*/ 742 h 5282" name="connsiteY2"/>
                            <a:gd fmla="*/ 4540 w 5266" name="connsiteX3"/>
                            <a:gd fmla="*/ 828 h 5282" name="connsiteY3"/>
                            <a:gd fmla="*/ 4455 w 5266" name="connsiteX4"/>
                            <a:gd fmla="*/ 4540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66">
                              <a:moveTo>
                                <a:pt x="4498" y="4540"/>
                              </a:moveTo>
                              <a:cubicBezTo>
                                <a:pt x="3431" y="5565"/>
                                <a:pt x="1766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7" y="742"/>
                              </a:cubicBezTo>
                              <a:cubicBezTo>
                                <a:pt x="1894" y="-282"/>
                                <a:pt x="3559" y="-239"/>
                                <a:pt x="4540" y="828"/>
                              </a:cubicBezTo>
                              <a:cubicBezTo>
                                <a:pt x="5522" y="1895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d4875e8-ce31-4825-b92e-5c4631a2ce5d" id="2277" name="任意多边形: 形状 2276">
                          <a:extLst>
                            <a:ext uri="{FF2B5EF4-FFF2-40B4-BE49-F238E27FC236}">
                              <a16:creationId id="{BABBB0DE-12A5-3C71-1327-DD86EBDEE8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9051" y="2245626"/>
                          <a:ext cx="5266" cy="5325"/>
                        </a:xfrm>
                        <a:custGeom>
                          <a:avLst/>
                          <a:gdLst>
                            <a:gd fmla="*/ 4455 w 5266" name="connsiteX0"/>
                            <a:gd fmla="*/ 4583 h 5325" name="connsiteY0"/>
                            <a:gd fmla="*/ 742 w 5266" name="connsiteX1"/>
                            <a:gd fmla="*/ 4498 h 5325" name="connsiteY1"/>
                            <a:gd fmla="*/ 828 w 5266" name="connsiteX2"/>
                            <a:gd fmla="*/ 742 h 5325" name="connsiteY2"/>
                            <a:gd fmla="*/ 4540 w 5266" name="connsiteX3"/>
                            <a:gd fmla="*/ 828 h 5325" name="connsiteY3"/>
                            <a:gd fmla="*/ 4455 w 5266" name="connsiteX4"/>
                            <a:gd fmla="*/ 4540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266">
                              <a:moveTo>
                                <a:pt x="4455" y="4583"/>
                              </a:moveTo>
                              <a:cubicBezTo>
                                <a:pt x="3388" y="5607"/>
                                <a:pt x="1724" y="5565"/>
                                <a:pt x="742" y="4498"/>
                              </a:cubicBezTo>
                              <a:cubicBezTo>
                                <a:pt x="-282" y="3431"/>
                                <a:pt x="-239" y="1766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40" y="828"/>
                              </a:cubicBezTo>
                              <a:cubicBezTo>
                                <a:pt x="5522" y="1895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ba01497-0480-4fd0-8680-b5ac6ea857b9" id="2278" name="任意多边形: 形状 2277">
                          <a:extLst>
                            <a:ext uri="{FF2B5EF4-FFF2-40B4-BE49-F238E27FC236}">
                              <a16:creationId id="{7C1416C4-D380-1A68-FA08-CB2928D97D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4057" y="2242783"/>
                          <a:ext cx="5266" cy="5266"/>
                        </a:xfrm>
                        <a:custGeom>
                          <a:avLst/>
                          <a:gdLst>
                            <a:gd fmla="*/ 4455 w 5266" name="connsiteX0"/>
                            <a:gd fmla="*/ 4524 h 5266" name="connsiteY0"/>
                            <a:gd fmla="*/ 742 w 5266" name="connsiteX1"/>
                            <a:gd fmla="*/ 4439 h 5266" name="connsiteY1"/>
                            <a:gd fmla="*/ 828 w 5266" name="connsiteX2"/>
                            <a:gd fmla="*/ 726 h 5266" name="connsiteY2"/>
                            <a:gd fmla="*/ 4540 w 5266" name="connsiteX3"/>
                            <a:gd fmla="*/ 811 h 5266" name="connsiteY3"/>
                            <a:gd fmla="*/ 4455 w 5266" name="connsiteX4"/>
                            <a:gd fmla="*/ 4567 h 526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6" w="5266">
                              <a:moveTo>
                                <a:pt x="4455" y="4524"/>
                              </a:moveTo>
                              <a:cubicBezTo>
                                <a:pt x="3388" y="5548"/>
                                <a:pt x="1724" y="5506"/>
                                <a:pt x="742" y="4439"/>
                              </a:cubicBezTo>
                              <a:cubicBezTo>
                                <a:pt x="-282" y="3372"/>
                                <a:pt x="-239" y="1707"/>
                                <a:pt x="828" y="726"/>
                              </a:cubicBezTo>
                              <a:cubicBezTo>
                                <a:pt x="1894" y="-256"/>
                                <a:pt x="3559" y="-256"/>
                                <a:pt x="4540" y="811"/>
                              </a:cubicBezTo>
                              <a:cubicBezTo>
                                <a:pt x="5522" y="1878"/>
                                <a:pt x="5522" y="3542"/>
                                <a:pt x="4455" y="456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4bea8cb-af22-4cb6-938f-1680b4a22860" id="2279" name="任意多边形: 形状 2278">
                          <a:extLst>
                            <a:ext uri="{FF2B5EF4-FFF2-40B4-BE49-F238E27FC236}">
                              <a16:creationId id="{2519E788-239B-6E3D-FC71-870D4A40D4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0943" y="2232370"/>
                          <a:ext cx="5282" cy="5266"/>
                        </a:xfrm>
                        <a:custGeom>
                          <a:avLst/>
                          <a:gdLst>
                            <a:gd fmla="*/ 4498 w 5282" name="connsiteX0"/>
                            <a:gd fmla="*/ 4524 h 5266" name="connsiteY0"/>
                            <a:gd fmla="*/ 742 w 5282" name="connsiteX1"/>
                            <a:gd fmla="*/ 4439 h 5266" name="connsiteY1"/>
                            <a:gd fmla="*/ 827 w 5282" name="connsiteX2"/>
                            <a:gd fmla="*/ 726 h 5266" name="connsiteY2"/>
                            <a:gd fmla="*/ 4540 w 5282" name="connsiteX3"/>
                            <a:gd fmla="*/ 811 h 5266" name="connsiteY3"/>
                            <a:gd fmla="*/ 4455 w 5282" name="connsiteX4"/>
                            <a:gd fmla="*/ 4524 h 526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6" w="5282">
                              <a:moveTo>
                                <a:pt x="4498" y="4524"/>
                              </a:moveTo>
                              <a:cubicBezTo>
                                <a:pt x="3431" y="5548"/>
                                <a:pt x="1766" y="5506"/>
                                <a:pt x="742" y="4439"/>
                              </a:cubicBezTo>
                              <a:cubicBezTo>
                                <a:pt x="-282" y="3372"/>
                                <a:pt x="-239" y="1707"/>
                                <a:pt x="827" y="726"/>
                              </a:cubicBezTo>
                              <a:cubicBezTo>
                                <a:pt x="1894" y="-256"/>
                                <a:pt x="3559" y="-256"/>
                                <a:pt x="4540" y="811"/>
                              </a:cubicBezTo>
                              <a:cubicBezTo>
                                <a:pt x="5565" y="1878"/>
                                <a:pt x="5522" y="3542"/>
                                <a:pt x="4455" y="452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62e576b-d72c-4b0c-866f-266575f07096" id="2280" name="任意多边形: 形状 2279">
                          <a:extLst>
                            <a:ext uri="{FF2B5EF4-FFF2-40B4-BE49-F238E27FC236}">
                              <a16:creationId id="{935BB208-00D5-7830-2E9C-74B3E86B1C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3462" y="2226336"/>
                          <a:ext cx="5266" cy="5282"/>
                        </a:xfrm>
                        <a:custGeom>
                          <a:avLst/>
                          <a:gdLst>
                            <a:gd fmla="*/ 4439 w 5266" name="connsiteX0"/>
                            <a:gd fmla="*/ 4540 h 5282" name="connsiteY0"/>
                            <a:gd fmla="*/ 726 w 5266" name="connsiteX1"/>
                            <a:gd fmla="*/ 4455 h 5282" name="connsiteY1"/>
                            <a:gd fmla="*/ 811 w 5266" name="connsiteX2"/>
                            <a:gd fmla="*/ 742 h 5282" name="connsiteY2"/>
                            <a:gd fmla="*/ 4524 w 5266" name="connsiteX3"/>
                            <a:gd fmla="*/ 828 h 5282" name="connsiteY3"/>
                            <a:gd fmla="*/ 4439 w 5266" name="connsiteX4"/>
                            <a:gd fmla="*/ 4583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66">
                              <a:moveTo>
                                <a:pt x="4439" y="4540"/>
                              </a:moveTo>
                              <a:cubicBezTo>
                                <a:pt x="3372" y="5565"/>
                                <a:pt x="1707" y="5522"/>
                                <a:pt x="726" y="4455"/>
                              </a:cubicBezTo>
                              <a:cubicBezTo>
                                <a:pt x="-256" y="3388"/>
                                <a:pt x="-256" y="1724"/>
                                <a:pt x="811" y="742"/>
                              </a:cubicBezTo>
                              <a:cubicBezTo>
                                <a:pt x="1878" y="-282"/>
                                <a:pt x="3542" y="-239"/>
                                <a:pt x="4524" y="828"/>
                              </a:cubicBezTo>
                              <a:cubicBezTo>
                                <a:pt x="5548" y="1895"/>
                                <a:pt x="5505" y="3559"/>
                                <a:pt x="4439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6980c14-5a75-4a29-bf2e-c36b51670b26" id="2281" name="任意多边形: 形状 2280">
                          <a:extLst>
                            <a:ext uri="{FF2B5EF4-FFF2-40B4-BE49-F238E27FC236}">
                              <a16:creationId id="{56C0F5BC-89E8-10D7-71F8-11F87599B3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6634" y="2229580"/>
                          <a:ext cx="5282" cy="5282"/>
                        </a:xfrm>
                        <a:custGeom>
                          <a:avLst/>
                          <a:gdLst>
                            <a:gd fmla="*/ 4498 w 5282" name="connsiteX0"/>
                            <a:gd fmla="*/ 4540 h 5282" name="connsiteY0"/>
                            <a:gd fmla="*/ 742 w 5282" name="connsiteX1"/>
                            <a:gd fmla="*/ 4455 h 5282" name="connsiteY1"/>
                            <a:gd fmla="*/ 828 w 5282" name="connsiteX2"/>
                            <a:gd fmla="*/ 742 h 5282" name="connsiteY2"/>
                            <a:gd fmla="*/ 4540 w 5282" name="connsiteX3"/>
                            <a:gd fmla="*/ 828 h 5282" name="connsiteY3"/>
                            <a:gd fmla="*/ 4455 w 5282" name="connsiteX4"/>
                            <a:gd fmla="*/ 4583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82">
                              <a:moveTo>
                                <a:pt x="4498" y="4540"/>
                              </a:moveTo>
                              <a:cubicBezTo>
                                <a:pt x="3431" y="5565"/>
                                <a:pt x="1767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40" y="828"/>
                              </a:cubicBezTo>
                              <a:cubicBezTo>
                                <a:pt x="5565" y="1895"/>
                                <a:pt x="5522" y="3559"/>
                                <a:pt x="4455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d93a8b9-f7ab-4b02-83ee-c4c160a82bb9" id="2282" name="任意多边形: 形状 2281">
                          <a:extLst>
                            <a:ext uri="{FF2B5EF4-FFF2-40B4-BE49-F238E27FC236}">
                              <a16:creationId id="{AD5FB01F-2616-7C05-0186-CAF77F0060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3220" y="2215497"/>
                          <a:ext cx="5282" cy="5282"/>
                        </a:xfrm>
                        <a:custGeom>
                          <a:avLst/>
                          <a:gdLst>
                            <a:gd fmla="*/ 4455 w 5282" name="connsiteX0"/>
                            <a:gd fmla="*/ 4540 h 5282" name="connsiteY0"/>
                            <a:gd fmla="*/ 742 w 5282" name="connsiteX1"/>
                            <a:gd fmla="*/ 4455 h 5282" name="connsiteY1"/>
                            <a:gd fmla="*/ 828 w 5282" name="connsiteX2"/>
                            <a:gd fmla="*/ 742 h 5282" name="connsiteY2"/>
                            <a:gd fmla="*/ 4540 w 5282" name="connsiteX3"/>
                            <a:gd fmla="*/ 828 h 5282" name="connsiteY3"/>
                            <a:gd fmla="*/ 4455 w 5282" name="connsiteX4"/>
                            <a:gd fmla="*/ 4583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82">
                              <a:moveTo>
                                <a:pt x="4455" y="4540"/>
                              </a:moveTo>
                              <a:cubicBezTo>
                                <a:pt x="3388" y="5565"/>
                                <a:pt x="1724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40" y="828"/>
                              </a:cubicBezTo>
                              <a:cubicBezTo>
                                <a:pt x="5565" y="1895"/>
                                <a:pt x="5522" y="3559"/>
                                <a:pt x="4455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d1e682-5458-4181-a901-a4960aa24cd0" id="2283" name="任意多边形: 形状 2282">
                          <a:extLst>
                            <a:ext uri="{FF2B5EF4-FFF2-40B4-BE49-F238E27FC236}">
                              <a16:creationId id="{1BE736DF-C9B9-35F0-08A3-D0424FD617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4557" y="2227531"/>
                          <a:ext cx="5266" cy="5282"/>
                        </a:xfrm>
                        <a:custGeom>
                          <a:avLst/>
                          <a:gdLst>
                            <a:gd fmla="*/ 4455 w 5266" name="connsiteX0"/>
                            <a:gd fmla="*/ 4541 h 5282" name="connsiteY0"/>
                            <a:gd fmla="*/ 742 w 5266" name="connsiteX1"/>
                            <a:gd fmla="*/ 4455 h 5282" name="connsiteY1"/>
                            <a:gd fmla="*/ 827 w 5266" name="connsiteX2"/>
                            <a:gd fmla="*/ 742 h 5282" name="connsiteY2"/>
                            <a:gd fmla="*/ 4540 w 5266" name="connsiteX3"/>
                            <a:gd fmla="*/ 827 h 5282" name="connsiteY3"/>
                            <a:gd fmla="*/ 4455 w 5266" name="connsiteX4"/>
                            <a:gd fmla="*/ 4583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66">
                              <a:moveTo>
                                <a:pt x="4455" y="4541"/>
                              </a:moveTo>
                              <a:cubicBezTo>
                                <a:pt x="3388" y="5565"/>
                                <a:pt x="1724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7" y="742"/>
                              </a:cubicBezTo>
                              <a:cubicBezTo>
                                <a:pt x="1894" y="-282"/>
                                <a:pt x="3559" y="-239"/>
                                <a:pt x="4540" y="827"/>
                              </a:cubicBezTo>
                              <a:cubicBezTo>
                                <a:pt x="5522" y="1894"/>
                                <a:pt x="5522" y="3559"/>
                                <a:pt x="4455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e8bd9cd-1d5a-4d7d-9996-98ff237ef735" id="2284" name="任意多边形: 形状 2283">
                          <a:extLst>
                            <a:ext uri="{FF2B5EF4-FFF2-40B4-BE49-F238E27FC236}">
                              <a16:creationId id="{497B7964-F131-F669-D81C-624A56B54F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9906" y="2216734"/>
                          <a:ext cx="5282" cy="5282"/>
                        </a:xfrm>
                        <a:custGeom>
                          <a:avLst/>
                          <a:gdLst>
                            <a:gd fmla="*/ 4498 w 5282" name="connsiteX0"/>
                            <a:gd fmla="*/ 4540 h 5282" name="connsiteY0"/>
                            <a:gd fmla="*/ 742 w 5282" name="connsiteX1"/>
                            <a:gd fmla="*/ 4455 h 5282" name="connsiteY1"/>
                            <a:gd fmla="*/ 828 w 5282" name="connsiteX2"/>
                            <a:gd fmla="*/ 742 h 5282" name="connsiteY2"/>
                            <a:gd fmla="*/ 4540 w 5282" name="connsiteX3"/>
                            <a:gd fmla="*/ 828 h 5282" name="connsiteY3"/>
                            <a:gd fmla="*/ 4455 w 5282" name="connsiteX4"/>
                            <a:gd fmla="*/ 4540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82">
                              <a:moveTo>
                                <a:pt x="4498" y="4540"/>
                              </a:moveTo>
                              <a:cubicBezTo>
                                <a:pt x="3431" y="5565"/>
                                <a:pt x="1767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4" y="-282"/>
                                <a:pt x="3559" y="-239"/>
                                <a:pt x="4540" y="828"/>
                              </a:cubicBezTo>
                              <a:cubicBezTo>
                                <a:pt x="5565" y="1895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8d5b765-3036-419c-94fa-5a82b72aaf63" id="2285" name="任意多边形: 形状 2284">
                          <a:extLst>
                            <a:ext uri="{FF2B5EF4-FFF2-40B4-BE49-F238E27FC236}">
                              <a16:creationId id="{404009EA-3531-492E-9A7F-33625A1A28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4997" y="2213790"/>
                          <a:ext cx="5282" cy="5325"/>
                        </a:xfrm>
                        <a:custGeom>
                          <a:avLst/>
                          <a:gdLst>
                            <a:gd fmla="*/ 4455 w 5282" name="connsiteX0"/>
                            <a:gd fmla="*/ 4583 h 5325" name="connsiteY0"/>
                            <a:gd fmla="*/ 742 w 5282" name="connsiteX1"/>
                            <a:gd fmla="*/ 4498 h 5325" name="connsiteY1"/>
                            <a:gd fmla="*/ 828 w 5282" name="connsiteX2"/>
                            <a:gd fmla="*/ 742 h 5325" name="connsiteY2"/>
                            <a:gd fmla="*/ 4540 w 5282" name="connsiteX3"/>
                            <a:gd fmla="*/ 828 h 5325" name="connsiteY3"/>
                            <a:gd fmla="*/ 4455 w 5282" name="connsiteX4"/>
                            <a:gd fmla="*/ 4540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282">
                              <a:moveTo>
                                <a:pt x="4455" y="4583"/>
                              </a:moveTo>
                              <a:cubicBezTo>
                                <a:pt x="3388" y="5607"/>
                                <a:pt x="1724" y="5565"/>
                                <a:pt x="742" y="4498"/>
                              </a:cubicBezTo>
                              <a:cubicBezTo>
                                <a:pt x="-282" y="3431"/>
                                <a:pt x="-239" y="1766"/>
                                <a:pt x="828" y="742"/>
                              </a:cubicBezTo>
                              <a:cubicBezTo>
                                <a:pt x="1894" y="-282"/>
                                <a:pt x="3559" y="-239"/>
                                <a:pt x="4540" y="828"/>
                              </a:cubicBezTo>
                              <a:cubicBezTo>
                                <a:pt x="5565" y="1895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e359fb4-d469-4488-9615-c4201e2c42d1" id="2286" name="任意多边形: 形状 2285">
                          <a:extLst>
                            <a:ext uri="{FF2B5EF4-FFF2-40B4-BE49-F238E27FC236}">
                              <a16:creationId id="{EE05E133-A9BF-071E-49E1-B0D7D9FE50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7075" y="2194756"/>
                          <a:ext cx="5282" cy="5325"/>
                        </a:xfrm>
                        <a:custGeom>
                          <a:avLst/>
                          <a:gdLst>
                            <a:gd fmla="*/ 4455 w 5282" name="connsiteX0"/>
                            <a:gd fmla="*/ 4583 h 5325" name="connsiteY0"/>
                            <a:gd fmla="*/ 742 w 5282" name="connsiteX1"/>
                            <a:gd fmla="*/ 4498 h 5325" name="connsiteY1"/>
                            <a:gd fmla="*/ 828 w 5282" name="connsiteX2"/>
                            <a:gd fmla="*/ 742 h 5325" name="connsiteY2"/>
                            <a:gd fmla="*/ 4540 w 5282" name="connsiteX3"/>
                            <a:gd fmla="*/ 828 h 5325" name="connsiteY3"/>
                            <a:gd fmla="*/ 4455 w 5282" name="connsiteX4"/>
                            <a:gd fmla="*/ 4540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282">
                              <a:moveTo>
                                <a:pt x="4455" y="4583"/>
                              </a:moveTo>
                              <a:cubicBezTo>
                                <a:pt x="3388" y="5607"/>
                                <a:pt x="1724" y="5565"/>
                                <a:pt x="742" y="4498"/>
                              </a:cubicBezTo>
                              <a:cubicBezTo>
                                <a:pt x="-282" y="3431"/>
                                <a:pt x="-239" y="1767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40" y="828"/>
                              </a:cubicBezTo>
                              <a:cubicBezTo>
                                <a:pt x="5565" y="1894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62e9e5d-2cf8-4ead-b5e0-c62dd3445823" id="2287" name="任意多边形: 形状 2286">
                          <a:extLst>
                            <a:ext uri="{FF2B5EF4-FFF2-40B4-BE49-F238E27FC236}">
                              <a16:creationId id="{E972B705-8640-3E84-6BBB-69FCD0EE4B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0175" y="2199152"/>
                          <a:ext cx="5325" cy="5325"/>
                        </a:xfrm>
                        <a:custGeom>
                          <a:avLst/>
                          <a:gdLst>
                            <a:gd fmla="*/ 4455 w 5325" name="connsiteX0"/>
                            <a:gd fmla="*/ 4583 h 5325" name="connsiteY0"/>
                            <a:gd fmla="*/ 742 w 5325" name="connsiteX1"/>
                            <a:gd fmla="*/ 4498 h 5325" name="connsiteY1"/>
                            <a:gd fmla="*/ 828 w 5325" name="connsiteX2"/>
                            <a:gd fmla="*/ 742 h 5325" name="connsiteY2"/>
                            <a:gd fmla="*/ 4583 w 5325" name="connsiteX3"/>
                            <a:gd fmla="*/ 828 h 5325" name="connsiteY3"/>
                            <a:gd fmla="*/ 4498 w 5325" name="connsiteX4"/>
                            <a:gd fmla="*/ 4540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325">
                              <a:moveTo>
                                <a:pt x="4455" y="4583"/>
                              </a:moveTo>
                              <a:cubicBezTo>
                                <a:pt x="3388" y="5607"/>
                                <a:pt x="1724" y="5565"/>
                                <a:pt x="742" y="4498"/>
                              </a:cubicBezTo>
                              <a:cubicBezTo>
                                <a:pt x="-282" y="3431"/>
                                <a:pt x="-239" y="1766"/>
                                <a:pt x="828" y="742"/>
                              </a:cubicBezTo>
                              <a:cubicBezTo>
                                <a:pt x="1894" y="-282"/>
                                <a:pt x="3559" y="-239"/>
                                <a:pt x="4583" y="828"/>
                              </a:cubicBezTo>
                              <a:cubicBezTo>
                                <a:pt x="5607" y="1895"/>
                                <a:pt x="5565" y="3559"/>
                                <a:pt x="4498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a41bc34-c0af-438c-93ed-8abcfc4cd111" id="2288" name="任意多边形: 形状 2287">
                          <a:extLst>
                            <a:ext uri="{FF2B5EF4-FFF2-40B4-BE49-F238E27FC236}">
                              <a16:creationId id="{1FC80444-59DC-4D32-1B3F-CC48BE25FD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6493" y="2249765"/>
                          <a:ext cx="5282" cy="5325"/>
                        </a:xfrm>
                        <a:custGeom>
                          <a:avLst/>
                          <a:gdLst>
                            <a:gd fmla="*/ 4498 w 5282" name="connsiteX0"/>
                            <a:gd fmla="*/ 4583 h 5325" name="connsiteY0"/>
                            <a:gd fmla="*/ 742 w 5282" name="connsiteX1"/>
                            <a:gd fmla="*/ 4498 h 5325" name="connsiteY1"/>
                            <a:gd fmla="*/ 828 w 5282" name="connsiteX2"/>
                            <a:gd fmla="*/ 742 h 5325" name="connsiteY2"/>
                            <a:gd fmla="*/ 4540 w 5282" name="connsiteX3"/>
                            <a:gd fmla="*/ 828 h 5325" name="connsiteY3"/>
                            <a:gd fmla="*/ 4455 w 5282" name="connsiteX4"/>
                            <a:gd fmla="*/ 4583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282">
                              <a:moveTo>
                                <a:pt x="4498" y="4583"/>
                              </a:moveTo>
                              <a:cubicBezTo>
                                <a:pt x="3431" y="5607"/>
                                <a:pt x="1766" y="5565"/>
                                <a:pt x="742" y="4498"/>
                              </a:cubicBezTo>
                              <a:cubicBezTo>
                                <a:pt x="-282" y="3431"/>
                                <a:pt x="-239" y="1767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40" y="828"/>
                              </a:cubicBezTo>
                              <a:cubicBezTo>
                                <a:pt x="5565" y="1895"/>
                                <a:pt x="5522" y="3559"/>
                                <a:pt x="4455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7492d12-c368-4d4a-9bfa-101f781da8d1" id="2289" name="任意多边形: 形状 2288">
                          <a:extLst>
                            <a:ext uri="{FF2B5EF4-FFF2-40B4-BE49-F238E27FC236}">
                              <a16:creationId id="{5FA752B3-4F7D-265C-C37D-37927D7377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3036" y="2235725"/>
                          <a:ext cx="5282" cy="5282"/>
                        </a:xfrm>
                        <a:custGeom>
                          <a:avLst/>
                          <a:gdLst>
                            <a:gd fmla="*/ 4498 w 5282" name="connsiteX0"/>
                            <a:gd fmla="*/ 4540 h 5282" name="connsiteY0"/>
                            <a:gd fmla="*/ 742 w 5282" name="connsiteX1"/>
                            <a:gd fmla="*/ 4455 h 5282" name="connsiteY1"/>
                            <a:gd fmla="*/ 828 w 5282" name="connsiteX2"/>
                            <a:gd fmla="*/ 742 h 5282" name="connsiteY2"/>
                            <a:gd fmla="*/ 4540 w 5282" name="connsiteX3"/>
                            <a:gd fmla="*/ 828 h 5282" name="connsiteY3"/>
                            <a:gd fmla="*/ 4455 w 5282" name="connsiteX4"/>
                            <a:gd fmla="*/ 4583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82">
                              <a:moveTo>
                                <a:pt x="4498" y="4540"/>
                              </a:moveTo>
                              <a:cubicBezTo>
                                <a:pt x="3431" y="5565"/>
                                <a:pt x="1766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40" y="828"/>
                              </a:cubicBezTo>
                              <a:cubicBezTo>
                                <a:pt x="5565" y="1895"/>
                                <a:pt x="5522" y="3559"/>
                                <a:pt x="4455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6006524-593b-4c7b-a457-7cd6355834ce" id="2290" name="任意多边形: 形状 2289">
                          <a:extLst>
                            <a:ext uri="{FF2B5EF4-FFF2-40B4-BE49-F238E27FC236}">
                              <a16:creationId id="{D23963E2-F44E-FB09-2895-942AB67CD9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4373" y="2247717"/>
                          <a:ext cx="5325" cy="5325"/>
                        </a:xfrm>
                        <a:custGeom>
                          <a:avLst/>
                          <a:gdLst>
                            <a:gd fmla="*/ 4498 w 5325" name="connsiteX0"/>
                            <a:gd fmla="*/ 4583 h 5325" name="connsiteY0"/>
                            <a:gd fmla="*/ 742 w 5325" name="connsiteX1"/>
                            <a:gd fmla="*/ 4498 h 5325" name="connsiteY1"/>
                            <a:gd fmla="*/ 828 w 5325" name="connsiteX2"/>
                            <a:gd fmla="*/ 742 h 5325" name="connsiteY2"/>
                            <a:gd fmla="*/ 4583 w 5325" name="connsiteX3"/>
                            <a:gd fmla="*/ 828 h 5325" name="connsiteY3"/>
                            <a:gd fmla="*/ 4498 w 5325" name="connsiteX4"/>
                            <a:gd fmla="*/ 4540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325">
                              <a:moveTo>
                                <a:pt x="4498" y="4583"/>
                              </a:moveTo>
                              <a:cubicBezTo>
                                <a:pt x="3431" y="5607"/>
                                <a:pt x="1767" y="5565"/>
                                <a:pt x="742" y="4498"/>
                              </a:cubicBezTo>
                              <a:cubicBezTo>
                                <a:pt x="-282" y="3431"/>
                                <a:pt x="-239" y="1766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83" y="828"/>
                              </a:cubicBezTo>
                              <a:cubicBezTo>
                                <a:pt x="5607" y="1895"/>
                                <a:pt x="5565" y="3559"/>
                                <a:pt x="4498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3c6f151-05a7-42eb-96c2-0ff55a60ec70" id="2291" name="任意多边形: 形状 2290">
                          <a:extLst>
                            <a:ext uri="{FF2B5EF4-FFF2-40B4-BE49-F238E27FC236}">
                              <a16:creationId id="{DA38EFDF-F5DF-3B21-CE65-AC257AE471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9765" y="2237005"/>
                          <a:ext cx="5282" cy="5282"/>
                        </a:xfrm>
                        <a:custGeom>
                          <a:avLst/>
                          <a:gdLst>
                            <a:gd fmla="*/ 4498 w 5282" name="connsiteX0"/>
                            <a:gd fmla="*/ 4540 h 5282" name="connsiteY0"/>
                            <a:gd fmla="*/ 742 w 5282" name="connsiteX1"/>
                            <a:gd fmla="*/ 4455 h 5282" name="connsiteY1"/>
                            <a:gd fmla="*/ 827 w 5282" name="connsiteX2"/>
                            <a:gd fmla="*/ 742 h 5282" name="connsiteY2"/>
                            <a:gd fmla="*/ 4540 w 5282" name="connsiteX3"/>
                            <a:gd fmla="*/ 828 h 5282" name="connsiteY3"/>
                            <a:gd fmla="*/ 4455 w 5282" name="connsiteX4"/>
                            <a:gd fmla="*/ 4540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82">
                              <a:moveTo>
                                <a:pt x="4498" y="4540"/>
                              </a:moveTo>
                              <a:cubicBezTo>
                                <a:pt x="3431" y="5565"/>
                                <a:pt x="1767" y="5522"/>
                                <a:pt x="742" y="4455"/>
                              </a:cubicBezTo>
                              <a:cubicBezTo>
                                <a:pt x="-282" y="3388"/>
                                <a:pt x="-240" y="1724"/>
                                <a:pt x="827" y="742"/>
                              </a:cubicBezTo>
                              <a:cubicBezTo>
                                <a:pt x="1894" y="-282"/>
                                <a:pt x="3559" y="-239"/>
                                <a:pt x="4540" y="828"/>
                              </a:cubicBezTo>
                              <a:cubicBezTo>
                                <a:pt x="5565" y="1895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97eb6c5-f48d-4fc5-b794-1d69e0a44574" id="2292" name="任意多边形: 形状 2291">
                          <a:extLst>
                            <a:ext uri="{FF2B5EF4-FFF2-40B4-BE49-F238E27FC236}">
                              <a16:creationId id="{7745FE6A-C160-AFEF-00F6-378CD2CF55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4857" y="2234018"/>
                          <a:ext cx="5282" cy="5325"/>
                        </a:xfrm>
                        <a:custGeom>
                          <a:avLst/>
                          <a:gdLst>
                            <a:gd fmla="*/ 4455 w 5282" name="connsiteX0"/>
                            <a:gd fmla="*/ 4583 h 5325" name="connsiteY0"/>
                            <a:gd fmla="*/ 742 w 5282" name="connsiteX1"/>
                            <a:gd fmla="*/ 4498 h 5325" name="connsiteY1"/>
                            <a:gd fmla="*/ 828 w 5282" name="connsiteX2"/>
                            <a:gd fmla="*/ 742 h 5325" name="connsiteY2"/>
                            <a:gd fmla="*/ 4540 w 5282" name="connsiteX3"/>
                            <a:gd fmla="*/ 828 h 5325" name="connsiteY3"/>
                            <a:gd fmla="*/ 4455 w 5282" name="connsiteX4"/>
                            <a:gd fmla="*/ 4540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282">
                              <a:moveTo>
                                <a:pt x="4455" y="4583"/>
                              </a:moveTo>
                              <a:cubicBezTo>
                                <a:pt x="3388" y="5607"/>
                                <a:pt x="1724" y="5565"/>
                                <a:pt x="742" y="4498"/>
                              </a:cubicBezTo>
                              <a:cubicBezTo>
                                <a:pt x="-282" y="3431"/>
                                <a:pt x="-239" y="1767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40" y="828"/>
                              </a:cubicBezTo>
                              <a:cubicBezTo>
                                <a:pt x="5565" y="1895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93506a1-7332-47cd-9608-512d7c12a466" id="2293" name="任意多边形: 形状 2292">
                          <a:extLst>
                            <a:ext uri="{FF2B5EF4-FFF2-40B4-BE49-F238E27FC236}">
                              <a16:creationId id="{42955B07-015C-D9B1-9CD5-0138DB3BE9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7391" y="2202224"/>
                          <a:ext cx="5266" cy="5282"/>
                        </a:xfrm>
                        <a:custGeom>
                          <a:avLst/>
                          <a:gdLst>
                            <a:gd fmla="*/ 4439 w 5266" name="connsiteX0"/>
                            <a:gd fmla="*/ 4540 h 5282" name="connsiteY0"/>
                            <a:gd fmla="*/ 726 w 5266" name="connsiteX1"/>
                            <a:gd fmla="*/ 4455 h 5282" name="connsiteY1"/>
                            <a:gd fmla="*/ 811 w 5266" name="connsiteX2"/>
                            <a:gd fmla="*/ 742 h 5282" name="connsiteY2"/>
                            <a:gd fmla="*/ 4524 w 5266" name="connsiteX3"/>
                            <a:gd fmla="*/ 828 h 5282" name="connsiteY3"/>
                            <a:gd fmla="*/ 4439 w 5266" name="connsiteX4"/>
                            <a:gd fmla="*/ 4583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66">
                              <a:moveTo>
                                <a:pt x="4439" y="4540"/>
                              </a:moveTo>
                              <a:cubicBezTo>
                                <a:pt x="3372" y="5565"/>
                                <a:pt x="1707" y="5522"/>
                                <a:pt x="726" y="4455"/>
                              </a:cubicBezTo>
                              <a:cubicBezTo>
                                <a:pt x="-256" y="3388"/>
                                <a:pt x="-256" y="1724"/>
                                <a:pt x="811" y="742"/>
                              </a:cubicBezTo>
                              <a:cubicBezTo>
                                <a:pt x="1878" y="-282"/>
                                <a:pt x="3542" y="-239"/>
                                <a:pt x="4524" y="828"/>
                              </a:cubicBezTo>
                              <a:cubicBezTo>
                                <a:pt x="5548" y="1894"/>
                                <a:pt x="5506" y="3559"/>
                                <a:pt x="4439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36faaa5-8f74-46af-9bed-8c1c66b11c8e" id="2294" name="任意多边形: 形状 2293">
                          <a:extLst>
                            <a:ext uri="{FF2B5EF4-FFF2-40B4-BE49-F238E27FC236}">
                              <a16:creationId id="{561F4B9F-BEC9-39D9-3CD9-714FDB5B22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4245" y="2217630"/>
                          <a:ext cx="5325" cy="5325"/>
                        </a:xfrm>
                        <a:custGeom>
                          <a:avLst/>
                          <a:gdLst>
                            <a:gd fmla="*/ 4455 w 5325" name="connsiteX0"/>
                            <a:gd fmla="*/ 4583 h 5325" name="connsiteY0"/>
                            <a:gd fmla="*/ 742 w 5325" name="connsiteX1"/>
                            <a:gd fmla="*/ 4498 h 5325" name="connsiteY1"/>
                            <a:gd fmla="*/ 828 w 5325" name="connsiteX2"/>
                            <a:gd fmla="*/ 742 h 5325" name="connsiteY2"/>
                            <a:gd fmla="*/ 4583 w 5325" name="connsiteX3"/>
                            <a:gd fmla="*/ 828 h 5325" name="connsiteY3"/>
                            <a:gd fmla="*/ 4498 w 5325" name="connsiteX4"/>
                            <a:gd fmla="*/ 4540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325">
                              <a:moveTo>
                                <a:pt x="4455" y="4583"/>
                              </a:moveTo>
                              <a:cubicBezTo>
                                <a:pt x="3388" y="5607"/>
                                <a:pt x="1724" y="5565"/>
                                <a:pt x="742" y="4498"/>
                              </a:cubicBezTo>
                              <a:cubicBezTo>
                                <a:pt x="-282" y="3431"/>
                                <a:pt x="-239" y="1766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83" y="828"/>
                              </a:cubicBezTo>
                              <a:cubicBezTo>
                                <a:pt x="5607" y="1895"/>
                                <a:pt x="5565" y="3559"/>
                                <a:pt x="4498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3ec92f0-9907-4b23-9f65-50a377a2a7c2" id="2295" name="任意多边形: 形状 2294">
                          <a:extLst>
                            <a:ext uri="{FF2B5EF4-FFF2-40B4-BE49-F238E27FC236}">
                              <a16:creationId id="{3389964B-12D3-C2AD-5BD8-521431C33F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1626" y="2297818"/>
                          <a:ext cx="5325" cy="5282"/>
                        </a:xfrm>
                        <a:custGeom>
                          <a:avLst/>
                          <a:gdLst>
                            <a:gd fmla="*/ 4455 w 5325" name="connsiteX0"/>
                            <a:gd fmla="*/ 4540 h 5282" name="connsiteY0"/>
                            <a:gd fmla="*/ 742 w 5325" name="connsiteX1"/>
                            <a:gd fmla="*/ 4455 h 5282" name="connsiteY1"/>
                            <a:gd fmla="*/ 828 w 5325" name="connsiteX2"/>
                            <a:gd fmla="*/ 742 h 5282" name="connsiteY2"/>
                            <a:gd fmla="*/ 4583 w 5325" name="connsiteX3"/>
                            <a:gd fmla="*/ 828 h 5282" name="connsiteY3"/>
                            <a:gd fmla="*/ 4498 w 5325" name="connsiteX4"/>
                            <a:gd fmla="*/ 4583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325">
                              <a:moveTo>
                                <a:pt x="4455" y="4540"/>
                              </a:moveTo>
                              <a:cubicBezTo>
                                <a:pt x="3388" y="5565"/>
                                <a:pt x="1724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83" y="828"/>
                              </a:cubicBezTo>
                              <a:cubicBezTo>
                                <a:pt x="5607" y="1895"/>
                                <a:pt x="5565" y="3559"/>
                                <a:pt x="4498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3006ed9-ebee-4819-a1c2-e045711b5fd9" id="2296" name="任意多边形: 形状 2295">
                          <a:extLst>
                            <a:ext uri="{FF2B5EF4-FFF2-40B4-BE49-F238E27FC236}">
                              <a16:creationId id="{7E99533F-3D36-FB40-8EF8-D93B406950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8169" y="2283735"/>
                          <a:ext cx="5325" cy="5282"/>
                        </a:xfrm>
                        <a:custGeom>
                          <a:avLst/>
                          <a:gdLst>
                            <a:gd fmla="*/ 4455 w 5325" name="connsiteX0"/>
                            <a:gd fmla="*/ 4540 h 5282" name="connsiteY0"/>
                            <a:gd fmla="*/ 742 w 5325" name="connsiteX1"/>
                            <a:gd fmla="*/ 4455 h 5282" name="connsiteY1"/>
                            <a:gd fmla="*/ 828 w 5325" name="connsiteX2"/>
                            <a:gd fmla="*/ 742 h 5282" name="connsiteY2"/>
                            <a:gd fmla="*/ 4583 w 5325" name="connsiteX3"/>
                            <a:gd fmla="*/ 828 h 5282" name="connsiteY3"/>
                            <a:gd fmla="*/ 4498 w 5325" name="connsiteX4"/>
                            <a:gd fmla="*/ 4540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325">
                              <a:moveTo>
                                <a:pt x="4455" y="4540"/>
                              </a:moveTo>
                              <a:cubicBezTo>
                                <a:pt x="3388" y="5565"/>
                                <a:pt x="1724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83" y="828"/>
                              </a:cubicBezTo>
                              <a:cubicBezTo>
                                <a:pt x="5607" y="1895"/>
                                <a:pt x="5565" y="3559"/>
                                <a:pt x="4498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51a1eba-35e9-4d64-ac46-a239d640bf21" id="2297" name="任意多边形: 形状 2296">
                          <a:extLst>
                            <a:ext uri="{FF2B5EF4-FFF2-40B4-BE49-F238E27FC236}">
                              <a16:creationId id="{8F4729B5-4D65-C23B-720E-8DE8FC2168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4171" y="2303665"/>
                          <a:ext cx="5282" cy="5282"/>
                        </a:xfrm>
                        <a:custGeom>
                          <a:avLst/>
                          <a:gdLst>
                            <a:gd fmla="*/ 4455 w 5282" name="connsiteX0"/>
                            <a:gd fmla="*/ 4540 h 5282" name="connsiteY0"/>
                            <a:gd fmla="*/ 742 w 5282" name="connsiteX1"/>
                            <a:gd fmla="*/ 4455 h 5282" name="connsiteY1"/>
                            <a:gd fmla="*/ 828 w 5282" name="connsiteX2"/>
                            <a:gd fmla="*/ 742 h 5282" name="connsiteY2"/>
                            <a:gd fmla="*/ 4540 w 5282" name="connsiteX3"/>
                            <a:gd fmla="*/ 828 h 5282" name="connsiteY3"/>
                            <a:gd fmla="*/ 4455 w 5282" name="connsiteX4"/>
                            <a:gd fmla="*/ 4540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82">
                              <a:moveTo>
                                <a:pt x="4455" y="4540"/>
                              </a:moveTo>
                              <a:cubicBezTo>
                                <a:pt x="3388" y="5565"/>
                                <a:pt x="1724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4" y="-282"/>
                                <a:pt x="3559" y="-239"/>
                                <a:pt x="4540" y="828"/>
                              </a:cubicBezTo>
                              <a:cubicBezTo>
                                <a:pt x="5565" y="1895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0ee34fb-c15e-4298-968f-b5581f7a7dc8" id="2298" name="任意多边形: 形状 2297">
                          <a:extLst>
                            <a:ext uri="{FF2B5EF4-FFF2-40B4-BE49-F238E27FC236}">
                              <a16:creationId id="{7D85A378-9902-8653-2421-4FAB8B749A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4914" y="2285015"/>
                          <a:ext cx="5266" cy="5282"/>
                        </a:xfrm>
                        <a:custGeom>
                          <a:avLst/>
                          <a:gdLst>
                            <a:gd fmla="*/ 4439 w 5266" name="connsiteX0"/>
                            <a:gd fmla="*/ 4540 h 5282" name="connsiteY0"/>
                            <a:gd fmla="*/ 726 w 5266" name="connsiteX1"/>
                            <a:gd fmla="*/ 4455 h 5282" name="connsiteY1"/>
                            <a:gd fmla="*/ 811 w 5266" name="connsiteX2"/>
                            <a:gd fmla="*/ 742 h 5282" name="connsiteY2"/>
                            <a:gd fmla="*/ 4524 w 5266" name="connsiteX3"/>
                            <a:gd fmla="*/ 828 h 5282" name="connsiteY3"/>
                            <a:gd fmla="*/ 4439 w 5266" name="connsiteX4"/>
                            <a:gd fmla="*/ 4583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66">
                              <a:moveTo>
                                <a:pt x="4439" y="4540"/>
                              </a:moveTo>
                              <a:cubicBezTo>
                                <a:pt x="3372" y="5565"/>
                                <a:pt x="1707" y="5522"/>
                                <a:pt x="726" y="4455"/>
                              </a:cubicBezTo>
                              <a:cubicBezTo>
                                <a:pt x="-256" y="3388"/>
                                <a:pt x="-256" y="1724"/>
                                <a:pt x="811" y="742"/>
                              </a:cubicBezTo>
                              <a:cubicBezTo>
                                <a:pt x="1878" y="-282"/>
                                <a:pt x="3542" y="-239"/>
                                <a:pt x="4524" y="828"/>
                              </a:cubicBezTo>
                              <a:cubicBezTo>
                                <a:pt x="5548" y="1895"/>
                                <a:pt x="5505" y="3559"/>
                                <a:pt x="4439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768fd0d-d3d0-4360-9f00-2aaa2e7ae669" id="2299" name="任意多边形: 形状 2298">
                          <a:extLst>
                            <a:ext uri="{FF2B5EF4-FFF2-40B4-BE49-F238E27FC236}">
                              <a16:creationId id="{DA91DF4F-8BB4-E4D3-8EC3-4FCD0F5EDA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9947" y="2282028"/>
                          <a:ext cx="5282" cy="5325"/>
                        </a:xfrm>
                        <a:custGeom>
                          <a:avLst/>
                          <a:gdLst>
                            <a:gd fmla="*/ 4455 w 5282" name="connsiteX0"/>
                            <a:gd fmla="*/ 4583 h 5325" name="connsiteY0"/>
                            <a:gd fmla="*/ 742 w 5282" name="connsiteX1"/>
                            <a:gd fmla="*/ 4498 h 5325" name="connsiteY1"/>
                            <a:gd fmla="*/ 828 w 5282" name="connsiteX2"/>
                            <a:gd fmla="*/ 742 h 5325" name="connsiteY2"/>
                            <a:gd fmla="*/ 4540 w 5282" name="connsiteX3"/>
                            <a:gd fmla="*/ 828 h 5325" name="connsiteY3"/>
                            <a:gd fmla="*/ 4455 w 5282" name="connsiteX4"/>
                            <a:gd fmla="*/ 4540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282">
                              <a:moveTo>
                                <a:pt x="4455" y="4583"/>
                              </a:moveTo>
                              <a:cubicBezTo>
                                <a:pt x="3388" y="5607"/>
                                <a:pt x="1724" y="5565"/>
                                <a:pt x="742" y="4498"/>
                              </a:cubicBezTo>
                              <a:cubicBezTo>
                                <a:pt x="-282" y="3431"/>
                                <a:pt x="-239" y="1767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40" y="828"/>
                              </a:cubicBezTo>
                              <a:cubicBezTo>
                                <a:pt x="5565" y="1895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5545875-226c-4ca0-ad04-34de9f8d3fa9" id="2300" name="任意多边形: 形状 2299">
                          <a:extLst>
                            <a:ext uri="{FF2B5EF4-FFF2-40B4-BE49-F238E27FC236}">
                              <a16:creationId id="{4244DD00-701B-C77A-8597-4F4CC7B3CA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6832" y="2271701"/>
                          <a:ext cx="5282" cy="5282"/>
                        </a:xfrm>
                        <a:custGeom>
                          <a:avLst/>
                          <a:gdLst>
                            <a:gd fmla="*/ 4455 w 5282" name="connsiteX0"/>
                            <a:gd fmla="*/ 4540 h 5282" name="connsiteY0"/>
                            <a:gd fmla="*/ 742 w 5282" name="connsiteX1"/>
                            <a:gd fmla="*/ 4455 h 5282" name="connsiteY1"/>
                            <a:gd fmla="*/ 828 w 5282" name="connsiteX2"/>
                            <a:gd fmla="*/ 742 h 5282" name="connsiteY2"/>
                            <a:gd fmla="*/ 4540 w 5282" name="connsiteX3"/>
                            <a:gd fmla="*/ 828 h 5282" name="connsiteY3"/>
                            <a:gd fmla="*/ 4455 w 5282" name="connsiteX4"/>
                            <a:gd fmla="*/ 4540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82">
                              <a:moveTo>
                                <a:pt x="4455" y="4540"/>
                              </a:moveTo>
                              <a:cubicBezTo>
                                <a:pt x="3388" y="5565"/>
                                <a:pt x="1724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4" y="-282"/>
                                <a:pt x="3559" y="-239"/>
                                <a:pt x="4540" y="828"/>
                              </a:cubicBezTo>
                              <a:cubicBezTo>
                                <a:pt x="5565" y="1895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c95fb4a-f741-411b-86e3-88860428e1f9" id="2301" name="任意多边形: 形状 2300">
                          <a:extLst>
                            <a:ext uri="{FF2B5EF4-FFF2-40B4-BE49-F238E27FC236}">
                              <a16:creationId id="{495F6349-C66F-2D64-F56D-1BFF011207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9250" y="2265683"/>
                          <a:ext cx="5282" cy="5282"/>
                        </a:xfrm>
                        <a:custGeom>
                          <a:avLst/>
                          <a:gdLst>
                            <a:gd fmla="*/ 4498 w 5282" name="connsiteX0"/>
                            <a:gd fmla="*/ 4540 h 5282" name="connsiteY0"/>
                            <a:gd fmla="*/ 742 w 5282" name="connsiteX1"/>
                            <a:gd fmla="*/ 4455 h 5282" name="connsiteY1"/>
                            <a:gd fmla="*/ 828 w 5282" name="connsiteX2"/>
                            <a:gd fmla="*/ 742 h 5282" name="connsiteY2"/>
                            <a:gd fmla="*/ 4540 w 5282" name="connsiteX3"/>
                            <a:gd fmla="*/ 827 h 5282" name="connsiteY3"/>
                            <a:gd fmla="*/ 4455 w 5282" name="connsiteX4"/>
                            <a:gd fmla="*/ 4540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82">
                              <a:moveTo>
                                <a:pt x="4498" y="4540"/>
                              </a:moveTo>
                              <a:cubicBezTo>
                                <a:pt x="3431" y="5565"/>
                                <a:pt x="1767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4" y="-282"/>
                                <a:pt x="3559" y="-239"/>
                                <a:pt x="4540" y="827"/>
                              </a:cubicBezTo>
                              <a:cubicBezTo>
                                <a:pt x="5565" y="1894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b1de7e4-9668-4f1f-bd64-e9dbb5950bfd" id="2302" name="任意多边形: 形状 2301">
                          <a:extLst>
                            <a:ext uri="{FF2B5EF4-FFF2-40B4-BE49-F238E27FC236}">
                              <a16:creationId id="{50522EBD-6A9C-C352-0DD8-117D5100E8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3716" y="2214558"/>
                          <a:ext cx="5282" cy="5325"/>
                        </a:xfrm>
                        <a:custGeom>
                          <a:avLst/>
                          <a:gdLst>
                            <a:gd fmla="*/ 4455 w 5282" name="connsiteX0"/>
                            <a:gd fmla="*/ 4583 h 5325" name="connsiteY0"/>
                            <a:gd fmla="*/ 742 w 5282" name="connsiteX1"/>
                            <a:gd fmla="*/ 4498 h 5325" name="connsiteY1"/>
                            <a:gd fmla="*/ 827 w 5282" name="connsiteX2"/>
                            <a:gd fmla="*/ 742 h 5325" name="connsiteY2"/>
                            <a:gd fmla="*/ 4541 w 5282" name="connsiteX3"/>
                            <a:gd fmla="*/ 828 h 5325" name="connsiteY3"/>
                            <a:gd fmla="*/ 4455 w 5282" name="connsiteX4"/>
                            <a:gd fmla="*/ 4540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282">
                              <a:moveTo>
                                <a:pt x="4455" y="4583"/>
                              </a:moveTo>
                              <a:cubicBezTo>
                                <a:pt x="3388" y="5607"/>
                                <a:pt x="1724" y="5565"/>
                                <a:pt x="742" y="4498"/>
                              </a:cubicBezTo>
                              <a:cubicBezTo>
                                <a:pt x="-282" y="3431"/>
                                <a:pt x="-239" y="1767"/>
                                <a:pt x="827" y="742"/>
                              </a:cubicBezTo>
                              <a:cubicBezTo>
                                <a:pt x="1894" y="-282"/>
                                <a:pt x="3559" y="-239"/>
                                <a:pt x="4541" y="828"/>
                              </a:cubicBezTo>
                              <a:cubicBezTo>
                                <a:pt x="5565" y="1895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7f3ccdd-4839-4f91-b414-6698758beb58" id="2303" name="任意多边形: 形状 2302">
                          <a:extLst>
                            <a:ext uri="{FF2B5EF4-FFF2-40B4-BE49-F238E27FC236}">
                              <a16:creationId id="{FC866498-ED45-AB7C-FB92-A386940878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0276" y="2200475"/>
                          <a:ext cx="5266" cy="5325"/>
                        </a:xfrm>
                        <a:custGeom>
                          <a:avLst/>
                          <a:gdLst>
                            <a:gd fmla="*/ 4439 w 5266" name="connsiteX0"/>
                            <a:gd fmla="*/ 4583 h 5325" name="connsiteY0"/>
                            <a:gd fmla="*/ 726 w 5266" name="connsiteX1"/>
                            <a:gd fmla="*/ 4498 h 5325" name="connsiteY1"/>
                            <a:gd fmla="*/ 811 w 5266" name="connsiteX2"/>
                            <a:gd fmla="*/ 742 h 5325" name="connsiteY2"/>
                            <a:gd fmla="*/ 4524 w 5266" name="connsiteX3"/>
                            <a:gd fmla="*/ 828 h 5325" name="connsiteY3"/>
                            <a:gd fmla="*/ 4439 w 5266" name="connsiteX4"/>
                            <a:gd fmla="*/ 4540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266">
                              <a:moveTo>
                                <a:pt x="4439" y="4583"/>
                              </a:moveTo>
                              <a:cubicBezTo>
                                <a:pt x="3372" y="5607"/>
                                <a:pt x="1707" y="5565"/>
                                <a:pt x="726" y="4498"/>
                              </a:cubicBezTo>
                              <a:cubicBezTo>
                                <a:pt x="-256" y="3431"/>
                                <a:pt x="-256" y="1766"/>
                                <a:pt x="811" y="742"/>
                              </a:cubicBezTo>
                              <a:cubicBezTo>
                                <a:pt x="1878" y="-282"/>
                                <a:pt x="3542" y="-239"/>
                                <a:pt x="4524" y="828"/>
                              </a:cubicBezTo>
                              <a:cubicBezTo>
                                <a:pt x="5548" y="1895"/>
                                <a:pt x="5506" y="3559"/>
                                <a:pt x="4439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4e2e42f-d459-4215-8f75-6459daaed339" id="2304" name="任意多边形: 形状 2303">
                          <a:extLst>
                            <a:ext uri="{FF2B5EF4-FFF2-40B4-BE49-F238E27FC236}">
                              <a16:creationId id="{5B02321C-F473-D3FF-9FA4-F1F5A00BE2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1511" y="2212595"/>
                          <a:ext cx="5266" cy="5282"/>
                        </a:xfrm>
                        <a:custGeom>
                          <a:avLst/>
                          <a:gdLst>
                            <a:gd fmla="*/ 4498 w 5266" name="connsiteX0"/>
                            <a:gd fmla="*/ 4541 h 5282" name="connsiteY0"/>
                            <a:gd fmla="*/ 742 w 5266" name="connsiteX1"/>
                            <a:gd fmla="*/ 4455 h 5282" name="connsiteY1"/>
                            <a:gd fmla="*/ 828 w 5266" name="connsiteX2"/>
                            <a:gd fmla="*/ 742 h 5282" name="connsiteY2"/>
                            <a:gd fmla="*/ 4540 w 5266" name="connsiteX3"/>
                            <a:gd fmla="*/ 827 h 5282" name="connsiteY3"/>
                            <a:gd fmla="*/ 4455 w 5266" name="connsiteX4"/>
                            <a:gd fmla="*/ 4541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66">
                              <a:moveTo>
                                <a:pt x="4498" y="4541"/>
                              </a:moveTo>
                              <a:cubicBezTo>
                                <a:pt x="3431" y="5565"/>
                                <a:pt x="1767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4" y="-282"/>
                                <a:pt x="3559" y="-239"/>
                                <a:pt x="4540" y="827"/>
                              </a:cubicBezTo>
                              <a:cubicBezTo>
                                <a:pt x="5522" y="1894"/>
                                <a:pt x="5522" y="3559"/>
                                <a:pt x="4455" y="45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1914785-9803-4ec6-bc09-de6caaa3606c" id="2305" name="任意多边形: 形状 2304">
                          <a:extLst>
                            <a:ext uri="{FF2B5EF4-FFF2-40B4-BE49-F238E27FC236}">
                              <a16:creationId id="{C53E5994-6D59-D8F0-D4FF-5CB55390DE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1426" y="2214899"/>
                          <a:ext cx="5282" cy="5325"/>
                        </a:xfrm>
                        <a:custGeom>
                          <a:avLst/>
                          <a:gdLst>
                            <a:gd fmla="*/ 4498 w 5282" name="connsiteX0"/>
                            <a:gd fmla="*/ 4583 h 5325" name="connsiteY0"/>
                            <a:gd fmla="*/ 742 w 5282" name="connsiteX1"/>
                            <a:gd fmla="*/ 4498 h 5325" name="connsiteY1"/>
                            <a:gd fmla="*/ 828 w 5282" name="connsiteX2"/>
                            <a:gd fmla="*/ 742 h 5325" name="connsiteY2"/>
                            <a:gd fmla="*/ 4540 w 5282" name="connsiteX3"/>
                            <a:gd fmla="*/ 828 h 5325" name="connsiteY3"/>
                            <a:gd fmla="*/ 4455 w 5282" name="connsiteX4"/>
                            <a:gd fmla="*/ 4540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282">
                              <a:moveTo>
                                <a:pt x="4498" y="4583"/>
                              </a:moveTo>
                              <a:cubicBezTo>
                                <a:pt x="3431" y="5607"/>
                                <a:pt x="1767" y="5565"/>
                                <a:pt x="742" y="4498"/>
                              </a:cubicBezTo>
                              <a:cubicBezTo>
                                <a:pt x="-282" y="3431"/>
                                <a:pt x="-239" y="1766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40" y="828"/>
                              </a:cubicBezTo>
                              <a:cubicBezTo>
                                <a:pt x="5565" y="1895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950807e-417c-4a9f-83f8-91a965f59869" id="2306" name="任意多边形: 形状 2305">
                          <a:extLst>
                            <a:ext uri="{FF2B5EF4-FFF2-40B4-BE49-F238E27FC236}">
                              <a16:creationId id="{D08D40DB-C9E6-9869-4C56-DE2B2377C8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9476" y="2220618"/>
                          <a:ext cx="5325" cy="5282"/>
                        </a:xfrm>
                        <a:custGeom>
                          <a:avLst/>
                          <a:gdLst>
                            <a:gd fmla="*/ 4455 w 5325" name="connsiteX0"/>
                            <a:gd fmla="*/ 4540 h 5282" name="connsiteY0"/>
                            <a:gd fmla="*/ 742 w 5325" name="connsiteX1"/>
                            <a:gd fmla="*/ 4455 h 5282" name="connsiteY1"/>
                            <a:gd fmla="*/ 827 w 5325" name="connsiteX2"/>
                            <a:gd fmla="*/ 742 h 5282" name="connsiteY2"/>
                            <a:gd fmla="*/ 4583 w 5325" name="connsiteX3"/>
                            <a:gd fmla="*/ 827 h 5282" name="connsiteY3"/>
                            <a:gd fmla="*/ 4498 w 5325" name="connsiteX4"/>
                            <a:gd fmla="*/ 4540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325">
                              <a:moveTo>
                                <a:pt x="4455" y="4540"/>
                              </a:moveTo>
                              <a:cubicBezTo>
                                <a:pt x="3388" y="5565"/>
                                <a:pt x="1724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7" y="742"/>
                              </a:cubicBezTo>
                              <a:cubicBezTo>
                                <a:pt x="1894" y="-282"/>
                                <a:pt x="3559" y="-239"/>
                                <a:pt x="4583" y="827"/>
                              </a:cubicBezTo>
                              <a:cubicBezTo>
                                <a:pt x="5607" y="1894"/>
                                <a:pt x="5565" y="3559"/>
                                <a:pt x="4498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6cdba3c-e379-40b3-be85-c59d6c64bd44" id="2307" name="任意多边形: 形状 2306">
                          <a:extLst>
                            <a:ext uri="{FF2B5EF4-FFF2-40B4-BE49-F238E27FC236}">
                              <a16:creationId id="{9301BC06-0403-D3DC-5946-0BDD6A51E7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8880" y="2188483"/>
                          <a:ext cx="5282" cy="5282"/>
                        </a:xfrm>
                        <a:custGeom>
                          <a:avLst/>
                          <a:gdLst>
                            <a:gd fmla="*/ 4498 w 5282" name="connsiteX0"/>
                            <a:gd fmla="*/ 4540 h 5282" name="connsiteY0"/>
                            <a:gd fmla="*/ 742 w 5282" name="connsiteX1"/>
                            <a:gd fmla="*/ 4455 h 5282" name="connsiteY1"/>
                            <a:gd fmla="*/ 828 w 5282" name="connsiteX2"/>
                            <a:gd fmla="*/ 742 h 5282" name="connsiteY2"/>
                            <a:gd fmla="*/ 4540 w 5282" name="connsiteX3"/>
                            <a:gd fmla="*/ 828 h 5282" name="connsiteY3"/>
                            <a:gd fmla="*/ 4455 w 5282" name="connsiteX4"/>
                            <a:gd fmla="*/ 4540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82">
                              <a:moveTo>
                                <a:pt x="4498" y="4540"/>
                              </a:moveTo>
                              <a:cubicBezTo>
                                <a:pt x="3431" y="5565"/>
                                <a:pt x="1767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40" y="828"/>
                              </a:cubicBezTo>
                              <a:cubicBezTo>
                                <a:pt x="5565" y="1895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62c6009-26dc-4514-a3bd-1b7600db2e65" id="2308" name="任意多边形: 形状 2307">
                          <a:extLst>
                            <a:ext uri="{FF2B5EF4-FFF2-40B4-BE49-F238E27FC236}">
                              <a16:creationId id="{7CD1D25A-2EDA-4CE8-2B2C-27CA96868C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1340" y="2182482"/>
                          <a:ext cx="5282" cy="5266"/>
                        </a:xfrm>
                        <a:custGeom>
                          <a:avLst/>
                          <a:gdLst>
                            <a:gd fmla="*/ 4498 w 5282" name="connsiteX0"/>
                            <a:gd fmla="*/ 4524 h 5266" name="connsiteY0"/>
                            <a:gd fmla="*/ 742 w 5282" name="connsiteX1"/>
                            <a:gd fmla="*/ 4439 h 5266" name="connsiteY1"/>
                            <a:gd fmla="*/ 828 w 5282" name="connsiteX2"/>
                            <a:gd fmla="*/ 726 h 5266" name="connsiteY2"/>
                            <a:gd fmla="*/ 4540 w 5282" name="connsiteX3"/>
                            <a:gd fmla="*/ 811 h 5266" name="connsiteY3"/>
                            <a:gd fmla="*/ 4455 w 5282" name="connsiteX4"/>
                            <a:gd fmla="*/ 4567 h 526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6" w="5282">
                              <a:moveTo>
                                <a:pt x="4498" y="4524"/>
                              </a:moveTo>
                              <a:cubicBezTo>
                                <a:pt x="3431" y="5548"/>
                                <a:pt x="1766" y="5506"/>
                                <a:pt x="742" y="4439"/>
                              </a:cubicBezTo>
                              <a:cubicBezTo>
                                <a:pt x="-282" y="3372"/>
                                <a:pt x="-239" y="1707"/>
                                <a:pt x="828" y="726"/>
                              </a:cubicBezTo>
                              <a:cubicBezTo>
                                <a:pt x="1895" y="-256"/>
                                <a:pt x="3559" y="-256"/>
                                <a:pt x="4540" y="811"/>
                              </a:cubicBezTo>
                              <a:cubicBezTo>
                                <a:pt x="5565" y="1878"/>
                                <a:pt x="5522" y="3542"/>
                                <a:pt x="4455" y="456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fdd3f13-52fd-4865-a946-c1f19b67f355" id="2309" name="任意多边形: 形状 2308">
                          <a:extLst>
                            <a:ext uri="{FF2B5EF4-FFF2-40B4-BE49-F238E27FC236}">
                              <a16:creationId id="{20963B1D-F3A0-42BB-9A93-3EA78F1424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2222" y="2271146"/>
                          <a:ext cx="5282" cy="5325"/>
                        </a:xfrm>
                        <a:custGeom>
                          <a:avLst/>
                          <a:gdLst>
                            <a:gd fmla="*/ 4455 w 5282" name="connsiteX0"/>
                            <a:gd fmla="*/ 4583 h 5325" name="connsiteY0"/>
                            <a:gd fmla="*/ 742 w 5282" name="connsiteX1"/>
                            <a:gd fmla="*/ 4498 h 5325" name="connsiteY1"/>
                            <a:gd fmla="*/ 828 w 5282" name="connsiteX2"/>
                            <a:gd fmla="*/ 742 h 5325" name="connsiteY2"/>
                            <a:gd fmla="*/ 4540 w 5282" name="connsiteX3"/>
                            <a:gd fmla="*/ 828 h 5325" name="connsiteY3"/>
                            <a:gd fmla="*/ 4455 w 5282" name="connsiteX4"/>
                            <a:gd fmla="*/ 4540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282">
                              <a:moveTo>
                                <a:pt x="4455" y="4583"/>
                              </a:moveTo>
                              <a:cubicBezTo>
                                <a:pt x="3388" y="5607"/>
                                <a:pt x="1724" y="5565"/>
                                <a:pt x="742" y="4498"/>
                              </a:cubicBezTo>
                              <a:cubicBezTo>
                                <a:pt x="-282" y="3431"/>
                                <a:pt x="-239" y="1766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40" y="828"/>
                              </a:cubicBezTo>
                              <a:cubicBezTo>
                                <a:pt x="5565" y="1895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3dd77de-7245-44ee-ae81-7ee887f8e13a" id="2310" name="任意多边形: 形状 2309">
                          <a:extLst>
                            <a:ext uri="{FF2B5EF4-FFF2-40B4-BE49-F238E27FC236}">
                              <a16:creationId id="{3F1F5898-04EA-E6C1-220A-A6D48DA27F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2335" y="2257319"/>
                          <a:ext cx="5325" cy="5282"/>
                        </a:xfrm>
                        <a:custGeom>
                          <a:avLst/>
                          <a:gdLst>
                            <a:gd fmla="*/ 4455 w 5325" name="connsiteX0"/>
                            <a:gd fmla="*/ 4540 h 5282" name="connsiteY0"/>
                            <a:gd fmla="*/ 742 w 5325" name="connsiteX1"/>
                            <a:gd fmla="*/ 4455 h 5282" name="connsiteY1"/>
                            <a:gd fmla="*/ 828 w 5325" name="connsiteX2"/>
                            <a:gd fmla="*/ 742 h 5282" name="connsiteY2"/>
                            <a:gd fmla="*/ 4583 w 5325" name="connsiteX3"/>
                            <a:gd fmla="*/ 828 h 5282" name="connsiteY3"/>
                            <a:gd fmla="*/ 4498 w 5325" name="connsiteX4"/>
                            <a:gd fmla="*/ 4540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325">
                              <a:moveTo>
                                <a:pt x="4455" y="4540"/>
                              </a:moveTo>
                              <a:cubicBezTo>
                                <a:pt x="3388" y="5565"/>
                                <a:pt x="1724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83" y="828"/>
                              </a:cubicBezTo>
                              <a:cubicBezTo>
                                <a:pt x="5607" y="1895"/>
                                <a:pt x="5565" y="3559"/>
                                <a:pt x="4498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de3362a-212d-4f5d-98cd-e812969e85fd" id="2311" name="任意多边形: 形状 2310">
                          <a:extLst>
                            <a:ext uri="{FF2B5EF4-FFF2-40B4-BE49-F238E27FC236}">
                              <a16:creationId id="{98A1007C-36AB-94BA-EFB6-388C6C1A0C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02491" y="2240649"/>
                          <a:ext cx="5282" cy="5266"/>
                        </a:xfrm>
                        <a:custGeom>
                          <a:avLst/>
                          <a:gdLst>
                            <a:gd fmla="*/ 4498 w 5282" name="connsiteX0"/>
                            <a:gd fmla="*/ 4524 h 5266" name="connsiteY0"/>
                            <a:gd fmla="*/ 742 w 5282" name="connsiteX1"/>
                            <a:gd fmla="*/ 4439 h 5266" name="connsiteY1"/>
                            <a:gd fmla="*/ 828 w 5282" name="connsiteX2"/>
                            <a:gd fmla="*/ 726 h 5266" name="connsiteY2"/>
                            <a:gd fmla="*/ 4540 w 5282" name="connsiteX3"/>
                            <a:gd fmla="*/ 811 h 5266" name="connsiteY3"/>
                            <a:gd fmla="*/ 4455 w 5282" name="connsiteX4"/>
                            <a:gd fmla="*/ 4524 h 526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6" w="5282">
                              <a:moveTo>
                                <a:pt x="4498" y="4524"/>
                              </a:moveTo>
                              <a:cubicBezTo>
                                <a:pt x="3431" y="5548"/>
                                <a:pt x="1767" y="5506"/>
                                <a:pt x="742" y="4439"/>
                              </a:cubicBezTo>
                              <a:cubicBezTo>
                                <a:pt x="-282" y="3372"/>
                                <a:pt x="-239" y="1707"/>
                                <a:pt x="828" y="726"/>
                              </a:cubicBezTo>
                              <a:cubicBezTo>
                                <a:pt x="1895" y="-256"/>
                                <a:pt x="3559" y="-256"/>
                                <a:pt x="4540" y="811"/>
                              </a:cubicBezTo>
                              <a:cubicBezTo>
                                <a:pt x="5565" y="1878"/>
                                <a:pt x="5522" y="3542"/>
                                <a:pt x="4455" y="452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7c409f5-4053-48a9-afd5-f3a9f9993638" id="2312" name="任意多边形: 形状 2311">
                          <a:extLst>
                            <a:ext uri="{FF2B5EF4-FFF2-40B4-BE49-F238E27FC236}">
                              <a16:creationId id="{F05C986A-3C52-AB5F-715C-3832DF313C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9064" y="2258599"/>
                          <a:ext cx="5325" cy="5282"/>
                        </a:xfrm>
                        <a:custGeom>
                          <a:avLst/>
                          <a:gdLst>
                            <a:gd fmla="*/ 4455 w 5325" name="connsiteX0"/>
                            <a:gd fmla="*/ 4540 h 5282" name="connsiteY0"/>
                            <a:gd fmla="*/ 742 w 5325" name="connsiteX1"/>
                            <a:gd fmla="*/ 4455 h 5282" name="connsiteY1"/>
                            <a:gd fmla="*/ 828 w 5325" name="connsiteX2"/>
                            <a:gd fmla="*/ 742 h 5282" name="connsiteY2"/>
                            <a:gd fmla="*/ 4583 w 5325" name="connsiteX3"/>
                            <a:gd fmla="*/ 828 h 5282" name="connsiteY3"/>
                            <a:gd fmla="*/ 4498 w 5325" name="connsiteX4"/>
                            <a:gd fmla="*/ 4583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325">
                              <a:moveTo>
                                <a:pt x="4455" y="4540"/>
                              </a:moveTo>
                              <a:cubicBezTo>
                                <a:pt x="3388" y="5565"/>
                                <a:pt x="1724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83" y="828"/>
                              </a:cubicBezTo>
                              <a:cubicBezTo>
                                <a:pt x="5607" y="1895"/>
                                <a:pt x="5565" y="3559"/>
                                <a:pt x="4498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a2bfdf0-7725-4dd3-be21-bcfd0cfccf02" id="2313" name="任意多边形: 形状 2312">
                          <a:extLst>
                            <a:ext uri="{FF2B5EF4-FFF2-40B4-BE49-F238E27FC236}">
                              <a16:creationId id="{37094C83-FFAD-0737-75E5-2FA60B794F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0543" y="2276480"/>
                          <a:ext cx="5325" cy="5282"/>
                        </a:xfrm>
                        <a:custGeom>
                          <a:avLst/>
                          <a:gdLst>
                            <a:gd fmla="*/ 4455 w 5325" name="connsiteX0"/>
                            <a:gd fmla="*/ 4540 h 5282" name="connsiteY0"/>
                            <a:gd fmla="*/ 742 w 5325" name="connsiteX1"/>
                            <a:gd fmla="*/ 4455 h 5282" name="connsiteY1"/>
                            <a:gd fmla="*/ 827 w 5325" name="connsiteX2"/>
                            <a:gd fmla="*/ 742 h 5282" name="connsiteY2"/>
                            <a:gd fmla="*/ 4583 w 5325" name="connsiteX3"/>
                            <a:gd fmla="*/ 828 h 5282" name="connsiteY3"/>
                            <a:gd fmla="*/ 4498 w 5325" name="connsiteX4"/>
                            <a:gd fmla="*/ 4583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325">
                              <a:moveTo>
                                <a:pt x="4455" y="4540"/>
                              </a:moveTo>
                              <a:cubicBezTo>
                                <a:pt x="3388" y="5565"/>
                                <a:pt x="1724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7" y="742"/>
                              </a:cubicBezTo>
                              <a:cubicBezTo>
                                <a:pt x="1894" y="-282"/>
                                <a:pt x="3559" y="-239"/>
                                <a:pt x="4583" y="828"/>
                              </a:cubicBezTo>
                              <a:cubicBezTo>
                                <a:pt x="5607" y="1895"/>
                                <a:pt x="5565" y="3559"/>
                                <a:pt x="4498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c2e0df0-c607-4133-92d5-364c5c553d4c" id="2314" name="任意多边形: 形状 2313">
                          <a:extLst>
                            <a:ext uri="{FF2B5EF4-FFF2-40B4-BE49-F238E27FC236}">
                              <a16:creationId id="{E03ACCD4-66F8-1C42-ADA9-22E85DE753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1041" y="2245284"/>
                          <a:ext cx="5325" cy="5282"/>
                        </a:xfrm>
                        <a:custGeom>
                          <a:avLst/>
                          <a:gdLst>
                            <a:gd fmla="*/ 4455 w 5325" name="connsiteX0"/>
                            <a:gd fmla="*/ 4540 h 5282" name="connsiteY0"/>
                            <a:gd fmla="*/ 742 w 5325" name="connsiteX1"/>
                            <a:gd fmla="*/ 4455 h 5282" name="connsiteY1"/>
                            <a:gd fmla="*/ 828 w 5325" name="connsiteX2"/>
                            <a:gd fmla="*/ 742 h 5282" name="connsiteY2"/>
                            <a:gd fmla="*/ 4583 w 5325" name="connsiteX3"/>
                            <a:gd fmla="*/ 828 h 5282" name="connsiteY3"/>
                            <a:gd fmla="*/ 4498 w 5325" name="connsiteX4"/>
                            <a:gd fmla="*/ 4583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325">
                              <a:moveTo>
                                <a:pt x="4455" y="4540"/>
                              </a:moveTo>
                              <a:cubicBezTo>
                                <a:pt x="3388" y="5565"/>
                                <a:pt x="1724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83" y="828"/>
                              </a:cubicBezTo>
                              <a:cubicBezTo>
                                <a:pt x="5607" y="1895"/>
                                <a:pt x="5565" y="3559"/>
                                <a:pt x="4498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d6d297-8b83-420d-b015-ee19caf19a05" id="2315" name="任意多边形: 形状 2314">
                          <a:extLst>
                            <a:ext uri="{FF2B5EF4-FFF2-40B4-BE49-F238E27FC236}">
                              <a16:creationId id="{48F29822-319A-3F6B-9C62-D92877F339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6376" y="2228086"/>
                          <a:ext cx="5282" cy="5325"/>
                        </a:xfrm>
                        <a:custGeom>
                          <a:avLst/>
                          <a:gdLst>
                            <a:gd fmla="*/ 4498 w 5282" name="connsiteX0"/>
                            <a:gd fmla="*/ 4583 h 5325" name="connsiteY0"/>
                            <a:gd fmla="*/ 742 w 5282" name="connsiteX1"/>
                            <a:gd fmla="*/ 4498 h 5325" name="connsiteY1"/>
                            <a:gd fmla="*/ 828 w 5282" name="connsiteX2"/>
                            <a:gd fmla="*/ 742 h 5325" name="connsiteY2"/>
                            <a:gd fmla="*/ 4540 w 5282" name="connsiteX3"/>
                            <a:gd fmla="*/ 827 h 5325" name="connsiteY3"/>
                            <a:gd fmla="*/ 4455 w 5282" name="connsiteX4"/>
                            <a:gd fmla="*/ 4540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282">
                              <a:moveTo>
                                <a:pt x="4498" y="4583"/>
                              </a:moveTo>
                              <a:cubicBezTo>
                                <a:pt x="3431" y="5607"/>
                                <a:pt x="1766" y="5565"/>
                                <a:pt x="742" y="4498"/>
                              </a:cubicBezTo>
                              <a:cubicBezTo>
                                <a:pt x="-282" y="3431"/>
                                <a:pt x="-239" y="1766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40" y="827"/>
                              </a:cubicBezTo>
                              <a:cubicBezTo>
                                <a:pt x="5565" y="1894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348f78d-a28c-4d80-a9dc-cfd6669ab338" id="2316" name="任意多边形: 形状 2315">
                          <a:extLst>
                            <a:ext uri="{FF2B5EF4-FFF2-40B4-BE49-F238E27FC236}">
                              <a16:creationId id="{1FFED5FE-1644-DB64-7357-86408203E0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6236" y="2319412"/>
                          <a:ext cx="5282" cy="5282"/>
                        </a:xfrm>
                        <a:custGeom>
                          <a:avLst/>
                          <a:gdLst>
                            <a:gd fmla="*/ 4498 w 5282" name="connsiteX0"/>
                            <a:gd fmla="*/ 4540 h 5282" name="connsiteY0"/>
                            <a:gd fmla="*/ 742 w 5282" name="connsiteX1"/>
                            <a:gd fmla="*/ 4455 h 5282" name="connsiteY1"/>
                            <a:gd fmla="*/ 828 w 5282" name="connsiteX2"/>
                            <a:gd fmla="*/ 742 h 5282" name="connsiteY2"/>
                            <a:gd fmla="*/ 4540 w 5282" name="connsiteX3"/>
                            <a:gd fmla="*/ 828 h 5282" name="connsiteY3"/>
                            <a:gd fmla="*/ 4455 w 5282" name="connsiteX4"/>
                            <a:gd fmla="*/ 4540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82">
                              <a:moveTo>
                                <a:pt x="4498" y="4540"/>
                              </a:moveTo>
                              <a:cubicBezTo>
                                <a:pt x="3431" y="5565"/>
                                <a:pt x="1767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40" y="828"/>
                              </a:cubicBezTo>
                              <a:cubicBezTo>
                                <a:pt x="5565" y="1895"/>
                                <a:pt x="5522" y="3559"/>
                                <a:pt x="4455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70fd8a6-3226-4071-a28f-4ffd68f55c96" id="2317" name="任意多边形: 形状 2316">
                          <a:extLst>
                            <a:ext uri="{FF2B5EF4-FFF2-40B4-BE49-F238E27FC236}">
                              <a16:creationId id="{2C8AF657-C9C6-FD96-4AE6-0AAE55E060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9622" y="2296879"/>
                          <a:ext cx="5325" cy="5282"/>
                        </a:xfrm>
                        <a:custGeom>
                          <a:avLst/>
                          <a:gdLst>
                            <a:gd fmla="*/ 4455 w 5325" name="connsiteX0"/>
                            <a:gd fmla="*/ 4541 h 5282" name="connsiteY0"/>
                            <a:gd fmla="*/ 742 w 5325" name="connsiteX1"/>
                            <a:gd fmla="*/ 4455 h 5282" name="connsiteY1"/>
                            <a:gd fmla="*/ 827 w 5325" name="connsiteX2"/>
                            <a:gd fmla="*/ 742 h 5282" name="connsiteY2"/>
                            <a:gd fmla="*/ 4583 w 5325" name="connsiteX3"/>
                            <a:gd fmla="*/ 827 h 5282" name="connsiteY3"/>
                            <a:gd fmla="*/ 4498 w 5325" name="connsiteX4"/>
                            <a:gd fmla="*/ 4541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325">
                              <a:moveTo>
                                <a:pt x="4455" y="4541"/>
                              </a:moveTo>
                              <a:cubicBezTo>
                                <a:pt x="3388" y="5565"/>
                                <a:pt x="1724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7" y="742"/>
                              </a:cubicBezTo>
                              <a:cubicBezTo>
                                <a:pt x="1894" y="-282"/>
                                <a:pt x="3559" y="-239"/>
                                <a:pt x="4583" y="827"/>
                              </a:cubicBezTo>
                              <a:cubicBezTo>
                                <a:pt x="5607" y="1894"/>
                                <a:pt x="5565" y="3559"/>
                                <a:pt x="4498" y="45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702ddd7-2a63-441f-bfbd-186c5f78f9b3" id="2318" name="任意多边形: 形状 2317">
                          <a:extLst>
                            <a:ext uri="{FF2B5EF4-FFF2-40B4-BE49-F238E27FC236}">
                              <a16:creationId id="{967C9652-E386-78EF-4E62-61C7D5FA88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9934" y="2301190"/>
                          <a:ext cx="5325" cy="5282"/>
                        </a:xfrm>
                        <a:custGeom>
                          <a:avLst/>
                          <a:gdLst>
                            <a:gd fmla="*/ 4455 w 5325" name="connsiteX0"/>
                            <a:gd fmla="*/ 4540 h 5282" name="connsiteY0"/>
                            <a:gd fmla="*/ 742 w 5325" name="connsiteX1"/>
                            <a:gd fmla="*/ 4455 h 5282" name="connsiteY1"/>
                            <a:gd fmla="*/ 828 w 5325" name="connsiteX2"/>
                            <a:gd fmla="*/ 742 h 5282" name="connsiteY2"/>
                            <a:gd fmla="*/ 4583 w 5325" name="connsiteX3"/>
                            <a:gd fmla="*/ 828 h 5282" name="connsiteY3"/>
                            <a:gd fmla="*/ 4498 w 5325" name="connsiteX4"/>
                            <a:gd fmla="*/ 4540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325">
                              <a:moveTo>
                                <a:pt x="4455" y="4540"/>
                              </a:moveTo>
                              <a:cubicBezTo>
                                <a:pt x="3388" y="5565"/>
                                <a:pt x="1724" y="5522"/>
                                <a:pt x="742" y="4455"/>
                              </a:cubicBezTo>
                              <a:cubicBezTo>
                                <a:pt x="-282" y="3388"/>
                                <a:pt x="-239" y="1724"/>
                                <a:pt x="828" y="742"/>
                              </a:cubicBezTo>
                              <a:cubicBezTo>
                                <a:pt x="1894" y="-282"/>
                                <a:pt x="3559" y="-239"/>
                                <a:pt x="4583" y="828"/>
                              </a:cubicBezTo>
                              <a:cubicBezTo>
                                <a:pt x="5607" y="1894"/>
                                <a:pt x="5565" y="3559"/>
                                <a:pt x="4498" y="45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d80a8f3-d2e1-4d18-a058-49fc00dd0212" id="2319" name="任意多边形: 形状 2318">
                          <a:extLst>
                            <a:ext uri="{FF2B5EF4-FFF2-40B4-BE49-F238E27FC236}">
                              <a16:creationId id="{CF5E98C6-76FE-4BA5-319B-BDB89060D3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6237" y="2263806"/>
                          <a:ext cx="5325" cy="5325"/>
                        </a:xfrm>
                        <a:custGeom>
                          <a:avLst/>
                          <a:gdLst>
                            <a:gd fmla="*/ 4455 w 5325" name="connsiteX0"/>
                            <a:gd fmla="*/ 4583 h 5325" name="connsiteY0"/>
                            <a:gd fmla="*/ 742 w 5325" name="connsiteX1"/>
                            <a:gd fmla="*/ 4498 h 5325" name="connsiteY1"/>
                            <a:gd fmla="*/ 828 w 5325" name="connsiteX2"/>
                            <a:gd fmla="*/ 742 h 5325" name="connsiteY2"/>
                            <a:gd fmla="*/ 4583 w 5325" name="connsiteX3"/>
                            <a:gd fmla="*/ 827 h 5325" name="connsiteY3"/>
                            <a:gd fmla="*/ 4498 w 5325" name="connsiteX4"/>
                            <a:gd fmla="*/ 4583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325">
                              <a:moveTo>
                                <a:pt x="4455" y="4583"/>
                              </a:moveTo>
                              <a:cubicBezTo>
                                <a:pt x="3388" y="5607"/>
                                <a:pt x="1724" y="5565"/>
                                <a:pt x="742" y="4498"/>
                              </a:cubicBezTo>
                              <a:cubicBezTo>
                                <a:pt x="-282" y="3431"/>
                                <a:pt x="-239" y="1766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83" y="827"/>
                              </a:cubicBezTo>
                              <a:cubicBezTo>
                                <a:pt x="5607" y="1894"/>
                                <a:pt x="5565" y="3559"/>
                                <a:pt x="4498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eaea68a-7d8c-4b0a-a0bd-33e318f27518" id="2320" name="任意多边形: 形状 2319">
                          <a:extLst>
                            <a:ext uri="{FF2B5EF4-FFF2-40B4-BE49-F238E27FC236}">
                              <a16:creationId id="{6415F121-A8EE-7AC9-A766-8ED5015538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1314" y="2295231"/>
                          <a:ext cx="5282" cy="5266"/>
                        </a:xfrm>
                        <a:custGeom>
                          <a:avLst/>
                          <a:gdLst>
                            <a:gd fmla="*/ 4498 w 5282" name="connsiteX0"/>
                            <a:gd fmla="*/ 4524 h 5266" name="connsiteY0"/>
                            <a:gd fmla="*/ 742 w 5282" name="connsiteX1"/>
                            <a:gd fmla="*/ 4439 h 5266" name="connsiteY1"/>
                            <a:gd fmla="*/ 828 w 5282" name="connsiteX2"/>
                            <a:gd fmla="*/ 726 h 5266" name="connsiteY2"/>
                            <a:gd fmla="*/ 4540 w 5282" name="connsiteX3"/>
                            <a:gd fmla="*/ 811 h 5266" name="connsiteY3"/>
                            <a:gd fmla="*/ 4455 w 5282" name="connsiteX4"/>
                            <a:gd fmla="*/ 4524 h 526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6" w="5282">
                              <a:moveTo>
                                <a:pt x="4498" y="4524"/>
                              </a:moveTo>
                              <a:cubicBezTo>
                                <a:pt x="3431" y="5548"/>
                                <a:pt x="1767" y="5505"/>
                                <a:pt x="742" y="4439"/>
                              </a:cubicBezTo>
                              <a:cubicBezTo>
                                <a:pt x="-282" y="3372"/>
                                <a:pt x="-239" y="1707"/>
                                <a:pt x="828" y="726"/>
                              </a:cubicBezTo>
                              <a:cubicBezTo>
                                <a:pt x="1895" y="-256"/>
                                <a:pt x="3559" y="-256"/>
                                <a:pt x="4540" y="811"/>
                              </a:cubicBezTo>
                              <a:cubicBezTo>
                                <a:pt x="5565" y="1878"/>
                                <a:pt x="5522" y="3542"/>
                                <a:pt x="4455" y="452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edebc73-d86e-40c3-801c-3ea50102d493" id="2321" name="任意多边形: 形状 2320">
                          <a:extLst>
                            <a:ext uri="{FF2B5EF4-FFF2-40B4-BE49-F238E27FC236}">
                              <a16:creationId id="{EDD8B498-8879-95E9-60D9-ED75561D4F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9568" y="2277633"/>
                          <a:ext cx="5266" cy="5282"/>
                        </a:xfrm>
                        <a:custGeom>
                          <a:avLst/>
                          <a:gdLst>
                            <a:gd fmla="*/ 4439 w 5266" name="connsiteX0"/>
                            <a:gd fmla="*/ 4540 h 5282" name="connsiteY0"/>
                            <a:gd fmla="*/ 726 w 5266" name="connsiteX1"/>
                            <a:gd fmla="*/ 4455 h 5282" name="connsiteY1"/>
                            <a:gd fmla="*/ 811 w 5266" name="connsiteX2"/>
                            <a:gd fmla="*/ 742 h 5282" name="connsiteY2"/>
                            <a:gd fmla="*/ 4524 w 5266" name="connsiteX3"/>
                            <a:gd fmla="*/ 828 h 5282" name="connsiteY3"/>
                            <a:gd fmla="*/ 4439 w 5266" name="connsiteX4"/>
                            <a:gd fmla="*/ 4583 h 528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2" w="5266">
                              <a:moveTo>
                                <a:pt x="4439" y="4540"/>
                              </a:moveTo>
                              <a:cubicBezTo>
                                <a:pt x="3372" y="5565"/>
                                <a:pt x="1707" y="5522"/>
                                <a:pt x="726" y="4455"/>
                              </a:cubicBezTo>
                              <a:cubicBezTo>
                                <a:pt x="-256" y="3388"/>
                                <a:pt x="-256" y="1724"/>
                                <a:pt x="811" y="742"/>
                              </a:cubicBezTo>
                              <a:cubicBezTo>
                                <a:pt x="1878" y="-282"/>
                                <a:pt x="3542" y="-239"/>
                                <a:pt x="4524" y="828"/>
                              </a:cubicBezTo>
                              <a:cubicBezTo>
                                <a:pt x="5548" y="1895"/>
                                <a:pt x="5505" y="3559"/>
                                <a:pt x="4439" y="45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cdb8c6d-6f3e-442b-9f93-2cf36ac56750" id="2322" name="任意多边形: 形状 2321">
                          <a:extLst>
                            <a:ext uri="{FF2B5EF4-FFF2-40B4-BE49-F238E27FC236}">
                              <a16:creationId id="{8AEDB741-479B-3F5F-C283-4CEC28F69F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0703" y="2278742"/>
                          <a:ext cx="5282" cy="5325"/>
                        </a:xfrm>
                        <a:custGeom>
                          <a:avLst/>
                          <a:gdLst>
                            <a:gd fmla="*/ 4498 w 5282" name="connsiteX0"/>
                            <a:gd fmla="*/ 4583 h 5325" name="connsiteY0"/>
                            <a:gd fmla="*/ 742 w 5282" name="connsiteX1"/>
                            <a:gd fmla="*/ 4498 h 5325" name="connsiteY1"/>
                            <a:gd fmla="*/ 828 w 5282" name="connsiteX2"/>
                            <a:gd fmla="*/ 742 h 5325" name="connsiteY2"/>
                            <a:gd fmla="*/ 4540 w 5282" name="connsiteX3"/>
                            <a:gd fmla="*/ 827 h 5325" name="connsiteY3"/>
                            <a:gd fmla="*/ 4455 w 5282" name="connsiteX4"/>
                            <a:gd fmla="*/ 4541 h 532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5" w="5282">
                              <a:moveTo>
                                <a:pt x="4498" y="4583"/>
                              </a:moveTo>
                              <a:cubicBezTo>
                                <a:pt x="3431" y="5607"/>
                                <a:pt x="1766" y="5565"/>
                                <a:pt x="742" y="4498"/>
                              </a:cubicBezTo>
                              <a:cubicBezTo>
                                <a:pt x="-282" y="3431"/>
                                <a:pt x="-239" y="1766"/>
                                <a:pt x="828" y="742"/>
                              </a:cubicBezTo>
                              <a:cubicBezTo>
                                <a:pt x="1895" y="-282"/>
                                <a:pt x="3559" y="-239"/>
                                <a:pt x="4540" y="827"/>
                              </a:cubicBezTo>
                              <a:cubicBezTo>
                                <a:pt x="5565" y="1894"/>
                                <a:pt x="5522" y="3559"/>
                                <a:pt x="4455" y="45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6ed1ab85-0a4a-4a15-be44-3d95827bd65b" id="1469" name="图形 6643">
                        <a:extLst>
                          <a:ext uri="{FF2B5EF4-FFF2-40B4-BE49-F238E27FC236}">
                            <a16:creationId id="{C2E07348-C35F-C90A-5B02-16DD847520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98052" y="2128095"/>
                        <a:ext cx="159259" cy="131349"/>
                        <a:chOff x="6698052" y="2128095"/>
                        <a:chExt cx="159259" cy="131349"/>
                      </a:xfrm>
                      <a:solidFill>
                        <a:srgbClr val="494950"/>
                      </a:solidFill>
                    </p:grpSpPr>
                    <p:sp>
                      <p:nvSpPr>
                        <p:cNvPr descr="622bb22e-67bb-4e34-bb39-19b52a4c0054" id="2211" name="任意多边形: 形状 2210">
                          <a:extLst>
                            <a:ext uri="{FF2B5EF4-FFF2-40B4-BE49-F238E27FC236}">
                              <a16:creationId id="{2F73F498-34A7-69C1-3860-A8C2921C6F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4094" y="2186518"/>
                          <a:ext cx="5277" cy="5278"/>
                        </a:xfrm>
                        <a:custGeom>
                          <a:avLst/>
                          <a:gdLst>
                            <a:gd fmla="*/ 5260 w 5277" name="connsiteX0"/>
                            <a:gd fmla="*/ 2365 h 5278" name="connsiteY0"/>
                            <a:gd fmla="*/ 2913 w 5277" name="connsiteX1"/>
                            <a:gd fmla="*/ 5267 h 5278" name="connsiteY1"/>
                            <a:gd fmla="*/ 11 w 5277" name="connsiteX2"/>
                            <a:gd fmla="*/ 2920 h 5278" name="connsiteY2"/>
                            <a:gd fmla="*/ 2358 w 5277" name="connsiteX3"/>
                            <a:gd fmla="*/ 18 h 5278" name="connsiteY3"/>
                            <a:gd fmla="*/ 5260 w 5277" name="connsiteX4"/>
                            <a:gd fmla="*/ 2365 h 527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8" w="5277">
                              <a:moveTo>
                                <a:pt x="5260" y="2365"/>
                              </a:moveTo>
                              <a:cubicBezTo>
                                <a:pt x="5430" y="3816"/>
                                <a:pt x="4364" y="5096"/>
                                <a:pt x="2913" y="5267"/>
                              </a:cubicBezTo>
                              <a:cubicBezTo>
                                <a:pt x="1462" y="5395"/>
                                <a:pt x="181" y="4371"/>
                                <a:pt x="11" y="2920"/>
                              </a:cubicBez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103e86c-934d-4919-bc85-c050238e73bc" id="2212" name="任意多边形: 形状 2211">
                          <a:extLst>
                            <a:ext uri="{FF2B5EF4-FFF2-40B4-BE49-F238E27FC236}">
                              <a16:creationId id="{D1BCFFA3-FD48-07E5-C582-D2EF2AF71D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0858" y="2180544"/>
                          <a:ext cx="5278" cy="5285"/>
                        </a:xfrm>
                        <a:custGeom>
                          <a:avLst/>
                          <a:gdLst>
                            <a:gd fmla="*/ 5267 w 5278" name="connsiteX0"/>
                            <a:gd fmla="*/ 2365 h 5285" name="connsiteY0"/>
                            <a:gd fmla="*/ 2920 w 5278" name="connsiteX1"/>
                            <a:gd fmla="*/ 5267 h 5285" name="connsiteY1"/>
                            <a:gd fmla="*/ 18 w 5278" name="connsiteX2"/>
                            <a:gd fmla="*/ 2920 h 5285" name="connsiteY2"/>
                            <a:gd fmla="*/ 2365 w 5278" name="connsiteX3"/>
                            <a:gd fmla="*/ 18 h 5285" name="connsiteY3"/>
                            <a:gd fmla="*/ 5267 w 5278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8">
                              <a:moveTo>
                                <a:pt x="5267" y="2365"/>
                              </a:moveTo>
                              <a:cubicBezTo>
                                <a:pt x="5395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50b81a6-f6de-4589-a7e8-4c3b0badc14e" id="2213" name="任意多边形: 形状 2212">
                          <a:extLst>
                            <a:ext uri="{FF2B5EF4-FFF2-40B4-BE49-F238E27FC236}">
                              <a16:creationId id="{68492C2E-2426-B522-5534-D7F7934AA1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4997" y="2194840"/>
                          <a:ext cx="5284" cy="5284"/>
                        </a:xfrm>
                        <a:custGeom>
                          <a:avLst/>
                          <a:gdLst>
                            <a:gd fmla="*/ 5267 w 5284" name="connsiteX0"/>
                            <a:gd fmla="*/ 2365 h 5284" name="connsiteY0"/>
                            <a:gd fmla="*/ 2920 w 5284" name="connsiteX1"/>
                            <a:gd fmla="*/ 5267 h 5284" name="connsiteY1"/>
                            <a:gd fmla="*/ 18 w 5284" name="connsiteX2"/>
                            <a:gd fmla="*/ 2920 h 5284" name="connsiteY2"/>
                            <a:gd fmla="*/ 2365 w 5284" name="connsiteX3"/>
                            <a:gd fmla="*/ 18 h 5284" name="connsiteY3"/>
                            <a:gd fmla="*/ 5267 w 5284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84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657d025-b0f3-43f6-af1b-d7fc5772b06c" id="2214" name="任意多边形: 形状 2213">
                          <a:extLst>
                            <a:ext uri="{FF2B5EF4-FFF2-40B4-BE49-F238E27FC236}">
                              <a16:creationId id="{36E2AA9E-6393-DEA5-EB17-4FDAB4D39C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2174" y="2168168"/>
                          <a:ext cx="5277" cy="5285"/>
                        </a:xfrm>
                        <a:custGeom>
                          <a:avLst/>
                          <a:gdLst>
                            <a:gd fmla="*/ 5260 w 5277" name="connsiteX0"/>
                            <a:gd fmla="*/ 2365 h 5285" name="connsiteY0"/>
                            <a:gd fmla="*/ 2913 w 5277" name="connsiteX1"/>
                            <a:gd fmla="*/ 5267 h 5285" name="connsiteY1"/>
                            <a:gd fmla="*/ 11 w 5277" name="connsiteX2"/>
                            <a:gd fmla="*/ 2920 h 5285" name="connsiteY2"/>
                            <a:gd fmla="*/ 2358 w 5277" name="connsiteX3"/>
                            <a:gd fmla="*/ 18 h 5285" name="connsiteY3"/>
                            <a:gd fmla="*/ 5260 w 5277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7">
                              <a:moveTo>
                                <a:pt x="5260" y="2365"/>
                              </a:moveTo>
                              <a:cubicBezTo>
                                <a:pt x="5431" y="3816"/>
                                <a:pt x="4364" y="5096"/>
                                <a:pt x="2913" y="5267"/>
                              </a:cubicBezTo>
                              <a:cubicBezTo>
                                <a:pt x="1462" y="5438"/>
                                <a:pt x="181" y="4371"/>
                                <a:pt x="11" y="2920"/>
                              </a:cubicBez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6826c25-3ed4-4606-93e0-49136682aa66" id="2215" name="任意多边形: 形状 2214">
                          <a:extLst>
                            <a:ext uri="{FF2B5EF4-FFF2-40B4-BE49-F238E27FC236}">
                              <a16:creationId id="{4FD0A64D-905B-36FF-7356-5A99E96383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8318" y="2193901"/>
                          <a:ext cx="5278" cy="5277"/>
                        </a:xfrm>
                        <a:custGeom>
                          <a:avLst/>
                          <a:gdLst>
                            <a:gd fmla="*/ 5260 w 5278" name="connsiteX0"/>
                            <a:gd fmla="*/ 2365 h 5277" name="connsiteY0"/>
                            <a:gd fmla="*/ 2913 w 5278" name="connsiteX1"/>
                            <a:gd fmla="*/ 5267 h 5277" name="connsiteY1"/>
                            <a:gd fmla="*/ 11 w 5278" name="connsiteX2"/>
                            <a:gd fmla="*/ 2920 h 5277" name="connsiteY2"/>
                            <a:gd fmla="*/ 2358 w 5278" name="connsiteX3"/>
                            <a:gd fmla="*/ 18 h 5277" name="connsiteY3"/>
                            <a:gd fmla="*/ 5260 w 5278" name="connsiteX4"/>
                            <a:gd fmla="*/ 2365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8">
                              <a:moveTo>
                                <a:pt x="5260" y="2365"/>
                              </a:moveTo>
                              <a:cubicBezTo>
                                <a:pt x="5431" y="3816"/>
                                <a:pt x="4364" y="5096"/>
                                <a:pt x="2913" y="5267"/>
                              </a:cubicBezTo>
                              <a:cubicBezTo>
                                <a:pt x="1462" y="5395"/>
                                <a:pt x="182" y="4371"/>
                                <a:pt x="11" y="2920"/>
                              </a:cubicBez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473e303-3c6b-4b93-a175-3f38a4b77856" id="2216" name="任意多边形: 形状 2215">
                          <a:extLst>
                            <a:ext uri="{FF2B5EF4-FFF2-40B4-BE49-F238E27FC236}">
                              <a16:creationId id="{52FFC1F4-468E-546D-2F45-A1A23F189A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6761" y="2166290"/>
                          <a:ext cx="5284" cy="5285"/>
                        </a:xfrm>
                        <a:custGeom>
                          <a:avLst/>
                          <a:gdLst>
                            <a:gd fmla="*/ 5267 w 5284" name="connsiteX0"/>
                            <a:gd fmla="*/ 2365 h 5285" name="connsiteY0"/>
                            <a:gd fmla="*/ 2920 w 5284" name="connsiteX1"/>
                            <a:gd fmla="*/ 5267 h 5285" name="connsiteY1"/>
                            <a:gd fmla="*/ 18 w 5284" name="connsiteX2"/>
                            <a:gd fmla="*/ 2920 h 5285" name="connsiteY2"/>
                            <a:gd fmla="*/ 2365 w 5284" name="connsiteX3"/>
                            <a:gd fmla="*/ 18 h 5285" name="connsiteY3"/>
                            <a:gd fmla="*/ 5267 w 5284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0c4b8af-da53-4f12-b117-f8a8bdcfe199" id="2217" name="任意多边形: 形状 2216">
                          <a:extLst>
                            <a:ext uri="{FF2B5EF4-FFF2-40B4-BE49-F238E27FC236}">
                              <a16:creationId id="{C3ED1B32-2F80-6448-ACF9-AFF12B6DC8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1184" y="2176369"/>
                          <a:ext cx="5277" cy="5277"/>
                        </a:xfrm>
                        <a:custGeom>
                          <a:avLst/>
                          <a:gdLst>
                            <a:gd fmla="*/ 5267 w 5277" name="connsiteX0"/>
                            <a:gd fmla="*/ 2358 h 5277" name="connsiteY0"/>
                            <a:gd fmla="*/ 2920 w 5277" name="connsiteX1"/>
                            <a:gd fmla="*/ 5260 h 5277" name="connsiteY1"/>
                            <a:gd fmla="*/ 18 w 5277" name="connsiteX2"/>
                            <a:gd fmla="*/ 2913 h 5277" name="connsiteY2"/>
                            <a:gd fmla="*/ 2365 w 5277" name="connsiteX3"/>
                            <a:gd fmla="*/ 11 h 5277" name="connsiteY3"/>
                            <a:gd fmla="*/ 5267 w 5277" name="connsiteX4"/>
                            <a:gd fmla="*/ 235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5267" y="2358"/>
                              </a:moveTo>
                              <a:cubicBezTo>
                                <a:pt x="5395" y="3809"/>
                                <a:pt x="4371" y="5089"/>
                                <a:pt x="2920" y="5260"/>
                              </a:cubicBezTo>
                              <a:cubicBezTo>
                                <a:pt x="1469" y="5431"/>
                                <a:pt x="189" y="4364"/>
                                <a:pt x="18" y="2913"/>
                              </a:cubicBezTo>
                              <a:cubicBezTo>
                                <a:pt x="-153" y="1462"/>
                                <a:pt x="914" y="181"/>
                                <a:pt x="2365" y="11"/>
                              </a:cubicBezTo>
                              <a:cubicBezTo>
                                <a:pt x="3816" y="-117"/>
                                <a:pt x="5096" y="907"/>
                                <a:pt x="5267" y="23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158a9c1-5065-4529-86d7-2572ad0a6a3a" id="2218" name="任意多边形: 形状 2217">
                          <a:extLst>
                            <a:ext uri="{FF2B5EF4-FFF2-40B4-BE49-F238E27FC236}">
                              <a16:creationId id="{BBD021BD-A41D-85FE-5B44-82EC733E9C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9093" y="2207472"/>
                          <a:ext cx="5277" cy="5277"/>
                        </a:xfrm>
                        <a:custGeom>
                          <a:avLst/>
                          <a:gdLst>
                            <a:gd fmla="*/ 5267 w 5277" name="connsiteX0"/>
                            <a:gd fmla="*/ 2365 h 5277" name="connsiteY0"/>
                            <a:gd fmla="*/ 2920 w 5277" name="connsiteX1"/>
                            <a:gd fmla="*/ 5267 h 5277" name="connsiteY1"/>
                            <a:gd fmla="*/ 18 w 5277" name="connsiteX2"/>
                            <a:gd fmla="*/ 2920 h 5277" name="connsiteY2"/>
                            <a:gd fmla="*/ 2365 w 5277" name="connsiteX3"/>
                            <a:gd fmla="*/ 18 h 5277" name="connsiteY3"/>
                            <a:gd fmla="*/ 5267 w 5277" name="connsiteX4"/>
                            <a:gd fmla="*/ 2365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5267" y="2365"/>
                              </a:moveTo>
                              <a:cubicBezTo>
                                <a:pt x="5395" y="3816"/>
                                <a:pt x="4371" y="5096"/>
                                <a:pt x="2920" y="5267"/>
                              </a:cubicBezTo>
                              <a:cubicBezTo>
                                <a:pt x="1469" y="5395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b358798-f85e-4920-b198-e70001b377b5" id="2219" name="任意多边形: 形状 2218">
                          <a:extLst>
                            <a:ext uri="{FF2B5EF4-FFF2-40B4-BE49-F238E27FC236}">
                              <a16:creationId id="{BF260F14-B2D0-0E2E-3C05-812A9CAF52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5863" y="2201498"/>
                          <a:ext cx="5285" cy="5284"/>
                        </a:xfrm>
                        <a:custGeom>
                          <a:avLst/>
                          <a:gdLst>
                            <a:gd fmla="*/ 5267 w 5285" name="connsiteX0"/>
                            <a:gd fmla="*/ 2365 h 5284" name="connsiteY0"/>
                            <a:gd fmla="*/ 2920 w 5285" name="connsiteX1"/>
                            <a:gd fmla="*/ 5267 h 5284" name="connsiteY1"/>
                            <a:gd fmla="*/ 18 w 5285" name="connsiteX2"/>
                            <a:gd fmla="*/ 2920 h 5284" name="connsiteY2"/>
                            <a:gd fmla="*/ 2365 w 5285" name="connsiteX3"/>
                            <a:gd fmla="*/ 18 h 5284" name="connsiteY3"/>
                            <a:gd fmla="*/ 5267 w 5285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85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84fba5c-f67e-41be-99cc-387969a09289" id="2220" name="任意多边形: 形状 2219">
                          <a:extLst>
                            <a:ext uri="{FF2B5EF4-FFF2-40B4-BE49-F238E27FC236}">
                              <a16:creationId id="{48F44995-F2FA-5EE3-5238-8F665A1532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0003" y="2215751"/>
                          <a:ext cx="5277" cy="5284"/>
                        </a:xfrm>
                        <a:custGeom>
                          <a:avLst/>
                          <a:gdLst>
                            <a:gd fmla="*/ 5267 w 5277" name="connsiteX0"/>
                            <a:gd fmla="*/ 2365 h 5284" name="connsiteY0"/>
                            <a:gd fmla="*/ 2920 w 5277" name="connsiteX1"/>
                            <a:gd fmla="*/ 5267 h 5284" name="connsiteY1"/>
                            <a:gd fmla="*/ 18 w 5277" name="connsiteX2"/>
                            <a:gd fmla="*/ 2920 h 5284" name="connsiteY2"/>
                            <a:gd fmla="*/ 2365 w 5277" name="connsiteX3"/>
                            <a:gd fmla="*/ 18 h 5284" name="connsiteY3"/>
                            <a:gd fmla="*/ 5267 w 5277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77">
                              <a:moveTo>
                                <a:pt x="5267" y="2365"/>
                              </a:moveTo>
                              <a:cubicBezTo>
                                <a:pt x="5395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803948a-e132-4ae8-81ae-f5f23bc9a2be" id="2221" name="任意多边形: 形状 2220">
                          <a:extLst>
                            <a:ext uri="{FF2B5EF4-FFF2-40B4-BE49-F238E27FC236}">
                              <a16:creationId id="{6778FC87-D225-4A36-81CD-01579AD67B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7173" y="2189122"/>
                          <a:ext cx="5277" cy="5285"/>
                        </a:xfrm>
                        <a:custGeom>
                          <a:avLst/>
                          <a:gdLst>
                            <a:gd fmla="*/ 5267 w 5277" name="connsiteX0"/>
                            <a:gd fmla="*/ 2365 h 5285" name="connsiteY0"/>
                            <a:gd fmla="*/ 2920 w 5277" name="connsiteX1"/>
                            <a:gd fmla="*/ 5267 h 5285" name="connsiteY1"/>
                            <a:gd fmla="*/ 18 w 5277" name="connsiteX2"/>
                            <a:gd fmla="*/ 2920 h 5285" name="connsiteY2"/>
                            <a:gd fmla="*/ 2365 w 5277" name="connsiteX3"/>
                            <a:gd fmla="*/ 18 h 5285" name="connsiteY3"/>
                            <a:gd fmla="*/ 5267 w 5277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7">
                              <a:moveTo>
                                <a:pt x="5267" y="2365"/>
                              </a:moveTo>
                              <a:cubicBezTo>
                                <a:pt x="5395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a29da62-24c3-460c-b17c-1c4516364b99" id="2222" name="任意多边形: 形状 2221">
                          <a:extLst>
                            <a:ext uri="{FF2B5EF4-FFF2-40B4-BE49-F238E27FC236}">
                              <a16:creationId id="{AA3818BD-214E-E7F7-7490-B09A7D2994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3317" y="2214855"/>
                          <a:ext cx="5277" cy="5277"/>
                        </a:xfrm>
                        <a:custGeom>
                          <a:avLst/>
                          <a:gdLst>
                            <a:gd fmla="*/ 5267 w 5277" name="connsiteX0"/>
                            <a:gd fmla="*/ 2365 h 5277" name="connsiteY0"/>
                            <a:gd fmla="*/ 2920 w 5277" name="connsiteX1"/>
                            <a:gd fmla="*/ 5267 h 5277" name="connsiteY1"/>
                            <a:gd fmla="*/ 18 w 5277" name="connsiteX2"/>
                            <a:gd fmla="*/ 2920 h 5277" name="connsiteY2"/>
                            <a:gd fmla="*/ 2365 w 5277" name="connsiteX3"/>
                            <a:gd fmla="*/ 18 h 5277" name="connsiteY3"/>
                            <a:gd fmla="*/ 5267 w 5277" name="connsiteX4"/>
                            <a:gd fmla="*/ 2365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5267" y="2365"/>
                              </a:moveTo>
                              <a:cubicBezTo>
                                <a:pt x="5395" y="3816"/>
                                <a:pt x="4371" y="5096"/>
                                <a:pt x="2920" y="5267"/>
                              </a:cubicBezTo>
                              <a:cubicBezTo>
                                <a:pt x="1469" y="5395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19e5221-fd46-4083-95c4-6e02abb3d683" id="2223" name="任意多边形: 形状 2222">
                          <a:extLst>
                            <a:ext uri="{FF2B5EF4-FFF2-40B4-BE49-F238E27FC236}">
                              <a16:creationId id="{B25F901B-8958-951A-D250-CF9B6D307C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1774" y="2187244"/>
                          <a:ext cx="5277" cy="5284"/>
                        </a:xfrm>
                        <a:custGeom>
                          <a:avLst/>
                          <a:gdLst>
                            <a:gd fmla="*/ 5260 w 5277" name="connsiteX0"/>
                            <a:gd fmla="*/ 2365 h 5284" name="connsiteY0"/>
                            <a:gd fmla="*/ 2913 w 5277" name="connsiteX1"/>
                            <a:gd fmla="*/ 5267 h 5284" name="connsiteY1"/>
                            <a:gd fmla="*/ 11 w 5277" name="connsiteX2"/>
                            <a:gd fmla="*/ 2920 h 5284" name="connsiteY2"/>
                            <a:gd fmla="*/ 2358 w 5277" name="connsiteX3"/>
                            <a:gd fmla="*/ 18 h 5284" name="connsiteY3"/>
                            <a:gd fmla="*/ 5260 w 5277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77">
                              <a:moveTo>
                                <a:pt x="5260" y="2365"/>
                              </a:moveTo>
                              <a:cubicBezTo>
                                <a:pt x="5431" y="3816"/>
                                <a:pt x="4364" y="5096"/>
                                <a:pt x="2913" y="5267"/>
                              </a:cubicBezTo>
                              <a:cubicBezTo>
                                <a:pt x="1462" y="5438"/>
                                <a:pt x="181" y="4371"/>
                                <a:pt x="11" y="2920"/>
                              </a:cubicBez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53e759c-bdf6-4d5d-acbc-64c0629f1b0b" id="2224" name="任意多边形: 形状 2223">
                          <a:extLst>
                            <a:ext uri="{FF2B5EF4-FFF2-40B4-BE49-F238E27FC236}">
                              <a16:creationId id="{95F1E357-9B7E-1884-4F67-4AFA76C60E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6190" y="2197323"/>
                          <a:ext cx="5285" cy="5277"/>
                        </a:xfrm>
                        <a:custGeom>
                          <a:avLst/>
                          <a:gdLst>
                            <a:gd fmla="*/ 5267 w 5285" name="connsiteX0"/>
                            <a:gd fmla="*/ 2358 h 5277" name="connsiteY0"/>
                            <a:gd fmla="*/ 2920 w 5285" name="connsiteX1"/>
                            <a:gd fmla="*/ 5260 h 5277" name="connsiteY1"/>
                            <a:gd fmla="*/ 18 w 5285" name="connsiteX2"/>
                            <a:gd fmla="*/ 2913 h 5277" name="connsiteY2"/>
                            <a:gd fmla="*/ 2365 w 5285" name="connsiteX3"/>
                            <a:gd fmla="*/ 11 h 5277" name="connsiteY3"/>
                            <a:gd fmla="*/ 5267 w 5285" name="connsiteX4"/>
                            <a:gd fmla="*/ 235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85">
                              <a:moveTo>
                                <a:pt x="5267" y="2358"/>
                              </a:moveTo>
                              <a:cubicBezTo>
                                <a:pt x="5438" y="3809"/>
                                <a:pt x="4371" y="5089"/>
                                <a:pt x="2920" y="5260"/>
                              </a:cubicBezTo>
                              <a:cubicBezTo>
                                <a:pt x="1469" y="5430"/>
                                <a:pt x="189" y="4364"/>
                                <a:pt x="18" y="2913"/>
                              </a:cubicBezTo>
                              <a:cubicBezTo>
                                <a:pt x="-153" y="1462"/>
                                <a:pt x="914" y="181"/>
                                <a:pt x="2365" y="11"/>
                              </a:cubicBezTo>
                              <a:cubicBezTo>
                                <a:pt x="3816" y="-117"/>
                                <a:pt x="5096" y="907"/>
                                <a:pt x="5267" y="23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e22c33f-1d4c-47cd-a234-6a69bf4bee08" id="2225" name="任意多边形: 形状 2224">
                          <a:extLst>
                            <a:ext uri="{FF2B5EF4-FFF2-40B4-BE49-F238E27FC236}">
                              <a16:creationId id="{0E9A8CD1-95C4-C668-01B3-B69FE9614C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5430" y="2165309"/>
                          <a:ext cx="5277" cy="5277"/>
                        </a:xfrm>
                        <a:custGeom>
                          <a:avLst/>
                          <a:gdLst>
                            <a:gd fmla="*/ 5260 w 5277" name="connsiteX0"/>
                            <a:gd fmla="*/ 2365 h 5277" name="connsiteY0"/>
                            <a:gd fmla="*/ 2913 w 5277" name="connsiteX1"/>
                            <a:gd fmla="*/ 5267 h 5277" name="connsiteY1"/>
                            <a:gd fmla="*/ 11 w 5277" name="connsiteX2"/>
                            <a:gd fmla="*/ 2920 h 5277" name="connsiteY2"/>
                            <a:gd fmla="*/ 2358 w 5277" name="connsiteX3"/>
                            <a:gd fmla="*/ 18 h 5277" name="connsiteY3"/>
                            <a:gd fmla="*/ 5260 w 5277" name="connsiteX4"/>
                            <a:gd fmla="*/ 2365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5260" y="2365"/>
                              </a:moveTo>
                              <a:cubicBezTo>
                                <a:pt x="5430" y="3816"/>
                                <a:pt x="4364" y="5096"/>
                                <a:pt x="2913" y="5267"/>
                              </a:cubicBezTo>
                              <a:cubicBezTo>
                                <a:pt x="1462" y="5395"/>
                                <a:pt x="181" y="4371"/>
                                <a:pt x="11" y="2920"/>
                              </a:cubicBez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11c592f-0030-463a-bc89-6675cb23c8d0" id="2226" name="任意多边形: 形状 2225">
                          <a:extLst>
                            <a:ext uri="{FF2B5EF4-FFF2-40B4-BE49-F238E27FC236}">
                              <a16:creationId id="{33070C43-FB2E-A9EE-5221-65E4927969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2193" y="2159334"/>
                          <a:ext cx="5285" cy="5277"/>
                        </a:xfrm>
                        <a:custGeom>
                          <a:avLst/>
                          <a:gdLst>
                            <a:gd fmla="*/ 5267 w 5285" name="connsiteX0"/>
                            <a:gd fmla="*/ 2365 h 5277" name="connsiteY0"/>
                            <a:gd fmla="*/ 2920 w 5285" name="connsiteX1"/>
                            <a:gd fmla="*/ 5267 h 5277" name="connsiteY1"/>
                            <a:gd fmla="*/ 18 w 5285" name="connsiteX2"/>
                            <a:gd fmla="*/ 2920 h 5277" name="connsiteY2"/>
                            <a:gd fmla="*/ 2365 w 5285" name="connsiteX3"/>
                            <a:gd fmla="*/ 18 h 5277" name="connsiteY3"/>
                            <a:gd fmla="*/ 5267 w 5285" name="connsiteX4"/>
                            <a:gd fmla="*/ 2365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85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395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26d01df-55be-491b-b11d-d7f2f2a7be9e" id="2227" name="任意多边形: 形状 2226">
                          <a:extLst>
                            <a:ext uri="{FF2B5EF4-FFF2-40B4-BE49-F238E27FC236}">
                              <a16:creationId id="{5692AD0D-E0A9-3691-B57B-5091BAFEE5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6333" y="2173588"/>
                          <a:ext cx="5284" cy="5285"/>
                        </a:xfrm>
                        <a:custGeom>
                          <a:avLst/>
                          <a:gdLst>
                            <a:gd fmla="*/ 5267 w 5284" name="connsiteX0"/>
                            <a:gd fmla="*/ 2365 h 5285" name="connsiteY0"/>
                            <a:gd fmla="*/ 2920 w 5284" name="connsiteX1"/>
                            <a:gd fmla="*/ 5267 h 5285" name="connsiteY1"/>
                            <a:gd fmla="*/ 18 w 5284" name="connsiteX2"/>
                            <a:gd fmla="*/ 2920 h 5285" name="connsiteY2"/>
                            <a:gd fmla="*/ 2365 w 5284" name="connsiteX3"/>
                            <a:gd fmla="*/ 18 h 5285" name="connsiteY3"/>
                            <a:gd fmla="*/ 5267 w 5284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64e94f5-6cbe-4319-9c40-5de977c5ba3a" id="2228" name="任意多边形: 形状 2227">
                          <a:extLst>
                            <a:ext uri="{FF2B5EF4-FFF2-40B4-BE49-F238E27FC236}">
                              <a16:creationId id="{66A32FBC-6A77-677B-D548-39F6CE779E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3510" y="2146958"/>
                          <a:ext cx="5277" cy="5277"/>
                        </a:xfrm>
                        <a:custGeom>
                          <a:avLst/>
                          <a:gdLst>
                            <a:gd fmla="*/ 5260 w 5277" name="connsiteX0"/>
                            <a:gd fmla="*/ 2365 h 5277" name="connsiteY0"/>
                            <a:gd fmla="*/ 2913 w 5277" name="connsiteX1"/>
                            <a:gd fmla="*/ 5267 h 5277" name="connsiteY1"/>
                            <a:gd fmla="*/ 11 w 5277" name="connsiteX2"/>
                            <a:gd fmla="*/ 2920 h 5277" name="connsiteY2"/>
                            <a:gd fmla="*/ 2358 w 5277" name="connsiteX3"/>
                            <a:gd fmla="*/ 18 h 5277" name="connsiteY3"/>
                            <a:gd fmla="*/ 5260 w 5277" name="connsiteX4"/>
                            <a:gd fmla="*/ 2365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5260" y="2365"/>
                              </a:moveTo>
                              <a:cubicBezTo>
                                <a:pt x="5431" y="3816"/>
                                <a:pt x="4364" y="5096"/>
                                <a:pt x="2913" y="5267"/>
                              </a:cubicBezTo>
                              <a:cubicBezTo>
                                <a:pt x="1462" y="5395"/>
                                <a:pt x="181" y="4371"/>
                                <a:pt x="11" y="2920"/>
                              </a:cubicBez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086bea3-38f6-4fec-ab04-78952aa9b7a0" id="2229" name="任意多边形: 形状 2228">
                          <a:extLst>
                            <a:ext uri="{FF2B5EF4-FFF2-40B4-BE49-F238E27FC236}">
                              <a16:creationId id="{E9C64B65-F4B5-4F5A-F45F-D276169B94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9647" y="2172649"/>
                          <a:ext cx="5285" cy="5277"/>
                        </a:xfrm>
                        <a:custGeom>
                          <a:avLst/>
                          <a:gdLst>
                            <a:gd fmla="*/ 5267 w 5285" name="connsiteX0"/>
                            <a:gd fmla="*/ 2365 h 5277" name="connsiteY0"/>
                            <a:gd fmla="*/ 2920 w 5285" name="connsiteX1"/>
                            <a:gd fmla="*/ 5267 h 5277" name="connsiteY1"/>
                            <a:gd fmla="*/ 18 w 5285" name="connsiteX2"/>
                            <a:gd fmla="*/ 2920 h 5277" name="connsiteY2"/>
                            <a:gd fmla="*/ 2365 w 5285" name="connsiteX3"/>
                            <a:gd fmla="*/ 18 h 5277" name="connsiteY3"/>
                            <a:gd fmla="*/ 5267 w 5285" name="connsiteX4"/>
                            <a:gd fmla="*/ 2365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85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395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3563062-40fc-4569-a89c-5e67c9f0e00f" id="2230" name="任意多边形: 形状 2229">
                          <a:extLst>
                            <a:ext uri="{FF2B5EF4-FFF2-40B4-BE49-F238E27FC236}">
                              <a16:creationId id="{528E10C1-2513-130B-863B-05A5ED6821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2143" y="2151396"/>
                          <a:ext cx="5278" cy="5277"/>
                        </a:xfrm>
                        <a:custGeom>
                          <a:avLst/>
                          <a:gdLst>
                            <a:gd fmla="*/ 5260 w 5278" name="connsiteX0"/>
                            <a:gd fmla="*/ 2365 h 5277" name="connsiteY0"/>
                            <a:gd fmla="*/ 2913 w 5278" name="connsiteX1"/>
                            <a:gd fmla="*/ 5267 h 5277" name="connsiteY1"/>
                            <a:gd fmla="*/ 11 w 5278" name="connsiteX2"/>
                            <a:gd fmla="*/ 2920 h 5277" name="connsiteY2"/>
                            <a:gd fmla="*/ 2358 w 5278" name="connsiteX3"/>
                            <a:gd fmla="*/ 18 h 5277" name="connsiteY3"/>
                            <a:gd fmla="*/ 5260 w 5278" name="connsiteX4"/>
                            <a:gd fmla="*/ 2365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8">
                              <a:moveTo>
                                <a:pt x="5260" y="2365"/>
                              </a:moveTo>
                              <a:cubicBezTo>
                                <a:pt x="5431" y="3816"/>
                                <a:pt x="4364" y="5096"/>
                                <a:pt x="2913" y="5267"/>
                              </a:cubicBezTo>
                              <a:cubicBezTo>
                                <a:pt x="1462" y="5395"/>
                                <a:pt x="182" y="4371"/>
                                <a:pt x="11" y="2920"/>
                              </a:cubicBez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a085f02-5440-4440-afe7-723ad4c8e273" id="2231" name="任意多边形: 形状 2230">
                          <a:extLst>
                            <a:ext uri="{FF2B5EF4-FFF2-40B4-BE49-F238E27FC236}">
                              <a16:creationId id="{B5EC8B26-66C6-03CB-20DD-1170E09060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5137" y="2167450"/>
                          <a:ext cx="5284" cy="5277"/>
                        </a:xfrm>
                        <a:custGeom>
                          <a:avLst/>
                          <a:gdLst>
                            <a:gd fmla="*/ 5267 w 5284" name="connsiteX0"/>
                            <a:gd fmla="*/ 2358 h 5277" name="connsiteY0"/>
                            <a:gd fmla="*/ 2920 w 5284" name="connsiteX1"/>
                            <a:gd fmla="*/ 5260 h 5277" name="connsiteY1"/>
                            <a:gd fmla="*/ 18 w 5284" name="connsiteX2"/>
                            <a:gd fmla="*/ 2913 h 5277" name="connsiteY2"/>
                            <a:gd fmla="*/ 2365 w 5284" name="connsiteX3"/>
                            <a:gd fmla="*/ 11 h 5277" name="connsiteY3"/>
                            <a:gd fmla="*/ 5267 w 5284" name="connsiteX4"/>
                            <a:gd fmla="*/ 235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84">
                              <a:moveTo>
                                <a:pt x="5267" y="2358"/>
                              </a:moveTo>
                              <a:cubicBezTo>
                                <a:pt x="5438" y="3809"/>
                                <a:pt x="4371" y="5089"/>
                                <a:pt x="2920" y="5260"/>
                              </a:cubicBezTo>
                              <a:cubicBezTo>
                                <a:pt x="1469" y="5431"/>
                                <a:pt x="189" y="4364"/>
                                <a:pt x="18" y="2913"/>
                              </a:cubicBezTo>
                              <a:cubicBezTo>
                                <a:pt x="-153" y="1462"/>
                                <a:pt x="914" y="181"/>
                                <a:pt x="2365" y="11"/>
                              </a:cubicBezTo>
                              <a:cubicBezTo>
                                <a:pt x="3816" y="-117"/>
                                <a:pt x="5096" y="907"/>
                                <a:pt x="5267" y="23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b71f3e2-f0b1-4d16-b91b-5fea98dc9eb6" id="2232" name="任意多边形: 形状 2231">
                          <a:extLst>
                            <a:ext uri="{FF2B5EF4-FFF2-40B4-BE49-F238E27FC236}">
                              <a16:creationId id="{13266527-6A24-8DAF-DAD9-D35CD3B6D0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5929" y="2146446"/>
                          <a:ext cx="5277" cy="5285"/>
                        </a:xfrm>
                        <a:custGeom>
                          <a:avLst/>
                          <a:gdLst>
                            <a:gd fmla="*/ 5260 w 5277" name="connsiteX0"/>
                            <a:gd fmla="*/ 2365 h 5285" name="connsiteY0"/>
                            <a:gd fmla="*/ 2913 w 5277" name="connsiteX1"/>
                            <a:gd fmla="*/ 5267 h 5285" name="connsiteY1"/>
                            <a:gd fmla="*/ 11 w 5277" name="connsiteX2"/>
                            <a:gd fmla="*/ 2920 h 5285" name="connsiteY2"/>
                            <a:gd fmla="*/ 2358 w 5277" name="connsiteX3"/>
                            <a:gd fmla="*/ 18 h 5285" name="connsiteY3"/>
                            <a:gd fmla="*/ 5260 w 5277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7">
                              <a:moveTo>
                                <a:pt x="5260" y="2365"/>
                              </a:moveTo>
                              <a:cubicBezTo>
                                <a:pt x="5430" y="3816"/>
                                <a:pt x="4364" y="5096"/>
                                <a:pt x="2913" y="5267"/>
                              </a:cubicBezTo>
                              <a:cubicBezTo>
                                <a:pt x="1462" y="5438"/>
                                <a:pt x="181" y="4371"/>
                                <a:pt x="11" y="2920"/>
                              </a:cubicBez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0b291f9-07dd-48eb-bcd7-788a7e8ca1cb" id="2233" name="任意多边形: 形状 2232">
                          <a:extLst>
                            <a:ext uri="{FF2B5EF4-FFF2-40B4-BE49-F238E27FC236}">
                              <a16:creationId id="{AC6D2E57-8AC9-D5A9-6263-BCF74B92BC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2735" y="2140471"/>
                          <a:ext cx="5278" cy="5284"/>
                        </a:xfrm>
                        <a:custGeom>
                          <a:avLst/>
                          <a:gdLst>
                            <a:gd fmla="*/ 5267 w 5278" name="connsiteX0"/>
                            <a:gd fmla="*/ 2365 h 5284" name="connsiteY0"/>
                            <a:gd fmla="*/ 2920 w 5278" name="connsiteX1"/>
                            <a:gd fmla="*/ 5267 h 5284" name="connsiteY1"/>
                            <a:gd fmla="*/ 18 w 5278" name="connsiteX2"/>
                            <a:gd fmla="*/ 2920 h 5284" name="connsiteY2"/>
                            <a:gd fmla="*/ 2365 w 5278" name="connsiteX3"/>
                            <a:gd fmla="*/ 18 h 5284" name="connsiteY3"/>
                            <a:gd fmla="*/ 5267 w 5278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78">
                              <a:moveTo>
                                <a:pt x="5267" y="2365"/>
                              </a:moveTo>
                              <a:cubicBezTo>
                                <a:pt x="5395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2d0cefb-88af-4e8a-b668-eaf4b8fe75a2" id="2234" name="任意多边形: 形状 2233">
                          <a:extLst>
                            <a:ext uri="{FF2B5EF4-FFF2-40B4-BE49-F238E27FC236}">
                              <a16:creationId id="{C98EDE88-3352-607E-4585-71D223A404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6832" y="2154725"/>
                          <a:ext cx="5284" cy="5285"/>
                        </a:xfrm>
                        <a:custGeom>
                          <a:avLst/>
                          <a:gdLst>
                            <a:gd fmla="*/ 5267 w 5284" name="connsiteX0"/>
                            <a:gd fmla="*/ 2365 h 5285" name="connsiteY0"/>
                            <a:gd fmla="*/ 2920 w 5284" name="connsiteX1"/>
                            <a:gd fmla="*/ 5267 h 5285" name="connsiteY1"/>
                            <a:gd fmla="*/ 18 w 5284" name="connsiteX2"/>
                            <a:gd fmla="*/ 2920 h 5285" name="connsiteY2"/>
                            <a:gd fmla="*/ 2365 w 5284" name="connsiteX3"/>
                            <a:gd fmla="*/ 18 h 5285" name="connsiteY3"/>
                            <a:gd fmla="*/ 5267 w 5284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f2a6c96-3cf7-4b04-8cca-6afaf0a77706" id="2235" name="任意多边形: 形状 2234">
                          <a:extLst>
                            <a:ext uri="{FF2B5EF4-FFF2-40B4-BE49-F238E27FC236}">
                              <a16:creationId id="{AC1CBAD3-AF84-5867-9BA3-39FCB9EE24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4052" y="2128095"/>
                          <a:ext cx="5277" cy="5277"/>
                        </a:xfrm>
                        <a:custGeom>
                          <a:avLst/>
                          <a:gdLst>
                            <a:gd fmla="*/ 5260 w 5277" name="connsiteX0"/>
                            <a:gd fmla="*/ 2365 h 5277" name="connsiteY0"/>
                            <a:gd fmla="*/ 2913 w 5277" name="connsiteX1"/>
                            <a:gd fmla="*/ 5267 h 5277" name="connsiteY1"/>
                            <a:gd fmla="*/ 11 w 5277" name="connsiteX2"/>
                            <a:gd fmla="*/ 2920 h 5277" name="connsiteY2"/>
                            <a:gd fmla="*/ 2358 w 5277" name="connsiteX3"/>
                            <a:gd fmla="*/ 18 h 5277" name="connsiteY3"/>
                            <a:gd fmla="*/ 5260 w 5277" name="connsiteX4"/>
                            <a:gd fmla="*/ 2365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5260" y="2365"/>
                              </a:moveTo>
                              <a:cubicBezTo>
                                <a:pt x="5431" y="3816"/>
                                <a:pt x="4364" y="5096"/>
                                <a:pt x="2913" y="5267"/>
                              </a:cubicBezTo>
                              <a:cubicBezTo>
                                <a:pt x="1462" y="5395"/>
                                <a:pt x="181" y="4371"/>
                                <a:pt x="11" y="2920"/>
                              </a:cubicBez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43d5e6a-0d44-4bce-a781-0adb612c1800" id="2236" name="任意多边形: 形状 2235">
                          <a:extLst>
                            <a:ext uri="{FF2B5EF4-FFF2-40B4-BE49-F238E27FC236}">
                              <a16:creationId id="{E1896363-9CDA-9338-B9EB-BCA9131625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0153" y="2153786"/>
                          <a:ext cx="5278" cy="5285"/>
                        </a:xfrm>
                        <a:custGeom>
                          <a:avLst/>
                          <a:gdLst>
                            <a:gd fmla="*/ 5260 w 5278" name="connsiteX0"/>
                            <a:gd fmla="*/ 2365 h 5285" name="connsiteY0"/>
                            <a:gd fmla="*/ 2913 w 5278" name="connsiteX1"/>
                            <a:gd fmla="*/ 5267 h 5285" name="connsiteY1"/>
                            <a:gd fmla="*/ 11 w 5278" name="connsiteX2"/>
                            <a:gd fmla="*/ 2920 h 5285" name="connsiteY2"/>
                            <a:gd fmla="*/ 2358 w 5278" name="connsiteX3"/>
                            <a:gd fmla="*/ 18 h 5285" name="connsiteY3"/>
                            <a:gd fmla="*/ 5260 w 5278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8">
                              <a:moveTo>
                                <a:pt x="5260" y="2365"/>
                              </a:moveTo>
                              <a:cubicBezTo>
                                <a:pt x="5431" y="3816"/>
                                <a:pt x="4364" y="5096"/>
                                <a:pt x="2913" y="5267"/>
                              </a:cubicBezTo>
                              <a:cubicBezTo>
                                <a:pt x="1462" y="5438"/>
                                <a:pt x="182" y="4371"/>
                                <a:pt x="11" y="2920"/>
                              </a:cubicBez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c0db09a-dea9-4460-a826-709127de3346" id="2237" name="任意多边形: 形状 2236">
                          <a:extLst>
                            <a:ext uri="{FF2B5EF4-FFF2-40B4-BE49-F238E27FC236}">
                              <a16:creationId id="{E40BA36B-C0D9-6B16-FD9E-7E0251BB55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6674" y="2132150"/>
                          <a:ext cx="5278" cy="5285"/>
                        </a:xfrm>
                        <a:custGeom>
                          <a:avLst/>
                          <a:gdLst>
                            <a:gd fmla="*/ 5267 w 5278" name="connsiteX0"/>
                            <a:gd fmla="*/ 2365 h 5285" name="connsiteY0"/>
                            <a:gd fmla="*/ 2920 w 5278" name="connsiteX1"/>
                            <a:gd fmla="*/ 5267 h 5285" name="connsiteY1"/>
                            <a:gd fmla="*/ 18 w 5278" name="connsiteX2"/>
                            <a:gd fmla="*/ 2920 h 5285" name="connsiteY2"/>
                            <a:gd fmla="*/ 2365 w 5278" name="connsiteX3"/>
                            <a:gd fmla="*/ 18 h 5285" name="connsiteY3"/>
                            <a:gd fmla="*/ 5267 w 5278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8">
                              <a:moveTo>
                                <a:pt x="5267" y="2365"/>
                              </a:moveTo>
                              <a:cubicBezTo>
                                <a:pt x="5395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90fab0b-7d2e-4cde-8a17-6051734b607b" id="2238" name="任意多边形: 形状 2237">
                          <a:extLst>
                            <a:ext uri="{FF2B5EF4-FFF2-40B4-BE49-F238E27FC236}">
                              <a16:creationId id="{250F8BE9-5BF5-1956-8C1B-681936D59E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3019" y="2136289"/>
                          <a:ext cx="5284" cy="5285"/>
                        </a:xfrm>
                        <a:custGeom>
                          <a:avLst/>
                          <a:gdLst>
                            <a:gd fmla="*/ 5267 w 5284" name="connsiteX0"/>
                            <a:gd fmla="*/ 2365 h 5285" name="connsiteY0"/>
                            <a:gd fmla="*/ 2920 w 5284" name="connsiteX1"/>
                            <a:gd fmla="*/ 5267 h 5285" name="connsiteY1"/>
                            <a:gd fmla="*/ 18 w 5284" name="connsiteX2"/>
                            <a:gd fmla="*/ 2920 h 5285" name="connsiteY2"/>
                            <a:gd fmla="*/ 2365 w 5284" name="connsiteX3"/>
                            <a:gd fmla="*/ 18 h 5285" name="connsiteY3"/>
                            <a:gd fmla="*/ 5267 w 5284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f240438-570a-49e3-898e-3747c07274c8" id="2239" name="任意多边形: 形状 2238">
                          <a:extLst>
                            <a:ext uri="{FF2B5EF4-FFF2-40B4-BE49-F238E27FC236}">
                              <a16:creationId id="{5D235D09-D27D-0D05-09F8-DDA006149F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3660" y="2227146"/>
                          <a:ext cx="5285" cy="5284"/>
                        </a:xfrm>
                        <a:custGeom>
                          <a:avLst/>
                          <a:gdLst>
                            <a:gd fmla="*/ 5267 w 5285" name="connsiteX0"/>
                            <a:gd fmla="*/ 2365 h 5284" name="connsiteY0"/>
                            <a:gd fmla="*/ 2920 w 5285" name="connsiteX1"/>
                            <a:gd fmla="*/ 5267 h 5284" name="connsiteY1"/>
                            <a:gd fmla="*/ 18 w 5285" name="connsiteX2"/>
                            <a:gd fmla="*/ 2920 h 5284" name="connsiteY2"/>
                            <a:gd fmla="*/ 2365 w 5285" name="connsiteX3"/>
                            <a:gd fmla="*/ 18 h 5284" name="connsiteY3"/>
                            <a:gd fmla="*/ 5267 w 5285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85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5cd261f-b7e6-4497-8900-98bead885f83" id="2240" name="任意多边形: 形状 2239">
                          <a:extLst>
                            <a:ext uri="{FF2B5EF4-FFF2-40B4-BE49-F238E27FC236}">
                              <a16:creationId id="{40C87F8A-EE8B-0E3E-F554-0CF7D9F29C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0431" y="2221171"/>
                          <a:ext cx="5284" cy="5285"/>
                        </a:xfrm>
                        <a:custGeom>
                          <a:avLst/>
                          <a:gdLst>
                            <a:gd fmla="*/ 5267 w 5284" name="connsiteX0"/>
                            <a:gd fmla="*/ 2365 h 5285" name="connsiteY0"/>
                            <a:gd fmla="*/ 2920 w 5284" name="connsiteX1"/>
                            <a:gd fmla="*/ 5267 h 5285" name="connsiteY1"/>
                            <a:gd fmla="*/ 18 w 5284" name="connsiteX2"/>
                            <a:gd fmla="*/ 2920 h 5285" name="connsiteY2"/>
                            <a:gd fmla="*/ 2365 w 5284" name="connsiteX3"/>
                            <a:gd fmla="*/ 18 h 5285" name="connsiteY3"/>
                            <a:gd fmla="*/ 5267 w 5284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7f43cc5-61a3-4f06-b88d-11f6fd7daebc" id="2241" name="任意多边形: 形状 2240">
                          <a:extLst>
                            <a:ext uri="{FF2B5EF4-FFF2-40B4-BE49-F238E27FC236}">
                              <a16:creationId id="{46E65A7C-A4D9-7868-3D14-AE6398F216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7472" y="2244515"/>
                          <a:ext cx="5285" cy="5284"/>
                        </a:xfrm>
                        <a:custGeom>
                          <a:avLst/>
                          <a:gdLst>
                            <a:gd fmla="*/ 5267 w 5285" name="connsiteX0"/>
                            <a:gd fmla="*/ 2365 h 5284" name="connsiteY0"/>
                            <a:gd fmla="*/ 2920 w 5285" name="connsiteX1"/>
                            <a:gd fmla="*/ 5267 h 5284" name="connsiteY1"/>
                            <a:gd fmla="*/ 18 w 5285" name="connsiteX2"/>
                            <a:gd fmla="*/ 2920 h 5284" name="connsiteY2"/>
                            <a:gd fmla="*/ 2365 w 5285" name="connsiteX3"/>
                            <a:gd fmla="*/ 18 h 5284" name="connsiteY3"/>
                            <a:gd fmla="*/ 5267 w 5285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85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8b77ffa-2f03-4985-8d1e-e9244a59ebba" id="2242" name="任意多边形: 形状 2241">
                          <a:extLst>
                            <a:ext uri="{FF2B5EF4-FFF2-40B4-BE49-F238E27FC236}">
                              <a16:creationId id="{C2CDEE11-AF18-D0BC-22C9-72ECFCF9E2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1747" y="2208795"/>
                          <a:ext cx="5278" cy="5284"/>
                        </a:xfrm>
                        <a:custGeom>
                          <a:avLst/>
                          <a:gdLst>
                            <a:gd fmla="*/ 5260 w 5278" name="connsiteX0"/>
                            <a:gd fmla="*/ 2365 h 5284" name="connsiteY0"/>
                            <a:gd fmla="*/ 2913 w 5278" name="connsiteX1"/>
                            <a:gd fmla="*/ 5267 h 5284" name="connsiteY1"/>
                            <a:gd fmla="*/ 11 w 5278" name="connsiteX2"/>
                            <a:gd fmla="*/ 2920 h 5284" name="connsiteY2"/>
                            <a:gd fmla="*/ 2358 w 5278" name="connsiteX3"/>
                            <a:gd fmla="*/ 18 h 5284" name="connsiteY3"/>
                            <a:gd fmla="*/ 5260 w 5278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78">
                              <a:moveTo>
                                <a:pt x="5260" y="2365"/>
                              </a:moveTo>
                              <a:cubicBezTo>
                                <a:pt x="5431" y="3816"/>
                                <a:pt x="4364" y="5096"/>
                                <a:pt x="2913" y="5267"/>
                              </a:cubicBezTo>
                              <a:cubicBezTo>
                                <a:pt x="1462" y="5438"/>
                                <a:pt x="182" y="4371"/>
                                <a:pt x="11" y="2920"/>
                              </a:cubicBez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957f53b-8baf-477d-815b-04fe2c661899" id="2243" name="任意多边形: 形状 2242">
                          <a:extLst>
                            <a:ext uri="{FF2B5EF4-FFF2-40B4-BE49-F238E27FC236}">
                              <a16:creationId id="{EEEA7DC8-FD16-BAE6-894A-FF2908E345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7849" y="2234486"/>
                          <a:ext cx="5277" cy="5285"/>
                        </a:xfrm>
                        <a:custGeom>
                          <a:avLst/>
                          <a:gdLst>
                            <a:gd fmla="*/ 5260 w 5277" name="connsiteX0"/>
                            <a:gd fmla="*/ 2365 h 5285" name="connsiteY0"/>
                            <a:gd fmla="*/ 2913 w 5277" name="connsiteX1"/>
                            <a:gd fmla="*/ 5267 h 5285" name="connsiteY1"/>
                            <a:gd fmla="*/ 11 w 5277" name="connsiteX2"/>
                            <a:gd fmla="*/ 2920 h 5285" name="connsiteY2"/>
                            <a:gd fmla="*/ 2358 w 5277" name="connsiteX3"/>
                            <a:gd fmla="*/ 18 h 5285" name="connsiteY3"/>
                            <a:gd fmla="*/ 5260 w 5277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7">
                              <a:moveTo>
                                <a:pt x="5260" y="2365"/>
                              </a:moveTo>
                              <a:cubicBezTo>
                                <a:pt x="5431" y="3816"/>
                                <a:pt x="4364" y="5096"/>
                                <a:pt x="2913" y="5267"/>
                              </a:cubicBezTo>
                              <a:cubicBezTo>
                                <a:pt x="1462" y="5438"/>
                                <a:pt x="181" y="4371"/>
                                <a:pt x="11" y="2920"/>
                              </a:cubicBez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28d4e57-d1a9-4e48-9072-98d2af0be3ee" id="2244" name="任意多边形: 形状 2243">
                          <a:extLst>
                            <a:ext uri="{FF2B5EF4-FFF2-40B4-BE49-F238E27FC236}">
                              <a16:creationId id="{8B9A68D1-3F29-D59A-12B9-B285859691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6291" y="2206918"/>
                          <a:ext cx="5285" cy="5284"/>
                        </a:xfrm>
                        <a:custGeom>
                          <a:avLst/>
                          <a:gdLst>
                            <a:gd fmla="*/ 5267 w 5285" name="connsiteX0"/>
                            <a:gd fmla="*/ 2365 h 5284" name="connsiteY0"/>
                            <a:gd fmla="*/ 2920 w 5285" name="connsiteX1"/>
                            <a:gd fmla="*/ 5267 h 5284" name="connsiteY1"/>
                            <a:gd fmla="*/ 18 w 5285" name="connsiteX2"/>
                            <a:gd fmla="*/ 2920 h 5284" name="connsiteY2"/>
                            <a:gd fmla="*/ 2365 w 5285" name="connsiteX3"/>
                            <a:gd fmla="*/ 18 h 5284" name="connsiteY3"/>
                            <a:gd fmla="*/ 5267 w 5285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85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af09cee-460c-45ac-9f9f-8a27aa4cec0c" id="2245" name="任意多边形: 形状 2244">
                          <a:extLst>
                            <a:ext uri="{FF2B5EF4-FFF2-40B4-BE49-F238E27FC236}">
                              <a16:creationId id="{1A259D50-A366-198F-BE5C-C426EAA287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0757" y="2216996"/>
                          <a:ext cx="5284" cy="5277"/>
                        </a:xfrm>
                        <a:custGeom>
                          <a:avLst/>
                          <a:gdLst>
                            <a:gd fmla="*/ 5267 w 5284" name="connsiteX0"/>
                            <a:gd fmla="*/ 2358 h 5277" name="connsiteY0"/>
                            <a:gd fmla="*/ 2920 w 5284" name="connsiteX1"/>
                            <a:gd fmla="*/ 5260 h 5277" name="connsiteY1"/>
                            <a:gd fmla="*/ 18 w 5284" name="connsiteX2"/>
                            <a:gd fmla="*/ 2913 h 5277" name="connsiteY2"/>
                            <a:gd fmla="*/ 2365 w 5284" name="connsiteX3"/>
                            <a:gd fmla="*/ 11 h 5277" name="connsiteY3"/>
                            <a:gd fmla="*/ 5267 w 5284" name="connsiteX4"/>
                            <a:gd fmla="*/ 235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84">
                              <a:moveTo>
                                <a:pt x="5267" y="2358"/>
                              </a:moveTo>
                              <a:cubicBezTo>
                                <a:pt x="5438" y="3809"/>
                                <a:pt x="4371" y="5089"/>
                                <a:pt x="2920" y="5260"/>
                              </a:cubicBezTo>
                              <a:cubicBezTo>
                                <a:pt x="1469" y="5431"/>
                                <a:pt x="189" y="4364"/>
                                <a:pt x="18" y="2913"/>
                              </a:cubicBezTo>
                              <a:cubicBezTo>
                                <a:pt x="-153" y="1462"/>
                                <a:pt x="914" y="181"/>
                                <a:pt x="2365" y="11"/>
                              </a:cubicBezTo>
                              <a:cubicBezTo>
                                <a:pt x="3816" y="-117"/>
                                <a:pt x="5096" y="907"/>
                                <a:pt x="5267" y="23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1698611-5ff4-4a3e-b683-37cb3650a28b" id="2246" name="任意多边形: 形状 2245">
                          <a:extLst>
                            <a:ext uri="{FF2B5EF4-FFF2-40B4-BE49-F238E27FC236}">
                              <a16:creationId id="{58388794-2D64-83DE-4160-FDC7856662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0955" y="2197785"/>
                          <a:ext cx="5285" cy="5284"/>
                        </a:xfrm>
                        <a:custGeom>
                          <a:avLst/>
                          <a:gdLst>
                            <a:gd fmla="*/ 5267 w 5285" name="connsiteX0"/>
                            <a:gd fmla="*/ 2365 h 5284" name="connsiteY0"/>
                            <a:gd fmla="*/ 2920 w 5285" name="connsiteX1"/>
                            <a:gd fmla="*/ 5267 h 5284" name="connsiteY1"/>
                            <a:gd fmla="*/ 18 w 5285" name="connsiteX2"/>
                            <a:gd fmla="*/ 2920 h 5284" name="connsiteY2"/>
                            <a:gd fmla="*/ 2365 w 5285" name="connsiteX3"/>
                            <a:gd fmla="*/ 18 h 5284" name="connsiteY3"/>
                            <a:gd fmla="*/ 5267 w 5285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85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894707d-ea63-4f7b-999e-e3a4835c2008" id="2247" name="任意多边形: 形状 2246">
                          <a:extLst>
                            <a:ext uri="{FF2B5EF4-FFF2-40B4-BE49-F238E27FC236}">
                              <a16:creationId id="{6F8395E2-4E7B-466E-DC7F-B604DB8D3C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7725" y="2191810"/>
                          <a:ext cx="5284" cy="5285"/>
                        </a:xfrm>
                        <a:custGeom>
                          <a:avLst/>
                          <a:gdLst>
                            <a:gd fmla="*/ 5267 w 5284" name="connsiteX0"/>
                            <a:gd fmla="*/ 2365 h 5285" name="connsiteY0"/>
                            <a:gd fmla="*/ 2920 w 5284" name="connsiteX1"/>
                            <a:gd fmla="*/ 5267 h 5285" name="connsiteY1"/>
                            <a:gd fmla="*/ 18 w 5284" name="connsiteX2"/>
                            <a:gd fmla="*/ 2920 h 5285" name="connsiteY2"/>
                            <a:gd fmla="*/ 2365 w 5284" name="connsiteX3"/>
                            <a:gd fmla="*/ 18 h 5285" name="connsiteY3"/>
                            <a:gd fmla="*/ 5267 w 5284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89b18a0-7c29-42cd-89a3-c344d8089168" id="2248" name="任意多边形: 形状 2247">
                          <a:extLst>
                            <a:ext uri="{FF2B5EF4-FFF2-40B4-BE49-F238E27FC236}">
                              <a16:creationId id="{E3529CDD-F4DA-F02E-6A7F-D969E49B19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1865" y="2206071"/>
                          <a:ext cx="5278" cy="5277"/>
                        </a:xfrm>
                        <a:custGeom>
                          <a:avLst/>
                          <a:gdLst>
                            <a:gd fmla="*/ 5267 w 5278" name="connsiteX0"/>
                            <a:gd fmla="*/ 2358 h 5277" name="connsiteY0"/>
                            <a:gd fmla="*/ 2920 w 5278" name="connsiteX1"/>
                            <a:gd fmla="*/ 5260 h 5277" name="connsiteY1"/>
                            <a:gd fmla="*/ 18 w 5278" name="connsiteX2"/>
                            <a:gd fmla="*/ 2913 h 5277" name="connsiteY2"/>
                            <a:gd fmla="*/ 2365 w 5278" name="connsiteX3"/>
                            <a:gd fmla="*/ 11 h 5277" name="connsiteY3"/>
                            <a:gd fmla="*/ 5267 w 5278" name="connsiteX4"/>
                            <a:gd fmla="*/ 235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8">
                              <a:moveTo>
                                <a:pt x="5267" y="2358"/>
                              </a:moveTo>
                              <a:cubicBezTo>
                                <a:pt x="5395" y="3809"/>
                                <a:pt x="4371" y="5089"/>
                                <a:pt x="2920" y="5260"/>
                              </a:cubicBezTo>
                              <a:cubicBezTo>
                                <a:pt x="1469" y="5431"/>
                                <a:pt x="189" y="4364"/>
                                <a:pt x="18" y="2913"/>
                              </a:cubicBezTo>
                              <a:cubicBezTo>
                                <a:pt x="-153" y="1462"/>
                                <a:pt x="914" y="181"/>
                                <a:pt x="2365" y="11"/>
                              </a:cubicBezTo>
                              <a:cubicBezTo>
                                <a:pt x="3816" y="-117"/>
                                <a:pt x="5096" y="907"/>
                                <a:pt x="5267" y="23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66948c6-52a2-4e00-95b5-6ee245398168" id="2249" name="任意多边形: 形状 2248">
                          <a:extLst>
                            <a:ext uri="{FF2B5EF4-FFF2-40B4-BE49-F238E27FC236}">
                              <a16:creationId id="{16657EEE-9A8D-4786-FAEF-974CB5F26A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2136" y="2183958"/>
                          <a:ext cx="5278" cy="5284"/>
                        </a:xfrm>
                        <a:custGeom>
                          <a:avLst/>
                          <a:gdLst>
                            <a:gd fmla="*/ 5267 w 5278" name="connsiteX0"/>
                            <a:gd fmla="*/ 2365 h 5284" name="connsiteY0"/>
                            <a:gd fmla="*/ 2920 w 5278" name="connsiteX1"/>
                            <a:gd fmla="*/ 5267 h 5284" name="connsiteY1"/>
                            <a:gd fmla="*/ 18 w 5278" name="connsiteX2"/>
                            <a:gd fmla="*/ 2920 h 5284" name="connsiteY2"/>
                            <a:gd fmla="*/ 2365 w 5278" name="connsiteX3"/>
                            <a:gd fmla="*/ 18 h 5284" name="connsiteY3"/>
                            <a:gd fmla="*/ 5267 w 5278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78">
                              <a:moveTo>
                                <a:pt x="5267" y="2365"/>
                              </a:moveTo>
                              <a:cubicBezTo>
                                <a:pt x="5395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da304b0-adcf-4f90-9bbe-99487511c470" id="2250" name="任意多边形: 形状 2249">
                          <a:extLst>
                            <a:ext uri="{FF2B5EF4-FFF2-40B4-BE49-F238E27FC236}">
                              <a16:creationId id="{36BD8F25-2A38-DD97-ED18-CC14A2F42A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0720" y="2220531"/>
                          <a:ext cx="5277" cy="5277"/>
                        </a:xfrm>
                        <a:custGeom>
                          <a:avLst/>
                          <a:gdLst>
                            <a:gd fmla="*/ 5260 w 5277" name="connsiteX0"/>
                            <a:gd fmla="*/ 2365 h 5277" name="connsiteY0"/>
                            <a:gd fmla="*/ 2913 w 5277" name="connsiteX1"/>
                            <a:gd fmla="*/ 5267 h 5277" name="connsiteY1"/>
                            <a:gd fmla="*/ 11 w 5277" name="connsiteX2"/>
                            <a:gd fmla="*/ 2920 h 5277" name="connsiteY2"/>
                            <a:gd fmla="*/ 2358 w 5277" name="connsiteX3"/>
                            <a:gd fmla="*/ 18 h 5277" name="connsiteY3"/>
                            <a:gd fmla="*/ 5260 w 5277" name="connsiteX4"/>
                            <a:gd fmla="*/ 2365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5260" y="2365"/>
                              </a:moveTo>
                              <a:cubicBezTo>
                                <a:pt x="5430" y="3816"/>
                                <a:pt x="4364" y="5096"/>
                                <a:pt x="2913" y="5267"/>
                              </a:cubicBezTo>
                              <a:cubicBezTo>
                                <a:pt x="1462" y="5395"/>
                                <a:pt x="181" y="4371"/>
                                <a:pt x="11" y="2920"/>
                              </a:cubicBez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3f33cf4-e12b-40fe-94db-be085cb88ba6" id="2251" name="任意多边形: 形状 2250">
                          <a:extLst>
                            <a:ext uri="{FF2B5EF4-FFF2-40B4-BE49-F238E27FC236}">
                              <a16:creationId id="{EB37E96A-C66E-C1A9-C547-40D586BB72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3593" y="2177564"/>
                          <a:ext cx="5278" cy="5277"/>
                        </a:xfrm>
                        <a:custGeom>
                          <a:avLst/>
                          <a:gdLst>
                            <a:gd fmla="*/ 5260 w 5278" name="connsiteX0"/>
                            <a:gd fmla="*/ 2358 h 5277" name="connsiteY0"/>
                            <a:gd fmla="*/ 2913 w 5278" name="connsiteX1"/>
                            <a:gd fmla="*/ 5260 h 5277" name="connsiteY1"/>
                            <a:gd fmla="*/ 11 w 5278" name="connsiteX2"/>
                            <a:gd fmla="*/ 2913 h 5277" name="connsiteY2"/>
                            <a:gd fmla="*/ 2358 w 5278" name="connsiteX3"/>
                            <a:gd fmla="*/ 11 h 5277" name="connsiteY3"/>
                            <a:gd fmla="*/ 5260 w 5278" name="connsiteX4"/>
                            <a:gd fmla="*/ 235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8">
                              <a:moveTo>
                                <a:pt x="5260" y="2358"/>
                              </a:moveTo>
                              <a:cubicBezTo>
                                <a:pt x="5431" y="3809"/>
                                <a:pt x="4364" y="5089"/>
                                <a:pt x="2913" y="5260"/>
                              </a:cubicBezTo>
                              <a:cubicBezTo>
                                <a:pt x="1462" y="5431"/>
                                <a:pt x="182" y="4364"/>
                                <a:pt x="11" y="2913"/>
                              </a:cubicBez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0efc432-154d-422b-853a-70697b000bb2" id="2252" name="任意多边形: 形状 2251">
                          <a:extLst>
                            <a:ext uri="{FF2B5EF4-FFF2-40B4-BE49-F238E27FC236}">
                              <a16:creationId id="{BE8711A5-E2B9-4F35-461F-67FB54A701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8052" y="2187628"/>
                          <a:ext cx="5284" cy="5277"/>
                        </a:xfrm>
                        <a:custGeom>
                          <a:avLst/>
                          <a:gdLst>
                            <a:gd fmla="*/ 5267 w 5284" name="connsiteX0"/>
                            <a:gd fmla="*/ 2365 h 5277" name="connsiteY0"/>
                            <a:gd fmla="*/ 2920 w 5284" name="connsiteX1"/>
                            <a:gd fmla="*/ 5267 h 5277" name="connsiteY1"/>
                            <a:gd fmla="*/ 18 w 5284" name="connsiteX2"/>
                            <a:gd fmla="*/ 2920 h 5277" name="connsiteY2"/>
                            <a:gd fmla="*/ 2365 w 5284" name="connsiteX3"/>
                            <a:gd fmla="*/ 18 h 5277" name="connsiteY3"/>
                            <a:gd fmla="*/ 5267 w 5284" name="connsiteX4"/>
                            <a:gd fmla="*/ 2365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84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395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647c996-2749-4f7c-92ae-03227d593919" id="2253" name="任意多边形: 形状 2252">
                          <a:extLst>
                            <a:ext uri="{FF2B5EF4-FFF2-40B4-BE49-F238E27FC236}">
                              <a16:creationId id="{9DCF380D-A8B2-48C5-AEBC-D6848EC13D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4527" y="2233846"/>
                          <a:ext cx="5284" cy="5284"/>
                        </a:xfrm>
                        <a:custGeom>
                          <a:avLst/>
                          <a:gdLst>
                            <a:gd fmla="*/ 5267 w 5284" name="connsiteX0"/>
                            <a:gd fmla="*/ 2365 h 5284" name="connsiteY0"/>
                            <a:gd fmla="*/ 2920 w 5284" name="connsiteX1"/>
                            <a:gd fmla="*/ 5267 h 5284" name="connsiteY1"/>
                            <a:gd fmla="*/ 18 w 5284" name="connsiteX2"/>
                            <a:gd fmla="*/ 2920 h 5284" name="connsiteY2"/>
                            <a:gd fmla="*/ 2365 w 5284" name="connsiteX3"/>
                            <a:gd fmla="*/ 18 h 5284" name="connsiteY3"/>
                            <a:gd fmla="*/ 5267 w 5284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84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e45267b-e046-48c9-9dc8-2a921606a9e0" id="2254" name="任意多边形: 形状 2253">
                          <a:extLst>
                            <a:ext uri="{FF2B5EF4-FFF2-40B4-BE49-F238E27FC236}">
                              <a16:creationId id="{434593A6-8407-8E21-337F-C2E1B07D1B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1354" y="2240930"/>
                          <a:ext cx="5277" cy="5285"/>
                        </a:xfrm>
                        <a:custGeom>
                          <a:avLst/>
                          <a:gdLst>
                            <a:gd fmla="*/ 5267 w 5277" name="connsiteX0"/>
                            <a:gd fmla="*/ 2365 h 5285" name="connsiteY0"/>
                            <a:gd fmla="*/ 2920 w 5277" name="connsiteX1"/>
                            <a:gd fmla="*/ 5267 h 5285" name="connsiteY1"/>
                            <a:gd fmla="*/ 18 w 5277" name="connsiteX2"/>
                            <a:gd fmla="*/ 2920 h 5285" name="connsiteY2"/>
                            <a:gd fmla="*/ 2365 w 5277" name="connsiteX3"/>
                            <a:gd fmla="*/ 18 h 5285" name="connsiteY3"/>
                            <a:gd fmla="*/ 5267 w 5277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7">
                              <a:moveTo>
                                <a:pt x="5267" y="2365"/>
                              </a:moveTo>
                              <a:cubicBezTo>
                                <a:pt x="5395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3795e06-bce5-4484-b414-23402e1fc284" id="2255" name="任意多边形: 形状 2254">
                          <a:extLst>
                            <a:ext uri="{FF2B5EF4-FFF2-40B4-BE49-F238E27FC236}">
                              <a16:creationId id="{DF457B8F-B5AD-C79C-5534-35FB72BB07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6004" y="2246179"/>
                          <a:ext cx="5284" cy="5284"/>
                        </a:xfrm>
                        <a:custGeom>
                          <a:avLst/>
                          <a:gdLst>
                            <a:gd fmla="*/ 5267 w 5284" name="connsiteX0"/>
                            <a:gd fmla="*/ 2365 h 5284" name="connsiteY0"/>
                            <a:gd fmla="*/ 2920 w 5284" name="connsiteX1"/>
                            <a:gd fmla="*/ 5267 h 5284" name="connsiteY1"/>
                            <a:gd fmla="*/ 18 w 5284" name="connsiteX2"/>
                            <a:gd fmla="*/ 2920 h 5284" name="connsiteY2"/>
                            <a:gd fmla="*/ 2365 w 5284" name="connsiteX3"/>
                            <a:gd fmla="*/ 18 h 5284" name="connsiteY3"/>
                            <a:gd fmla="*/ 5267 w 5284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84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181c3c6-f127-4afe-a843-716a8b04d471" id="2256" name="任意多边形: 形状 2255">
                          <a:extLst>
                            <a:ext uri="{FF2B5EF4-FFF2-40B4-BE49-F238E27FC236}">
                              <a16:creationId id="{0AEC588D-2EB6-4AB1-6902-BD1FA61344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2663" y="2228561"/>
                          <a:ext cx="5285" cy="5277"/>
                        </a:xfrm>
                        <a:custGeom>
                          <a:avLst/>
                          <a:gdLst>
                            <a:gd fmla="*/ 5267 w 5285" name="connsiteX0"/>
                            <a:gd fmla="*/ 2358 h 5277" name="connsiteY0"/>
                            <a:gd fmla="*/ 2920 w 5285" name="connsiteX1"/>
                            <a:gd fmla="*/ 5260 h 5277" name="connsiteY1"/>
                            <a:gd fmla="*/ 18 w 5285" name="connsiteX2"/>
                            <a:gd fmla="*/ 2913 h 5277" name="connsiteY2"/>
                            <a:gd fmla="*/ 2365 w 5285" name="connsiteX3"/>
                            <a:gd fmla="*/ 11 h 5277" name="connsiteY3"/>
                            <a:gd fmla="*/ 5267 w 5285" name="connsiteX4"/>
                            <a:gd fmla="*/ 235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85">
                              <a:moveTo>
                                <a:pt x="5267" y="2358"/>
                              </a:moveTo>
                              <a:cubicBezTo>
                                <a:pt x="5438" y="3809"/>
                                <a:pt x="4371" y="5089"/>
                                <a:pt x="2920" y="5260"/>
                              </a:cubicBezTo>
                              <a:cubicBezTo>
                                <a:pt x="1469" y="5430"/>
                                <a:pt x="189" y="4364"/>
                                <a:pt x="18" y="2913"/>
                              </a:cubicBezTo>
                              <a:cubicBezTo>
                                <a:pt x="-153" y="1462"/>
                                <a:pt x="914" y="181"/>
                                <a:pt x="2365" y="11"/>
                              </a:cubicBezTo>
                              <a:cubicBezTo>
                                <a:pt x="3816" y="-117"/>
                                <a:pt x="5096" y="907"/>
                                <a:pt x="5267" y="23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1cb17b6-87be-4f41-9bf9-f846074efa9a" id="2257" name="任意多边形: 形状 2256">
                          <a:extLst>
                            <a:ext uri="{FF2B5EF4-FFF2-40B4-BE49-F238E27FC236}">
                              <a16:creationId id="{76891A42-3565-ECB2-3020-2E6DF87D88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5309" y="2254160"/>
                          <a:ext cx="5277" cy="5284"/>
                        </a:xfrm>
                        <a:custGeom>
                          <a:avLst/>
                          <a:gdLst>
                            <a:gd fmla="*/ 5267 w 5277" name="connsiteX0"/>
                            <a:gd fmla="*/ 2365 h 5284" name="connsiteY0"/>
                            <a:gd fmla="*/ 2920 w 5277" name="connsiteX1"/>
                            <a:gd fmla="*/ 5267 h 5284" name="connsiteY1"/>
                            <a:gd fmla="*/ 18 w 5277" name="connsiteX2"/>
                            <a:gd fmla="*/ 2920 h 5284" name="connsiteY2"/>
                            <a:gd fmla="*/ 2365 w 5277" name="connsiteX3"/>
                            <a:gd fmla="*/ 18 h 5284" name="connsiteY3"/>
                            <a:gd fmla="*/ 5267 w 5277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77">
                              <a:moveTo>
                                <a:pt x="5267" y="2365"/>
                              </a:moveTo>
                              <a:cubicBezTo>
                                <a:pt x="5395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c754bf2-b393-4433-b5e7-77e1b8b2ed66" id="2258" name="任意多边形: 形状 2257">
                          <a:extLst>
                            <a:ext uri="{FF2B5EF4-FFF2-40B4-BE49-F238E27FC236}">
                              <a16:creationId id="{A277D117-CC13-9CEF-1FF2-84FCC4D959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7257" y="2226676"/>
                          <a:ext cx="5285" cy="5284"/>
                        </a:xfrm>
                        <a:custGeom>
                          <a:avLst/>
                          <a:gdLst>
                            <a:gd fmla="*/ 5267 w 5285" name="connsiteX0"/>
                            <a:gd fmla="*/ 2365 h 5284" name="connsiteY0"/>
                            <a:gd fmla="*/ 2920 w 5285" name="connsiteX1"/>
                            <a:gd fmla="*/ 5267 h 5284" name="connsiteY1"/>
                            <a:gd fmla="*/ 18 w 5285" name="connsiteX2"/>
                            <a:gd fmla="*/ 2920 h 5284" name="connsiteY2"/>
                            <a:gd fmla="*/ 2365 w 5285" name="connsiteX3"/>
                            <a:gd fmla="*/ 18 h 5284" name="connsiteY3"/>
                            <a:gd fmla="*/ 5267 w 5285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85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47e4b40-a980-41a8-8244-f1c01cb312d6" id="2259" name="任意多边形: 形状 2258">
                          <a:extLst>
                            <a:ext uri="{FF2B5EF4-FFF2-40B4-BE49-F238E27FC236}">
                              <a16:creationId id="{D6417B3B-5C91-8746-5E59-B39C59E54F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7057" y="2211825"/>
                          <a:ext cx="5278" cy="5285"/>
                        </a:xfrm>
                        <a:custGeom>
                          <a:avLst/>
                          <a:gdLst>
                            <a:gd fmla="*/ 5267 w 5278" name="connsiteX0"/>
                            <a:gd fmla="*/ 2365 h 5285" name="connsiteY0"/>
                            <a:gd fmla="*/ 2920 w 5278" name="connsiteX1"/>
                            <a:gd fmla="*/ 5267 h 5285" name="connsiteY1"/>
                            <a:gd fmla="*/ 18 w 5278" name="connsiteX2"/>
                            <a:gd fmla="*/ 2920 h 5285" name="connsiteY2"/>
                            <a:gd fmla="*/ 2365 w 5278" name="connsiteX3"/>
                            <a:gd fmla="*/ 18 h 5285" name="connsiteY3"/>
                            <a:gd fmla="*/ 5267 w 5278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8">
                              <a:moveTo>
                                <a:pt x="5267" y="2365"/>
                              </a:moveTo>
                              <a:cubicBezTo>
                                <a:pt x="5395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d6b22e1-f30b-47e1-b272-e2ea53134f62" id="2260" name="任意多边形: 形状 2259">
                          <a:extLst>
                            <a:ext uri="{FF2B5EF4-FFF2-40B4-BE49-F238E27FC236}">
                              <a16:creationId id="{3CF5A8AE-E2A6-EC98-FFC2-F72AC7FF4C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52026" y="2213191"/>
                          <a:ext cx="5285" cy="5278"/>
                        </a:xfrm>
                        <a:custGeom>
                          <a:avLst/>
                          <a:gdLst>
                            <a:gd fmla="*/ 5267 w 5285" name="connsiteX0"/>
                            <a:gd fmla="*/ 2365 h 5278" name="connsiteY0"/>
                            <a:gd fmla="*/ 2920 w 5285" name="connsiteX1"/>
                            <a:gd fmla="*/ 5267 h 5278" name="connsiteY1"/>
                            <a:gd fmla="*/ 18 w 5285" name="connsiteX2"/>
                            <a:gd fmla="*/ 2920 h 5278" name="connsiteY2"/>
                            <a:gd fmla="*/ 2365 w 5285" name="connsiteX3"/>
                            <a:gd fmla="*/ 18 h 5278" name="connsiteY3"/>
                            <a:gd fmla="*/ 5267 w 5285" name="connsiteX4"/>
                            <a:gd fmla="*/ 2365 h 527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8" w="5285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395"/>
                                <a:pt x="188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d25cdc1-34c8-4994-9be7-3330ecfd8048" id="2261" name="任意多边形: 形状 2260">
                          <a:extLst>
                            <a:ext uri="{FF2B5EF4-FFF2-40B4-BE49-F238E27FC236}">
                              <a16:creationId id="{197E2E0B-E905-A07F-9219-1893782A2F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8697" y="2180935"/>
                          <a:ext cx="5285" cy="5278"/>
                        </a:xfrm>
                        <a:custGeom>
                          <a:avLst/>
                          <a:gdLst>
                            <a:gd fmla="*/ 5267 w 5285" name="connsiteX0"/>
                            <a:gd fmla="*/ 2358 h 5278" name="connsiteY0"/>
                            <a:gd fmla="*/ 2920 w 5285" name="connsiteX1"/>
                            <a:gd fmla="*/ 5260 h 5278" name="connsiteY1"/>
                            <a:gd fmla="*/ 18 w 5285" name="connsiteX2"/>
                            <a:gd fmla="*/ 2913 h 5278" name="connsiteY2"/>
                            <a:gd fmla="*/ 2365 w 5285" name="connsiteX3"/>
                            <a:gd fmla="*/ 11 h 5278" name="connsiteY3"/>
                            <a:gd fmla="*/ 5267 w 5285" name="connsiteX4"/>
                            <a:gd fmla="*/ 2358 h 527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8" w="5285">
                              <a:moveTo>
                                <a:pt x="5267" y="2358"/>
                              </a:moveTo>
                              <a:cubicBezTo>
                                <a:pt x="5438" y="3809"/>
                                <a:pt x="4371" y="5089"/>
                                <a:pt x="2920" y="5260"/>
                              </a:cubicBezTo>
                              <a:cubicBezTo>
                                <a:pt x="1469" y="5431"/>
                                <a:pt x="189" y="4364"/>
                                <a:pt x="18" y="2913"/>
                              </a:cubicBezTo>
                              <a:cubicBezTo>
                                <a:pt x="-153" y="1462"/>
                                <a:pt x="914" y="182"/>
                                <a:pt x="2365" y="11"/>
                              </a:cubicBezTo>
                              <a:cubicBezTo>
                                <a:pt x="3816" y="-117"/>
                                <a:pt x="5096" y="907"/>
                                <a:pt x="5267" y="23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c7bc784-6c85-4465-83a2-6438838feefc" id="2262" name="任意多边形: 形状 2261">
                          <a:extLst>
                            <a:ext uri="{FF2B5EF4-FFF2-40B4-BE49-F238E27FC236}">
                              <a16:creationId id="{F83D12AB-448C-2D69-82EC-FA32E7ABB0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7615" y="2214813"/>
                          <a:ext cx="5284" cy="5284"/>
                        </a:xfrm>
                        <a:custGeom>
                          <a:avLst/>
                          <a:gdLst>
                            <a:gd fmla="*/ 5267 w 5284" name="connsiteX0"/>
                            <a:gd fmla="*/ 2365 h 5284" name="connsiteY0"/>
                            <a:gd fmla="*/ 2920 w 5284" name="connsiteX1"/>
                            <a:gd fmla="*/ 5267 h 5284" name="connsiteY1"/>
                            <a:gd fmla="*/ 18 w 5284" name="connsiteX2"/>
                            <a:gd fmla="*/ 2920 h 5284" name="connsiteY2"/>
                            <a:gd fmla="*/ 2365 w 5284" name="connsiteX3"/>
                            <a:gd fmla="*/ 18 h 5284" name="connsiteY3"/>
                            <a:gd fmla="*/ 5267 w 5284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84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3b77011-127f-4b43-8e57-6ab46c9e5106" id="2263" name="任意多边形: 形状 2262">
                          <a:extLst>
                            <a:ext uri="{FF2B5EF4-FFF2-40B4-BE49-F238E27FC236}">
                              <a16:creationId id="{4E154BFE-7F7D-AAD1-E6DB-A1FC07A516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6805" y="2155322"/>
                          <a:ext cx="5277" cy="5277"/>
                        </a:xfrm>
                        <a:custGeom>
                          <a:avLst/>
                          <a:gdLst>
                            <a:gd fmla="*/ 5267 w 5277" name="connsiteX0"/>
                            <a:gd fmla="*/ 2365 h 5277" name="connsiteY0"/>
                            <a:gd fmla="*/ 2920 w 5277" name="connsiteX1"/>
                            <a:gd fmla="*/ 5267 h 5277" name="connsiteY1"/>
                            <a:gd fmla="*/ 18 w 5277" name="connsiteX2"/>
                            <a:gd fmla="*/ 2920 h 5277" name="connsiteY2"/>
                            <a:gd fmla="*/ 2365 w 5277" name="connsiteX3"/>
                            <a:gd fmla="*/ 18 h 5277" name="connsiteY3"/>
                            <a:gd fmla="*/ 5267 w 5277" name="connsiteX4"/>
                            <a:gd fmla="*/ 2365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5267" y="2365"/>
                              </a:moveTo>
                              <a:cubicBezTo>
                                <a:pt x="5395" y="3816"/>
                                <a:pt x="4371" y="5096"/>
                                <a:pt x="2920" y="5267"/>
                              </a:cubicBezTo>
                              <a:cubicBezTo>
                                <a:pt x="1469" y="5395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864ead7-4daf-4316-a2da-08974483cca9" id="2264" name="任意多边形: 形状 2263">
                          <a:extLst>
                            <a:ext uri="{FF2B5EF4-FFF2-40B4-BE49-F238E27FC236}">
                              <a16:creationId id="{571525A3-ED75-001C-8E2B-41C4613BF6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6115" y="2194243"/>
                          <a:ext cx="5277" cy="5285"/>
                        </a:xfrm>
                        <a:custGeom>
                          <a:avLst/>
                          <a:gdLst>
                            <a:gd fmla="*/ 5260 w 5277" name="connsiteX0"/>
                            <a:gd fmla="*/ 2365 h 5285" name="connsiteY0"/>
                            <a:gd fmla="*/ 2913 w 5277" name="connsiteX1"/>
                            <a:gd fmla="*/ 5267 h 5285" name="connsiteY1"/>
                            <a:gd fmla="*/ 11 w 5277" name="connsiteX2"/>
                            <a:gd fmla="*/ 2920 h 5285" name="connsiteY2"/>
                            <a:gd fmla="*/ 2358 w 5277" name="connsiteX3"/>
                            <a:gd fmla="*/ 18 h 5285" name="connsiteY3"/>
                            <a:gd fmla="*/ 5260 w 5277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7">
                              <a:moveTo>
                                <a:pt x="5260" y="2365"/>
                              </a:moveTo>
                              <a:cubicBezTo>
                                <a:pt x="5431" y="3816"/>
                                <a:pt x="4364" y="5096"/>
                                <a:pt x="2913" y="5267"/>
                              </a:cubicBezTo>
                              <a:cubicBezTo>
                                <a:pt x="1462" y="5438"/>
                                <a:pt x="181" y="4371"/>
                                <a:pt x="11" y="2920"/>
                              </a:cubicBez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64c2954-4df3-40df-b995-560a665007b8" id="2265" name="任意多边形: 形状 2264">
                          <a:extLst>
                            <a:ext uri="{FF2B5EF4-FFF2-40B4-BE49-F238E27FC236}">
                              <a16:creationId id="{5777CA1E-41BA-41FA-2D61-6C8737444D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5838" y="2153359"/>
                          <a:ext cx="5284" cy="5285"/>
                        </a:xfrm>
                        <a:custGeom>
                          <a:avLst/>
                          <a:gdLst>
                            <a:gd fmla="*/ 5267 w 5284" name="connsiteX0"/>
                            <a:gd fmla="*/ 2365 h 5285" name="connsiteY0"/>
                            <a:gd fmla="*/ 2920 w 5284" name="connsiteX1"/>
                            <a:gd fmla="*/ 5267 h 5285" name="connsiteY1"/>
                            <a:gd fmla="*/ 18 w 5284" name="connsiteX2"/>
                            <a:gd fmla="*/ 2920 h 5285" name="connsiteY2"/>
                            <a:gd fmla="*/ 2365 w 5284" name="connsiteX3"/>
                            <a:gd fmla="*/ 18 h 5285" name="connsiteY3"/>
                            <a:gd fmla="*/ 5267 w 5284" name="connsiteX4"/>
                            <a:gd fmla="*/ 2365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2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7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ede20f3-28ec-4178-a746-9ef8037092db" id="2266" name="任意多边形: 形状 2265">
                          <a:extLst>
                            <a:ext uri="{FF2B5EF4-FFF2-40B4-BE49-F238E27FC236}">
                              <a16:creationId id="{F53CE6B7-9415-DEEF-7B57-99C12B8105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8981" y="2176746"/>
                          <a:ext cx="5285" cy="5284"/>
                        </a:xfrm>
                        <a:custGeom>
                          <a:avLst/>
                          <a:gdLst>
                            <a:gd fmla="*/ 5267 w 5285" name="connsiteX0"/>
                            <a:gd fmla="*/ 2365 h 5284" name="connsiteY0"/>
                            <a:gd fmla="*/ 2920 w 5285" name="connsiteX1"/>
                            <a:gd fmla="*/ 5267 h 5284" name="connsiteY1"/>
                            <a:gd fmla="*/ 18 w 5285" name="connsiteX2"/>
                            <a:gd fmla="*/ 2920 h 5284" name="connsiteY2"/>
                            <a:gd fmla="*/ 2365 w 5285" name="connsiteX3"/>
                            <a:gd fmla="*/ 18 h 5284" name="connsiteY3"/>
                            <a:gd fmla="*/ 5267 w 5285" name="connsiteX4"/>
                            <a:gd fmla="*/ 2365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85">
                              <a:moveTo>
                                <a:pt x="5267" y="2365"/>
                              </a:move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f6945377-b18d-4470-af8c-6831bd535d79" id="1470" name="图形 6643">
                        <a:extLst>
                          <a:ext uri="{FF2B5EF4-FFF2-40B4-BE49-F238E27FC236}">
                            <a16:creationId id="{54D7063F-5D17-4B6F-70FD-C7EDA27967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97942" y="2078951"/>
                        <a:ext cx="156150" cy="126277"/>
                        <a:chOff x="6697942" y="2078951"/>
                        <a:chExt cx="156150" cy="126277"/>
                      </a:xfrm>
                      <a:solidFill>
                        <a:srgbClr val="494950"/>
                      </a:solidFill>
                    </p:grpSpPr>
                    <p:sp>
                      <p:nvSpPr>
                        <p:cNvPr descr="f0ff3c3c-ad7a-4fb5-bee0-125e4ed1bb27" id="2155" name="任意多边形: 形状 2154">
                          <a:extLst>
                            <a:ext uri="{FF2B5EF4-FFF2-40B4-BE49-F238E27FC236}">
                              <a16:creationId id="{42C537C9-A4A3-3E54-AEA3-78DFA94ACB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3448" y="2140361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4346223-aa5a-42c0-99bf-b64b45d1f2ca" id="2156" name="任意多边形: 形状 2155">
                          <a:extLst>
                            <a:ext uri="{FF2B5EF4-FFF2-40B4-BE49-F238E27FC236}">
                              <a16:creationId id="{C52BA234-FB88-BCEE-7F4D-4A7C5C0687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5824" y="2147830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8eef249-4268-4cab-8c29-6d7a9c98e189" id="2157" name="任意多边形: 形状 2156">
                          <a:extLst>
                            <a:ext uri="{FF2B5EF4-FFF2-40B4-BE49-F238E27FC236}">
                              <a16:creationId id="{89126F20-44BF-2CA5-56F8-2FEFD5BE9A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3434" y="2133192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8aba6a1-0cf6-44cb-b598-fd2f4c19caa7" id="2158" name="任意多边形: 形状 2157">
                          <a:extLst>
                            <a:ext uri="{FF2B5EF4-FFF2-40B4-BE49-F238E27FC236}">
                              <a16:creationId id="{9C7BB133-603F-4211-57ED-A26CE64219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3149" y="2158797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1f3a46f-e904-4cd3-8152-f694e9b5bf1f" id="2159" name="任意多边形: 形状 2158">
                          <a:extLst>
                            <a:ext uri="{FF2B5EF4-FFF2-40B4-BE49-F238E27FC236}">
                              <a16:creationId id="{5497D984-FF2A-4918-05E7-1C8B1077C6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9907" y="2136094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3bf2573-d046-40ff-8243-6c7584cf623a" id="2160" name="任意多边形: 形状 2159">
                          <a:extLst>
                            <a:ext uri="{FF2B5EF4-FFF2-40B4-BE49-F238E27FC236}">
                              <a16:creationId id="{EE05A085-1E40-CD8F-2F2C-24A76AEF76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8256" y="2162467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8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8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9585772-e5be-4b99-aaaa-9e23276c834d" id="2161" name="任意多边形: 形状 2160">
                          <a:extLst>
                            <a:ext uri="{FF2B5EF4-FFF2-40B4-BE49-F238E27FC236}">
                              <a16:creationId id="{DD2E356D-BDCB-4E86-257C-8956FFAAA9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4900" y="2154316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6b468f7-a473-471c-81fb-8045f5edb5c3" id="2162" name="任意多边形: 形状 2161">
                          <a:extLst>
                            <a:ext uri="{FF2B5EF4-FFF2-40B4-BE49-F238E27FC236}">
                              <a16:creationId id="{320F4A78-2E56-DE51-4FDB-91A1E9A060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0661" y="2123675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8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8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f89997c-d49e-49c4-a815-71fce6df4759" id="2163" name="任意多边形: 形状 2162">
                          <a:extLst>
                            <a:ext uri="{FF2B5EF4-FFF2-40B4-BE49-F238E27FC236}">
                              <a16:creationId id="{C9BBA780-0116-8E98-13D8-9B78A4F051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3080" y="2131186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8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8"/>
                              </a:cubicBezTo>
                              <a:cubicBezTo>
                                <a:pt x="5292" y="4139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de30970-c0b2-40d5-9f78-d085fd1b7230" id="2164" name="任意多边形: 形状 2163">
                          <a:extLst>
                            <a:ext uri="{FF2B5EF4-FFF2-40B4-BE49-F238E27FC236}">
                              <a16:creationId id="{D7087DB6-E80D-34A0-B9BA-2E2150701E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0647" y="2116548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af1bea2-c3d7-41a2-9094-fd3b7ff670b4" id="2165" name="任意多边形: 形状 2164">
                          <a:extLst>
                            <a:ext uri="{FF2B5EF4-FFF2-40B4-BE49-F238E27FC236}">
                              <a16:creationId id="{E289C8F0-FA41-2276-C209-478FB611CB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0362" y="2142111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8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8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20547e0-8677-4461-8a2c-43789d4a3a47" id="2166" name="任意多边形: 形状 2165">
                          <a:extLst>
                            <a:ext uri="{FF2B5EF4-FFF2-40B4-BE49-F238E27FC236}">
                              <a16:creationId id="{20D9761B-D71A-61B5-D403-F4C63CD9A3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7120" y="2119450"/>
                          <a:ext cx="5292" cy="5291"/>
                        </a:xfrm>
                        <a:custGeom>
                          <a:avLst/>
                          <a:gdLst>
                            <a:gd fmla="*/ 0 w 5292" name="connsiteX0"/>
                            <a:gd fmla="*/ 2603 h 5291" name="connsiteY0"/>
                            <a:gd fmla="*/ 2689 w 5292" name="connsiteX1"/>
                            <a:gd fmla="*/ 0 h 5291" name="connsiteY1"/>
                            <a:gd fmla="*/ 5292 w 5292" name="connsiteX2"/>
                            <a:gd fmla="*/ 2688 h 5291" name="connsiteY2"/>
                            <a:gd fmla="*/ 2603 w 5292" name="connsiteX3"/>
                            <a:gd fmla="*/ 5292 h 5291" name="connsiteY3"/>
                            <a:gd fmla="*/ 0 w 5292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2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8"/>
                              </a:cubicBezTo>
                              <a:cubicBezTo>
                                <a:pt x="5292" y="4139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3c63a1b-c1c9-47d3-a2f4-d3d658c41818" id="2167" name="任意多边形: 形状 2166">
                          <a:extLst>
                            <a:ext uri="{FF2B5EF4-FFF2-40B4-BE49-F238E27FC236}">
                              <a16:creationId id="{9F7C1C28-E416-FD90-BCAB-5B4DB41A48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5470" y="2145824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ceafec7-dd4b-499c-a7a7-30b1599ae57d" id="2168" name="任意多边形: 形状 2167">
                          <a:extLst>
                            <a:ext uri="{FF2B5EF4-FFF2-40B4-BE49-F238E27FC236}">
                              <a16:creationId id="{E847D1E3-C0F5-3BA2-D2EF-A6DAE723E0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2113" y="2137673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5ee1179-3652-419d-b492-64077213b79f" id="2169" name="任意多边形: 形状 2168">
                          <a:extLst>
                            <a:ext uri="{FF2B5EF4-FFF2-40B4-BE49-F238E27FC236}">
                              <a16:creationId id="{0E4AF68A-7639-B963-B6E8-1CABCF3C78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9296" y="2166009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158341a-cd03-4214-b646-30de0fb7fd09" id="2170" name="任意多边形: 形状 2169">
                          <a:extLst>
                            <a:ext uri="{FF2B5EF4-FFF2-40B4-BE49-F238E27FC236}">
                              <a16:creationId id="{6F36D762-641C-348D-2115-7C821BAFE4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1714" y="2173478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ece1f29-112c-4377-ae44-1a8919f52c54" id="2171" name="任意多边形: 形状 2170">
                          <a:extLst>
                            <a:ext uri="{FF2B5EF4-FFF2-40B4-BE49-F238E27FC236}">
                              <a16:creationId id="{AA386833-224B-89FE-B694-43AFF3EC8C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9324" y="2158840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cbc9740-ef54-456c-930d-06662628b272" id="2172" name="任意多边形: 形状 2171">
                          <a:extLst>
                            <a:ext uri="{FF2B5EF4-FFF2-40B4-BE49-F238E27FC236}">
                              <a16:creationId id="{A72C42D2-96FE-C186-B877-3CF42234B6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9040" y="2184445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58ac964-0c09-4493-b145-db3b75591ecd" id="2173" name="任意多边形: 形状 2172">
                          <a:extLst>
                            <a:ext uri="{FF2B5EF4-FFF2-40B4-BE49-F238E27FC236}">
                              <a16:creationId id="{41AAD792-EE51-F1A3-AA30-B26111EE0B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5797" y="2161742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eb333b6-7ba9-4d3a-a57c-2bce94d7e5eb" id="2174" name="任意多边形: 形状 2173">
                          <a:extLst>
                            <a:ext uri="{FF2B5EF4-FFF2-40B4-BE49-F238E27FC236}">
                              <a16:creationId id="{A1C295EA-6865-C7E0-1FE2-2B6220FDE7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0705" y="2183762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d8df4c9-cb58-4a47-8f9d-9241ae02a5f6" id="2175" name="任意多边形: 形状 2174">
                          <a:extLst>
                            <a:ext uri="{FF2B5EF4-FFF2-40B4-BE49-F238E27FC236}">
                              <a16:creationId id="{338B64DC-1752-53B2-92AD-24908767A1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9539" y="2168655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8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8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eab9b10-f2bf-4e21-b4d3-5801ff40e43a" id="2176" name="任意多边形: 形状 2175">
                          <a:extLst>
                            <a:ext uri="{FF2B5EF4-FFF2-40B4-BE49-F238E27FC236}">
                              <a16:creationId id="{1E31C906-9D28-E5C0-DA51-7B4BADAFE9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6833" y="2179922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e6fb7c8-52aa-4a53-939f-1e48408ce629" id="2177" name="任意多边形: 形状 2176">
                          <a:extLst>
                            <a:ext uri="{FF2B5EF4-FFF2-40B4-BE49-F238E27FC236}">
                              <a16:creationId id="{B16BD5D4-A98D-7A58-0EBE-FD6939FD50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9252" y="2187433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39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5506cfd-3e0e-42e1-97c1-d80f6c0d879b" id="2178" name="任意多边形: 形状 2177">
                          <a:extLst>
                            <a:ext uri="{FF2B5EF4-FFF2-40B4-BE49-F238E27FC236}">
                              <a16:creationId id="{AEF5562D-2BB7-C7C2-184C-53E1227CEA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6819" y="2172795"/>
                          <a:ext cx="5292" cy="5291"/>
                        </a:xfrm>
                        <a:custGeom>
                          <a:avLst/>
                          <a:gdLst>
                            <a:gd fmla="*/ 0 w 5292" name="connsiteX0"/>
                            <a:gd fmla="*/ 2603 h 5291" name="connsiteY0"/>
                            <a:gd fmla="*/ 2689 w 5292" name="connsiteX1"/>
                            <a:gd fmla="*/ 0 h 5291" name="connsiteY1"/>
                            <a:gd fmla="*/ 5292 w 5292" name="connsiteX2"/>
                            <a:gd fmla="*/ 2688 h 5291" name="connsiteY2"/>
                            <a:gd fmla="*/ 2603 w 5292" name="connsiteX3"/>
                            <a:gd fmla="*/ 5292 h 5291" name="connsiteY3"/>
                            <a:gd fmla="*/ 0 w 5292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2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8"/>
                              </a:cubicBezTo>
                              <a:cubicBezTo>
                                <a:pt x="5292" y="4139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a756ecb-060d-4f4e-8c53-95c30d7d10b4" id="2179" name="任意多边形: 形状 2178">
                          <a:extLst>
                            <a:ext uri="{FF2B5EF4-FFF2-40B4-BE49-F238E27FC236}">
                              <a16:creationId id="{C620F660-3A58-5E39-78E0-BFBD1D202E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6534" y="2198400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39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231f7bd-13cb-4729-ab3f-119bf3f54aee" id="2180" name="任意多边形: 形状 2179">
                          <a:extLst>
                            <a:ext uri="{FF2B5EF4-FFF2-40B4-BE49-F238E27FC236}">
                              <a16:creationId id="{6FF97269-4584-6502-2312-9F47CF5FEB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3292" y="2175697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635b41d-a882-4721-8353-36c7d2304cbf" id="2181" name="任意多边形: 形状 2180">
                          <a:extLst>
                            <a:ext uri="{FF2B5EF4-FFF2-40B4-BE49-F238E27FC236}">
                              <a16:creationId id="{ECBD9406-E514-2105-E023-9B621DF41E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4033" y="2199937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39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4c5cf22-9e0c-4479-9986-b7b967a972ee" id="2182" name="任意多边形: 形状 2181">
                          <a:extLst>
                            <a:ext uri="{FF2B5EF4-FFF2-40B4-BE49-F238E27FC236}">
                              <a16:creationId id="{594F3989-6FF8-051A-7F5F-61F94D0EF5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8285" y="2193919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8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8"/>
                              </a:cubicBezTo>
                              <a:cubicBezTo>
                                <a:pt x="5292" y="4139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739351e-e41f-47fc-8de0-632eb8507359" id="2183" name="任意多边形: 形状 2182">
                          <a:extLst>
                            <a:ext uri="{FF2B5EF4-FFF2-40B4-BE49-F238E27FC236}">
                              <a16:creationId id="{1A6FF1E8-8165-EC75-5D2A-84D91A4CD9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8654" y="2100075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8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8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8f49589-a03c-4a08-80b6-ee03f642915d" id="2184" name="任意多边形: 形状 2183">
                          <a:extLst>
                            <a:ext uri="{FF2B5EF4-FFF2-40B4-BE49-F238E27FC236}">
                              <a16:creationId id="{6416AAA2-A109-BC5E-B197-3AFC523FB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1073" y="2107544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3877c9b-eda5-4275-8548-32071c6d80de" id="2185" name="任意多边形: 形状 2184">
                          <a:extLst>
                            <a:ext uri="{FF2B5EF4-FFF2-40B4-BE49-F238E27FC236}">
                              <a16:creationId id="{FEF7B805-D380-1E8C-5D2C-1C4D0E41A3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6848" y="2083560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8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8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2b9b4c8-ea89-4535-85c7-3aad0ca9503b" id="2186" name="任意多边形: 形状 2185">
                          <a:extLst>
                            <a:ext uri="{FF2B5EF4-FFF2-40B4-BE49-F238E27FC236}">
                              <a16:creationId id="{B67F6EB9-D1B5-C260-5DF0-5CBC924909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8398" y="2118511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8 w 5291" name="connsiteX1"/>
                            <a:gd fmla="*/ 0 h 5291" name="connsiteY1"/>
                            <a:gd fmla="*/ 5292 w 5291" name="connsiteX2"/>
                            <a:gd fmla="*/ 2688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8" y="0"/>
                              </a:cubicBezTo>
                              <a:cubicBezTo>
                                <a:pt x="4139" y="0"/>
                                <a:pt x="5292" y="1238"/>
                                <a:pt x="5292" y="2688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c2e7a26-916f-4348-87e1-bd514c87a845" id="2187" name="任意多边形: 形状 2186">
                          <a:extLst>
                            <a:ext uri="{FF2B5EF4-FFF2-40B4-BE49-F238E27FC236}">
                              <a16:creationId id="{5117460E-0C28-E08B-1A08-EDD1A2D39A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5156" y="2095808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5b3fab1-7ac7-434a-badc-5b08efb2fb82" id="2188" name="任意多边形: 形状 2187">
                          <a:extLst>
                            <a:ext uri="{FF2B5EF4-FFF2-40B4-BE49-F238E27FC236}">
                              <a16:creationId id="{B22DB473-63A1-84DF-CBAB-DCC28AEF82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3505" y="2122224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4067797-7352-4392-9130-ea44e52f62d6" id="2189" name="任意多边形: 形状 2188">
                          <a:extLst>
                            <a:ext uri="{FF2B5EF4-FFF2-40B4-BE49-F238E27FC236}">
                              <a16:creationId id="{55649E94-5001-0F20-A45E-24A188F380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0149" y="2114030"/>
                          <a:ext cx="5292" cy="5291"/>
                        </a:xfrm>
                        <a:custGeom>
                          <a:avLst/>
                          <a:gdLst>
                            <a:gd fmla="*/ 0 w 5292" name="connsiteX0"/>
                            <a:gd fmla="*/ 2603 h 5291" name="connsiteY0"/>
                            <a:gd fmla="*/ 2689 w 5292" name="connsiteX1"/>
                            <a:gd fmla="*/ 0 h 5291" name="connsiteY1"/>
                            <a:gd fmla="*/ 5292 w 5292" name="connsiteX2"/>
                            <a:gd fmla="*/ 2689 h 5291" name="connsiteY2"/>
                            <a:gd fmla="*/ 2603 w 5292" name="connsiteX3"/>
                            <a:gd fmla="*/ 5292 h 5291" name="connsiteY3"/>
                            <a:gd fmla="*/ 0 w 5292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2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52e46ab-4bd4-4c70-a077-3334ba447259" id="2190" name="任意多边形: 形状 2189">
                          <a:extLst>
                            <a:ext uri="{FF2B5EF4-FFF2-40B4-BE49-F238E27FC236}">
                              <a16:creationId id="{FAECCFDA-DA9D-C13C-35FF-894451A96C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7306" y="2139038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8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8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d851231-912c-4fb3-9740-cb079f8d0c19" id="2191" name="任意多边形: 形状 2190">
                          <a:extLst>
                            <a:ext uri="{FF2B5EF4-FFF2-40B4-BE49-F238E27FC236}">
                              <a16:creationId id="{8977DAE3-116C-D75B-0BCA-872D0B5A4D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9724" y="2146507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8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8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bd8d50e-e45b-4808-98e3-0ad7689193b2" id="2192" name="任意多边形: 形状 2191">
                          <a:extLst>
                            <a:ext uri="{FF2B5EF4-FFF2-40B4-BE49-F238E27FC236}">
                              <a16:creationId id="{2B77CB2A-7821-C157-9315-6F81324176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7335" y="2131869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0a14d50-5ef1-4717-85d1-a94c2702022d" id="2193" name="任意多边形: 形状 2192">
                          <a:extLst>
                            <a:ext uri="{FF2B5EF4-FFF2-40B4-BE49-F238E27FC236}">
                              <a16:creationId id="{2FB5F053-FFAE-18FF-CC78-82DF83009C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4546" y="2151414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8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8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7d6bda7-cc04-4e8c-b93b-4a99cf2edd28" id="2194" name="任意多边形: 形状 2193">
                          <a:extLst>
                            <a:ext uri="{FF2B5EF4-FFF2-40B4-BE49-F238E27FC236}">
                              <a16:creationId id="{FA8FD2DD-37CD-FBBE-A2A2-74E67954B4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0194" y="2117658"/>
                          <a:ext cx="5292" cy="5291"/>
                        </a:xfrm>
                        <a:custGeom>
                          <a:avLst/>
                          <a:gdLst>
                            <a:gd fmla="*/ 0 w 5292" name="connsiteX0"/>
                            <a:gd fmla="*/ 2603 h 5291" name="connsiteY0"/>
                            <a:gd fmla="*/ 2689 w 5292" name="connsiteX1"/>
                            <a:gd fmla="*/ 0 h 5291" name="connsiteY1"/>
                            <a:gd fmla="*/ 5292 w 5292" name="connsiteX2"/>
                            <a:gd fmla="*/ 2689 h 5291" name="connsiteY2"/>
                            <a:gd fmla="*/ 2603 w 5292" name="connsiteX3"/>
                            <a:gd fmla="*/ 5292 h 5291" name="connsiteY3"/>
                            <a:gd fmla="*/ 0 w 5292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2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bc4a105-9efa-4950-80e1-1b157da5ba08" id="2195" name="任意多边形: 形状 2194">
                          <a:extLst>
                            <a:ext uri="{FF2B5EF4-FFF2-40B4-BE49-F238E27FC236}">
                              <a16:creationId id="{82756CD7-6270-5431-5470-CE3F8BD213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2114" y="2161187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8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8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36eb74f-8f66-414e-8026-c2556d1c9f13" id="2196" name="任意多边形: 形状 2195">
                          <a:extLst>
                            <a:ext uri="{FF2B5EF4-FFF2-40B4-BE49-F238E27FC236}">
                              <a16:creationId id="{1231FFF1-AA07-B40E-71D6-59E1B459C5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8801" y="2152993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7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1dac5fd-d60c-4321-a006-6d1ced66b5cf" id="2197" name="任意多边形: 形状 2196">
                          <a:extLst>
                            <a:ext uri="{FF2B5EF4-FFF2-40B4-BE49-F238E27FC236}">
                              <a16:creationId id="{732ECDE5-C2FB-3A4B-E3FB-E82F64725F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8300" y="2098070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906309a-40b2-45d3-a940-61591dfffce3" id="2198" name="任意多边形: 形状 2197">
                          <a:extLst>
                            <a:ext uri="{FF2B5EF4-FFF2-40B4-BE49-F238E27FC236}">
                              <a16:creationId id="{9F778768-BA57-421C-FF79-D51DB2D0FB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2156" y="2093759"/>
                          <a:ext cx="5292" cy="5291"/>
                        </a:xfrm>
                        <a:custGeom>
                          <a:avLst/>
                          <a:gdLst>
                            <a:gd fmla="*/ 0 w 5292" name="connsiteX0"/>
                            <a:gd fmla="*/ 2603 h 5291" name="connsiteY0"/>
                            <a:gd fmla="*/ 2689 w 5292" name="connsiteX1"/>
                            <a:gd fmla="*/ 0 h 5291" name="connsiteY1"/>
                            <a:gd fmla="*/ 5292 w 5292" name="connsiteX2"/>
                            <a:gd fmla="*/ 2689 h 5291" name="connsiteY2"/>
                            <a:gd fmla="*/ 2603 w 5292" name="connsiteX3"/>
                            <a:gd fmla="*/ 5292 h 5291" name="connsiteY3"/>
                            <a:gd fmla="*/ 0 w 5292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2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e7e2255-0f42-486c-9eb0-8363dc0933ed" id="2199" name="任意多边形: 形状 2198">
                          <a:extLst>
                            <a:ext uri="{FF2B5EF4-FFF2-40B4-BE49-F238E27FC236}">
                              <a16:creationId id="{3ED1E6A8-58F6-7884-172B-49DC3B5069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7975" y="2091540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9115a81-e896-46d3-b58a-4e9eed0f8885" id="2200" name="任意多边形: 形状 2199">
                          <a:extLst>
                            <a:ext uri="{FF2B5EF4-FFF2-40B4-BE49-F238E27FC236}">
                              <a16:creationId id="{DCD9C812-4D6D-F73D-C606-67E80B4D26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9438" y="2104727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09b30db-0a6a-42c6-b7ab-33532163d6d3" id="2201" name="任意多边形: 形状 2200">
                          <a:extLst>
                            <a:ext uri="{FF2B5EF4-FFF2-40B4-BE49-F238E27FC236}">
                              <a16:creationId id="{7719324B-07EE-FD34-1B83-5DF9BBD205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9865" y="2078951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8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8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2e9dcab-603b-47c6-af5c-19492a5be15d" id="2202" name="任意多边形: 形状 2201">
                          <a:extLst>
                            <a:ext uri="{FF2B5EF4-FFF2-40B4-BE49-F238E27FC236}">
                              <a16:creationId id="{4172E137-02AE-5184-E15E-FE67C37682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4546" y="2108397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8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8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5ee2c63-a74c-4471-8023-c668811f2d33" id="2203" name="任意多边形: 形状 2202">
                          <a:extLst>
                            <a:ext uri="{FF2B5EF4-FFF2-40B4-BE49-F238E27FC236}">
                              <a16:creationId id="{538F55F3-3CC5-8923-9507-F9E688F1CF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2910" y="2124358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253b202-a407-4868-ac86-68495315020e" id="2204" name="任意多边形: 形状 2203">
                          <a:extLst>
                            <a:ext uri="{FF2B5EF4-FFF2-40B4-BE49-F238E27FC236}">
                              <a16:creationId id="{BEDC7499-D82E-077C-A397-BD0066F142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8923" y="2109379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8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8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eb401ed-66d3-424e-a3ad-b5ed7909fe18" id="2205" name="任意多边形: 形状 2204">
                          <a:extLst>
                            <a:ext uri="{FF2B5EF4-FFF2-40B4-BE49-F238E27FC236}">
                              <a16:creationId id="{D9E698D0-927C-F323-525B-B527948E19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8411" y="2141812"/>
                          <a:ext cx="5292" cy="5291"/>
                        </a:xfrm>
                        <a:custGeom>
                          <a:avLst/>
                          <a:gdLst>
                            <a:gd fmla="*/ 0 w 5292" name="connsiteX0"/>
                            <a:gd fmla="*/ 2603 h 5291" name="connsiteY0"/>
                            <a:gd fmla="*/ 2689 w 5292" name="connsiteX1"/>
                            <a:gd fmla="*/ 0 h 5291" name="connsiteY1"/>
                            <a:gd fmla="*/ 5292 w 5292" name="connsiteX2"/>
                            <a:gd fmla="*/ 2689 h 5291" name="connsiteY2"/>
                            <a:gd fmla="*/ 2603 w 5292" name="connsiteX3"/>
                            <a:gd fmla="*/ 5292 h 5291" name="connsiteY3"/>
                            <a:gd fmla="*/ 0 w 5292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2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c058ef6-ae36-4746-b42e-76ff49a0f768" id="2206" name="任意多边形: 形状 2205">
                          <a:extLst>
                            <a:ext uri="{FF2B5EF4-FFF2-40B4-BE49-F238E27FC236}">
                              <a16:creationId id="{A20F9EDB-EF14-6519-0BAF-057F98BABA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3334" y="2110659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480fca5-01f2-4d87-9af2-741766785729" id="2207" name="任意多边形: 形状 2206">
                          <a:extLst>
                            <a:ext uri="{FF2B5EF4-FFF2-40B4-BE49-F238E27FC236}">
                              <a16:creationId id="{A49AFB86-F915-6D6C-5C18-988EE3FDEE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7103" y="2169850"/>
                          <a:ext cx="5292" cy="5291"/>
                        </a:xfrm>
                        <a:custGeom>
                          <a:avLst/>
                          <a:gdLst>
                            <a:gd fmla="*/ 0 w 5292" name="connsiteX0"/>
                            <a:gd fmla="*/ 2603 h 5291" name="connsiteY0"/>
                            <a:gd fmla="*/ 2689 w 5292" name="connsiteX1"/>
                            <a:gd fmla="*/ 0 h 5291" name="connsiteY1"/>
                            <a:gd fmla="*/ 5292 w 5292" name="connsiteX2"/>
                            <a:gd fmla="*/ 2688 h 5291" name="connsiteY2"/>
                            <a:gd fmla="*/ 2603 w 5292" name="connsiteX3"/>
                            <a:gd fmla="*/ 5292 h 5291" name="connsiteY3"/>
                            <a:gd fmla="*/ 0 w 5292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2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8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fb95088-c3ce-4347-ad96-103cac0f1382" id="2208" name="任意多边形: 形状 2207">
                          <a:extLst>
                            <a:ext uri="{FF2B5EF4-FFF2-40B4-BE49-F238E27FC236}">
                              <a16:creationId id="{6D176564-1B84-7116-0B32-2FA239796F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2451" y="2130076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39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f2ad5c8-ed0f-4f96-b0e2-5779c38edf38" id="2209" name="任意多边形: 形状 2208">
                          <a:extLst>
                            <a:ext uri="{FF2B5EF4-FFF2-40B4-BE49-F238E27FC236}">
                              <a16:creationId id="{D2DC82E8-281B-AA13-A953-56E6DFAE78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7942" y="2169509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75dd9e2-5ac0-4c65-a4b1-40766a2c720e" id="2210" name="任意多边形: 形状 2209">
                          <a:extLst>
                            <a:ext uri="{FF2B5EF4-FFF2-40B4-BE49-F238E27FC236}">
                              <a16:creationId id="{DF3AB383-2626-B889-E120-68E69DEE11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7444" y="2148299"/>
                          <a:ext cx="5291" cy="5291"/>
                        </a:xfrm>
                        <a:custGeom>
                          <a:avLst/>
                          <a:gdLst>
                            <a:gd fmla="*/ 0 w 5291" name="connsiteX0"/>
                            <a:gd fmla="*/ 2603 h 5291" name="connsiteY0"/>
                            <a:gd fmla="*/ 2689 w 5291" name="connsiteX1"/>
                            <a:gd fmla="*/ 0 h 5291" name="connsiteY1"/>
                            <a:gd fmla="*/ 5292 w 5291" name="connsiteX2"/>
                            <a:gd fmla="*/ 2689 h 5291" name="connsiteY2"/>
                            <a:gd fmla="*/ 2603 w 5291" name="connsiteX3"/>
                            <a:gd fmla="*/ 5292 h 5291" name="connsiteY3"/>
                            <a:gd fmla="*/ 0 w 5291" name="connsiteX4"/>
                            <a:gd fmla="*/ 2603 h 529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1" w="5291">
                              <a:moveTo>
                                <a:pt x="0" y="2603"/>
                              </a:moveTo>
                              <a:cubicBezTo>
                                <a:pt x="0" y="1152"/>
                                <a:pt x="1238" y="0"/>
                                <a:pt x="2689" y="0"/>
                              </a:cubicBezTo>
                              <a:cubicBezTo>
                                <a:pt x="4140" y="0"/>
                                <a:pt x="5292" y="1238"/>
                                <a:pt x="5292" y="2689"/>
                              </a:cubicBezTo>
                              <a:cubicBezTo>
                                <a:pt x="5292" y="4140"/>
                                <a:pt x="4054" y="5292"/>
                                <a:pt x="2603" y="5292"/>
                              </a:cubicBezTo>
                              <a:cubicBezTo>
                                <a:pt x="1152" y="5292"/>
                                <a:pt x="0" y="4054"/>
                                <a:pt x="0" y="26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c8ec24c1-0663-467c-8873-c3edb12fdb22" id="1471" name="图形 6643">
                        <a:extLst>
                          <a:ext uri="{FF2B5EF4-FFF2-40B4-BE49-F238E27FC236}">
                            <a16:creationId id="{23498E34-E145-60DE-FE52-B85CCCF5AE9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712615" y="2016851"/>
                        <a:ext cx="124840" cy="155609"/>
                        <a:chOff x="6712615" y="2016851"/>
                        <a:chExt cx="124840" cy="155609"/>
                      </a:xfrm>
                      <a:solidFill>
                        <a:srgbClr val="494950"/>
                      </a:solidFill>
                    </p:grpSpPr>
                    <p:sp>
                      <p:nvSpPr>
                        <p:cNvPr descr="5e5e9328-4f51-4817-9512-204a4420af92" id="2099" name="任意多边形: 形状 2098">
                          <a:extLst>
                            <a:ext uri="{FF2B5EF4-FFF2-40B4-BE49-F238E27FC236}">
                              <a16:creationId id="{A216B0A3-4773-C6A1-CB36-42F41E90FA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4424" y="2125674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963a037-821d-4bfa-b366-d359c887656e" id="2100" name="任意多边形: 形状 2099">
                          <a:extLst>
                            <a:ext uri="{FF2B5EF4-FFF2-40B4-BE49-F238E27FC236}">
                              <a16:creationId id="{14511716-B02F-AAB1-3258-779B060ED8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4708" y="2115432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e115e23-ec9b-4480-99ba-2623e04560a6" id="2101" name="任意多边形: 形状 2100">
                          <a:extLst>
                            <a:ext uri="{FF2B5EF4-FFF2-40B4-BE49-F238E27FC236}">
                              <a16:creationId id="{06C79995-BD4F-DB90-76C9-AABA5C370E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9943" y="2114237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4817f39-442e-492c-b2e8-6542f2a04e01" id="2102" name="任意多边形: 形状 2101">
                          <a:extLst>
                            <a:ext uri="{FF2B5EF4-FFF2-40B4-BE49-F238E27FC236}">
                              <a16:creationId id="{1E85A37C-70FB-FF1A-9879-3236EFC408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2262" y="2130411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45db61c-cb02-4e0f-ad60-0559a5dd3b09" id="2103" name="任意多边形: 形状 2102">
                          <a:extLst>
                            <a:ext uri="{FF2B5EF4-FFF2-40B4-BE49-F238E27FC236}">
                              <a16:creationId id="{9F3C60A8-C9B1-7870-D4B9-610CC7D8A4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6728" y="2098959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1030ca6-70c7-4bdb-b864-4709cbf5fdc0" id="2104" name="任意多边形: 形状 2103">
                          <a:extLst>
                            <a:ext uri="{FF2B5EF4-FFF2-40B4-BE49-F238E27FC236}">
                              <a16:creationId id="{66AE7A9A-15C5-0CDB-B818-31DF3EC39F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9517" y="2116669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ab1acc6-ad0a-45db-a8dd-a768be839249" id="2105" name="任意多边形: 形状 2104">
                          <a:extLst>
                            <a:ext uri="{FF2B5EF4-FFF2-40B4-BE49-F238E27FC236}">
                              <a16:creationId id="{86131A5A-A7F0-FD00-2C80-3C61DCF50D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5634" y="2098532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1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1511f42-f848-436d-a368-9293c65bbd17" id="2106" name="任意多边形: 形状 2105">
                          <a:extLst>
                            <a:ext uri="{FF2B5EF4-FFF2-40B4-BE49-F238E27FC236}">
                              <a16:creationId id="{7FE55168-5C51-8B04-CFC7-5CC579A1B6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7297" y="2085516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ce2c2fb-3c7a-440a-bd4a-f2347f5e9518" id="2107" name="任意多边形: 形状 2106">
                          <a:extLst>
                            <a:ext uri="{FF2B5EF4-FFF2-40B4-BE49-F238E27FC236}">
                              <a16:creationId id="{67807B4A-6FD9-1835-AA41-A32E09C037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7582" y="2075274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a676bce-ebef-485b-b7d8-4682a28c6da3" id="2108" name="任意多边形: 形状 2107">
                          <a:extLst>
                            <a:ext uri="{FF2B5EF4-FFF2-40B4-BE49-F238E27FC236}">
                              <a16:creationId id="{C606403C-6C3E-ED59-DB71-DE271598FC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2816" y="2074079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1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78c2ba5-21bf-4846-97c3-e0dd47004bdf" id="2109" name="任意多边形: 形状 2108">
                          <a:extLst>
                            <a:ext uri="{FF2B5EF4-FFF2-40B4-BE49-F238E27FC236}">
                              <a16:creationId id="{16822C2B-61A4-401E-0B58-64202D8D8D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5135" y="2090253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b22fa86-70a7-488f-a022-c4ed5bc966cd" id="2110" name="任意多边形: 形状 2109">
                          <a:extLst>
                            <a:ext uri="{FF2B5EF4-FFF2-40B4-BE49-F238E27FC236}">
                              <a16:creationId id="{430B7DC0-BBF1-4C83-E066-F920F82551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9601" y="2058801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3b260c0-7abd-4eb2-80ba-5cf43a8646bc" id="2111" name="任意多边形: 形状 2110">
                          <a:extLst>
                            <a:ext uri="{FF2B5EF4-FFF2-40B4-BE49-F238E27FC236}">
                              <a16:creationId id="{268A7B2B-E93F-05E8-58CF-88519C866C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2390" y="2076512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1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a92d690-1386-401b-a466-ab78b5b117d1" id="2112" name="任意多边形: 形状 2111">
                          <a:extLst>
                            <a:ext uri="{FF2B5EF4-FFF2-40B4-BE49-F238E27FC236}">
                              <a16:creationId id="{578CE6C8-E60A-EEF1-34CB-B21AA55401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8507" y="2058374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0207e86-31a9-4905-9e3e-e723712571bb" id="2113" name="任意多边形: 形状 2112">
                          <a:extLst>
                            <a:ext uri="{FF2B5EF4-FFF2-40B4-BE49-F238E27FC236}">
                              <a16:creationId id="{40D42633-08C2-AC2E-0FF7-15BA9DA46E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8052" y="2097081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3967547-8038-4fcf-a08d-e63286d1975a" id="2114" name="任意多边形: 形状 2113">
                          <a:extLst>
                            <a:ext uri="{FF2B5EF4-FFF2-40B4-BE49-F238E27FC236}">
                              <a16:creationId id="{A6B14298-C959-DEFC-5FA4-C8CC4471E5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8337" y="2086882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e736583-eb4c-4f81-944e-99cfd4c33bf3" id="2115" name="任意多边形: 形状 2114">
                          <a:extLst>
                            <a:ext uri="{FF2B5EF4-FFF2-40B4-BE49-F238E27FC236}">
                              <a16:creationId id="{E806670C-7D45-AD0F-AF6B-BF60824176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3528" y="2085644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9945caf-493b-4252-9806-327e2720e74d" id="2116" name="任意多边形: 形状 2115">
                          <a:extLst>
                            <a:ext uri="{FF2B5EF4-FFF2-40B4-BE49-F238E27FC236}">
                              <a16:creationId id="{AFFFECD5-3D71-BC9B-25C7-115B953A68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5891" y="2101861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5fb9f11-8794-4445-beb2-0b5266006353" id="2117" name="任意多边形: 形状 2116">
                          <a:extLst>
                            <a:ext uri="{FF2B5EF4-FFF2-40B4-BE49-F238E27FC236}">
                              <a16:creationId id="{D89A2BBD-195F-9CC3-2865-519EC45352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0357" y="2070366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37fb676-f171-44b7-b126-d6d92a8baf5a" id="2118" name="任意多边形: 形状 2117">
                          <a:extLst>
                            <a:ext uri="{FF2B5EF4-FFF2-40B4-BE49-F238E27FC236}">
                              <a16:creationId id="{9FE36A1F-D7A0-FC3D-58A8-3EC183895E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2889" y="2070921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49cc55f-20f5-42a0-89fb-043e7aaf260b" id="2119" name="任意多边形: 形状 2118">
                          <a:extLst>
                            <a:ext uri="{FF2B5EF4-FFF2-40B4-BE49-F238E27FC236}">
                              <a16:creationId id="{495B0877-99B9-C3DE-CDC3-827C22AC53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0385" y="2058673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1314bad-300e-47b4-a68d-be653e1432f3" id="2120" name="任意多边形: 形状 2119">
                          <a:extLst>
                            <a:ext uri="{FF2B5EF4-FFF2-40B4-BE49-F238E27FC236}">
                              <a16:creationId id="{C6E5C125-184B-9267-FB0F-2125E645E3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1253" y="2141677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349fb33-7784-4e43-a867-d4ccaf59c078" id="2121" name="任意多边形: 形状 2120">
                          <a:extLst>
                            <a:ext uri="{FF2B5EF4-FFF2-40B4-BE49-F238E27FC236}">
                              <a16:creationId id="{03CA3D5C-FA04-3687-D0A7-5C5F090768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1538" y="2131435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c944c3c-9d17-46e6-bf16-ddf9a1166ad0" id="2122" name="任意多边形: 形状 2121">
                          <a:extLst>
                            <a:ext uri="{FF2B5EF4-FFF2-40B4-BE49-F238E27FC236}">
                              <a16:creationId id="{6B0B27C3-5BF9-5B66-4E6B-288DB19137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6729" y="2130240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768e0c4-4d8d-4b14-8454-e52c259518be" id="2123" name="任意多边形: 形状 2122">
                          <a:extLst>
                            <a:ext uri="{FF2B5EF4-FFF2-40B4-BE49-F238E27FC236}">
                              <a16:creationId id="{F528AA1E-84C2-F9AF-5ED7-23B4065C60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9091" y="2146414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e123c78-2401-4a7b-8744-8e4d173aa7be" id="2124" name="任意多边形: 形状 2123">
                          <a:extLst>
                            <a:ext uri="{FF2B5EF4-FFF2-40B4-BE49-F238E27FC236}">
                              <a16:creationId id="{97CAE2D2-C29F-3BB8-7E58-A5E18FA39C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3557" y="2114962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06149dc-d752-4790-afbf-50fa28cd3ecc" id="2125" name="任意多边形: 形状 2124">
                          <a:extLst>
                            <a:ext uri="{FF2B5EF4-FFF2-40B4-BE49-F238E27FC236}">
                              <a16:creationId id="{DF4A3029-05D6-DF53-0FB9-BADA41F4D1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2150" y="2100709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1b5c3e8-6ea4-4ca5-8d72-ef3d4c8d7bdb" id="2126" name="任意多边形: 形状 2125">
                          <a:extLst>
                            <a:ext uri="{FF2B5EF4-FFF2-40B4-BE49-F238E27FC236}">
                              <a16:creationId id="{1A0B8F4C-B75F-B92F-50D4-D38EACE5FA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2463" y="2114536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18a4186-93dd-4808-940d-1aebafef49c4" id="2127" name="任意多边形: 形状 2126">
                          <a:extLst>
                            <a:ext uri="{FF2B5EF4-FFF2-40B4-BE49-F238E27FC236}">
                              <a16:creationId id="{9B817FA7-70FA-B799-C9E4-16120879ED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6656" y="2110823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1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f1835e6-c1b7-43f4-991f-966e27232cf7" id="2128" name="任意多边形: 形状 2127">
                          <a:extLst>
                            <a:ext uri="{FF2B5EF4-FFF2-40B4-BE49-F238E27FC236}">
                              <a16:creationId id="{B7EF38DC-18B1-62D5-7229-834CFC0EC5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6941" y="2100581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a61af56-898c-4486-be0e-618b9d91694c" id="2129" name="任意多边形: 形状 2128">
                          <a:extLst>
                            <a:ext uri="{FF2B5EF4-FFF2-40B4-BE49-F238E27FC236}">
                              <a16:creationId id="{5ACB0DC9-CE27-A82E-D675-DDE65B75AF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2615" y="2098874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b999414-d6ed-4270-af27-3785283a2b0f" id="2130" name="任意多边形: 形状 2129">
                          <a:extLst>
                            <a:ext uri="{FF2B5EF4-FFF2-40B4-BE49-F238E27FC236}">
                              <a16:creationId id="{04199E27-AD81-9E67-C2A5-7258121508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4451" y="2115560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4bae727-1148-467d-8bef-d341dbd6af8c" id="2131" name="任意多边形: 形状 2130">
                          <a:extLst>
                            <a:ext uri="{FF2B5EF4-FFF2-40B4-BE49-F238E27FC236}">
                              <a16:creationId id="{DC34C141-541A-0CBD-A7CB-65448A87AD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8960" y="2084108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ac31f9e-ce8b-461d-b126-6471d7a887b4" id="2132" name="任意多边形: 形状 2131">
                          <a:extLst>
                            <a:ext uri="{FF2B5EF4-FFF2-40B4-BE49-F238E27FC236}">
                              <a16:creationId id="{7BA95932-8152-E01E-6904-EEF40DB867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1706" y="2101818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f5a66c6-5f31-4608-9416-8f06a4a699f1" id="2133" name="任意多边形: 形状 2132">
                          <a:extLst>
                            <a:ext uri="{FF2B5EF4-FFF2-40B4-BE49-F238E27FC236}">
                              <a16:creationId id="{B187D95F-4F5B-CF80-2B63-30E8391901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7823" y="2083681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751c545-67c4-44cf-9e37-5e76f17d5ad6" id="2134" name="任意多边形: 形状 2133">
                          <a:extLst>
                            <a:ext uri="{FF2B5EF4-FFF2-40B4-BE49-F238E27FC236}">
                              <a16:creationId id="{87FAC9A4-45FF-1DA7-40EF-68A7FBE081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3542" y="2043950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bb18d57-b33b-47b4-bd34-1c519738a0d9" id="2135" name="任意多边形: 形状 2134">
                          <a:extLst>
                            <a:ext uri="{FF2B5EF4-FFF2-40B4-BE49-F238E27FC236}">
                              <a16:creationId id="{943F7F8F-466F-E63F-DB89-10D47D47D1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3827" y="2033750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f0154ea-cac5-42f8-b0b4-9f81e0764460" id="2136" name="任意多边形: 形状 2135">
                          <a:extLst>
                            <a:ext uri="{FF2B5EF4-FFF2-40B4-BE49-F238E27FC236}">
                              <a16:creationId id="{C92307FD-1407-580C-1B26-B87ABBDC54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9019" y="2032513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5db94fb-1f6e-41d3-bf20-06f679d7f01b" id="2137" name="任意多边形: 形状 2136">
                          <a:extLst>
                            <a:ext uri="{FF2B5EF4-FFF2-40B4-BE49-F238E27FC236}">
                              <a16:creationId id="{E922AB40-2326-A8E8-3025-B0E6C5BF21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2419" y="2059356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4613187-849b-48bb-a754-2beac3a4d0fb" id="2138" name="任意多边形: 形状 2137">
                          <a:extLst>
                            <a:ext uri="{FF2B5EF4-FFF2-40B4-BE49-F238E27FC236}">
                              <a16:creationId id="{5DA3AFBA-9798-E070-EB02-6C971E105A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5917" y="2026282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001aee2-36f3-43bb-8192-c9380530af77" id="2139" name="任意多边形: 形状 2138">
                          <a:extLst>
                            <a:ext uri="{FF2B5EF4-FFF2-40B4-BE49-F238E27FC236}">
                              <a16:creationId id="{63B5DA01-AFA3-5266-DD7B-AFBA059D3F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8593" y="2034988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fd850a2-905b-45a5-b0ae-7329a3b139de" id="2140" name="任意多边形: 形状 2139">
                          <a:extLst>
                            <a:ext uri="{FF2B5EF4-FFF2-40B4-BE49-F238E27FC236}">
                              <a16:creationId id="{B44BE5A1-5077-E3C4-0F61-5145D2DA64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4710" y="2016851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98f949a-6582-46d4-bfa2-94b649b1d843" id="2141" name="任意多边形: 形状 2140">
                          <a:extLst>
                            <a:ext uri="{FF2B5EF4-FFF2-40B4-BE49-F238E27FC236}">
                              <a16:creationId id="{D7FC24DB-736C-7F81-87A5-BCA4FEB4AA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4295" y="2071860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e4ca37b-149f-4bac-a62d-c2b3e8ec28ec" id="2142" name="任意多边形: 形状 2141">
                          <a:extLst>
                            <a:ext uri="{FF2B5EF4-FFF2-40B4-BE49-F238E27FC236}">
                              <a16:creationId id="{DD456EDA-A6DA-7EF8-8369-0C3F2899DD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5916" y="2047705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d1055e7-ad35-48b6-bb8d-9446bc6a308c" id="2143" name="任意多边形: 形状 2142">
                          <a:extLst>
                            <a:ext uri="{FF2B5EF4-FFF2-40B4-BE49-F238E27FC236}">
                              <a16:creationId id="{7F7BEB02-0349-76D5-C02A-1969F09944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0056" y="2022100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ed39403-1eba-42a0-9c2e-ed8292da43be" id="2144" name="任意多边形: 形状 2143">
                          <a:extLst>
                            <a:ext uri="{FF2B5EF4-FFF2-40B4-BE49-F238E27FC236}">
                              <a16:creationId id="{BC45C737-8640-53AB-7752-1958225C2F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3470" y="2062684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1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2fd59fd-41b8-4238-9d33-fb2224b0aaa7" id="2145" name="任意多边形: 形状 2144">
                          <a:extLst>
                            <a:ext uri="{FF2B5EF4-FFF2-40B4-BE49-F238E27FC236}">
                              <a16:creationId id="{32C2AB48-8C7A-FF47-DB39-AC0565E351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8590" y="2056027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9ac9904-a868-4c59-8f24-3e64a26795d8" id="2146" name="任意多边形: 形状 2145">
                          <a:extLst>
                            <a:ext uri="{FF2B5EF4-FFF2-40B4-BE49-F238E27FC236}">
                              <a16:creationId id="{C6791CE6-8A03-45DE-E479-E42C28FB89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0725" y="2048900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d6c44ff-d2da-4804-a7c2-84ada78afd98" id="2147" name="任意多边形: 形状 2146">
                          <a:extLst>
                            <a:ext uri="{FF2B5EF4-FFF2-40B4-BE49-F238E27FC236}">
                              <a16:creationId id="{04B105A9-CD54-FF25-1D50-A87889A04D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8222" y="2044675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87c8f79-096e-4751-b11d-3d26b15d7a08" id="2148" name="任意多边形: 形状 2147">
                          <a:extLst>
                            <a:ext uri="{FF2B5EF4-FFF2-40B4-BE49-F238E27FC236}">
                              <a16:creationId id="{D6AA91F4-E155-00EF-BE12-6386143018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6016" y="2151621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57aa5c8-a202-413d-9780-3e9f48d2b935" id="2149" name="任意多边形: 形状 2148">
                          <a:extLst>
                            <a:ext uri="{FF2B5EF4-FFF2-40B4-BE49-F238E27FC236}">
                              <a16:creationId id="{C71FA4A7-E78B-689A-BE40-7D2D07056B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7339" y="2159985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1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cd61f86-50a4-41f8-a38a-0d001849a83f" id="2150" name="任意多边形: 形状 2149">
                          <a:extLst>
                            <a:ext uri="{FF2B5EF4-FFF2-40B4-BE49-F238E27FC236}">
                              <a16:creationId id="{2C811856-C599-561C-F5D3-0FD7F8D533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3185" y="2128235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2af5877-e523-4f4e-8873-54c6def48561" id="2151" name="任意多边形: 形状 2150">
                          <a:extLst>
                            <a:ext uri="{FF2B5EF4-FFF2-40B4-BE49-F238E27FC236}">
                              <a16:creationId id="{77A7E03E-F8DD-BD5A-7662-3275FB32BA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9090" y="2148634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1" y="4829"/>
                                <a:pt x="-292" y="3378"/>
                                <a:pt x="92" y="1970"/>
                              </a:cubicBezTo>
                              <a:cubicBezTo>
                                <a:pt x="476" y="561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4f69ff4-b86a-43e1-b09e-bc85336cea09" id="2152" name="任意多边形: 形状 2151">
                          <a:extLst>
                            <a:ext uri="{FF2B5EF4-FFF2-40B4-BE49-F238E27FC236}">
                              <a16:creationId id="{C533BBFB-CBD1-24F0-DE92-86B4E0DA53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9359" y="2143512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1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01e792a-6aee-4c3a-815f-8803cf0fcb9d" id="2153" name="任意多边形: 形状 2152">
                          <a:extLst>
                            <a:ext uri="{FF2B5EF4-FFF2-40B4-BE49-F238E27FC236}">
                              <a16:creationId id="{3ECDC2DD-8481-BC90-4451-60D9C582A7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4140" y="2167155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6 w 5305" name="connsiteX2"/>
                            <a:gd fmla="*/ 92 h 5305" name="connsiteY2"/>
                            <a:gd fmla="*/ 5213 w 5305" name="connsiteX3"/>
                            <a:gd fmla="*/ 3336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2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6" y="92"/>
                              </a:cubicBezTo>
                              <a:cubicBezTo>
                                <a:pt x="4744" y="476"/>
                                <a:pt x="5597" y="1927"/>
                                <a:pt x="5213" y="3336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77c837a-9c3c-4869-93b1-a8393b7f33a3" id="2154" name="任意多边形: 形状 2153">
                          <a:extLst>
                            <a:ext uri="{FF2B5EF4-FFF2-40B4-BE49-F238E27FC236}">
                              <a16:creationId id="{9E2B8AFC-315C-DBBF-8AD1-89E8625251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8264" y="2143086"/>
                          <a:ext cx="5305" cy="5305"/>
                        </a:xfrm>
                        <a:custGeom>
                          <a:avLst/>
                          <a:gdLst>
                            <a:gd fmla="*/ 1970 w 5305" name="connsiteX0"/>
                            <a:gd fmla="*/ 5213 h 5305" name="connsiteY0"/>
                            <a:gd fmla="*/ 92 w 5305" name="connsiteX1"/>
                            <a:gd fmla="*/ 1970 h 5305" name="connsiteY1"/>
                            <a:gd fmla="*/ 3335 w 5305" name="connsiteX2"/>
                            <a:gd fmla="*/ 92 h 5305" name="connsiteY2"/>
                            <a:gd fmla="*/ 5213 w 5305" name="connsiteX3"/>
                            <a:gd fmla="*/ 3335 h 5305" name="connsiteY3"/>
                            <a:gd fmla="*/ 1970 w 5305" name="connsiteX4"/>
                            <a:gd fmla="*/ 5213 h 530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5" w="5305">
                              <a:moveTo>
                                <a:pt x="1970" y="5213"/>
                              </a:moveTo>
                              <a:cubicBezTo>
                                <a:pt x="561" y="4829"/>
                                <a:pt x="-292" y="3378"/>
                                <a:pt x="92" y="1970"/>
                              </a:cubicBezTo>
                              <a:cubicBezTo>
                                <a:pt x="476" y="562"/>
                                <a:pt x="1927" y="-292"/>
                                <a:pt x="3335" y="92"/>
                              </a:cubicBezTo>
                              <a:cubicBezTo>
                                <a:pt x="4744" y="476"/>
                                <a:pt x="5597" y="1927"/>
                                <a:pt x="5213" y="3335"/>
                              </a:cubicBezTo>
                              <a:cubicBezTo>
                                <a:pt x="4829" y="4744"/>
                                <a:pt x="3378" y="5597"/>
                                <a:pt x="1970" y="52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8fcc073f-ecd4-43d3-a931-f22ad984e426" id="1472" name="图形 6643">
                        <a:extLst>
                          <a:ext uri="{FF2B5EF4-FFF2-40B4-BE49-F238E27FC236}">
                            <a16:creationId id="{8CB2F007-134A-5952-1464-FB787A76F35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708294" y="1955429"/>
                        <a:ext cx="131648" cy="159422"/>
                        <a:chOff x="6708294" y="1955429"/>
                        <a:chExt cx="131648" cy="159422"/>
                      </a:xfrm>
                      <a:solidFill>
                        <a:srgbClr val="494950"/>
                      </a:solidFill>
                    </p:grpSpPr>
                    <p:sp>
                      <p:nvSpPr>
                        <p:cNvPr descr="760fe471-c4e7-4829-a036-d63459aecc14" id="2043" name="任意多边形: 形状 2042">
                          <a:extLst>
                            <a:ext uri="{FF2B5EF4-FFF2-40B4-BE49-F238E27FC236}">
                              <a16:creationId id="{EE96D429-565B-7F2E-2F13-C566B0827E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6767" y="1993539"/>
                          <a:ext cx="5270" cy="5277"/>
                        </a:xfrm>
                        <a:custGeom>
                          <a:avLst/>
                          <a:gdLst>
                            <a:gd fmla="*/ 2358 w 5270" name="connsiteX0"/>
                            <a:gd fmla="*/ 18 h 5277" name="connsiteY0"/>
                            <a:gd fmla="*/ 5260 w 5270" name="connsiteX1"/>
                            <a:gd fmla="*/ 2365 h 5277" name="connsiteY1"/>
                            <a:gd fmla="*/ 2913 w 5270" name="connsiteX2"/>
                            <a:gd fmla="*/ 5267 h 5277" name="connsiteY2"/>
                            <a:gd fmla="*/ 11 w 5270" name="connsiteX3"/>
                            <a:gd fmla="*/ 2920 h 5277" name="connsiteY3"/>
                            <a:gd fmla="*/ 2358 w 5270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388" y="3816"/>
                                <a:pt x="4364" y="5139"/>
                                <a:pt x="2913" y="5267"/>
                              </a:cubicBezTo>
                              <a:cubicBezTo>
                                <a:pt x="1462" y="5395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af58632-affc-4d51-809d-0e968114f62a" id="2044" name="任意多边形: 形状 2043">
                          <a:extLst>
                            <a:ext uri="{FF2B5EF4-FFF2-40B4-BE49-F238E27FC236}">
                              <a16:creationId id="{3B6B41CF-8236-9400-DE9B-45AB6FDED0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0870" y="2006768"/>
                          <a:ext cx="5278" cy="5285"/>
                        </a:xfrm>
                        <a:custGeom>
                          <a:avLst/>
                          <a:gdLst>
                            <a:gd fmla="*/ 2365 w 5278" name="connsiteX0"/>
                            <a:gd fmla="*/ 18 h 5285" name="connsiteY0"/>
                            <a:gd fmla="*/ 5267 w 5278" name="connsiteX1"/>
                            <a:gd fmla="*/ 2365 h 5285" name="connsiteY1"/>
                            <a:gd fmla="*/ 2920 w 5278" name="connsiteX2"/>
                            <a:gd fmla="*/ 5267 h 5285" name="connsiteY2"/>
                            <a:gd fmla="*/ 18 w 5278" name="connsiteX3"/>
                            <a:gd fmla="*/ 2920 h 5285" name="connsiteY3"/>
                            <a:gd fmla="*/ 2365 w 5278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8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395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6e91f0e-1bab-4ff6-8e64-c9fcdde7d1ec" id="2045" name="任意多边形: 形状 2044">
                          <a:extLst>
                            <a:ext uri="{FF2B5EF4-FFF2-40B4-BE49-F238E27FC236}">
                              <a16:creationId id="{E3CEF412-BD5D-A908-632B-28CDEA82E5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5081" y="2002543"/>
                          <a:ext cx="5284" cy="5277"/>
                        </a:xfrm>
                        <a:custGeom>
                          <a:avLst/>
                          <a:gdLst>
                            <a:gd fmla="*/ 2365 w 5284" name="connsiteX0"/>
                            <a:gd fmla="*/ 18 h 5277" name="connsiteY0"/>
                            <a:gd fmla="*/ 5267 w 5284" name="connsiteX1"/>
                            <a:gd fmla="*/ 2365 h 5277" name="connsiteY1"/>
                            <a:gd fmla="*/ 2920 w 5284" name="connsiteX2"/>
                            <a:gd fmla="*/ 5267 h 5277" name="connsiteY2"/>
                            <a:gd fmla="*/ 18 w 5284" name="connsiteX3"/>
                            <a:gd fmla="*/ 2920 h 5277" name="connsiteY3"/>
                            <a:gd fmla="*/ 2365 w 5284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395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39f5548-70fa-477a-86b2-36b96a13b296" id="2046" name="任意多边形: 形状 2045">
                          <a:extLst>
                            <a:ext uri="{FF2B5EF4-FFF2-40B4-BE49-F238E27FC236}">
                              <a16:creationId id="{9ABA53F4-B585-13D2-4FCA-9F9EB1AE64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8409" y="1995502"/>
                          <a:ext cx="5284" cy="5284"/>
                        </a:xfrm>
                        <a:custGeom>
                          <a:avLst/>
                          <a:gdLst>
                            <a:gd fmla="*/ 2365 w 5284" name="connsiteX0"/>
                            <a:gd fmla="*/ 18 h 5284" name="connsiteY0"/>
                            <a:gd fmla="*/ 5267 w 5284" name="connsiteX1"/>
                            <a:gd fmla="*/ 2365 h 5284" name="connsiteY1"/>
                            <a:gd fmla="*/ 2920 w 5284" name="connsiteX2"/>
                            <a:gd fmla="*/ 5267 h 5284" name="connsiteY2"/>
                            <a:gd fmla="*/ 18 w 5284" name="connsiteX3"/>
                            <a:gd fmla="*/ 2920 h 5284" name="connsiteY3"/>
                            <a:gd fmla="*/ 2365 w 5284" name="connsiteX4"/>
                            <a:gd fmla="*/ 18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0ff760f-7593-452e-9b07-d44499570d78" id="2047" name="任意多边形: 形状 2046">
                          <a:extLst>
                            <a:ext uri="{FF2B5EF4-FFF2-40B4-BE49-F238E27FC236}">
                              <a16:creationId id="{B530409C-31E2-E6F4-C0FF-B3402D5C51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4271" y="2019272"/>
                          <a:ext cx="5277" cy="5284"/>
                        </a:xfrm>
                        <a:custGeom>
                          <a:avLst/>
                          <a:gdLst>
                            <a:gd fmla="*/ 2365 w 5277" name="connsiteX0"/>
                            <a:gd fmla="*/ 18 h 5284" name="connsiteY0"/>
                            <a:gd fmla="*/ 5267 w 5277" name="connsiteX1"/>
                            <a:gd fmla="*/ 2365 h 5284" name="connsiteY1"/>
                            <a:gd fmla="*/ 2920 w 5277" name="connsiteX2"/>
                            <a:gd fmla="*/ 5267 h 5284" name="connsiteY2"/>
                            <a:gd fmla="*/ 18 w 5277" name="connsiteX3"/>
                            <a:gd fmla="*/ 2920 h 5284" name="connsiteY3"/>
                            <a:gd fmla="*/ 2365 w 5277" name="connsiteX4"/>
                            <a:gd fmla="*/ 18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77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395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dc73784-da21-43fa-9c34-2a86198c376a" id="2048" name="任意多边形: 形状 2047">
                          <a:extLst>
                            <a:ext uri="{FF2B5EF4-FFF2-40B4-BE49-F238E27FC236}">
                              <a16:creationId id="{B6A61252-D31D-29E3-A877-1913DE7CF4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6617" y="2010950"/>
                          <a:ext cx="5284" cy="5285"/>
                        </a:xfrm>
                        <a:custGeom>
                          <a:avLst/>
                          <a:gdLst>
                            <a:gd fmla="*/ 2365 w 5284" name="connsiteX0"/>
                            <a:gd fmla="*/ 18 h 5285" name="connsiteY0"/>
                            <a:gd fmla="*/ 5267 w 5284" name="connsiteX1"/>
                            <a:gd fmla="*/ 2365 h 5285" name="connsiteY1"/>
                            <a:gd fmla="*/ 2920 w 5284" name="connsiteX2"/>
                            <a:gd fmla="*/ 5267 h 5285" name="connsiteY2"/>
                            <a:gd fmla="*/ 18 w 5284" name="connsiteX3"/>
                            <a:gd fmla="*/ 2920 h 5285" name="connsiteY3"/>
                            <a:gd fmla="*/ 2365 w 5284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e49fee5-ca98-45b9-8770-47ab7d53e41b" id="2049" name="任意多边形: 形状 2048">
                          <a:extLst>
                            <a:ext uri="{FF2B5EF4-FFF2-40B4-BE49-F238E27FC236}">
                              <a16:creationId id="{9FFAB51B-0793-55FC-8A6A-A7FA9F44D3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6774" y="2026484"/>
                          <a:ext cx="5284" cy="5277"/>
                        </a:xfrm>
                        <a:custGeom>
                          <a:avLst/>
                          <a:gdLst>
                            <a:gd fmla="*/ 2365 w 5284" name="connsiteX0"/>
                            <a:gd fmla="*/ 18 h 5277" name="connsiteY0"/>
                            <a:gd fmla="*/ 5267 w 5284" name="connsiteX1"/>
                            <a:gd fmla="*/ 2365 h 5277" name="connsiteY1"/>
                            <a:gd fmla="*/ 2920 w 5284" name="connsiteX2"/>
                            <a:gd fmla="*/ 5267 h 5277" name="connsiteY2"/>
                            <a:gd fmla="*/ 18 w 5284" name="connsiteX3"/>
                            <a:gd fmla="*/ 2920 h 5277" name="connsiteY3"/>
                            <a:gd fmla="*/ 2365 w 5284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395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b4a77de-ff93-49b0-a168-8765179948bd" id="2050" name="任意多边形: 形状 2049">
                          <a:extLst>
                            <a:ext uri="{FF2B5EF4-FFF2-40B4-BE49-F238E27FC236}">
                              <a16:creationId id="{89F0A311-6802-799C-7E4C-BD87E03E35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7927" y="2028405"/>
                          <a:ext cx="5284" cy="5285"/>
                        </a:xfrm>
                        <a:custGeom>
                          <a:avLst/>
                          <a:gdLst>
                            <a:gd fmla="*/ 2365 w 5284" name="connsiteX0"/>
                            <a:gd fmla="*/ 18 h 5285" name="connsiteY0"/>
                            <a:gd fmla="*/ 5267 w 5284" name="connsiteX1"/>
                            <a:gd fmla="*/ 2365 h 5285" name="connsiteY1"/>
                            <a:gd fmla="*/ 2920 w 5284" name="connsiteX2"/>
                            <a:gd fmla="*/ 5267 h 5285" name="connsiteY2"/>
                            <a:gd fmla="*/ 18 w 5284" name="connsiteX3"/>
                            <a:gd fmla="*/ 2920 h 5285" name="connsiteY3"/>
                            <a:gd fmla="*/ 2365 w 5284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1fe8db7-54d2-40b6-96e9-2bf23741ad7d" id="2051" name="任意多边形: 形状 2050">
                          <a:extLst>
                            <a:ext uri="{FF2B5EF4-FFF2-40B4-BE49-F238E27FC236}">
                              <a16:creationId id="{9803AD69-A05D-56CE-C699-28ABA8D0BB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2002" y="2041634"/>
                          <a:ext cx="5270" cy="5285"/>
                        </a:xfrm>
                        <a:custGeom>
                          <a:avLst/>
                          <a:gdLst>
                            <a:gd fmla="*/ 2358 w 5270" name="connsiteX0"/>
                            <a:gd fmla="*/ 18 h 5285" name="connsiteY0"/>
                            <a:gd fmla="*/ 5260 w 5270" name="connsiteX1"/>
                            <a:gd fmla="*/ 2365 h 5285" name="connsiteY1"/>
                            <a:gd fmla="*/ 2913 w 5270" name="connsiteX2"/>
                            <a:gd fmla="*/ 5267 h 5285" name="connsiteY2"/>
                            <a:gd fmla="*/ 11 w 5270" name="connsiteX3"/>
                            <a:gd fmla="*/ 2920 h 5285" name="connsiteY3"/>
                            <a:gd fmla="*/ 2358 w 5270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0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388" y="3816"/>
                                <a:pt x="4364" y="5139"/>
                                <a:pt x="2913" y="5267"/>
                              </a:cubicBezTo>
                              <a:cubicBezTo>
                                <a:pt x="1462" y="5438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5d541ea-58d8-4fb5-b8ee-03b77817b165" id="2052" name="任意多边形: 形状 2051">
                          <a:extLst>
                            <a:ext uri="{FF2B5EF4-FFF2-40B4-BE49-F238E27FC236}">
                              <a16:creationId id="{E016F10F-1B39-16C6-18E1-B3837D53BE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6249" y="2037452"/>
                          <a:ext cx="5277" cy="5285"/>
                        </a:xfrm>
                        <a:custGeom>
                          <a:avLst/>
                          <a:gdLst>
                            <a:gd fmla="*/ 2365 w 5277" name="connsiteX0"/>
                            <a:gd fmla="*/ 18 h 5285" name="connsiteY0"/>
                            <a:gd fmla="*/ 5267 w 5277" name="connsiteX1"/>
                            <a:gd fmla="*/ 2365 h 5285" name="connsiteY1"/>
                            <a:gd fmla="*/ 2920 w 5277" name="connsiteX2"/>
                            <a:gd fmla="*/ 5267 h 5285" name="connsiteY2"/>
                            <a:gd fmla="*/ 18 w 5277" name="connsiteX3"/>
                            <a:gd fmla="*/ 2920 h 5285" name="connsiteY3"/>
                            <a:gd fmla="*/ 2365 w 5277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7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395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b9cdbde-1893-42b1-a97e-ff88980e11c1" id="2053" name="任意多边形: 形状 2052">
                          <a:extLst>
                            <a:ext uri="{FF2B5EF4-FFF2-40B4-BE49-F238E27FC236}">
                              <a16:creationId id="{46BD72AD-861F-23D5-DDD3-01609E3118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9584" y="2030410"/>
                          <a:ext cx="5270" cy="5277"/>
                        </a:xfrm>
                        <a:custGeom>
                          <a:avLst/>
                          <a:gdLst>
                            <a:gd fmla="*/ 2358 w 5270" name="connsiteX0"/>
                            <a:gd fmla="*/ 18 h 5277" name="connsiteY0"/>
                            <a:gd fmla="*/ 5260 w 5270" name="connsiteX1"/>
                            <a:gd fmla="*/ 2365 h 5277" name="connsiteY1"/>
                            <a:gd fmla="*/ 2913 w 5270" name="connsiteX2"/>
                            <a:gd fmla="*/ 5267 h 5277" name="connsiteY2"/>
                            <a:gd fmla="*/ 11 w 5270" name="connsiteX3"/>
                            <a:gd fmla="*/ 2920 h 5277" name="connsiteY3"/>
                            <a:gd fmla="*/ 2358 w 5270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388" y="3816"/>
                                <a:pt x="4364" y="5139"/>
                                <a:pt x="2913" y="5267"/>
                              </a:cubicBezTo>
                              <a:cubicBezTo>
                                <a:pt x="1462" y="5395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37e12b7-b5bf-41a9-a5fc-09f6b6f1a912" id="2054" name="任意多边形: 形状 2053">
                          <a:extLst>
                            <a:ext uri="{FF2B5EF4-FFF2-40B4-BE49-F238E27FC236}">
                              <a16:creationId id="{F355E4AB-30B7-CFF1-7ED0-3247348BB1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5395" y="2054138"/>
                          <a:ext cx="5284" cy="5277"/>
                        </a:xfrm>
                        <a:custGeom>
                          <a:avLst/>
                          <a:gdLst>
                            <a:gd fmla="*/ 2365 w 5284" name="connsiteX0"/>
                            <a:gd fmla="*/ 18 h 5277" name="connsiteY0"/>
                            <a:gd fmla="*/ 5267 w 5284" name="connsiteX1"/>
                            <a:gd fmla="*/ 2365 h 5277" name="connsiteY1"/>
                            <a:gd fmla="*/ 2920 w 5284" name="connsiteX2"/>
                            <a:gd fmla="*/ 5267 h 5277" name="connsiteY2"/>
                            <a:gd fmla="*/ 18 w 5284" name="connsiteX3"/>
                            <a:gd fmla="*/ 2920 h 5277" name="connsiteY3"/>
                            <a:gd fmla="*/ 2365 w 5284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395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57292cc-1dc1-44c4-aa31-853ff1a6cb7b" id="2055" name="任意多边形: 形状 2054">
                          <a:extLst>
                            <a:ext uri="{FF2B5EF4-FFF2-40B4-BE49-F238E27FC236}">
                              <a16:creationId id="{2E62F89E-A871-8E5A-7546-A29E6DD033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7784" y="2045859"/>
                          <a:ext cx="5285" cy="5277"/>
                        </a:xfrm>
                        <a:custGeom>
                          <a:avLst/>
                          <a:gdLst>
                            <a:gd fmla="*/ 2365 w 5285" name="connsiteX0"/>
                            <a:gd fmla="*/ 18 h 5277" name="connsiteY0"/>
                            <a:gd fmla="*/ 5267 w 5285" name="connsiteX1"/>
                            <a:gd fmla="*/ 2365 h 5277" name="connsiteY1"/>
                            <a:gd fmla="*/ 2920 w 5285" name="connsiteX2"/>
                            <a:gd fmla="*/ 5267 h 5277" name="connsiteY2"/>
                            <a:gd fmla="*/ 18 w 5285" name="connsiteX3"/>
                            <a:gd fmla="*/ 2920 h 5277" name="connsiteY3"/>
                            <a:gd fmla="*/ 2365 w 5285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85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395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b914234-3a0a-402f-9b9a-b7126ca96a67" id="2056" name="任意多边形: 形状 2055">
                          <a:extLst>
                            <a:ext uri="{FF2B5EF4-FFF2-40B4-BE49-F238E27FC236}">
                              <a16:creationId id="{94D2E5C1-09D8-7987-9A2E-A97EB4D0BE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7948" y="2061350"/>
                          <a:ext cx="5278" cy="5285"/>
                        </a:xfrm>
                        <a:custGeom>
                          <a:avLst/>
                          <a:gdLst>
                            <a:gd fmla="*/ 2358 w 5278" name="connsiteX0"/>
                            <a:gd fmla="*/ 18 h 5285" name="connsiteY0"/>
                            <a:gd fmla="*/ 5260 w 5278" name="connsiteX1"/>
                            <a:gd fmla="*/ 2365 h 5285" name="connsiteY1"/>
                            <a:gd fmla="*/ 2913 w 5278" name="connsiteX2"/>
                            <a:gd fmla="*/ 5267 h 5285" name="connsiteY2"/>
                            <a:gd fmla="*/ 11 w 5278" name="connsiteX3"/>
                            <a:gd fmla="*/ 2920 h 5285" name="connsiteY3"/>
                            <a:gd fmla="*/ 2358 w 5278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8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431" y="3816"/>
                                <a:pt x="4364" y="5139"/>
                                <a:pt x="2913" y="5267"/>
                              </a:cubicBezTo>
                              <a:cubicBezTo>
                                <a:pt x="1462" y="5438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a31b0b2-a532-469f-b3bf-5b7ecf442c94" id="2057" name="任意多边形: 形状 2056">
                          <a:extLst>
                            <a:ext uri="{FF2B5EF4-FFF2-40B4-BE49-F238E27FC236}">
                              <a16:creationId id="{A34D2CB0-F7C0-6674-48B0-86D6D5689C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5770" y="2032331"/>
                          <a:ext cx="5270" cy="5284"/>
                        </a:xfrm>
                        <a:custGeom>
                          <a:avLst/>
                          <a:gdLst>
                            <a:gd fmla="*/ 2358 w 5270" name="connsiteX0"/>
                            <a:gd fmla="*/ 18 h 5284" name="connsiteY0"/>
                            <a:gd fmla="*/ 5260 w 5270" name="connsiteX1"/>
                            <a:gd fmla="*/ 2365 h 5284" name="connsiteY1"/>
                            <a:gd fmla="*/ 2913 w 5270" name="connsiteX2"/>
                            <a:gd fmla="*/ 5267 h 5284" name="connsiteY2"/>
                            <a:gd fmla="*/ 11 w 5270" name="connsiteX3"/>
                            <a:gd fmla="*/ 2920 h 5284" name="connsiteY3"/>
                            <a:gd fmla="*/ 2358 w 5270" name="connsiteX4"/>
                            <a:gd fmla="*/ 18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70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388" y="3816"/>
                                <a:pt x="4364" y="5139"/>
                                <a:pt x="2913" y="5267"/>
                              </a:cubicBezTo>
                              <a:cubicBezTo>
                                <a:pt x="1462" y="5438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a4330b4-7cf3-49b4-842a-01d46be5cc34" id="2058" name="任意多边形: 形状 2057">
                          <a:extLst>
                            <a:ext uri="{FF2B5EF4-FFF2-40B4-BE49-F238E27FC236}">
                              <a16:creationId id="{1DD7C538-104D-E43E-0273-CDBA22D147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9831" y="2045560"/>
                          <a:ext cx="5284" cy="5285"/>
                        </a:xfrm>
                        <a:custGeom>
                          <a:avLst/>
                          <a:gdLst>
                            <a:gd fmla="*/ 2365 w 5284" name="connsiteX0"/>
                            <a:gd fmla="*/ 18 h 5285" name="connsiteY0"/>
                            <a:gd fmla="*/ 5267 w 5284" name="connsiteX1"/>
                            <a:gd fmla="*/ 2365 h 5285" name="connsiteY1"/>
                            <a:gd fmla="*/ 2920 w 5284" name="connsiteX2"/>
                            <a:gd fmla="*/ 5267 h 5285" name="connsiteY2"/>
                            <a:gd fmla="*/ 18 w 5284" name="connsiteX3"/>
                            <a:gd fmla="*/ 2920 h 5285" name="connsiteY3"/>
                            <a:gd fmla="*/ 2365 w 5284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1fa57f1-8ebc-4f87-aca2-a71a0e7c838c" id="2059" name="任意多边形: 形状 2058">
                          <a:extLst>
                            <a:ext uri="{FF2B5EF4-FFF2-40B4-BE49-F238E27FC236}">
                              <a16:creationId id="{E3E184DC-F1FC-092D-7952-5B03CF5707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4085" y="2041335"/>
                          <a:ext cx="5284" cy="5285"/>
                        </a:xfrm>
                        <a:custGeom>
                          <a:avLst/>
                          <a:gdLst>
                            <a:gd fmla="*/ 2365 w 5284" name="connsiteX0"/>
                            <a:gd fmla="*/ 18 h 5285" name="connsiteY0"/>
                            <a:gd fmla="*/ 5267 w 5284" name="connsiteX1"/>
                            <a:gd fmla="*/ 2365 h 5285" name="connsiteY1"/>
                            <a:gd fmla="*/ 2920 w 5284" name="connsiteX2"/>
                            <a:gd fmla="*/ 5267 h 5285" name="connsiteY2"/>
                            <a:gd fmla="*/ 18 w 5284" name="connsiteX3"/>
                            <a:gd fmla="*/ 2920 h 5285" name="connsiteY3"/>
                            <a:gd fmla="*/ 2365 w 5284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5f6d3e2-395d-48db-b802-f758a2dc3ced" id="2060" name="任意多边形: 形状 2059">
                          <a:extLst>
                            <a:ext uri="{FF2B5EF4-FFF2-40B4-BE49-F238E27FC236}">
                              <a16:creationId id="{CADCFF59-36B2-DBB4-4CCC-4EF587BA0E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7413" y="2034294"/>
                          <a:ext cx="5284" cy="5285"/>
                        </a:xfrm>
                        <a:custGeom>
                          <a:avLst/>
                          <a:gdLst>
                            <a:gd fmla="*/ 2365 w 5284" name="connsiteX0"/>
                            <a:gd fmla="*/ 18 h 5285" name="connsiteY0"/>
                            <a:gd fmla="*/ 5267 w 5284" name="connsiteX1"/>
                            <a:gd fmla="*/ 2365 h 5285" name="connsiteY1"/>
                            <a:gd fmla="*/ 2920 w 5284" name="connsiteX2"/>
                            <a:gd fmla="*/ 5267 h 5285" name="connsiteY2"/>
                            <a:gd fmla="*/ 18 w 5284" name="connsiteX3"/>
                            <a:gd fmla="*/ 2920 h 5285" name="connsiteY3"/>
                            <a:gd fmla="*/ 2365 w 5284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71cc734-0775-4ac4-a7b9-fb32358d2318" id="2061" name="任意多边形: 形状 2060">
                          <a:extLst>
                            <a:ext uri="{FF2B5EF4-FFF2-40B4-BE49-F238E27FC236}">
                              <a16:creationId id="{931CF73D-FC3E-F335-4B8D-4420EB5D2D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3239" y="2058064"/>
                          <a:ext cx="5270" cy="5277"/>
                        </a:xfrm>
                        <a:custGeom>
                          <a:avLst/>
                          <a:gdLst>
                            <a:gd fmla="*/ 2358 w 5270" name="connsiteX0"/>
                            <a:gd fmla="*/ 18 h 5277" name="connsiteY0"/>
                            <a:gd fmla="*/ 5260 w 5270" name="connsiteX1"/>
                            <a:gd fmla="*/ 2365 h 5277" name="connsiteY1"/>
                            <a:gd fmla="*/ 2913 w 5270" name="connsiteX2"/>
                            <a:gd fmla="*/ 5267 h 5277" name="connsiteY2"/>
                            <a:gd fmla="*/ 11 w 5270" name="connsiteX3"/>
                            <a:gd fmla="*/ 2920 h 5277" name="connsiteY3"/>
                            <a:gd fmla="*/ 2358 w 5270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388" y="3816"/>
                                <a:pt x="4364" y="5139"/>
                                <a:pt x="2913" y="5267"/>
                              </a:cubicBezTo>
                              <a:cubicBezTo>
                                <a:pt x="1462" y="5395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974b9db-b10d-4131-b260-6f2a3d251dcc" id="2062" name="任意多边形: 形状 2061">
                          <a:extLst>
                            <a:ext uri="{FF2B5EF4-FFF2-40B4-BE49-F238E27FC236}">
                              <a16:creationId id="{4AAD83B4-E56A-F6B0-C5AE-0594286E90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2021" y="2065661"/>
                          <a:ext cx="5278" cy="5284"/>
                        </a:xfrm>
                        <a:custGeom>
                          <a:avLst/>
                          <a:gdLst>
                            <a:gd fmla="*/ 2365 w 5278" name="connsiteX0"/>
                            <a:gd fmla="*/ 18 h 5284" name="connsiteY0"/>
                            <a:gd fmla="*/ 5267 w 5278" name="connsiteX1"/>
                            <a:gd fmla="*/ 2365 h 5284" name="connsiteY1"/>
                            <a:gd fmla="*/ 2920 w 5278" name="connsiteX2"/>
                            <a:gd fmla="*/ 5267 h 5284" name="connsiteY2"/>
                            <a:gd fmla="*/ 18 w 5278" name="connsiteX3"/>
                            <a:gd fmla="*/ 2920 h 5284" name="connsiteY3"/>
                            <a:gd fmla="*/ 2365 w 5278" name="connsiteX4"/>
                            <a:gd fmla="*/ 18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78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395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e988312-59b9-4e88-925f-757eebbf356f" id="2063" name="任意多边形: 形状 2062">
                          <a:extLst>
                            <a:ext uri="{FF2B5EF4-FFF2-40B4-BE49-F238E27FC236}">
                              <a16:creationId id="{879E710E-B288-3165-5466-4E376FFB82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8118" y="2072574"/>
                          <a:ext cx="5270" cy="5285"/>
                        </a:xfrm>
                        <a:custGeom>
                          <a:avLst/>
                          <a:gdLst>
                            <a:gd fmla="*/ 2358 w 5270" name="connsiteX0"/>
                            <a:gd fmla="*/ 18 h 5285" name="connsiteY0"/>
                            <a:gd fmla="*/ 5260 w 5270" name="connsiteX1"/>
                            <a:gd fmla="*/ 2365 h 5285" name="connsiteY1"/>
                            <a:gd fmla="*/ 2913 w 5270" name="connsiteX2"/>
                            <a:gd fmla="*/ 5267 h 5285" name="connsiteY2"/>
                            <a:gd fmla="*/ 11 w 5270" name="connsiteX3"/>
                            <a:gd fmla="*/ 2920 h 5285" name="connsiteY3"/>
                            <a:gd fmla="*/ 2358 w 5270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0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388" y="3816"/>
                                <a:pt x="4364" y="5139"/>
                                <a:pt x="2913" y="5267"/>
                              </a:cubicBezTo>
                              <a:cubicBezTo>
                                <a:pt x="1462" y="5438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721ae23-29bb-43df-80d7-52d64432fc16" id="2064" name="任意多边形: 形状 2063">
                          <a:extLst>
                            <a:ext uri="{FF2B5EF4-FFF2-40B4-BE49-F238E27FC236}">
                              <a16:creationId id="{117EC7A9-2A50-06BA-15CB-FEE31854D6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6645" y="1991917"/>
                          <a:ext cx="5277" cy="5284"/>
                        </a:xfrm>
                        <a:custGeom>
                          <a:avLst/>
                          <a:gdLst>
                            <a:gd fmla="*/ 2365 w 5277" name="connsiteX0"/>
                            <a:gd fmla="*/ 18 h 5284" name="connsiteY0"/>
                            <a:gd fmla="*/ 5267 w 5277" name="connsiteX1"/>
                            <a:gd fmla="*/ 2365 h 5284" name="connsiteY1"/>
                            <a:gd fmla="*/ 2920 w 5277" name="connsiteX2"/>
                            <a:gd fmla="*/ 5267 h 5284" name="connsiteY2"/>
                            <a:gd fmla="*/ 18 w 5277" name="connsiteX3"/>
                            <a:gd fmla="*/ 2920 h 5284" name="connsiteY3"/>
                            <a:gd fmla="*/ 2365 w 5277" name="connsiteX4"/>
                            <a:gd fmla="*/ 18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77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395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fa2aa98-89f5-445e-93da-64b2c9117486" id="2065" name="任意多边形: 形状 2064">
                          <a:extLst>
                            <a:ext uri="{FF2B5EF4-FFF2-40B4-BE49-F238E27FC236}">
                              <a16:creationId id="{F3274AFE-F12E-05A0-2801-138896DB8C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0755" y="2005146"/>
                          <a:ext cx="5284" cy="5285"/>
                        </a:xfrm>
                        <a:custGeom>
                          <a:avLst/>
                          <a:gdLst>
                            <a:gd fmla="*/ 2365 w 5284" name="connsiteX0"/>
                            <a:gd fmla="*/ 18 h 5285" name="connsiteY0"/>
                            <a:gd fmla="*/ 5267 w 5284" name="connsiteX1"/>
                            <a:gd fmla="*/ 2365 h 5285" name="connsiteY1"/>
                            <a:gd fmla="*/ 2920 w 5284" name="connsiteX2"/>
                            <a:gd fmla="*/ 5267 h 5285" name="connsiteY2"/>
                            <a:gd fmla="*/ 18 w 5284" name="connsiteX3"/>
                            <a:gd fmla="*/ 2920 h 5285" name="connsiteY3"/>
                            <a:gd fmla="*/ 2365 w 5284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fd48e6e-0c15-481f-900a-64c2e384cd55" id="2066" name="任意多边形: 形状 2065">
                          <a:extLst>
                            <a:ext uri="{FF2B5EF4-FFF2-40B4-BE49-F238E27FC236}">
                              <a16:creationId id="{B0D9D670-0065-10C2-9ACF-234FEC8D92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4966" y="2000921"/>
                          <a:ext cx="5285" cy="5285"/>
                        </a:xfrm>
                        <a:custGeom>
                          <a:avLst/>
                          <a:gdLst>
                            <a:gd fmla="*/ 2365 w 5285" name="connsiteX0"/>
                            <a:gd fmla="*/ 18 h 5285" name="connsiteY0"/>
                            <a:gd fmla="*/ 5267 w 5285" name="connsiteX1"/>
                            <a:gd fmla="*/ 2365 h 5285" name="connsiteY1"/>
                            <a:gd fmla="*/ 2920 w 5285" name="connsiteX2"/>
                            <a:gd fmla="*/ 5267 h 5285" name="connsiteY2"/>
                            <a:gd fmla="*/ 18 w 5285" name="connsiteX3"/>
                            <a:gd fmla="*/ 2920 h 5285" name="connsiteY3"/>
                            <a:gd fmla="*/ 2365 w 5285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5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c596b69-d0d5-4be3-a493-32d4cbc13ee6" id="2067" name="任意多边形: 形状 2066">
                          <a:extLst>
                            <a:ext uri="{FF2B5EF4-FFF2-40B4-BE49-F238E27FC236}">
                              <a16:creationId id="{A65FA5FC-E15D-7C13-1DD9-58C932FA60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08294" y="1993880"/>
                          <a:ext cx="5278" cy="5285"/>
                        </a:xfrm>
                        <a:custGeom>
                          <a:avLst/>
                          <a:gdLst>
                            <a:gd fmla="*/ 2365 w 5278" name="connsiteX0"/>
                            <a:gd fmla="*/ 18 h 5285" name="connsiteY0"/>
                            <a:gd fmla="*/ 5267 w 5278" name="connsiteX1"/>
                            <a:gd fmla="*/ 2365 h 5285" name="connsiteY1"/>
                            <a:gd fmla="*/ 2920 w 5278" name="connsiteX2"/>
                            <a:gd fmla="*/ 5267 h 5285" name="connsiteY2"/>
                            <a:gd fmla="*/ 18 w 5278" name="connsiteX3"/>
                            <a:gd fmla="*/ 2920 h 5285" name="connsiteY3"/>
                            <a:gd fmla="*/ 2365 w 5278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8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395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7ddda13-d7e0-4a2c-8c48-41d542ded4b3" id="2068" name="任意多边形: 形状 2067">
                          <a:extLst>
                            <a:ext uri="{FF2B5EF4-FFF2-40B4-BE49-F238E27FC236}">
                              <a16:creationId id="{F1FE03B6-D3E8-B671-C314-57B287FE78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4155" y="2017650"/>
                          <a:ext cx="5278" cy="5284"/>
                        </a:xfrm>
                        <a:custGeom>
                          <a:avLst/>
                          <a:gdLst>
                            <a:gd fmla="*/ 2365 w 5278" name="connsiteX0"/>
                            <a:gd fmla="*/ 18 h 5284" name="connsiteY0"/>
                            <a:gd fmla="*/ 5267 w 5278" name="connsiteX1"/>
                            <a:gd fmla="*/ 2365 h 5284" name="connsiteY1"/>
                            <a:gd fmla="*/ 2920 w 5278" name="connsiteX2"/>
                            <a:gd fmla="*/ 5267 h 5284" name="connsiteY2"/>
                            <a:gd fmla="*/ 18 w 5278" name="connsiteX3"/>
                            <a:gd fmla="*/ 2920 h 5284" name="connsiteY3"/>
                            <a:gd fmla="*/ 2365 w 5278" name="connsiteX4"/>
                            <a:gd fmla="*/ 18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78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395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3a757d1-e627-45ab-a551-34b0d8ab41c2" id="2069" name="任意多边形: 形状 2068">
                          <a:extLst>
                            <a:ext uri="{FF2B5EF4-FFF2-40B4-BE49-F238E27FC236}">
                              <a16:creationId id="{BBBAD005-6871-4BCB-7C88-3E5ACA44AB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2647" y="2041207"/>
                          <a:ext cx="5284" cy="5285"/>
                        </a:xfrm>
                        <a:custGeom>
                          <a:avLst/>
                          <a:gdLst>
                            <a:gd fmla="*/ 2365 w 5284" name="connsiteX0"/>
                            <a:gd fmla="*/ 18 h 5285" name="connsiteY0"/>
                            <a:gd fmla="*/ 5267 w 5284" name="connsiteX1"/>
                            <a:gd fmla="*/ 2365 h 5285" name="connsiteY1"/>
                            <a:gd fmla="*/ 2920 w 5284" name="connsiteX2"/>
                            <a:gd fmla="*/ 5267 h 5285" name="connsiteY2"/>
                            <a:gd fmla="*/ 18 w 5284" name="connsiteX3"/>
                            <a:gd fmla="*/ 2920 h 5285" name="connsiteY3"/>
                            <a:gd fmla="*/ 2365 w 5284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096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1f8ed3f-c3d3-4da7-a26d-ecee299b2b3b" id="2070" name="任意多边形: 形状 2069">
                          <a:extLst>
                            <a:ext uri="{FF2B5EF4-FFF2-40B4-BE49-F238E27FC236}">
                              <a16:creationId id="{D849276F-EFC9-7470-F765-39BE646B92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6701" y="2024863"/>
                          <a:ext cx="5284" cy="5277"/>
                        </a:xfrm>
                        <a:custGeom>
                          <a:avLst/>
                          <a:gdLst>
                            <a:gd fmla="*/ 2365 w 5284" name="connsiteX0"/>
                            <a:gd fmla="*/ 18 h 5277" name="connsiteY0"/>
                            <a:gd fmla="*/ 5267 w 5284" name="connsiteX1"/>
                            <a:gd fmla="*/ 2365 h 5277" name="connsiteY1"/>
                            <a:gd fmla="*/ 2920 w 5284" name="connsiteX2"/>
                            <a:gd fmla="*/ 5267 h 5277" name="connsiteY2"/>
                            <a:gd fmla="*/ 18 w 5284" name="connsiteX3"/>
                            <a:gd fmla="*/ 2920 h 5277" name="connsiteY3"/>
                            <a:gd fmla="*/ 2365 w 5284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395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4718b88-77e0-4c6e-b298-1bd2f0256a4d" id="2071" name="任意多边形: 形状 2070">
                          <a:extLst>
                            <a:ext uri="{FF2B5EF4-FFF2-40B4-BE49-F238E27FC236}">
                              <a16:creationId id="{8EE26090-8236-EC85-9014-88179BF926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7387" y="1993709"/>
                          <a:ext cx="5284" cy="5285"/>
                        </a:xfrm>
                        <a:custGeom>
                          <a:avLst/>
                          <a:gdLst>
                            <a:gd fmla="*/ 2365 w 5284" name="connsiteX0"/>
                            <a:gd fmla="*/ 18 h 5285" name="connsiteY0"/>
                            <a:gd fmla="*/ 5267 w 5284" name="connsiteX1"/>
                            <a:gd fmla="*/ 2365 h 5285" name="connsiteY1"/>
                            <a:gd fmla="*/ 2920 w 5284" name="connsiteX2"/>
                            <a:gd fmla="*/ 5267 h 5285" name="connsiteY2"/>
                            <a:gd fmla="*/ 18 w 5284" name="connsiteX3"/>
                            <a:gd fmla="*/ 2920 h 5285" name="connsiteY3"/>
                            <a:gd fmla="*/ 2365 w 5284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4ae1ad0-e2ed-433c-95ba-2e48f9b52aba" id="2072" name="任意多边形: 形状 2071">
                          <a:extLst>
                            <a:ext uri="{FF2B5EF4-FFF2-40B4-BE49-F238E27FC236}">
                              <a16:creationId id="{D7B3AFB3-FC41-F29D-3988-D722158192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1462" y="2006981"/>
                          <a:ext cx="5270" cy="5284"/>
                        </a:xfrm>
                        <a:custGeom>
                          <a:avLst/>
                          <a:gdLst>
                            <a:gd fmla="*/ 2358 w 5270" name="connsiteX0"/>
                            <a:gd fmla="*/ 18 h 5284" name="connsiteY0"/>
                            <a:gd fmla="*/ 5260 w 5270" name="connsiteX1"/>
                            <a:gd fmla="*/ 2365 h 5284" name="connsiteY1"/>
                            <a:gd fmla="*/ 2913 w 5270" name="connsiteX2"/>
                            <a:gd fmla="*/ 5267 h 5284" name="connsiteY2"/>
                            <a:gd fmla="*/ 11 w 5270" name="connsiteX3"/>
                            <a:gd fmla="*/ 2920 h 5284" name="connsiteY3"/>
                            <a:gd fmla="*/ 2358 w 5270" name="connsiteX4"/>
                            <a:gd fmla="*/ 18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70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388" y="3816"/>
                                <a:pt x="4364" y="5139"/>
                                <a:pt x="2913" y="5267"/>
                              </a:cubicBezTo>
                              <a:cubicBezTo>
                                <a:pt x="1462" y="5438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6a63135-3286-4693-8190-28c0d83c4543" id="2073" name="任意多边形: 形状 2072">
                          <a:extLst>
                            <a:ext uri="{FF2B5EF4-FFF2-40B4-BE49-F238E27FC236}">
                              <a16:creationId id="{DE72C0DE-ACFE-50FA-B329-46F1326694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4763" y="1999812"/>
                          <a:ext cx="5270" cy="5277"/>
                        </a:xfrm>
                        <a:custGeom>
                          <a:avLst/>
                          <a:gdLst>
                            <a:gd fmla="*/ 2358 w 5270" name="connsiteX0"/>
                            <a:gd fmla="*/ 18 h 5277" name="connsiteY0"/>
                            <a:gd fmla="*/ 5260 w 5270" name="connsiteX1"/>
                            <a:gd fmla="*/ 2365 h 5277" name="connsiteY1"/>
                            <a:gd fmla="*/ 2913 w 5270" name="connsiteX2"/>
                            <a:gd fmla="*/ 5267 h 5277" name="connsiteY2"/>
                            <a:gd fmla="*/ 11 w 5270" name="connsiteX3"/>
                            <a:gd fmla="*/ 2920 h 5277" name="connsiteY3"/>
                            <a:gd fmla="*/ 2358 w 5270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388" y="3816"/>
                                <a:pt x="4364" y="5139"/>
                                <a:pt x="2913" y="5267"/>
                              </a:cubicBezTo>
                              <a:cubicBezTo>
                                <a:pt x="1462" y="5395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0b37f1e-80e0-42d1-b379-62f332411b0b" id="2074" name="任意多边形: 形状 2073">
                          <a:extLst>
                            <a:ext uri="{FF2B5EF4-FFF2-40B4-BE49-F238E27FC236}">
                              <a16:creationId id="{B8F73AA0-F89C-87C8-545A-C64841771E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9044" y="1995715"/>
                          <a:ext cx="5270" cy="5285"/>
                        </a:xfrm>
                        <a:custGeom>
                          <a:avLst/>
                          <a:gdLst>
                            <a:gd fmla="*/ 2358 w 5270" name="connsiteX0"/>
                            <a:gd fmla="*/ 18 h 5285" name="connsiteY0"/>
                            <a:gd fmla="*/ 5260 w 5270" name="connsiteX1"/>
                            <a:gd fmla="*/ 2365 h 5285" name="connsiteY1"/>
                            <a:gd fmla="*/ 2913 w 5270" name="connsiteX2"/>
                            <a:gd fmla="*/ 5267 h 5285" name="connsiteY2"/>
                            <a:gd fmla="*/ 11 w 5270" name="connsiteX3"/>
                            <a:gd fmla="*/ 2920 h 5285" name="connsiteY3"/>
                            <a:gd fmla="*/ 2358 w 5270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0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388" y="3816"/>
                                <a:pt x="4364" y="5139"/>
                                <a:pt x="2913" y="5267"/>
                              </a:cubicBezTo>
                              <a:cubicBezTo>
                                <a:pt x="1462" y="5438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5d36143-a22e-438f-a76a-00c442a0a0b1" id="2075" name="任意多边形: 形状 2074">
                          <a:extLst>
                            <a:ext uri="{FF2B5EF4-FFF2-40B4-BE49-F238E27FC236}">
                              <a16:creationId id="{70A99541-D4DB-CDE6-2F5E-75E0E40D86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4855" y="2019485"/>
                          <a:ext cx="5277" cy="5285"/>
                        </a:xfrm>
                        <a:custGeom>
                          <a:avLst/>
                          <a:gdLst>
                            <a:gd fmla="*/ 2365 w 5277" name="connsiteX0"/>
                            <a:gd fmla="*/ 18 h 5285" name="connsiteY0"/>
                            <a:gd fmla="*/ 5267 w 5277" name="connsiteX1"/>
                            <a:gd fmla="*/ 2365 h 5285" name="connsiteY1"/>
                            <a:gd fmla="*/ 2920 w 5277" name="connsiteX2"/>
                            <a:gd fmla="*/ 5267 h 5285" name="connsiteY2"/>
                            <a:gd fmla="*/ 18 w 5277" name="connsiteX3"/>
                            <a:gd fmla="*/ 2920 h 5285" name="connsiteY3"/>
                            <a:gd fmla="*/ 2365 w 5277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7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395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3aec7da-9c51-4293-a60f-1ec3f8f438bf" id="2076" name="任意多边形: 形状 2075">
                          <a:extLst>
                            <a:ext uri="{FF2B5EF4-FFF2-40B4-BE49-F238E27FC236}">
                              <a16:creationId id="{732048F3-CBD0-54B2-F562-1B4C95942A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7251" y="2011164"/>
                          <a:ext cx="5270" cy="5285"/>
                        </a:xfrm>
                        <a:custGeom>
                          <a:avLst/>
                          <a:gdLst>
                            <a:gd fmla="*/ 2358 w 5270" name="connsiteX0"/>
                            <a:gd fmla="*/ 18 h 5285" name="connsiteY0"/>
                            <a:gd fmla="*/ 5260 w 5270" name="connsiteX1"/>
                            <a:gd fmla="*/ 2365 h 5285" name="connsiteY1"/>
                            <a:gd fmla="*/ 2913 w 5270" name="connsiteX2"/>
                            <a:gd fmla="*/ 5267 h 5285" name="connsiteY2"/>
                            <a:gd fmla="*/ 11 w 5270" name="connsiteX3"/>
                            <a:gd fmla="*/ 2920 h 5285" name="connsiteY3"/>
                            <a:gd fmla="*/ 2358 w 5270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0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388" y="3816"/>
                                <a:pt x="4364" y="5139"/>
                                <a:pt x="2913" y="5267"/>
                              </a:cubicBezTo>
                              <a:cubicBezTo>
                                <a:pt x="1462" y="5438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6b3d0e0-fdfc-427c-baa4-b0523921401e" id="2077" name="任意多边形: 形状 2076">
                          <a:extLst>
                            <a:ext uri="{FF2B5EF4-FFF2-40B4-BE49-F238E27FC236}">
                              <a16:creationId id="{7BE2F987-0002-982A-11F4-E91286055D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7408" y="2026698"/>
                          <a:ext cx="5270" cy="5277"/>
                        </a:xfrm>
                        <a:custGeom>
                          <a:avLst/>
                          <a:gdLst>
                            <a:gd fmla="*/ 2358 w 5270" name="connsiteX0"/>
                            <a:gd fmla="*/ 18 h 5277" name="connsiteY0"/>
                            <a:gd fmla="*/ 5260 w 5270" name="connsiteX1"/>
                            <a:gd fmla="*/ 2365 h 5277" name="connsiteY1"/>
                            <a:gd fmla="*/ 2913 w 5270" name="connsiteX2"/>
                            <a:gd fmla="*/ 5267 h 5277" name="connsiteY2"/>
                            <a:gd fmla="*/ 11 w 5270" name="connsiteX3"/>
                            <a:gd fmla="*/ 2920 h 5277" name="connsiteY3"/>
                            <a:gd fmla="*/ 2358 w 5270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388" y="3816"/>
                                <a:pt x="4364" y="5139"/>
                                <a:pt x="2913" y="5267"/>
                              </a:cubicBezTo>
                              <a:cubicBezTo>
                                <a:pt x="1462" y="5395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4cc5523-5da3-4828-9431-e3a523f7d1fd" id="2078" name="任意多边形: 形状 2077">
                          <a:extLst>
                            <a:ext uri="{FF2B5EF4-FFF2-40B4-BE49-F238E27FC236}">
                              <a16:creationId id="{638BC581-79EE-57CF-D6EC-C5C52B0C19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8453" y="2076586"/>
                          <a:ext cx="5285" cy="5277"/>
                        </a:xfrm>
                        <a:custGeom>
                          <a:avLst/>
                          <a:gdLst>
                            <a:gd fmla="*/ 2365 w 5285" name="connsiteX0"/>
                            <a:gd fmla="*/ 18 h 5277" name="connsiteY0"/>
                            <a:gd fmla="*/ 5267 w 5285" name="connsiteX1"/>
                            <a:gd fmla="*/ 2365 h 5277" name="connsiteY1"/>
                            <a:gd fmla="*/ 2920 w 5285" name="connsiteX2"/>
                            <a:gd fmla="*/ 5267 h 5277" name="connsiteY2"/>
                            <a:gd fmla="*/ 18 w 5285" name="connsiteX3"/>
                            <a:gd fmla="*/ 2920 h 5277" name="connsiteY3"/>
                            <a:gd fmla="*/ 2365 w 5285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85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395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53acbaa-606f-4fc4-8fbb-aa1d7178de0e" id="2079" name="任意多边形: 形状 2078">
                          <a:extLst>
                            <a:ext uri="{FF2B5EF4-FFF2-40B4-BE49-F238E27FC236}">
                              <a16:creationId id="{89203973-CDC1-71D9-EBF6-28BB39DA16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2563" y="2089858"/>
                          <a:ext cx="5278" cy="5285"/>
                        </a:xfrm>
                        <a:custGeom>
                          <a:avLst/>
                          <a:gdLst>
                            <a:gd fmla="*/ 2365 w 5278" name="connsiteX0"/>
                            <a:gd fmla="*/ 18 h 5285" name="connsiteY0"/>
                            <a:gd fmla="*/ 5267 w 5278" name="connsiteX1"/>
                            <a:gd fmla="*/ 2365 h 5285" name="connsiteY1"/>
                            <a:gd fmla="*/ 2920 w 5278" name="connsiteX2"/>
                            <a:gd fmla="*/ 5267 h 5285" name="connsiteY2"/>
                            <a:gd fmla="*/ 18 w 5278" name="connsiteX3"/>
                            <a:gd fmla="*/ 2920 h 5285" name="connsiteY3"/>
                            <a:gd fmla="*/ 2365 w 5278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8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395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f23953d-943a-455e-b85a-89c6f86cb887" id="2080" name="任意多边形: 形状 2079">
                          <a:extLst>
                            <a:ext uri="{FF2B5EF4-FFF2-40B4-BE49-F238E27FC236}">
                              <a16:creationId id="{E35875F4-E5D1-7655-4754-D32DF22331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6824" y="2085633"/>
                          <a:ext cx="5270" cy="5277"/>
                        </a:xfrm>
                        <a:custGeom>
                          <a:avLst/>
                          <a:gdLst>
                            <a:gd fmla="*/ 2358 w 5270" name="connsiteX0"/>
                            <a:gd fmla="*/ 18 h 5277" name="connsiteY0"/>
                            <a:gd fmla="*/ 5260 w 5270" name="connsiteX1"/>
                            <a:gd fmla="*/ 2365 h 5277" name="connsiteY1"/>
                            <a:gd fmla="*/ 2913 w 5270" name="connsiteX2"/>
                            <a:gd fmla="*/ 5267 h 5277" name="connsiteY2"/>
                            <a:gd fmla="*/ 11 w 5270" name="connsiteX3"/>
                            <a:gd fmla="*/ 2920 h 5277" name="connsiteY3"/>
                            <a:gd fmla="*/ 2358 w 5270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388" y="3816"/>
                                <a:pt x="4364" y="5139"/>
                                <a:pt x="2913" y="5267"/>
                              </a:cubicBezTo>
                              <a:cubicBezTo>
                                <a:pt x="1462" y="5395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8a6729b-65b9-4eca-a96f-361ff89ae26a" id="2081" name="任意多边形: 形状 2080">
                          <a:extLst>
                            <a:ext uri="{FF2B5EF4-FFF2-40B4-BE49-F238E27FC236}">
                              <a16:creationId id="{F1FFDE7E-81D7-D348-018B-39561C9613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4583" y="2065447"/>
                          <a:ext cx="5285" cy="5285"/>
                        </a:xfrm>
                        <a:custGeom>
                          <a:avLst/>
                          <a:gdLst>
                            <a:gd fmla="*/ 2365 w 5285" name="connsiteX0"/>
                            <a:gd fmla="*/ 18 h 5285" name="connsiteY0"/>
                            <a:gd fmla="*/ 5267 w 5285" name="connsiteX1"/>
                            <a:gd fmla="*/ 2365 h 5285" name="connsiteY1"/>
                            <a:gd fmla="*/ 2920 w 5285" name="connsiteX2"/>
                            <a:gd fmla="*/ 5267 h 5285" name="connsiteY2"/>
                            <a:gd fmla="*/ 18 w 5285" name="connsiteX3"/>
                            <a:gd fmla="*/ 2920 h 5285" name="connsiteY3"/>
                            <a:gd fmla="*/ 2365 w 5285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5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179e441-1fcf-479c-a5d0-3d139cd4432f" id="2082" name="任意多边形: 形状 2081">
                          <a:extLst>
                            <a:ext uri="{FF2B5EF4-FFF2-40B4-BE49-F238E27FC236}">
                              <a16:creationId id="{0F808819-F3B6-938A-507B-838451DE1B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1284" y="2086700"/>
                          <a:ext cx="5277" cy="5277"/>
                        </a:xfrm>
                        <a:custGeom>
                          <a:avLst/>
                          <a:gdLst>
                            <a:gd fmla="*/ 2365 w 5277" name="connsiteX0"/>
                            <a:gd fmla="*/ 18 h 5277" name="connsiteY0"/>
                            <a:gd fmla="*/ 5267 w 5277" name="connsiteX1"/>
                            <a:gd fmla="*/ 2365 h 5277" name="connsiteY1"/>
                            <a:gd fmla="*/ 2920 w 5277" name="connsiteX2"/>
                            <a:gd fmla="*/ 5267 h 5277" name="connsiteY2"/>
                            <a:gd fmla="*/ 18 w 5277" name="connsiteX3"/>
                            <a:gd fmla="*/ 2920 h 5277" name="connsiteY3"/>
                            <a:gd fmla="*/ 2365 w 5277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395" y="3816"/>
                                <a:pt x="4371" y="5139"/>
                                <a:pt x="2920" y="5267"/>
                              </a:cubicBezTo>
                              <a:cubicBezTo>
                                <a:pt x="1469" y="5395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89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dcee96a-d6f0-4f96-be9b-5a0ecd41ffe2" id="2083" name="任意多边形: 形状 2082">
                          <a:extLst>
                            <a:ext uri="{FF2B5EF4-FFF2-40B4-BE49-F238E27FC236}">
                              <a16:creationId id="{46A1ABA9-5F74-0DE0-3608-817B365701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8310" y="2094040"/>
                          <a:ext cx="5284" cy="5285"/>
                        </a:xfrm>
                        <a:custGeom>
                          <a:avLst/>
                          <a:gdLst>
                            <a:gd fmla="*/ 2365 w 5284" name="connsiteX0"/>
                            <a:gd fmla="*/ 18 h 5285" name="connsiteY0"/>
                            <a:gd fmla="*/ 5267 w 5284" name="connsiteX1"/>
                            <a:gd fmla="*/ 2365 h 5285" name="connsiteY1"/>
                            <a:gd fmla="*/ 2920 w 5284" name="connsiteX2"/>
                            <a:gd fmla="*/ 5267 h 5285" name="connsiteY2"/>
                            <a:gd fmla="*/ 18 w 5284" name="connsiteX3"/>
                            <a:gd fmla="*/ 2920 h 5285" name="connsiteY3"/>
                            <a:gd fmla="*/ 2365 w 5284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7ed69e6-b7e9-4194-8c40-d7214dd09b01" id="2084" name="任意多边形: 形状 2083">
                          <a:extLst>
                            <a:ext uri="{FF2B5EF4-FFF2-40B4-BE49-F238E27FC236}">
                              <a16:creationId id="{AAE7E371-BC1E-828F-09A8-6CAA296327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8509" y="2109574"/>
                          <a:ext cx="5284" cy="5277"/>
                        </a:xfrm>
                        <a:custGeom>
                          <a:avLst/>
                          <a:gdLst>
                            <a:gd fmla="*/ 2365 w 5284" name="connsiteX0"/>
                            <a:gd fmla="*/ 18 h 5277" name="connsiteY0"/>
                            <a:gd fmla="*/ 5267 w 5284" name="connsiteX1"/>
                            <a:gd fmla="*/ 2365 h 5277" name="connsiteY1"/>
                            <a:gd fmla="*/ 2920 w 5284" name="connsiteX2"/>
                            <a:gd fmla="*/ 5267 h 5277" name="connsiteY2"/>
                            <a:gd fmla="*/ 18 w 5284" name="connsiteX3"/>
                            <a:gd fmla="*/ 2920 h 5277" name="connsiteY3"/>
                            <a:gd fmla="*/ 2365 w 5284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395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3b893c2-5e61-4222-89cd-f6c2b7bb261e" id="2085" name="任意多边形: 形状 2084">
                          <a:extLst>
                            <a:ext uri="{FF2B5EF4-FFF2-40B4-BE49-F238E27FC236}">
                              <a16:creationId id="{CA0713AB-86E0-480C-E78B-66ED5654D7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4301" y="2032800"/>
                          <a:ext cx="5277" cy="5277"/>
                        </a:xfrm>
                        <a:custGeom>
                          <a:avLst/>
                          <a:gdLst>
                            <a:gd fmla="*/ 2365 w 5277" name="connsiteX0"/>
                            <a:gd fmla="*/ 18 h 5277" name="connsiteY0"/>
                            <a:gd fmla="*/ 5267 w 5277" name="connsiteX1"/>
                            <a:gd fmla="*/ 2365 h 5277" name="connsiteY1"/>
                            <a:gd fmla="*/ 2920 w 5277" name="connsiteX2"/>
                            <a:gd fmla="*/ 5267 h 5277" name="connsiteY2"/>
                            <a:gd fmla="*/ 18 w 5277" name="connsiteX3"/>
                            <a:gd fmla="*/ 2920 h 5277" name="connsiteY3"/>
                            <a:gd fmla="*/ 2365 w 5277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395" y="3816"/>
                                <a:pt x="4371" y="5139"/>
                                <a:pt x="2920" y="5267"/>
                              </a:cubicBezTo>
                              <a:cubicBezTo>
                                <a:pt x="1469" y="5395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2bc5e65-b8c8-49ec-9978-cc6c7e286590" id="2086" name="任意多边形: 形状 2085">
                          <a:extLst>
                            <a:ext uri="{FF2B5EF4-FFF2-40B4-BE49-F238E27FC236}">
                              <a16:creationId id="{91967BA3-D0F5-27E9-967B-C0B07F85D2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1513" y="2055931"/>
                          <a:ext cx="5285" cy="5284"/>
                        </a:xfrm>
                        <a:custGeom>
                          <a:avLst/>
                          <a:gdLst>
                            <a:gd fmla="*/ 2365 w 5285" name="connsiteX0"/>
                            <a:gd fmla="*/ 18 h 5284" name="connsiteY0"/>
                            <a:gd fmla="*/ 5267 w 5285" name="connsiteX1"/>
                            <a:gd fmla="*/ 2365 h 5284" name="connsiteY1"/>
                            <a:gd fmla="*/ 2920 w 5285" name="connsiteX2"/>
                            <a:gd fmla="*/ 5267 h 5284" name="connsiteY2"/>
                            <a:gd fmla="*/ 18 w 5285" name="connsiteX3"/>
                            <a:gd fmla="*/ 2920 h 5284" name="connsiteY3"/>
                            <a:gd fmla="*/ 2365 w 5285" name="connsiteX4"/>
                            <a:gd fmla="*/ 18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85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f3b66fc-d3e9-431f-a029-05da30ada1f9" id="2087" name="任意多边形: 形状 2086">
                          <a:extLst>
                            <a:ext uri="{FF2B5EF4-FFF2-40B4-BE49-F238E27FC236}">
                              <a16:creationId id="{1C87EF69-D345-59B4-8BAD-A67D92D7E0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6940" y="2081280"/>
                          <a:ext cx="5277" cy="5284"/>
                        </a:xfrm>
                        <a:custGeom>
                          <a:avLst/>
                          <a:gdLst>
                            <a:gd fmla="*/ 2358 w 5277" name="connsiteX0"/>
                            <a:gd fmla="*/ 18 h 5284" name="connsiteY0"/>
                            <a:gd fmla="*/ 5260 w 5277" name="connsiteX1"/>
                            <a:gd fmla="*/ 2365 h 5284" name="connsiteY1"/>
                            <a:gd fmla="*/ 2913 w 5277" name="connsiteX2"/>
                            <a:gd fmla="*/ 5267 h 5284" name="connsiteY2"/>
                            <a:gd fmla="*/ 11 w 5277" name="connsiteX3"/>
                            <a:gd fmla="*/ 2920 h 5284" name="connsiteY3"/>
                            <a:gd fmla="*/ 2358 w 5277" name="connsiteX4"/>
                            <a:gd fmla="*/ 18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77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430" y="3816"/>
                                <a:pt x="4364" y="5096"/>
                                <a:pt x="2913" y="5267"/>
                              </a:cubicBezTo>
                              <a:cubicBezTo>
                                <a:pt x="1462" y="5438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5deee43-fc64-4938-8b55-15870d959803" id="2088" name="任意多边形: 形状 2087">
                          <a:extLst>
                            <a:ext uri="{FF2B5EF4-FFF2-40B4-BE49-F238E27FC236}">
                              <a16:creationId id="{CA93B3ED-0B79-CF6D-90FC-92AC3C2F59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9051" y="2044707"/>
                          <a:ext cx="5284" cy="5284"/>
                        </a:xfrm>
                        <a:custGeom>
                          <a:avLst/>
                          <a:gdLst>
                            <a:gd fmla="*/ 2365 w 5284" name="connsiteX0"/>
                            <a:gd fmla="*/ 18 h 5284" name="connsiteY0"/>
                            <a:gd fmla="*/ 5267 w 5284" name="connsiteX1"/>
                            <a:gd fmla="*/ 2365 h 5284" name="connsiteY1"/>
                            <a:gd fmla="*/ 2920 w 5284" name="connsiteX2"/>
                            <a:gd fmla="*/ 5267 h 5284" name="connsiteY2"/>
                            <a:gd fmla="*/ 18 w 5284" name="connsiteX3"/>
                            <a:gd fmla="*/ 2920 h 5284" name="connsiteY3"/>
                            <a:gd fmla="*/ 2365 w 5284" name="connsiteX4"/>
                            <a:gd fmla="*/ 18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b27695b-fff9-406f-9399-68cd83ce86d5" id="2089" name="任意多边形: 形状 2088">
                          <a:extLst>
                            <a:ext uri="{FF2B5EF4-FFF2-40B4-BE49-F238E27FC236}">
                              <a16:creationId id="{63C9DAEF-2342-86AC-35E0-3028846E59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4664" y="2041890"/>
                          <a:ext cx="5277" cy="5285"/>
                        </a:xfrm>
                        <a:custGeom>
                          <a:avLst/>
                          <a:gdLst>
                            <a:gd fmla="*/ 2358 w 5277" name="connsiteX0"/>
                            <a:gd fmla="*/ 18 h 5285" name="connsiteY0"/>
                            <a:gd fmla="*/ 5260 w 5277" name="connsiteX1"/>
                            <a:gd fmla="*/ 2365 h 5285" name="connsiteY1"/>
                            <a:gd fmla="*/ 2913 w 5277" name="connsiteX2"/>
                            <a:gd fmla="*/ 5267 h 5285" name="connsiteY2"/>
                            <a:gd fmla="*/ 11 w 5277" name="connsiteX3"/>
                            <a:gd fmla="*/ 2920 h 5285" name="connsiteY3"/>
                            <a:gd fmla="*/ 2358 w 5277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7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430" y="3816"/>
                                <a:pt x="4364" y="5139"/>
                                <a:pt x="2913" y="5267"/>
                              </a:cubicBezTo>
                              <a:cubicBezTo>
                                <a:pt x="1462" y="5438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7600506-e437-412f-be00-bf23bd657ed4" id="2090" name="任意多边形: 形状 2089">
                          <a:extLst>
                            <a:ext uri="{FF2B5EF4-FFF2-40B4-BE49-F238E27FC236}">
                              <a16:creationId id="{CD126DE7-AD45-FB88-6AD4-27F61F5DD5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7259" y="2060155"/>
                          <a:ext cx="5285" cy="5285"/>
                        </a:xfrm>
                        <a:custGeom>
                          <a:avLst/>
                          <a:gdLst>
                            <a:gd fmla="*/ 2365 w 5285" name="connsiteX0"/>
                            <a:gd fmla="*/ 18 h 5285" name="connsiteY0"/>
                            <a:gd fmla="*/ 5267 w 5285" name="connsiteX1"/>
                            <a:gd fmla="*/ 2365 h 5285" name="connsiteY1"/>
                            <a:gd fmla="*/ 2920 w 5285" name="connsiteX2"/>
                            <a:gd fmla="*/ 5267 h 5285" name="connsiteY2"/>
                            <a:gd fmla="*/ 18 w 5285" name="connsiteX3"/>
                            <a:gd fmla="*/ 2920 h 5285" name="connsiteY3"/>
                            <a:gd fmla="*/ 2365 w 5285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5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eff4b7a-4e80-4d3d-a545-8cf33b9baad9" id="2091" name="任意多边形: 形状 2090">
                          <a:extLst>
                            <a:ext uri="{FF2B5EF4-FFF2-40B4-BE49-F238E27FC236}">
                              <a16:creationId id="{1AC0FD37-DC00-D0F7-8130-BEF1760608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2493" y="2070398"/>
                          <a:ext cx="5284" cy="5285"/>
                        </a:xfrm>
                        <a:custGeom>
                          <a:avLst/>
                          <a:gdLst>
                            <a:gd fmla="*/ 2365 w 5284" name="connsiteX0"/>
                            <a:gd fmla="*/ 18 h 5285" name="connsiteY0"/>
                            <a:gd fmla="*/ 5267 w 5284" name="connsiteX1"/>
                            <a:gd fmla="*/ 2365 h 5285" name="connsiteY1"/>
                            <a:gd fmla="*/ 2920 w 5284" name="connsiteX2"/>
                            <a:gd fmla="*/ 5267 h 5285" name="connsiteY2"/>
                            <a:gd fmla="*/ 18 w 5284" name="connsiteX3"/>
                            <a:gd fmla="*/ 2920 h 5285" name="connsiteY3"/>
                            <a:gd fmla="*/ 2365 w 5284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aaaeb9e-44b4-4c92-85f5-6f89a5aa1a54" id="2092" name="任意多边形: 形状 2091">
                          <a:extLst>
                            <a:ext uri="{FF2B5EF4-FFF2-40B4-BE49-F238E27FC236}">
                              <a16:creationId id="{EA020EC2-14A4-2576-E640-560226E7A6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3219" y="1955429"/>
                          <a:ext cx="5277" cy="5285"/>
                        </a:xfrm>
                        <a:custGeom>
                          <a:avLst/>
                          <a:gdLst>
                            <a:gd fmla="*/ 2365 w 5277" name="connsiteX0"/>
                            <a:gd fmla="*/ 18 h 5285" name="connsiteY0"/>
                            <a:gd fmla="*/ 5267 w 5277" name="connsiteX1"/>
                            <a:gd fmla="*/ 2365 h 5285" name="connsiteY1"/>
                            <a:gd fmla="*/ 2920 w 5277" name="connsiteX2"/>
                            <a:gd fmla="*/ 5267 h 5285" name="connsiteY2"/>
                            <a:gd fmla="*/ 18 w 5277" name="connsiteX3"/>
                            <a:gd fmla="*/ 2920 h 5285" name="connsiteY3"/>
                            <a:gd fmla="*/ 2365 w 5277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7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395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350be6c-9910-47b1-bc0b-625fb1972ffc" id="2093" name="任意多边形: 形状 2092">
                          <a:extLst>
                            <a:ext uri="{FF2B5EF4-FFF2-40B4-BE49-F238E27FC236}">
                              <a16:creationId id="{CA61EA51-F109-E540-7C97-CFE690E690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0963" y="1958928"/>
                          <a:ext cx="5270" cy="5277"/>
                        </a:xfrm>
                        <a:custGeom>
                          <a:avLst/>
                          <a:gdLst>
                            <a:gd fmla="*/ 2358 w 5270" name="connsiteX0"/>
                            <a:gd fmla="*/ 18 h 5277" name="connsiteY0"/>
                            <a:gd fmla="*/ 5260 w 5270" name="connsiteX1"/>
                            <a:gd fmla="*/ 2365 h 5277" name="connsiteY1"/>
                            <a:gd fmla="*/ 2913 w 5270" name="connsiteX2"/>
                            <a:gd fmla="*/ 5267 h 5277" name="connsiteY2"/>
                            <a:gd fmla="*/ 11 w 5270" name="connsiteX3"/>
                            <a:gd fmla="*/ 2920 h 5277" name="connsiteY3"/>
                            <a:gd fmla="*/ 2358 w 5270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388" y="3816"/>
                                <a:pt x="4364" y="5139"/>
                                <a:pt x="2913" y="5267"/>
                              </a:cubicBezTo>
                              <a:cubicBezTo>
                                <a:pt x="1462" y="5395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b578eb3-210e-4bb9-869b-f15b2ad9fa8d" id="2094" name="任意多边形: 形状 2093">
                          <a:extLst>
                            <a:ext uri="{FF2B5EF4-FFF2-40B4-BE49-F238E27FC236}">
                              <a16:creationId id="{51B9B376-8728-C029-D8AF-0C9811405A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4968" y="1979840"/>
                          <a:ext cx="5285" cy="5285"/>
                        </a:xfrm>
                        <a:custGeom>
                          <a:avLst/>
                          <a:gdLst>
                            <a:gd fmla="*/ 2365 w 5285" name="connsiteX0"/>
                            <a:gd fmla="*/ 18 h 5285" name="connsiteY0"/>
                            <a:gd fmla="*/ 5267 w 5285" name="connsiteX1"/>
                            <a:gd fmla="*/ 2365 h 5285" name="connsiteY1"/>
                            <a:gd fmla="*/ 2920 w 5285" name="connsiteX2"/>
                            <a:gd fmla="*/ 5267 h 5285" name="connsiteY2"/>
                            <a:gd fmla="*/ 18 w 5285" name="connsiteX3"/>
                            <a:gd fmla="*/ 2920 h 5285" name="connsiteY3"/>
                            <a:gd fmla="*/ 2365 w 5285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5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36a3227-22bf-4336-ace4-fb76c002d6db" id="2095" name="任意多边形: 形状 2094">
                          <a:extLst>
                            <a:ext uri="{FF2B5EF4-FFF2-40B4-BE49-F238E27FC236}">
                              <a16:creationId id="{6E1D0F0F-E88F-8F80-C5B3-B50BF5F55A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5478" y="1980992"/>
                          <a:ext cx="5285" cy="5284"/>
                        </a:xfrm>
                        <a:custGeom>
                          <a:avLst/>
                          <a:gdLst>
                            <a:gd fmla="*/ 2365 w 5285" name="connsiteX0"/>
                            <a:gd fmla="*/ 18 h 5284" name="connsiteY0"/>
                            <a:gd fmla="*/ 5267 w 5285" name="connsiteX1"/>
                            <a:gd fmla="*/ 2365 h 5284" name="connsiteY1"/>
                            <a:gd fmla="*/ 2920 w 5285" name="connsiteX2"/>
                            <a:gd fmla="*/ 5267 h 5284" name="connsiteY2"/>
                            <a:gd fmla="*/ 18 w 5285" name="connsiteX3"/>
                            <a:gd fmla="*/ 2920 h 5284" name="connsiteY3"/>
                            <a:gd fmla="*/ 2365 w 5285" name="connsiteX4"/>
                            <a:gd fmla="*/ 18 h 528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4" w="5285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63c2d55-c0df-4955-9a2a-c940584e4dfb" id="2096" name="任意多边形: 形状 2095">
                          <a:extLst>
                            <a:ext uri="{FF2B5EF4-FFF2-40B4-BE49-F238E27FC236}">
                              <a16:creationId id="{1ABCBC1E-4B6F-5254-1CB6-0B7DE199F9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4363" y="1971432"/>
                          <a:ext cx="5277" cy="5277"/>
                        </a:xfrm>
                        <a:custGeom>
                          <a:avLst/>
                          <a:gdLst>
                            <a:gd fmla="*/ 2358 w 5277" name="connsiteX0"/>
                            <a:gd fmla="*/ 18 h 5277" name="connsiteY0"/>
                            <a:gd fmla="*/ 5260 w 5277" name="connsiteX1"/>
                            <a:gd fmla="*/ 2365 h 5277" name="connsiteY1"/>
                            <a:gd fmla="*/ 2913 w 5277" name="connsiteX2"/>
                            <a:gd fmla="*/ 5267 h 5277" name="connsiteY2"/>
                            <a:gd fmla="*/ 11 w 5277" name="connsiteX3"/>
                            <a:gd fmla="*/ 2920 h 5277" name="connsiteY3"/>
                            <a:gd fmla="*/ 2358 w 5277" name="connsiteX4"/>
                            <a:gd fmla="*/ 18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2358" y="18"/>
                              </a:moveTo>
                              <a:cubicBezTo>
                                <a:pt x="3809" y="-153"/>
                                <a:pt x="5132" y="914"/>
                                <a:pt x="5260" y="2365"/>
                              </a:cubicBezTo>
                              <a:cubicBezTo>
                                <a:pt x="5430" y="3816"/>
                                <a:pt x="4364" y="5139"/>
                                <a:pt x="2913" y="5267"/>
                              </a:cubicBezTo>
                              <a:cubicBezTo>
                                <a:pt x="1462" y="5395"/>
                                <a:pt x="139" y="4371"/>
                                <a:pt x="11" y="2920"/>
                              </a:cubicBezTo>
                              <a:cubicBezTo>
                                <a:pt x="-117" y="1469"/>
                                <a:pt x="907" y="146"/>
                                <a:pt x="2358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a3f04b8-6fd1-442f-a4ae-f52ee02ecf17" id="2097" name="任意多边形: 形状 2096">
                          <a:extLst>
                            <a:ext uri="{FF2B5EF4-FFF2-40B4-BE49-F238E27FC236}">
                              <a16:creationId id="{4C72BA79-091C-459B-1B8B-CDFBC2F8B5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3387" y="1961958"/>
                          <a:ext cx="5285" cy="5285"/>
                        </a:xfrm>
                        <a:custGeom>
                          <a:avLst/>
                          <a:gdLst>
                            <a:gd fmla="*/ 2365 w 5285" name="connsiteX0"/>
                            <a:gd fmla="*/ 18 h 5285" name="connsiteY0"/>
                            <a:gd fmla="*/ 5267 w 5285" name="connsiteX1"/>
                            <a:gd fmla="*/ 2365 h 5285" name="connsiteY1"/>
                            <a:gd fmla="*/ 2920 w 5285" name="connsiteX2"/>
                            <a:gd fmla="*/ 5267 h 5285" name="connsiteY2"/>
                            <a:gd fmla="*/ 18 w 5285" name="connsiteX3"/>
                            <a:gd fmla="*/ 2920 h 5285" name="connsiteY3"/>
                            <a:gd fmla="*/ 2365 w 5285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5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096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46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5f39a73-be60-4a78-b9b7-ba3bc0d303c3" id="2098" name="任意多边形: 形状 2097">
                          <a:extLst>
                            <a:ext uri="{FF2B5EF4-FFF2-40B4-BE49-F238E27FC236}">
                              <a16:creationId id="{CDAD7FDC-EB73-B4E4-D48C-EA2B1B42F6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6902" y="1978645"/>
                          <a:ext cx="5284" cy="5285"/>
                        </a:xfrm>
                        <a:custGeom>
                          <a:avLst/>
                          <a:gdLst>
                            <a:gd fmla="*/ 2365 w 5284" name="connsiteX0"/>
                            <a:gd fmla="*/ 18 h 5285" name="connsiteY0"/>
                            <a:gd fmla="*/ 5267 w 5284" name="connsiteX1"/>
                            <a:gd fmla="*/ 2365 h 5285" name="connsiteY1"/>
                            <a:gd fmla="*/ 2920 w 5284" name="connsiteX2"/>
                            <a:gd fmla="*/ 5267 h 5285" name="connsiteY2"/>
                            <a:gd fmla="*/ 18 w 5284" name="connsiteX3"/>
                            <a:gd fmla="*/ 2920 h 5285" name="connsiteY3"/>
                            <a:gd fmla="*/ 2365 w 5284" name="connsiteX4"/>
                            <a:gd fmla="*/ 18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84">
                              <a:moveTo>
                                <a:pt x="2365" y="18"/>
                              </a:moveTo>
                              <a:cubicBezTo>
                                <a:pt x="3816" y="-153"/>
                                <a:pt x="5139" y="914"/>
                                <a:pt x="5267" y="2365"/>
                              </a:cubicBezTo>
                              <a:cubicBezTo>
                                <a:pt x="5438" y="3816"/>
                                <a:pt x="4371" y="5139"/>
                                <a:pt x="2920" y="5267"/>
                              </a:cubicBezTo>
                              <a:cubicBezTo>
                                <a:pt x="1469" y="5438"/>
                                <a:pt x="189" y="4371"/>
                                <a:pt x="18" y="2920"/>
                              </a:cubicBezTo>
                              <a:cubicBezTo>
                                <a:pt x="-153" y="1469"/>
                                <a:pt x="914" y="146"/>
                                <a:pt x="2365" y="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38c2ce89-f29f-4dbf-bc22-96e6d4384ebe" id="1473" name="图形 6643">
                        <a:extLst>
                          <a:ext uri="{FF2B5EF4-FFF2-40B4-BE49-F238E27FC236}">
                            <a16:creationId id="{5AD57437-FBBC-C628-E76C-1F399CBEA5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90772" y="1918741"/>
                        <a:ext cx="154448" cy="123727"/>
                        <a:chOff x="6690772" y="1918741"/>
                        <a:chExt cx="154448" cy="123727"/>
                      </a:xfrm>
                      <a:solidFill>
                        <a:srgbClr val="494950"/>
                      </a:solidFill>
                    </p:grpSpPr>
                    <p:sp>
                      <p:nvSpPr>
                        <p:cNvPr descr="23970f31-d198-4385-90f8-bf04fcc88339" id="1987" name="任意多边形: 形状 1986">
                          <a:extLst>
                            <a:ext uri="{FF2B5EF4-FFF2-40B4-BE49-F238E27FC236}">
                              <a16:creationId id="{8851D7E1-EDA8-557C-4C42-A98B1DB658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4301" y="1967093"/>
                          <a:ext cx="5253" cy="5259"/>
                        </a:xfrm>
                        <a:custGeom>
                          <a:avLst/>
                          <a:gdLst>
                            <a:gd fmla="*/ 170 w 5253" name="connsiteX0"/>
                            <a:gd fmla="*/ 1669 h 5259" name="connsiteY0"/>
                            <a:gd fmla="*/ 3585 w 5253" name="connsiteX1"/>
                            <a:gd fmla="*/ 176 h 5259" name="connsiteY1"/>
                            <a:gd fmla="*/ 5078 w 5253" name="connsiteX2"/>
                            <a:gd fmla="*/ 3590 h 5259" name="connsiteY2"/>
                            <a:gd fmla="*/ 1664 w 5253" name="connsiteX3"/>
                            <a:gd fmla="*/ 5083 h 5259" name="connsiteY3"/>
                            <a:gd fmla="*/ 170 w 5253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3">
                              <a:moveTo>
                                <a:pt x="170" y="1669"/>
                              </a:moveTo>
                              <a:cubicBezTo>
                                <a:pt x="725" y="304"/>
                                <a:pt x="2262" y="-336"/>
                                <a:pt x="3585" y="176"/>
                              </a:cubicBezTo>
                              <a:cubicBezTo>
                                <a:pt x="4950" y="730"/>
                                <a:pt x="5590" y="2267"/>
                                <a:pt x="5078" y="3590"/>
                              </a:cubicBezTo>
                              <a:cubicBezTo>
                                <a:pt x="4524" y="4955"/>
                                <a:pt x="2987" y="5596"/>
                                <a:pt x="1664" y="5083"/>
                              </a:cubicBezTo>
                              <a:cubicBezTo>
                                <a:pt x="341" y="4571"/>
                                <a:pt x="-342" y="2992"/>
                                <a:pt x="170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1727207-c3b8-4a3c-b9f2-7142a20ca9ac" id="1988" name="任意多边形: 形状 1987">
                          <a:extLst>
                            <a:ext uri="{FF2B5EF4-FFF2-40B4-BE49-F238E27FC236}">
                              <a16:creationId id="{4CCD900C-E60D-BD97-889F-E76CBC62C3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3216" y="1978487"/>
                          <a:ext cx="5258" cy="5259"/>
                        </a:xfrm>
                        <a:custGeom>
                          <a:avLst/>
                          <a:gdLst>
                            <a:gd fmla="*/ 176 w 5258" name="connsiteX0"/>
                            <a:gd fmla="*/ 1669 h 5259" name="connsiteY0"/>
                            <a:gd fmla="*/ 3590 w 5258" name="connsiteX1"/>
                            <a:gd fmla="*/ 176 h 5259" name="connsiteY1"/>
                            <a:gd fmla="*/ 5083 w 5258" name="connsiteX2"/>
                            <a:gd fmla="*/ 3590 h 5259" name="connsiteY2"/>
                            <a:gd fmla="*/ 1669 w 5258" name="connsiteX3"/>
                            <a:gd fmla="*/ 5083 h 5259" name="connsiteY3"/>
                            <a:gd fmla="*/ 176 w 5258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8">
                              <a:moveTo>
                                <a:pt x="176" y="1669"/>
                              </a:moveTo>
                              <a:cubicBezTo>
                                <a:pt x="731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5" y="2267"/>
                                <a:pt x="5083" y="3590"/>
                              </a:cubicBezTo>
                              <a:cubicBezTo>
                                <a:pt x="4528" y="4955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1e1d38f-e050-477b-92f8-69a45f61c523" id="1989" name="任意多边形: 形状 1988">
                          <a:extLst>
                            <a:ext uri="{FF2B5EF4-FFF2-40B4-BE49-F238E27FC236}">
                              <a16:creationId id="{578E4FCB-37C6-1AEB-DAB6-7DC1CB930B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6160" y="1963934"/>
                          <a:ext cx="5258" cy="5254"/>
                        </a:xfrm>
                        <a:custGeom>
                          <a:avLst/>
                          <a:gdLst>
                            <a:gd fmla="*/ 176 w 5258" name="connsiteX0"/>
                            <a:gd fmla="*/ 1669 h 5254" name="connsiteY0"/>
                            <a:gd fmla="*/ 3590 w 5258" name="connsiteX1"/>
                            <a:gd fmla="*/ 176 h 5254" name="connsiteY1"/>
                            <a:gd fmla="*/ 5083 w 5258" name="connsiteX2"/>
                            <a:gd fmla="*/ 3590 h 5254" name="connsiteY2"/>
                            <a:gd fmla="*/ 1669 w 5258" name="connsiteX3"/>
                            <a:gd fmla="*/ 5084 h 5254" name="connsiteY3"/>
                            <a:gd fmla="*/ 176 w 5258" name="connsiteX4"/>
                            <a:gd fmla="*/ 1669 h 525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4" w="5258">
                              <a:moveTo>
                                <a:pt x="176" y="1669"/>
                              </a:moveTo>
                              <a:cubicBezTo>
                                <a:pt x="731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5" y="2267"/>
                                <a:pt x="5083" y="3590"/>
                              </a:cubicBezTo>
                              <a:cubicBezTo>
                                <a:pt x="4571" y="4913"/>
                                <a:pt x="2992" y="5596"/>
                                <a:pt x="1669" y="5084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bb89aa8-0f09-4ac5-a6d6-4f787361bed2" id="1990" name="任意多边形: 形状 1989">
                          <a:extLst>
                            <a:ext uri="{FF2B5EF4-FFF2-40B4-BE49-F238E27FC236}">
                              <a16:creationId id="{7D0EFBB0-48BC-EB0E-72F0-1325BC5530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7468" y="1984205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4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1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6"/>
                                <a:pt x="1669" y="5084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a95fbe0-0713-4753-b5f9-4d9a555e50a8" id="1991" name="任意多边形: 形状 1990">
                          <a:extLst>
                            <a:ext uri="{FF2B5EF4-FFF2-40B4-BE49-F238E27FC236}">
                              <a16:creationId id="{BA4615D6-78F8-2937-77E7-36607F6CC8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0542" y="1972470"/>
                          <a:ext cx="5259" cy="5254"/>
                        </a:xfrm>
                        <a:custGeom>
                          <a:avLst/>
                          <a:gdLst>
                            <a:gd fmla="*/ 176 w 5259" name="connsiteX0"/>
                            <a:gd fmla="*/ 1669 h 5254" name="connsiteY0"/>
                            <a:gd fmla="*/ 3590 w 5259" name="connsiteX1"/>
                            <a:gd fmla="*/ 176 h 5254" name="connsiteY1"/>
                            <a:gd fmla="*/ 5083 w 5259" name="connsiteX2"/>
                            <a:gd fmla="*/ 3590 h 5254" name="connsiteY2"/>
                            <a:gd fmla="*/ 1669 w 5259" name="connsiteX3"/>
                            <a:gd fmla="*/ 5084 h 5254" name="connsiteY3"/>
                            <a:gd fmla="*/ 176 w 5259" name="connsiteX4"/>
                            <a:gd fmla="*/ 1669 h 525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4" w="5259">
                              <a:moveTo>
                                <a:pt x="176" y="1669"/>
                              </a:moveTo>
                              <a:cubicBezTo>
                                <a:pt x="731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71" y="4913"/>
                                <a:pt x="2992" y="5596"/>
                                <a:pt x="1669" y="5084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2d6be63-d1bf-4070-9a33-221ff09c83cb" id="1992" name="任意多边形: 形状 1991">
                          <a:extLst>
                            <a:ext uri="{FF2B5EF4-FFF2-40B4-BE49-F238E27FC236}">
                              <a16:creationId id="{B3C0C495-A21B-52D6-34C0-9BB0411121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0271" y="1993039"/>
                          <a:ext cx="5259" cy="5253"/>
                        </a:xfrm>
                        <a:custGeom>
                          <a:avLst/>
                          <a:gdLst>
                            <a:gd fmla="*/ 176 w 5259" name="connsiteX0"/>
                            <a:gd fmla="*/ 1669 h 5253" name="connsiteY0"/>
                            <a:gd fmla="*/ 3590 w 5259" name="connsiteX1"/>
                            <a:gd fmla="*/ 176 h 5253" name="connsiteY1"/>
                            <a:gd fmla="*/ 5083 w 5259" name="connsiteX2"/>
                            <a:gd fmla="*/ 3590 h 5253" name="connsiteY2"/>
                            <a:gd fmla="*/ 1669 w 5259" name="connsiteX3"/>
                            <a:gd fmla="*/ 5083 h 5253" name="connsiteY3"/>
                            <a:gd fmla="*/ 176 w 5259" name="connsiteX4"/>
                            <a:gd fmla="*/ 1669 h 525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3" w="5259">
                              <a:moveTo>
                                <a:pt x="176" y="1669"/>
                              </a:moveTo>
                              <a:cubicBezTo>
                                <a:pt x="731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71" y="4913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916097a-c8dd-461a-89f4-ddb5bc464c99" id="1993" name="任意多边形: 形状 1992">
                          <a:extLst>
                            <a:ext uri="{FF2B5EF4-FFF2-40B4-BE49-F238E27FC236}">
                              <a16:creationId id="{F86EF78C-3BED-0BAF-5F6D-DF22C67661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8750" y="1991290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5" y="2267"/>
                                <a:pt x="5083" y="3590"/>
                              </a:cubicBezTo>
                              <a:cubicBezTo>
                                <a:pt x="4529" y="4955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7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d317a9d-7fff-4ccf-9a0c-3aaaa5500f13" id="1994" name="任意多边形: 形状 1993">
                          <a:extLst>
                            <a:ext uri="{FF2B5EF4-FFF2-40B4-BE49-F238E27FC236}">
                              <a16:creationId id="{EBF293B5-9A7F-008E-A98D-20E4844072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5009" y="1964703"/>
                          <a:ext cx="5258" cy="5253"/>
                        </a:xfrm>
                        <a:custGeom>
                          <a:avLst/>
                          <a:gdLst>
                            <a:gd fmla="*/ 176 w 5258" name="connsiteX0"/>
                            <a:gd fmla="*/ 1669 h 5253" name="connsiteY0"/>
                            <a:gd fmla="*/ 3590 w 5258" name="connsiteX1"/>
                            <a:gd fmla="*/ 176 h 5253" name="connsiteY1"/>
                            <a:gd fmla="*/ 5083 w 5258" name="connsiteX2"/>
                            <a:gd fmla="*/ 3590 h 5253" name="connsiteY2"/>
                            <a:gd fmla="*/ 1669 w 5258" name="connsiteX3"/>
                            <a:gd fmla="*/ 5083 h 5253" name="connsiteY3"/>
                            <a:gd fmla="*/ 176 w 5258" name="connsiteX4"/>
                            <a:gd fmla="*/ 1669 h 525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3" w="5258">
                              <a:moveTo>
                                <a:pt x="176" y="1669"/>
                              </a:moveTo>
                              <a:cubicBezTo>
                                <a:pt x="731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5" y="2267"/>
                                <a:pt x="5083" y="3590"/>
                              </a:cubicBezTo>
                              <a:cubicBezTo>
                                <a:pt x="4571" y="4913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6986581-b4fb-4dfd-89fe-3e548edb13cb" id="1995" name="任意多边形: 形状 1994">
                          <a:extLst>
                            <a:ext uri="{FF2B5EF4-FFF2-40B4-BE49-F238E27FC236}">
                              <a16:creationId id="{9B02F477-74DE-F1CD-9862-FFF023C06B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3928" y="1976097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c820504-5ef8-49a7-ae0b-733ede4c3457" id="1996" name="任意多边形: 形状 1995">
                          <a:extLst>
                            <a:ext uri="{FF2B5EF4-FFF2-40B4-BE49-F238E27FC236}">
                              <a16:creationId id="{47466501-B91B-AAD8-762D-70A5E51A7F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6873" y="1961545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76c498d-74de-4dec-b38f-79b20cde2479" id="1997" name="任意多边形: 形状 1996">
                          <a:extLst>
                            <a:ext uri="{FF2B5EF4-FFF2-40B4-BE49-F238E27FC236}">
                              <a16:creationId id="{A1008694-652D-E377-DBB4-C18C550825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8181" y="1981816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a2bc1eb-a460-4f0b-a765-9f94cb5ede85" id="1998" name="任意多边形: 形状 1997">
                          <a:extLst>
                            <a:ext uri="{FF2B5EF4-FFF2-40B4-BE49-F238E27FC236}">
                              <a16:creationId id="{B735DA72-0D6A-ACBE-7573-FB0F4524EC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1255" y="1970080"/>
                          <a:ext cx="5259" cy="5253"/>
                        </a:xfrm>
                        <a:custGeom>
                          <a:avLst/>
                          <a:gdLst>
                            <a:gd fmla="*/ 176 w 5259" name="connsiteX0"/>
                            <a:gd fmla="*/ 1669 h 5253" name="connsiteY0"/>
                            <a:gd fmla="*/ 3590 w 5259" name="connsiteX1"/>
                            <a:gd fmla="*/ 176 h 5253" name="connsiteY1"/>
                            <a:gd fmla="*/ 5083 w 5259" name="connsiteX2"/>
                            <a:gd fmla="*/ 3590 h 5253" name="connsiteY2"/>
                            <a:gd fmla="*/ 1669 w 5259" name="connsiteX3"/>
                            <a:gd fmla="*/ 5083 h 5253" name="connsiteY3"/>
                            <a:gd fmla="*/ 176 w 5259" name="connsiteX4"/>
                            <a:gd fmla="*/ 1669 h 525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3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71" y="4913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cca5235-665c-461c-85dc-4f39cd735d36" id="1999" name="任意多边形: 形状 1998">
                          <a:extLst>
                            <a:ext uri="{FF2B5EF4-FFF2-40B4-BE49-F238E27FC236}">
                              <a16:creationId id="{48B6E669-4297-8A3B-8B54-BC47E41656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0984" y="1990650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4e87484-f64e-4e17-ae70-5654f7ab80f0" id="2000" name="任意多边形: 形状 1999">
                          <a:extLst>
                            <a:ext uri="{FF2B5EF4-FFF2-40B4-BE49-F238E27FC236}">
                              <a16:creationId id="{86A4CD69-FE5C-A536-23A4-C2ECAB0FA2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9462" y="1988900"/>
                          <a:ext cx="5254" cy="5253"/>
                        </a:xfrm>
                        <a:custGeom>
                          <a:avLst/>
                          <a:gdLst>
                            <a:gd fmla="*/ 176 w 5254" name="connsiteX0"/>
                            <a:gd fmla="*/ 1669 h 5253" name="connsiteY0"/>
                            <a:gd fmla="*/ 3590 w 5254" name="connsiteX1"/>
                            <a:gd fmla="*/ 176 h 5253" name="connsiteY1"/>
                            <a:gd fmla="*/ 5084 w 5254" name="connsiteX2"/>
                            <a:gd fmla="*/ 3590 h 5253" name="connsiteY2"/>
                            <a:gd fmla="*/ 1669 w 5254" name="connsiteX3"/>
                            <a:gd fmla="*/ 5083 h 5253" name="connsiteY3"/>
                            <a:gd fmla="*/ 176 w 5254" name="connsiteX4"/>
                            <a:gd fmla="*/ 1669 h 525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3" w="5254">
                              <a:moveTo>
                                <a:pt x="176" y="1669"/>
                              </a:moveTo>
                              <a:cubicBezTo>
                                <a:pt x="731" y="304"/>
                                <a:pt x="2267" y="-336"/>
                                <a:pt x="3590" y="176"/>
                              </a:cubicBezTo>
                              <a:cubicBezTo>
                                <a:pt x="4913" y="688"/>
                                <a:pt x="5596" y="2267"/>
                                <a:pt x="5084" y="3590"/>
                              </a:cubicBezTo>
                              <a:cubicBezTo>
                                <a:pt x="4571" y="4913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b45935d-7e09-4e05-b266-67b3fac71724" id="2001" name="任意多边形: 形状 2000">
                          <a:extLst>
                            <a:ext uri="{FF2B5EF4-FFF2-40B4-BE49-F238E27FC236}">
                              <a16:creationId id="{1A8C9A2D-205E-5940-385D-D5FA1A914B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8750" y="2003794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4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5" y="2267"/>
                                <a:pt x="5083" y="3590"/>
                              </a:cubicBezTo>
                              <a:cubicBezTo>
                                <a:pt x="4529" y="4955"/>
                                <a:pt x="2992" y="5596"/>
                                <a:pt x="1669" y="5084"/>
                              </a:cubicBezTo>
                              <a:cubicBezTo>
                                <a:pt x="304" y="4529"/>
                                <a:pt x="-337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2d962da-f3d0-49be-81b8-f536ae836ec5" id="2002" name="任意多边形: 形状 2001">
                          <a:extLst>
                            <a:ext uri="{FF2B5EF4-FFF2-40B4-BE49-F238E27FC236}">
                              <a16:creationId id="{92D06D97-72C3-600B-0175-D87B837C49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7669" y="2015188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27459a3-d7db-4dfa-af07-2f4a4069e77e" id="2003" name="任意多边形: 形状 2002">
                          <a:extLst>
                            <a:ext uri="{FF2B5EF4-FFF2-40B4-BE49-F238E27FC236}">
                              <a16:creationId id="{4F9B8036-0409-0297-750D-4ED2EF852D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0613" y="2000636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f216091-26b3-4085-a754-ce3df5a5d6a4" id="2004" name="任意多边形: 形状 2003">
                          <a:extLst>
                            <a:ext uri="{FF2B5EF4-FFF2-40B4-BE49-F238E27FC236}">
                              <a16:creationId id="{44BB7DF8-4A1C-2551-E2B6-F37E0F2AE4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1927" y="2020949"/>
                          <a:ext cx="5253" cy="5259"/>
                        </a:xfrm>
                        <a:custGeom>
                          <a:avLst/>
                          <a:gdLst>
                            <a:gd fmla="*/ 170 w 5253" name="connsiteX0"/>
                            <a:gd fmla="*/ 1669 h 5259" name="connsiteY0"/>
                            <a:gd fmla="*/ 3585 w 5253" name="connsiteX1"/>
                            <a:gd fmla="*/ 176 h 5259" name="connsiteY1"/>
                            <a:gd fmla="*/ 5078 w 5253" name="connsiteX2"/>
                            <a:gd fmla="*/ 3590 h 5259" name="connsiteY2"/>
                            <a:gd fmla="*/ 1664 w 5253" name="connsiteX3"/>
                            <a:gd fmla="*/ 5083 h 5259" name="connsiteY3"/>
                            <a:gd fmla="*/ 170 w 5253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3">
                              <a:moveTo>
                                <a:pt x="170" y="1669"/>
                              </a:moveTo>
                              <a:cubicBezTo>
                                <a:pt x="725" y="304"/>
                                <a:pt x="2262" y="-336"/>
                                <a:pt x="3585" y="176"/>
                              </a:cubicBezTo>
                              <a:cubicBezTo>
                                <a:pt x="4950" y="730"/>
                                <a:pt x="5590" y="2267"/>
                                <a:pt x="5078" y="3590"/>
                              </a:cubicBezTo>
                              <a:cubicBezTo>
                                <a:pt x="4524" y="4955"/>
                                <a:pt x="2987" y="5595"/>
                                <a:pt x="1664" y="5083"/>
                              </a:cubicBezTo>
                              <a:cubicBezTo>
                                <a:pt x="341" y="4571"/>
                                <a:pt x="-342" y="2992"/>
                                <a:pt x="170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c9ae6c5-75e2-4c6c-a2dd-4e84b05613c1" id="2005" name="任意多边形: 形状 2004">
                          <a:extLst>
                            <a:ext uri="{FF2B5EF4-FFF2-40B4-BE49-F238E27FC236}">
                              <a16:creationId id="{83087BC8-0254-5B09-6005-572DBEFE07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4995" y="2009171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a5ff854-b49d-45fa-aa14-bad84c8baea0" id="2006" name="任意多边形: 形状 2005">
                          <a:extLst>
                            <a:ext uri="{FF2B5EF4-FFF2-40B4-BE49-F238E27FC236}">
                              <a16:creationId id="{0AC85A70-4D77-163A-747D-DE3DC016CE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1837" y="2031490"/>
                          <a:ext cx="5253" cy="5259"/>
                        </a:xfrm>
                        <a:custGeom>
                          <a:avLst/>
                          <a:gdLst>
                            <a:gd fmla="*/ 176 w 5253" name="connsiteX0"/>
                            <a:gd fmla="*/ 1669 h 5259" name="connsiteY0"/>
                            <a:gd fmla="*/ 3590 w 5253" name="connsiteX1"/>
                            <a:gd fmla="*/ 176 h 5259" name="connsiteY1"/>
                            <a:gd fmla="*/ 5083 w 5253" name="connsiteX2"/>
                            <a:gd fmla="*/ 3590 h 5259" name="connsiteY2"/>
                            <a:gd fmla="*/ 1669 w 5253" name="connsiteX3"/>
                            <a:gd fmla="*/ 5083 h 5259" name="connsiteY3"/>
                            <a:gd fmla="*/ 176 w 5253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3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13" y="688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177f031-f5f8-4a9f-82e3-6c9acc171a5c" id="2007" name="任意多边形: 形状 2006">
                          <a:extLst>
                            <a:ext uri="{FF2B5EF4-FFF2-40B4-BE49-F238E27FC236}">
                              <a16:creationId id="{C630AC75-B038-7324-7AA9-575CEAFC19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5408" y="2020523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299b8dc-0038-48c8-927b-79ed4be73262" id="2008" name="任意多边形: 形状 2007">
                          <a:extLst>
                            <a:ext uri="{FF2B5EF4-FFF2-40B4-BE49-F238E27FC236}">
                              <a16:creationId id="{A693D2DA-3C95-BED3-D153-E5ECC9F2BD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4068" y="2001788"/>
                          <a:ext cx="5253" cy="5259"/>
                        </a:xfrm>
                        <a:custGeom>
                          <a:avLst/>
                          <a:gdLst>
                            <a:gd fmla="*/ 176 w 5253" name="connsiteX0"/>
                            <a:gd fmla="*/ 1669 h 5259" name="connsiteY0"/>
                            <a:gd fmla="*/ 3590 w 5253" name="connsiteX1"/>
                            <a:gd fmla="*/ 176 h 5259" name="connsiteY1"/>
                            <a:gd fmla="*/ 5083 w 5253" name="connsiteX2"/>
                            <a:gd fmla="*/ 3590 h 5259" name="connsiteY2"/>
                            <a:gd fmla="*/ 1669 w 5253" name="connsiteX3"/>
                            <a:gd fmla="*/ 5083 h 5259" name="connsiteY3"/>
                            <a:gd fmla="*/ 176 w 5253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3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13" y="688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aa1dfe6-b9ad-414f-9a43-bea5b43a7f5d" id="2009" name="任意多边形: 形状 2008">
                          <a:extLst>
                            <a:ext uri="{FF2B5EF4-FFF2-40B4-BE49-F238E27FC236}">
                              <a16:creationId id="{2B723354-D439-8BD3-1973-EC543B96BB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3030" y="2013182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6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bd01f0e-abd5-4f9f-82df-1565af9f37f1" id="2010" name="任意多边形: 形状 2009">
                          <a:extLst>
                            <a:ext uri="{FF2B5EF4-FFF2-40B4-BE49-F238E27FC236}">
                              <a16:creationId id="{E5563CB1-08EC-2B94-B5EE-90D0EA9E8B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5974" y="1998630"/>
                          <a:ext cx="5259" cy="5253"/>
                        </a:xfrm>
                        <a:custGeom>
                          <a:avLst/>
                          <a:gdLst>
                            <a:gd fmla="*/ 176 w 5259" name="connsiteX0"/>
                            <a:gd fmla="*/ 1669 h 5253" name="connsiteY0"/>
                            <a:gd fmla="*/ 3590 w 5259" name="connsiteX1"/>
                            <a:gd fmla="*/ 176 h 5253" name="connsiteY1"/>
                            <a:gd fmla="*/ 5083 w 5259" name="connsiteX2"/>
                            <a:gd fmla="*/ 3590 h 5253" name="connsiteY2"/>
                            <a:gd fmla="*/ 1669 w 5259" name="connsiteX3"/>
                            <a:gd fmla="*/ 5083 h 5253" name="connsiteY3"/>
                            <a:gd fmla="*/ 176 w 5259" name="connsiteX4"/>
                            <a:gd fmla="*/ 1669 h 525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3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6" y="730"/>
                                <a:pt x="5596" y="2267"/>
                                <a:pt x="5083" y="3590"/>
                              </a:cubicBezTo>
                              <a:cubicBezTo>
                                <a:pt x="4571" y="4913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667b96a-5542-4d47-92ae-9637abd4f378" id="2011" name="任意多边形: 形状 2010">
                          <a:extLst>
                            <a:ext uri="{FF2B5EF4-FFF2-40B4-BE49-F238E27FC236}">
                              <a16:creationId id="{D1E9B283-3556-9950-5268-F992BB0CC8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07283" y="2018901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5" y="2267"/>
                                <a:pt x="5083" y="3590"/>
                              </a:cubicBezTo>
                              <a:cubicBezTo>
                                <a:pt x="4529" y="4955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7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00717b0-15c2-4fc6-b4fb-22c5911f2bd1" id="2012" name="任意多边形: 形状 2011">
                          <a:extLst>
                            <a:ext uri="{FF2B5EF4-FFF2-40B4-BE49-F238E27FC236}">
                              <a16:creationId id="{BE0BF621-C401-4FE7-1F5B-4CB1852B5A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0356" y="2007165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5" y="2267"/>
                                <a:pt x="5083" y="3590"/>
                              </a:cubicBezTo>
                              <a:cubicBezTo>
                                <a:pt x="4529" y="4955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7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cd66aa4-bb29-410a-8b00-8c6f89c29464" id="2013" name="任意多边形: 形状 2012">
                          <a:extLst>
                            <a:ext uri="{FF2B5EF4-FFF2-40B4-BE49-F238E27FC236}">
                              <a16:creationId id="{061786B4-0FFC-0918-ECB6-3579035BD8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1153" y="2037209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c3b96f2-4346-4a95-9d29-5b0326c0bd92" id="2014" name="任意多边形: 形状 2013">
                          <a:extLst>
                            <a:ext uri="{FF2B5EF4-FFF2-40B4-BE49-F238E27FC236}">
                              <a16:creationId id="{8C5E5EE6-E273-E4CE-9476-751DAE00AB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8564" y="2025985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7cbd9c9-0a65-46e4-9a3c-f33ae717ea77" id="2015" name="任意多边形: 形状 2014">
                          <a:extLst>
                            <a:ext uri="{FF2B5EF4-FFF2-40B4-BE49-F238E27FC236}">
                              <a16:creationId id="{C42469E5-166E-4B23-2CE7-C05F234CE1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3458" y="1931288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66d2687-7baf-4f9a-8374-92757c5eac1a" id="2016" name="任意多边形: 形状 2015">
                          <a:extLst>
                            <a:ext uri="{FF2B5EF4-FFF2-40B4-BE49-F238E27FC236}">
                              <a16:creationId id="{F02798C2-FA80-C53F-22DA-B6DE9BE270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2377" y="1942682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4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1" y="304"/>
                                <a:pt x="2267" y="-336"/>
                                <a:pt x="3590" y="176"/>
                              </a:cubicBezTo>
                              <a:cubicBezTo>
                                <a:pt x="4955" y="731"/>
                                <a:pt x="5596" y="2267"/>
                                <a:pt x="5084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48ad9dd-21cd-4fe7-a034-5c55ebb12b3e" id="2017" name="任意多边形: 形状 2016">
                          <a:extLst>
                            <a:ext uri="{FF2B5EF4-FFF2-40B4-BE49-F238E27FC236}">
                              <a16:creationId id="{D45E1458-989E-6723-107F-ED7A7D1987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6943" y="1918741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1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7757182-7bec-4c86-a2b9-784874b59995" id="2018" name="任意多边形: 形状 2017">
                          <a:extLst>
                            <a:ext uri="{FF2B5EF4-FFF2-40B4-BE49-F238E27FC236}">
                              <a16:creationId id="{12DBB8DC-5954-6E58-88CA-1A3A757FA7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6635" y="1948401"/>
                          <a:ext cx="5254" cy="5259"/>
                        </a:xfrm>
                        <a:custGeom>
                          <a:avLst/>
                          <a:gdLst>
                            <a:gd fmla="*/ 171 w 5254" name="connsiteX0"/>
                            <a:gd fmla="*/ 1669 h 5259" name="connsiteY0"/>
                            <a:gd fmla="*/ 3585 w 5254" name="connsiteX1"/>
                            <a:gd fmla="*/ 176 h 5259" name="connsiteY1"/>
                            <a:gd fmla="*/ 5078 w 5254" name="connsiteX2"/>
                            <a:gd fmla="*/ 3590 h 5259" name="connsiteY2"/>
                            <a:gd fmla="*/ 1664 w 5254" name="connsiteX3"/>
                            <a:gd fmla="*/ 5083 h 5259" name="connsiteY3"/>
                            <a:gd fmla="*/ 171 w 5254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4">
                              <a:moveTo>
                                <a:pt x="171" y="1669"/>
                              </a:moveTo>
                              <a:cubicBezTo>
                                <a:pt x="725" y="304"/>
                                <a:pt x="2262" y="-336"/>
                                <a:pt x="3585" y="176"/>
                              </a:cubicBezTo>
                              <a:cubicBezTo>
                                <a:pt x="4950" y="730"/>
                                <a:pt x="5590" y="2267"/>
                                <a:pt x="5078" y="3590"/>
                              </a:cubicBezTo>
                              <a:cubicBezTo>
                                <a:pt x="4524" y="4955"/>
                                <a:pt x="2987" y="5595"/>
                                <a:pt x="1664" y="5083"/>
                              </a:cubicBezTo>
                              <a:cubicBezTo>
                                <a:pt x="341" y="4571"/>
                                <a:pt x="-342" y="2992"/>
                                <a:pt x="171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bf95df4-9bd6-4445-bd57-9bdd96208f65" id="2019" name="任意多边形: 形状 2018">
                          <a:extLst>
                            <a:ext uri="{FF2B5EF4-FFF2-40B4-BE49-F238E27FC236}">
                              <a16:creationId id="{23B369A0-9BA4-10BD-9AB4-47B3D8D73A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9703" y="1936665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74c723e-e5b5-4b1c-8a32-9adb555f8c08" id="2020" name="任意多边形: 形状 2019">
                          <a:extLst>
                            <a:ext uri="{FF2B5EF4-FFF2-40B4-BE49-F238E27FC236}">
                              <a16:creationId id="{98DC5BAE-F30C-C5D1-6194-B69A5D84B3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9480" y="1957234"/>
                          <a:ext cx="5253" cy="5253"/>
                        </a:xfrm>
                        <a:custGeom>
                          <a:avLst/>
                          <a:gdLst>
                            <a:gd fmla="*/ 171 w 5253" name="connsiteX0"/>
                            <a:gd fmla="*/ 1669 h 5253" name="connsiteY0"/>
                            <a:gd fmla="*/ 3585 w 5253" name="connsiteX1"/>
                            <a:gd fmla="*/ 176 h 5253" name="connsiteY1"/>
                            <a:gd fmla="*/ 5078 w 5253" name="connsiteX2"/>
                            <a:gd fmla="*/ 3590 h 5253" name="connsiteY2"/>
                            <a:gd fmla="*/ 1664 w 5253" name="connsiteX3"/>
                            <a:gd fmla="*/ 5083 h 5253" name="connsiteY3"/>
                            <a:gd fmla="*/ 171 w 5253" name="connsiteX4"/>
                            <a:gd fmla="*/ 1669 h 525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3" w="5253">
                              <a:moveTo>
                                <a:pt x="171" y="1669"/>
                              </a:moveTo>
                              <a:cubicBezTo>
                                <a:pt x="725" y="304"/>
                                <a:pt x="2262" y="-336"/>
                                <a:pt x="3585" y="176"/>
                              </a:cubicBezTo>
                              <a:cubicBezTo>
                                <a:pt x="4950" y="730"/>
                                <a:pt x="5590" y="2267"/>
                                <a:pt x="5078" y="3590"/>
                              </a:cubicBezTo>
                              <a:cubicBezTo>
                                <a:pt x="4566" y="4913"/>
                                <a:pt x="2987" y="5596"/>
                                <a:pt x="1664" y="5083"/>
                              </a:cubicBezTo>
                              <a:cubicBezTo>
                                <a:pt x="341" y="4571"/>
                                <a:pt x="-342" y="2992"/>
                                <a:pt x="171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d6c7ca7-a5f3-4b62-b9a0-1bb947c6dbdb" id="2021" name="任意多边形: 形状 2020">
                          <a:extLst>
                            <a:ext uri="{FF2B5EF4-FFF2-40B4-BE49-F238E27FC236}">
                              <a16:creationId id="{AEB1CA99-FA15-C9FB-A450-CCA2AF3BF9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7911" y="1955485"/>
                          <a:ext cx="5258" cy="5259"/>
                        </a:xfrm>
                        <a:custGeom>
                          <a:avLst/>
                          <a:gdLst>
                            <a:gd fmla="*/ 176 w 5258" name="connsiteX0"/>
                            <a:gd fmla="*/ 1669 h 5259" name="connsiteY0"/>
                            <a:gd fmla="*/ 3590 w 5258" name="connsiteX1"/>
                            <a:gd fmla="*/ 176 h 5259" name="connsiteY1"/>
                            <a:gd fmla="*/ 5083 w 5258" name="connsiteX2"/>
                            <a:gd fmla="*/ 3590 h 5259" name="connsiteY2"/>
                            <a:gd fmla="*/ 1669 w 5258" name="connsiteX3"/>
                            <a:gd fmla="*/ 5083 h 5259" name="connsiteY3"/>
                            <a:gd fmla="*/ 176 w 5258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8">
                              <a:moveTo>
                                <a:pt x="176" y="1669"/>
                              </a:moveTo>
                              <a:cubicBezTo>
                                <a:pt x="731" y="304"/>
                                <a:pt x="2267" y="-336"/>
                                <a:pt x="3590" y="176"/>
                              </a:cubicBezTo>
                              <a:cubicBezTo>
                                <a:pt x="4955" y="731"/>
                                <a:pt x="5595" y="2267"/>
                                <a:pt x="5083" y="3590"/>
                              </a:cubicBezTo>
                              <a:cubicBezTo>
                                <a:pt x="4528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1bc4d0f-d30d-4ab4-aa8a-33496b972183" id="2022" name="任意多边形: 形状 2021">
                          <a:extLst>
                            <a:ext uri="{FF2B5EF4-FFF2-40B4-BE49-F238E27FC236}">
                              <a16:creationId id="{CE92AE6B-CBF9-E99F-0820-6BFF90B428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3204" y="1995557"/>
                          <a:ext cx="5259" cy="5253"/>
                        </a:xfrm>
                        <a:custGeom>
                          <a:avLst/>
                          <a:gdLst>
                            <a:gd fmla="*/ 176 w 5259" name="connsiteX0"/>
                            <a:gd fmla="*/ 1669 h 5253" name="connsiteY0"/>
                            <a:gd fmla="*/ 3590 w 5259" name="connsiteX1"/>
                            <a:gd fmla="*/ 176 h 5253" name="connsiteY1"/>
                            <a:gd fmla="*/ 5083 w 5259" name="connsiteX2"/>
                            <a:gd fmla="*/ 3590 h 5253" name="connsiteY2"/>
                            <a:gd fmla="*/ 1669 w 5259" name="connsiteX3"/>
                            <a:gd fmla="*/ 5083 h 5253" name="connsiteY3"/>
                            <a:gd fmla="*/ 176 w 5259" name="connsiteX4"/>
                            <a:gd fmla="*/ 1669 h 525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3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71" y="4913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b2a0096-06a5-4984-9eb1-cf23053e67b4" id="2023" name="任意多边形: 形状 2022">
                          <a:extLst>
                            <a:ext uri="{FF2B5EF4-FFF2-40B4-BE49-F238E27FC236}">
                              <a16:creationId id="{08401202-C2B1-7CA8-F8B1-48736DBDBA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2128" y="2006994"/>
                          <a:ext cx="5254" cy="5259"/>
                        </a:xfrm>
                        <a:custGeom>
                          <a:avLst/>
                          <a:gdLst>
                            <a:gd fmla="*/ 171 w 5254" name="connsiteX0"/>
                            <a:gd fmla="*/ 1669 h 5259" name="connsiteY0"/>
                            <a:gd fmla="*/ 3585 w 5254" name="connsiteX1"/>
                            <a:gd fmla="*/ 176 h 5259" name="connsiteY1"/>
                            <a:gd fmla="*/ 5078 w 5254" name="connsiteX2"/>
                            <a:gd fmla="*/ 3590 h 5259" name="connsiteY2"/>
                            <a:gd fmla="*/ 1664 w 5254" name="connsiteX3"/>
                            <a:gd fmla="*/ 5084 h 5259" name="connsiteY3"/>
                            <a:gd fmla="*/ 171 w 5254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4">
                              <a:moveTo>
                                <a:pt x="171" y="1669"/>
                              </a:moveTo>
                              <a:cubicBezTo>
                                <a:pt x="725" y="304"/>
                                <a:pt x="2262" y="-336"/>
                                <a:pt x="3585" y="176"/>
                              </a:cubicBezTo>
                              <a:cubicBezTo>
                                <a:pt x="4950" y="730"/>
                                <a:pt x="5590" y="2267"/>
                                <a:pt x="5078" y="3590"/>
                              </a:cubicBezTo>
                              <a:cubicBezTo>
                                <a:pt x="4524" y="4955"/>
                                <a:pt x="2987" y="5596"/>
                                <a:pt x="1664" y="5084"/>
                              </a:cubicBezTo>
                              <a:cubicBezTo>
                                <a:pt x="341" y="4571"/>
                                <a:pt x="-342" y="2992"/>
                                <a:pt x="171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7662d56-2ee1-4afe-8580-b54f3cebc2e8" id="2024" name="任意多边形: 形状 2023">
                          <a:extLst>
                            <a:ext uri="{FF2B5EF4-FFF2-40B4-BE49-F238E27FC236}">
                              <a16:creationId id="{30E2EA50-4506-72D4-F4BD-FD6D836C1E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5073" y="1992442"/>
                          <a:ext cx="5254" cy="5259"/>
                        </a:xfrm>
                        <a:custGeom>
                          <a:avLst/>
                          <a:gdLst>
                            <a:gd fmla="*/ 171 w 5254" name="connsiteX0"/>
                            <a:gd fmla="*/ 1669 h 5259" name="connsiteY0"/>
                            <a:gd fmla="*/ 3585 w 5254" name="connsiteX1"/>
                            <a:gd fmla="*/ 176 h 5259" name="connsiteY1"/>
                            <a:gd fmla="*/ 5078 w 5254" name="connsiteX2"/>
                            <a:gd fmla="*/ 3590 h 5259" name="connsiteY2"/>
                            <a:gd fmla="*/ 1664 w 5254" name="connsiteX3"/>
                            <a:gd fmla="*/ 5083 h 5259" name="connsiteY3"/>
                            <a:gd fmla="*/ 171 w 5254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4">
                              <a:moveTo>
                                <a:pt x="171" y="1669"/>
                              </a:moveTo>
                              <a:cubicBezTo>
                                <a:pt x="725" y="304"/>
                                <a:pt x="2262" y="-336"/>
                                <a:pt x="3585" y="176"/>
                              </a:cubicBezTo>
                              <a:cubicBezTo>
                                <a:pt x="4950" y="730"/>
                                <a:pt x="5590" y="2267"/>
                                <a:pt x="5078" y="3590"/>
                              </a:cubicBezTo>
                              <a:cubicBezTo>
                                <a:pt x="4524" y="4955"/>
                                <a:pt x="2987" y="5596"/>
                                <a:pt x="1664" y="5083"/>
                              </a:cubicBezTo>
                              <a:cubicBezTo>
                                <a:pt x="341" y="4571"/>
                                <a:pt x="-342" y="2992"/>
                                <a:pt x="171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63496ab-6a48-4be8-be72-7b5bd0f8af12" id="2025" name="任意多边形: 形状 2024">
                          <a:extLst>
                            <a:ext uri="{FF2B5EF4-FFF2-40B4-BE49-F238E27FC236}">
                              <a16:creationId id="{8928959B-5653-ED84-5622-1B6FE91ACD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6859" y="2002599"/>
                          <a:ext cx="5253" cy="5259"/>
                        </a:xfrm>
                        <a:custGeom>
                          <a:avLst/>
                          <a:gdLst>
                            <a:gd fmla="*/ 176 w 5253" name="connsiteX0"/>
                            <a:gd fmla="*/ 1669 h 5259" name="connsiteY0"/>
                            <a:gd fmla="*/ 3590 w 5253" name="connsiteX1"/>
                            <a:gd fmla="*/ 176 h 5259" name="connsiteY1"/>
                            <a:gd fmla="*/ 5083 w 5253" name="connsiteX2"/>
                            <a:gd fmla="*/ 3590 h 5259" name="connsiteY2"/>
                            <a:gd fmla="*/ 1669 w 5253" name="connsiteX3"/>
                            <a:gd fmla="*/ 5084 h 5259" name="connsiteY3"/>
                            <a:gd fmla="*/ 176 w 5253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3">
                              <a:moveTo>
                                <a:pt x="176" y="1669"/>
                              </a:moveTo>
                              <a:cubicBezTo>
                                <a:pt x="731" y="304"/>
                                <a:pt x="2267" y="-336"/>
                                <a:pt x="3590" y="176"/>
                              </a:cubicBezTo>
                              <a:cubicBezTo>
                                <a:pt x="4913" y="688"/>
                                <a:pt x="5595" y="2267"/>
                                <a:pt x="5083" y="3590"/>
                              </a:cubicBezTo>
                              <a:cubicBezTo>
                                <a:pt x="4528" y="4955"/>
                                <a:pt x="2992" y="5596"/>
                                <a:pt x="1669" y="5084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da6b5ca-a5d1-492d-88dc-ae46fa863d66" id="2026" name="任意多边形: 形状 2025">
                          <a:extLst>
                            <a:ext uri="{FF2B5EF4-FFF2-40B4-BE49-F238E27FC236}">
                              <a16:creationId id="{E7DC41A5-83C1-0100-4E82-0921507EE5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2797" y="1980109"/>
                          <a:ext cx="5254" cy="5259"/>
                        </a:xfrm>
                        <a:custGeom>
                          <a:avLst/>
                          <a:gdLst>
                            <a:gd fmla="*/ 171 w 5254" name="connsiteX0"/>
                            <a:gd fmla="*/ 1669 h 5259" name="connsiteY0"/>
                            <a:gd fmla="*/ 3585 w 5254" name="connsiteX1"/>
                            <a:gd fmla="*/ 176 h 5259" name="connsiteY1"/>
                            <a:gd fmla="*/ 5078 w 5254" name="connsiteX2"/>
                            <a:gd fmla="*/ 3590 h 5259" name="connsiteY2"/>
                            <a:gd fmla="*/ 1664 w 5254" name="connsiteX3"/>
                            <a:gd fmla="*/ 5083 h 5259" name="connsiteY3"/>
                            <a:gd fmla="*/ 171 w 5254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4">
                              <a:moveTo>
                                <a:pt x="171" y="1669"/>
                              </a:moveTo>
                              <a:cubicBezTo>
                                <a:pt x="725" y="304"/>
                                <a:pt x="2262" y="-336"/>
                                <a:pt x="3585" y="176"/>
                              </a:cubicBezTo>
                              <a:cubicBezTo>
                                <a:pt x="4950" y="730"/>
                                <a:pt x="5590" y="2267"/>
                                <a:pt x="5078" y="3590"/>
                              </a:cubicBezTo>
                              <a:cubicBezTo>
                                <a:pt x="4524" y="4955"/>
                                <a:pt x="2987" y="5595"/>
                                <a:pt x="1664" y="5083"/>
                              </a:cubicBezTo>
                              <a:cubicBezTo>
                                <a:pt x="341" y="4571"/>
                                <a:pt x="-342" y="2992"/>
                                <a:pt x="171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36e9456-0cce-4232-9e41-da0d9dc9cb68" id="2027" name="任意多边形: 形状 2026">
                          <a:extLst>
                            <a:ext uri="{FF2B5EF4-FFF2-40B4-BE49-F238E27FC236}">
                              <a16:creationId id="{30F7DEB2-09CF-E9D4-974A-0A6DB32776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9179" y="2021504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d6aa02e-af3b-4cbf-bfea-eafe46c3f439" id="2028" name="任意多边形: 形状 2027">
                          <a:extLst>
                            <a:ext uri="{FF2B5EF4-FFF2-40B4-BE49-F238E27FC236}">
                              <a16:creationId id="{685BF08E-1EB0-A0A1-26BB-FA5D3C7756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7657" y="2019797"/>
                          <a:ext cx="5253" cy="5259"/>
                        </a:xfrm>
                        <a:custGeom>
                          <a:avLst/>
                          <a:gdLst>
                            <a:gd fmla="*/ 176 w 5253" name="connsiteX0"/>
                            <a:gd fmla="*/ 1669 h 5259" name="connsiteY0"/>
                            <a:gd fmla="*/ 3590 w 5253" name="connsiteX1"/>
                            <a:gd fmla="*/ 176 h 5259" name="connsiteY1"/>
                            <a:gd fmla="*/ 5083 w 5253" name="connsiteX2"/>
                            <a:gd fmla="*/ 3590 h 5259" name="connsiteY2"/>
                            <a:gd fmla="*/ 1669 w 5253" name="connsiteX3"/>
                            <a:gd fmla="*/ 5084 h 5259" name="connsiteY3"/>
                            <a:gd fmla="*/ 176 w 5253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3">
                              <a:moveTo>
                                <a:pt x="176" y="1669"/>
                              </a:moveTo>
                              <a:cubicBezTo>
                                <a:pt x="731" y="304"/>
                                <a:pt x="2267" y="-336"/>
                                <a:pt x="3590" y="176"/>
                              </a:cubicBezTo>
                              <a:cubicBezTo>
                                <a:pt x="4913" y="688"/>
                                <a:pt x="5595" y="2267"/>
                                <a:pt x="5083" y="3590"/>
                              </a:cubicBezTo>
                              <a:cubicBezTo>
                                <a:pt x="4528" y="4955"/>
                                <a:pt x="2992" y="5596"/>
                                <a:pt x="1669" y="5084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2178a0b-95fc-4d95-b575-8a95fb03cf6e" id="2029" name="任意多边形: 形状 2028">
                          <a:extLst>
                            <a:ext uri="{FF2B5EF4-FFF2-40B4-BE49-F238E27FC236}">
                              <a16:creationId id="{B6DE25F6-4D88-998F-6692-54A1DC0942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1226" y="1943450"/>
                          <a:ext cx="5258" cy="5259"/>
                        </a:xfrm>
                        <a:custGeom>
                          <a:avLst/>
                          <a:gdLst>
                            <a:gd fmla="*/ 176 w 5258" name="connsiteX0"/>
                            <a:gd fmla="*/ 1669 h 5259" name="connsiteY0"/>
                            <a:gd fmla="*/ 3590 w 5258" name="connsiteX1"/>
                            <a:gd fmla="*/ 176 h 5259" name="connsiteY1"/>
                            <a:gd fmla="*/ 5083 w 5258" name="connsiteX2"/>
                            <a:gd fmla="*/ 3590 h 5259" name="connsiteY2"/>
                            <a:gd fmla="*/ 1669 w 5258" name="connsiteX3"/>
                            <a:gd fmla="*/ 5083 h 5259" name="connsiteY3"/>
                            <a:gd fmla="*/ 176 w 5258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8">
                              <a:moveTo>
                                <a:pt x="176" y="1669"/>
                              </a:moveTo>
                              <a:cubicBezTo>
                                <a:pt x="731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5" y="2267"/>
                                <a:pt x="5083" y="3590"/>
                              </a:cubicBezTo>
                              <a:cubicBezTo>
                                <a:pt x="4528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14f1e2a-0888-492b-b0cb-0cec4aaff43e" id="2030" name="任意多边形: 形状 2029">
                          <a:extLst>
                            <a:ext uri="{FF2B5EF4-FFF2-40B4-BE49-F238E27FC236}">
                              <a16:creationId id="{B5E9EEB4-0C0A-A2F9-FE52-1016833278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5039" y="1947846"/>
                          <a:ext cx="5253" cy="5253"/>
                        </a:xfrm>
                        <a:custGeom>
                          <a:avLst/>
                          <a:gdLst>
                            <a:gd fmla="*/ 176 w 5253" name="connsiteX0"/>
                            <a:gd fmla="*/ 1669 h 5253" name="connsiteY0"/>
                            <a:gd fmla="*/ 3590 w 5253" name="connsiteX1"/>
                            <a:gd fmla="*/ 176 h 5253" name="connsiteY1"/>
                            <a:gd fmla="*/ 5083 w 5253" name="connsiteX2"/>
                            <a:gd fmla="*/ 3590 h 5253" name="connsiteY2"/>
                            <a:gd fmla="*/ 1669 w 5253" name="connsiteX3"/>
                            <a:gd fmla="*/ 5083 h 5253" name="connsiteY3"/>
                            <a:gd fmla="*/ 176 w 5253" name="connsiteX4"/>
                            <a:gd fmla="*/ 1669 h 525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3" w="5253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13" y="688"/>
                                <a:pt x="5595" y="2267"/>
                                <a:pt x="5083" y="3590"/>
                              </a:cubicBezTo>
                              <a:cubicBezTo>
                                <a:pt x="4571" y="4913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7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fb1be42-06a2-4d6d-b2ab-506f5d2741cd" id="2031" name="任意多边形: 形状 2030">
                          <a:extLst>
                            <a:ext uri="{FF2B5EF4-FFF2-40B4-BE49-F238E27FC236}">
                              <a16:creationId id="{AAB83F1E-9DDE-696F-E9FF-B9B7C93873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9962" y="1954930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144528d-d927-4a5c-8476-6aad07bf2970" id="2032" name="任意多边形: 形状 2031">
                          <a:extLst>
                            <a:ext uri="{FF2B5EF4-FFF2-40B4-BE49-F238E27FC236}">
                              <a16:creationId id="{E87F8DBD-1463-B36C-8770-F21BE7FD00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9292" y="1953607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5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7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203f597-2d6b-4493-9f05-ac4caf7a6afe" id="2033" name="任意多边形: 形状 2032">
                          <a:extLst>
                            <a:ext uri="{FF2B5EF4-FFF2-40B4-BE49-F238E27FC236}">
                              <a16:creationId id="{1CA0D1D2-D80F-BB18-786E-70AED7FF8A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8766" y="1929666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d048476-42ec-46e5-8ee7-cdf68b4016b9" id="2034" name="任意多边形: 形状 2033">
                          <a:extLst>
                            <a:ext uri="{FF2B5EF4-FFF2-40B4-BE49-F238E27FC236}">
                              <a16:creationId id="{51AF78AB-1306-06C7-759B-3821F094E3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2094" y="1962398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5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7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08768cf-577f-4cbd-b945-5e84f6263c11" id="2035" name="任意多边形: 形状 2034">
                          <a:extLst>
                            <a:ext uri="{FF2B5EF4-FFF2-40B4-BE49-F238E27FC236}">
                              <a16:creationId id="{A2C07437-A89D-E571-1BC6-542624E017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4271" y="1980279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0ae018b-0f6e-48ce-9104-1a9bd80b538f" id="2036" name="任意多边形: 形状 2035">
                          <a:extLst>
                            <a:ext uri="{FF2B5EF4-FFF2-40B4-BE49-F238E27FC236}">
                              <a16:creationId id="{0F35AEAF-56D1-70DF-6240-42546CD64C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2958" y="1925910"/>
                          <a:ext cx="5253" cy="5259"/>
                        </a:xfrm>
                        <a:custGeom>
                          <a:avLst/>
                          <a:gdLst>
                            <a:gd fmla="*/ 176 w 5253" name="connsiteX0"/>
                            <a:gd fmla="*/ 1669 h 5259" name="connsiteY0"/>
                            <a:gd fmla="*/ 3590 w 5253" name="connsiteX1"/>
                            <a:gd fmla="*/ 176 h 5259" name="connsiteY1"/>
                            <a:gd fmla="*/ 5083 w 5253" name="connsiteX2"/>
                            <a:gd fmla="*/ 3590 h 5259" name="connsiteY2"/>
                            <a:gd fmla="*/ 1669 w 5253" name="connsiteX3"/>
                            <a:gd fmla="*/ 5084 h 5259" name="connsiteY3"/>
                            <a:gd fmla="*/ 176 w 5253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3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13" y="688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6"/>
                                <a:pt x="1669" y="5084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4100000-ace1-4dc9-b98e-6430398dd2e9" id="2037" name="任意多边形: 形状 2036">
                          <a:extLst>
                            <a:ext uri="{FF2B5EF4-FFF2-40B4-BE49-F238E27FC236}">
                              <a16:creationId id="{D007436B-2438-5EF3-2D6D-B008F8BB2C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01009" y="1956040"/>
                          <a:ext cx="5253" cy="5259"/>
                        </a:xfrm>
                        <a:custGeom>
                          <a:avLst/>
                          <a:gdLst>
                            <a:gd fmla="*/ 176 w 5253" name="connsiteX0"/>
                            <a:gd fmla="*/ 1669 h 5259" name="connsiteY0"/>
                            <a:gd fmla="*/ 3590 w 5253" name="connsiteX1"/>
                            <a:gd fmla="*/ 176 h 5259" name="connsiteY1"/>
                            <a:gd fmla="*/ 5083 w 5253" name="connsiteX2"/>
                            <a:gd fmla="*/ 3590 h 5259" name="connsiteY2"/>
                            <a:gd fmla="*/ 1669 w 5253" name="connsiteX3"/>
                            <a:gd fmla="*/ 5083 h 5259" name="connsiteY3"/>
                            <a:gd fmla="*/ 176 w 5253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3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13" y="688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bceaea4-2ed4-4272-b10e-aca75daf6394" id="2038" name="任意多边形: 形状 2037">
                          <a:extLst>
                            <a:ext uri="{FF2B5EF4-FFF2-40B4-BE49-F238E27FC236}">
                              <a16:creationId id="{268E1B65-CACB-37EC-2B7D-D9BC800FEB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5363" y="1935726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5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e262112-594c-4074-a5fc-23df0fd7e0fa" id="2039" name="任意多边形: 形状 2038">
                          <a:extLst>
                            <a:ext uri="{FF2B5EF4-FFF2-40B4-BE49-F238E27FC236}">
                              <a16:creationId id="{1E63BBBA-6E6F-4871-40A6-2B61620D1C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08563" y="1988857"/>
                          <a:ext cx="5258" cy="5254"/>
                        </a:xfrm>
                        <a:custGeom>
                          <a:avLst/>
                          <a:gdLst>
                            <a:gd fmla="*/ 176 w 5258" name="connsiteX0"/>
                            <a:gd fmla="*/ 1669 h 5254" name="connsiteY0"/>
                            <a:gd fmla="*/ 3590 w 5258" name="connsiteX1"/>
                            <a:gd fmla="*/ 176 h 5254" name="connsiteY1"/>
                            <a:gd fmla="*/ 5083 w 5258" name="connsiteX2"/>
                            <a:gd fmla="*/ 3590 h 5254" name="connsiteY2"/>
                            <a:gd fmla="*/ 1669 w 5258" name="connsiteX3"/>
                            <a:gd fmla="*/ 5084 h 5254" name="connsiteY3"/>
                            <a:gd fmla="*/ 176 w 5258" name="connsiteX4"/>
                            <a:gd fmla="*/ 1669 h 525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4" w="5258">
                              <a:moveTo>
                                <a:pt x="176" y="1669"/>
                              </a:moveTo>
                              <a:cubicBezTo>
                                <a:pt x="731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5" y="2267"/>
                                <a:pt x="5083" y="3590"/>
                              </a:cubicBezTo>
                              <a:cubicBezTo>
                                <a:pt x="4571" y="4913"/>
                                <a:pt x="2992" y="5596"/>
                                <a:pt x="1669" y="5084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be81fe3-8875-44b3-8a80-2089cb434146" id="2040" name="任意多边形: 形状 2039">
                          <a:extLst>
                            <a:ext uri="{FF2B5EF4-FFF2-40B4-BE49-F238E27FC236}">
                              <a16:creationId id="{7AB5D3DA-853D-0D62-EDDC-D03C8B9637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8336" y="1950022"/>
                          <a:ext cx="5259" cy="5259"/>
                        </a:xfrm>
                        <a:custGeom>
                          <a:avLst/>
                          <a:gdLst>
                            <a:gd fmla="*/ 176 w 5259" name="connsiteX0"/>
                            <a:gd fmla="*/ 1669 h 5259" name="connsiteY0"/>
                            <a:gd fmla="*/ 3590 w 5259" name="connsiteX1"/>
                            <a:gd fmla="*/ 176 h 5259" name="connsiteY1"/>
                            <a:gd fmla="*/ 5083 w 5259" name="connsiteX2"/>
                            <a:gd fmla="*/ 3590 h 5259" name="connsiteY2"/>
                            <a:gd fmla="*/ 1669 w 5259" name="connsiteX3"/>
                            <a:gd fmla="*/ 5083 h 5259" name="connsiteY3"/>
                            <a:gd fmla="*/ 176 w 5259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9">
                              <a:moveTo>
                                <a:pt x="176" y="1669"/>
                              </a:moveTo>
                              <a:cubicBezTo>
                                <a:pt x="730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6" y="2267"/>
                                <a:pt x="5083" y="3590"/>
                              </a:cubicBezTo>
                              <a:cubicBezTo>
                                <a:pt x="4529" y="4955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48b7385-7f17-4b20-8973-19b68894d266" id="2041" name="任意多边形: 形状 2040">
                          <a:extLst>
                            <a:ext uri="{FF2B5EF4-FFF2-40B4-BE49-F238E27FC236}">
                              <a16:creationId id="{1C87FAA0-C957-E211-1471-0DC3CB07BC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0772" y="1981816"/>
                          <a:ext cx="5254" cy="5253"/>
                        </a:xfrm>
                        <a:custGeom>
                          <a:avLst/>
                          <a:gdLst>
                            <a:gd fmla="*/ 170 w 5254" name="connsiteX0"/>
                            <a:gd fmla="*/ 1669 h 5253" name="connsiteY0"/>
                            <a:gd fmla="*/ 3585 w 5254" name="connsiteX1"/>
                            <a:gd fmla="*/ 176 h 5253" name="connsiteY1"/>
                            <a:gd fmla="*/ 5078 w 5254" name="connsiteX2"/>
                            <a:gd fmla="*/ 3590 h 5253" name="connsiteY2"/>
                            <a:gd fmla="*/ 1664 w 5254" name="connsiteX3"/>
                            <a:gd fmla="*/ 5083 h 5253" name="connsiteY3"/>
                            <a:gd fmla="*/ 170 w 5254" name="connsiteX4"/>
                            <a:gd fmla="*/ 1669 h 525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3" w="5254">
                              <a:moveTo>
                                <a:pt x="170" y="1669"/>
                              </a:moveTo>
                              <a:cubicBezTo>
                                <a:pt x="725" y="304"/>
                                <a:pt x="2262" y="-336"/>
                                <a:pt x="3585" y="176"/>
                              </a:cubicBezTo>
                              <a:cubicBezTo>
                                <a:pt x="4950" y="730"/>
                                <a:pt x="5590" y="2267"/>
                                <a:pt x="5078" y="3590"/>
                              </a:cubicBezTo>
                              <a:cubicBezTo>
                                <a:pt x="4566" y="4913"/>
                                <a:pt x="2987" y="5596"/>
                                <a:pt x="1664" y="5083"/>
                              </a:cubicBezTo>
                              <a:cubicBezTo>
                                <a:pt x="341" y="4571"/>
                                <a:pt x="-342" y="2992"/>
                                <a:pt x="170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7a6ee9f-d7bc-4f4b-b9f1-acfcfd99d411" id="2042" name="任意多边形: 形状 2041">
                          <a:extLst>
                            <a:ext uri="{FF2B5EF4-FFF2-40B4-BE49-F238E27FC236}">
                              <a16:creationId id="{CD3D4F5F-E6F6-D813-DD84-4A9F81C731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6543" y="1968842"/>
                          <a:ext cx="5258" cy="5259"/>
                        </a:xfrm>
                        <a:custGeom>
                          <a:avLst/>
                          <a:gdLst>
                            <a:gd fmla="*/ 176 w 5258" name="connsiteX0"/>
                            <a:gd fmla="*/ 1669 h 5259" name="connsiteY0"/>
                            <a:gd fmla="*/ 3590 w 5258" name="connsiteX1"/>
                            <a:gd fmla="*/ 176 h 5259" name="connsiteY1"/>
                            <a:gd fmla="*/ 5083 w 5258" name="connsiteX2"/>
                            <a:gd fmla="*/ 3590 h 5259" name="connsiteY2"/>
                            <a:gd fmla="*/ 1669 w 5258" name="connsiteX3"/>
                            <a:gd fmla="*/ 5083 h 5259" name="connsiteY3"/>
                            <a:gd fmla="*/ 176 w 5258" name="connsiteX4"/>
                            <a:gd fmla="*/ 1669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58">
                              <a:moveTo>
                                <a:pt x="176" y="1669"/>
                              </a:moveTo>
                              <a:cubicBezTo>
                                <a:pt x="731" y="304"/>
                                <a:pt x="2267" y="-336"/>
                                <a:pt x="3590" y="176"/>
                              </a:cubicBezTo>
                              <a:cubicBezTo>
                                <a:pt x="4955" y="730"/>
                                <a:pt x="5595" y="2267"/>
                                <a:pt x="5083" y="3590"/>
                              </a:cubicBezTo>
                              <a:cubicBezTo>
                                <a:pt x="4528" y="4955"/>
                                <a:pt x="2992" y="5596"/>
                                <a:pt x="1669" y="5083"/>
                              </a:cubicBezTo>
                              <a:cubicBezTo>
                                <a:pt x="304" y="4529"/>
                                <a:pt x="-336" y="2992"/>
                                <a:pt x="176" y="1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17b7a0de-ab1b-43e2-bb30-497688c99411" id="1474" name="图形 6643">
                        <a:extLst>
                          <a:ext uri="{FF2B5EF4-FFF2-40B4-BE49-F238E27FC236}">
                            <a16:creationId id="{3BB1EEF5-1030-2C40-4EE5-7BBB1E88922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91262" y="1862451"/>
                        <a:ext cx="160360" cy="142948"/>
                        <a:chOff x="6691262" y="1862451"/>
                        <a:chExt cx="160360" cy="142948"/>
                      </a:xfrm>
                      <a:solidFill>
                        <a:srgbClr val="494950"/>
                      </a:solidFill>
                    </p:grpSpPr>
                    <p:sp>
                      <p:nvSpPr>
                        <p:cNvPr descr="67c93161-e900-474a-9bbe-9eaf5afa890c" id="1931" name="任意多边形: 形状 1930">
                          <a:extLst>
                            <a:ext uri="{FF2B5EF4-FFF2-40B4-BE49-F238E27FC236}">
                              <a16:creationId id="{A9460C19-1D0E-9D4B-8C41-D1D808863E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5047" y="1943920"/>
                          <a:ext cx="5294" cy="5276"/>
                        </a:xfrm>
                        <a:custGeom>
                          <a:avLst/>
                          <a:gdLst>
                            <a:gd fmla="*/ 193 w 5294" name="connsiteX0"/>
                            <a:gd fmla="*/ 3590 h 5276" name="connsiteY0"/>
                            <a:gd fmla="*/ 1687 w 5294" name="connsiteX1"/>
                            <a:gd fmla="*/ 176 h 5276" name="connsiteY1"/>
                            <a:gd fmla="*/ 5101 w 5294" name="connsiteX2"/>
                            <a:gd fmla="*/ 1669 h 5276" name="connsiteY2"/>
                            <a:gd fmla="*/ 3608 w 5294" name="connsiteX3"/>
                            <a:gd fmla="*/ 5084 h 5276" name="connsiteY3"/>
                            <a:gd fmla="*/ 193 w 5294" name="connsiteX4"/>
                            <a:gd fmla="*/ 3590 h 527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6" w="5294">
                              <a:moveTo>
                                <a:pt x="193" y="3590"/>
                              </a:moveTo>
                              <a:cubicBezTo>
                                <a:pt x="-362" y="2224"/>
                                <a:pt x="321" y="688"/>
                                <a:pt x="1687" y="176"/>
                              </a:cubicBezTo>
                              <a:cubicBezTo>
                                <a:pt x="3053" y="-336"/>
                                <a:pt x="4589" y="304"/>
                                <a:pt x="5101" y="1669"/>
                              </a:cubicBezTo>
                              <a:cubicBezTo>
                                <a:pt x="5656" y="3035"/>
                                <a:pt x="4973" y="4571"/>
                                <a:pt x="3608" y="5084"/>
                              </a:cubicBezTo>
                              <a:cubicBezTo>
                                <a:pt x="2242" y="5638"/>
                                <a:pt x="705" y="4955"/>
                                <a:pt x="193" y="35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50bc088-36d1-481d-9bef-4ab4fd80c8ce" id="1932" name="任意多边形: 形状 1931">
                          <a:extLst>
                            <a:ext uri="{FF2B5EF4-FFF2-40B4-BE49-F238E27FC236}">
                              <a16:creationId id="{01A13712-9494-B37C-EE6E-308F2974D8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9386" y="1946036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1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df486c1-25fb-412a-be2a-8bf23d92f0e7" id="1933" name="任意多边形: 形状 1932">
                          <a:extLst>
                            <a:ext uri="{FF2B5EF4-FFF2-40B4-BE49-F238E27FC236}">
                              <a16:creationId id="{E7698DA5-0D95-9CE7-45B3-64F31E6A70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1491" y="1933446"/>
                          <a:ext cx="5276" cy="5294"/>
                        </a:xfrm>
                        <a:custGeom>
                          <a:avLst/>
                          <a:gdLst>
                            <a:gd fmla="*/ 193 w 5276" name="connsiteX0"/>
                            <a:gd fmla="*/ 3607 h 5294" name="connsiteY0"/>
                            <a:gd fmla="*/ 1687 w 5276" name="connsiteX1"/>
                            <a:gd fmla="*/ 193 h 5294" name="connsiteY1"/>
                            <a:gd fmla="*/ 5101 w 5276" name="connsiteX2"/>
                            <a:gd fmla="*/ 1687 h 5294" name="connsiteY2"/>
                            <a:gd fmla="*/ 3607 w 5276" name="connsiteX3"/>
                            <a:gd fmla="*/ 5101 h 5294" name="connsiteY3"/>
                            <a:gd fmla="*/ 193 w 5276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76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2" y="-362"/>
                                <a:pt x="4589" y="321"/>
                                <a:pt x="5101" y="1687"/>
                              </a:cubicBezTo>
                              <a:cubicBezTo>
                                <a:pt x="5613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d9b37d5-a2ea-4359-8441-28af9fc083c2" id="1934" name="任意多边形: 形状 1933">
                          <a:extLst>
                            <a:ext uri="{FF2B5EF4-FFF2-40B4-BE49-F238E27FC236}">
                              <a16:creationId id="{CDD14C2E-8FA0-3B28-A92C-4A00FFC853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1875" y="1961015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efb331b-344b-4f00-8c08-0fa77713248d" id="1935" name="任意多边形: 形状 1934">
                          <a:extLst>
                            <a:ext uri="{FF2B5EF4-FFF2-40B4-BE49-F238E27FC236}">
                              <a16:creationId id="{0666567B-5904-EDB6-40B9-F25431656F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7836" y="1929776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a22770c-d93d-42e6-916b-93d90a484740" id="1936" name="任意多边形: 形状 1935">
                          <a:extLst>
                            <a:ext uri="{FF2B5EF4-FFF2-40B4-BE49-F238E27FC236}">
                              <a16:creationId id="{2ABA186D-306F-24A2-4573-276FCA1D19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7238" y="1958625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2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a23a273-f72e-46b6-acb2-36eed85bc784" id="1937" name="任意多边形: 形状 1936">
                          <a:extLst>
                            <a:ext uri="{FF2B5EF4-FFF2-40B4-BE49-F238E27FC236}">
                              <a16:creationId id="{404B5693-0230-C808-6C51-B8225B9F33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9443" y="1944670"/>
                          <a:ext cx="5276" cy="5294"/>
                        </a:xfrm>
                        <a:custGeom>
                          <a:avLst/>
                          <a:gdLst>
                            <a:gd fmla="*/ 193 w 5276" name="connsiteX0"/>
                            <a:gd fmla="*/ 3607 h 5294" name="connsiteY0"/>
                            <a:gd fmla="*/ 1687 w 5276" name="connsiteX1"/>
                            <a:gd fmla="*/ 193 h 5294" name="connsiteY1"/>
                            <a:gd fmla="*/ 5101 w 5276" name="connsiteX2"/>
                            <a:gd fmla="*/ 1687 h 5294" name="connsiteY2"/>
                            <a:gd fmla="*/ 3608 w 5276" name="connsiteX3"/>
                            <a:gd fmla="*/ 5101 h 5294" name="connsiteY3"/>
                            <a:gd fmla="*/ 193 w 5276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76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13" y="3053"/>
                                <a:pt x="4973" y="4589"/>
                                <a:pt x="3608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b1eaac1-c0a3-47b0-acb3-ee3bb970e911" id="1938" name="任意多边形: 形状 1937">
                          <a:extLst>
                            <a:ext uri="{FF2B5EF4-FFF2-40B4-BE49-F238E27FC236}">
                              <a16:creationId id="{05E131E6-D0A1-653C-AC42-C7801BF769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2957" y="1914200"/>
                          <a:ext cx="5276" cy="5294"/>
                        </a:xfrm>
                        <a:custGeom>
                          <a:avLst/>
                          <a:gdLst>
                            <a:gd fmla="*/ 193 w 5276" name="connsiteX0"/>
                            <a:gd fmla="*/ 3607 h 5294" name="connsiteY0"/>
                            <a:gd fmla="*/ 1687 w 5276" name="connsiteX1"/>
                            <a:gd fmla="*/ 193 h 5294" name="connsiteY1"/>
                            <a:gd fmla="*/ 5101 w 5276" name="connsiteX2"/>
                            <a:gd fmla="*/ 1687 h 5294" name="connsiteY2"/>
                            <a:gd fmla="*/ 3607 w 5276" name="connsiteX3"/>
                            <a:gd fmla="*/ 5101 h 5294" name="connsiteY3"/>
                            <a:gd fmla="*/ 193 w 5276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76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13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5a07730-0a98-4c84-84c9-660c9e289e37" id="1939" name="任意多边形: 形状 1938">
                          <a:extLst>
                            <a:ext uri="{FF2B5EF4-FFF2-40B4-BE49-F238E27FC236}">
                              <a16:creationId id="{E7BD7B3A-D80A-B3B1-582F-4A0E3BE200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7296" y="1916333"/>
                          <a:ext cx="5294" cy="5276"/>
                        </a:xfrm>
                        <a:custGeom>
                          <a:avLst/>
                          <a:gdLst>
                            <a:gd fmla="*/ 193 w 5294" name="connsiteX0"/>
                            <a:gd fmla="*/ 3607 h 5276" name="connsiteY0"/>
                            <a:gd fmla="*/ 1687 w 5294" name="connsiteX1"/>
                            <a:gd fmla="*/ 193 h 5276" name="connsiteY1"/>
                            <a:gd fmla="*/ 5101 w 5294" name="connsiteX2"/>
                            <a:gd fmla="*/ 1687 h 5276" name="connsiteY2"/>
                            <a:gd fmla="*/ 3607 w 5294" name="connsiteX3"/>
                            <a:gd fmla="*/ 5101 h 5276" name="connsiteY3"/>
                            <a:gd fmla="*/ 193 w 5294" name="connsiteX4"/>
                            <a:gd fmla="*/ 3607 h 527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6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13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aa54a0b-0eed-4053-8029-17bcbe4115fd" id="1940" name="任意多边形: 形状 1939">
                          <a:extLst>
                            <a:ext uri="{FF2B5EF4-FFF2-40B4-BE49-F238E27FC236}">
                              <a16:creationId id="{165D5E1D-3AB0-427F-7D3E-3D39D93375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9443" y="1903744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8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8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52f431d-3b9e-4484-9147-bdee6690d74b" id="1941" name="任意多边形: 形状 1940">
                          <a:extLst>
                            <a:ext uri="{FF2B5EF4-FFF2-40B4-BE49-F238E27FC236}">
                              <a16:creationId id="{24FAF49F-6180-36D3-62FC-5F594FD7BF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9828" y="1931313"/>
                          <a:ext cx="5276" cy="5294"/>
                        </a:xfrm>
                        <a:custGeom>
                          <a:avLst/>
                          <a:gdLst>
                            <a:gd fmla="*/ 193 w 5276" name="connsiteX0"/>
                            <a:gd fmla="*/ 3607 h 5294" name="connsiteY0"/>
                            <a:gd fmla="*/ 1687 w 5276" name="connsiteX1"/>
                            <a:gd fmla="*/ 193 h 5294" name="connsiteY1"/>
                            <a:gd fmla="*/ 5101 w 5276" name="connsiteX2"/>
                            <a:gd fmla="*/ 1687 h 5294" name="connsiteY2"/>
                            <a:gd fmla="*/ 3607 w 5276" name="connsiteX3"/>
                            <a:gd fmla="*/ 5101 h 5294" name="connsiteY3"/>
                            <a:gd fmla="*/ 193 w 5276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76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13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fd2e95e-9b34-4aa2-8116-8e27a50111b4" id="1942" name="任意多边形: 形状 1941">
                          <a:extLst>
                            <a:ext uri="{FF2B5EF4-FFF2-40B4-BE49-F238E27FC236}">
                              <a16:creationId id="{8A5302F4-89BC-620C-D118-5834512518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5746" y="1900074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ae3663c-7d30-4be5-b053-0611458638c4" id="1943" name="任意多边形: 形状 1942">
                          <a:extLst>
                            <a:ext uri="{FF2B5EF4-FFF2-40B4-BE49-F238E27FC236}">
                              <a16:creationId id="{27C8C92E-034B-8B46-284F-14BEC91032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5191" y="1928923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8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8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e5f9ce7-a8a2-4c32-a8a0-5885692cb237" id="1944" name="任意多边形: 形状 1943">
                          <a:extLst>
                            <a:ext uri="{FF2B5EF4-FFF2-40B4-BE49-F238E27FC236}">
                              <a16:creationId id="{45F389DF-9771-8B3E-65A1-FDB6BB455C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7396" y="1914968"/>
                          <a:ext cx="5294" cy="5276"/>
                        </a:xfrm>
                        <a:custGeom>
                          <a:avLst/>
                          <a:gdLst>
                            <a:gd fmla="*/ 193 w 5294" name="connsiteX0"/>
                            <a:gd fmla="*/ 3607 h 5276" name="connsiteY0"/>
                            <a:gd fmla="*/ 1687 w 5294" name="connsiteX1"/>
                            <a:gd fmla="*/ 193 h 5276" name="connsiteY1"/>
                            <a:gd fmla="*/ 5101 w 5294" name="connsiteX2"/>
                            <a:gd fmla="*/ 1687 h 5276" name="connsiteY2"/>
                            <a:gd fmla="*/ 3607 w 5294" name="connsiteX3"/>
                            <a:gd fmla="*/ 5101 h 5276" name="connsiteY3"/>
                            <a:gd fmla="*/ 193 w 5294" name="connsiteX4"/>
                            <a:gd fmla="*/ 3607 h 527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6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1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13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dd8b0ff-6623-43a2-999d-0b8e02494250" id="1945" name="任意多边形: 形状 1944">
                          <a:extLst>
                            <a:ext uri="{FF2B5EF4-FFF2-40B4-BE49-F238E27FC236}">
                              <a16:creationId id="{864563C9-DF05-E271-FA46-FDE68E7CF5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8021" y="1953778"/>
                          <a:ext cx="5294" cy="5276"/>
                        </a:xfrm>
                        <a:custGeom>
                          <a:avLst/>
                          <a:gdLst>
                            <a:gd fmla="*/ 193 w 5294" name="connsiteX0"/>
                            <a:gd fmla="*/ 3590 h 5276" name="connsiteY0"/>
                            <a:gd fmla="*/ 1687 w 5294" name="connsiteX1"/>
                            <a:gd fmla="*/ 176 h 5276" name="connsiteY1"/>
                            <a:gd fmla="*/ 5101 w 5294" name="connsiteX2"/>
                            <a:gd fmla="*/ 1669 h 5276" name="connsiteY2"/>
                            <a:gd fmla="*/ 3607 w 5294" name="connsiteX3"/>
                            <a:gd fmla="*/ 5083 h 5276" name="connsiteY3"/>
                            <a:gd fmla="*/ 193 w 5294" name="connsiteX4"/>
                            <a:gd fmla="*/ 3590 h 527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6" w="5294">
                              <a:moveTo>
                                <a:pt x="193" y="3590"/>
                              </a:moveTo>
                              <a:cubicBezTo>
                                <a:pt x="-362" y="2224"/>
                                <a:pt x="321" y="688"/>
                                <a:pt x="1687" y="176"/>
                              </a:cubicBezTo>
                              <a:cubicBezTo>
                                <a:pt x="3053" y="-336"/>
                                <a:pt x="4589" y="304"/>
                                <a:pt x="5101" y="1669"/>
                              </a:cubicBezTo>
                              <a:cubicBezTo>
                                <a:pt x="5656" y="3035"/>
                                <a:pt x="4973" y="4571"/>
                                <a:pt x="3607" y="5083"/>
                              </a:cubicBezTo>
                              <a:cubicBezTo>
                                <a:pt x="2242" y="5638"/>
                                <a:pt x="705" y="4955"/>
                                <a:pt x="193" y="35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2ef6459-e89d-41cc-a2b6-fd092be3bb03" id="1946" name="任意多边形: 形状 1945">
                          <a:extLst>
                            <a:ext uri="{FF2B5EF4-FFF2-40B4-BE49-F238E27FC236}">
                              <a16:creationId id="{EAC6160C-4680-439E-4388-F272214F6D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2360" y="1955894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1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6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0834609-acf1-4512-b827-e1e7f86a186d" id="1947" name="任意多边形: 形状 1946">
                          <a:extLst>
                            <a:ext uri="{FF2B5EF4-FFF2-40B4-BE49-F238E27FC236}">
                              <a16:creationId id="{C50E82EC-12B3-19C2-8BDF-E5596CAD55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4508" y="1943305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07d3745-f645-4f1e-9958-ed1d474a1a57" id="1948" name="任意多边形: 形状 1947">
                          <a:extLst>
                            <a:ext uri="{FF2B5EF4-FFF2-40B4-BE49-F238E27FC236}">
                              <a16:creationId id="{CD8CEC36-2750-FBA6-C650-3CEF2F6F35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4850" y="1970873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0767719-34d7-440c-b121-59c9695092f2" id="1949" name="任意多边形: 形状 1948">
                          <a:extLst>
                            <a:ext uri="{FF2B5EF4-FFF2-40B4-BE49-F238E27FC236}">
                              <a16:creationId id="{EF0D0973-045A-CE03-1D86-60DE28D1CC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0810" y="1939634"/>
                          <a:ext cx="5294" cy="5276"/>
                        </a:xfrm>
                        <a:custGeom>
                          <a:avLst/>
                          <a:gdLst>
                            <a:gd fmla="*/ 193 w 5294" name="connsiteX0"/>
                            <a:gd fmla="*/ 3607 h 5276" name="connsiteY0"/>
                            <a:gd fmla="*/ 1687 w 5294" name="connsiteX1"/>
                            <a:gd fmla="*/ 193 h 5276" name="connsiteY1"/>
                            <a:gd fmla="*/ 5101 w 5294" name="connsiteX2"/>
                            <a:gd fmla="*/ 1687 h 5276" name="connsiteY2"/>
                            <a:gd fmla="*/ 3607 w 5294" name="connsiteX3"/>
                            <a:gd fmla="*/ 5101 h 5276" name="connsiteY3"/>
                            <a:gd fmla="*/ 193 w 5294" name="connsiteX4"/>
                            <a:gd fmla="*/ 3607 h 527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6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1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13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a040023-0c9a-4398-80e6-05259ea0912e" id="1950" name="任意多边形: 形状 1949">
                          <a:extLst>
                            <a:ext uri="{FF2B5EF4-FFF2-40B4-BE49-F238E27FC236}">
                              <a16:creationId id="{CC2C0FF3-B823-D7C5-6E11-BEF51385AD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3826" y="1958028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2" y="-361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e5d8b82-85ab-49e0-9fb9-02497783634f" id="1951" name="任意多边形: 形状 1950">
                          <a:extLst>
                            <a:ext uri="{FF2B5EF4-FFF2-40B4-BE49-F238E27FC236}">
                              <a16:creationId id="{A74BDAB5-CE36-64ED-B4E1-D372B4626D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6174" y="1940701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2" y="-361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3676564-99f0-4003-9654-2d017d64a9ec" id="1952" name="任意多边形: 形状 1951">
                          <a:extLst>
                            <a:ext uri="{FF2B5EF4-FFF2-40B4-BE49-F238E27FC236}">
                              <a16:creationId id="{5C54A46B-A639-1F4C-399A-DA12F7B6B7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4222" y="1982993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b7768d8-0f1e-44cd-b488-480d871bdad5" id="1953" name="任意多边形: 形状 1952">
                          <a:extLst>
                            <a:ext uri="{FF2B5EF4-FFF2-40B4-BE49-F238E27FC236}">
                              <a16:creationId id="{5F562805-64DD-EA89-40FA-8669B35979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8519" y="1985127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8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8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fe8e99c-ec0d-4e35-afc1-7ef362b7e22a" id="1954" name="任意多边形: 形状 1953">
                          <a:extLst>
                            <a:ext uri="{FF2B5EF4-FFF2-40B4-BE49-F238E27FC236}">
                              <a16:creationId id="{9FB6B6BE-F8C1-D9A2-3D66-99401A3358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0666" y="1972537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e1494a4-02f3-44c3-acf9-530f4c6552e2" id="1955" name="任意多边形: 形状 1954">
                          <a:extLst>
                            <a:ext uri="{FF2B5EF4-FFF2-40B4-BE49-F238E27FC236}">
                              <a16:creationId id="{2617042B-2874-62BC-081C-8A055AE9A8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1050" y="2000124"/>
                          <a:ext cx="5294" cy="5276"/>
                        </a:xfrm>
                        <a:custGeom>
                          <a:avLst/>
                          <a:gdLst>
                            <a:gd fmla="*/ 193 w 5294" name="connsiteX0"/>
                            <a:gd fmla="*/ 3590 h 5276" name="connsiteY0"/>
                            <a:gd fmla="*/ 1687 w 5294" name="connsiteX1"/>
                            <a:gd fmla="*/ 176 h 5276" name="connsiteY1"/>
                            <a:gd fmla="*/ 5101 w 5294" name="connsiteX2"/>
                            <a:gd fmla="*/ 1669 h 5276" name="connsiteY2"/>
                            <a:gd fmla="*/ 3608 w 5294" name="connsiteX3"/>
                            <a:gd fmla="*/ 5083 h 5276" name="connsiteY3"/>
                            <a:gd fmla="*/ 193 w 5294" name="connsiteX4"/>
                            <a:gd fmla="*/ 3590 h 527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6" w="5294">
                              <a:moveTo>
                                <a:pt x="193" y="3590"/>
                              </a:moveTo>
                              <a:cubicBezTo>
                                <a:pt x="-362" y="2224"/>
                                <a:pt x="321" y="688"/>
                                <a:pt x="1687" y="176"/>
                              </a:cubicBezTo>
                              <a:cubicBezTo>
                                <a:pt x="3053" y="-336"/>
                                <a:pt x="4589" y="304"/>
                                <a:pt x="5101" y="1669"/>
                              </a:cubicBezTo>
                              <a:cubicBezTo>
                                <a:pt x="5656" y="3035"/>
                                <a:pt x="4973" y="4571"/>
                                <a:pt x="3608" y="5083"/>
                              </a:cubicBezTo>
                              <a:cubicBezTo>
                                <a:pt x="2242" y="5638"/>
                                <a:pt x="705" y="4955"/>
                                <a:pt x="193" y="35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063b7ec-a9b2-4765-9cba-73e32c97b19c" id="1956" name="任意多边形: 形状 1955">
                          <a:extLst>
                            <a:ext uri="{FF2B5EF4-FFF2-40B4-BE49-F238E27FC236}">
                              <a16:creationId id="{881BB95D-4124-8D6E-4CFD-0313F3598B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7011" y="1968867"/>
                          <a:ext cx="5276" cy="5294"/>
                        </a:xfrm>
                        <a:custGeom>
                          <a:avLst/>
                          <a:gdLst>
                            <a:gd fmla="*/ 193 w 5276" name="connsiteX0"/>
                            <a:gd fmla="*/ 3607 h 5294" name="connsiteY0"/>
                            <a:gd fmla="*/ 1687 w 5276" name="connsiteX1"/>
                            <a:gd fmla="*/ 193 h 5294" name="connsiteY1"/>
                            <a:gd fmla="*/ 5101 w 5276" name="connsiteX2"/>
                            <a:gd fmla="*/ 1687 h 5294" name="connsiteY2"/>
                            <a:gd fmla="*/ 3607 w 5276" name="connsiteX3"/>
                            <a:gd fmla="*/ 5101 h 5294" name="connsiteY3"/>
                            <a:gd fmla="*/ 193 w 5276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76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13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c667069-d18f-4111-a855-65c1b342fb2b" id="1957" name="任意多边形: 形状 1956">
                          <a:extLst>
                            <a:ext uri="{FF2B5EF4-FFF2-40B4-BE49-F238E27FC236}">
                              <a16:creationId id="{818E4B8E-74A4-5CDA-3A2F-4E27069C30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5476" y="1983249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1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cbee42b-1dfe-45d3-9aba-fd817742e666" id="1958" name="任意多边形: 形状 1957">
                          <a:extLst>
                            <a:ext uri="{FF2B5EF4-FFF2-40B4-BE49-F238E27FC236}">
                              <a16:creationId id="{C86B8BC0-DB6D-07CB-FBF9-4C75916F51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8619" y="1983761"/>
                          <a:ext cx="5294" cy="5276"/>
                        </a:xfrm>
                        <a:custGeom>
                          <a:avLst/>
                          <a:gdLst>
                            <a:gd fmla="*/ 193 w 5294" name="connsiteX0"/>
                            <a:gd fmla="*/ 3607 h 5276" name="connsiteY0"/>
                            <a:gd fmla="*/ 1687 w 5294" name="connsiteX1"/>
                            <a:gd fmla="*/ 193 h 5276" name="connsiteY1"/>
                            <a:gd fmla="*/ 5101 w 5294" name="connsiteX2"/>
                            <a:gd fmla="*/ 1687 h 5276" name="connsiteY2"/>
                            <a:gd fmla="*/ 3607 w 5294" name="connsiteX3"/>
                            <a:gd fmla="*/ 5101 h 5276" name="connsiteY3"/>
                            <a:gd fmla="*/ 193 w 5294" name="connsiteX4"/>
                            <a:gd fmla="*/ 3607 h 527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6" w="5294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2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13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58027a0-174e-4551-ab16-0668fa07c8f1" id="1959" name="任意多边形: 形状 1958">
                          <a:extLst>
                            <a:ext uri="{FF2B5EF4-FFF2-40B4-BE49-F238E27FC236}">
                              <a16:creationId id="{22DA788F-DE4A-EACB-62CD-D65858BF01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4378" y="1904726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8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8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4a013e1-4c6d-41d2-98c7-2152d49d55aa" id="1960" name="任意多边形: 形状 1959">
                          <a:extLst>
                            <a:ext uri="{FF2B5EF4-FFF2-40B4-BE49-F238E27FC236}">
                              <a16:creationId id="{163AB634-C6C5-BB83-2F68-8D9C943383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8674" y="1906877"/>
                          <a:ext cx="5294" cy="5276"/>
                        </a:xfrm>
                        <a:custGeom>
                          <a:avLst/>
                          <a:gdLst>
                            <a:gd fmla="*/ 193 w 5294" name="connsiteX0"/>
                            <a:gd fmla="*/ 3590 h 5276" name="connsiteY0"/>
                            <a:gd fmla="*/ 1687 w 5294" name="connsiteX1"/>
                            <a:gd fmla="*/ 176 h 5276" name="connsiteY1"/>
                            <a:gd fmla="*/ 5101 w 5294" name="connsiteX2"/>
                            <a:gd fmla="*/ 1669 h 5276" name="connsiteY2"/>
                            <a:gd fmla="*/ 3607 w 5294" name="connsiteX3"/>
                            <a:gd fmla="*/ 5083 h 5276" name="connsiteY3"/>
                            <a:gd fmla="*/ 193 w 5294" name="connsiteX4"/>
                            <a:gd fmla="*/ 3590 h 527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6" w="5294">
                              <a:moveTo>
                                <a:pt x="193" y="3590"/>
                              </a:moveTo>
                              <a:cubicBezTo>
                                <a:pt x="-361" y="2224"/>
                                <a:pt x="321" y="688"/>
                                <a:pt x="1687" y="176"/>
                              </a:cubicBezTo>
                              <a:cubicBezTo>
                                <a:pt x="3053" y="-336"/>
                                <a:pt x="4589" y="304"/>
                                <a:pt x="5101" y="1669"/>
                              </a:cubicBezTo>
                              <a:cubicBezTo>
                                <a:pt x="5656" y="3035"/>
                                <a:pt x="4973" y="4571"/>
                                <a:pt x="3607" y="5083"/>
                              </a:cubicBezTo>
                              <a:cubicBezTo>
                                <a:pt x="2242" y="5638"/>
                                <a:pt x="705" y="4955"/>
                                <a:pt x="193" y="35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576c46a-4a97-4d9c-9539-b96f8f50beb5" id="1961" name="任意多边形: 形状 1960">
                          <a:extLst>
                            <a:ext uri="{FF2B5EF4-FFF2-40B4-BE49-F238E27FC236}">
                              <a16:creationId id="{906168FA-6DB9-1931-FA9F-E2D783EF03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5573" y="1886332"/>
                          <a:ext cx="5276" cy="5294"/>
                        </a:xfrm>
                        <a:custGeom>
                          <a:avLst/>
                          <a:gdLst>
                            <a:gd fmla="*/ 193 w 5276" name="connsiteX0"/>
                            <a:gd fmla="*/ 3607 h 5294" name="connsiteY0"/>
                            <a:gd fmla="*/ 1687 w 5276" name="connsiteX1"/>
                            <a:gd fmla="*/ 193 h 5294" name="connsiteY1"/>
                            <a:gd fmla="*/ 5101 w 5276" name="connsiteX2"/>
                            <a:gd fmla="*/ 1687 h 5294" name="connsiteY2"/>
                            <a:gd fmla="*/ 3607 w 5276" name="connsiteX3"/>
                            <a:gd fmla="*/ 5101 h 5294" name="connsiteY3"/>
                            <a:gd fmla="*/ 193 w 5276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76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13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cb96518-9252-4313-83b2-3ff22c593cd4" id="1962" name="任意多边形: 形状 1961">
                          <a:extLst>
                            <a:ext uri="{FF2B5EF4-FFF2-40B4-BE49-F238E27FC236}">
                              <a16:creationId id="{691F10D8-B600-8765-C9EA-067D4282D3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1206" y="1921839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bff1631-a3be-462a-bd2e-35317a602d49" id="1963" name="任意多边形: 形状 1962">
                          <a:extLst>
                            <a:ext uri="{FF2B5EF4-FFF2-40B4-BE49-F238E27FC236}">
                              <a16:creationId id="{6985E26A-ACA6-FE12-D153-7678F4220D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7167" y="1890600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7255ccd-e7bb-4fc6-94d0-191133ccb148" id="1964" name="任意多边形: 形状 1963">
                          <a:extLst>
                            <a:ext uri="{FF2B5EF4-FFF2-40B4-BE49-F238E27FC236}">
                              <a16:creationId id="{0A099322-1393-B1E6-1970-84AD5E3C19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6569" y="1919466"/>
                          <a:ext cx="5294" cy="5276"/>
                        </a:xfrm>
                        <a:custGeom>
                          <a:avLst/>
                          <a:gdLst>
                            <a:gd fmla="*/ 193 w 5294" name="connsiteX0"/>
                            <a:gd fmla="*/ 3590 h 5276" name="connsiteY0"/>
                            <a:gd fmla="*/ 1687 w 5294" name="connsiteX1"/>
                            <a:gd fmla="*/ 176 h 5276" name="connsiteY1"/>
                            <a:gd fmla="*/ 5101 w 5294" name="connsiteX2"/>
                            <a:gd fmla="*/ 1669 h 5276" name="connsiteY2"/>
                            <a:gd fmla="*/ 3607 w 5294" name="connsiteX3"/>
                            <a:gd fmla="*/ 5083 h 5276" name="connsiteY3"/>
                            <a:gd fmla="*/ 193 w 5294" name="connsiteX4"/>
                            <a:gd fmla="*/ 3590 h 527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6" w="5294">
                              <a:moveTo>
                                <a:pt x="193" y="3590"/>
                              </a:moveTo>
                              <a:cubicBezTo>
                                <a:pt x="-362" y="2224"/>
                                <a:pt x="321" y="688"/>
                                <a:pt x="1687" y="176"/>
                              </a:cubicBezTo>
                              <a:cubicBezTo>
                                <a:pt x="3052" y="-336"/>
                                <a:pt x="4589" y="304"/>
                                <a:pt x="5101" y="1669"/>
                              </a:cubicBezTo>
                              <a:cubicBezTo>
                                <a:pt x="5656" y="3035"/>
                                <a:pt x="4973" y="4571"/>
                                <a:pt x="3607" y="5083"/>
                              </a:cubicBezTo>
                              <a:cubicBezTo>
                                <a:pt x="2242" y="5638"/>
                                <a:pt x="705" y="4955"/>
                                <a:pt x="193" y="35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d29a2a3-c210-43a6-b81e-2f628d2d9d44" id="1965" name="任意多边形: 形状 1964">
                          <a:extLst>
                            <a:ext uri="{FF2B5EF4-FFF2-40B4-BE49-F238E27FC236}">
                              <a16:creationId id="{D8C24713-957B-5787-D7B4-CA870C39A4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8775" y="1905494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8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3" y="-361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8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df4a4d4-5951-4687-9997-9a05dc2bba61" id="1966" name="任意多边形: 形状 1965">
                          <a:extLst>
                            <a:ext uri="{FF2B5EF4-FFF2-40B4-BE49-F238E27FC236}">
                              <a16:creationId id="{2EE0A92A-72B8-71F0-28DB-07B536CE0D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1949" y="1910359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2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5081daf-c508-4e17-8c55-5020da01a5fd" id="1967" name="任意多边形: 形状 1966">
                          <a:extLst>
                            <a:ext uri="{FF2B5EF4-FFF2-40B4-BE49-F238E27FC236}">
                              <a16:creationId id="{082770D7-19B7-F071-3321-B7DD0E34C4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6288" y="1912493"/>
                          <a:ext cx="5276" cy="5294"/>
                        </a:xfrm>
                        <a:custGeom>
                          <a:avLst/>
                          <a:gdLst>
                            <a:gd fmla="*/ 193 w 5276" name="connsiteX0"/>
                            <a:gd fmla="*/ 3607 h 5294" name="connsiteY0"/>
                            <a:gd fmla="*/ 1687 w 5276" name="connsiteX1"/>
                            <a:gd fmla="*/ 193 h 5294" name="connsiteY1"/>
                            <a:gd fmla="*/ 5101 w 5276" name="connsiteX2"/>
                            <a:gd fmla="*/ 1687 h 5294" name="connsiteY2"/>
                            <a:gd fmla="*/ 3607 w 5276" name="connsiteX3"/>
                            <a:gd fmla="*/ 5101 h 5294" name="connsiteY3"/>
                            <a:gd fmla="*/ 193 w 5276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76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13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bca1092-0f6c-4f22-8176-7b9f040086e0" id="1968" name="任意多边形: 形状 1967">
                          <a:extLst>
                            <a:ext uri="{FF2B5EF4-FFF2-40B4-BE49-F238E27FC236}">
                              <a16:creationId id="{089F3C15-3666-03D4-8B03-E7F32E61DC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8435" y="1899921"/>
                          <a:ext cx="5294" cy="5259"/>
                        </a:xfrm>
                        <a:custGeom>
                          <a:avLst/>
                          <a:gdLst>
                            <a:gd fmla="*/ 193 w 5294" name="connsiteX0"/>
                            <a:gd fmla="*/ 3590 h 5259" name="connsiteY0"/>
                            <a:gd fmla="*/ 1687 w 5294" name="connsiteX1"/>
                            <a:gd fmla="*/ 176 h 5259" name="connsiteY1"/>
                            <a:gd fmla="*/ 5101 w 5294" name="connsiteX2"/>
                            <a:gd fmla="*/ 1669 h 5259" name="connsiteY2"/>
                            <a:gd fmla="*/ 3607 w 5294" name="connsiteX3"/>
                            <a:gd fmla="*/ 5084 h 5259" name="connsiteY3"/>
                            <a:gd fmla="*/ 193 w 5294" name="connsiteX4"/>
                            <a:gd fmla="*/ 3590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94">
                              <a:moveTo>
                                <a:pt x="193" y="3590"/>
                              </a:moveTo>
                              <a:cubicBezTo>
                                <a:pt x="-361" y="2224"/>
                                <a:pt x="321" y="688"/>
                                <a:pt x="1687" y="176"/>
                              </a:cubicBezTo>
                              <a:cubicBezTo>
                                <a:pt x="3053" y="-336"/>
                                <a:pt x="4589" y="304"/>
                                <a:pt x="5101" y="1669"/>
                              </a:cubicBezTo>
                              <a:cubicBezTo>
                                <a:pt x="5656" y="3035"/>
                                <a:pt x="4973" y="4571"/>
                                <a:pt x="3607" y="5084"/>
                              </a:cubicBezTo>
                              <a:cubicBezTo>
                                <a:pt x="2242" y="5596"/>
                                <a:pt x="705" y="4955"/>
                                <a:pt x="193" y="35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65ea287-1f7a-410a-afbe-468b4dab9ae0" id="1969" name="任意多边形: 形状 1968">
                          <a:extLst>
                            <a:ext uri="{FF2B5EF4-FFF2-40B4-BE49-F238E27FC236}">
                              <a16:creationId id="{3B4ABE0B-A8E4-C8DA-7008-F408AC7175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4907" y="1926721"/>
                          <a:ext cx="5294" cy="5276"/>
                        </a:xfrm>
                        <a:custGeom>
                          <a:avLst/>
                          <a:gdLst>
                            <a:gd fmla="*/ 193 w 5294" name="connsiteX0"/>
                            <a:gd fmla="*/ 3590 h 5276" name="connsiteY0"/>
                            <a:gd fmla="*/ 1687 w 5294" name="connsiteX1"/>
                            <a:gd fmla="*/ 176 h 5276" name="connsiteY1"/>
                            <a:gd fmla="*/ 5101 w 5294" name="connsiteX2"/>
                            <a:gd fmla="*/ 1669 h 5276" name="connsiteY2"/>
                            <a:gd fmla="*/ 3607 w 5294" name="connsiteX3"/>
                            <a:gd fmla="*/ 5084 h 5276" name="connsiteY3"/>
                            <a:gd fmla="*/ 193 w 5294" name="connsiteX4"/>
                            <a:gd fmla="*/ 3590 h 527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6" w="5294">
                              <a:moveTo>
                                <a:pt x="193" y="3590"/>
                              </a:moveTo>
                              <a:cubicBezTo>
                                <a:pt x="-361" y="2224"/>
                                <a:pt x="321" y="688"/>
                                <a:pt x="1687" y="176"/>
                              </a:cubicBezTo>
                              <a:cubicBezTo>
                                <a:pt x="3053" y="-336"/>
                                <a:pt x="4589" y="304"/>
                                <a:pt x="5101" y="1669"/>
                              </a:cubicBezTo>
                              <a:cubicBezTo>
                                <a:pt x="5656" y="3035"/>
                                <a:pt x="4973" y="4571"/>
                                <a:pt x="3607" y="5084"/>
                              </a:cubicBezTo>
                              <a:cubicBezTo>
                                <a:pt x="2242" y="5638"/>
                                <a:pt x="706" y="4955"/>
                                <a:pt x="193" y="35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60c7223-ff1b-4198-9426-e3752e0ea457" id="1970" name="任意多边形: 形状 1969">
                          <a:extLst>
                            <a:ext uri="{FF2B5EF4-FFF2-40B4-BE49-F238E27FC236}">
                              <a16:creationId id="{A56ADBCE-379F-8F61-F4E2-3337AF5352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5576" y="1885692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6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8c5821a-0c0c-4d3a-8d77-6f8a1dac6098" id="1971" name="任意多边形: 形状 1970">
                          <a:extLst>
                            <a:ext uri="{FF2B5EF4-FFF2-40B4-BE49-F238E27FC236}">
                              <a16:creationId id="{C8A740A5-E238-1134-AE4B-6479A96142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4140" y="1925082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2ebea16-2eb6-456b-a1b6-f8142235eb9f" id="1972" name="任意多边形: 形状 1971">
                          <a:extLst>
                            <a:ext uri="{FF2B5EF4-FFF2-40B4-BE49-F238E27FC236}">
                              <a16:creationId id="{3AF2FD90-5E74-B1CA-A83C-6FE1576DE5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6345" y="1911187"/>
                          <a:ext cx="5276" cy="5276"/>
                        </a:xfrm>
                        <a:custGeom>
                          <a:avLst/>
                          <a:gdLst>
                            <a:gd fmla="*/ 193 w 5276" name="connsiteX0"/>
                            <a:gd fmla="*/ 3590 h 5276" name="connsiteY0"/>
                            <a:gd fmla="*/ 1687 w 5276" name="connsiteX1"/>
                            <a:gd fmla="*/ 176 h 5276" name="connsiteY1"/>
                            <a:gd fmla="*/ 5101 w 5276" name="connsiteX2"/>
                            <a:gd fmla="*/ 1669 h 5276" name="connsiteY2"/>
                            <a:gd fmla="*/ 3608 w 5276" name="connsiteX3"/>
                            <a:gd fmla="*/ 5083 h 5276" name="connsiteY3"/>
                            <a:gd fmla="*/ 193 w 5276" name="connsiteX4"/>
                            <a:gd fmla="*/ 3590 h 527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6" w="5276">
                              <a:moveTo>
                                <a:pt x="193" y="3590"/>
                              </a:moveTo>
                              <a:cubicBezTo>
                                <a:pt x="-362" y="2224"/>
                                <a:pt x="321" y="688"/>
                                <a:pt x="1687" y="176"/>
                              </a:cubicBezTo>
                              <a:cubicBezTo>
                                <a:pt x="3053" y="-336"/>
                                <a:pt x="4589" y="304"/>
                                <a:pt x="5101" y="1669"/>
                              </a:cubicBezTo>
                              <a:cubicBezTo>
                                <a:pt x="5613" y="3035"/>
                                <a:pt x="4973" y="4571"/>
                                <a:pt x="3608" y="5083"/>
                              </a:cubicBezTo>
                              <a:cubicBezTo>
                                <a:pt x="2242" y="5638"/>
                                <a:pt x="705" y="4955"/>
                                <a:pt x="193" y="35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8e6d9cd-5241-4056-b797-f4dd4ee4a9c2" id="1973" name="任意多边形: 形状 1972">
                          <a:extLst>
                            <a:ext uri="{FF2B5EF4-FFF2-40B4-BE49-F238E27FC236}">
                              <a16:creationId id="{4C70273C-A2AF-8873-22C8-986C0D86E9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0183" y="1887570"/>
                          <a:ext cx="5276" cy="5294"/>
                        </a:xfrm>
                        <a:custGeom>
                          <a:avLst/>
                          <a:gdLst>
                            <a:gd fmla="*/ 193 w 5276" name="connsiteX0"/>
                            <a:gd fmla="*/ 3607 h 5294" name="connsiteY0"/>
                            <a:gd fmla="*/ 1687 w 5276" name="connsiteX1"/>
                            <a:gd fmla="*/ 193 h 5294" name="connsiteY1"/>
                            <a:gd fmla="*/ 5101 w 5276" name="connsiteX2"/>
                            <a:gd fmla="*/ 1687 h 5294" name="connsiteY2"/>
                            <a:gd fmla="*/ 3607 w 5276" name="connsiteX3"/>
                            <a:gd fmla="*/ 5101 h 5294" name="connsiteY3"/>
                            <a:gd fmla="*/ 193 w 5276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76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2" y="-362"/>
                                <a:pt x="4589" y="321"/>
                                <a:pt x="5101" y="1687"/>
                              </a:cubicBezTo>
                              <a:cubicBezTo>
                                <a:pt x="5613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82ec86c-9a5e-4a98-abb8-006831b261fa" id="1974" name="任意多边形: 形状 1973">
                          <a:extLst>
                            <a:ext uri="{FF2B5EF4-FFF2-40B4-BE49-F238E27FC236}">
                              <a16:creationId id="{0A99BA82-F26C-A3BF-6407-5A840E40B1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0497" y="1874443"/>
                          <a:ext cx="5276" cy="5276"/>
                        </a:xfrm>
                        <a:custGeom>
                          <a:avLst/>
                          <a:gdLst>
                            <a:gd fmla="*/ 193 w 5276" name="connsiteX0"/>
                            <a:gd fmla="*/ 3590 h 5276" name="connsiteY0"/>
                            <a:gd fmla="*/ 1687 w 5276" name="connsiteX1"/>
                            <a:gd fmla="*/ 176 h 5276" name="connsiteY1"/>
                            <a:gd fmla="*/ 5101 w 5276" name="connsiteX2"/>
                            <a:gd fmla="*/ 1669 h 5276" name="connsiteY2"/>
                            <a:gd fmla="*/ 3607 w 5276" name="connsiteX3"/>
                            <a:gd fmla="*/ 5084 h 5276" name="connsiteY3"/>
                            <a:gd fmla="*/ 193 w 5276" name="connsiteX4"/>
                            <a:gd fmla="*/ 3590 h 527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6" w="5276">
                              <a:moveTo>
                                <a:pt x="193" y="3590"/>
                              </a:moveTo>
                              <a:cubicBezTo>
                                <a:pt x="-361" y="2224"/>
                                <a:pt x="321" y="688"/>
                                <a:pt x="1687" y="176"/>
                              </a:cubicBezTo>
                              <a:cubicBezTo>
                                <a:pt x="3053" y="-336"/>
                                <a:pt x="4589" y="304"/>
                                <a:pt x="5101" y="1669"/>
                              </a:cubicBezTo>
                              <a:cubicBezTo>
                                <a:pt x="5613" y="3035"/>
                                <a:pt x="4973" y="4571"/>
                                <a:pt x="3607" y="5084"/>
                              </a:cubicBezTo>
                              <a:cubicBezTo>
                                <a:pt x="2242" y="5638"/>
                                <a:pt x="705" y="4955"/>
                                <a:pt x="193" y="35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216c50a-a390-4c7a-b851-6fea75fd8b8f" id="1975" name="任意多边形: 形状 1974">
                          <a:extLst>
                            <a:ext uri="{FF2B5EF4-FFF2-40B4-BE49-F238E27FC236}">
                              <a16:creationId id="{8B62607F-C497-AE6E-229A-3340012937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3456" y="1862451"/>
                          <a:ext cx="5294" cy="5259"/>
                        </a:xfrm>
                        <a:custGeom>
                          <a:avLst/>
                          <a:gdLst>
                            <a:gd fmla="*/ 193 w 5294" name="connsiteX0"/>
                            <a:gd fmla="*/ 3590 h 5259" name="connsiteY0"/>
                            <a:gd fmla="*/ 1687 w 5294" name="connsiteX1"/>
                            <a:gd fmla="*/ 176 h 5259" name="connsiteY1"/>
                            <a:gd fmla="*/ 5101 w 5294" name="connsiteX2"/>
                            <a:gd fmla="*/ 1669 h 5259" name="connsiteY2"/>
                            <a:gd fmla="*/ 3607 w 5294" name="connsiteX3"/>
                            <a:gd fmla="*/ 5083 h 5259" name="connsiteY3"/>
                            <a:gd fmla="*/ 193 w 5294" name="connsiteX4"/>
                            <a:gd fmla="*/ 3590 h 5259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9" w="5294">
                              <a:moveTo>
                                <a:pt x="193" y="3590"/>
                              </a:moveTo>
                              <a:cubicBezTo>
                                <a:pt x="-361" y="2224"/>
                                <a:pt x="321" y="688"/>
                                <a:pt x="1687" y="176"/>
                              </a:cubicBezTo>
                              <a:cubicBezTo>
                                <a:pt x="3053" y="-336"/>
                                <a:pt x="4589" y="304"/>
                                <a:pt x="5101" y="1669"/>
                              </a:cubicBezTo>
                              <a:cubicBezTo>
                                <a:pt x="5656" y="3035"/>
                                <a:pt x="4973" y="4571"/>
                                <a:pt x="3607" y="5083"/>
                              </a:cubicBezTo>
                              <a:cubicBezTo>
                                <a:pt x="2242" y="5596"/>
                                <a:pt x="705" y="4955"/>
                                <a:pt x="193" y="35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bd62ff5-40a5-439d-b556-b701545b5952" id="1976" name="任意多边形: 形状 1975">
                          <a:extLst>
                            <a:ext uri="{FF2B5EF4-FFF2-40B4-BE49-F238E27FC236}">
                              <a16:creationId id="{E493AB4D-BFC8-8497-B3A6-A96943D112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2986" y="1889448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2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0b7d583-cec2-4f23-9eba-0318028aaee5" id="1977" name="任意多边形: 形状 1976">
                          <a:extLst>
                            <a:ext uri="{FF2B5EF4-FFF2-40B4-BE49-F238E27FC236}">
                              <a16:creationId id="{2AAD8940-4641-E1BE-BD1D-C31C06BD72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3469" y="1865507"/>
                          <a:ext cx="5294" cy="5276"/>
                        </a:xfrm>
                        <a:custGeom>
                          <a:avLst/>
                          <a:gdLst>
                            <a:gd fmla="*/ 193 w 5294" name="connsiteX0"/>
                            <a:gd fmla="*/ 3607 h 5276" name="connsiteY0"/>
                            <a:gd fmla="*/ 1687 w 5294" name="connsiteX1"/>
                            <a:gd fmla="*/ 193 h 5276" name="connsiteY1"/>
                            <a:gd fmla="*/ 5101 w 5294" name="connsiteX2"/>
                            <a:gd fmla="*/ 1687 h 5276" name="connsiteY2"/>
                            <a:gd fmla="*/ 3607 w 5294" name="connsiteX3"/>
                            <a:gd fmla="*/ 5101 h 5276" name="connsiteY3"/>
                            <a:gd fmla="*/ 193 w 5294" name="connsiteX4"/>
                            <a:gd fmla="*/ 3607 h 527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6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13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853df9d-67e9-484d-ab8b-1fb4d5710f85" id="1978" name="任意多边形: 形状 1977">
                          <a:extLst>
                            <a:ext uri="{FF2B5EF4-FFF2-40B4-BE49-F238E27FC236}">
                              <a16:creationId id="{DF2F7E4E-4553-9055-3A26-061AAA5D4F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8349" y="1887015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bfc5b81-cb4a-4001-b702-1131608500a4" id="1979" name="任意多边形: 形状 1978">
                          <a:extLst>
                            <a:ext uri="{FF2B5EF4-FFF2-40B4-BE49-F238E27FC236}">
                              <a16:creationId id="{FECB762B-8C2F-AA92-ED40-A6CF27F3EE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2219" y="1898538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59cb970-ca3b-4382-a4c8-693dc49d7c53" id="1980" name="任意多边形: 形状 1979">
                          <a:extLst>
                            <a:ext uri="{FF2B5EF4-FFF2-40B4-BE49-F238E27FC236}">
                              <a16:creationId id="{83C38EE0-CDAD-FA6B-1591-1DC6476098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1262" y="1928624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87fe195-e1ce-4f64-8422-5a95bab9efe6" id="1981" name="任意多边形: 形状 1980">
                          <a:extLst>
                            <a:ext uri="{FF2B5EF4-FFF2-40B4-BE49-F238E27FC236}">
                              <a16:creationId id="{6F5A1065-3965-FA65-28F0-ACAAD62FCF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03254" y="1958710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1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23ea0fc-9509-429a-b078-df8ca593b253" id="1982" name="任意多边形: 形状 1981">
                          <a:extLst>
                            <a:ext uri="{FF2B5EF4-FFF2-40B4-BE49-F238E27FC236}">
                              <a16:creationId id="{B9D01C3D-3997-E4C5-9C83-00DEBBF374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4306" y="1920388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2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4f1fa44-a758-4844-b1e8-09385f305fd9" id="1983" name="任意多边形: 形状 1982">
                          <a:extLst>
                            <a:ext uri="{FF2B5EF4-FFF2-40B4-BE49-F238E27FC236}">
                              <a16:creationId id="{E95DF13A-D2BC-03D4-B060-F5A929CD1C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1334" y="1977402"/>
                          <a:ext cx="5276" cy="5294"/>
                        </a:xfrm>
                        <a:custGeom>
                          <a:avLst/>
                          <a:gdLst>
                            <a:gd fmla="*/ 193 w 5276" name="connsiteX0"/>
                            <a:gd fmla="*/ 3607 h 5294" name="connsiteY0"/>
                            <a:gd fmla="*/ 1687 w 5276" name="connsiteX1"/>
                            <a:gd fmla="*/ 193 h 5294" name="connsiteY1"/>
                            <a:gd fmla="*/ 5101 w 5276" name="connsiteX2"/>
                            <a:gd fmla="*/ 1687 h 5294" name="connsiteY2"/>
                            <a:gd fmla="*/ 3607 w 5276" name="connsiteX3"/>
                            <a:gd fmla="*/ 5101 h 5294" name="connsiteY3"/>
                            <a:gd fmla="*/ 193 w 5276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76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13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6eabb25-e758-4b75-be84-64476ee9136b" id="1984" name="任意多边形: 形状 1983">
                          <a:extLst>
                            <a:ext uri="{FF2B5EF4-FFF2-40B4-BE49-F238E27FC236}">
                              <a16:creationId id="{189E177A-F32D-8131-AD44-1857109E64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1746" y="1942494"/>
                          <a:ext cx="5276" cy="5294"/>
                        </a:xfrm>
                        <a:custGeom>
                          <a:avLst/>
                          <a:gdLst>
                            <a:gd fmla="*/ 193 w 5276" name="connsiteX0"/>
                            <a:gd fmla="*/ 3607 h 5294" name="connsiteY0"/>
                            <a:gd fmla="*/ 1687 w 5276" name="connsiteX1"/>
                            <a:gd fmla="*/ 193 h 5294" name="connsiteY1"/>
                            <a:gd fmla="*/ 5101 w 5276" name="connsiteX2"/>
                            <a:gd fmla="*/ 1687 h 5294" name="connsiteY2"/>
                            <a:gd fmla="*/ 3607 w 5276" name="connsiteX3"/>
                            <a:gd fmla="*/ 5101 h 5294" name="connsiteY3"/>
                            <a:gd fmla="*/ 193 w 5276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76">
                              <a:moveTo>
                                <a:pt x="193" y="3607"/>
                              </a:moveTo>
                              <a:cubicBezTo>
                                <a:pt x="-361" y="2242"/>
                                <a:pt x="321" y="705"/>
                                <a:pt x="1687" y="193"/>
                              </a:cubicBezTo>
                              <a:cubicBezTo>
                                <a:pt x="3053" y="-362"/>
                                <a:pt x="4589" y="321"/>
                                <a:pt x="5101" y="1687"/>
                              </a:cubicBezTo>
                              <a:cubicBezTo>
                                <a:pt x="5613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2efb551-1e12-4366-93ad-d3a53d61a925" id="1985" name="任意多边形: 形状 1984">
                          <a:extLst>
                            <a:ext uri="{FF2B5EF4-FFF2-40B4-BE49-F238E27FC236}">
                              <a16:creationId id="{1917518D-209B-DE26-0211-4F27498682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3538" y="1984487"/>
                          <a:ext cx="5294" cy="5276"/>
                        </a:xfrm>
                        <a:custGeom>
                          <a:avLst/>
                          <a:gdLst>
                            <a:gd fmla="*/ 193 w 5294" name="connsiteX0"/>
                            <a:gd fmla="*/ 3607 h 5276" name="connsiteY0"/>
                            <a:gd fmla="*/ 1687 w 5294" name="connsiteX1"/>
                            <a:gd fmla="*/ 193 h 5276" name="connsiteY1"/>
                            <a:gd fmla="*/ 5101 w 5294" name="connsiteX2"/>
                            <a:gd fmla="*/ 1687 h 5276" name="connsiteY2"/>
                            <a:gd fmla="*/ 3607 w 5294" name="connsiteX3"/>
                            <a:gd fmla="*/ 5101 h 5276" name="connsiteY3"/>
                            <a:gd fmla="*/ 193 w 5294" name="connsiteX4"/>
                            <a:gd fmla="*/ 3607 h 527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6" w="5294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2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13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e0ca498-0821-4e64-8dba-2dad63e881d4" id="1986" name="任意多边形: 形状 1985">
                          <a:extLst>
                            <a:ext uri="{FF2B5EF4-FFF2-40B4-BE49-F238E27FC236}">
                              <a16:creationId id="{42E8CA45-EA18-E248-65A9-45D78E790F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3354" y="1957387"/>
                          <a:ext cx="5294" cy="5294"/>
                        </a:xfrm>
                        <a:custGeom>
                          <a:avLst/>
                          <a:gdLst>
                            <a:gd fmla="*/ 193 w 5294" name="connsiteX0"/>
                            <a:gd fmla="*/ 3607 h 5294" name="connsiteY0"/>
                            <a:gd fmla="*/ 1687 w 5294" name="connsiteX1"/>
                            <a:gd fmla="*/ 193 h 5294" name="connsiteY1"/>
                            <a:gd fmla="*/ 5101 w 5294" name="connsiteX2"/>
                            <a:gd fmla="*/ 1687 h 5294" name="connsiteY2"/>
                            <a:gd fmla="*/ 3607 w 5294" name="connsiteX3"/>
                            <a:gd fmla="*/ 5101 h 5294" name="connsiteY3"/>
                            <a:gd fmla="*/ 193 w 5294" name="connsiteX4"/>
                            <a:gd fmla="*/ 3607 h 529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4" w="5294">
                              <a:moveTo>
                                <a:pt x="193" y="3607"/>
                              </a:moveTo>
                              <a:cubicBezTo>
                                <a:pt x="-362" y="2242"/>
                                <a:pt x="321" y="705"/>
                                <a:pt x="1687" y="193"/>
                              </a:cubicBezTo>
                              <a:cubicBezTo>
                                <a:pt x="3052" y="-362"/>
                                <a:pt x="4589" y="321"/>
                                <a:pt x="5101" y="1687"/>
                              </a:cubicBezTo>
                              <a:cubicBezTo>
                                <a:pt x="5656" y="3053"/>
                                <a:pt x="4973" y="4589"/>
                                <a:pt x="3607" y="5101"/>
                              </a:cubicBezTo>
                              <a:cubicBezTo>
                                <a:pt x="2242" y="5656"/>
                                <a:pt x="705" y="4973"/>
                                <a:pt x="193" y="36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e1c34968-43e3-4541-b457-5f42a73c0ec5" id="1475" name="图形 6643">
                        <a:extLst>
                          <a:ext uri="{FF2B5EF4-FFF2-40B4-BE49-F238E27FC236}">
                            <a16:creationId id="{C000B2D6-C7F3-94C1-76D9-0B4683C2C72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96049" y="1802909"/>
                        <a:ext cx="161129" cy="140133"/>
                        <a:chOff x="6696049" y="1802909"/>
                        <a:chExt cx="161129" cy="140133"/>
                      </a:xfrm>
                      <a:solidFill>
                        <a:srgbClr val="494950"/>
                      </a:solidFill>
                    </p:grpSpPr>
                    <p:sp>
                      <p:nvSpPr>
                        <p:cNvPr descr="b48b69da-7541-4a33-bb14-e0755af5aae1" id="1875" name="任意多边形: 形状 1874">
                          <a:extLst>
                            <a:ext uri="{FF2B5EF4-FFF2-40B4-BE49-F238E27FC236}">
                              <a16:creationId id="{39768655-FB9E-AE64-9C42-C639D204BC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8884" y="1859881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3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3" y="3514"/>
                              </a:cubicBezTo>
                              <a:cubicBezTo>
                                <a:pt x="-327" y="2148"/>
                                <a:pt x="399" y="612"/>
                                <a:pt x="1807" y="142"/>
                              </a:cubicBezTo>
                              <a:cubicBezTo>
                                <a:pt x="3172" y="-327"/>
                                <a:pt x="4666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5c48772-820f-460e-9e9d-48975c99b83a" id="1876" name="任意多边形: 形状 1875">
                          <a:extLst>
                            <a:ext uri="{FF2B5EF4-FFF2-40B4-BE49-F238E27FC236}">
                              <a16:creationId id="{717ECAF6-E790-CC1D-582F-7D385FAF6F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4673" y="1857022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3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da5afb7-19be-41b1-9d76-1bccbcf8fb19" id="1877" name="任意多边形: 形状 1876">
                          <a:extLst>
                            <a:ext uri="{FF2B5EF4-FFF2-40B4-BE49-F238E27FC236}">
                              <a16:creationId id="{84D29411-EE2A-9682-382E-88BF1C6613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1885" y="1869996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215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c8a6d69-dd6f-448f-9449-4a67fbab7c88" id="1878" name="任意多边形: 形状 1877">
                          <a:extLst>
                            <a:ext uri="{FF2B5EF4-FFF2-40B4-BE49-F238E27FC236}">
                              <a16:creationId id="{DF18179F-FE7F-5F5F-5E7C-21482797F6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2936" y="1842427"/>
                          <a:ext cx="5337" cy="5320"/>
                        </a:xfrm>
                        <a:custGeom>
                          <a:avLst/>
                          <a:gdLst>
                            <a:gd fmla="*/ 5195 w 5337" name="connsiteX0"/>
                            <a:gd fmla="*/ 1807 h 5320" name="connsiteY0"/>
                            <a:gd fmla="*/ 3530 w 5337" name="connsiteX1"/>
                            <a:gd fmla="*/ 5178 h 5320" name="connsiteY1"/>
                            <a:gd fmla="*/ 159 w 5337" name="connsiteX2"/>
                            <a:gd fmla="*/ 3514 h 5320" name="connsiteY2"/>
                            <a:gd fmla="*/ 1824 w 5337" name="connsiteX3"/>
                            <a:gd fmla="*/ 142 h 5320" name="connsiteY3"/>
                            <a:gd fmla="*/ 5195 w 5337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37">
                              <a:moveTo>
                                <a:pt x="5195" y="1807"/>
                              </a:moveTo>
                              <a:cubicBezTo>
                                <a:pt x="5664" y="3172"/>
                                <a:pt x="4939" y="4709"/>
                                <a:pt x="3530" y="5178"/>
                              </a:cubicBezTo>
                              <a:cubicBezTo>
                                <a:pt x="2165" y="5648"/>
                                <a:pt x="671" y="4922"/>
                                <a:pt x="159" y="3514"/>
                              </a:cubicBezTo>
                              <a:cubicBezTo>
                                <a:pt x="-353" y="2106"/>
                                <a:pt x="415" y="612"/>
                                <a:pt x="1824" y="142"/>
                              </a:cubicBezTo>
                              <a:cubicBezTo>
                                <a:pt x="3189" y="-327"/>
                                <a:pt x="4726" y="399"/>
                                <a:pt x="5195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994b4a7-6f04-4749-a701-56f257a2b0cf" id="1879" name="任意多边形: 形状 1878">
                          <a:extLst>
                            <a:ext uri="{FF2B5EF4-FFF2-40B4-BE49-F238E27FC236}">
                              <a16:creationId id="{49C1FEF3-1DCF-76DA-BFF1-E5ED5722E4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5412" y="1872812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3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05" y="5648"/>
                                <a:pt x="612" y="4922"/>
                                <a:pt x="143" y="3514"/>
                              </a:cubicBezTo>
                              <a:cubicBezTo>
                                <a:pt x="-327" y="2148"/>
                                <a:pt x="399" y="612"/>
                                <a:pt x="1807" y="142"/>
                              </a:cubicBezTo>
                              <a:cubicBezTo>
                                <a:pt x="3215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2cde791-54f5-41da-8df4-0361e28e4409" id="1880" name="任意多边形: 形状 1879">
                          <a:extLst>
                            <a:ext uri="{FF2B5EF4-FFF2-40B4-BE49-F238E27FC236}">
                              <a16:creationId id="{7683444A-63BA-391A-4C49-E25C9B4B5D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7504" y="1844049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666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215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fc93535-2d81-420a-b23f-64c552c96310" id="1881" name="任意多边形: 形状 1880">
                          <a:extLst>
                            <a:ext uri="{FF2B5EF4-FFF2-40B4-BE49-F238E27FC236}">
                              <a16:creationId id="{793A6DF3-F3ED-B468-C73E-D39CA9FC04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4573" y="1857364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06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55"/>
                                <a:pt x="1807" y="142"/>
                              </a:cubicBezTo>
                              <a:cubicBezTo>
                                <a:pt x="3173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c643e27-799a-49d5-8b0d-44eb42683a5b" id="1882" name="任意多边形: 形状 1881">
                          <a:extLst>
                            <a:ext uri="{FF2B5EF4-FFF2-40B4-BE49-F238E27FC236}">
                              <a16:creationId id="{10401804-99AA-6B09-C104-51A93DF9B8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9481" y="1888116"/>
                          <a:ext cx="5320" cy="5337"/>
                        </a:xfrm>
                        <a:custGeom>
                          <a:avLst/>
                          <a:gdLst>
                            <a:gd fmla="*/ 5178 w 5320" name="connsiteX0"/>
                            <a:gd fmla="*/ 1823 h 5337" name="connsiteY0"/>
                            <a:gd fmla="*/ 3514 w 5320" name="connsiteX1"/>
                            <a:gd fmla="*/ 5195 h 5337" name="connsiteY1"/>
                            <a:gd fmla="*/ 142 w 5320" name="connsiteX2"/>
                            <a:gd fmla="*/ 3531 h 5337" name="connsiteY2"/>
                            <a:gd fmla="*/ 1807 w 5320" name="connsiteX3"/>
                            <a:gd fmla="*/ 159 h 5337" name="connsiteY3"/>
                            <a:gd fmla="*/ 5178 w 5320" name="connsiteX4"/>
                            <a:gd fmla="*/ 1823 h 53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37" w="5320">
                              <a:moveTo>
                                <a:pt x="5178" y="1823"/>
                              </a:moveTo>
                              <a:cubicBezTo>
                                <a:pt x="5648" y="3189"/>
                                <a:pt x="4922" y="4726"/>
                                <a:pt x="3514" y="5195"/>
                              </a:cubicBezTo>
                              <a:cubicBezTo>
                                <a:pt x="2148" y="5664"/>
                                <a:pt x="612" y="4939"/>
                                <a:pt x="142" y="3531"/>
                              </a:cubicBezTo>
                              <a:cubicBezTo>
                                <a:pt x="-327" y="2165"/>
                                <a:pt x="398" y="671"/>
                                <a:pt x="1807" y="159"/>
                              </a:cubicBezTo>
                              <a:cubicBezTo>
                                <a:pt x="3215" y="-353"/>
                                <a:pt x="4709" y="415"/>
                                <a:pt x="5178" y="18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745dd75-d989-4bf6-8a9d-d888a9c48349" id="1883" name="任意多边形: 形状 1882">
                          <a:extLst>
                            <a:ext uri="{FF2B5EF4-FFF2-40B4-BE49-F238E27FC236}">
                              <a16:creationId id="{F1BFED6F-F14F-45BD-2E7B-67C369A710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5269" y="1885274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3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666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f7f1426-0228-4ab0-8abc-305088439ab4" id="1884" name="任意多边形: 形状 1883">
                          <a:extLst>
                            <a:ext uri="{FF2B5EF4-FFF2-40B4-BE49-F238E27FC236}">
                              <a16:creationId id="{1BF5F2D1-8666-4609-0524-1F945B43E5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2482" y="1898247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1eec9a9-548e-4138-91bf-d2aaa7c8af6e" id="1885" name="任意多边形: 形状 1884">
                          <a:extLst>
                            <a:ext uri="{FF2B5EF4-FFF2-40B4-BE49-F238E27FC236}">
                              <a16:creationId id="{4452E318-A2EA-14D5-78D3-38EC231D94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3506" y="1870678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06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215" y="-327"/>
                                <a:pt x="4666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e9bf085-7d07-4cd2-be33-6bbc6cffe7a5" id="1886" name="任意多边形: 形状 1885">
                          <a:extLst>
                            <a:ext uri="{FF2B5EF4-FFF2-40B4-BE49-F238E27FC236}">
                              <a16:creationId id="{B54824DC-7296-A2A5-5695-9F814F1E83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6009" y="1901064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de4f0c5-df6d-4c2c-857f-c3a80af2830c" id="1887" name="任意多边形: 形状 1886">
                          <a:extLst>
                            <a:ext uri="{FF2B5EF4-FFF2-40B4-BE49-F238E27FC236}">
                              <a16:creationId id="{E80A8C44-1CF0-DA32-D661-D08D66AB0D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8057" y="1872300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06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215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f129993-928c-46bd-84f3-bda6cdafb5e7" id="1888" name="任意多边形: 形状 1887">
                          <a:extLst>
                            <a:ext uri="{FF2B5EF4-FFF2-40B4-BE49-F238E27FC236}">
                              <a16:creationId id="{866CFD4E-F74A-6F77-ACDA-9230F7F6B5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5127" y="1885572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2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6b0f2dd-9b66-49f8-8f5f-882b0ead447b" id="1889" name="任意多边形: 形状 1888">
                          <a:extLst>
                            <a:ext uri="{FF2B5EF4-FFF2-40B4-BE49-F238E27FC236}">
                              <a16:creationId id="{253DDD56-59C7-2B00-0061-0817ADD067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6465" y="1847847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05"/>
                                <a:pt x="398" y="612"/>
                                <a:pt x="1807" y="142"/>
                              </a:cubicBezTo>
                              <a:cubicBezTo>
                                <a:pt x="3172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bbc48e6-6612-4e18-9668-6e7e910fdd43" id="1890" name="任意多边形: 形状 1889">
                          <a:extLst>
                            <a:ext uri="{FF2B5EF4-FFF2-40B4-BE49-F238E27FC236}">
                              <a16:creationId id="{C9F86147-6B3A-3C6A-B1D2-4761A97B3A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2253" y="1844945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06" y="5648"/>
                                <a:pt x="612" y="4922"/>
                                <a:pt x="142" y="3514"/>
                              </a:cubicBezTo>
                              <a:cubicBezTo>
                                <a:pt x="-327" y="2106"/>
                                <a:pt x="398" y="612"/>
                                <a:pt x="1807" y="142"/>
                              </a:cubicBezTo>
                              <a:cubicBezTo>
                                <a:pt x="3215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6c5bc37-9dbd-48af-9fe7-6925e8cdb2c1" id="1891" name="任意多边形: 形状 1890">
                          <a:extLst>
                            <a:ext uri="{FF2B5EF4-FFF2-40B4-BE49-F238E27FC236}">
                              <a16:creationId id="{4666D5E0-B345-640B-868E-01F7772ABC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9466" y="1857918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55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666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69bd859-9288-4889-b016-cb8eb145ddab" id="1892" name="任意多边形: 形状 1891">
                          <a:extLst>
                            <a:ext uri="{FF2B5EF4-FFF2-40B4-BE49-F238E27FC236}">
                              <a16:creationId id="{825B97A5-32AB-1B9B-51DC-688AFA3246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0533" y="1830350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3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c3fd84f-daad-4bdf-b408-5c30fd1be8cf" id="1893" name="任意多边形: 形状 1892">
                          <a:extLst>
                            <a:ext uri="{FF2B5EF4-FFF2-40B4-BE49-F238E27FC236}">
                              <a16:creationId id="{F0B2B593-0016-0B90-29EE-F1B708231D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2993" y="1860778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2" y="-327"/>
                                <a:pt x="4666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c098b3d-a7bc-4f41-8752-aca35f8a4070" id="1894" name="任意多边形: 形状 1893">
                          <a:extLst>
                            <a:ext uri="{FF2B5EF4-FFF2-40B4-BE49-F238E27FC236}">
                              <a16:creationId id="{6D417201-F416-D90C-C98C-68FC1FAD04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0916" y="1841702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666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d4f7b55-344f-4ef2-8ae2-aafd89d0386f" id="1895" name="任意多边形: 形状 1894">
                          <a:extLst>
                            <a:ext uri="{FF2B5EF4-FFF2-40B4-BE49-F238E27FC236}">
                              <a16:creationId id="{018DE750-F28A-4390-1A67-8DD9EDA980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7672" y="1858900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c6acdef-7b20-465c-b17e-7daf4d8d0839" id="1896" name="任意多边形: 形状 1895">
                          <a:extLst>
                            <a:ext uri="{FF2B5EF4-FFF2-40B4-BE49-F238E27FC236}">
                              <a16:creationId id="{CAFB6DEF-7847-87D5-D710-FC159AB37B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1757" y="1820364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05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b17e18b-0470-45ad-a031-e7673998a324" id="1897" name="任意多边形: 形状 1896">
                          <a:extLst>
                            <a:ext uri="{FF2B5EF4-FFF2-40B4-BE49-F238E27FC236}">
                              <a16:creationId id="{40AF9D43-DC73-2792-65F5-13E21D55B5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7546" y="1817488"/>
                          <a:ext cx="5320" cy="5337"/>
                        </a:xfrm>
                        <a:custGeom>
                          <a:avLst/>
                          <a:gdLst>
                            <a:gd fmla="*/ 5178 w 5320" name="connsiteX0"/>
                            <a:gd fmla="*/ 1824 h 5337" name="connsiteY0"/>
                            <a:gd fmla="*/ 3514 w 5320" name="connsiteX1"/>
                            <a:gd fmla="*/ 5195 h 5337" name="connsiteY1"/>
                            <a:gd fmla="*/ 143 w 5320" name="connsiteX2"/>
                            <a:gd fmla="*/ 3531 h 5337" name="connsiteY2"/>
                            <a:gd fmla="*/ 1807 w 5320" name="connsiteX3"/>
                            <a:gd fmla="*/ 159 h 5337" name="connsiteY3"/>
                            <a:gd fmla="*/ 5178 w 5320" name="connsiteX4"/>
                            <a:gd fmla="*/ 1824 h 53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37" w="5320">
                              <a:moveTo>
                                <a:pt x="5178" y="1824"/>
                              </a:moveTo>
                              <a:cubicBezTo>
                                <a:pt x="5648" y="3189"/>
                                <a:pt x="4922" y="4725"/>
                                <a:pt x="3514" y="5195"/>
                              </a:cubicBezTo>
                              <a:cubicBezTo>
                                <a:pt x="2105" y="5664"/>
                                <a:pt x="612" y="4939"/>
                                <a:pt x="143" y="3531"/>
                              </a:cubicBezTo>
                              <a:cubicBezTo>
                                <a:pt x="-327" y="2165"/>
                                <a:pt x="399" y="671"/>
                                <a:pt x="1807" y="159"/>
                              </a:cubicBezTo>
                              <a:cubicBezTo>
                                <a:pt x="3215" y="-353"/>
                                <a:pt x="4709" y="415"/>
                                <a:pt x="5178" y="182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32978cf-9a31-4823-9451-34e7adefb733" id="1898" name="任意多边形: 形状 1897">
                          <a:extLst>
                            <a:ext uri="{FF2B5EF4-FFF2-40B4-BE49-F238E27FC236}">
                              <a16:creationId id="{A11A8454-690B-2EDF-E23C-E16307E626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4758" y="1830478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3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3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55" y="4922"/>
                                <a:pt x="143" y="3514"/>
                              </a:cubicBezTo>
                              <a:cubicBezTo>
                                <a:pt x="-327" y="2148"/>
                                <a:pt x="399" y="612"/>
                                <a:pt x="1807" y="142"/>
                              </a:cubicBezTo>
                              <a:cubicBezTo>
                                <a:pt x="3172" y="-327"/>
                                <a:pt x="4666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5b49ffd-3821-4b31-9798-99e3dd4baf16" id="1899" name="任意多边形: 形状 1898">
                          <a:extLst>
                            <a:ext uri="{FF2B5EF4-FFF2-40B4-BE49-F238E27FC236}">
                              <a16:creationId id="{880DBB1F-6BB3-0D47-5C4B-7C80461E01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5783" y="1802909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55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2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b4bc3a6-d090-4fc1-9771-d885935f01c4" id="1900" name="任意多边形: 形状 1899">
                          <a:extLst>
                            <a:ext uri="{FF2B5EF4-FFF2-40B4-BE49-F238E27FC236}">
                              <a16:creationId id="{4CABC4E8-9524-09E1-ECB8-52C71C924A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8243" y="1833337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3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3" y="3514"/>
                              </a:cubicBezTo>
                              <a:cubicBezTo>
                                <a:pt x="-327" y="2148"/>
                                <a:pt x="399" y="655"/>
                                <a:pt x="1807" y="142"/>
                              </a:cubicBezTo>
                              <a:cubicBezTo>
                                <a:pt x="3172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a209523-e4cc-4adf-9634-78716462f41a" id="1901" name="任意多边形: 形状 1900">
                          <a:extLst>
                            <a:ext uri="{FF2B5EF4-FFF2-40B4-BE49-F238E27FC236}">
                              <a16:creationId id="{24DA9282-7042-5C5F-8D7E-0BC069E5A0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0546" y="1817462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8b58524-27fd-4311-93c8-82ecf45d24b7" id="1902" name="任意多边形: 形状 1901">
                          <a:extLst>
                            <a:ext uri="{FF2B5EF4-FFF2-40B4-BE49-F238E27FC236}">
                              <a16:creationId id="{9A319816-C8E7-8979-A4A2-AEB824B809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7403" y="1817846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63ce9c6-c0cf-444a-9740-5cc2e42af12f" id="1903" name="任意多边形: 形状 1902">
                          <a:extLst>
                            <a:ext uri="{FF2B5EF4-FFF2-40B4-BE49-F238E27FC236}">
                              <a16:creationId id="{3848F940-2C1B-76F0-F9B0-C4A50EC974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7547" y="1899570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06" y="5648"/>
                                <a:pt x="655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bb99ee2-f197-495e-9414-3f136019390f" id="1904" name="任意多边形: 形状 1903">
                          <a:extLst>
                            <a:ext uri="{FF2B5EF4-FFF2-40B4-BE49-F238E27FC236}">
                              <a16:creationId id="{A247602B-A0EF-8894-9706-EDFF6A73F8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3336" y="1896711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3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666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3" y="3514"/>
                              </a:cubicBezTo>
                              <a:cubicBezTo>
                                <a:pt x="-327" y="2148"/>
                                <a:pt x="399" y="612"/>
                                <a:pt x="1807" y="142"/>
                              </a:cubicBezTo>
                              <a:cubicBezTo>
                                <a:pt x="3172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c15d2e9-05f6-4607-85d7-43a08689a429" id="1905" name="任意多边形: 形状 1904">
                          <a:extLst>
                            <a:ext uri="{FF2B5EF4-FFF2-40B4-BE49-F238E27FC236}">
                              <a16:creationId id="{0A7A5C00-978A-2249-68B1-D393C74E33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5414" y="1917878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55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83cf6a0-a064-4bd5-8c9b-96e3b3018cf8" id="1906" name="任意多边形: 形状 1905">
                          <a:extLst>
                            <a:ext uri="{FF2B5EF4-FFF2-40B4-BE49-F238E27FC236}">
                              <a16:creationId id="{F9D8E834-270B-315C-D429-C6F8608400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1599" y="1882116"/>
                          <a:ext cx="5337" cy="5320"/>
                        </a:xfrm>
                        <a:custGeom>
                          <a:avLst/>
                          <a:gdLst>
                            <a:gd fmla="*/ 5195 w 5337" name="connsiteX0"/>
                            <a:gd fmla="*/ 1807 h 5320" name="connsiteY0"/>
                            <a:gd fmla="*/ 3531 w 5337" name="connsiteX1"/>
                            <a:gd fmla="*/ 5178 h 5320" name="connsiteY1"/>
                            <a:gd fmla="*/ 159 w 5337" name="connsiteX2"/>
                            <a:gd fmla="*/ 3514 h 5320" name="connsiteY2"/>
                            <a:gd fmla="*/ 1824 w 5337" name="connsiteX3"/>
                            <a:gd fmla="*/ 142 h 5320" name="connsiteY3"/>
                            <a:gd fmla="*/ 5195 w 5337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37">
                              <a:moveTo>
                                <a:pt x="5195" y="1807"/>
                              </a:moveTo>
                              <a:cubicBezTo>
                                <a:pt x="5664" y="3172"/>
                                <a:pt x="4939" y="4666"/>
                                <a:pt x="3531" y="5178"/>
                              </a:cubicBezTo>
                              <a:cubicBezTo>
                                <a:pt x="2165" y="5648"/>
                                <a:pt x="671" y="4922"/>
                                <a:pt x="159" y="3514"/>
                              </a:cubicBezTo>
                              <a:cubicBezTo>
                                <a:pt x="-353" y="2105"/>
                                <a:pt x="415" y="612"/>
                                <a:pt x="1824" y="142"/>
                              </a:cubicBezTo>
                              <a:cubicBezTo>
                                <a:pt x="3232" y="-327"/>
                                <a:pt x="4725" y="398"/>
                                <a:pt x="5195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8dcac28-4774-4fcd-a5c8-7cb000899d20" id="1907" name="任意多边形: 形状 1906">
                          <a:extLst>
                            <a:ext uri="{FF2B5EF4-FFF2-40B4-BE49-F238E27FC236}">
                              <a16:creationId id="{8D3B2453-3E55-56AA-12D6-2B5A2F2400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4076" y="1912501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3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9b85781-9cc8-41c6-89a5-94309745aef8" id="1908" name="任意多边形: 形状 1907">
                          <a:extLst>
                            <a:ext uri="{FF2B5EF4-FFF2-40B4-BE49-F238E27FC236}">
                              <a16:creationId id="{248BCB8F-8CFF-4BB8-AF89-628E26EA00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6124" y="1883737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3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55" y="4922"/>
                                <a:pt x="143" y="3514"/>
                              </a:cubicBezTo>
                              <a:cubicBezTo>
                                <a:pt x="-327" y="2148"/>
                                <a:pt x="399" y="612"/>
                                <a:pt x="1807" y="142"/>
                              </a:cubicBezTo>
                              <a:cubicBezTo>
                                <a:pt x="3172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58fa11a-b000-43d2-b803-09769f9941fb" id="1909" name="任意多边形: 形状 1908">
                          <a:extLst>
                            <a:ext uri="{FF2B5EF4-FFF2-40B4-BE49-F238E27FC236}">
                              <a16:creationId id="{A3BDB36B-E188-DC70-BFE3-50649A607A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3236" y="1897009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3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8f41fad-5195-4c16-9248-b726bd346047" id="1910" name="任意多边形: 形状 1909">
                          <a:extLst>
                            <a:ext uri="{FF2B5EF4-FFF2-40B4-BE49-F238E27FC236}">
                              <a16:creationId id="{451BBFB0-94E2-BAA2-13E6-48EA551474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0361" y="1889413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3"/>
                                <a:pt x="4922" y="4709"/>
                                <a:pt x="3514" y="5178"/>
                              </a:cubicBezTo>
                              <a:cubicBezTo>
                                <a:pt x="2106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215" y="-327"/>
                                <a:pt x="4666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2d976fb-f014-4e96-acfb-16b7e436e753" id="1911" name="任意多边形: 形状 1910">
                          <a:extLst>
                            <a:ext uri="{FF2B5EF4-FFF2-40B4-BE49-F238E27FC236}">
                              <a16:creationId id="{DB8DE2F8-88DA-F8F8-3F22-17BA1C51EF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6150" y="1886554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55"/>
                                <a:pt x="1807" y="142"/>
                              </a:cubicBezTo>
                              <a:cubicBezTo>
                                <a:pt x="3173" y="-327"/>
                                <a:pt x="4666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3e0e81d-da13-4b2c-ba17-88ea8f6ef34f" id="1912" name="任意多边形: 形状 1911">
                          <a:extLst>
                            <a:ext uri="{FF2B5EF4-FFF2-40B4-BE49-F238E27FC236}">
                              <a16:creationId id="{02BC074E-B685-93B4-2CD8-151526C012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3362" y="1899527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55"/>
                                <a:pt x="1807" y="142"/>
                              </a:cubicBezTo>
                              <a:cubicBezTo>
                                <a:pt x="3173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5516014-fd68-40b3-b758-56502b016e6a" id="1913" name="任意多边形: 形状 1912">
                          <a:extLst>
                            <a:ext uri="{FF2B5EF4-FFF2-40B4-BE49-F238E27FC236}">
                              <a16:creationId id="{D459B093-3EFC-F336-EDC9-6273A8137D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8213" y="1873452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3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3" y="3514"/>
                              </a:cubicBezTo>
                              <a:cubicBezTo>
                                <a:pt x="-327" y="2148"/>
                                <a:pt x="399" y="612"/>
                                <a:pt x="1807" y="142"/>
                              </a:cubicBezTo>
                              <a:cubicBezTo>
                                <a:pt x="3172" y="-327"/>
                                <a:pt x="4666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7cd47df-0599-4383-9de7-75704cfda724" id="1914" name="任意多边形: 形状 1913">
                          <a:extLst>
                            <a:ext uri="{FF2B5EF4-FFF2-40B4-BE49-F238E27FC236}">
                              <a16:creationId id="{5435DD57-0D93-8002-954D-177E3830DD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5496" y="1913909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666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666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aba44ca-9b22-4b09-9415-f538a45fb6c8" id="1915" name="任意多边形: 形状 1914">
                          <a:extLst>
                            <a:ext uri="{FF2B5EF4-FFF2-40B4-BE49-F238E27FC236}">
                              <a16:creationId id="{1643C865-D2BD-B833-C786-1F3131AF26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08980" y="1873580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06" y="5648"/>
                                <a:pt x="655" y="4922"/>
                                <a:pt x="142" y="3514"/>
                              </a:cubicBezTo>
                              <a:cubicBezTo>
                                <a:pt x="-327" y="2148"/>
                                <a:pt x="398" y="655"/>
                                <a:pt x="1807" y="142"/>
                              </a:cubicBezTo>
                              <a:cubicBezTo>
                                <a:pt x="3173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b9c3f94-bffe-42eb-981d-f2e6fc03e200" id="1916" name="任意多边形: 形状 1915">
                          <a:extLst>
                            <a:ext uri="{FF2B5EF4-FFF2-40B4-BE49-F238E27FC236}">
                              <a16:creationId id="{8FBAB293-D8F5-9835-809D-7183FDD5E8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6049" y="1886895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3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55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2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d4e4ebe-b9d2-48ca-be1b-a0a35365ad07" id="1917" name="任意多边形: 形状 1916">
                          <a:extLst>
                            <a:ext uri="{FF2B5EF4-FFF2-40B4-BE49-F238E27FC236}">
                              <a16:creationId id="{516A951A-A4D6-2DD5-1002-F2F0686F42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0932" y="1914848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3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3" y="3514"/>
                              </a:cubicBezTo>
                              <a:cubicBezTo>
                                <a:pt x="-327" y="2148"/>
                                <a:pt x="399" y="612"/>
                                <a:pt x="1807" y="142"/>
                              </a:cubicBezTo>
                              <a:cubicBezTo>
                                <a:pt x="3172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7b6e2cc-58c4-4fc5-8eb8-31b6e38c2e07" id="1918" name="任意多边形: 形状 1917">
                          <a:extLst>
                            <a:ext uri="{FF2B5EF4-FFF2-40B4-BE49-F238E27FC236}">
                              <a16:creationId id="{FD40A520-66E3-7B35-5608-7123E517FF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9935" y="1926925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666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215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1aa7871-e508-4543-8ae3-7b2ee6974840" id="1919" name="任意多边形: 形状 1918">
                          <a:extLst>
                            <a:ext uri="{FF2B5EF4-FFF2-40B4-BE49-F238E27FC236}">
                              <a16:creationId id="{D4DFDC33-4654-71CF-5EEA-A42E70A518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6378" y="1937722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3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55" y="4922"/>
                                <a:pt x="143" y="3514"/>
                              </a:cubicBezTo>
                              <a:cubicBezTo>
                                <a:pt x="-327" y="2148"/>
                                <a:pt x="399" y="655"/>
                                <a:pt x="1807" y="142"/>
                              </a:cubicBezTo>
                              <a:cubicBezTo>
                                <a:pt x="3172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9f0212d-3832-445e-8fa2-6770b572464a" id="1920" name="任意多边形: 形状 1919">
                          <a:extLst>
                            <a:ext uri="{FF2B5EF4-FFF2-40B4-BE49-F238E27FC236}">
                              <a16:creationId id="{11E9D939-71FB-5773-AA6C-D132FA162B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8197" y="1912330"/>
                          <a:ext cx="5337" cy="5337"/>
                        </a:xfrm>
                        <a:custGeom>
                          <a:avLst/>
                          <a:gdLst>
                            <a:gd fmla="*/ 5195 w 5337" name="connsiteX0"/>
                            <a:gd fmla="*/ 1807 h 5337" name="connsiteY0"/>
                            <a:gd fmla="*/ 3531 w 5337" name="connsiteX1"/>
                            <a:gd fmla="*/ 5178 h 5337" name="connsiteY1"/>
                            <a:gd fmla="*/ 159 w 5337" name="connsiteX2"/>
                            <a:gd fmla="*/ 3514 h 5337" name="connsiteY2"/>
                            <a:gd fmla="*/ 1824 w 5337" name="connsiteX3"/>
                            <a:gd fmla="*/ 142 h 5337" name="connsiteY3"/>
                            <a:gd fmla="*/ 5195 w 5337" name="connsiteX4"/>
                            <a:gd fmla="*/ 1807 h 53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37" w="5337">
                              <a:moveTo>
                                <a:pt x="5195" y="1807"/>
                              </a:moveTo>
                              <a:cubicBezTo>
                                <a:pt x="5665" y="3172"/>
                                <a:pt x="4939" y="4666"/>
                                <a:pt x="3531" y="5178"/>
                              </a:cubicBezTo>
                              <a:cubicBezTo>
                                <a:pt x="2122" y="5690"/>
                                <a:pt x="671" y="4922"/>
                                <a:pt x="159" y="3514"/>
                              </a:cubicBezTo>
                              <a:cubicBezTo>
                                <a:pt x="-353" y="2106"/>
                                <a:pt x="415" y="612"/>
                                <a:pt x="1824" y="142"/>
                              </a:cubicBezTo>
                              <a:cubicBezTo>
                                <a:pt x="3189" y="-327"/>
                                <a:pt x="4726" y="399"/>
                                <a:pt x="5195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293cdf7-d8f2-468b-80f0-0d739ef18d67" id="1921" name="任意多边形: 形状 1920">
                          <a:extLst>
                            <a:ext uri="{FF2B5EF4-FFF2-40B4-BE49-F238E27FC236}">
                              <a16:creationId id="{83749F70-AE88-446A-E0C9-09CF795304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6493" y="1936698"/>
                          <a:ext cx="5320" cy="5337"/>
                        </a:xfrm>
                        <a:custGeom>
                          <a:avLst/>
                          <a:gdLst>
                            <a:gd fmla="*/ 5178 w 5320" name="connsiteX0"/>
                            <a:gd fmla="*/ 1807 h 5337" name="connsiteY0"/>
                            <a:gd fmla="*/ 3514 w 5320" name="connsiteX1"/>
                            <a:gd fmla="*/ 5178 h 5337" name="connsiteY1"/>
                            <a:gd fmla="*/ 142 w 5320" name="connsiteX2"/>
                            <a:gd fmla="*/ 3514 h 5337" name="connsiteY2"/>
                            <a:gd fmla="*/ 1807 w 5320" name="connsiteX3"/>
                            <a:gd fmla="*/ 142 h 5337" name="connsiteY3"/>
                            <a:gd fmla="*/ 5178 w 5320" name="connsiteX4"/>
                            <a:gd fmla="*/ 1807 h 53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37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666"/>
                                <a:pt x="3514" y="5178"/>
                              </a:cubicBezTo>
                              <a:cubicBezTo>
                                <a:pt x="2106" y="5690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215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3c8372-5996-4fd5-92fc-14740e20a8f4" id="1922" name="任意多边形: 形状 1921">
                          <a:extLst>
                            <a:ext uri="{FF2B5EF4-FFF2-40B4-BE49-F238E27FC236}">
                              <a16:creationId id="{2ABF4FBB-B5D9-42FE-96FC-2D471ACE2B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2723" y="1913952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3"/>
                                <a:pt x="4922" y="4709"/>
                                <a:pt x="3514" y="5178"/>
                              </a:cubicBezTo>
                              <a:cubicBezTo>
                                <a:pt x="2106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91dc947-9ee4-4687-9a83-79253b1c9012" id="1923" name="任意多边形: 形状 1922">
                          <a:extLst>
                            <a:ext uri="{FF2B5EF4-FFF2-40B4-BE49-F238E27FC236}">
                              <a16:creationId id="{6DCEA1B6-A18F-FDA5-5994-F3B84F564F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9493" y="1901746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709"/>
                                <a:pt x="3514" y="5178"/>
                              </a:cubicBezTo>
                              <a:cubicBezTo>
                                <a:pt x="2106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215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52ef354-8b6d-4ab3-a545-35e1b58c301d" id="1924" name="任意多边形: 形状 1923">
                          <a:extLst>
                            <a:ext uri="{FF2B5EF4-FFF2-40B4-BE49-F238E27FC236}">
                              <a16:creationId id="{70EBCDC1-155B-65DC-F192-82AD42094F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51859" y="1877379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7" y="3172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2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b1e2f4c-26b7-492f-a3ca-943c83470b5f" id="1925" name="任意多边形: 形状 1924">
                          <a:extLst>
                            <a:ext uri="{FF2B5EF4-FFF2-40B4-BE49-F238E27FC236}">
                              <a16:creationId id="{EA42BFF5-B163-46CF-1E8B-C64155D2D8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1386" y="1846695"/>
                          <a:ext cx="5337" cy="5320"/>
                        </a:xfrm>
                        <a:custGeom>
                          <a:avLst/>
                          <a:gdLst>
                            <a:gd fmla="*/ 5195 w 5337" name="connsiteX0"/>
                            <a:gd fmla="*/ 1807 h 5320" name="connsiteY0"/>
                            <a:gd fmla="*/ 3530 w 5337" name="connsiteX1"/>
                            <a:gd fmla="*/ 5178 h 5320" name="connsiteY1"/>
                            <a:gd fmla="*/ 159 w 5337" name="connsiteX2"/>
                            <a:gd fmla="*/ 3514 h 5320" name="connsiteY2"/>
                            <a:gd fmla="*/ 1824 w 5337" name="connsiteX3"/>
                            <a:gd fmla="*/ 142 h 5320" name="connsiteY3"/>
                            <a:gd fmla="*/ 5195 w 5337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37">
                              <a:moveTo>
                                <a:pt x="5195" y="1807"/>
                              </a:moveTo>
                              <a:cubicBezTo>
                                <a:pt x="5664" y="3172"/>
                                <a:pt x="4939" y="4709"/>
                                <a:pt x="3530" y="5178"/>
                              </a:cubicBezTo>
                              <a:cubicBezTo>
                                <a:pt x="2165" y="5648"/>
                                <a:pt x="671" y="4922"/>
                                <a:pt x="159" y="3514"/>
                              </a:cubicBezTo>
                              <a:cubicBezTo>
                                <a:pt x="-353" y="2106"/>
                                <a:pt x="415" y="612"/>
                                <a:pt x="1824" y="142"/>
                              </a:cubicBezTo>
                              <a:cubicBezTo>
                                <a:pt x="3189" y="-327"/>
                                <a:pt x="4726" y="399"/>
                                <a:pt x="5195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652840b-89fa-4a35-a636-b0f621398f78" id="1926" name="任意多边形: 形状 1925">
                          <a:extLst>
                            <a:ext uri="{FF2B5EF4-FFF2-40B4-BE49-F238E27FC236}">
                              <a16:creationId id="{684B5A96-F662-A27F-A9A1-530C58054F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8430" y="1884420"/>
                          <a:ext cx="5320" cy="5337"/>
                        </a:xfrm>
                        <a:custGeom>
                          <a:avLst/>
                          <a:gdLst>
                            <a:gd fmla="*/ 5178 w 5320" name="connsiteX0"/>
                            <a:gd fmla="*/ 1807 h 5337" name="connsiteY0"/>
                            <a:gd fmla="*/ 3514 w 5320" name="connsiteX1"/>
                            <a:gd fmla="*/ 5178 h 5337" name="connsiteY1"/>
                            <a:gd fmla="*/ 142 w 5320" name="connsiteX2"/>
                            <a:gd fmla="*/ 3514 h 5337" name="connsiteY2"/>
                            <a:gd fmla="*/ 1807 w 5320" name="connsiteX3"/>
                            <a:gd fmla="*/ 142 h 5337" name="connsiteY3"/>
                            <a:gd fmla="*/ 5178 w 5320" name="connsiteX4"/>
                            <a:gd fmla="*/ 1807 h 53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37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666"/>
                                <a:pt x="3514" y="5178"/>
                              </a:cubicBezTo>
                              <a:cubicBezTo>
                                <a:pt x="2106" y="5690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31b2c43-d5d4-40b7-9f38-615a3a055148" id="1927" name="任意多边形: 形状 1926">
                          <a:extLst>
                            <a:ext uri="{FF2B5EF4-FFF2-40B4-BE49-F238E27FC236}">
                              <a16:creationId id="{10EEC960-76E3-CA8C-BCB1-2101B20745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4304" y="1826637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2"/>
                                <a:pt x="4922" y="4666"/>
                                <a:pt x="3514" y="5178"/>
                              </a:cubicBezTo>
                              <a:cubicBezTo>
                                <a:pt x="2148" y="5648"/>
                                <a:pt x="655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215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4370e1a-c73e-4efa-8a12-2486de25353a" id="1928" name="任意多边形: 形状 1927">
                          <a:extLst>
                            <a:ext uri="{FF2B5EF4-FFF2-40B4-BE49-F238E27FC236}">
                              <a16:creationId id="{7B804146-EDAC-DEF1-2D02-EC5DA11F61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2100" y="1862485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3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3"/>
                                <a:pt x="4922" y="4709"/>
                                <a:pt x="3514" y="5178"/>
                              </a:cubicBezTo>
                              <a:cubicBezTo>
                                <a:pt x="2105" y="5648"/>
                                <a:pt x="655" y="4922"/>
                                <a:pt x="143" y="3514"/>
                              </a:cubicBezTo>
                              <a:cubicBezTo>
                                <a:pt x="-327" y="2148"/>
                                <a:pt x="399" y="612"/>
                                <a:pt x="1807" y="142"/>
                              </a:cubicBezTo>
                              <a:cubicBezTo>
                                <a:pt x="3215" y="-327"/>
                                <a:pt x="4709" y="398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23f7923-9498-44f4-9186-160e402b386d" id="1929" name="任意多边形: 形状 1928">
                          <a:extLst>
                            <a:ext uri="{FF2B5EF4-FFF2-40B4-BE49-F238E27FC236}">
                              <a16:creationId id="{50955FA8-4884-0A8B-613C-59379196ED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2441" y="1820449"/>
                          <a:ext cx="5320" cy="5320"/>
                        </a:xfrm>
                        <a:custGeom>
                          <a:avLst/>
                          <a:gdLst>
                            <a:gd fmla="*/ 5178 w 5320" name="connsiteX0"/>
                            <a:gd fmla="*/ 1807 h 5320" name="connsiteY0"/>
                            <a:gd fmla="*/ 3514 w 5320" name="connsiteX1"/>
                            <a:gd fmla="*/ 5178 h 5320" name="connsiteY1"/>
                            <a:gd fmla="*/ 142 w 5320" name="connsiteX2"/>
                            <a:gd fmla="*/ 3514 h 5320" name="connsiteY2"/>
                            <a:gd fmla="*/ 1807 w 5320" name="connsiteX3"/>
                            <a:gd fmla="*/ 142 h 5320" name="connsiteY3"/>
                            <a:gd fmla="*/ 5178 w 5320" name="connsiteX4"/>
                            <a:gd fmla="*/ 1807 h 532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20" w="5320">
                              <a:moveTo>
                                <a:pt x="5178" y="1807"/>
                              </a:moveTo>
                              <a:cubicBezTo>
                                <a:pt x="5648" y="3173"/>
                                <a:pt x="4922" y="4709"/>
                                <a:pt x="3514" y="5178"/>
                              </a:cubicBezTo>
                              <a:cubicBezTo>
                                <a:pt x="2148" y="5648"/>
                                <a:pt x="612" y="4922"/>
                                <a:pt x="142" y="3514"/>
                              </a:cubicBezTo>
                              <a:cubicBezTo>
                                <a:pt x="-327" y="2148"/>
                                <a:pt x="398" y="612"/>
                                <a:pt x="1807" y="142"/>
                              </a:cubicBezTo>
                              <a:cubicBezTo>
                                <a:pt x="3173" y="-327"/>
                                <a:pt x="4709" y="399"/>
                                <a:pt x="5178" y="1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744453a-0bf5-4dc4-93b6-9c52f4a60ca4" id="1930" name="任意多边形: 形状 1929">
                          <a:extLst>
                            <a:ext uri="{FF2B5EF4-FFF2-40B4-BE49-F238E27FC236}">
                              <a16:creationId id="{7C339660-FEA0-A27F-6058-84966EE226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1260" y="1847019"/>
                          <a:ext cx="5320" cy="5337"/>
                        </a:xfrm>
                        <a:custGeom>
                          <a:avLst/>
                          <a:gdLst>
                            <a:gd fmla="*/ 5178 w 5320" name="connsiteX0"/>
                            <a:gd fmla="*/ 1824 h 5337" name="connsiteY0"/>
                            <a:gd fmla="*/ 3514 w 5320" name="connsiteX1"/>
                            <a:gd fmla="*/ 5195 h 5337" name="connsiteY1"/>
                            <a:gd fmla="*/ 142 w 5320" name="connsiteX2"/>
                            <a:gd fmla="*/ 3531 h 5337" name="connsiteY2"/>
                            <a:gd fmla="*/ 1807 w 5320" name="connsiteX3"/>
                            <a:gd fmla="*/ 159 h 5337" name="connsiteY3"/>
                            <a:gd fmla="*/ 5178 w 5320" name="connsiteX4"/>
                            <a:gd fmla="*/ 1824 h 53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37" w="5320">
                              <a:moveTo>
                                <a:pt x="5178" y="1824"/>
                              </a:moveTo>
                              <a:cubicBezTo>
                                <a:pt x="5648" y="3189"/>
                                <a:pt x="4922" y="4726"/>
                                <a:pt x="3514" y="5195"/>
                              </a:cubicBezTo>
                              <a:cubicBezTo>
                                <a:pt x="2148" y="5664"/>
                                <a:pt x="612" y="4939"/>
                                <a:pt x="142" y="3531"/>
                              </a:cubicBezTo>
                              <a:cubicBezTo>
                                <a:pt x="-327" y="2165"/>
                                <a:pt x="398" y="671"/>
                                <a:pt x="1807" y="159"/>
                              </a:cubicBezTo>
                              <a:cubicBezTo>
                                <a:pt x="3215" y="-353"/>
                                <a:pt x="4709" y="415"/>
                                <a:pt x="5178" y="182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411d8a2a-4470-4f5f-9a8b-9e7976979d70" id="1476" name="图形 6643">
                        <a:extLst>
                          <a:ext uri="{FF2B5EF4-FFF2-40B4-BE49-F238E27FC236}">
                            <a16:creationId id="{E8CDDE6E-56C6-A33A-0DE0-520FE37B48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91895" y="1762779"/>
                        <a:ext cx="156977" cy="124159"/>
                        <a:chOff x="6691895" y="1762779"/>
                        <a:chExt cx="156977" cy="124159"/>
                      </a:xfrm>
                      <a:solidFill>
                        <a:srgbClr val="494950"/>
                      </a:solidFill>
                    </p:grpSpPr>
                    <p:sp>
                      <p:nvSpPr>
                        <p:cNvPr descr="8467e5dd-85a2-4dce-9688-deed697a6ee4" id="1819" name="任意多边形: 形状 1818">
                          <a:extLst>
                            <a:ext uri="{FF2B5EF4-FFF2-40B4-BE49-F238E27FC236}">
                              <a16:creationId id="{FA7993A2-A7DE-ED90-11CA-29E3890FA2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0773" y="1817362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3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8f60781-032d-446d-8860-b16e5c0c688e" id="1820" name="任意多边形: 形状 1819">
                          <a:extLst>
                            <a:ext uri="{FF2B5EF4-FFF2-40B4-BE49-F238E27FC236}">
                              <a16:creationId id="{A7BF1817-062B-18BB-EB56-12A768B0BD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2124" y="1826366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3" y="797"/>
                                <a:pt x="1566" y="-184"/>
                                <a:pt x="3016" y="29"/>
                              </a:cubicBezTo>
                              <a:cubicBezTo>
                                <a:pt x="4468" y="242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ce460e5-d478-485c-b7c1-3c9d72e33c14" id="1821" name="任意多边形: 形状 1820">
                          <a:extLst>
                            <a:ext uri="{FF2B5EF4-FFF2-40B4-BE49-F238E27FC236}">
                              <a16:creationId id="{DC0EA7F1-D8FC-0247-86BC-34A2182EA0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1612" y="1811558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3" y="797"/>
                                <a:pt x="1566" y="-184"/>
                                <a:pt x="3016" y="29"/>
                              </a:cubicBezTo>
                              <a:cubicBezTo>
                                <a:pt x="4468" y="242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533bc49-7a2b-4923-855f-96356e9bf774" id="1822" name="任意多边形: 形状 1821">
                          <a:extLst>
                            <a:ext uri="{FF2B5EF4-FFF2-40B4-BE49-F238E27FC236}">
                              <a16:creationId id="{3EC3CA04-C17D-F04A-0540-E1D842B17C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8170" y="1835627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5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5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229e988-8eba-461a-9364-91fb00323530" id="1823" name="任意多边形: 形状 1822">
                          <a:extLst>
                            <a:ext uri="{FF2B5EF4-FFF2-40B4-BE49-F238E27FC236}">
                              <a16:creationId id="{34EFF5B7-B107-BCA0-ECF3-51A0637BAC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7573" y="1816508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a1e07f6-5e43-4cd3-8624-52b2eb26f84c" id="1824" name="任意多边形: 形状 1823">
                          <a:extLst>
                            <a:ext uri="{FF2B5EF4-FFF2-40B4-BE49-F238E27FC236}">
                              <a16:creationId id="{4D758F7A-34DE-2DC6-2435-4285071690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2679" y="1841218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3" y="797"/>
                                <a:pt x="1566" y="-184"/>
                                <a:pt x="3016" y="29"/>
                              </a:cubicBezTo>
                              <a:cubicBezTo>
                                <a:pt x="4468" y="242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c027fc9-0e31-4c78-8676-9e392daa23e5" id="1825" name="任意多边形: 形状 1824">
                          <a:extLst>
                            <a:ext uri="{FF2B5EF4-FFF2-40B4-BE49-F238E27FC236}">
                              <a16:creationId id="{C1CE9A5E-251B-265D-B79E-932364AD7C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0219" y="1835243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3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5e9a4f6-0a29-4f8f-bc36-c76ae67141be" id="1826" name="任意多边形: 形状 1825">
                          <a:extLst>
                            <a:ext uri="{FF2B5EF4-FFF2-40B4-BE49-F238E27FC236}">
                              <a16:creationId id="{56B983CC-FEE1-A1C9-9CF3-AE746B58B7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9821" y="1805583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725da3b-e967-428d-8baf-1b241b251954" id="1827" name="任意多边形: 形状 1826">
                          <a:extLst>
                            <a:ext uri="{FF2B5EF4-FFF2-40B4-BE49-F238E27FC236}">
                              <a16:creationId id="{97CA7BF7-9B56-A3E0-AAA6-A4F6DE00D0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1173" y="1814588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3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4b6f04c-5ab8-475e-a724-d78808c0c75e" id="1828" name="任意多边形: 形状 1827">
                          <a:extLst>
                            <a:ext uri="{FF2B5EF4-FFF2-40B4-BE49-F238E27FC236}">
                              <a16:creationId id="{432283AE-669E-E59C-8D81-10DDDCF993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0661" y="1799779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3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847f6b3-4dd8-4067-a9e9-5493054d1afb" id="1829" name="任意多边形: 形状 1828">
                          <a:extLst>
                            <a:ext uri="{FF2B5EF4-FFF2-40B4-BE49-F238E27FC236}">
                              <a16:creationId id="{7B2CB592-8F6D-DC02-DDDD-250F5B6714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7218" y="1823848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3" y="797"/>
                                <a:pt x="1566" y="-184"/>
                                <a:pt x="3016" y="29"/>
                              </a:cubicBezTo>
                              <a:cubicBezTo>
                                <a:pt x="4468" y="242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47f1ef2-e8a2-4595-b569-83fa18f8c41f" id="1830" name="任意多边形: 形状 1829">
                          <a:extLst>
                            <a:ext uri="{FF2B5EF4-FFF2-40B4-BE49-F238E27FC236}">
                              <a16:creationId id="{462152DC-402D-AA48-D043-D6AC35E74F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6622" y="1804730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3"/>
                                <a:pt x="5449" y="1566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27728a8-a0fa-4a78-bfc7-c5f48c670e37" id="1831" name="任意多边形: 形状 1830">
                          <a:extLst>
                            <a:ext uri="{FF2B5EF4-FFF2-40B4-BE49-F238E27FC236}">
                              <a16:creationId id="{907C645B-CC10-D92F-21B6-57F280037D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1728" y="1829439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41c5c5e-1dd0-4d6a-8053-b1bea3ed5a6b" id="1832" name="任意多边形: 形状 1831">
                          <a:extLst>
                            <a:ext uri="{FF2B5EF4-FFF2-40B4-BE49-F238E27FC236}">
                              <a16:creationId id="{7891D368-9D59-1072-85D8-720EBBB8DA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9267" y="1823464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8" y="242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760c7b3-f6f3-4bbf-9029-31562d8062ce" id="1833" name="任意多边形: 形状 1832">
                          <a:extLst>
                            <a:ext uri="{FF2B5EF4-FFF2-40B4-BE49-F238E27FC236}">
                              <a16:creationId id="{3AF6C524-A50E-629D-D31C-BA0486A506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3121" y="1847405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3"/>
                                <a:pt x="5449" y="1566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b68d415-16c6-4ee7-af83-a1b6d8158c0d" id="1834" name="任意多边形: 形状 1833">
                          <a:extLst>
                            <a:ext uri="{FF2B5EF4-FFF2-40B4-BE49-F238E27FC236}">
                              <a16:creationId id="{F1AAF563-B344-6340-D7EF-FE28116C10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4473" y="1856410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8" y="242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4e13347-7b94-4dd9-9410-6496368b81f3" id="1835" name="任意多边形: 形状 1834">
                          <a:extLst>
                            <a:ext uri="{FF2B5EF4-FFF2-40B4-BE49-F238E27FC236}">
                              <a16:creationId id="{85A0F137-9790-9F78-ADF3-8A7DEE8ABC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3961" y="1841559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6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ed0a02d-bbd9-4ed3-b5ac-73831f5d0fe3" id="1836" name="任意多边形: 形状 1835">
                          <a:extLst>
                            <a:ext uri="{FF2B5EF4-FFF2-40B4-BE49-F238E27FC236}">
                              <a16:creationId id="{5CFA26A2-BF95-4C66-BBB2-89DA70ABAE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0475" y="1865628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1ad6afd-9b18-45e3-a9ce-0cbc4fd82c5b" id="1837" name="任意多边形: 形状 1836">
                          <a:extLst>
                            <a:ext uri="{FF2B5EF4-FFF2-40B4-BE49-F238E27FC236}">
                              <a16:creationId id="{F1FB5057-EC80-B3E3-A9D1-9FBAB805FF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9921" y="1846552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8" y="242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9dacef2-eb21-494e-9c9a-0eb9b4d1331e" id="1838" name="任意多边形: 形状 1837">
                          <a:extLst>
                            <a:ext uri="{FF2B5EF4-FFF2-40B4-BE49-F238E27FC236}">
                              <a16:creationId id="{AE47A099-07F8-5EE7-9AB2-E6936CE05C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2012" y="1868999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3" y="797"/>
                                <a:pt x="1566" y="-184"/>
                                <a:pt x="3016" y="29"/>
                              </a:cubicBezTo>
                              <a:cubicBezTo>
                                <a:pt x="4468" y="243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6503bc0-bec0-4746-9d98-c9b392a0501e" id="1839" name="任意多边形: 形状 1838">
                          <a:extLst>
                            <a:ext uri="{FF2B5EF4-FFF2-40B4-BE49-F238E27FC236}">
                              <a16:creationId id="{1EB0B5A9-9B52-5F10-1AF3-D237EE2E44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2681" y="1855130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3" y="797"/>
                                <a:pt x="1566" y="-184"/>
                                <a:pt x="3016" y="29"/>
                              </a:cubicBezTo>
                              <a:cubicBezTo>
                                <a:pt x="4468" y="243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551e836-6e27-4dd4-93e9-116b3ba7c162" id="1840" name="任意多边形: 形状 1839">
                          <a:extLst>
                            <a:ext uri="{FF2B5EF4-FFF2-40B4-BE49-F238E27FC236}">
                              <a16:creationId id="{5F0F7B14-022D-5D5A-D5F6-BA1E2192BB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9208" y="1855813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3" y="797"/>
                                <a:pt x="1566" y="-184"/>
                                <a:pt x="3016" y="29"/>
                              </a:cubicBezTo>
                              <a:cubicBezTo>
                                <a:pt x="4468" y="243"/>
                                <a:pt x="5449" y="1566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5c5c6dd-08a9-4fba-8716-a21a2979d539" id="1841" name="任意多边形: 形状 1840">
                          <a:extLst>
                            <a:ext uri="{FF2B5EF4-FFF2-40B4-BE49-F238E27FC236}">
                              <a16:creationId id="{875B06B6-EEB7-4FD3-B74F-B9B6EFCB30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0559" y="1864817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cbc7085-f761-4639-93cd-9de0a5020f0c" id="1842" name="任意多边形: 形状 1841">
                          <a:extLst>
                            <a:ext uri="{FF2B5EF4-FFF2-40B4-BE49-F238E27FC236}">
                              <a16:creationId id="{7FDFC5C2-E15A-CB42-8248-1C8937CE4D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0047" y="1849966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deb602d-fd54-44dc-8cf6-f289ea5f9769" id="1843" name="任意多边形: 形状 1842">
                          <a:extLst>
                            <a:ext uri="{FF2B5EF4-FFF2-40B4-BE49-F238E27FC236}">
                              <a16:creationId id="{89956717-199F-804E-3684-18BE6634AB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6562" y="1874078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6" y="-184"/>
                                <a:pt x="3016" y="29"/>
                              </a:cubicBezTo>
                              <a:cubicBezTo>
                                <a:pt x="4468" y="243"/>
                                <a:pt x="5449" y="1566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69f8ffa-bd4f-4397-9902-c5c4a213c0e5" id="1844" name="任意多边形: 形状 1843">
                          <a:extLst>
                            <a:ext uri="{FF2B5EF4-FFF2-40B4-BE49-F238E27FC236}">
                              <a16:creationId id="{4D0D5615-2A53-C1D1-0D83-0A77B6B168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6008" y="1854959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e382a87-47bb-421b-bb44-dbec8b3716c5" id="1845" name="任意多边形: 形状 1844">
                          <a:extLst>
                            <a:ext uri="{FF2B5EF4-FFF2-40B4-BE49-F238E27FC236}">
                              <a16:creationId id="{9324BC79-7087-962B-2A7C-11947844C7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3505" y="1881674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6" y="-184"/>
                                <a:pt x="3016" y="29"/>
                              </a:cubicBezTo>
                              <a:cubicBezTo>
                                <a:pt x="4468" y="243"/>
                                <a:pt x="5449" y="1566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8b11657-ed91-4f80-b41a-f00323da38c1" id="1846" name="任意多边形: 形状 1845">
                          <a:extLst>
                            <a:ext uri="{FF2B5EF4-FFF2-40B4-BE49-F238E27FC236}">
                              <a16:creationId id="{A01F204E-8C3C-46D6-A5C9-7D6D4651CB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8654" y="1873694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6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31f56a9-4d75-4009-8e03-9abe8ef55121" id="1847" name="任意多边形: 形状 1846">
                          <a:extLst>
                            <a:ext uri="{FF2B5EF4-FFF2-40B4-BE49-F238E27FC236}">
                              <a16:creationId id="{9BCBD93F-B97E-0FE2-9C1E-1D5209E825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1100" y="1778100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6" y="-184"/>
                                <a:pt x="3016" y="29"/>
                              </a:cubicBezTo>
                              <a:cubicBezTo>
                                <a:pt x="4468" y="242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aee52b6-3bae-46f8-8633-bb7bdd859daf" id="1848" name="任意多边形: 形状 1847">
                          <a:extLst>
                            <a:ext uri="{FF2B5EF4-FFF2-40B4-BE49-F238E27FC236}">
                              <a16:creationId id="{24E34E9F-1421-62D8-019B-AF733F8805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2452" y="1787105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3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b92160f-f73b-4d58-b5f1-5805234652ee" id="1849" name="任意多边形: 形状 1848">
                          <a:extLst>
                            <a:ext uri="{FF2B5EF4-FFF2-40B4-BE49-F238E27FC236}">
                              <a16:creationId id="{D1CD07BC-E5A8-0350-433B-D0F1E3FC40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1343" y="1762779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97ecef7-0fcf-41bb-a771-eafbda4242ca" id="1850" name="任意多边形: 形状 1849">
                          <a:extLst>
                            <a:ext uri="{FF2B5EF4-FFF2-40B4-BE49-F238E27FC236}">
                              <a16:creationId id="{9C147803-6972-5C91-3C59-D80D830B5E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8454" y="1796365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8" y="242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d534678-64df-4265-9295-0fc1346f396c" id="1851" name="任意多边形: 形状 1850">
                          <a:extLst>
                            <a:ext uri="{FF2B5EF4-FFF2-40B4-BE49-F238E27FC236}">
                              <a16:creationId id="{79E1D1EA-B88C-E1C6-BB27-80B70B503F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7901" y="1777246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3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70797aa-d8a4-4a47-bb29-7e664f6a89c0" id="1852" name="任意多边形: 形状 1851">
                          <a:extLst>
                            <a:ext uri="{FF2B5EF4-FFF2-40B4-BE49-F238E27FC236}">
                              <a16:creationId id="{DC7FA43B-C16F-1976-8366-63FEC0DA8B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3007" y="1801956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eb3f3e1-00ed-43e4-a232-3b2121c9727a" id="1853" name="任意多边形: 形状 1852">
                          <a:extLst>
                            <a:ext uri="{FF2B5EF4-FFF2-40B4-BE49-F238E27FC236}">
                              <a16:creationId id="{30955786-B85C-6D5F-F12A-FD074872D5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0547" y="1795938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3"/>
                                <a:pt x="5449" y="1566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55d2cda-bc7d-491e-8c94-a3716603c7b3" id="1854" name="任意多边形: 形状 1853">
                          <a:extLst>
                            <a:ext uri="{FF2B5EF4-FFF2-40B4-BE49-F238E27FC236}">
                              <a16:creationId id="{D4B99629-BAB9-76CB-717D-2E250401AC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4161" y="1826750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3" y="797"/>
                                <a:pt x="1566" y="-184"/>
                                <a:pt x="3016" y="29"/>
                              </a:cubicBezTo>
                              <a:cubicBezTo>
                                <a:pt x="4468" y="242"/>
                                <a:pt x="5449" y="1566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738c2aa-66f7-4317-af79-3c6a0a486775" id="1855" name="任意多边形: 形状 1854">
                          <a:extLst>
                            <a:ext uri="{FF2B5EF4-FFF2-40B4-BE49-F238E27FC236}">
                              <a16:creationId id="{9B1C3A89-44CF-2121-59E4-0A106B4994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5513" y="1835755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95ac5f6-417c-4c81-a302-97e167252438" id="1856" name="任意多边形: 形状 1855">
                          <a:extLst>
                            <a:ext uri="{FF2B5EF4-FFF2-40B4-BE49-F238E27FC236}">
                              <a16:creationId id="{C36EFEDE-7228-FA6A-3B73-9C3FAB13DE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5001" y="1820904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bcda9dc-8517-4aa7-9ad7-d8a28c971e34" id="1857" name="任意多边形: 形状 1856">
                          <a:extLst>
                            <a:ext uri="{FF2B5EF4-FFF2-40B4-BE49-F238E27FC236}">
                              <a16:creationId id="{A041D069-FEA3-D3D6-8AEE-2810790027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9908" y="1837377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3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16f9606-be4e-4ea2-8a31-b8930abfeb16" id="1858" name="任意多边形: 形状 1857">
                          <a:extLst>
                            <a:ext uri="{FF2B5EF4-FFF2-40B4-BE49-F238E27FC236}">
                              <a16:creationId id="{0C0A74B1-0CF1-B812-8689-B0C50EC97C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9653" y="1807162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6" y="-184"/>
                                <a:pt x="3016" y="29"/>
                              </a:cubicBezTo>
                              <a:cubicBezTo>
                                <a:pt x="4468" y="242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a650089-60aa-44ce-ae2c-c632b53665f7" id="1859" name="任意多边形: 形状 1858">
                          <a:extLst>
                            <a:ext uri="{FF2B5EF4-FFF2-40B4-BE49-F238E27FC236}">
                              <a16:creationId id="{5CD71D6D-2157-D7DC-9821-18682BF81F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6025" y="1850606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3"/>
                                <a:pt x="5449" y="1566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88ff0f5-dd1d-443c-93d6-d39cb57aa4a5" id="1860" name="任意多边形: 形状 1859">
                          <a:extLst>
                            <a:ext uri="{FF2B5EF4-FFF2-40B4-BE49-F238E27FC236}">
                              <a16:creationId id="{2D669740-DE17-77EC-E2CE-C339AC11FD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3608" y="1844589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6" y="-184"/>
                                <a:pt x="3016" y="29"/>
                              </a:cubicBezTo>
                              <a:cubicBezTo>
                                <a:pt x="4467" y="243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befe627-8175-40d5-b92e-eb3efcc0d6a2" id="1861" name="任意多边形: 形状 1860">
                          <a:extLst>
                            <a:ext uri="{FF2B5EF4-FFF2-40B4-BE49-F238E27FC236}">
                              <a16:creationId id="{31B1A17B-58AD-C1C1-E862-7F6023B8BE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0704" y="1781130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3"/>
                                <a:pt x="5449" y="1566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18e5945-c5e7-48c1-a656-0dd8eb4d0274" id="1862" name="任意多边形: 形状 1861">
                          <a:extLst>
                            <a:ext uri="{FF2B5EF4-FFF2-40B4-BE49-F238E27FC236}">
                              <a16:creationId id="{FCCBBDD0-EE32-2672-87E7-61E336566D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4858" y="1779935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8" y="243"/>
                                <a:pt x="5449" y="1566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ed6217a-f757-4cf4-9d6b-d0befd0916a1" id="1863" name="任意多边形: 形状 1862">
                          <a:extLst>
                            <a:ext uri="{FF2B5EF4-FFF2-40B4-BE49-F238E27FC236}">
                              <a16:creationId id="{098D0D9E-972C-D52C-91DC-05855FF265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0762" y="1781002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3"/>
                                <a:pt x="5449" y="1566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6a23b25-380c-4271-9f00-2f58cbe71d46" id="1864" name="任意多边形: 形状 1863">
                          <a:extLst>
                            <a:ext uri="{FF2B5EF4-FFF2-40B4-BE49-F238E27FC236}">
                              <a16:creationId id="{D8E10AB2-130E-85D2-AED5-590D787A19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0903" y="1789153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d82b4ab-8283-457a-83e6-de50ec03c231" id="1865" name="任意多边形: 形状 1864">
                          <a:extLst>
                            <a:ext uri="{FF2B5EF4-FFF2-40B4-BE49-F238E27FC236}">
                              <a16:creationId id="{4805EBD5-2333-C897-DE78-E0D62837AB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4573" y="1763676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6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2b52260-5d0f-45d5-82e2-c1c6bd93eff7" id="1866" name="任意多边形: 形状 1865">
                          <a:extLst>
                            <a:ext uri="{FF2B5EF4-FFF2-40B4-BE49-F238E27FC236}">
                              <a16:creationId id="{058386B6-670D-41E0-9CFB-6AE54654A9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5413" y="1794744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8" y="242"/>
                                <a:pt x="5449" y="1566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bb7cb6e-2c8a-4bf0-ac88-24243c105220" id="1867" name="任意多边形: 形状 1866">
                          <a:extLst>
                            <a:ext uri="{FF2B5EF4-FFF2-40B4-BE49-F238E27FC236}">
                              <a16:creationId id="{BDAD3268-8A7A-C625-8F63-FD4FDCD84E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1643" y="1811643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3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ffeeef9-bed4-4876-a96b-3fb8cc6ddde1" id="1868" name="任意多边形: 形状 1867">
                          <a:extLst>
                            <a:ext uri="{FF2B5EF4-FFF2-40B4-BE49-F238E27FC236}">
                              <a16:creationId id="{B33B7965-9BCA-A414-640F-307CEAF53F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00516" y="1782282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5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3" y="797"/>
                                <a:pt x="1566" y="-184"/>
                                <a:pt x="3016" y="29"/>
                              </a:cubicBezTo>
                              <a:cubicBezTo>
                                <a:pt x="4468" y="242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5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25d828f-16f5-48a7-b080-f7002ec392e2" id="1869" name="任意多边形: 形状 1868">
                          <a:extLst>
                            <a:ext uri="{FF2B5EF4-FFF2-40B4-BE49-F238E27FC236}">
                              <a16:creationId id="{FD37F617-033F-51A6-3AD6-3D22C94D17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5864" y="1814374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b2f4590-7612-4439-9649-dd67888f9194" id="1870" name="任意多边形: 形状 1869">
                          <a:extLst>
                            <a:ext uri="{FF2B5EF4-FFF2-40B4-BE49-F238E27FC236}">
                              <a16:creationId id="{2972C857-5E73-0BAE-26A0-3BD57E8BCE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4542" y="1786635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3" y="797"/>
                                <a:pt x="1566" y="-184"/>
                                <a:pt x="3016" y="29"/>
                              </a:cubicBezTo>
                              <a:cubicBezTo>
                                <a:pt x="4468" y="242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d2e432c-e87f-4486-96ab-14d81feb9b16" id="1871" name="任意多边形: 形状 1870">
                          <a:extLst>
                            <a:ext uri="{FF2B5EF4-FFF2-40B4-BE49-F238E27FC236}">
                              <a16:creationId id="{C74787D5-0B7F-C826-28F1-8386ADCF65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0843" y="1844546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9b46d2e-48b9-4ba3-a8c2-71ccf0ac1c24" id="1872" name="任意多边形: 形状 1871">
                          <a:extLst>
                            <a:ext uri="{FF2B5EF4-FFF2-40B4-BE49-F238E27FC236}">
                              <a16:creationId id="{BB32FF5B-C2C3-DFD8-9A42-C147BD930D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1313" y="1804516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3207d95-f9e5-4564-88de-add7a7749e8f" id="1873" name="任意多边形: 形状 1872">
                          <a:extLst>
                            <a:ext uri="{FF2B5EF4-FFF2-40B4-BE49-F238E27FC236}">
                              <a16:creationId id="{1560C2F6-89B2-015D-56E7-F8027C743D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1895" y="1841815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5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3"/>
                                <a:pt x="5449" y="1566"/>
                                <a:pt x="5235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33eabfe-038d-4a10-a3fb-8e01caace192" id="1874" name="任意多边形: 形状 1873">
                          <a:extLst>
                            <a:ext uri="{FF2B5EF4-FFF2-40B4-BE49-F238E27FC236}">
                              <a16:creationId id="{2E55BDAF-F49B-89A2-CC0B-4D41AFAF20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3959" y="1823208"/>
                          <a:ext cx="5264" cy="5264"/>
                        </a:xfrm>
                        <a:custGeom>
                          <a:avLst/>
                          <a:gdLst>
                            <a:gd fmla="*/ 29 w 5264" name="connsiteX0"/>
                            <a:gd fmla="*/ 2248 h 5264" name="connsiteY0"/>
                            <a:gd fmla="*/ 3016 w 5264" name="connsiteX1"/>
                            <a:gd fmla="*/ 29 h 5264" name="connsiteY1"/>
                            <a:gd fmla="*/ 5236 w 5264" name="connsiteX2"/>
                            <a:gd fmla="*/ 3016 h 5264" name="connsiteY2"/>
                            <a:gd fmla="*/ 2248 w 5264" name="connsiteX3"/>
                            <a:gd fmla="*/ 5236 h 5264" name="connsiteY3"/>
                            <a:gd fmla="*/ 29 w 5264" name="connsiteX4"/>
                            <a:gd fmla="*/ 2248 h 526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64" w="5264">
                              <a:moveTo>
                                <a:pt x="29" y="2248"/>
                              </a:moveTo>
                              <a:cubicBezTo>
                                <a:pt x="242" y="797"/>
                                <a:pt x="1565" y="-184"/>
                                <a:pt x="3016" y="29"/>
                              </a:cubicBezTo>
                              <a:cubicBezTo>
                                <a:pt x="4467" y="242"/>
                                <a:pt x="5449" y="1565"/>
                                <a:pt x="5236" y="3016"/>
                              </a:cubicBezTo>
                              <a:cubicBezTo>
                                <a:pt x="5022" y="4467"/>
                                <a:pt x="3699" y="5449"/>
                                <a:pt x="2248" y="5236"/>
                              </a:cubicBezTo>
                              <a:cubicBezTo>
                                <a:pt x="797" y="5022"/>
                                <a:pt x="-184" y="3699"/>
                                <a:pt x="29" y="22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547aa0bb-8522-4d8e-94da-cd75925692ab" id="1477" name="图形 6643">
                        <a:extLst>
                          <a:ext uri="{FF2B5EF4-FFF2-40B4-BE49-F238E27FC236}">
                            <a16:creationId id="{BE2A8E96-7EC1-322D-DBDD-B0D9B1AD29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90686" y="1699904"/>
                        <a:ext cx="156792" cy="148640"/>
                        <a:chOff x="6690686" y="1699904"/>
                        <a:chExt cx="156792" cy="148640"/>
                      </a:xfrm>
                      <a:solidFill>
                        <a:srgbClr val="494950"/>
                      </a:solidFill>
                    </p:grpSpPr>
                    <p:sp>
                      <p:nvSpPr>
                        <p:cNvPr descr="52906e07-ea54-4ff8-b500-e702b507833e" id="1763" name="任意多边形: 形状 1762">
                          <a:extLst>
                            <a:ext uri="{FF2B5EF4-FFF2-40B4-BE49-F238E27FC236}">
                              <a16:creationId id="{AAE4EEFC-8F76-9E42-C620-74DBE00699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6093" y="1789651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7"/>
                                <a:pt x="86" y="1025"/>
                                <a:pt x="1366" y="342"/>
                              </a:cubicBezTo>
                              <a:cubicBezTo>
                                <a:pt x="2646" y="-384"/>
                                <a:pt x="4268" y="86"/>
                                <a:pt x="4951" y="1366"/>
                              </a:cubicBezTo>
                              <a:cubicBezTo>
                                <a:pt x="5676" y="2647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6a4c751-89de-417f-b588-d26d469ce5cd" id="1764" name="任意多边形: 形状 1763">
                          <a:extLst>
                            <a:ext uri="{FF2B5EF4-FFF2-40B4-BE49-F238E27FC236}">
                              <a16:creationId id="{5AE13C19-D473-BD19-01B3-9C80A83EED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0560" y="1789864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4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77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3e0a32c-1fd5-4a00-a8ae-809f8ff63687" id="1765" name="任意多边形: 形状 1764">
                          <a:extLst>
                            <a:ext uri="{FF2B5EF4-FFF2-40B4-BE49-F238E27FC236}">
                              <a16:creationId id="{960E4F11-F212-F1CD-CB77-BA9273B53E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1129" y="1778427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b9f9084-d225-4346-8815-1aa55f95286a" id="1766" name="任意多边形: 形状 1765">
                          <a:extLst>
                            <a:ext uri="{FF2B5EF4-FFF2-40B4-BE49-F238E27FC236}">
                              <a16:creationId id="{D9336E4A-8385-644F-A8B3-71D18BBB88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5098" y="1805740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0f94484-cb76-4f5e-b26f-43fa0d110310" id="1767" name="任意多边形: 形状 1766">
                          <a:extLst>
                            <a:ext uri="{FF2B5EF4-FFF2-40B4-BE49-F238E27FC236}">
                              <a16:creationId id="{7E3E4FF0-3F3C-C939-20CF-BDBDBCB129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6834" y="1772685"/>
                          <a:ext cx="5292" cy="5274"/>
                        </a:xfrm>
                        <a:custGeom>
                          <a:avLst/>
                          <a:gdLst>
                            <a:gd fmla="*/ 342 w 5292" name="connsiteX0"/>
                            <a:gd fmla="*/ 3908 h 5274" name="connsiteY0"/>
                            <a:gd fmla="*/ 1366 w 5292" name="connsiteX1"/>
                            <a:gd fmla="*/ 323 h 5274" name="connsiteY1"/>
                            <a:gd fmla="*/ 4951 w 5292" name="connsiteX2"/>
                            <a:gd fmla="*/ 1347 h 5274" name="connsiteY2"/>
                            <a:gd fmla="*/ 3927 w 5292" name="connsiteX3"/>
                            <a:gd fmla="*/ 4932 h 5274" name="connsiteY3"/>
                            <a:gd fmla="*/ 342 w 5292" name="connsiteX4"/>
                            <a:gd fmla="*/ 3908 h 527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4" w="5292">
                              <a:moveTo>
                                <a:pt x="342" y="3908"/>
                              </a:moveTo>
                              <a:cubicBezTo>
                                <a:pt x="-383" y="2628"/>
                                <a:pt x="86" y="1006"/>
                                <a:pt x="1366" y="323"/>
                              </a:cubicBezTo>
                              <a:cubicBezTo>
                                <a:pt x="2646" y="-360"/>
                                <a:pt x="4268" y="67"/>
                                <a:pt x="4951" y="1347"/>
                              </a:cubicBezTo>
                              <a:cubicBezTo>
                                <a:pt x="5676" y="2628"/>
                                <a:pt x="5207" y="4249"/>
                                <a:pt x="3927" y="4932"/>
                              </a:cubicBezTo>
                              <a:cubicBezTo>
                                <a:pt x="2646" y="5658"/>
                                <a:pt x="1025" y="5188"/>
                                <a:pt x="342" y="39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bdad726-0109-4068-ad12-6ea6a732374c" id="1768" name="任意多边形: 形状 1767">
                          <a:extLst>
                            <a:ext uri="{FF2B5EF4-FFF2-40B4-BE49-F238E27FC236}">
                              <a16:creationId id="{81FD491A-49F8-4612-25D7-7F02933293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0034" y="1801344"/>
                          <a:ext cx="5292" cy="5274"/>
                        </a:xfrm>
                        <a:custGeom>
                          <a:avLst/>
                          <a:gdLst>
                            <a:gd fmla="*/ 342 w 5292" name="connsiteX0"/>
                            <a:gd fmla="*/ 3927 h 5274" name="connsiteY0"/>
                            <a:gd fmla="*/ 1366 w 5292" name="connsiteX1"/>
                            <a:gd fmla="*/ 342 h 5274" name="connsiteY1"/>
                            <a:gd fmla="*/ 4951 w 5292" name="connsiteX2"/>
                            <a:gd fmla="*/ 1366 h 5274" name="connsiteY2"/>
                            <a:gd fmla="*/ 3927 w 5292" name="connsiteX3"/>
                            <a:gd fmla="*/ 4951 h 5274" name="connsiteY3"/>
                            <a:gd fmla="*/ 342 w 5292" name="connsiteX4"/>
                            <a:gd fmla="*/ 3927 h 527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4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6" y="5634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b8f490c-973e-4700-99b8-0dcdec045adf" id="1769" name="任意多边形: 形状 1768">
                          <a:extLst>
                            <a:ext uri="{FF2B5EF4-FFF2-40B4-BE49-F238E27FC236}">
                              <a16:creationId id="{2E4268B0-8A37-485A-EA86-9BF20081AD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0319" y="1785896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4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77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4e7fa8c-af34-4c35-b117-5b2adc127018" id="1770" name="任意多边形: 形状 1769">
                          <a:extLst>
                            <a:ext uri="{FF2B5EF4-FFF2-40B4-BE49-F238E27FC236}">
                              <a16:creationId id="{F2EDAF4A-4132-7B18-F9DB-D84B4B7731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9906" y="1756553"/>
                          <a:ext cx="5292" cy="5274"/>
                        </a:xfrm>
                        <a:custGeom>
                          <a:avLst/>
                          <a:gdLst>
                            <a:gd fmla="*/ 342 w 5292" name="connsiteX0"/>
                            <a:gd fmla="*/ 3908 h 5274" name="connsiteY0"/>
                            <a:gd fmla="*/ 1366 w 5292" name="connsiteX1"/>
                            <a:gd fmla="*/ 323 h 5274" name="connsiteY1"/>
                            <a:gd fmla="*/ 4951 w 5292" name="connsiteX2"/>
                            <a:gd fmla="*/ 1347 h 5274" name="connsiteY2"/>
                            <a:gd fmla="*/ 3927 w 5292" name="connsiteX3"/>
                            <a:gd fmla="*/ 4932 h 5274" name="connsiteY3"/>
                            <a:gd fmla="*/ 342 w 5292" name="connsiteX4"/>
                            <a:gd fmla="*/ 3908 h 527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4" w="5292">
                              <a:moveTo>
                                <a:pt x="342" y="3908"/>
                              </a:moveTo>
                              <a:cubicBezTo>
                                <a:pt x="-384" y="2628"/>
                                <a:pt x="86" y="1006"/>
                                <a:pt x="1366" y="323"/>
                              </a:cubicBezTo>
                              <a:cubicBezTo>
                                <a:pt x="2646" y="-360"/>
                                <a:pt x="4268" y="67"/>
                                <a:pt x="4951" y="1347"/>
                              </a:cubicBezTo>
                              <a:cubicBezTo>
                                <a:pt x="5677" y="2628"/>
                                <a:pt x="5207" y="4249"/>
                                <a:pt x="3927" y="4932"/>
                              </a:cubicBezTo>
                              <a:cubicBezTo>
                                <a:pt x="2646" y="5658"/>
                                <a:pt x="1025" y="5188"/>
                                <a:pt x="342" y="39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fb281e0-9e08-4c64-94cc-3cde2a7e7a78" id="1771" name="任意多边形: 形状 1770">
                          <a:extLst>
                            <a:ext uri="{FF2B5EF4-FFF2-40B4-BE49-F238E27FC236}">
                              <a16:creationId id="{203C7DAB-2892-1DD0-8155-9504A49C33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4373" y="1756748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7" y="-384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7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452f47c-2f83-467f-b1fc-36556bdfd17d" id="1772" name="任意多边形: 形状 1771">
                          <a:extLst>
                            <a:ext uri="{FF2B5EF4-FFF2-40B4-BE49-F238E27FC236}">
                              <a16:creationId id="{AC1F982D-6047-822A-7FF8-11F476841C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4942" y="1745311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4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77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7d0c455-5d37-4519-9d2f-0d849b0c0943" id="1773" name="任意多边形: 形状 1772">
                          <a:extLst>
                            <a:ext uri="{FF2B5EF4-FFF2-40B4-BE49-F238E27FC236}">
                              <a16:creationId id="{DA70E601-DF75-1114-4049-4F8659E865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8911" y="1772623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6" y="-384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38c1be3-2d61-4dc7-8376-f3da5761d62e" id="1774" name="任意多边形: 形状 1773">
                          <a:extLst>
                            <a:ext uri="{FF2B5EF4-FFF2-40B4-BE49-F238E27FC236}">
                              <a16:creationId id="{DBA83FAE-813D-43A7-C92F-3EA7C66B54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0647" y="1739550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6" y="-384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7655711-199a-49c1-a9ca-cd0e48e54523" id="1775" name="任意多边形: 形状 1774">
                          <a:extLst>
                            <a:ext uri="{FF2B5EF4-FFF2-40B4-BE49-F238E27FC236}">
                              <a16:creationId id="{56074C41-2EBA-A514-AC83-069F04AB05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3847" y="1768228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6" y="-384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6" y="5677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5a8d0a9-8536-4097-9cc6-a91da65b04fa" id="1776" name="任意多边形: 形状 1775">
                          <a:extLst>
                            <a:ext uri="{FF2B5EF4-FFF2-40B4-BE49-F238E27FC236}">
                              <a16:creationId id="{2C2ACCF9-E1C8-3804-2669-75B438D297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4132" y="1752779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7" y="-383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7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8a0d6d6-3c7e-4420-8e6b-650a588af2d4" id="1777" name="任意多边形: 形状 1776">
                          <a:extLst>
                            <a:ext uri="{FF2B5EF4-FFF2-40B4-BE49-F238E27FC236}">
                              <a16:creationId id="{5100A01F-014E-F126-C6D7-B9406B462D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0007" y="1793791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7"/>
                                <a:pt x="86" y="1025"/>
                                <a:pt x="1366" y="342"/>
                              </a:cubicBezTo>
                              <a:cubicBezTo>
                                <a:pt x="2647" y="-384"/>
                                <a:pt x="4268" y="86"/>
                                <a:pt x="4951" y="1366"/>
                              </a:cubicBezTo>
                              <a:cubicBezTo>
                                <a:pt x="5676" y="2647"/>
                                <a:pt x="5207" y="4268"/>
                                <a:pt x="3927" y="4951"/>
                              </a:cubicBezTo>
                              <a:cubicBezTo>
                                <a:pt x="2647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a3cb30f-15f5-45cc-9736-bc5429c984b1" id="1778" name="任意多边形: 形状 1777">
                          <a:extLst>
                            <a:ext uri="{FF2B5EF4-FFF2-40B4-BE49-F238E27FC236}">
                              <a16:creationId id="{525CFE5C-EEC9-595D-F251-BEA3B84D6D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4516" y="1794004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cdd26bb-cc53-4211-a147-a4799d69890e" id="1779" name="任意多边形: 形状 1778">
                          <a:extLst>
                            <a:ext uri="{FF2B5EF4-FFF2-40B4-BE49-F238E27FC236}">
                              <a16:creationId id="{FC1B04EC-D9B8-13C6-83E2-5539F36C73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5042" y="1782567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7"/>
                                <a:pt x="86" y="1025"/>
                                <a:pt x="1366" y="342"/>
                              </a:cubicBezTo>
                              <a:cubicBezTo>
                                <a:pt x="2647" y="-384"/>
                                <a:pt x="4268" y="86"/>
                                <a:pt x="4951" y="1366"/>
                              </a:cubicBezTo>
                              <a:cubicBezTo>
                                <a:pt x="5676" y="2647"/>
                                <a:pt x="5207" y="4268"/>
                                <a:pt x="3927" y="4951"/>
                              </a:cubicBezTo>
                              <a:cubicBezTo>
                                <a:pt x="2647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3d8378e-06aa-4932-b777-7282ab811bc0" id="1780" name="任意多边形: 形状 1779">
                          <a:extLst>
                            <a:ext uri="{FF2B5EF4-FFF2-40B4-BE49-F238E27FC236}">
                              <a16:creationId id="{021D388D-09E2-93A2-A5AF-DB89F236E3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9011" y="1809879"/>
                          <a:ext cx="5274" cy="5292"/>
                        </a:xfrm>
                        <a:custGeom>
                          <a:avLst/>
                          <a:gdLst>
                            <a:gd fmla="*/ 342 w 5274" name="connsiteX0"/>
                            <a:gd fmla="*/ 3927 h 5292" name="connsiteY0"/>
                            <a:gd fmla="*/ 1366 w 5274" name="connsiteX1"/>
                            <a:gd fmla="*/ 342 h 5292" name="connsiteY1"/>
                            <a:gd fmla="*/ 4951 w 5274" name="connsiteX2"/>
                            <a:gd fmla="*/ 1366 h 5292" name="connsiteY2"/>
                            <a:gd fmla="*/ 3927 w 5274" name="connsiteX3"/>
                            <a:gd fmla="*/ 4951 h 5292" name="connsiteY3"/>
                            <a:gd fmla="*/ 342 w 5274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74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7" y="-383"/>
                                <a:pt x="4268" y="86"/>
                                <a:pt x="4951" y="1366"/>
                              </a:cubicBezTo>
                              <a:cubicBezTo>
                                <a:pt x="5634" y="2646"/>
                                <a:pt x="5207" y="4268"/>
                                <a:pt x="3927" y="4951"/>
                              </a:cubicBezTo>
                              <a:cubicBezTo>
                                <a:pt x="2647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4dd7b05-6229-4566-b8a0-d544e480820a" id="1781" name="任意多边形: 形状 1780">
                          <a:extLst>
                            <a:ext uri="{FF2B5EF4-FFF2-40B4-BE49-F238E27FC236}">
                              <a16:creationId id="{7AEFE718-D465-8AAE-7C85-536B758D75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0747" y="1776806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7" y="-383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7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c08e579-44d9-44d8-854c-3a621d8187cb" id="1782" name="任意多边形: 形状 1781">
                          <a:extLst>
                            <a:ext uri="{FF2B5EF4-FFF2-40B4-BE49-F238E27FC236}">
                              <a16:creationId id="{27000B84-91E7-3281-F039-F59AFF2DBA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6068" y="1793321"/>
                          <a:ext cx="5292" cy="5274"/>
                        </a:xfrm>
                        <a:custGeom>
                          <a:avLst/>
                          <a:gdLst>
                            <a:gd fmla="*/ 342 w 5292" name="connsiteX0"/>
                            <a:gd fmla="*/ 3927 h 5274" name="connsiteY0"/>
                            <a:gd fmla="*/ 1366 w 5292" name="connsiteX1"/>
                            <a:gd fmla="*/ 342 h 5274" name="connsiteY1"/>
                            <a:gd fmla="*/ 4951 w 5292" name="connsiteX2"/>
                            <a:gd fmla="*/ 1366 h 5274" name="connsiteY2"/>
                            <a:gd fmla="*/ 3927 w 5292" name="connsiteX3"/>
                            <a:gd fmla="*/ 4951 h 5274" name="connsiteY3"/>
                            <a:gd fmla="*/ 342 w 5292" name="connsiteX4"/>
                            <a:gd fmla="*/ 3927 h 527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4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6" y="5634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ce95cf4-988a-4787-904e-0ef990fbd25e" id="1783" name="任意多边形: 形状 1782">
                          <a:extLst>
                            <a:ext uri="{FF2B5EF4-FFF2-40B4-BE49-F238E27FC236}">
                              <a16:creationId id="{9A23CA08-1204-8001-FF2D-CFC7D840DD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6110" y="1775867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540c52d-5d51-4ddd-b020-6706a7567bf2" id="1784" name="任意多边形: 形状 1783">
                          <a:extLst>
                            <a:ext uri="{FF2B5EF4-FFF2-40B4-BE49-F238E27FC236}">
                              <a16:creationId id="{4324747D-FB50-470F-EFAC-CA59C698F4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0304" y="1827163"/>
                          <a:ext cx="5273" cy="5292"/>
                        </a:xfrm>
                        <a:custGeom>
                          <a:avLst/>
                          <a:gdLst>
                            <a:gd fmla="*/ 342 w 5273" name="connsiteX0"/>
                            <a:gd fmla="*/ 3927 h 5292" name="connsiteY0"/>
                            <a:gd fmla="*/ 1366 w 5273" name="connsiteX1"/>
                            <a:gd fmla="*/ 342 h 5292" name="connsiteY1"/>
                            <a:gd fmla="*/ 4951 w 5273" name="connsiteX2"/>
                            <a:gd fmla="*/ 1366 h 5292" name="connsiteY2"/>
                            <a:gd fmla="*/ 3927 w 5273" name="connsiteX3"/>
                            <a:gd fmla="*/ 4951 h 5292" name="connsiteY3"/>
                            <a:gd fmla="*/ 342 w 5273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73">
                              <a:moveTo>
                                <a:pt x="342" y="3927"/>
                              </a:moveTo>
                              <a:cubicBezTo>
                                <a:pt x="-384" y="2646"/>
                                <a:pt x="86" y="1025"/>
                                <a:pt x="1366" y="342"/>
                              </a:cubicBezTo>
                              <a:cubicBezTo>
                                <a:pt x="2646" y="-384"/>
                                <a:pt x="4268" y="86"/>
                                <a:pt x="4951" y="1366"/>
                              </a:cubicBezTo>
                              <a:cubicBezTo>
                                <a:pt x="5634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2bcf7a7-35d2-47ab-abd1-4f60d9f4912e" id="1785" name="任意多边形: 形状 1784">
                          <a:extLst>
                            <a:ext uri="{FF2B5EF4-FFF2-40B4-BE49-F238E27FC236}">
                              <a16:creationId id="{AB57FC54-2B13-D5D1-2317-DECFC0A44B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4771" y="1827419"/>
                          <a:ext cx="5274" cy="5273"/>
                        </a:xfrm>
                        <a:custGeom>
                          <a:avLst/>
                          <a:gdLst>
                            <a:gd fmla="*/ 342 w 5274" name="connsiteX0"/>
                            <a:gd fmla="*/ 3927 h 5273" name="connsiteY0"/>
                            <a:gd fmla="*/ 1366 w 5274" name="connsiteX1"/>
                            <a:gd fmla="*/ 342 h 5273" name="connsiteY1"/>
                            <a:gd fmla="*/ 4951 w 5274" name="connsiteX2"/>
                            <a:gd fmla="*/ 1366 h 5273" name="connsiteY2"/>
                            <a:gd fmla="*/ 3927 w 5274" name="connsiteX3"/>
                            <a:gd fmla="*/ 4951 h 5273" name="connsiteY3"/>
                            <a:gd fmla="*/ 342 w 5274" name="connsiteX4"/>
                            <a:gd fmla="*/ 3927 h 527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3" w="5274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7" y="-384"/>
                                <a:pt x="4268" y="86"/>
                                <a:pt x="4951" y="1366"/>
                              </a:cubicBezTo>
                              <a:cubicBezTo>
                                <a:pt x="5634" y="2646"/>
                                <a:pt x="5207" y="4268"/>
                                <a:pt x="3927" y="4951"/>
                              </a:cubicBezTo>
                              <a:cubicBezTo>
                                <a:pt x="2647" y="5634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1f5c414-7648-4054-ae30-906d4155ea69" id="1786" name="任意多边形: 形状 1785">
                          <a:extLst>
                            <a:ext uri="{FF2B5EF4-FFF2-40B4-BE49-F238E27FC236}">
                              <a16:creationId id="{0DB45DDF-0C5A-9354-DA15-18F8C630C4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5340" y="1815982"/>
                          <a:ext cx="5273" cy="5292"/>
                        </a:xfrm>
                        <a:custGeom>
                          <a:avLst/>
                          <a:gdLst>
                            <a:gd fmla="*/ 342 w 5273" name="connsiteX0"/>
                            <a:gd fmla="*/ 3927 h 5292" name="connsiteY0"/>
                            <a:gd fmla="*/ 1366 w 5273" name="connsiteX1"/>
                            <a:gd fmla="*/ 342 h 5292" name="connsiteY1"/>
                            <a:gd fmla="*/ 4951 w 5273" name="connsiteX2"/>
                            <a:gd fmla="*/ 1366 h 5292" name="connsiteY2"/>
                            <a:gd fmla="*/ 3927 w 5273" name="connsiteX3"/>
                            <a:gd fmla="*/ 4951 h 5292" name="connsiteY3"/>
                            <a:gd fmla="*/ 342 w 5273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73">
                              <a:moveTo>
                                <a:pt x="342" y="3927"/>
                              </a:moveTo>
                              <a:cubicBezTo>
                                <a:pt x="-384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34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f47b885-b6a8-40ef-9a8c-f440beceaba0" id="1787" name="任意多边形: 形状 1786">
                          <a:extLst>
                            <a:ext uri="{FF2B5EF4-FFF2-40B4-BE49-F238E27FC236}">
                              <a16:creationId id="{14BBAA0B-C1A6-6852-BC36-7EA1180D41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9309" y="1843271"/>
                          <a:ext cx="5292" cy="5273"/>
                        </a:xfrm>
                        <a:custGeom>
                          <a:avLst/>
                          <a:gdLst>
                            <a:gd fmla="*/ 342 w 5292" name="connsiteX0"/>
                            <a:gd fmla="*/ 3908 h 5273" name="connsiteY0"/>
                            <a:gd fmla="*/ 1366 w 5292" name="connsiteX1"/>
                            <a:gd fmla="*/ 323 h 5273" name="connsiteY1"/>
                            <a:gd fmla="*/ 4951 w 5292" name="connsiteX2"/>
                            <a:gd fmla="*/ 1347 h 5273" name="connsiteY2"/>
                            <a:gd fmla="*/ 3927 w 5292" name="connsiteX3"/>
                            <a:gd fmla="*/ 4932 h 5273" name="connsiteY3"/>
                            <a:gd fmla="*/ 342 w 5292" name="connsiteX4"/>
                            <a:gd fmla="*/ 3908 h 527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3" w="5292">
                              <a:moveTo>
                                <a:pt x="342" y="3908"/>
                              </a:moveTo>
                              <a:cubicBezTo>
                                <a:pt x="-383" y="2628"/>
                                <a:pt x="86" y="1006"/>
                                <a:pt x="1366" y="323"/>
                              </a:cubicBezTo>
                              <a:cubicBezTo>
                                <a:pt x="2646" y="-360"/>
                                <a:pt x="4268" y="67"/>
                                <a:pt x="4951" y="1347"/>
                              </a:cubicBezTo>
                              <a:cubicBezTo>
                                <a:pt x="5676" y="2628"/>
                                <a:pt x="5207" y="4249"/>
                                <a:pt x="3927" y="4932"/>
                              </a:cubicBezTo>
                              <a:cubicBezTo>
                                <a:pt x="2646" y="5658"/>
                                <a:pt x="1025" y="5188"/>
                                <a:pt x="342" y="39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78a07d7-b19c-48fa-9a83-45d08f3436c5" id="1788" name="任意多边形: 形状 1787">
                          <a:extLst>
                            <a:ext uri="{FF2B5EF4-FFF2-40B4-BE49-F238E27FC236}">
                              <a16:creationId id="{EA9A1A54-E780-9B78-525B-12BEC7B665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1045" y="1810178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7"/>
                                <a:pt x="86" y="1025"/>
                                <a:pt x="1366" y="342"/>
                              </a:cubicBezTo>
                              <a:cubicBezTo>
                                <a:pt x="2646" y="-384"/>
                                <a:pt x="4268" y="86"/>
                                <a:pt x="4951" y="1366"/>
                              </a:cubicBezTo>
                              <a:cubicBezTo>
                                <a:pt x="5676" y="2647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62c248c-8ed8-4373-870f-a3adf08e2288" id="1789" name="任意多边形: 形状 1788">
                          <a:extLst>
                            <a:ext uri="{FF2B5EF4-FFF2-40B4-BE49-F238E27FC236}">
                              <a16:creationId id="{9281D142-42F7-2999-BC87-126C794E65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1174" y="1820762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6" y="-384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698130c-3661-4c00-b860-c2f464fe0f38" id="1790" name="任意多边形: 形状 1789">
                          <a:extLst>
                            <a:ext uri="{FF2B5EF4-FFF2-40B4-BE49-F238E27FC236}">
                              <a16:creationId id="{49D8126C-E66A-6B1C-3BC7-A8B81C4200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4530" y="1823450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7" y="-383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7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38aa66f-c59d-405f-b956-beaa8b82bccc" id="1791" name="任意多边形: 形状 1790">
                          <a:extLst>
                            <a:ext uri="{FF2B5EF4-FFF2-40B4-BE49-F238E27FC236}">
                              <a16:creationId id="{23C60CB9-708E-7B84-2EEA-C4798B8211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0388" y="1752182"/>
                          <a:ext cx="5274" cy="5292"/>
                        </a:xfrm>
                        <a:custGeom>
                          <a:avLst/>
                          <a:gdLst>
                            <a:gd fmla="*/ 342 w 5274" name="connsiteX0"/>
                            <a:gd fmla="*/ 3927 h 5292" name="connsiteY0"/>
                            <a:gd fmla="*/ 1366 w 5274" name="connsiteX1"/>
                            <a:gd fmla="*/ 342 h 5292" name="connsiteY1"/>
                            <a:gd fmla="*/ 4951 w 5274" name="connsiteX2"/>
                            <a:gd fmla="*/ 1366 h 5292" name="connsiteY2"/>
                            <a:gd fmla="*/ 3927 w 5274" name="connsiteX3"/>
                            <a:gd fmla="*/ 4951 h 5292" name="connsiteY3"/>
                            <a:gd fmla="*/ 342 w 5274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74">
                              <a:moveTo>
                                <a:pt x="342" y="3927"/>
                              </a:moveTo>
                              <a:cubicBezTo>
                                <a:pt x="-384" y="2647"/>
                                <a:pt x="86" y="1025"/>
                                <a:pt x="1366" y="342"/>
                              </a:cubicBezTo>
                              <a:cubicBezTo>
                                <a:pt x="2646" y="-384"/>
                                <a:pt x="4268" y="86"/>
                                <a:pt x="4951" y="1366"/>
                              </a:cubicBezTo>
                              <a:cubicBezTo>
                                <a:pt x="5634" y="2647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83a0f4b-10c8-451a-aa75-e5877fd19e19" id="1792" name="任意多边形: 形状 1791">
                          <a:extLst>
                            <a:ext uri="{FF2B5EF4-FFF2-40B4-BE49-F238E27FC236}">
                              <a16:creationId id="{EFF4E31D-68F4-90D7-C447-8ADB23DA6E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4856" y="1752438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4" y="2647"/>
                                <a:pt x="86" y="1025"/>
                                <a:pt x="1366" y="342"/>
                              </a:cubicBezTo>
                              <a:cubicBezTo>
                                <a:pt x="2647" y="-384"/>
                                <a:pt x="4268" y="86"/>
                                <a:pt x="4951" y="1366"/>
                              </a:cubicBezTo>
                              <a:cubicBezTo>
                                <a:pt x="5677" y="2647"/>
                                <a:pt x="5207" y="4268"/>
                                <a:pt x="3927" y="4951"/>
                              </a:cubicBezTo>
                              <a:cubicBezTo>
                                <a:pt x="2647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0db4aaa-8d83-4f56-9f55-2fbe0a79b184" id="1793" name="任意多边形: 形状 1792">
                          <a:extLst>
                            <a:ext uri="{FF2B5EF4-FFF2-40B4-BE49-F238E27FC236}">
                              <a16:creationId id="{BE5CA4E4-28CB-4A65-44BE-53CB4FAA68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9151" y="1733807"/>
                          <a:ext cx="5292" cy="5273"/>
                        </a:xfrm>
                        <a:custGeom>
                          <a:avLst/>
                          <a:gdLst>
                            <a:gd fmla="*/ 342 w 5292" name="connsiteX0"/>
                            <a:gd fmla="*/ 3908 h 5273" name="connsiteY0"/>
                            <a:gd fmla="*/ 1366 w 5292" name="connsiteX1"/>
                            <a:gd fmla="*/ 323 h 5273" name="connsiteY1"/>
                            <a:gd fmla="*/ 4951 w 5292" name="connsiteX2"/>
                            <a:gd fmla="*/ 1347 h 5273" name="connsiteY2"/>
                            <a:gd fmla="*/ 3927 w 5292" name="connsiteX3"/>
                            <a:gd fmla="*/ 4932 h 5273" name="connsiteY3"/>
                            <a:gd fmla="*/ 342 w 5292" name="connsiteX4"/>
                            <a:gd fmla="*/ 3908 h 527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3" w="5292">
                              <a:moveTo>
                                <a:pt x="342" y="3908"/>
                              </a:moveTo>
                              <a:cubicBezTo>
                                <a:pt x="-383" y="2628"/>
                                <a:pt x="86" y="1006"/>
                                <a:pt x="1366" y="323"/>
                              </a:cubicBezTo>
                              <a:cubicBezTo>
                                <a:pt x="2647" y="-360"/>
                                <a:pt x="4268" y="67"/>
                                <a:pt x="4951" y="1347"/>
                              </a:cubicBezTo>
                              <a:cubicBezTo>
                                <a:pt x="5676" y="2628"/>
                                <a:pt x="5207" y="4249"/>
                                <a:pt x="3927" y="4932"/>
                              </a:cubicBezTo>
                              <a:cubicBezTo>
                                <a:pt x="2647" y="5658"/>
                                <a:pt x="1025" y="5188"/>
                                <a:pt x="342" y="39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57e1973-2b7b-478a-8bb4-ac4fe053a492" id="1794" name="任意多边形: 形状 1793">
                          <a:extLst>
                            <a:ext uri="{FF2B5EF4-FFF2-40B4-BE49-F238E27FC236}">
                              <a16:creationId id="{941F70A6-9150-860E-58EE-AE57FBDF0D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9393" y="1768270"/>
                          <a:ext cx="5292" cy="5274"/>
                        </a:xfrm>
                        <a:custGeom>
                          <a:avLst/>
                          <a:gdLst>
                            <a:gd fmla="*/ 342 w 5292" name="connsiteX0"/>
                            <a:gd fmla="*/ 3927 h 5274" name="connsiteY0"/>
                            <a:gd fmla="*/ 1366 w 5292" name="connsiteX1"/>
                            <a:gd fmla="*/ 342 h 5274" name="connsiteY1"/>
                            <a:gd fmla="*/ 4951 w 5292" name="connsiteX2"/>
                            <a:gd fmla="*/ 1366 h 5274" name="connsiteY2"/>
                            <a:gd fmla="*/ 3927 w 5292" name="connsiteX3"/>
                            <a:gd fmla="*/ 4951 h 5274" name="connsiteY3"/>
                            <a:gd fmla="*/ 342 w 5292" name="connsiteX4"/>
                            <a:gd fmla="*/ 3927 h 527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4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6" y="5634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97ad485-ac91-4090-a144-1270ac122b0f" id="1795" name="任意多边形: 形状 1794">
                          <a:extLst>
                            <a:ext uri="{FF2B5EF4-FFF2-40B4-BE49-F238E27FC236}">
                              <a16:creationId id="{7AFB8EE4-4FA3-E683-261A-7297681D28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1129" y="1735197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0d85c6f-7b06-418e-b17a-a24cf60b40aa" id="1796" name="任意多边形: 形状 1795">
                          <a:extLst>
                            <a:ext uri="{FF2B5EF4-FFF2-40B4-BE49-F238E27FC236}">
                              <a16:creationId id="{B750DE68-BB0E-7049-8441-2DF7C68C07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4330" y="1763875"/>
                          <a:ext cx="5273" cy="5292"/>
                        </a:xfrm>
                        <a:custGeom>
                          <a:avLst/>
                          <a:gdLst>
                            <a:gd fmla="*/ 342 w 5273" name="connsiteX0"/>
                            <a:gd fmla="*/ 3927 h 5292" name="connsiteY0"/>
                            <a:gd fmla="*/ 1366 w 5273" name="connsiteX1"/>
                            <a:gd fmla="*/ 342 h 5292" name="connsiteY1"/>
                            <a:gd fmla="*/ 4951 w 5273" name="connsiteX2"/>
                            <a:gd fmla="*/ 1366 h 5292" name="connsiteY2"/>
                            <a:gd fmla="*/ 3927 w 5273" name="connsiteX3"/>
                            <a:gd fmla="*/ 4951 h 5292" name="connsiteY3"/>
                            <a:gd fmla="*/ 342 w 5273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73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34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7c377e0-c26e-4158-94f0-4e5899b57eb4" id="1797" name="任意多边形: 形状 1796">
                          <a:extLst>
                            <a:ext uri="{FF2B5EF4-FFF2-40B4-BE49-F238E27FC236}">
                              <a16:creationId id="{9F0CE0DC-75EB-38E4-4205-4AE8FE87DF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4614" y="1748488"/>
                          <a:ext cx="5292" cy="5273"/>
                        </a:xfrm>
                        <a:custGeom>
                          <a:avLst/>
                          <a:gdLst>
                            <a:gd fmla="*/ 342 w 5292" name="connsiteX0"/>
                            <a:gd fmla="*/ 3908 h 5273" name="connsiteY0"/>
                            <a:gd fmla="*/ 1366 w 5292" name="connsiteX1"/>
                            <a:gd fmla="*/ 323 h 5273" name="connsiteY1"/>
                            <a:gd fmla="*/ 4951 w 5292" name="connsiteX2"/>
                            <a:gd fmla="*/ 1347 h 5273" name="connsiteY2"/>
                            <a:gd fmla="*/ 3927 w 5292" name="connsiteX3"/>
                            <a:gd fmla="*/ 4932 h 5273" name="connsiteY3"/>
                            <a:gd fmla="*/ 342 w 5292" name="connsiteX4"/>
                            <a:gd fmla="*/ 3908 h 527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3" w="5292">
                              <a:moveTo>
                                <a:pt x="342" y="3908"/>
                              </a:moveTo>
                              <a:cubicBezTo>
                                <a:pt x="-383" y="2627"/>
                                <a:pt x="86" y="1006"/>
                                <a:pt x="1366" y="323"/>
                              </a:cubicBezTo>
                              <a:cubicBezTo>
                                <a:pt x="2647" y="-360"/>
                                <a:pt x="4268" y="67"/>
                                <a:pt x="4951" y="1347"/>
                              </a:cubicBezTo>
                              <a:cubicBezTo>
                                <a:pt x="5676" y="2627"/>
                                <a:pt x="5207" y="4249"/>
                                <a:pt x="3927" y="4932"/>
                              </a:cubicBezTo>
                              <a:cubicBezTo>
                                <a:pt x="2647" y="5658"/>
                                <a:pt x="1025" y="5188"/>
                                <a:pt x="342" y="39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a91d808-bca9-4b59-912c-9f269d5478e8" id="1798" name="任意多边形: 形状 1797">
                          <a:extLst>
                            <a:ext uri="{FF2B5EF4-FFF2-40B4-BE49-F238E27FC236}">
                              <a16:creationId id="{DF3498CF-E960-9774-3F7A-C8A04DE5FC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7959" y="1746354"/>
                          <a:ext cx="5292" cy="5273"/>
                        </a:xfrm>
                        <a:custGeom>
                          <a:avLst/>
                          <a:gdLst>
                            <a:gd fmla="*/ 342 w 5292" name="connsiteX0"/>
                            <a:gd fmla="*/ 3908 h 5273" name="connsiteY0"/>
                            <a:gd fmla="*/ 1366 w 5292" name="connsiteX1"/>
                            <a:gd fmla="*/ 323 h 5273" name="connsiteY1"/>
                            <a:gd fmla="*/ 4951 w 5292" name="connsiteX2"/>
                            <a:gd fmla="*/ 1347 h 5273" name="connsiteY2"/>
                            <a:gd fmla="*/ 3927 w 5292" name="connsiteX3"/>
                            <a:gd fmla="*/ 4932 h 5273" name="connsiteY3"/>
                            <a:gd fmla="*/ 342 w 5292" name="connsiteX4"/>
                            <a:gd fmla="*/ 3908 h 527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3" w="5292">
                              <a:moveTo>
                                <a:pt x="342" y="3908"/>
                              </a:moveTo>
                              <a:cubicBezTo>
                                <a:pt x="-383" y="2627"/>
                                <a:pt x="86" y="1006"/>
                                <a:pt x="1366" y="323"/>
                              </a:cubicBezTo>
                              <a:cubicBezTo>
                                <a:pt x="2647" y="-360"/>
                                <a:pt x="4268" y="67"/>
                                <a:pt x="4951" y="1347"/>
                              </a:cubicBezTo>
                              <a:cubicBezTo>
                                <a:pt x="5676" y="2627"/>
                                <a:pt x="5207" y="4249"/>
                                <a:pt x="3927" y="4932"/>
                              </a:cubicBezTo>
                              <a:cubicBezTo>
                                <a:pt x="2647" y="5658"/>
                                <a:pt x="1025" y="5188"/>
                                <a:pt x="342" y="39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b80f099-3b41-4cfe-b48d-bf4f2418bcb0" id="1799" name="任意多边形: 形状 1798">
                          <a:extLst>
                            <a:ext uri="{FF2B5EF4-FFF2-40B4-BE49-F238E27FC236}">
                              <a16:creationId id="{63344886-1D72-AAE6-5198-734BEDD158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2426" y="1746591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7"/>
                                <a:pt x="86" y="1025"/>
                                <a:pt x="1366" y="342"/>
                              </a:cubicBezTo>
                              <a:cubicBezTo>
                                <a:pt x="2647" y="-384"/>
                                <a:pt x="4268" y="86"/>
                                <a:pt x="4951" y="1366"/>
                              </a:cubicBezTo>
                              <a:cubicBezTo>
                                <a:pt x="5676" y="2647"/>
                                <a:pt x="5207" y="4268"/>
                                <a:pt x="3927" y="4951"/>
                              </a:cubicBezTo>
                              <a:cubicBezTo>
                                <a:pt x="2647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436f9e0-c222-4cac-b23b-536e73cee073" id="1800" name="任意多边形: 形状 1799">
                          <a:extLst>
                            <a:ext uri="{FF2B5EF4-FFF2-40B4-BE49-F238E27FC236}">
                              <a16:creationId id="{6F5D6183-A245-2B25-1092-DC029072FD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2995" y="1735111"/>
                          <a:ext cx="5292" cy="5273"/>
                        </a:xfrm>
                        <a:custGeom>
                          <a:avLst/>
                          <a:gdLst>
                            <a:gd fmla="*/ 342 w 5292" name="connsiteX0"/>
                            <a:gd fmla="*/ 3927 h 5273" name="connsiteY0"/>
                            <a:gd fmla="*/ 1366 w 5292" name="connsiteX1"/>
                            <a:gd fmla="*/ 342 h 5273" name="connsiteY1"/>
                            <a:gd fmla="*/ 4951 w 5292" name="connsiteX2"/>
                            <a:gd fmla="*/ 1366 h 5273" name="connsiteY2"/>
                            <a:gd fmla="*/ 3927 w 5292" name="connsiteX3"/>
                            <a:gd fmla="*/ 4951 h 5273" name="connsiteY3"/>
                            <a:gd fmla="*/ 342 w 5292" name="connsiteX4"/>
                            <a:gd fmla="*/ 3927 h 527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3" w="5292">
                              <a:moveTo>
                                <a:pt x="342" y="3927"/>
                              </a:moveTo>
                              <a:cubicBezTo>
                                <a:pt x="-384" y="2647"/>
                                <a:pt x="86" y="1025"/>
                                <a:pt x="1366" y="342"/>
                              </a:cubicBezTo>
                              <a:cubicBezTo>
                                <a:pt x="2646" y="-384"/>
                                <a:pt x="4268" y="86"/>
                                <a:pt x="4951" y="1366"/>
                              </a:cubicBezTo>
                              <a:cubicBezTo>
                                <a:pt x="5677" y="2647"/>
                                <a:pt x="5207" y="4268"/>
                                <a:pt x="3927" y="4951"/>
                              </a:cubicBezTo>
                              <a:cubicBezTo>
                                <a:pt x="2646" y="5634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da79c9a-ad12-4e54-96ad-f9010d9d3e0c" id="1801" name="任意多边形: 形状 1800">
                          <a:extLst>
                            <a:ext uri="{FF2B5EF4-FFF2-40B4-BE49-F238E27FC236}">
                              <a16:creationId id="{C134D266-6ECD-64EC-F357-C4F94197A7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3137" y="1763448"/>
                          <a:ext cx="5292" cy="5274"/>
                        </a:xfrm>
                        <a:custGeom>
                          <a:avLst/>
                          <a:gdLst>
                            <a:gd fmla="*/ 342 w 5292" name="connsiteX0"/>
                            <a:gd fmla="*/ 3927 h 5274" name="connsiteY0"/>
                            <a:gd fmla="*/ 1366 w 5292" name="connsiteX1"/>
                            <a:gd fmla="*/ 342 h 5274" name="connsiteY1"/>
                            <a:gd fmla="*/ 4951 w 5292" name="connsiteX2"/>
                            <a:gd fmla="*/ 1366 h 5274" name="connsiteY2"/>
                            <a:gd fmla="*/ 3927 w 5292" name="connsiteX3"/>
                            <a:gd fmla="*/ 4951 h 5274" name="connsiteY3"/>
                            <a:gd fmla="*/ 342 w 5292" name="connsiteX4"/>
                            <a:gd fmla="*/ 3927 h 527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4" w="5292">
                              <a:moveTo>
                                <a:pt x="342" y="3927"/>
                              </a:moveTo>
                              <a:cubicBezTo>
                                <a:pt x="-384" y="2646"/>
                                <a:pt x="86" y="1025"/>
                                <a:pt x="1366" y="342"/>
                              </a:cubicBezTo>
                              <a:cubicBezTo>
                                <a:pt x="2647" y="-383"/>
                                <a:pt x="4268" y="86"/>
                                <a:pt x="4951" y="1366"/>
                              </a:cubicBezTo>
                              <a:cubicBezTo>
                                <a:pt x="5677" y="2646"/>
                                <a:pt x="5207" y="4268"/>
                                <a:pt x="3927" y="4951"/>
                              </a:cubicBezTo>
                              <a:cubicBezTo>
                                <a:pt x="2647" y="5634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cb30326-bd47-469b-a179-f2ec6ae6b794" id="1802" name="任意多边形: 形状 1801">
                          <a:extLst>
                            <a:ext uri="{FF2B5EF4-FFF2-40B4-BE49-F238E27FC236}">
                              <a16:creationId id="{C92E6D1A-0034-46C4-5549-51BF79F119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8301" y="1721370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7"/>
                                <a:pt x="86" y="1025"/>
                                <a:pt x="1366" y="342"/>
                              </a:cubicBezTo>
                              <a:cubicBezTo>
                                <a:pt x="2647" y="-384"/>
                                <a:pt x="4268" y="86"/>
                                <a:pt x="4951" y="1366"/>
                              </a:cubicBezTo>
                              <a:cubicBezTo>
                                <a:pt x="5676" y="2647"/>
                                <a:pt x="5207" y="4268"/>
                                <a:pt x="3927" y="4951"/>
                              </a:cubicBezTo>
                              <a:cubicBezTo>
                                <a:pt x="2647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85303e6-2e5c-4b23-8732-9ede9c6ebb80" id="1803" name="任意多边形: 形状 1802">
                          <a:extLst>
                            <a:ext uri="{FF2B5EF4-FFF2-40B4-BE49-F238E27FC236}">
                              <a16:creationId id="{3E2894A2-8192-6091-3309-F90FD284AA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1900" y="1758028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4" y="2647"/>
                                <a:pt x="86" y="1025"/>
                                <a:pt x="1366" y="342"/>
                              </a:cubicBezTo>
                              <a:cubicBezTo>
                                <a:pt x="2646" y="-384"/>
                                <a:pt x="4268" y="86"/>
                                <a:pt x="4951" y="1366"/>
                              </a:cubicBezTo>
                              <a:cubicBezTo>
                                <a:pt x="5677" y="2647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b81dd93-d48e-479d-b407-7c5acf962f42" id="1804" name="任意多边形: 形状 1803">
                          <a:extLst>
                            <a:ext uri="{FF2B5EF4-FFF2-40B4-BE49-F238E27FC236}">
                              <a16:creationId id="{A6DD5170-5ACD-C1FF-4AF4-10696CE2E7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2185" y="1742599"/>
                          <a:ext cx="5293" cy="5273"/>
                        </a:xfrm>
                        <a:custGeom>
                          <a:avLst/>
                          <a:gdLst>
                            <a:gd fmla="*/ 342 w 5293" name="connsiteX0"/>
                            <a:gd fmla="*/ 3908 h 5273" name="connsiteY0"/>
                            <a:gd fmla="*/ 1366 w 5293" name="connsiteX1"/>
                            <a:gd fmla="*/ 323 h 5273" name="connsiteY1"/>
                            <a:gd fmla="*/ 4951 w 5293" name="connsiteX2"/>
                            <a:gd fmla="*/ 1347 h 5273" name="connsiteY2"/>
                            <a:gd fmla="*/ 3927 w 5293" name="connsiteX3"/>
                            <a:gd fmla="*/ 4932 h 5273" name="connsiteY3"/>
                            <a:gd fmla="*/ 342 w 5293" name="connsiteX4"/>
                            <a:gd fmla="*/ 3908 h 527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3" w="5293">
                              <a:moveTo>
                                <a:pt x="342" y="3908"/>
                              </a:moveTo>
                              <a:cubicBezTo>
                                <a:pt x="-383" y="2628"/>
                                <a:pt x="86" y="1006"/>
                                <a:pt x="1366" y="323"/>
                              </a:cubicBezTo>
                              <a:cubicBezTo>
                                <a:pt x="2646" y="-360"/>
                                <a:pt x="4268" y="67"/>
                                <a:pt x="4951" y="1347"/>
                              </a:cubicBezTo>
                              <a:cubicBezTo>
                                <a:pt x="5677" y="2628"/>
                                <a:pt x="5207" y="4249"/>
                                <a:pt x="3927" y="4932"/>
                              </a:cubicBezTo>
                              <a:cubicBezTo>
                                <a:pt x="2646" y="5658"/>
                                <a:pt x="1025" y="5188"/>
                                <a:pt x="342" y="39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2546899-17a9-473e-b223-a33b1711bbf1" id="1805" name="任意多边形: 形状 1804">
                          <a:extLst>
                            <a:ext uri="{FF2B5EF4-FFF2-40B4-BE49-F238E27FC236}">
                              <a16:creationId id="{2A09066B-A221-9EC8-CFB6-13801EAF46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3633" y="1730502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f51349a-99f8-49f5-88ce-9ab496b90555" id="1806" name="任意多边形: 形状 1805">
                          <a:extLst>
                            <a:ext uri="{FF2B5EF4-FFF2-40B4-BE49-F238E27FC236}">
                              <a16:creationId id="{14CD1A33-F2C5-955D-3408-ADB1F0740A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2069" y="1714859"/>
                          <a:ext cx="5292" cy="5273"/>
                        </a:xfrm>
                        <a:custGeom>
                          <a:avLst/>
                          <a:gdLst>
                            <a:gd fmla="*/ 342 w 5292" name="connsiteX0"/>
                            <a:gd fmla="*/ 3908 h 5273" name="connsiteY0"/>
                            <a:gd fmla="*/ 1366 w 5292" name="connsiteX1"/>
                            <a:gd fmla="*/ 323 h 5273" name="connsiteY1"/>
                            <a:gd fmla="*/ 4951 w 5292" name="connsiteX2"/>
                            <a:gd fmla="*/ 1347 h 5273" name="connsiteY2"/>
                            <a:gd fmla="*/ 3927 w 5292" name="connsiteX3"/>
                            <a:gd fmla="*/ 4932 h 5273" name="connsiteY3"/>
                            <a:gd fmla="*/ 342 w 5292" name="connsiteX4"/>
                            <a:gd fmla="*/ 3908 h 527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3" w="5292">
                              <a:moveTo>
                                <a:pt x="342" y="3908"/>
                              </a:moveTo>
                              <a:cubicBezTo>
                                <a:pt x="-383" y="2628"/>
                                <a:pt x="86" y="1006"/>
                                <a:pt x="1366" y="323"/>
                              </a:cubicBezTo>
                              <a:cubicBezTo>
                                <a:pt x="2646" y="-360"/>
                                <a:pt x="4268" y="67"/>
                                <a:pt x="4951" y="1347"/>
                              </a:cubicBezTo>
                              <a:cubicBezTo>
                                <a:pt x="5676" y="2628"/>
                                <a:pt x="5207" y="4249"/>
                                <a:pt x="3927" y="4932"/>
                              </a:cubicBezTo>
                              <a:cubicBezTo>
                                <a:pt x="2646" y="5658"/>
                                <a:pt x="1025" y="5188"/>
                                <a:pt x="342" y="39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e4172ef-1459-4d74-9e7a-791f01602a51" id="1807" name="任意多边形: 形状 1806">
                          <a:extLst>
                            <a:ext uri="{FF2B5EF4-FFF2-40B4-BE49-F238E27FC236}">
                              <a16:creationId id="{BE5264E4-3CB4-E25D-42BA-71986D9133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3279" y="1699904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7"/>
                                <a:pt x="86" y="1025"/>
                                <a:pt x="1366" y="342"/>
                              </a:cubicBezTo>
                              <a:cubicBezTo>
                                <a:pt x="2647" y="-384"/>
                                <a:pt x="4268" y="86"/>
                                <a:pt x="4951" y="1366"/>
                              </a:cubicBezTo>
                              <a:cubicBezTo>
                                <a:pt x="5676" y="2647"/>
                                <a:pt x="5207" y="4268"/>
                                <a:pt x="3927" y="4951"/>
                              </a:cubicBezTo>
                              <a:cubicBezTo>
                                <a:pt x="2647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e59390e-8df4-4344-94c4-65e70be6fc82" id="1808" name="任意多边形: 形状 1807">
                          <a:extLst>
                            <a:ext uri="{FF2B5EF4-FFF2-40B4-BE49-F238E27FC236}">
                              <a16:creationId id="{C2DEA7AE-3E68-BA08-108D-FCCEE25142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6606" y="1730673"/>
                          <a:ext cx="5292" cy="5273"/>
                        </a:xfrm>
                        <a:custGeom>
                          <a:avLst/>
                          <a:gdLst>
                            <a:gd fmla="*/ 342 w 5292" name="connsiteX0"/>
                            <a:gd fmla="*/ 3927 h 5273" name="connsiteY0"/>
                            <a:gd fmla="*/ 1366 w 5292" name="connsiteX1"/>
                            <a:gd fmla="*/ 342 h 5273" name="connsiteY1"/>
                            <a:gd fmla="*/ 4951 w 5292" name="connsiteX2"/>
                            <a:gd fmla="*/ 1366 h 5273" name="connsiteY2"/>
                            <a:gd fmla="*/ 3927 w 5292" name="connsiteX3"/>
                            <a:gd fmla="*/ 4951 h 5273" name="connsiteY3"/>
                            <a:gd fmla="*/ 342 w 5292" name="connsiteX4"/>
                            <a:gd fmla="*/ 3927 h 527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3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7" y="-383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7" y="5634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a7444c2-1ce0-450c-8a8c-ed334d323310" id="1809" name="任意多边形: 形状 1808">
                          <a:extLst>
                            <a:ext uri="{FF2B5EF4-FFF2-40B4-BE49-F238E27FC236}">
                              <a16:creationId id="{82B672BE-C371-566F-C080-8B0EEDBE49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4017" y="1708245"/>
                          <a:ext cx="5292" cy="5273"/>
                        </a:xfrm>
                        <a:custGeom>
                          <a:avLst/>
                          <a:gdLst>
                            <a:gd fmla="*/ 342 w 5292" name="connsiteX0"/>
                            <a:gd fmla="*/ 3908 h 5273" name="connsiteY0"/>
                            <a:gd fmla="*/ 1366 w 5292" name="connsiteX1"/>
                            <a:gd fmla="*/ 323 h 5273" name="connsiteY1"/>
                            <a:gd fmla="*/ 4951 w 5292" name="connsiteX2"/>
                            <a:gd fmla="*/ 1347 h 5273" name="connsiteY2"/>
                            <a:gd fmla="*/ 3927 w 5292" name="connsiteX3"/>
                            <a:gd fmla="*/ 4932 h 5273" name="connsiteY3"/>
                            <a:gd fmla="*/ 342 w 5292" name="connsiteX4"/>
                            <a:gd fmla="*/ 3908 h 527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3" w="5292">
                              <a:moveTo>
                                <a:pt x="342" y="3908"/>
                              </a:moveTo>
                              <a:cubicBezTo>
                                <a:pt x="-384" y="2628"/>
                                <a:pt x="86" y="1006"/>
                                <a:pt x="1366" y="323"/>
                              </a:cubicBezTo>
                              <a:cubicBezTo>
                                <a:pt x="2646" y="-360"/>
                                <a:pt x="4268" y="67"/>
                                <a:pt x="4951" y="1347"/>
                              </a:cubicBezTo>
                              <a:cubicBezTo>
                                <a:pt x="5677" y="2628"/>
                                <a:pt x="5207" y="4249"/>
                                <a:pt x="3927" y="4932"/>
                              </a:cubicBezTo>
                              <a:cubicBezTo>
                                <a:pt x="2646" y="5657"/>
                                <a:pt x="1025" y="5188"/>
                                <a:pt x="342" y="39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d9133ee-125e-4a74-9359-0f3b14693a34" id="1810" name="任意多边形: 形状 1809">
                          <a:extLst>
                            <a:ext uri="{FF2B5EF4-FFF2-40B4-BE49-F238E27FC236}">
                              <a16:creationId id="{090DCD86-2BFE-35C1-F0FC-0885B7B7DD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1500" y="1726277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4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77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04e0b39-267b-4ff6-a0c3-8111535c5696" id="1811" name="任意多边形: 形状 1810">
                          <a:extLst>
                            <a:ext uri="{FF2B5EF4-FFF2-40B4-BE49-F238E27FC236}">
                              <a16:creationId id="{99DC77BC-0308-5F9C-82BB-702B791C95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6735" y="1735880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4" y="2646"/>
                                <a:pt x="86" y="1025"/>
                                <a:pt x="1366" y="342"/>
                              </a:cubicBezTo>
                              <a:cubicBezTo>
                                <a:pt x="2647" y="-383"/>
                                <a:pt x="4268" y="86"/>
                                <a:pt x="4951" y="1366"/>
                              </a:cubicBezTo>
                              <a:cubicBezTo>
                                <a:pt x="5677" y="2646"/>
                                <a:pt x="5207" y="4268"/>
                                <a:pt x="3927" y="4951"/>
                              </a:cubicBezTo>
                              <a:cubicBezTo>
                                <a:pt x="2647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21385c4-053d-44de-bbe6-94cfec6dd86e" id="1812" name="任意多边形: 形状 1811">
                          <a:extLst>
                            <a:ext uri="{FF2B5EF4-FFF2-40B4-BE49-F238E27FC236}">
                              <a16:creationId id="{334182D7-9AED-AFFE-CDF5-A08A9D6C7D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0686" y="1780220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6" y="-384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eff2fae-6220-4f46-b847-871de3d3041c" id="1813" name="任意多边形: 形状 1812">
                          <a:extLst>
                            <a:ext uri="{FF2B5EF4-FFF2-40B4-BE49-F238E27FC236}">
                              <a16:creationId id="{A883F42C-1605-1416-7AA6-06C937A1A4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06562" y="1808514"/>
                          <a:ext cx="5273" cy="5292"/>
                        </a:xfrm>
                        <a:custGeom>
                          <a:avLst/>
                          <a:gdLst>
                            <a:gd fmla="*/ 342 w 5273" name="connsiteX0"/>
                            <a:gd fmla="*/ 3927 h 5292" name="connsiteY0"/>
                            <a:gd fmla="*/ 1366 w 5273" name="connsiteX1"/>
                            <a:gd fmla="*/ 342 h 5292" name="connsiteY1"/>
                            <a:gd fmla="*/ 4951 w 5273" name="connsiteX2"/>
                            <a:gd fmla="*/ 1366 h 5292" name="connsiteY2"/>
                            <a:gd fmla="*/ 3927 w 5273" name="connsiteX3"/>
                            <a:gd fmla="*/ 4951 h 5292" name="connsiteY3"/>
                            <a:gd fmla="*/ 342 w 5273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73">
                              <a:moveTo>
                                <a:pt x="342" y="3927"/>
                              </a:moveTo>
                              <a:cubicBezTo>
                                <a:pt x="-384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34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74a4178-142a-4ecf-b1ab-a2ebed40f313" id="1814" name="任意多边形: 形状 1813">
                          <a:extLst>
                            <a:ext uri="{FF2B5EF4-FFF2-40B4-BE49-F238E27FC236}">
                              <a16:creationId id="{0646F51A-A207-2F60-1EB0-091B3510C1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2451" y="1769039"/>
                          <a:ext cx="5292" cy="5274"/>
                        </a:xfrm>
                        <a:custGeom>
                          <a:avLst/>
                          <a:gdLst>
                            <a:gd fmla="*/ 342 w 5292" name="connsiteX0"/>
                            <a:gd fmla="*/ 3927 h 5274" name="connsiteY0"/>
                            <a:gd fmla="*/ 1366 w 5292" name="connsiteX1"/>
                            <a:gd fmla="*/ 342 h 5274" name="connsiteY1"/>
                            <a:gd fmla="*/ 4951 w 5292" name="connsiteX2"/>
                            <a:gd fmla="*/ 1366 h 5274" name="connsiteY2"/>
                            <a:gd fmla="*/ 3927 w 5292" name="connsiteX3"/>
                            <a:gd fmla="*/ 4951 h 5274" name="connsiteY3"/>
                            <a:gd fmla="*/ 342 w 5292" name="connsiteX4"/>
                            <a:gd fmla="*/ 3927 h 527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4" w="5292">
                              <a:moveTo>
                                <a:pt x="342" y="3927"/>
                              </a:moveTo>
                              <a:cubicBezTo>
                                <a:pt x="-384" y="2646"/>
                                <a:pt x="86" y="1025"/>
                                <a:pt x="1366" y="342"/>
                              </a:cubicBezTo>
                              <a:cubicBezTo>
                                <a:pt x="2647" y="-383"/>
                                <a:pt x="4268" y="86"/>
                                <a:pt x="4951" y="1366"/>
                              </a:cubicBezTo>
                              <a:cubicBezTo>
                                <a:pt x="5677" y="2646"/>
                                <a:pt x="5207" y="4268"/>
                                <a:pt x="3927" y="4951"/>
                              </a:cubicBezTo>
                              <a:cubicBezTo>
                                <a:pt x="2647" y="5634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c04457c-3637-4fba-9e08-d63ae1413cfb" id="1815" name="任意多边形: 形状 1814">
                          <a:extLst>
                            <a:ext uri="{FF2B5EF4-FFF2-40B4-BE49-F238E27FC236}">
                              <a16:creationId id="{4D18488E-DE20-19FC-D624-7BE8904988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6819" y="1823322"/>
                          <a:ext cx="5273" cy="5274"/>
                        </a:xfrm>
                        <a:custGeom>
                          <a:avLst/>
                          <a:gdLst>
                            <a:gd fmla="*/ 342 w 5273" name="connsiteX0"/>
                            <a:gd fmla="*/ 3927 h 5274" name="connsiteY0"/>
                            <a:gd fmla="*/ 1366 w 5273" name="connsiteX1"/>
                            <a:gd fmla="*/ 342 h 5274" name="connsiteY1"/>
                            <a:gd fmla="*/ 4951 w 5273" name="connsiteX2"/>
                            <a:gd fmla="*/ 1366 h 5274" name="connsiteY2"/>
                            <a:gd fmla="*/ 3927 w 5273" name="connsiteX3"/>
                            <a:gd fmla="*/ 4951 h 5274" name="connsiteY3"/>
                            <a:gd fmla="*/ 342 w 5273" name="connsiteX4"/>
                            <a:gd fmla="*/ 3927 h 527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4" w="5273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7" y="-383"/>
                                <a:pt x="4268" y="86"/>
                                <a:pt x="4951" y="1366"/>
                              </a:cubicBezTo>
                              <a:cubicBezTo>
                                <a:pt x="5634" y="2646"/>
                                <a:pt x="5207" y="4268"/>
                                <a:pt x="3927" y="4951"/>
                              </a:cubicBezTo>
                              <a:cubicBezTo>
                                <a:pt x="2647" y="5634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01e79db-85cc-4d16-b397-757ab2123d47" id="1816" name="任意多边形: 形状 1815">
                          <a:extLst>
                            <a:ext uri="{FF2B5EF4-FFF2-40B4-BE49-F238E27FC236}">
                              <a16:creationId id="{15CF977B-1AA5-B00B-D100-54B73E0ABA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2792" y="1791273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6"/>
                                <a:pt x="86" y="1025"/>
                                <a:pt x="1366" y="342"/>
                              </a:cubicBezTo>
                              <a:cubicBezTo>
                                <a:pt x="2647" y="-384"/>
                                <a:pt x="4268" y="86"/>
                                <a:pt x="4951" y="1366"/>
                              </a:cubicBezTo>
                              <a:cubicBezTo>
                                <a:pt x="5676" y="2646"/>
                                <a:pt x="5207" y="4268"/>
                                <a:pt x="3927" y="4951"/>
                              </a:cubicBezTo>
                              <a:cubicBezTo>
                                <a:pt x="2647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7cbd55a-eaee-4fb4-8b97-49b4079f8cb4" id="1817" name="任意多边形: 形状 1816">
                          <a:extLst>
                            <a:ext uri="{FF2B5EF4-FFF2-40B4-BE49-F238E27FC236}">
                              <a16:creationId id="{7984AB10-F5AB-AEBA-C84E-868A2E94DD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0090" y="1832711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3" y="2647"/>
                                <a:pt x="86" y="1025"/>
                                <a:pt x="1366" y="342"/>
                              </a:cubicBezTo>
                              <a:cubicBezTo>
                                <a:pt x="2646" y="-384"/>
                                <a:pt x="4268" y="86"/>
                                <a:pt x="4951" y="1366"/>
                              </a:cubicBezTo>
                              <a:cubicBezTo>
                                <a:pt x="5676" y="2647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cf3eaa4-a26b-4585-9b19-2e3c1f719e5c" id="1818" name="任意多边形: 形状 1817">
                          <a:extLst>
                            <a:ext uri="{FF2B5EF4-FFF2-40B4-BE49-F238E27FC236}">
                              <a16:creationId id="{36CCA0D8-075B-0A4B-FB7C-EF124FEFF8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6278" y="1804545"/>
                          <a:ext cx="5292" cy="5292"/>
                        </a:xfrm>
                        <a:custGeom>
                          <a:avLst/>
                          <a:gdLst>
                            <a:gd fmla="*/ 342 w 5292" name="connsiteX0"/>
                            <a:gd fmla="*/ 3927 h 5292" name="connsiteY0"/>
                            <a:gd fmla="*/ 1366 w 5292" name="connsiteX1"/>
                            <a:gd fmla="*/ 342 h 5292" name="connsiteY1"/>
                            <a:gd fmla="*/ 4951 w 5292" name="connsiteX2"/>
                            <a:gd fmla="*/ 1366 h 5292" name="connsiteY2"/>
                            <a:gd fmla="*/ 3927 w 5292" name="connsiteX3"/>
                            <a:gd fmla="*/ 4951 h 5292" name="connsiteY3"/>
                            <a:gd fmla="*/ 342 w 5292" name="connsiteX4"/>
                            <a:gd fmla="*/ 3927 h 529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92" w="5292">
                              <a:moveTo>
                                <a:pt x="342" y="3927"/>
                              </a:moveTo>
                              <a:cubicBezTo>
                                <a:pt x="-384" y="2646"/>
                                <a:pt x="86" y="1025"/>
                                <a:pt x="1366" y="342"/>
                              </a:cubicBezTo>
                              <a:cubicBezTo>
                                <a:pt x="2646" y="-383"/>
                                <a:pt x="4268" y="86"/>
                                <a:pt x="4951" y="1366"/>
                              </a:cubicBezTo>
                              <a:cubicBezTo>
                                <a:pt x="5677" y="2646"/>
                                <a:pt x="5207" y="4268"/>
                                <a:pt x="3927" y="4951"/>
                              </a:cubicBezTo>
                              <a:cubicBezTo>
                                <a:pt x="2646" y="5676"/>
                                <a:pt x="1025" y="5207"/>
                                <a:pt x="342" y="39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a1418146-7e2a-49e9-aba3-3c2e0ae7d360" id="1478" name="图形 6643">
                        <a:extLst>
                          <a:ext uri="{FF2B5EF4-FFF2-40B4-BE49-F238E27FC236}">
                            <a16:creationId id="{60D73087-ECF6-AD03-AED7-C21B4DE632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93200" y="1654194"/>
                        <a:ext cx="157824" cy="128847"/>
                        <a:chOff x="6693200" y="1654194"/>
                        <a:chExt cx="157824" cy="128847"/>
                      </a:xfrm>
                      <a:solidFill>
                        <a:srgbClr val="494950"/>
                      </a:solidFill>
                    </p:grpSpPr>
                    <p:sp>
                      <p:nvSpPr>
                        <p:cNvPr descr="a23aa9a2-065e-4351-b012-74313bef160d" id="1707" name="任意多边形: 形状 1706">
                          <a:extLst>
                            <a:ext uri="{FF2B5EF4-FFF2-40B4-BE49-F238E27FC236}">
                              <a16:creationId id="{ABB4A88C-286B-FFE7-C07F-F0AB4CBCB8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9816" y="1719360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698902a-f450-4050-a3ee-c160b3f163a2" id="1708" name="任意多边形: 形状 1707">
                          <a:extLst>
                            <a:ext uri="{FF2B5EF4-FFF2-40B4-BE49-F238E27FC236}">
                              <a16:creationId id="{32466AFA-6159-3361-722F-31F707C447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2704" y="1725975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30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80a360c-70dc-41a1-bfdb-c8b839513fbc" id="1709" name="任意多边形: 形状 1708">
                          <a:extLst>
                            <a:ext uri="{FF2B5EF4-FFF2-40B4-BE49-F238E27FC236}">
                              <a16:creationId id="{9EC022E4-EB9E-B55B-CD26-12CA9D2DCF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9290" y="1711550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80b7e4c-d95d-4111-8cb2-32d69c00ba2d" id="1710" name="任意多边形: 形状 1709">
                          <a:extLst>
                            <a:ext uri="{FF2B5EF4-FFF2-40B4-BE49-F238E27FC236}">
                              <a16:creationId id="{447BA9BD-02D1-7F08-A537-806308ADD8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0840" y="1737796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40f98c2-0643-4b50-83c5-6d55e2749afc" id="1711" name="任意多边形: 形状 1710">
                          <a:extLst>
                            <a:ext uri="{FF2B5EF4-FFF2-40B4-BE49-F238E27FC236}">
                              <a16:creationId id="{3F93FC92-5DC6-C060-8F91-83EC5B695B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5933" y="1713257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9355a9b-b0e7-49d6-adb9-a0160cfd11fc" id="1712" name="任意多边形: 形状 1711">
                          <a:extLst>
                            <a:ext uri="{FF2B5EF4-FFF2-40B4-BE49-F238E27FC236}">
                              <a16:creationId id="{00012564-60AE-3629-CAA6-598BBFDA98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6161" y="1740442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30" y="5168"/>
                                <a:pt x="2779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d724c09-7dd7-4adb-a5b4-a84bf9136d67" id="1713" name="任意多边形: 形状 1712">
                          <a:extLst>
                            <a:ext uri="{FF2B5EF4-FFF2-40B4-BE49-F238E27FC236}">
                              <a16:creationId id="{502252E4-F98B-BAD7-2F78-E7668C3B1A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2207" y="1731096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6a6de7a-6480-4f56-8c60-7f9c0cd9ac19" id="1714" name="任意多边形: 形状 1713">
                          <a:extLst>
                            <a:ext uri="{FF2B5EF4-FFF2-40B4-BE49-F238E27FC236}">
                              <a16:creationId id="{4625EF82-F3E1-15EE-79E0-D049012929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5791" y="1700156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1afb2cc-179c-4265-b83e-2fac4e873f68" id="1715" name="任意多边形: 形状 1714">
                          <a:extLst>
                            <a:ext uri="{FF2B5EF4-FFF2-40B4-BE49-F238E27FC236}">
                              <a16:creationId id="{8D5EA492-F227-EFCE-7EA0-018685EEAD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8679" y="1706728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30" y="5168"/>
                                <a:pt x="2779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6c6c012-3baf-4522-bded-761dde23454b" id="1716" name="任意多边形: 形状 1715">
                          <a:extLst>
                            <a:ext uri="{FF2B5EF4-FFF2-40B4-BE49-F238E27FC236}">
                              <a16:creationId id="{29090EA3-1646-DD7C-7108-BF829229A3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5265" y="1692303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2d437cd-73a6-4854-bdfd-7ced36efa899" id="1717" name="任意多边形: 形状 1716">
                          <a:extLst>
                            <a:ext uri="{FF2B5EF4-FFF2-40B4-BE49-F238E27FC236}">
                              <a16:creationId id="{AC5C5CE5-B6C7-9E5C-925E-C04A5D8BA9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6773" y="1718549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8ebeae9-cd73-449e-a94d-b9d39c3dcb22" id="1718" name="任意多边形: 形状 1717">
                          <a:extLst>
                            <a:ext uri="{FF2B5EF4-FFF2-40B4-BE49-F238E27FC236}">
                              <a16:creationId id="{27128D77-9B2F-9AF6-5121-148EB5AA90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1909" y="1694053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5de81e2-6612-4025-b345-fb7d16b959e0" id="1719" name="任意多边形: 形状 1718">
                          <a:extLst>
                            <a:ext uri="{FF2B5EF4-FFF2-40B4-BE49-F238E27FC236}">
                              <a16:creationId id="{CC65E587-B26F-9503-B966-70333010F4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2136" y="1721195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4b70f5c-64cc-4eb9-8da5-2fd11a421f83" id="1720" name="任意多边形: 形状 1719">
                          <a:extLst>
                            <a:ext uri="{FF2B5EF4-FFF2-40B4-BE49-F238E27FC236}">
                              <a16:creationId id="{1D296248-41A6-DC3D-6FDB-F4EF9D9F32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8140" y="1711849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95ebf84-64ab-4943-b7e5-17b0e1cb67ae" id="1721" name="任意多边形: 形状 1720">
                          <a:extLst>
                            <a:ext uri="{FF2B5EF4-FFF2-40B4-BE49-F238E27FC236}">
                              <a16:creationId id="{8D086DD5-4018-12C0-8DBB-CBC9928E99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7413" y="1742447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06433a8-2308-4547-9d57-2fd6993d44ca" id="1722" name="任意多边形: 形状 1721">
                          <a:extLst>
                            <a:ext uri="{FF2B5EF4-FFF2-40B4-BE49-F238E27FC236}">
                              <a16:creationId id="{42C0B835-FA34-A000-15EB-E982BE9D72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0301" y="1749062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30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2626cd8-da9a-4c2d-b2e1-ca2b75137fa5" id="1723" name="任意多边形: 形状 1722">
                          <a:extLst>
                            <a:ext uri="{FF2B5EF4-FFF2-40B4-BE49-F238E27FC236}">
                              <a16:creationId id="{BA9419E3-6631-0D0B-3502-81A3F4D045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6887" y="1734595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cda2989-d376-4b1b-b7c8-3da8f64953e5" id="1724" name="任意多边形: 形状 1723">
                          <a:extLst>
                            <a:ext uri="{FF2B5EF4-FFF2-40B4-BE49-F238E27FC236}">
                              <a16:creationId id="{8F0E6643-E66B-F6A9-F818-2F712D9F2C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8437" y="1760883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cb24f7b-4d58-474b-94ce-abf779ea02a3" id="1725" name="任意多边形: 形状 1724">
                          <a:extLst>
                            <a:ext uri="{FF2B5EF4-FFF2-40B4-BE49-F238E27FC236}">
                              <a16:creationId id="{F6EB420A-3D79-D176-D3DA-A2F09C7436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3531" y="1736345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56cc91d-3c61-4909-a188-70439ff073a3" id="1726" name="任意多边形: 形状 1725">
                          <a:extLst>
                            <a:ext uri="{FF2B5EF4-FFF2-40B4-BE49-F238E27FC236}">
                              <a16:creationId id="{E44B0228-1E08-CDE8-E881-7FE070C28A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9975" y="1757939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612c897-edd5-4ccc-a4f1-6deff082814b" id="1727" name="任意多边形: 形状 1726">
                          <a:extLst>
                            <a:ext uri="{FF2B5EF4-FFF2-40B4-BE49-F238E27FC236}">
                              <a16:creationId id="{EC0ACCAD-02E4-9462-0D62-E43E4B2C65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7742" y="1742277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112dd7b-e82a-4b76-aa71-8fe3b559253a" id="1728" name="任意多边形: 形状 1727">
                          <a:extLst>
                            <a:ext uri="{FF2B5EF4-FFF2-40B4-BE49-F238E27FC236}">
                              <a16:creationId id="{7386537D-EC8D-8709-B9DD-E6C53A0C2C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6018" y="1759347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db65d79-552a-4cfd-83ed-6470b37a6181" id="1729" name="任意多边形: 形状 1728">
                          <a:extLst>
                            <a:ext uri="{FF2B5EF4-FFF2-40B4-BE49-F238E27FC236}">
                              <a16:creationId id="{FD9CC20F-D6FC-9C39-5F0C-6CE8911A19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8948" y="1765962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30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af73ef1-2c0d-4437-9933-fd45789e909d" id="1730" name="任意多边形: 形状 1729">
                          <a:extLst>
                            <a:ext uri="{FF2B5EF4-FFF2-40B4-BE49-F238E27FC236}">
                              <a16:creationId id="{DD38046C-05C3-7721-CDF5-0716416AB1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5492" y="1751495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30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aee78de-ebcc-46b3-a1da-ec607e272299" id="1731" name="任意多边形: 形状 1730">
                          <a:extLst>
                            <a:ext uri="{FF2B5EF4-FFF2-40B4-BE49-F238E27FC236}">
                              <a16:creationId id="{65B9FB9C-E46F-A237-3517-3A88FEBA24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7042" y="1777783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9e1f805-a2b5-4150-bc98-d954591072d4" id="1732" name="任意多边形: 形状 1731">
                          <a:extLst>
                            <a:ext uri="{FF2B5EF4-FFF2-40B4-BE49-F238E27FC236}">
                              <a16:creationId id="{E999453A-2D35-3A49-9BBA-123AE8F462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2135" y="1753244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7d88335-93e5-4100-a31d-b65e2579f890" id="1733" name="任意多边形: 形状 1732">
                          <a:extLst>
                            <a:ext uri="{FF2B5EF4-FFF2-40B4-BE49-F238E27FC236}">
                              <a16:creationId id="{A942FA53-E92E-65D3-D41E-9C88571681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4540" y="1775991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3babb47-50c6-4a05-91e8-f0577ed9fb28" id="1734" name="任意多边形: 形状 1733">
                          <a:extLst>
                            <a:ext uri="{FF2B5EF4-FFF2-40B4-BE49-F238E27FC236}">
                              <a16:creationId id="{72D08541-5506-C164-84B2-9DB55E0DFF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8408" y="1771083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30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e72f901-c492-48ed-9b8c-857e4086a21f" id="1735" name="任意多边形: 形状 1734">
                          <a:extLst>
                            <a:ext uri="{FF2B5EF4-FFF2-40B4-BE49-F238E27FC236}">
                              <a16:creationId id="{6288E927-0B1A-F1CB-79D6-32DDF14C1B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2206" y="1678818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525e313-dd11-4ab2-80e1-a177b83b9ce4" id="1736" name="任意多边形: 形状 1735">
                          <a:extLst>
                            <a:ext uri="{FF2B5EF4-FFF2-40B4-BE49-F238E27FC236}">
                              <a16:creationId id="{6D6C4CBF-9C50-F617-1072-1E6D921E37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5094" y="1685433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30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ca98f03-98ce-49fe-80a3-35fbffc8b23f" id="1737" name="任意多边形: 形状 1736">
                          <a:extLst>
                            <a:ext uri="{FF2B5EF4-FFF2-40B4-BE49-F238E27FC236}">
                              <a16:creationId id="{B961F9E0-7D90-2B80-48D0-22B420B2EA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9204" y="1661790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30" y="5168"/>
                                <a:pt x="2779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0c793b3-def3-4185-8852-a40f3ba9b292" id="1738" name="任意多边形: 形状 1737">
                          <a:extLst>
                            <a:ext uri="{FF2B5EF4-FFF2-40B4-BE49-F238E27FC236}">
                              <a16:creationId id="{04351657-EB7E-222B-8F2B-51AB150142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3230" y="1697254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21df119-bad7-4b7c-84f5-339502724390" id="1739" name="任意多边形: 形状 1738">
                          <a:extLst>
                            <a:ext uri="{FF2B5EF4-FFF2-40B4-BE49-F238E27FC236}">
                              <a16:creationId id="{828CC006-9A9B-C22C-38CB-A88CCBE04F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8323" y="1672715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3a05bcd-605e-441d-912d-5e9257bb3ad3" id="1740" name="任意多边形: 形状 1739">
                          <a:extLst>
                            <a:ext uri="{FF2B5EF4-FFF2-40B4-BE49-F238E27FC236}">
                              <a16:creationId id="{0C11D33F-0C68-28DC-2E40-5C2DD93A10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8550" y="1699900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30" y="5168"/>
                                <a:pt x="2779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40357be-6594-43a0-a0f0-ac6f5e05f2b8" id="1741" name="任意多边形: 形状 1740">
                          <a:extLst>
                            <a:ext uri="{FF2B5EF4-FFF2-40B4-BE49-F238E27FC236}">
                              <a16:creationId id="{DC570118-5C3A-BE7D-2F6D-022A616CF9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4596" y="1690554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46ac024-829b-4411-837c-07e0ed364159" id="1742" name="任意多边形: 形状 1741">
                          <a:extLst>
                            <a:ext uri="{FF2B5EF4-FFF2-40B4-BE49-F238E27FC236}">
                              <a16:creationId id="{8ED85A71-718D-2264-5745-2F9E65CB8D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3418" y="1712148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d0c86b8-8f3a-4a1f-a8a2-d189741359b8" id="1743" name="任意多边形: 形状 1742">
                          <a:extLst>
                            <a:ext uri="{FF2B5EF4-FFF2-40B4-BE49-F238E27FC236}">
                              <a16:creationId id="{F507E2E8-EAF1-AB87-62D2-351900B390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6306" y="1718762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1d1ec77-d936-4e20-b24d-9656f95b5aa3" id="1744" name="任意多边形: 形状 1743">
                          <a:extLst>
                            <a:ext uri="{FF2B5EF4-FFF2-40B4-BE49-F238E27FC236}">
                              <a16:creationId id="{236952D7-FC86-D149-8513-AC384ACE74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2892" y="1704338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8e61994-5ff7-483e-9bf8-b9c7fbf54a3a" id="1745" name="任意多边形: 形状 1744">
                          <a:extLst>
                            <a:ext uri="{FF2B5EF4-FFF2-40B4-BE49-F238E27FC236}">
                              <a16:creationId id="{33334D36-C970-E515-A32B-FAA0E4F1FB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1554" y="1725420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01ab102-7689-4e1b-9ffa-9893b10f5b9d" id="1746" name="任意多边形: 形状 1745">
                          <a:extLst>
                            <a:ext uri="{FF2B5EF4-FFF2-40B4-BE49-F238E27FC236}">
                              <a16:creationId id="{2EABB891-265E-95A0-7564-2CF8439914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4727" y="1689914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57b0992-45a7-49b5-9d93-86abb5745d87" id="1747" name="任意多边形: 形状 1746">
                          <a:extLst>
                            <a:ext uri="{FF2B5EF4-FFF2-40B4-BE49-F238E27FC236}">
                              <a16:creationId id="{4838DB64-16FE-2312-1C71-ADBDB26F56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9762" y="1733187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84d04d4-6613-4518-9d8c-de826ab0ca9f" id="1748" name="任意多边形: 形状 1747">
                          <a:extLst>
                            <a:ext uri="{FF2B5EF4-FFF2-40B4-BE49-F238E27FC236}">
                              <a16:creationId id="{62BA3013-D33C-6C1B-EFA9-D90A62765B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5766" y="1723884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0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9" y="1029"/>
                                <a:pt x="5254" y="2480"/>
                              </a:cubicBezTo>
                              <a:cubicBezTo>
                                <a:pt x="5339" y="3931"/>
                                <a:pt x="4230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22882e3-723a-431a-bf4e-a6e167f494e7" id="1749" name="任意多边形: 形状 1748">
                          <a:extLst>
                            <a:ext uri="{FF2B5EF4-FFF2-40B4-BE49-F238E27FC236}">
                              <a16:creationId id="{53B534AF-812A-E8D3-D7AF-287B61E583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1595" y="1674038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74a7a5f-3e10-4618-9b5b-93be88021cf5" id="1750" name="任意多边形: 形状 1749">
                          <a:extLst>
                            <a:ext uri="{FF2B5EF4-FFF2-40B4-BE49-F238E27FC236}">
                              <a16:creationId id="{AA006A1A-95B6-87FA-4D06-9774250209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5067" y="1668064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33594e7-a388-42b1-9a66-9d6a8507669f" id="1751" name="任意多边形: 形状 1750">
                          <a:extLst>
                            <a:ext uri="{FF2B5EF4-FFF2-40B4-BE49-F238E27FC236}">
                              <a16:creationId id="{40AA5F9F-58E8-7B9C-E31E-F12E9CF4F6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0673" y="1664052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f467241-9fec-4d4b-9d80-0fe9bc503ced" id="1752" name="任意多边形: 形状 1751">
                          <a:extLst>
                            <a:ext uri="{FF2B5EF4-FFF2-40B4-BE49-F238E27FC236}">
                              <a16:creationId id="{9E1CC257-8A71-C1E8-D27A-58322D8B47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3203" y="1679885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42fb7d8-fad6-4b8a-bac4-df110444070f" id="1753" name="任意多边形: 形状 1752">
                          <a:extLst>
                            <a:ext uri="{FF2B5EF4-FFF2-40B4-BE49-F238E27FC236}">
                              <a16:creationId id="{E1C92CA2-E5EA-EE26-CF4F-FA20AED72C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1795" y="1654194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fb33171-633c-48ad-950b-fdd9300532ba" id="1754" name="任意多边形: 形状 1753">
                          <a:extLst>
                            <a:ext uri="{FF2B5EF4-FFF2-40B4-BE49-F238E27FC236}">
                              <a16:creationId id="{4DAF1F63-B5A6-0F0E-B4FB-08C349C305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8524" y="1682531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a5e303f-c3e8-43d6-bdf9-b8be4458acf1" id="1755" name="任意多边形: 形状 1754">
                          <a:extLst>
                            <a:ext uri="{FF2B5EF4-FFF2-40B4-BE49-F238E27FC236}">
                              <a16:creationId id="{E7D37390-046D-CF98-B7D5-5472503FF5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7955" y="1697851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e3245ec-95f3-4749-b160-ce6ad75c6f52" id="1756" name="任意多边形: 形状 1755">
                          <a:extLst>
                            <a:ext uri="{FF2B5EF4-FFF2-40B4-BE49-F238E27FC236}">
                              <a16:creationId id="{52A5B2CF-7C03-D306-6E4D-424845A932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3200" y="1690938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3e84bc3-62d1-4b01-87ea-c3fcd33b04c2" id="1757" name="任意多边形: 形状 1756">
                          <a:extLst>
                            <a:ext uri="{FF2B5EF4-FFF2-40B4-BE49-F238E27FC236}">
                              <a16:creationId id="{6E19FEA8-1CD0-B4FF-E267-B3727F35FD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4992" y="1723286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2288101-5b84-4f3b-b83d-3b2709585e62" id="1758" name="任意多边形: 形状 1757">
                          <a:extLst>
                            <a:ext uri="{FF2B5EF4-FFF2-40B4-BE49-F238E27FC236}">
                              <a16:creationId id="{4CFE15CA-9FAF-ACD9-91C4-605464AE9F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7653" y="1690468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5585dde-200e-4713-869f-4173f47282bc" id="1759" name="任意多边形: 形状 1758">
                          <a:extLst>
                            <a:ext uri="{FF2B5EF4-FFF2-40B4-BE49-F238E27FC236}">
                              <a16:creationId id="{EA1BFEAD-B643-530C-A489-2F2AF1F4FE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5605" y="1749958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3276861-7e5c-4da0-9772-b498ce082a13" id="1760" name="任意多边形: 形状 1759">
                          <a:extLst>
                            <a:ext uri="{FF2B5EF4-FFF2-40B4-BE49-F238E27FC236}">
                              <a16:creationId id="{227E1A5D-0A0D-904A-0B6A-0D24AA998E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08179" y="1710611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45c3e29-3bc4-485c-8e55-fa1083c15f94" id="1761" name="任意多边形: 形状 1760">
                          <a:extLst>
                            <a:ext uri="{FF2B5EF4-FFF2-40B4-BE49-F238E27FC236}">
                              <a16:creationId id="{992D9965-023D-E4FA-DDBD-375BFB58C3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6486" y="1750983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8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8" y="5254"/>
                              </a:cubicBezTo>
                              <a:cubicBezTo>
                                <a:pt x="1328" y="5339"/>
                                <a:pt x="90" y="4230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f0781fe-ed96-4ac6-9c2a-651f07ad0223" id="1762" name="任意多边形: 形状 1761">
                          <a:extLst>
                            <a:ext uri="{FF2B5EF4-FFF2-40B4-BE49-F238E27FC236}">
                              <a16:creationId id="{134D75DE-1CE7-EFFB-28DA-96DD6C9FDA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4452" y="1728407"/>
                          <a:ext cx="5258" cy="5258"/>
                        </a:xfrm>
                        <a:custGeom>
                          <a:avLst/>
                          <a:gdLst>
                            <a:gd fmla="*/ 5 w 5258" name="connsiteX0"/>
                            <a:gd fmla="*/ 2779 h 5258" name="connsiteY0"/>
                            <a:gd fmla="*/ 2480 w 5258" name="connsiteX1"/>
                            <a:gd fmla="*/ 5 h 5258" name="connsiteY1"/>
                            <a:gd fmla="*/ 5254 w 5258" name="connsiteX2"/>
                            <a:gd fmla="*/ 2480 h 5258" name="connsiteY2"/>
                            <a:gd fmla="*/ 2779 w 5258" name="connsiteX3"/>
                            <a:gd fmla="*/ 5254 h 5258" name="connsiteY3"/>
                            <a:gd fmla="*/ 5 w 5258" name="connsiteX4"/>
                            <a:gd fmla="*/ 2779 h 525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58" w="5258">
                              <a:moveTo>
                                <a:pt x="5" y="2779"/>
                              </a:moveTo>
                              <a:cubicBezTo>
                                <a:pt x="-81" y="1328"/>
                                <a:pt x="1029" y="90"/>
                                <a:pt x="2480" y="5"/>
                              </a:cubicBezTo>
                              <a:cubicBezTo>
                                <a:pt x="3931" y="-81"/>
                                <a:pt x="5168" y="1029"/>
                                <a:pt x="5254" y="2480"/>
                              </a:cubicBezTo>
                              <a:cubicBezTo>
                                <a:pt x="5339" y="3931"/>
                                <a:pt x="4229" y="5168"/>
                                <a:pt x="2779" y="5254"/>
                              </a:cubicBezTo>
                              <a:cubicBezTo>
                                <a:pt x="1328" y="5339"/>
                                <a:pt x="90" y="4229"/>
                                <a:pt x="5" y="27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a5c2ef40-69ab-4fdb-a0f2-cc6a31dd8dca" id="1479" name="图形 6643">
                        <a:extLst>
                          <a:ext uri="{FF2B5EF4-FFF2-40B4-BE49-F238E27FC236}">
                            <a16:creationId id="{2498B9F4-FF49-1C04-8E0D-9CCFC6DCBD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91920" y="1603324"/>
                        <a:ext cx="156885" cy="125049"/>
                        <a:chOff x="6691920" y="1603324"/>
                        <a:chExt cx="156885" cy="125049"/>
                      </a:xfrm>
                      <a:solidFill>
                        <a:srgbClr val="494950"/>
                      </a:solidFill>
                    </p:grpSpPr>
                    <p:sp>
                      <p:nvSpPr>
                        <p:cNvPr descr="ad04df76-db78-4548-96b7-1ea2ff62b066" id="1651" name="任意多边形: 形状 1650">
                          <a:extLst>
                            <a:ext uri="{FF2B5EF4-FFF2-40B4-BE49-F238E27FC236}">
                              <a16:creationId id="{670E8BC2-D57B-B0FB-3F6B-E5BD4224BA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9218" y="1660979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681aa84-c3ac-472f-b9f3-3c232ac956ce" id="1652" name="任意多边形: 形状 1651">
                          <a:extLst>
                            <a:ext uri="{FF2B5EF4-FFF2-40B4-BE49-F238E27FC236}">
                              <a16:creationId id="{9B96C6DB-CFA7-2B45-1368-DA751E091C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1082" y="1669258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0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856cdb7-1598-4710-ae9a-766a12a70cc4" id="1653" name="任意多边形: 形状 1652">
                          <a:extLst>
                            <a:ext uri="{FF2B5EF4-FFF2-40B4-BE49-F238E27FC236}">
                              <a16:creationId id="{D0843AD0-D38E-A008-3E5C-E750B6C5F3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9631" y="1654493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211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50f8bd2-4720-4fd7-9c1d-01245998b989" id="1654" name="任意多边形: 形状 1653">
                          <a:extLst>
                            <a:ext uri="{FF2B5EF4-FFF2-40B4-BE49-F238E27FC236}">
                              <a16:creationId id="{3ADDE5F5-2856-4274-B0AB-C848613DB8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7725" y="1679372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211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d390b7f-cda7-468c-8d3f-bc94f5b035ff" id="1655" name="任意多边形: 形状 1654">
                          <a:extLst>
                            <a:ext uri="{FF2B5EF4-FFF2-40B4-BE49-F238E27FC236}">
                              <a16:creationId id="{9A05F7CF-AB7C-D7FB-0AEB-996D4274C2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5891" y="1658419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211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22c7eb5-cb3e-4836-81bf-b9b859be333d" id="1656" name="任意多边形: 形状 1655">
                          <a:extLst>
                            <a:ext uri="{FF2B5EF4-FFF2-40B4-BE49-F238E27FC236}">
                              <a16:creationId id="{D85723F9-F56F-D891-4647-65628C4445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2576" y="1684024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929d3c4-fda2-492d-b16a-0c6eea6d339f" id="1657" name="任意多边形: 形状 1656">
                          <a:extLst>
                            <a:ext uri="{FF2B5EF4-FFF2-40B4-BE49-F238E27FC236}">
                              <a16:creationId id="{935D0A2C-364E-22B2-3067-786760A282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9689" y="1676940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211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0a1bbb9-f66e-4913-8ff2-baf3fd7cfcbe" id="1658" name="任意多边形: 形状 1657">
                          <a:extLst>
                            <a:ext uri="{FF2B5EF4-FFF2-40B4-BE49-F238E27FC236}">
                              <a16:creationId id="{010F1FA5-D7DA-5800-4D81-8653D3C9AC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7413" y="1646726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3114bde-3881-4ecf-a609-42818a43888f" id="1659" name="任意多边形: 形状 1658">
                          <a:extLst>
                            <a:ext uri="{FF2B5EF4-FFF2-40B4-BE49-F238E27FC236}">
                              <a16:creationId id="{96DDCF74-FC87-A394-C6DB-C2055A52DF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9319" y="1655005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90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203d49-e102-4d4b-850b-46f7339e1601" id="1660" name="任意多边形: 形状 1659">
                          <a:extLst>
                            <a:ext uri="{FF2B5EF4-FFF2-40B4-BE49-F238E27FC236}">
                              <a16:creationId id="{44945700-A1E9-3F06-94AC-58B4E101FC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7869" y="1640239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576cc6e-773c-4cc7-b49a-8160b615d818" id="1661" name="任意多边形: 形状 1660">
                          <a:extLst>
                            <a:ext uri="{FF2B5EF4-FFF2-40B4-BE49-F238E27FC236}">
                              <a16:creationId id="{A2A55822-8AD9-FF57-BEED-4643119551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5962" y="1665119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90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8706143-b86d-41e6-82a8-ea4785777801" id="1662" name="任意多边形: 形状 1661">
                          <a:extLst>
                            <a:ext uri="{FF2B5EF4-FFF2-40B4-BE49-F238E27FC236}">
                              <a16:creationId id="{EE40F0C9-CF1B-161D-65C2-E24230012C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4085" y="1644165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14aa3ed-cba0-430d-b5fc-5cf88ff6d1f0" id="1663" name="任意多边形: 形状 1662">
                          <a:extLst>
                            <a:ext uri="{FF2B5EF4-FFF2-40B4-BE49-F238E27FC236}">
                              <a16:creationId id="{F0FAC840-900A-7753-A4D0-41338C036A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0771" y="1669770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9e69080-45df-48b2-b4e8-75cd7dbf8c71" id="1664" name="任意多边形: 形状 1663">
                          <a:extLst>
                            <a:ext uri="{FF2B5EF4-FFF2-40B4-BE49-F238E27FC236}">
                              <a16:creationId id="{E8478312-B4B1-B404-5AFC-DB34520F32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7926" y="1662686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0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5e1fe16-b185-4eb8-8650-fa78b274ad6e" id="1665" name="任意多边形: 形状 1664">
                          <a:extLst>
                            <a:ext uri="{FF2B5EF4-FFF2-40B4-BE49-F238E27FC236}">
                              <a16:creationId id="{0F98A845-672E-EE15-AB0C-70DB4FE4C9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3359" y="1688889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0d55e86-55af-4d8f-bb2a-7c48f512f5cd" id="1666" name="任意多边形: 形状 1665">
                          <a:extLst>
                            <a:ext uri="{FF2B5EF4-FFF2-40B4-BE49-F238E27FC236}">
                              <a16:creationId id="{27DE867F-5A68-B88B-0263-640FA4EF2C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5265" y="1697168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90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0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70b87bf-557f-4533-b902-51443ee74afa" id="1667" name="任意多边形: 形状 1666">
                          <a:extLst>
                            <a:ext uri="{FF2B5EF4-FFF2-40B4-BE49-F238E27FC236}">
                              <a16:creationId id="{7E7F5ACB-6AEA-C28D-DBD4-9424B27CFA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3814" y="1682403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49e94a2-6564-4279-9d17-84bd8146211c" id="1668" name="任意多边形: 形状 1667">
                          <a:extLst>
                            <a:ext uri="{FF2B5EF4-FFF2-40B4-BE49-F238E27FC236}">
                              <a16:creationId id="{7E07EA60-E107-70F6-1304-3558790DE4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1908" y="1707283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0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caf68ae-4847-4a96-b6dd-aa3af0c1151b" id="1669" name="任意多边形: 形状 1668">
                          <a:extLst>
                            <a:ext uri="{FF2B5EF4-FFF2-40B4-BE49-F238E27FC236}">
                              <a16:creationId id="{DA890A27-CF8A-EFF4-08E1-BC81EE0146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0074" y="1686329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c289dcc-2eb0-41b5-954f-eb2950def1ad" id="1670" name="任意多边形: 形状 1669">
                          <a:extLst>
                            <a:ext uri="{FF2B5EF4-FFF2-40B4-BE49-F238E27FC236}">
                              <a16:creationId id="{0F245C7D-4168-2D67-42C4-B649A60626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3573" y="1708605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90"/>
                                <a:pt x="5382" y="1413"/>
                                <a:pt x="5297" y="2864"/>
                              </a:cubicBezTo>
                              <a:cubicBezTo>
                                <a:pt x="5211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ce2543e-b87e-4075-a944-d8d90b57c49b" id="1671" name="任意多边形: 形状 1670">
                          <a:extLst>
                            <a:ext uri="{FF2B5EF4-FFF2-40B4-BE49-F238E27FC236}">
                              <a16:creationId id="{E77DA856-6E9D-9577-F039-7827C99A47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3346" y="1694096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211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3bc4cae-361f-4219-b2bc-59acd5021df7" id="1672" name="任意多边形: 形状 1671">
                          <a:extLst>
                            <a:ext uri="{FF2B5EF4-FFF2-40B4-BE49-F238E27FC236}">
                              <a16:creationId id="{87114B84-8641-F57B-E00E-765C6DB5FC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0085" y="1700070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211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43e121f-f875-4b7d-90d8-660471d405a9" id="1673" name="任意多边形: 形状 1672">
                          <a:extLst>
                            <a:ext uri="{FF2B5EF4-FFF2-40B4-BE49-F238E27FC236}">
                              <a16:creationId id="{9B7999E5-FCBD-818F-0BFD-6D4D35C38B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1992" y="1708349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211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903aa2e-392a-4914-9c52-d721c14c9e08" id="1674" name="任意多边形: 形状 1673">
                          <a:extLst>
                            <a:ext uri="{FF2B5EF4-FFF2-40B4-BE49-F238E27FC236}">
                              <a16:creationId id="{0402BD99-5F65-3A7D-70BF-1722889AF6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0541" y="1693584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211" y="4315"/>
                                <a:pt x="3888" y="5382"/>
                                <a:pt x="2437" y="5297"/>
                              </a:cubicBezTo>
                              <a:cubicBezTo>
                                <a:pt x="986" y="5211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7edc170-c7f7-4b96-9882-dee3252a85b2" id="1675" name="任意多边形: 形状 1674">
                          <a:extLst>
                            <a:ext uri="{FF2B5EF4-FFF2-40B4-BE49-F238E27FC236}">
                              <a16:creationId id="{F27EE974-C4DC-E552-5210-9177593CC6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8635" y="1718464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211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75c77eb-16c0-4445-bac6-9c692644481e" id="1676" name="任意多边形: 形状 1675">
                          <a:extLst>
                            <a:ext uri="{FF2B5EF4-FFF2-40B4-BE49-F238E27FC236}">
                              <a16:creationId id="{33AD1DAA-AE62-3C88-E1EE-22593F2D6D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6801" y="1697510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ca1b9aa-97b2-4e60-811b-48b701bcc1e8" id="1677" name="任意多边形: 形状 1676">
                          <a:extLst>
                            <a:ext uri="{FF2B5EF4-FFF2-40B4-BE49-F238E27FC236}">
                              <a16:creationId id="{881207CD-CE4A-E25F-5FB0-7AB397E5EE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5919" y="1723073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90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211"/>
                                <a:pt x="-80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1818dcf-c642-4ad5-aa03-6f76f6f52988" id="1678" name="任意多边形: 形状 1677">
                          <a:extLst>
                            <a:ext uri="{FF2B5EF4-FFF2-40B4-BE49-F238E27FC236}">
                              <a16:creationId id="{D3A148EE-E111-D0EC-C771-FEF828E4D7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0599" y="1716031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642bd90-86d4-4b8c-bbb5-138ff3854d40" id="1679" name="任意多边形: 形状 1678">
                          <a:extLst>
                            <a:ext uri="{FF2B5EF4-FFF2-40B4-BE49-F238E27FC236}">
                              <a16:creationId id="{53A140C1-AD00-4D76-4CA0-F0EBE780CA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6985" y="1621120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211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ec0320c-1880-486e-a7a6-0adf1da1799f" id="1680" name="任意多边形: 形状 1679">
                          <a:extLst>
                            <a:ext uri="{FF2B5EF4-FFF2-40B4-BE49-F238E27FC236}">
                              <a16:creationId id="{A0BC3AA2-822D-21DC-8396-F95099F250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8892" y="1629399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0613a4a-fe78-4fdb-9814-ee14a85e5d17" id="1681" name="任意多边形: 形状 1680">
                          <a:extLst>
                            <a:ext uri="{FF2B5EF4-FFF2-40B4-BE49-F238E27FC236}">
                              <a16:creationId id="{8A7D77F7-05B5-A830-BE6E-8737013A55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6203" y="1605159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0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25dc3ca-f30f-4245-bcf1-ded27e233126" id="1682" name="任意多边形: 形状 1681">
                          <a:extLst>
                            <a:ext uri="{FF2B5EF4-FFF2-40B4-BE49-F238E27FC236}">
                              <a16:creationId id="{08575901-DCE4-C81D-C40C-3278F53814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5534" y="1639513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211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0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356c17d-b725-4aa3-971d-8bcd5987768d" id="1683" name="任意多边形: 形状 1682">
                          <a:extLst>
                            <a:ext uri="{FF2B5EF4-FFF2-40B4-BE49-F238E27FC236}">
                              <a16:creationId id="{8531EA54-EEE5-E8B1-2950-5215FF09B8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3700" y="1618559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d0e090f-f1fd-49a8-8d63-bf0f9f4da0b4" id="1684" name="任意多边形: 形状 1683">
                          <a:extLst>
                            <a:ext uri="{FF2B5EF4-FFF2-40B4-BE49-F238E27FC236}">
                              <a16:creationId id="{AAE2B3C5-2627-6D28-AE74-C161504D7D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0385" y="1644165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211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729945c-5155-4d32-bb7c-a5b76c011c4e" id="1685" name="任意多边形: 形状 1684">
                          <a:extLst>
                            <a:ext uri="{FF2B5EF4-FFF2-40B4-BE49-F238E27FC236}">
                              <a16:creationId id="{E3B9F234-6A23-9E58-E365-6A9FD153F4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7498" y="1637081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0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a449968-162d-4561-97c0-7aa79a0d60e9" id="1686" name="任意多边形: 形状 1685">
                          <a:extLst>
                            <a:ext uri="{FF2B5EF4-FFF2-40B4-BE49-F238E27FC236}">
                              <a16:creationId id="{0257BEE4-FEA9-0E37-9520-AED34A2524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2991" y="1665033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c30972-303c-4ff0-b4f4-348d3e225627" id="1687" name="任意多边形: 形状 1686">
                          <a:extLst>
                            <a:ext uri="{FF2B5EF4-FFF2-40B4-BE49-F238E27FC236}">
                              <a16:creationId id="{B01CBC74-BD3D-0C84-4243-8F6F513501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4897" y="1673313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90"/>
                                <a:pt x="5382" y="1413"/>
                                <a:pt x="5297" y="2864"/>
                              </a:cubicBezTo>
                              <a:cubicBezTo>
                                <a:pt x="5211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0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66d465e-08b8-4b08-9b07-05ee16129277" id="1688" name="任意多边形: 形状 1687">
                          <a:extLst>
                            <a:ext uri="{FF2B5EF4-FFF2-40B4-BE49-F238E27FC236}">
                              <a16:creationId id="{03954756-F3DF-1D3B-4981-06A8062ED19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3446" y="1658547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f1a44d4-f3a6-4751-b44c-42eefad716af" id="1689" name="任意多边形: 形状 1688">
                          <a:extLst>
                            <a:ext uri="{FF2B5EF4-FFF2-40B4-BE49-F238E27FC236}">
                              <a16:creationId id="{0DADAF0D-EF20-4366-55A4-93CA4E2DFC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9463" y="1676556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211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d45ec89-ec8f-4e37-b0a8-345f30b0733f" id="1690" name="任意多边形: 形状 1689">
                          <a:extLst>
                            <a:ext uri="{FF2B5EF4-FFF2-40B4-BE49-F238E27FC236}">
                              <a16:creationId id="{D3A17897-E592-A9DA-544C-346FD7875B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7202" y="1644506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a97cdca-dcff-44a0-a5ea-fc5a4f04c3e2" id="1691" name="任意多边形: 形状 1690">
                          <a:extLst>
                            <a:ext uri="{FF2B5EF4-FFF2-40B4-BE49-F238E27FC236}">
                              <a16:creationId id="{F5E2926C-4799-363B-CE13-A427EFD40C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6348" y="1688078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90"/>
                                <a:pt x="5382" y="1413"/>
                                <a:pt x="5297" y="2864"/>
                              </a:cubicBezTo>
                              <a:cubicBezTo>
                                <a:pt x="5211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0309b9-bb42-4069-a0b2-ca3584a7a087" id="1692" name="任意多边形: 形状 1691">
                          <a:extLst>
                            <a:ext uri="{FF2B5EF4-FFF2-40B4-BE49-F238E27FC236}">
                              <a16:creationId id="{A60FB5BB-3C75-F095-7C5B-498495EF58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3504" y="1680994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0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ee55bbe-b597-4d23-bbbb-186f0a286dd8" id="1693" name="任意多边形: 形状 1692">
                          <a:extLst>
                            <a:ext uri="{FF2B5EF4-FFF2-40B4-BE49-F238E27FC236}">
                              <a16:creationId id="{4B29F86B-E3FD-A561-FED1-8B4E84E9FC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6674" y="1621632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1a3485e-cd29-4626-8a80-0eb29199f834" id="1694" name="任意多边形: 形状 1693">
                          <a:extLst>
                            <a:ext uri="{FF2B5EF4-FFF2-40B4-BE49-F238E27FC236}">
                              <a16:creationId id="{4C40142B-CDEC-B36D-0E07-46AF8308AC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0743" y="1618901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b6dc66d-7a26-488f-98ae-a1d816ad3eaa" id="1695" name="任意多边形: 形状 1694">
                          <a:extLst>
                            <a:ext uri="{FF2B5EF4-FFF2-40B4-BE49-F238E27FC236}">
                              <a16:creationId id="{069EF0DF-F43C-B448-563B-5F17BDD091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6647" y="1618303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074c9a4-9320-4383-af21-a2d05c137e6d" id="1696" name="任意多边形: 形状 1695">
                          <a:extLst>
                            <a:ext uri="{FF2B5EF4-FFF2-40B4-BE49-F238E27FC236}">
                              <a16:creationId id="{044F2C59-FCEC-6B21-9638-AAAF9CCED7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7385" y="1629015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211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c37f006-3465-4d16-9dda-22929989c879" id="1697" name="任意多边形: 形状 1696">
                          <a:extLst>
                            <a:ext uri="{FF2B5EF4-FFF2-40B4-BE49-F238E27FC236}">
                              <a16:creationId id="{068823BF-0E3D-8CD4-2876-D5A93EF039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9434" y="1603324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211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ad593a8-0e8a-4539-b818-7fde91933bd4" id="1698" name="任意多边形: 形状 1697">
                          <a:extLst>
                            <a:ext uri="{FF2B5EF4-FFF2-40B4-BE49-F238E27FC236}">
                              <a16:creationId id="{8018772E-CFDA-4D67-FB2F-C3A9D0EEF8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2194" y="1633667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211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0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188d8e1-3928-4eff-855a-27030e094824" id="1699" name="任意多边形: 形状 1698">
                          <a:extLst>
                            <a:ext uri="{FF2B5EF4-FFF2-40B4-BE49-F238E27FC236}">
                              <a16:creationId id="{69038194-DCF1-69C0-BFD3-E978D3C834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9534" y="1650097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0bc6d7f-f71e-44ec-ab0a-711b7cfd37bd" id="1700" name="任意多边形: 形状 1699">
                          <a:extLst>
                            <a:ext uri="{FF2B5EF4-FFF2-40B4-BE49-F238E27FC236}">
                              <a16:creationId id="{E06D5F2B-5940-CDB7-F96A-3F2248E2FD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6742" y="1627863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ed381cd-6c6c-4446-a2ec-02d065f4364e" id="1701" name="任意多边形: 形状 1700">
                          <a:extLst>
                            <a:ext uri="{FF2B5EF4-FFF2-40B4-BE49-F238E27FC236}">
                              <a16:creationId id="{E8BD818F-F25A-0937-C990-AD660E3D6F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4139" y="1660211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0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6962e67-3c17-43f6-aa24-3ff429209ef0" id="1702" name="任意多边形: 形状 1701">
                          <a:extLst>
                            <a:ext uri="{FF2B5EF4-FFF2-40B4-BE49-F238E27FC236}">
                              <a16:creationId id="{274D1918-5F3D-2242-FBB0-767FDDD646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1024" y="1630722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91ffe3b-c3c5-415b-9463-8d5491024e83" id="1703" name="任意多边形: 形状 1702">
                          <a:extLst>
                            <a:ext uri="{FF2B5EF4-FFF2-40B4-BE49-F238E27FC236}">
                              <a16:creationId id="{BF7D1691-2CEB-EF67-0A12-488378C6AA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1038" y="1689359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77601b0-253e-4c5d-be8d-5aaf9beb654e" id="1704" name="任意多边形: 形状 1703">
                          <a:extLst>
                            <a:ext uri="{FF2B5EF4-FFF2-40B4-BE49-F238E27FC236}">
                              <a16:creationId id="{479E43C2-3677-55EF-9181-CD8FB5B8D9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08947" y="1649371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9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5d736c6-8273-4c8c-b3eb-5a51cfe18ec0" id="1705" name="任意多边形: 形状 1704">
                          <a:extLst>
                            <a:ext uri="{FF2B5EF4-FFF2-40B4-BE49-F238E27FC236}">
                              <a16:creationId id="{DCB3B2F4-1FC0-EC2C-FBDB-6FA09B94AC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1920" y="1687822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debb2af-c88d-4a93-9d9a-401fe5b9bcd5" id="1706" name="任意多边形: 形状 1705">
                          <a:extLst>
                            <a:ext uri="{FF2B5EF4-FFF2-40B4-BE49-F238E27FC236}">
                              <a16:creationId id="{D9590184-E84E-9399-8E9F-936CD435E2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2745" y="1667893"/>
                          <a:ext cx="5301" cy="5301"/>
                        </a:xfrm>
                        <a:custGeom>
                          <a:avLst/>
                          <a:gdLst>
                            <a:gd fmla="*/ 5 w 5301" name="connsiteX0"/>
                            <a:gd fmla="*/ 2437 h 5301" name="connsiteY0"/>
                            <a:gd fmla="*/ 2864 w 5301" name="connsiteX1"/>
                            <a:gd fmla="*/ 5 h 5301" name="connsiteY1"/>
                            <a:gd fmla="*/ 5297 w 5301" name="connsiteX2"/>
                            <a:gd fmla="*/ 2864 h 5301" name="connsiteY2"/>
                            <a:gd fmla="*/ 2437 w 5301" name="connsiteX3"/>
                            <a:gd fmla="*/ 5297 h 5301" name="connsiteY3"/>
                            <a:gd fmla="*/ 5 w 5301" name="connsiteX4"/>
                            <a:gd fmla="*/ 2437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" y="2437"/>
                              </a:moveTo>
                              <a:cubicBezTo>
                                <a:pt x="133" y="986"/>
                                <a:pt x="1413" y="-81"/>
                                <a:pt x="2864" y="5"/>
                              </a:cubicBezTo>
                              <a:cubicBezTo>
                                <a:pt x="4315" y="133"/>
                                <a:pt x="5382" y="1413"/>
                                <a:pt x="5297" y="2864"/>
                              </a:cubicBezTo>
                              <a:cubicBezTo>
                                <a:pt x="5168" y="4315"/>
                                <a:pt x="3888" y="5382"/>
                                <a:pt x="2437" y="5297"/>
                              </a:cubicBezTo>
                              <a:cubicBezTo>
                                <a:pt x="986" y="5169"/>
                                <a:pt x="-81" y="3888"/>
                                <a:pt x="5" y="2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be7970a6-7cfb-4792-b620-d953391aaf21" id="1480" name="图形 6643">
                        <a:extLst>
                          <a:ext uri="{FF2B5EF4-FFF2-40B4-BE49-F238E27FC236}">
                            <a16:creationId id="{A245F23C-2007-9D76-489B-81B0716911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91231" y="1547754"/>
                        <a:ext cx="159166" cy="131207"/>
                        <a:chOff x="6691231" y="1547754"/>
                        <a:chExt cx="159166" cy="131207"/>
                      </a:xfrm>
                      <a:solidFill>
                        <a:srgbClr val="494950"/>
                      </a:solidFill>
                    </p:grpSpPr>
                    <p:sp>
                      <p:nvSpPr>
                        <p:cNvPr descr="452ba422-86fa-4f85-8ce1-5b4436e69dba" id="1595" name="任意多边形: 形状 1594">
                          <a:extLst>
                            <a:ext uri="{FF2B5EF4-FFF2-40B4-BE49-F238E27FC236}">
                              <a16:creationId id="{C475CEBA-9701-18ED-728E-B0624C86EB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9084" y="1615225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689dde6-4dfa-4376-b080-66affdc8d183" id="1596" name="任意多边形: 形状 1595">
                          <a:extLst>
                            <a:ext uri="{FF2B5EF4-FFF2-40B4-BE49-F238E27FC236}">
                              <a16:creationId id="{53E69422-5604-366C-AE4D-DB23B1D092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2271" y="1621242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7f6895b-4a95-4c68-a745-dfc3ae22a0ec" id="1597" name="任意多边形: 形状 1596">
                          <a:extLst>
                            <a:ext uri="{FF2B5EF4-FFF2-40B4-BE49-F238E27FC236}">
                              <a16:creationId id="{FBEF17D2-AF76-EBBE-51AE-F8B49447C4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8174" y="1606988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62f187d-8113-478f-837d-834b5232d762" id="1598" name="任意多边形: 形状 1597">
                          <a:extLst>
                            <a:ext uri="{FF2B5EF4-FFF2-40B4-BE49-F238E27FC236}">
                              <a16:creationId id="{3791E94B-7462-FFF7-5B59-00E03B4154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0962" y="1633618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03d993d-6cb8-4eb0-9b80-e1ec79367e57" id="1599" name="任意多边形: 形状 1598">
                          <a:extLst>
                            <a:ext uri="{FF2B5EF4-FFF2-40B4-BE49-F238E27FC236}">
                              <a16:creationId id="{EE511BD5-1B17-966B-2BD4-CE21A6373C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4903" y="1607970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c3e89fd-184f-4533-adb2-bd28042be005" id="1600" name="任意多边形: 形状 1599">
                          <a:extLst>
                            <a:ext uri="{FF2B5EF4-FFF2-40B4-BE49-F238E27FC236}">
                              <a16:creationId id="{8471C791-B489-3F6E-A65D-0D340D268B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6368" y="1635496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82a3f60-2a81-490e-8406-4aa90db21474" id="1601" name="任意多边形: 形状 1600">
                          <a:extLst>
                            <a:ext uri="{FF2B5EF4-FFF2-40B4-BE49-F238E27FC236}">
                              <a16:creationId id="{99BC6467-CF1A-7881-FF6A-614230B870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1944" y="1625467"/>
                          <a:ext cx="5278" cy="5277"/>
                        </a:xfrm>
                        <a:custGeom>
                          <a:avLst/>
                          <a:gdLst>
                            <a:gd fmla="*/ 11 w 5278" name="connsiteX0"/>
                            <a:gd fmla="*/ 2913 h 5277" name="connsiteY0"/>
                            <a:gd fmla="*/ 2358 w 5278" name="connsiteX1"/>
                            <a:gd fmla="*/ 11 h 5277" name="connsiteY1"/>
                            <a:gd fmla="*/ 5260 w 5278" name="connsiteX2"/>
                            <a:gd fmla="*/ 2358 h 5277" name="connsiteY2"/>
                            <a:gd fmla="*/ 2913 w 5278" name="connsiteX3"/>
                            <a:gd fmla="*/ 5260 h 5277" name="connsiteY3"/>
                            <a:gd fmla="*/ 11 w 5278" name="connsiteX4"/>
                            <a:gd fmla="*/ 2913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8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431" y="3809"/>
                                <a:pt x="4364" y="5089"/>
                                <a:pt x="2913" y="5260"/>
                              </a:cubicBezTo>
                              <a:cubicBezTo>
                                <a:pt x="1462" y="5431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d42dadd-e258-411e-8f90-a5e053ec7e56" id="1602" name="任意多边形: 形状 1601">
                          <a:extLst>
                            <a:ext uri="{FF2B5EF4-FFF2-40B4-BE49-F238E27FC236}">
                              <a16:creationId id="{B52C3EB8-07FC-4455-546A-9F20D26DAD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4164" y="1594399"/>
                          <a:ext cx="5277" cy="5270"/>
                        </a:xfrm>
                        <a:custGeom>
                          <a:avLst/>
                          <a:gdLst>
                            <a:gd fmla="*/ 11 w 5277" name="connsiteX0"/>
                            <a:gd fmla="*/ 2913 h 5270" name="connsiteY0"/>
                            <a:gd fmla="*/ 2358 w 5277" name="connsiteX1"/>
                            <a:gd fmla="*/ 11 h 5270" name="connsiteY1"/>
                            <a:gd fmla="*/ 5260 w 5277" name="connsiteX2"/>
                            <a:gd fmla="*/ 2358 h 5270" name="connsiteY2"/>
                            <a:gd fmla="*/ 2913 w 5277" name="connsiteX3"/>
                            <a:gd fmla="*/ 5260 h 5270" name="connsiteY3"/>
                            <a:gd fmla="*/ 11 w 5277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7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431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623cbfa-ae99-41c9-bc5b-57d7c2d87042" id="1603" name="任意多边形: 形状 1602">
                          <a:extLst>
                            <a:ext uri="{FF2B5EF4-FFF2-40B4-BE49-F238E27FC236}">
                              <a16:creationId id="{315DF4CF-FE7D-D407-1E86-26B9710A9F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7350" y="1600367"/>
                          <a:ext cx="5270" cy="5277"/>
                        </a:xfrm>
                        <a:custGeom>
                          <a:avLst/>
                          <a:gdLst>
                            <a:gd fmla="*/ 11 w 5270" name="connsiteX0"/>
                            <a:gd fmla="*/ 2920 h 5277" name="connsiteY0"/>
                            <a:gd fmla="*/ 2358 w 5270" name="connsiteX1"/>
                            <a:gd fmla="*/ 18 h 5277" name="connsiteY1"/>
                            <a:gd fmla="*/ 5260 w 5270" name="connsiteX2"/>
                            <a:gd fmla="*/ 2365 h 5277" name="connsiteY2"/>
                            <a:gd fmla="*/ 2913 w 5270" name="connsiteX3"/>
                            <a:gd fmla="*/ 5267 h 5277" name="connsiteY3"/>
                            <a:gd fmla="*/ 11 w 5270" name="connsiteX4"/>
                            <a:gd fmla="*/ 292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11" y="2920"/>
                              </a:move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ubicBezTo>
                                <a:pt x="5388" y="3816"/>
                                <a:pt x="4364" y="5096"/>
                                <a:pt x="2913" y="5267"/>
                              </a:cubicBezTo>
                              <a:cubicBezTo>
                                <a:pt x="1462" y="5395"/>
                                <a:pt x="182" y="4371"/>
                                <a:pt x="11" y="29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ba963d9-40bb-4c22-a69a-7b783ab0cffb" id="1604" name="任意多边形: 形状 1603">
                          <a:extLst>
                            <a:ext uri="{FF2B5EF4-FFF2-40B4-BE49-F238E27FC236}">
                              <a16:creationId id="{6AB702F1-4400-3AD1-03E7-83F0BB1470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3254" y="1586113"/>
                          <a:ext cx="5277" cy="5277"/>
                        </a:xfrm>
                        <a:custGeom>
                          <a:avLst/>
                          <a:gdLst>
                            <a:gd fmla="*/ 11 w 5277" name="connsiteX0"/>
                            <a:gd fmla="*/ 2920 h 5277" name="connsiteY0"/>
                            <a:gd fmla="*/ 2358 w 5277" name="connsiteX1"/>
                            <a:gd fmla="*/ 18 h 5277" name="connsiteY1"/>
                            <a:gd fmla="*/ 5260 w 5277" name="connsiteX2"/>
                            <a:gd fmla="*/ 2365 h 5277" name="connsiteY2"/>
                            <a:gd fmla="*/ 2913 w 5277" name="connsiteX3"/>
                            <a:gd fmla="*/ 5267 h 5277" name="connsiteY3"/>
                            <a:gd fmla="*/ 11 w 5277" name="connsiteX4"/>
                            <a:gd fmla="*/ 292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11" y="2920"/>
                              </a:move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ubicBezTo>
                                <a:pt x="5430" y="3816"/>
                                <a:pt x="4364" y="5096"/>
                                <a:pt x="2913" y="5267"/>
                              </a:cubicBezTo>
                              <a:cubicBezTo>
                                <a:pt x="1462" y="5395"/>
                                <a:pt x="181" y="4371"/>
                                <a:pt x="11" y="29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ad5357d-7a2d-4f63-b19d-3f0f25c7a6c2" id="1605" name="任意多边形: 形状 1604">
                          <a:extLst>
                            <a:ext uri="{FF2B5EF4-FFF2-40B4-BE49-F238E27FC236}">
                              <a16:creationId id="{9A8D5BCE-4194-28F8-0DAF-E5DD68B7FB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5999" y="1612750"/>
                          <a:ext cx="5277" cy="5270"/>
                        </a:xfrm>
                        <a:custGeom>
                          <a:avLst/>
                          <a:gdLst>
                            <a:gd fmla="*/ 11 w 5277" name="connsiteX0"/>
                            <a:gd fmla="*/ 2913 h 5270" name="connsiteY0"/>
                            <a:gd fmla="*/ 2358 w 5277" name="connsiteX1"/>
                            <a:gd fmla="*/ 11 h 5270" name="connsiteY1"/>
                            <a:gd fmla="*/ 5260 w 5277" name="connsiteX2"/>
                            <a:gd fmla="*/ 2358 h 5270" name="connsiteY2"/>
                            <a:gd fmla="*/ 2913 w 5277" name="connsiteX3"/>
                            <a:gd fmla="*/ 5260 h 5270" name="connsiteY3"/>
                            <a:gd fmla="*/ 11 w 5277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7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431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9a8c470-3a30-43b9-981f-249808ea79af" id="1606" name="任意多边形: 形状 1605">
                          <a:extLst>
                            <a:ext uri="{FF2B5EF4-FFF2-40B4-BE49-F238E27FC236}">
                              <a16:creationId id="{5FAEF516-0473-4CCA-C080-A0EB6D6829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9940" y="1587101"/>
                          <a:ext cx="5270" cy="5277"/>
                        </a:xfrm>
                        <a:custGeom>
                          <a:avLst/>
                          <a:gdLst>
                            <a:gd fmla="*/ 11 w 5270" name="connsiteX0"/>
                            <a:gd fmla="*/ 2913 h 5277" name="connsiteY0"/>
                            <a:gd fmla="*/ 2358 w 5270" name="connsiteX1"/>
                            <a:gd fmla="*/ 11 h 5277" name="connsiteY1"/>
                            <a:gd fmla="*/ 5260 w 5270" name="connsiteX2"/>
                            <a:gd fmla="*/ 2358 h 5277" name="connsiteY2"/>
                            <a:gd fmla="*/ 2913 w 5270" name="connsiteX3"/>
                            <a:gd fmla="*/ 5260 h 5277" name="connsiteY3"/>
                            <a:gd fmla="*/ 11 w 5270" name="connsiteX4"/>
                            <a:gd fmla="*/ 2913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431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ad5041b-c01f-44c9-87e2-6645d35f398e" id="1607" name="任意多边形: 形状 1606">
                          <a:extLst>
                            <a:ext uri="{FF2B5EF4-FFF2-40B4-BE49-F238E27FC236}">
                              <a16:creationId id="{36B012CE-0149-D66C-AAC8-03A5FDCB5C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1405" y="1614670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64cbd21-78cc-4c02-b672-0469eef066f5" id="1608" name="任意多边形: 形状 1607">
                          <a:extLst>
                            <a:ext uri="{FF2B5EF4-FFF2-40B4-BE49-F238E27FC236}">
                              <a16:creationId id="{7ABFF5E1-0288-A5DD-2D0E-D53A11AB97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7024" y="1604591"/>
                          <a:ext cx="5270" cy="5277"/>
                        </a:xfrm>
                        <a:custGeom>
                          <a:avLst/>
                          <a:gdLst>
                            <a:gd fmla="*/ 11 w 5270" name="connsiteX0"/>
                            <a:gd fmla="*/ 2920 h 5277" name="connsiteY0"/>
                            <a:gd fmla="*/ 2358 w 5270" name="connsiteX1"/>
                            <a:gd fmla="*/ 18 h 5277" name="connsiteY1"/>
                            <a:gd fmla="*/ 5260 w 5270" name="connsiteX2"/>
                            <a:gd fmla="*/ 2365 h 5277" name="connsiteY2"/>
                            <a:gd fmla="*/ 2913 w 5270" name="connsiteX3"/>
                            <a:gd fmla="*/ 5267 h 5277" name="connsiteY3"/>
                            <a:gd fmla="*/ 11 w 5270" name="connsiteX4"/>
                            <a:gd fmla="*/ 292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11" y="2920"/>
                              </a:move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ubicBezTo>
                                <a:pt x="5388" y="3816"/>
                                <a:pt x="4364" y="5096"/>
                                <a:pt x="2913" y="5267"/>
                              </a:cubicBezTo>
                              <a:cubicBezTo>
                                <a:pt x="1462" y="5395"/>
                                <a:pt x="181" y="4371"/>
                                <a:pt x="11" y="29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878542a-865a-4a71-83e3-a58818068cd2" id="1609" name="任意多边形: 形状 1608">
                          <a:extLst>
                            <a:ext uri="{FF2B5EF4-FFF2-40B4-BE49-F238E27FC236}">
                              <a16:creationId id="{3B5A7919-7F6C-A40D-814F-A47DE917E3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7706" y="1636556"/>
                          <a:ext cx="5270" cy="5285"/>
                        </a:xfrm>
                        <a:custGeom>
                          <a:avLst/>
                          <a:gdLst>
                            <a:gd fmla="*/ 11 w 5270" name="connsiteX0"/>
                            <a:gd fmla="*/ 2920 h 5285" name="connsiteY0"/>
                            <a:gd fmla="*/ 2358 w 5270" name="connsiteX1"/>
                            <a:gd fmla="*/ 18 h 5285" name="connsiteY1"/>
                            <a:gd fmla="*/ 5260 w 5270" name="connsiteX2"/>
                            <a:gd fmla="*/ 2365 h 5285" name="connsiteY2"/>
                            <a:gd fmla="*/ 2913 w 5270" name="connsiteX3"/>
                            <a:gd fmla="*/ 5267 h 5285" name="connsiteY3"/>
                            <a:gd fmla="*/ 11 w 5270" name="connsiteX4"/>
                            <a:gd fmla="*/ 2920 h 528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85" w="5270">
                              <a:moveTo>
                                <a:pt x="11" y="2920"/>
                              </a:move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ubicBezTo>
                                <a:pt x="5388" y="3816"/>
                                <a:pt x="4364" y="5096"/>
                                <a:pt x="2913" y="5267"/>
                              </a:cubicBezTo>
                              <a:cubicBezTo>
                                <a:pt x="1462" y="5438"/>
                                <a:pt x="181" y="4371"/>
                                <a:pt x="11" y="29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e436419-61c8-4b82-9a11-f8fdf8ebc906" id="1610" name="任意多边形: 形状 1609">
                          <a:extLst>
                            <a:ext uri="{FF2B5EF4-FFF2-40B4-BE49-F238E27FC236}">
                              <a16:creationId id="{BF0C02D7-FE5A-20F1-B824-01036B8636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0892" y="1642580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4c5b8e1-b866-42c8-8019-f9a9c5e3760a" id="1611" name="任意多边形: 形状 1610">
                          <a:extLst>
                            <a:ext uri="{FF2B5EF4-FFF2-40B4-BE49-F238E27FC236}">
                              <a16:creationId id="{71C6821A-0AED-D8B8-68DC-F65BFB00C3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6796" y="1628319"/>
                          <a:ext cx="5270" cy="5277"/>
                        </a:xfrm>
                        <a:custGeom>
                          <a:avLst/>
                          <a:gdLst>
                            <a:gd fmla="*/ 11 w 5270" name="connsiteX0"/>
                            <a:gd fmla="*/ 2920 h 5277" name="connsiteY0"/>
                            <a:gd fmla="*/ 2358 w 5270" name="connsiteX1"/>
                            <a:gd fmla="*/ 18 h 5277" name="connsiteY1"/>
                            <a:gd fmla="*/ 5260 w 5270" name="connsiteX2"/>
                            <a:gd fmla="*/ 2365 h 5277" name="connsiteY2"/>
                            <a:gd fmla="*/ 2913 w 5270" name="connsiteX3"/>
                            <a:gd fmla="*/ 5267 h 5277" name="connsiteY3"/>
                            <a:gd fmla="*/ 11 w 5270" name="connsiteX4"/>
                            <a:gd fmla="*/ 292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11" y="2920"/>
                              </a:move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ubicBezTo>
                                <a:pt x="5388" y="3816"/>
                                <a:pt x="4364" y="5096"/>
                                <a:pt x="2913" y="5267"/>
                              </a:cubicBezTo>
                              <a:cubicBezTo>
                                <a:pt x="1462" y="5395"/>
                                <a:pt x="181" y="4371"/>
                                <a:pt x="11" y="29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4aaf7a9-105a-423d-a29d-ed074b673e3f" id="1612" name="任意多边形: 形状 1611">
                          <a:extLst>
                            <a:ext uri="{FF2B5EF4-FFF2-40B4-BE49-F238E27FC236}">
                              <a16:creationId id="{5E60D0B8-0001-DCC0-C76E-A5CEBC70C7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9541" y="1654913"/>
                          <a:ext cx="5270" cy="5277"/>
                        </a:xfrm>
                        <a:custGeom>
                          <a:avLst/>
                          <a:gdLst>
                            <a:gd fmla="*/ 11 w 5270" name="connsiteX0"/>
                            <a:gd fmla="*/ 2913 h 5277" name="connsiteY0"/>
                            <a:gd fmla="*/ 2358 w 5270" name="connsiteX1"/>
                            <a:gd fmla="*/ 11 h 5277" name="connsiteY1"/>
                            <a:gd fmla="*/ 5260 w 5270" name="connsiteX2"/>
                            <a:gd fmla="*/ 2358 h 5277" name="connsiteY2"/>
                            <a:gd fmla="*/ 2913 w 5270" name="connsiteX3"/>
                            <a:gd fmla="*/ 5260 h 5277" name="connsiteY3"/>
                            <a:gd fmla="*/ 11 w 5270" name="connsiteX4"/>
                            <a:gd fmla="*/ 2913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431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8699943-462e-434e-a8ea-10a184985d93" id="1613" name="任意多边形: 形状 1612">
                          <a:extLst>
                            <a:ext uri="{FF2B5EF4-FFF2-40B4-BE49-F238E27FC236}">
                              <a16:creationId id="{D885012A-CD2E-6F48-C209-41DCF052F2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3525" y="1629265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492693b-2850-4645-9a11-a5f0cb5ffea5" id="1614" name="任意多边形: 形状 1613">
                          <a:extLst>
                            <a:ext uri="{FF2B5EF4-FFF2-40B4-BE49-F238E27FC236}">
                              <a16:creationId id="{570A9BBC-2C61-250A-3BBF-908D0E29DC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0950" y="1650560"/>
                          <a:ext cx="5270" cy="5277"/>
                        </a:xfrm>
                        <a:custGeom>
                          <a:avLst/>
                          <a:gdLst>
                            <a:gd fmla="*/ 11 w 5270" name="connsiteX0"/>
                            <a:gd fmla="*/ 2913 h 5277" name="connsiteY0"/>
                            <a:gd fmla="*/ 2358 w 5270" name="connsiteX1"/>
                            <a:gd fmla="*/ 11 h 5277" name="connsiteY1"/>
                            <a:gd fmla="*/ 5260 w 5270" name="connsiteX2"/>
                            <a:gd fmla="*/ 2358 h 5277" name="connsiteY2"/>
                            <a:gd fmla="*/ 2913 w 5270" name="connsiteX3"/>
                            <a:gd fmla="*/ 5260 h 5277" name="connsiteY3"/>
                            <a:gd fmla="*/ 11 w 5270" name="connsiteX4"/>
                            <a:gd fmla="*/ 2913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431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e29448a-b014-49b3-980c-a5157dc7a0fc" id="1615" name="任意多边形: 形状 1614">
                          <a:extLst>
                            <a:ext uri="{FF2B5EF4-FFF2-40B4-BE49-F238E27FC236}">
                              <a16:creationId id="{E1DF31AB-95B1-B3E1-BF1D-CBB70A106A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7992" y="1634550"/>
                          <a:ext cx="5270" cy="5277"/>
                        </a:xfrm>
                        <a:custGeom>
                          <a:avLst/>
                          <a:gdLst>
                            <a:gd fmla="*/ 11 w 5270" name="connsiteX0"/>
                            <a:gd fmla="*/ 2920 h 5277" name="connsiteY0"/>
                            <a:gd fmla="*/ 2358 w 5270" name="connsiteX1"/>
                            <a:gd fmla="*/ 18 h 5277" name="connsiteY1"/>
                            <a:gd fmla="*/ 5260 w 5270" name="connsiteX2"/>
                            <a:gd fmla="*/ 2365 h 5277" name="connsiteY2"/>
                            <a:gd fmla="*/ 2913 w 5270" name="connsiteX3"/>
                            <a:gd fmla="*/ 5267 h 5277" name="connsiteY3"/>
                            <a:gd fmla="*/ 11 w 5270" name="connsiteX4"/>
                            <a:gd fmla="*/ 292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11" y="2920"/>
                              </a:move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ubicBezTo>
                                <a:pt x="5388" y="3816"/>
                                <a:pt x="4364" y="5096"/>
                                <a:pt x="2913" y="5267"/>
                              </a:cubicBezTo>
                              <a:cubicBezTo>
                                <a:pt x="1462" y="5395"/>
                                <a:pt x="181" y="4371"/>
                                <a:pt x="11" y="29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212f546-f90f-4f37-ab48-4f58f107ec80" id="1616" name="任意多边形: 形状 1615">
                          <a:extLst>
                            <a:ext uri="{FF2B5EF4-FFF2-40B4-BE49-F238E27FC236}">
                              <a16:creationId id="{C6B31DAF-E7C3-C19B-8F96-F44602F5EF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7164" y="1655340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c814afc-3b2a-4e57-ac4e-3c078331bd9d" id="1617" name="任意多边形: 形状 1616">
                          <a:extLst>
                            <a:ext uri="{FF2B5EF4-FFF2-40B4-BE49-F238E27FC236}">
                              <a16:creationId id="{059A564B-6BFD-14A0-527F-89D8885C58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0350" y="1661357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e68ac04-485f-4c15-97d3-9a65cc7e0cbe" id="1618" name="任意多边形: 形状 1617">
                          <a:extLst>
                            <a:ext uri="{FF2B5EF4-FFF2-40B4-BE49-F238E27FC236}">
                              <a16:creationId id="{C027091E-34E0-7B3B-53F8-79F9EFEA20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6254" y="1647061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38aaa7d-dad0-46b7-af35-6eda87bda20f" id="1619" name="任意多边形: 形状 1618">
                          <a:extLst>
                            <a:ext uri="{FF2B5EF4-FFF2-40B4-BE49-F238E27FC236}">
                              <a16:creationId id="{60DAAFA0-3955-FA18-3917-56DB56D497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8999" y="1673683"/>
                          <a:ext cx="5270" cy="5277"/>
                        </a:xfrm>
                        <a:custGeom>
                          <a:avLst/>
                          <a:gdLst>
                            <a:gd fmla="*/ 11 w 5270" name="connsiteX0"/>
                            <a:gd fmla="*/ 2920 h 5277" name="connsiteY0"/>
                            <a:gd fmla="*/ 2358 w 5270" name="connsiteX1"/>
                            <a:gd fmla="*/ 18 h 5277" name="connsiteY1"/>
                            <a:gd fmla="*/ 5260 w 5270" name="connsiteX2"/>
                            <a:gd fmla="*/ 2365 h 5277" name="connsiteY2"/>
                            <a:gd fmla="*/ 2913 w 5270" name="connsiteX3"/>
                            <a:gd fmla="*/ 5267 h 5277" name="connsiteY3"/>
                            <a:gd fmla="*/ 11 w 5270" name="connsiteX4"/>
                            <a:gd fmla="*/ 292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11" y="2920"/>
                              </a:move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ubicBezTo>
                                <a:pt x="5388" y="3816"/>
                                <a:pt x="4364" y="5096"/>
                                <a:pt x="2913" y="5267"/>
                              </a:cubicBezTo>
                              <a:cubicBezTo>
                                <a:pt x="1462" y="5395"/>
                                <a:pt x="181" y="4371"/>
                                <a:pt x="11" y="29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2ff6a98-7c89-4451-800b-c26f65bca3ed" id="1620" name="任意多边形: 形状 1619">
                          <a:extLst>
                            <a:ext uri="{FF2B5EF4-FFF2-40B4-BE49-F238E27FC236}">
                              <a16:creationId id="{2F859B2B-A82B-D232-7154-FC943A0435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2940" y="1648035"/>
                          <a:ext cx="5270" cy="5277"/>
                        </a:xfrm>
                        <a:custGeom>
                          <a:avLst/>
                          <a:gdLst>
                            <a:gd fmla="*/ 11 w 5270" name="connsiteX0"/>
                            <a:gd fmla="*/ 2920 h 5277" name="connsiteY0"/>
                            <a:gd fmla="*/ 2358 w 5270" name="connsiteX1"/>
                            <a:gd fmla="*/ 18 h 5277" name="connsiteY1"/>
                            <a:gd fmla="*/ 5260 w 5270" name="connsiteX2"/>
                            <a:gd fmla="*/ 2365 h 5277" name="connsiteY2"/>
                            <a:gd fmla="*/ 2913 w 5270" name="connsiteX3"/>
                            <a:gd fmla="*/ 5267 h 5277" name="connsiteY3"/>
                            <a:gd fmla="*/ 11 w 5270" name="connsiteX4"/>
                            <a:gd fmla="*/ 292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11" y="2920"/>
                              </a:move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ubicBezTo>
                                <a:pt x="5388" y="3816"/>
                                <a:pt x="4364" y="5096"/>
                                <a:pt x="2913" y="5267"/>
                              </a:cubicBezTo>
                              <a:cubicBezTo>
                                <a:pt x="1462" y="5395"/>
                                <a:pt x="181" y="4371"/>
                                <a:pt x="11" y="29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c71f9f6-a7e3-4179-9c0b-dbdadbd1e2aa" id="1621" name="任意多边形: 形状 1620">
                          <a:extLst>
                            <a:ext uri="{FF2B5EF4-FFF2-40B4-BE49-F238E27FC236}">
                              <a16:creationId id="{D91D66A4-498A-7B07-FA67-8E7A497050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6369" y="1669722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1befef5-59be-4040-9322-037d00647668" id="1622" name="任意多边形: 形状 1621">
                          <a:extLst>
                            <a:ext uri="{FF2B5EF4-FFF2-40B4-BE49-F238E27FC236}">
                              <a16:creationId id="{8EA56D68-2A8F-E41C-8DE9-AC8441E985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0024" y="1665582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19c8362-65af-4913-954f-8df611a51a33" id="1623" name="任意多边形: 形状 1622">
                          <a:extLst>
                            <a:ext uri="{FF2B5EF4-FFF2-40B4-BE49-F238E27FC236}">
                              <a16:creationId id="{77B30B64-41CD-66A2-7358-4BF7661A5D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9639" y="1574640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2bc0edc-ee4c-4335-99fe-cb38c9186eb0" id="1624" name="任意多边形: 形状 1623">
                          <a:extLst>
                            <a:ext uri="{FF2B5EF4-FFF2-40B4-BE49-F238E27FC236}">
                              <a16:creationId id="{1193E0D5-A89E-992E-8CA2-BECD69FA5F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2826" y="1580657"/>
                          <a:ext cx="5270" cy="5277"/>
                        </a:xfrm>
                        <a:custGeom>
                          <a:avLst/>
                          <a:gdLst>
                            <a:gd fmla="*/ 11 w 5270" name="connsiteX0"/>
                            <a:gd fmla="*/ 2913 h 5277" name="connsiteY0"/>
                            <a:gd fmla="*/ 2358 w 5270" name="connsiteX1"/>
                            <a:gd fmla="*/ 11 h 5277" name="connsiteY1"/>
                            <a:gd fmla="*/ 5260 w 5270" name="connsiteX2"/>
                            <a:gd fmla="*/ 2358 h 5277" name="connsiteY2"/>
                            <a:gd fmla="*/ 2913 w 5270" name="connsiteX3"/>
                            <a:gd fmla="*/ 5260 h 5277" name="connsiteY3"/>
                            <a:gd fmla="*/ 11 w 5270" name="connsiteX4"/>
                            <a:gd fmla="*/ 2913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431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e172172-509d-4fa2-9fcf-4d135e50f4ac" id="1625" name="任意多边形: 形状 1624">
                          <a:extLst>
                            <a:ext uri="{FF2B5EF4-FFF2-40B4-BE49-F238E27FC236}">
                              <a16:creationId id="{4D72E96B-FDD0-3BA1-F894-E1D50FD1A0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5827" y="1557271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2335115-9406-45fa-96b1-9042e262f899" id="1626" name="任意多边形: 形状 1625">
                          <a:extLst>
                            <a:ext uri="{FF2B5EF4-FFF2-40B4-BE49-F238E27FC236}">
                              <a16:creationId id="{FF8FD1A2-3885-EDED-C05C-2C38AE631A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1474" y="1592991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94af718-8142-4f59-86ce-c920c97f8dc9" id="1627" name="任意多边形: 形状 1626">
                          <a:extLst>
                            <a:ext uri="{FF2B5EF4-FFF2-40B4-BE49-F238E27FC236}">
                              <a16:creationId id="{996AF9EE-7D8A-F589-1D50-EE7A744966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5415" y="1567343"/>
                          <a:ext cx="5270" cy="5277"/>
                        </a:xfrm>
                        <a:custGeom>
                          <a:avLst/>
                          <a:gdLst>
                            <a:gd fmla="*/ 11 w 5270" name="connsiteX0"/>
                            <a:gd fmla="*/ 2913 h 5277" name="connsiteY0"/>
                            <a:gd fmla="*/ 2358 w 5270" name="connsiteX1"/>
                            <a:gd fmla="*/ 11 h 5277" name="connsiteY1"/>
                            <a:gd fmla="*/ 5260 w 5270" name="connsiteX2"/>
                            <a:gd fmla="*/ 2358 h 5277" name="connsiteY2"/>
                            <a:gd fmla="*/ 2913 w 5270" name="connsiteX3"/>
                            <a:gd fmla="*/ 5260 h 5277" name="connsiteY3"/>
                            <a:gd fmla="*/ 11 w 5270" name="connsiteX4"/>
                            <a:gd fmla="*/ 2913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431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0b27501-49fb-48fd-adec-1323e899ea1e" id="1628" name="任意多边形: 形状 1627">
                          <a:extLst>
                            <a:ext uri="{FF2B5EF4-FFF2-40B4-BE49-F238E27FC236}">
                              <a16:creationId id="{8C996A99-661E-1CD5-8ABE-E500D62D0C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6923" y="1594911"/>
                          <a:ext cx="5270" cy="5277"/>
                        </a:xfrm>
                        <a:custGeom>
                          <a:avLst/>
                          <a:gdLst>
                            <a:gd fmla="*/ 11 w 5270" name="connsiteX0"/>
                            <a:gd fmla="*/ 2913 h 5277" name="connsiteY0"/>
                            <a:gd fmla="*/ 2358 w 5270" name="connsiteX1"/>
                            <a:gd fmla="*/ 11 h 5277" name="connsiteY1"/>
                            <a:gd fmla="*/ 5260 w 5270" name="connsiteX2"/>
                            <a:gd fmla="*/ 2358 h 5277" name="connsiteY2"/>
                            <a:gd fmla="*/ 2913 w 5270" name="connsiteX3"/>
                            <a:gd fmla="*/ 5260 h 5277" name="connsiteY3"/>
                            <a:gd fmla="*/ 11 w 5270" name="connsiteX4"/>
                            <a:gd fmla="*/ 2913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431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cddcbe5-4f0b-4242-9ed0-1532855582ec" id="1629" name="任意多边形: 形状 1628">
                          <a:extLst>
                            <a:ext uri="{FF2B5EF4-FFF2-40B4-BE49-F238E27FC236}">
                              <a16:creationId id="{57F5C522-259A-342D-C723-252CE61CDF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2499" y="1584882"/>
                          <a:ext cx="5270" cy="5277"/>
                        </a:xfrm>
                        <a:custGeom>
                          <a:avLst/>
                          <a:gdLst>
                            <a:gd fmla="*/ 11 w 5270" name="connsiteX0"/>
                            <a:gd fmla="*/ 2913 h 5277" name="connsiteY0"/>
                            <a:gd fmla="*/ 2358 w 5270" name="connsiteX1"/>
                            <a:gd fmla="*/ 11 h 5277" name="connsiteY1"/>
                            <a:gd fmla="*/ 5260 w 5270" name="connsiteX2"/>
                            <a:gd fmla="*/ 2358 h 5277" name="connsiteY2"/>
                            <a:gd fmla="*/ 2913 w 5270" name="connsiteX3"/>
                            <a:gd fmla="*/ 5260 h 5277" name="connsiteY3"/>
                            <a:gd fmla="*/ 11 w 5270" name="connsiteX4"/>
                            <a:gd fmla="*/ 2913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431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d1e0b0c-c8a6-45c8-b746-c46ab7eed692" id="1630" name="任意多边形: 形状 1629">
                          <a:extLst>
                            <a:ext uri="{FF2B5EF4-FFF2-40B4-BE49-F238E27FC236}">
                              <a16:creationId id="{2C35770A-E70E-FA23-3527-E3617FD04B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2259" y="1604214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73b2e96-d046-4d98-963c-b50876f663e0" id="1631" name="任意多边形: 形状 1630">
                          <a:extLst>
                            <a:ext uri="{FF2B5EF4-FFF2-40B4-BE49-F238E27FC236}">
                              <a16:creationId id="{09DA3B5F-6886-8A99-4B10-14B842991B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5446" y="1610232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bf59b40-070e-45c0-8e7f-571f1a89d337" id="1632" name="任意多边形: 形状 1631">
                          <a:extLst>
                            <a:ext uri="{FF2B5EF4-FFF2-40B4-BE49-F238E27FC236}">
                              <a16:creationId id="{77FDD9F4-DAF8-5182-715A-4CB99EC8CF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1349" y="1595935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97426f3-351a-4931-a288-5a3d78b01845" id="1633" name="任意多边形: 形状 1632">
                          <a:extLst>
                            <a:ext uri="{FF2B5EF4-FFF2-40B4-BE49-F238E27FC236}">
                              <a16:creationId id="{292946FF-336B-E394-F34B-6D2047A4D4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0993" y="1617999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c105191-d96e-412f-9ef1-609d866ad009" id="1634" name="任意多边形: 形状 1633">
                          <a:extLst>
                            <a:ext uri="{FF2B5EF4-FFF2-40B4-BE49-F238E27FC236}">
                              <a16:creationId id="{C91A19A0-C0DB-F498-65C6-A83D71B078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2544" y="1581468"/>
                          <a:ext cx="5277" cy="5270"/>
                        </a:xfrm>
                        <a:custGeom>
                          <a:avLst/>
                          <a:gdLst>
                            <a:gd fmla="*/ 11 w 5277" name="connsiteX0"/>
                            <a:gd fmla="*/ 2913 h 5270" name="connsiteY0"/>
                            <a:gd fmla="*/ 2358 w 5277" name="connsiteX1"/>
                            <a:gd fmla="*/ 11 h 5270" name="connsiteY1"/>
                            <a:gd fmla="*/ 5260 w 5277" name="connsiteX2"/>
                            <a:gd fmla="*/ 2358 h 5270" name="connsiteY2"/>
                            <a:gd fmla="*/ 2913 w 5277" name="connsiteX3"/>
                            <a:gd fmla="*/ 5260 h 5270" name="connsiteY3"/>
                            <a:gd fmla="*/ 11 w 5277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7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431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d78ff13-5236-4d71-8d4a-5c5d4006eb5d" id="1635" name="任意多边形: 形状 1634">
                          <a:extLst>
                            <a:ext uri="{FF2B5EF4-FFF2-40B4-BE49-F238E27FC236}">
                              <a16:creationId id="{E8C6026F-8BE7-5FF7-5D34-3A35E3FF7B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9543" y="1624485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093d23e-d07c-4e10-bc11-5018a55e2fc8" id="1636" name="任意多边形: 形状 1635">
                          <a:extLst>
                            <a:ext uri="{FF2B5EF4-FFF2-40B4-BE49-F238E27FC236}">
                              <a16:creationId id="{2581E7AE-F7F0-E40C-B89E-81D366607A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5120" y="1614457"/>
                          <a:ext cx="5277" cy="5270"/>
                        </a:xfrm>
                        <a:custGeom>
                          <a:avLst/>
                          <a:gdLst>
                            <a:gd fmla="*/ 11 w 5277" name="connsiteX0"/>
                            <a:gd fmla="*/ 2913 h 5270" name="connsiteY0"/>
                            <a:gd fmla="*/ 2358 w 5277" name="connsiteX1"/>
                            <a:gd fmla="*/ 11 h 5270" name="connsiteY1"/>
                            <a:gd fmla="*/ 5260 w 5277" name="connsiteX2"/>
                            <a:gd fmla="*/ 2358 h 5270" name="connsiteY2"/>
                            <a:gd fmla="*/ 2912 w 5277" name="connsiteX3"/>
                            <a:gd fmla="*/ 5260 h 5270" name="connsiteY3"/>
                            <a:gd fmla="*/ 11 w 5277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7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431" y="3809"/>
                                <a:pt x="4364" y="5089"/>
                                <a:pt x="2912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ee4b1a7-dc53-4fac-b8e0-0558ba7eaf5b" id="1637" name="任意多边形: 形状 1636">
                          <a:extLst>
                            <a:ext uri="{FF2B5EF4-FFF2-40B4-BE49-F238E27FC236}">
                              <a16:creationId id="{18785832-DE7A-AF01-2B26-C2A38BDA0F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8773" y="1568018"/>
                          <a:ext cx="5270" cy="5277"/>
                        </a:xfrm>
                        <a:custGeom>
                          <a:avLst/>
                          <a:gdLst>
                            <a:gd fmla="*/ 11 w 5270" name="connsiteX0"/>
                            <a:gd fmla="*/ 2920 h 5277" name="connsiteY0"/>
                            <a:gd fmla="*/ 2358 w 5270" name="connsiteX1"/>
                            <a:gd fmla="*/ 18 h 5277" name="connsiteY1"/>
                            <a:gd fmla="*/ 5260 w 5270" name="connsiteX2"/>
                            <a:gd fmla="*/ 2365 h 5277" name="connsiteY2"/>
                            <a:gd fmla="*/ 2913 w 5270" name="connsiteX3"/>
                            <a:gd fmla="*/ 5267 h 5277" name="connsiteY3"/>
                            <a:gd fmla="*/ 11 w 5270" name="connsiteX4"/>
                            <a:gd fmla="*/ 292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11" y="2920"/>
                              </a:moveTo>
                              <a:cubicBezTo>
                                <a:pt x="-117" y="1469"/>
                                <a:pt x="907" y="189"/>
                                <a:pt x="2358" y="18"/>
                              </a:cubicBezTo>
                              <a:cubicBezTo>
                                <a:pt x="3809" y="-153"/>
                                <a:pt x="5089" y="914"/>
                                <a:pt x="5260" y="2365"/>
                              </a:cubicBezTo>
                              <a:cubicBezTo>
                                <a:pt x="5388" y="3816"/>
                                <a:pt x="4364" y="5096"/>
                                <a:pt x="2913" y="5267"/>
                              </a:cubicBezTo>
                              <a:cubicBezTo>
                                <a:pt x="1462" y="5395"/>
                                <a:pt x="181" y="4371"/>
                                <a:pt x="11" y="29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57dd480-5a30-46e7-8880-16055e72e70b" id="1638" name="任意多边形: 形状 1637">
                          <a:extLst>
                            <a:ext uri="{FF2B5EF4-FFF2-40B4-BE49-F238E27FC236}">
                              <a16:creationId id="{C947EDD6-8B06-FD1A-5A44-641BBD0C16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1946" y="1561027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20c471e-addf-4c66-9caf-8e2d63d84344" id="1639" name="任意多边形: 形状 1638">
                          <a:extLst>
                            <a:ext uri="{FF2B5EF4-FFF2-40B4-BE49-F238E27FC236}">
                              <a16:creationId id="{4114CF5F-A4C9-DF73-9E47-28CEA67BFE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7338" y="1555820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36da3c0-4c83-4ac3-afd8-953fcd66cd2f" id="1640" name="任意多边形: 形状 1639">
                          <a:extLst>
                            <a:ext uri="{FF2B5EF4-FFF2-40B4-BE49-F238E27FC236}">
                              <a16:creationId id="{BEBE80EE-BF60-7E18-958D-5A1CABCD42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0594" y="1573360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240b6f9-4054-4d45-a5ac-f0a80860589b" id="1641" name="任意多边形: 形状 1640">
                          <a:extLst>
                            <a:ext uri="{FF2B5EF4-FFF2-40B4-BE49-F238E27FC236}">
                              <a16:creationId id="{C6023ECB-74FF-AFA5-D2DC-8C0230A006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8033" y="1547754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fa2cfd5-454b-4aa9-9063-0cc7348ae07b" id="1642" name="任意多边形: 形状 1641">
                          <a:extLst>
                            <a:ext uri="{FF2B5EF4-FFF2-40B4-BE49-F238E27FC236}">
                              <a16:creationId id="{CB769337-9960-8FC0-7AE9-F1117E75A2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6042" y="1575280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5766d78-b1ac-49f6-8fb4-8ec4ea8f981b" id="1643" name="任意多边形: 形状 1642">
                          <a:extLst>
                            <a:ext uri="{FF2B5EF4-FFF2-40B4-BE49-F238E27FC236}">
                              <a16:creationId id="{CC852F1A-E94D-CC3B-7B37-24EA181F7C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6156" y="1590131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a44adc7-fead-42f3-81ae-79b1e5642628" id="1644" name="任意多边形: 形状 1643">
                          <a:extLst>
                            <a:ext uri="{FF2B5EF4-FFF2-40B4-BE49-F238E27FC236}">
                              <a16:creationId id="{612F0001-BE19-F85F-C604-72EDFA1B25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1231" y="1588467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2bd9b5d-aa1f-4ffc-9650-69830c109c96" id="1645" name="任意多边形: 形状 1644">
                          <a:extLst>
                            <a:ext uri="{FF2B5EF4-FFF2-40B4-BE49-F238E27FC236}">
                              <a16:creationId id="{A115FCD9-A3F3-1345-77EE-F09D2AEFA7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4474" y="1620773"/>
                          <a:ext cx="5270" cy="5277"/>
                        </a:xfrm>
                        <a:custGeom>
                          <a:avLst/>
                          <a:gdLst>
                            <a:gd fmla="*/ 11 w 5270" name="connsiteX0"/>
                            <a:gd fmla="*/ 2913 h 5277" name="connsiteY0"/>
                            <a:gd fmla="*/ 2358 w 5270" name="connsiteX1"/>
                            <a:gd fmla="*/ 11 h 5277" name="connsiteY1"/>
                            <a:gd fmla="*/ 5260 w 5270" name="connsiteX2"/>
                            <a:gd fmla="*/ 2358 h 5277" name="connsiteY2"/>
                            <a:gd fmla="*/ 2913 w 5270" name="connsiteX3"/>
                            <a:gd fmla="*/ 5260 h 5277" name="connsiteY3"/>
                            <a:gd fmla="*/ 11 w 5270" name="connsiteX4"/>
                            <a:gd fmla="*/ 2913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431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a269f41-c311-43c1-ad89-8398147ca352" id="1646" name="任意多边形: 形状 1645">
                          <a:extLst>
                            <a:ext uri="{FF2B5EF4-FFF2-40B4-BE49-F238E27FC236}">
                              <a16:creationId id="{AEB7E011-7A2C-4D73-3773-D8BD0B8C3C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5641" y="1586931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0162a64-3c2b-456c-86a4-21d47bb1cafe" id="1647" name="任意多边形: 形状 1646">
                          <a:extLst>
                            <a:ext uri="{FF2B5EF4-FFF2-40B4-BE49-F238E27FC236}">
                              <a16:creationId id="{8E2D69B7-B13F-4C9A-AE2B-D393C1BA86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6324" y="1646421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282b5e0-8dce-430b-970a-dc648f6e1b0b" id="1648" name="任意多边形: 形状 1647">
                          <a:extLst>
                            <a:ext uri="{FF2B5EF4-FFF2-40B4-BE49-F238E27FC236}">
                              <a16:creationId id="{131E33BB-DDA8-D459-AE90-357923709D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07063" y="1607458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1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cfa53e6-bb4d-4b6d-b57b-887ba69d57c0" id="1649" name="任意多边形: 形状 1648">
                          <a:extLst>
                            <a:ext uri="{FF2B5EF4-FFF2-40B4-BE49-F238E27FC236}">
                              <a16:creationId id="{F365B913-3FA2-7A9B-BEDA-59E71F9E97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7248" y="1648341"/>
                          <a:ext cx="5270" cy="5270"/>
                        </a:xfrm>
                        <a:custGeom>
                          <a:avLst/>
                          <a:gdLst>
                            <a:gd fmla="*/ 11 w 5270" name="connsiteX0"/>
                            <a:gd fmla="*/ 2913 h 5270" name="connsiteY0"/>
                            <a:gd fmla="*/ 2358 w 5270" name="connsiteX1"/>
                            <a:gd fmla="*/ 11 h 5270" name="connsiteY1"/>
                            <a:gd fmla="*/ 5260 w 5270" name="connsiteX2"/>
                            <a:gd fmla="*/ 2358 h 5270" name="connsiteY2"/>
                            <a:gd fmla="*/ 2913 w 5270" name="connsiteX3"/>
                            <a:gd fmla="*/ 5260 h 5270" name="connsiteY3"/>
                            <a:gd fmla="*/ 11 w 5270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0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388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1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877098e-1a90-4555-ade8-d441e511d8ed" id="1650" name="任意多边形: 形状 1649">
                          <a:extLst>
                            <a:ext uri="{FF2B5EF4-FFF2-40B4-BE49-F238E27FC236}">
                              <a16:creationId id="{83176F90-C79A-DC36-9336-A0C9744C0E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4147" y="1624998"/>
                          <a:ext cx="5278" cy="5270"/>
                        </a:xfrm>
                        <a:custGeom>
                          <a:avLst/>
                          <a:gdLst>
                            <a:gd fmla="*/ 11 w 5278" name="connsiteX0"/>
                            <a:gd fmla="*/ 2913 h 5270" name="connsiteY0"/>
                            <a:gd fmla="*/ 2358 w 5278" name="connsiteX1"/>
                            <a:gd fmla="*/ 11 h 5270" name="connsiteY1"/>
                            <a:gd fmla="*/ 5260 w 5278" name="connsiteX2"/>
                            <a:gd fmla="*/ 2358 h 5270" name="connsiteY2"/>
                            <a:gd fmla="*/ 2913 w 5278" name="connsiteX3"/>
                            <a:gd fmla="*/ 5260 h 5270" name="connsiteY3"/>
                            <a:gd fmla="*/ 11 w 5278" name="connsiteX4"/>
                            <a:gd fmla="*/ 2913 h 527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0" w="5278">
                              <a:moveTo>
                                <a:pt x="11" y="2913"/>
                              </a:moveTo>
                              <a:cubicBezTo>
                                <a:pt x="-117" y="1462"/>
                                <a:pt x="907" y="182"/>
                                <a:pt x="2358" y="11"/>
                              </a:cubicBezTo>
                              <a:cubicBezTo>
                                <a:pt x="3809" y="-117"/>
                                <a:pt x="5089" y="907"/>
                                <a:pt x="5260" y="2358"/>
                              </a:cubicBezTo>
                              <a:cubicBezTo>
                                <a:pt x="5431" y="3809"/>
                                <a:pt x="4364" y="5089"/>
                                <a:pt x="2913" y="5260"/>
                              </a:cubicBezTo>
                              <a:cubicBezTo>
                                <a:pt x="1462" y="5388"/>
                                <a:pt x="182" y="4364"/>
                                <a:pt x="11" y="29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d830fc47-0f34-43c2-8b6e-0d5a3988ec21" id="1481" name="图形 6643">
                        <a:extLst>
                          <a:ext uri="{FF2B5EF4-FFF2-40B4-BE49-F238E27FC236}">
                            <a16:creationId id="{3F3096EE-BD55-DA2D-B7A4-BA6268A9F74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94267" y="1496037"/>
                        <a:ext cx="156757" cy="125305"/>
                        <a:chOff x="6694267" y="1496037"/>
                        <a:chExt cx="156757" cy="125305"/>
                      </a:xfrm>
                      <a:solidFill>
                        <a:srgbClr val="494950"/>
                      </a:solidFill>
                    </p:grpSpPr>
                    <p:sp>
                      <p:nvSpPr>
                        <p:cNvPr descr="ce44ddce-7b1e-4582-8ee3-0a8c66cbb1ed" id="1539" name="任意多边形: 形状 1538">
                          <a:extLst>
                            <a:ext uri="{FF2B5EF4-FFF2-40B4-BE49-F238E27FC236}">
                              <a16:creationId id="{D6E12C85-DA64-696E-529D-4A2FDB821F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8766" y="1557661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896d61c-83a0-4a50-97b7-41d6f34b352e" id="1540" name="任意多边形: 形状 1539">
                          <a:extLst>
                            <a:ext uri="{FF2B5EF4-FFF2-40B4-BE49-F238E27FC236}">
                              <a16:creationId id="{4B414CA1-DB90-473A-9A3A-61D55CA7AE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6774" y="1549553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b4d3ff8-877d-4578-81d9-7e5a17109090" id="1541" name="任意多边形: 形状 1540">
                          <a:extLst>
                            <a:ext uri="{FF2B5EF4-FFF2-40B4-BE49-F238E27FC236}">
                              <a16:creationId id="{8543B9CE-A74D-242A-FD21-C6D2DFEE4D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8438" y="1564276"/>
                          <a:ext cx="5301" cy="5301"/>
                        </a:xfrm>
                        <a:custGeom>
                          <a:avLst/>
                          <a:gdLst>
                            <a:gd fmla="*/ 5297 w 5301" name="connsiteX0"/>
                            <a:gd fmla="*/ 2821 h 5301" name="connsiteY0"/>
                            <a:gd fmla="*/ 2480 w 5301" name="connsiteX1"/>
                            <a:gd fmla="*/ 5296 h 5301" name="connsiteY1"/>
                            <a:gd fmla="*/ 5 w 5301" name="connsiteX2"/>
                            <a:gd fmla="*/ 2480 h 5301" name="connsiteY2"/>
                            <a:gd fmla="*/ 2821 w 5301" name="connsiteX3"/>
                            <a:gd fmla="*/ 5 h 5301" name="connsiteY3"/>
                            <a:gd fmla="*/ 5297 w 5301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297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7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1123628-969e-4950-9b8a-1b664063be52" id="1542" name="任意多边形: 形状 1541">
                          <a:extLst>
                            <a:ext uri="{FF2B5EF4-FFF2-40B4-BE49-F238E27FC236}">
                              <a16:creationId id="{6EAC6C86-DBE1-4ECC-9C7C-ED8E9A167D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0046" y="1539268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ab5a3cf-348a-4886-8420-14c558e74fbe" id="1543" name="任意多边形: 形状 1542">
                          <a:extLst>
                            <a:ext uri="{FF2B5EF4-FFF2-40B4-BE49-F238E27FC236}">
                              <a16:creationId id="{E0EC11DF-AB12-D2E8-7A3D-4DD8D299BA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2136" y="1560563"/>
                          <a:ext cx="5300" cy="5301"/>
                        </a:xfrm>
                        <a:custGeom>
                          <a:avLst/>
                          <a:gdLst>
                            <a:gd fmla="*/ 5296 w 5300" name="connsiteX0"/>
                            <a:gd fmla="*/ 2821 h 5301" name="connsiteY0"/>
                            <a:gd fmla="*/ 2480 w 5300" name="connsiteX1"/>
                            <a:gd fmla="*/ 5296 h 5301" name="connsiteY1"/>
                            <a:gd fmla="*/ 5 w 5300" name="connsiteX2"/>
                            <a:gd fmla="*/ 2480 h 5301" name="connsiteY2"/>
                            <a:gd fmla="*/ 2821 w 5300" name="connsiteX3"/>
                            <a:gd fmla="*/ 5 h 5301" name="connsiteY3"/>
                            <a:gd fmla="*/ 5296 w 5300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e26d95b-6954-462f-b3b5-b7babff9c56e" id="1544" name="任意多边形: 形状 1543">
                          <a:extLst>
                            <a:ext uri="{FF2B5EF4-FFF2-40B4-BE49-F238E27FC236}">
                              <a16:creationId id="{429432C4-3253-BCA2-3162-2C64165300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5152" y="1534787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fe1cd0a-3530-4b44-8c15-ee20616646ae" id="1545" name="任意多边形: 形状 1544">
                          <a:extLst>
                            <a:ext uri="{FF2B5EF4-FFF2-40B4-BE49-F238E27FC236}">
                              <a16:creationId id="{9FA208E4-D523-8775-44DC-4CD136838D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8082" y="1542085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a3a3637-99f1-47e9-90ae-6762d780ea7b" id="1546" name="任意多边形: 形状 1545">
                          <a:extLst>
                            <a:ext uri="{FF2B5EF4-FFF2-40B4-BE49-F238E27FC236}">
                              <a16:creationId id="{C8A161C1-6FF7-5EE8-AF53-1CEFDA48C5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0742" y="1572385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5add824-95c8-4f5e-8a97-d9a50ad62bff" id="1547" name="任意多边形: 形状 1546">
                          <a:extLst>
                            <a:ext uri="{FF2B5EF4-FFF2-40B4-BE49-F238E27FC236}">
                              <a16:creationId id="{6FAE5D1F-91B3-1810-4D16-23DB505C3E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8750" y="1564233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d6bb7a0-8e79-4d98-9ffc-d56b744d3e2d" id="1548" name="任意多边形: 形状 1547">
                          <a:extLst>
                            <a:ext uri="{FF2B5EF4-FFF2-40B4-BE49-F238E27FC236}">
                              <a16:creationId id="{E37E4EE6-B927-7DE6-1F79-F7BF91F19D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0372" y="1578999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2d4b970-fd2f-4ca0-a57a-17022aa62fb6" id="1549" name="任意多边形: 形状 1548">
                          <a:extLst>
                            <a:ext uri="{FF2B5EF4-FFF2-40B4-BE49-F238E27FC236}">
                              <a16:creationId id="{188B49AD-8408-4BD2-7B74-C08B381F2E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1980" y="1553949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8c78c1e-9c3f-4598-ab6e-9d5403cb5af6" id="1550" name="任意多边形: 形状 1549">
                          <a:extLst>
                            <a:ext uri="{FF2B5EF4-FFF2-40B4-BE49-F238E27FC236}">
                              <a16:creationId id="{FDF1662B-29FE-D06E-775E-6115BC6A78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4069" y="1575244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fbe23a5-5f51-4cd8-ae9a-025212ce0529" id="1551" name="任意多边形: 形状 1550">
                          <a:extLst>
                            <a:ext uri="{FF2B5EF4-FFF2-40B4-BE49-F238E27FC236}">
                              <a16:creationId id="{7B298640-4662-9B9C-DA2C-0EE8C855B8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7085" y="1549510"/>
                          <a:ext cx="5301" cy="5300"/>
                        </a:xfrm>
                        <a:custGeom>
                          <a:avLst/>
                          <a:gdLst>
                            <a:gd fmla="*/ 5297 w 5301" name="connsiteX0"/>
                            <a:gd fmla="*/ 2821 h 5300" name="connsiteY0"/>
                            <a:gd fmla="*/ 2480 w 5301" name="connsiteX1"/>
                            <a:gd fmla="*/ 5296 h 5300" name="connsiteY1"/>
                            <a:gd fmla="*/ 5 w 5301" name="connsiteX2"/>
                            <a:gd fmla="*/ 2480 h 5300" name="connsiteY2"/>
                            <a:gd fmla="*/ 2821 w 5301" name="connsiteX3"/>
                            <a:gd fmla="*/ 5 h 5300" name="connsiteY3"/>
                            <a:gd fmla="*/ 5297 w 5301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1">
                              <a:moveTo>
                                <a:pt x="5297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7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dfc3657-4c6a-4408-b1bd-e1a060e3bfcd" id="1552" name="任意多边形: 形状 1551">
                          <a:extLst>
                            <a:ext uri="{FF2B5EF4-FFF2-40B4-BE49-F238E27FC236}">
                              <a16:creationId id="{E20357D9-DCE9-C37A-9119-1C7CD3D604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0058" y="1556765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ad8c306-03d7-4f3e-87c3-d58d6382eb9e" id="1553" name="任意多边形: 形状 1552">
                          <a:extLst>
                            <a:ext uri="{FF2B5EF4-FFF2-40B4-BE49-F238E27FC236}">
                              <a16:creationId id="{409C99DB-6E16-27CF-CE26-6215729E9E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4284" y="1530178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cceb115-8d54-4bae-a59d-212d6b1aa95c" id="1554" name="任意多边形: 形状 1553">
                          <a:extLst>
                            <a:ext uri="{FF2B5EF4-FFF2-40B4-BE49-F238E27FC236}">
                              <a16:creationId id="{6E635A09-51AD-1DBA-D32C-A705BB0856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2292" y="1522070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2769d43-e9ad-4abe-9dc2-bf0a1a55ffb0" id="1555" name="任意多边形: 形状 1554">
                          <a:extLst>
                            <a:ext uri="{FF2B5EF4-FFF2-40B4-BE49-F238E27FC236}">
                              <a16:creationId id="{6F2CDF2B-0357-FCDD-DE78-F50780271E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3914" y="1536793"/>
                          <a:ext cx="5300" cy="5301"/>
                        </a:xfrm>
                        <a:custGeom>
                          <a:avLst/>
                          <a:gdLst>
                            <a:gd fmla="*/ 5296 w 5300" name="connsiteX0"/>
                            <a:gd fmla="*/ 2821 h 5301" name="connsiteY0"/>
                            <a:gd fmla="*/ 2480 w 5300" name="connsiteX1"/>
                            <a:gd fmla="*/ 5296 h 5301" name="connsiteY1"/>
                            <a:gd fmla="*/ 5 w 5300" name="connsiteX2"/>
                            <a:gd fmla="*/ 2480 h 5301" name="connsiteY2"/>
                            <a:gd fmla="*/ 2821 w 5300" name="connsiteX3"/>
                            <a:gd fmla="*/ 5 h 5301" name="connsiteY3"/>
                            <a:gd fmla="*/ 5296 w 5300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4ee27e4-d493-46e7-a67e-4f4c8e8621b6" id="1556" name="任意多边形: 形状 1555">
                          <a:extLst>
                            <a:ext uri="{FF2B5EF4-FFF2-40B4-BE49-F238E27FC236}">
                              <a16:creationId id="{41F97A8A-D368-1221-743A-1A464DA4F4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5521" y="1511785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12d443e-a8fa-481b-8f22-3279bb3bbb89" id="1557" name="任意多边形: 形状 1556">
                          <a:extLst>
                            <a:ext uri="{FF2B5EF4-FFF2-40B4-BE49-F238E27FC236}">
                              <a16:creationId id="{33B5D511-BBDB-9936-2571-2C23BF56D3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7612" y="1533037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5bcf263-2096-4dd3-a80b-a203d20a52cf" id="1558" name="任意多边形: 形状 1557">
                          <a:extLst>
                            <a:ext uri="{FF2B5EF4-FFF2-40B4-BE49-F238E27FC236}">
                              <a16:creationId id="{61E35D8D-147A-83C7-1D8D-1D8FD90FA3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3856" y="1510803"/>
                          <a:ext cx="5300" cy="5301"/>
                        </a:xfrm>
                        <a:custGeom>
                          <a:avLst/>
                          <a:gdLst>
                            <a:gd fmla="*/ 5296 w 5300" name="connsiteX0"/>
                            <a:gd fmla="*/ 2821 h 5301" name="connsiteY0"/>
                            <a:gd fmla="*/ 2480 w 5300" name="connsiteX1"/>
                            <a:gd fmla="*/ 5296 h 5301" name="connsiteY1"/>
                            <a:gd fmla="*/ 5 w 5300" name="connsiteX2"/>
                            <a:gd fmla="*/ 2480 h 5301" name="connsiteY2"/>
                            <a:gd fmla="*/ 2821 w 5300" name="connsiteX3"/>
                            <a:gd fmla="*/ 5 h 5301" name="connsiteY3"/>
                            <a:gd fmla="*/ 5296 w 5300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763f3e6-36c4-439b-aca5-cd4ba4a6bb50" id="1559" name="任意多边形: 形状 1558">
                          <a:extLst>
                            <a:ext uri="{FF2B5EF4-FFF2-40B4-BE49-F238E27FC236}">
                              <a16:creationId id="{0B208C75-FEC8-879D-D0A5-6A751A2C0B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4254" y="1525441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afa9057-b3c3-48ab-a9c5-d2ee05c22d10" id="1560" name="任意多边形: 形状 1559">
                          <a:extLst>
                            <a:ext uri="{FF2B5EF4-FFF2-40B4-BE49-F238E27FC236}">
                              <a16:creationId id="{6D21F32D-E39C-0D5B-3CA0-CDC7E01CD9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7429" y="1518485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9a53301-30bc-4c7e-be31-483856656baa" id="1561" name="任意多边形: 形状 1560">
                          <a:extLst>
                            <a:ext uri="{FF2B5EF4-FFF2-40B4-BE49-F238E27FC236}">
                              <a16:creationId id="{7027AE4B-075D-9F4B-5727-3247BC235A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5437" y="1510334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3602870-ed3c-4fd5-803b-d4b34226218b" id="1562" name="任意多边形: 形状 1561">
                          <a:extLst>
                            <a:ext uri="{FF2B5EF4-FFF2-40B4-BE49-F238E27FC236}">
                              <a16:creationId id="{C5EF4498-1BC3-88D4-4EFF-5640F123C4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7059" y="1525100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e350ca0-848b-4937-befb-d68045217654" id="1563" name="任意多边形: 形状 1562">
                          <a:extLst>
                            <a:ext uri="{FF2B5EF4-FFF2-40B4-BE49-F238E27FC236}">
                              <a16:creationId id="{6F3C5BE5-D759-2F88-C608-4CF52D8694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8667" y="1500049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706169f-e9d8-4b0b-aca8-8934843feb2b" id="1564" name="任意多边形: 形状 1563">
                          <a:extLst>
                            <a:ext uri="{FF2B5EF4-FFF2-40B4-BE49-F238E27FC236}">
                              <a16:creationId id="{D7B6F062-BF5E-ABE9-B75C-EAC3FBF80C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0757" y="1521344"/>
                          <a:ext cx="5300" cy="5301"/>
                        </a:xfrm>
                        <a:custGeom>
                          <a:avLst/>
                          <a:gdLst>
                            <a:gd fmla="*/ 5296 w 5300" name="connsiteX0"/>
                            <a:gd fmla="*/ 2821 h 5301" name="connsiteY0"/>
                            <a:gd fmla="*/ 2480 w 5300" name="connsiteX1"/>
                            <a:gd fmla="*/ 5296 h 5301" name="connsiteY1"/>
                            <a:gd fmla="*/ 5 w 5300" name="connsiteX2"/>
                            <a:gd fmla="*/ 2480 h 5301" name="connsiteY2"/>
                            <a:gd fmla="*/ 2821 w 5300" name="connsiteX3"/>
                            <a:gd fmla="*/ 5 h 5301" name="connsiteY3"/>
                            <a:gd fmla="*/ 5296 w 5300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e92693f-12e2-4fdc-9387-a017c176a290" id="1565" name="任意多边形: 形状 1564">
                          <a:extLst>
                            <a:ext uri="{FF2B5EF4-FFF2-40B4-BE49-F238E27FC236}">
                              <a16:creationId id="{9242E10A-3D4D-FC53-13D6-C4FEEE84CE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1297" y="1496037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b0c46de-f4c6-484f-8d05-ffa8541ce153" id="1566" name="任意多边形: 形状 1565">
                          <a:extLst>
                            <a:ext uri="{FF2B5EF4-FFF2-40B4-BE49-F238E27FC236}">
                              <a16:creationId id="{C9F7185F-F10E-337A-F01C-C5BCDC652E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6745" y="1502866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7cd0602-6a74-4ef7-b6f2-64c6dbbb3d36" id="1567" name="任意多边形: 形状 1566">
                          <a:extLst>
                            <a:ext uri="{FF2B5EF4-FFF2-40B4-BE49-F238E27FC236}">
                              <a16:creationId id="{D3FA5E04-D4B0-C52C-33DF-BE754EB56A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1468" y="1597606"/>
                          <a:ext cx="5300" cy="5301"/>
                        </a:xfrm>
                        <a:custGeom>
                          <a:avLst/>
                          <a:gdLst>
                            <a:gd fmla="*/ 5296 w 5300" name="connsiteX0"/>
                            <a:gd fmla="*/ 2821 h 5301" name="connsiteY0"/>
                            <a:gd fmla="*/ 2480 w 5300" name="connsiteX1"/>
                            <a:gd fmla="*/ 5296 h 5301" name="connsiteY1"/>
                            <a:gd fmla="*/ 5 w 5300" name="connsiteX2"/>
                            <a:gd fmla="*/ 2480 h 5301" name="connsiteY2"/>
                            <a:gd fmla="*/ 2821 w 5300" name="connsiteX3"/>
                            <a:gd fmla="*/ 5 h 5301" name="connsiteY3"/>
                            <a:gd fmla="*/ 5296 w 5300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c1e301c-7153-481a-ad9a-d792847a5b03" id="1568" name="任意多边形: 形状 1567">
                          <a:extLst>
                            <a:ext uri="{FF2B5EF4-FFF2-40B4-BE49-F238E27FC236}">
                              <a16:creationId id="{740037AD-64FB-5E07-A0BF-7D8AE3CA15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9477" y="1589497"/>
                          <a:ext cx="5300" cy="5301"/>
                        </a:xfrm>
                        <a:custGeom>
                          <a:avLst/>
                          <a:gdLst>
                            <a:gd fmla="*/ 5296 w 5300" name="connsiteX0"/>
                            <a:gd fmla="*/ 2821 h 5301" name="connsiteY0"/>
                            <a:gd fmla="*/ 2480 w 5300" name="connsiteX1"/>
                            <a:gd fmla="*/ 5296 h 5301" name="connsiteY1"/>
                            <a:gd fmla="*/ 5 w 5300" name="connsiteX2"/>
                            <a:gd fmla="*/ 2480 h 5301" name="connsiteY2"/>
                            <a:gd fmla="*/ 2821 w 5300" name="connsiteX3"/>
                            <a:gd fmla="*/ 5 h 5301" name="connsiteY3"/>
                            <a:gd fmla="*/ 5296 w 5300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62cf409-de75-42b2-b110-9facef8600f8" id="1569" name="任意多边形: 形状 1568">
                          <a:extLst>
                            <a:ext uri="{FF2B5EF4-FFF2-40B4-BE49-F238E27FC236}">
                              <a16:creationId id="{E33F6FB1-C3A7-1407-ED32-3AD681F449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2421" y="1613695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6f8bbbf-56de-4ec5-9df4-dcfca3c54519" id="1570" name="任意多边形: 形状 1569">
                          <a:extLst>
                            <a:ext uri="{FF2B5EF4-FFF2-40B4-BE49-F238E27FC236}">
                              <a16:creationId id="{EE3CA640-C59C-FAD0-618B-4EDC8C65C5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2706" y="1579213"/>
                          <a:ext cx="5301" cy="5301"/>
                        </a:xfrm>
                        <a:custGeom>
                          <a:avLst/>
                          <a:gdLst>
                            <a:gd fmla="*/ 5297 w 5301" name="connsiteX0"/>
                            <a:gd fmla="*/ 2821 h 5301" name="connsiteY0"/>
                            <a:gd fmla="*/ 2480 w 5301" name="connsiteX1"/>
                            <a:gd fmla="*/ 5296 h 5301" name="connsiteY1"/>
                            <a:gd fmla="*/ 5 w 5301" name="connsiteX2"/>
                            <a:gd fmla="*/ 2480 h 5301" name="connsiteY2"/>
                            <a:gd fmla="*/ 2821 w 5301" name="connsiteX3"/>
                            <a:gd fmla="*/ 5 h 5301" name="connsiteY3"/>
                            <a:gd fmla="*/ 5297 w 5301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1">
                              <a:moveTo>
                                <a:pt x="5297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7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d658b91-8282-4104-8e1b-574408b431c7" id="1571" name="任意多边形: 形状 1570">
                          <a:extLst>
                            <a:ext uri="{FF2B5EF4-FFF2-40B4-BE49-F238E27FC236}">
                              <a16:creationId id="{0677B2BB-93BE-52C0-20E0-B6D26EE82F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4796" y="1600508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6143f85-edde-4e25-9c8e-f40d422e6596" id="1572" name="任意多边形: 形状 1571">
                          <a:extLst>
                            <a:ext uri="{FF2B5EF4-FFF2-40B4-BE49-F238E27FC236}">
                              <a16:creationId id="{C467C569-33C8-230B-9E58-04A84111E5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7812" y="1574732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4a06251-11ef-449d-9d58-3c2cf5dc0796" id="1573" name="任意多边形: 形状 1572">
                          <a:extLst>
                            <a:ext uri="{FF2B5EF4-FFF2-40B4-BE49-F238E27FC236}">
                              <a16:creationId id="{3C52716E-9AF4-F857-D8C8-A887140E3B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0784" y="1582029"/>
                          <a:ext cx="5300" cy="5301"/>
                        </a:xfrm>
                        <a:custGeom>
                          <a:avLst/>
                          <a:gdLst>
                            <a:gd fmla="*/ 5296 w 5300" name="connsiteX0"/>
                            <a:gd fmla="*/ 2821 h 5301" name="connsiteY0"/>
                            <a:gd fmla="*/ 2480 w 5300" name="connsiteX1"/>
                            <a:gd fmla="*/ 5296 h 5301" name="connsiteY1"/>
                            <a:gd fmla="*/ 5 w 5300" name="connsiteX2"/>
                            <a:gd fmla="*/ 2480 h 5301" name="connsiteY2"/>
                            <a:gd fmla="*/ 2821 w 5300" name="connsiteX3"/>
                            <a:gd fmla="*/ 5 h 5301" name="connsiteY3"/>
                            <a:gd fmla="*/ 5296 w 5300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47d4314-9c7e-4022-8595-979d3163dd83" id="1574" name="任意多边形: 形状 1573">
                          <a:extLst>
                            <a:ext uri="{FF2B5EF4-FFF2-40B4-BE49-F238E27FC236}">
                              <a16:creationId id="{ABDBB0E9-9B4A-D00C-A5C8-053DF80FE0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4951" y="1554631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5c2556f-0a43-4753-9fdf-5168706c28e1" id="1575" name="任意多边形: 形状 1574">
                          <a:extLst>
                            <a:ext uri="{FF2B5EF4-FFF2-40B4-BE49-F238E27FC236}">
                              <a16:creationId id="{86CB8A16-B5B0-BBD4-F2BC-1B51E3C216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2959" y="1546480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0707097-7991-4e45-82e7-0158d9c11f60" id="1576" name="任意多边形: 形状 1575">
                          <a:extLst>
                            <a:ext uri="{FF2B5EF4-FFF2-40B4-BE49-F238E27FC236}">
                              <a16:creationId id="{611AD515-4AF6-6BB8-AE28-4BB15C5654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4581" y="1561246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3ea8e1c-4ce2-4966-86a7-c044233e2943" id="1577" name="任意多边形: 形状 1576">
                          <a:extLst>
                            <a:ext uri="{FF2B5EF4-FFF2-40B4-BE49-F238E27FC236}">
                              <a16:creationId id="{3B6F65BC-0A5D-6249-6C24-4108DC0894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8351" y="1542938"/>
                          <a:ext cx="5300" cy="5301"/>
                        </a:xfrm>
                        <a:custGeom>
                          <a:avLst/>
                          <a:gdLst>
                            <a:gd fmla="*/ 5296 w 5300" name="connsiteX0"/>
                            <a:gd fmla="*/ 2821 h 5301" name="connsiteY0"/>
                            <a:gd fmla="*/ 2480 w 5300" name="connsiteX1"/>
                            <a:gd fmla="*/ 5296 h 5301" name="connsiteY1"/>
                            <a:gd fmla="*/ 5 w 5300" name="connsiteX2"/>
                            <a:gd fmla="*/ 2480 h 5301" name="connsiteY2"/>
                            <a:gd fmla="*/ 2821 w 5300" name="connsiteX3"/>
                            <a:gd fmla="*/ 5 h 5301" name="connsiteY3"/>
                            <a:gd fmla="*/ 5296 w 5300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3fec8bb-8fbe-4cc2-85b9-506539d6456b" id="1578" name="任意多边形: 形状 1577">
                          <a:extLst>
                            <a:ext uri="{FF2B5EF4-FFF2-40B4-BE49-F238E27FC236}">
                              <a16:creationId id="{381E495D-0C83-4AB5-3535-DBA7264B76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0996" y="1575329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7c94082-2bd7-4807-ab3e-87f3319126d0" id="1579" name="任意多边形: 形状 1578">
                          <a:extLst>
                            <a:ext uri="{FF2B5EF4-FFF2-40B4-BE49-F238E27FC236}">
                              <a16:creationId id="{CE77E5EE-1E8F-C955-BFF7-B1343AC686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1294" y="1531757"/>
                          <a:ext cx="5300" cy="5301"/>
                        </a:xfrm>
                        <a:custGeom>
                          <a:avLst/>
                          <a:gdLst>
                            <a:gd fmla="*/ 5296 w 5300" name="connsiteX0"/>
                            <a:gd fmla="*/ 2821 h 5301" name="connsiteY0"/>
                            <a:gd fmla="*/ 2480 w 5300" name="connsiteX1"/>
                            <a:gd fmla="*/ 5296 h 5301" name="connsiteY1"/>
                            <a:gd fmla="*/ 5 w 5300" name="connsiteX2"/>
                            <a:gd fmla="*/ 2480 h 5301" name="connsiteY2"/>
                            <a:gd fmla="*/ 2821 w 5300" name="connsiteX3"/>
                            <a:gd fmla="*/ 5 h 5301" name="connsiteY3"/>
                            <a:gd fmla="*/ 5296 w 5300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1304a0d-e2f9-4fb0-bf80-542447764510" id="1580" name="任意多边形: 形状 1579">
                          <a:extLst>
                            <a:ext uri="{FF2B5EF4-FFF2-40B4-BE49-F238E27FC236}">
                              <a16:creationId id="{D44A0228-3FD3-FE9B-509A-24DC21C9F0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4267" y="1539012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065f822-b21e-4118-8162-a99631fcc326" id="1581" name="任意多边形: 形状 1580">
                          <a:extLst>
                            <a:ext uri="{FF2B5EF4-FFF2-40B4-BE49-F238E27FC236}">
                              <a16:creationId id="{32B986A2-7D2F-EE5E-91C3-3BD82249C3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1780" y="1597563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42d4e53-fc7f-4621-abf6-29b6445dd7ed" id="1582" name="任意多边形: 形状 1581">
                          <a:extLst>
                            <a:ext uri="{FF2B5EF4-FFF2-40B4-BE49-F238E27FC236}">
                              <a16:creationId id="{0947FBAF-20B5-7133-B4BF-7BDCD8AEFE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7753" y="1600636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96916b1-49cd-461a-8d7b-c0012f76cfa6" id="1583" name="任意多边形: 形状 1582">
                          <a:extLst>
                            <a:ext uri="{FF2B5EF4-FFF2-40B4-BE49-F238E27FC236}">
                              <a16:creationId id="{7D58F7E6-1D91-BB11-7776-4B46B36B12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1849" y="1601489"/>
                          <a:ext cx="5300" cy="5301"/>
                        </a:xfrm>
                        <a:custGeom>
                          <a:avLst/>
                          <a:gdLst>
                            <a:gd fmla="*/ 5296 w 5300" name="connsiteX0"/>
                            <a:gd fmla="*/ 2821 h 5301" name="connsiteY0"/>
                            <a:gd fmla="*/ 2480 w 5300" name="connsiteX1"/>
                            <a:gd fmla="*/ 5296 h 5301" name="connsiteY1"/>
                            <a:gd fmla="*/ 5 w 5300" name="connsiteX2"/>
                            <a:gd fmla="*/ 2480 h 5301" name="connsiteY2"/>
                            <a:gd fmla="*/ 2821 w 5300" name="connsiteX3"/>
                            <a:gd fmla="*/ 5 h 5301" name="connsiteY3"/>
                            <a:gd fmla="*/ 5296 w 5300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1df5689-272b-4b3f-ab08-af288c118f88" id="1584" name="任意多边形: 形状 1583">
                          <a:extLst>
                            <a:ext uri="{FF2B5EF4-FFF2-40B4-BE49-F238E27FC236}">
                              <a16:creationId id="{3097430A-3D83-377D-9AD1-D0F37E3DB6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0983" y="1590351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9f25e91-4b1f-44b9-92e7-ff781a8baa86" id="1585" name="任意多边形: 形状 1584">
                          <a:extLst>
                            <a:ext uri="{FF2B5EF4-FFF2-40B4-BE49-F238E27FC236}">
                              <a16:creationId id="{40B08E9D-4D1E-3AEB-586B-2FA4832923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9233" y="1616042"/>
                          <a:ext cx="5300" cy="5301"/>
                        </a:xfrm>
                        <a:custGeom>
                          <a:avLst/>
                          <a:gdLst>
                            <a:gd fmla="*/ 5296 w 5300" name="connsiteX0"/>
                            <a:gd fmla="*/ 2821 h 5301" name="connsiteY0"/>
                            <a:gd fmla="*/ 2480 w 5300" name="connsiteX1"/>
                            <a:gd fmla="*/ 5296 h 5301" name="connsiteY1"/>
                            <a:gd fmla="*/ 5 w 5300" name="connsiteX2"/>
                            <a:gd fmla="*/ 2480 h 5301" name="connsiteY2"/>
                            <a:gd fmla="*/ 2821 w 5300" name="connsiteX3"/>
                            <a:gd fmla="*/ 5 h 5301" name="connsiteY3"/>
                            <a:gd fmla="*/ 5296 w 5300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4b757d6-8d05-441d-9c36-4b14d2a8d73c" id="1586" name="任意多边形: 形状 1585">
                          <a:extLst>
                            <a:ext uri="{FF2B5EF4-FFF2-40B4-BE49-F238E27FC236}">
                              <a16:creationId id="{C7D8382F-B679-C3EB-2CCF-55E8B2746C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6089" y="1585870"/>
                          <a:ext cx="5300" cy="5301"/>
                        </a:xfrm>
                        <a:custGeom>
                          <a:avLst/>
                          <a:gdLst>
                            <a:gd fmla="*/ 5296 w 5300" name="connsiteX0"/>
                            <a:gd fmla="*/ 2821 h 5301" name="connsiteY0"/>
                            <a:gd fmla="*/ 2480 w 5300" name="connsiteX1"/>
                            <a:gd fmla="*/ 5296 h 5301" name="connsiteY1"/>
                            <a:gd fmla="*/ 5 w 5300" name="connsiteX2"/>
                            <a:gd fmla="*/ 2480 h 5301" name="connsiteY2"/>
                            <a:gd fmla="*/ 2821 w 5300" name="connsiteX3"/>
                            <a:gd fmla="*/ 5 h 5301" name="connsiteY3"/>
                            <a:gd fmla="*/ 5296 w 5300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732554e-b25f-4f7f-9aba-18790ff37ae6" id="1587" name="任意多边形: 形状 1586">
                          <a:extLst>
                            <a:ext uri="{FF2B5EF4-FFF2-40B4-BE49-F238E27FC236}">
                              <a16:creationId id="{3FE8C143-5BB1-A38A-FFD3-B120547056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8578" y="1569525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09114a7-a5ce-4d44-8e0f-8b390cc134cb" id="1588" name="任意多边形: 形状 1587">
                          <a:extLst>
                            <a:ext uri="{FF2B5EF4-FFF2-40B4-BE49-F238E27FC236}">
                              <a16:creationId id="{DE5EF6DD-F4FF-A3DB-9EBD-EC6B91C84D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1626" y="1590394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3e8d723-ea6a-4aed-b103-1868f23e54d4" id="1589" name="任意多边形: 形状 1588">
                          <a:extLst>
                            <a:ext uri="{FF2B5EF4-FFF2-40B4-BE49-F238E27FC236}">
                              <a16:creationId id="{2863D184-5AAA-0C7B-2E66-03D262E903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3845" y="1558045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1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093bcca-b50c-434b-b7db-351172b43775" id="1590" name="任意多边形: 形状 1589">
                          <a:extLst>
                            <a:ext uri="{FF2B5EF4-FFF2-40B4-BE49-F238E27FC236}">
                              <a16:creationId id="{C06FE611-CD2F-8650-AA00-3B1562D383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7301" y="1587833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ea5f248-ee53-4f5a-a7f6-cb96844af90c" id="1591" name="任意多边形: 形状 1590">
                          <a:extLst>
                            <a:ext uri="{FF2B5EF4-FFF2-40B4-BE49-F238E27FC236}">
                              <a16:creationId id="{C11EB952-AD89-4882-8A6C-D5D3DE8832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6605" y="1529069"/>
                          <a:ext cx="5300" cy="5301"/>
                        </a:xfrm>
                        <a:custGeom>
                          <a:avLst/>
                          <a:gdLst>
                            <a:gd fmla="*/ 5296 w 5300" name="connsiteX0"/>
                            <a:gd fmla="*/ 2821 h 5301" name="connsiteY0"/>
                            <a:gd fmla="*/ 2480 w 5300" name="connsiteX1"/>
                            <a:gd fmla="*/ 5296 h 5301" name="connsiteY1"/>
                            <a:gd fmla="*/ 5 w 5300" name="connsiteX2"/>
                            <a:gd fmla="*/ 2480 h 5301" name="connsiteY2"/>
                            <a:gd fmla="*/ 2821 w 5300" name="connsiteX3"/>
                            <a:gd fmla="*/ 5 h 5301" name="connsiteY3"/>
                            <a:gd fmla="*/ 5296 w 5300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c0cfd1b-7696-4aaa-b83f-03b1f5fc84d5" id="1592" name="任意多边形: 形状 1591">
                          <a:extLst>
                            <a:ext uri="{FF2B5EF4-FFF2-40B4-BE49-F238E27FC236}">
                              <a16:creationId id="{C0618507-1B19-5A9F-C52B-ECFC3FBC7E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9165" y="1569056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916d56b-f5d7-4f01-b1d5-e13033208177" id="1593" name="任意多边形: 形状 1592">
                          <a:extLst>
                            <a:ext uri="{FF2B5EF4-FFF2-40B4-BE49-F238E27FC236}">
                              <a16:creationId id="{A628F9F3-6992-F79A-1A68-33C863D9CF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5723" y="1530391"/>
                          <a:ext cx="5300" cy="5301"/>
                        </a:xfrm>
                        <a:custGeom>
                          <a:avLst/>
                          <a:gdLst>
                            <a:gd fmla="*/ 5296 w 5300" name="connsiteX0"/>
                            <a:gd fmla="*/ 2821 h 5301" name="connsiteY0"/>
                            <a:gd fmla="*/ 2480 w 5300" name="connsiteX1"/>
                            <a:gd fmla="*/ 5296 h 5301" name="connsiteY1"/>
                            <a:gd fmla="*/ 5 w 5300" name="connsiteX2"/>
                            <a:gd fmla="*/ 2480 h 5301" name="connsiteY2"/>
                            <a:gd fmla="*/ 2821 w 5300" name="connsiteX3"/>
                            <a:gd fmla="*/ 5 h 5301" name="connsiteY3"/>
                            <a:gd fmla="*/ 5296 w 5300" name="connsiteX4"/>
                            <a:gd fmla="*/ 2821 h 530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1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0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1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29e978a-573f-4c5b-80e0-4ad1921a431b" id="1594" name="任意多边形: 形状 1593">
                          <a:extLst>
                            <a:ext uri="{FF2B5EF4-FFF2-40B4-BE49-F238E27FC236}">
                              <a16:creationId id="{0783D40A-19DA-A20F-F6BF-96DC39614B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5153" y="1550577"/>
                          <a:ext cx="5300" cy="5300"/>
                        </a:xfrm>
                        <a:custGeom>
                          <a:avLst/>
                          <a:gdLst>
                            <a:gd fmla="*/ 5296 w 5300" name="connsiteX0"/>
                            <a:gd fmla="*/ 2821 h 5300" name="connsiteY0"/>
                            <a:gd fmla="*/ 2480 w 5300" name="connsiteX1"/>
                            <a:gd fmla="*/ 5296 h 5300" name="connsiteY1"/>
                            <a:gd fmla="*/ 5 w 5300" name="connsiteX2"/>
                            <a:gd fmla="*/ 2480 h 5300" name="connsiteY2"/>
                            <a:gd fmla="*/ 2821 w 5300" name="connsiteX3"/>
                            <a:gd fmla="*/ 5 h 5300" name="connsiteY3"/>
                            <a:gd fmla="*/ 5296 w 5300" name="connsiteX4"/>
                            <a:gd fmla="*/ 2821 h 530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300" w="5300">
                              <a:moveTo>
                                <a:pt x="5296" y="2821"/>
                              </a:moveTo>
                              <a:cubicBezTo>
                                <a:pt x="5211" y="4272"/>
                                <a:pt x="3931" y="5382"/>
                                <a:pt x="2480" y="5296"/>
                              </a:cubicBezTo>
                              <a:cubicBezTo>
                                <a:pt x="1029" y="5211"/>
                                <a:pt x="-81" y="3931"/>
                                <a:pt x="5" y="2480"/>
                              </a:cubicBezTo>
                              <a:cubicBezTo>
                                <a:pt x="90" y="1029"/>
                                <a:pt x="1370" y="-81"/>
                                <a:pt x="2821" y="5"/>
                              </a:cubicBezTo>
                              <a:cubicBezTo>
                                <a:pt x="4272" y="90"/>
                                <a:pt x="5382" y="1370"/>
                                <a:pt x="5296" y="28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adc5bbf0-bdae-4103-9414-f4d3b8ea856c" id="1482" name="图形 6643">
                        <a:extLst>
                          <a:ext uri="{FF2B5EF4-FFF2-40B4-BE49-F238E27FC236}">
                            <a16:creationId id="{5C761348-83C3-946D-43C9-CD4DB46F4A5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95922" y="1429027"/>
                        <a:ext cx="157288" cy="148113"/>
                        <a:chOff x="6695922" y="1429027"/>
                        <a:chExt cx="157288" cy="148113"/>
                      </a:xfrm>
                      <a:solidFill>
                        <a:srgbClr val="494950"/>
                      </a:solidFill>
                    </p:grpSpPr>
                    <p:sp>
                      <p:nvSpPr>
                        <p:cNvPr descr="e38f4d69-047c-41dd-abc5-9f21a897e284" id="1483" name="任意多边形: 形状 1482">
                          <a:extLst>
                            <a:ext uri="{FF2B5EF4-FFF2-40B4-BE49-F238E27FC236}">
                              <a16:creationId id="{FCD2A262-E36B-54D0-6418-F1CA2D59AB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2654" y="1482969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48f8839-2a70-4713-bc2b-30fb1a3c426b" id="1484" name="任意多边形: 形状 1483">
                          <a:extLst>
                            <a:ext uri="{FF2B5EF4-FFF2-40B4-BE49-F238E27FC236}">
                              <a16:creationId id="{4E855FF3-7282-D4D5-7EE4-42FEDA49D9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8144" y="1482500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f16f7cc-9d37-4db8-8cea-6a71e2c5acd8" id="1485" name="任意多边形: 形状 1484">
                          <a:extLst>
                            <a:ext uri="{FF2B5EF4-FFF2-40B4-BE49-F238E27FC236}">
                              <a16:creationId id="{D3CA40F5-1048-EF76-AE28-04335CEC14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7447" y="1494107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435044e-cf73-45f6-9ec4-97172f2ce44d" id="1486" name="任意多边形: 形状 1485">
                          <a:extLst>
                            <a:ext uri="{FF2B5EF4-FFF2-40B4-BE49-F238E27FC236}">
                              <a16:creationId id="{48AF4A91-B23C-9D23-3A7A-E251ABFCC0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3862" y="1466752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783a06f-aad1-48d5-8a61-217507dda2d7" id="1487" name="任意多边形: 形状 1486">
                          <a:extLst>
                            <a:ext uri="{FF2B5EF4-FFF2-40B4-BE49-F238E27FC236}">
                              <a16:creationId id="{902B4FB5-600A-F3E6-711F-BCB245287D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1657" y="1499655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28cb59e-238a-43dd-8c51-672fc1ea480a" id="1488" name="任意多边形: 形状 1487">
                          <a:extLst>
                            <a:ext uri="{FF2B5EF4-FFF2-40B4-BE49-F238E27FC236}">
                              <a16:creationId id="{50A9C18E-11B4-71AE-8B3D-5EFC671339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8883" y="1470934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fcde165-992a-4bc8-b2da-22270a5dba14" id="1489" name="任意多边形: 形状 1488">
                          <a:extLst>
                            <a:ext uri="{FF2B5EF4-FFF2-40B4-BE49-F238E27FC236}">
                              <a16:creationId id="{E8103829-7DA9-8D63-3573-46804FD91F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8385" y="1486212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875d6b6-2ec4-4185-9e7c-8fad009a2a75" id="1490" name="任意多边形: 形状 1489">
                          <a:extLst>
                            <a:ext uri="{FF2B5EF4-FFF2-40B4-BE49-F238E27FC236}">
                              <a16:creationId id="{91686D36-5A3D-9CE9-EBE1-E1B883AB46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8371" y="1515744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0c48060-56be-4581-ab22-657a3a1a2260" id="1491" name="任意多边形: 形状 1490">
                          <a:extLst>
                            <a:ext uri="{FF2B5EF4-FFF2-40B4-BE49-F238E27FC236}">
                              <a16:creationId id="{8C1F3CF6-B09B-684A-A8CE-C010D93CA7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3904" y="1515317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ef3d4d3-9d31-486f-a892-8981cfc06ee5" id="1492" name="任意多边形: 形状 1491">
                          <a:extLst>
                            <a:ext uri="{FF2B5EF4-FFF2-40B4-BE49-F238E27FC236}">
                              <a16:creationId id="{EB4B0E4A-114A-9DA1-94F2-F8A5571B05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3207" y="1526882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82c2dd8-addc-4c95-9f01-b31325b58504" id="1493" name="任意多边形: 形状 1492">
                          <a:extLst>
                            <a:ext uri="{FF2B5EF4-FFF2-40B4-BE49-F238E27FC236}">
                              <a16:creationId id="{C5D05FA1-FAFF-34F2-FAF7-6868206EB4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9580" y="1499527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5172a70-c6b3-49f3-964e-cd4716fb6d76" id="1494" name="任意多边形: 形状 1493">
                          <a:extLst>
                            <a:ext uri="{FF2B5EF4-FFF2-40B4-BE49-F238E27FC236}">
                              <a16:creationId id="{62B396F8-8CC3-0497-35D5-066F765303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7417" y="1532430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af471c8-2087-4ee7-a186-4b5d86839c05" id="1495" name="任意多边形: 形状 1494">
                          <a:extLst>
                            <a:ext uri="{FF2B5EF4-FFF2-40B4-BE49-F238E27FC236}">
                              <a16:creationId id="{3EC5346A-2E76-9E3B-B2A5-CBFD0EC7D6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4601" y="1503709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d0bf279-fc9a-4009-b31f-df3822e47332" id="1496" name="任意多边形: 形状 1495">
                          <a:extLst>
                            <a:ext uri="{FF2B5EF4-FFF2-40B4-BE49-F238E27FC236}">
                              <a16:creationId id="{261ECB87-7CC3-2782-8EAA-3BACB47C1C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4103" y="1519030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d903aa7-e684-49ca-8d12-2e6e0b7dff16" id="1497" name="任意多边形: 形状 1496">
                          <a:extLst>
                            <a:ext uri="{FF2B5EF4-FFF2-40B4-BE49-F238E27FC236}">
                              <a16:creationId id="{F39704B8-7299-46C3-8D41-15838F1C55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8783" y="1478232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8240a2a-ce5c-49e1-afc2-61c0a46fc259" id="1498" name="任意多边形: 形状 1497">
                          <a:extLst>
                            <a:ext uri="{FF2B5EF4-FFF2-40B4-BE49-F238E27FC236}">
                              <a16:creationId id="{852C8346-9938-03E2-B9F6-D19EA801CC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4316" y="1477763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094c235-20d7-42b6-8d6c-dedc7da5543c" id="1499" name="任意多边形: 形状 1498">
                          <a:extLst>
                            <a:ext uri="{FF2B5EF4-FFF2-40B4-BE49-F238E27FC236}">
                              <a16:creationId id="{C0EE1801-2CBE-9CC7-36C0-414B48993C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3576" y="1489370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bccb9f3-54b3-4018-8da2-406d12258b06" id="1500" name="任意多边形: 形状 1499">
                          <a:extLst>
                            <a:ext uri="{FF2B5EF4-FFF2-40B4-BE49-F238E27FC236}">
                              <a16:creationId id="{0432EBDC-56EB-80B8-BF7B-A0F4AF6E90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9992" y="1462015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c1438ab-b343-4fd2-866a-9c398406faff" id="1501" name="任意多边形: 形状 1500">
                          <a:extLst>
                            <a:ext uri="{FF2B5EF4-FFF2-40B4-BE49-F238E27FC236}">
                              <a16:creationId id="{CB13DC5E-F9AF-E63F-048E-D0E331EEF4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7829" y="1494918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7b8a2f1-7447-4126-89e5-254ae2276a72" id="1502" name="任意多边形: 形状 1501">
                          <a:extLst>
                            <a:ext uri="{FF2B5EF4-FFF2-40B4-BE49-F238E27FC236}">
                              <a16:creationId id="{1A0EFFDA-B4A1-23A8-D411-58E7DFC1AE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2722" y="1478189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1c70a86-cd63-4c7a-9e3e-ba704c1d7b8d" id="1503" name="任意多边形: 形状 1502">
                          <a:extLst>
                            <a:ext uri="{FF2B5EF4-FFF2-40B4-BE49-F238E27FC236}">
                              <a16:creationId id="{4E5746B0-18D5-722A-0325-4E9BA088C9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2423" y="1495644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99ab454-7635-450f-b343-52ca1a809ed6" id="1504" name="任意多边形: 形状 1503">
                          <a:extLst>
                            <a:ext uri="{FF2B5EF4-FFF2-40B4-BE49-F238E27FC236}">
                              <a16:creationId id="{B6B63FA4-948F-B3E9-C5CC-ABF08A646A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8955" y="1445244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a818d19-83df-4b56-809c-7dcc940ebf38" id="1505" name="任意多边形: 形状 1504">
                          <a:extLst>
                            <a:ext uri="{FF2B5EF4-FFF2-40B4-BE49-F238E27FC236}">
                              <a16:creationId id="{B5C2A79C-3C44-5706-DFBD-124972B129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4445" y="1444774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a8bdcb3-c75b-43f8-8a8f-aeced340d932" id="1506" name="任意多边形: 形状 1505">
                          <a:extLst>
                            <a:ext uri="{FF2B5EF4-FFF2-40B4-BE49-F238E27FC236}">
                              <a16:creationId id="{D2ACA18F-C5F5-B833-320F-C97DDA9BB9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3748" y="1456382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caf50b9-3b13-4372-b14a-4dcee859ca67" id="1507" name="任意多边形: 形状 1506">
                          <a:extLst>
                            <a:ext uri="{FF2B5EF4-FFF2-40B4-BE49-F238E27FC236}">
                              <a16:creationId id="{CD1F7A19-4996-49A7-9314-8680D7E90D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0121" y="1429027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318b5af-eed0-4793-b103-4b839c07114a" id="1508" name="任意多边形: 形状 1507">
                          <a:extLst>
                            <a:ext uri="{FF2B5EF4-FFF2-40B4-BE49-F238E27FC236}">
                              <a16:creationId id="{3140EA02-15C6-B267-653E-59E2517768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7958" y="1461930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8a7519c-5ae7-44b2-a6aa-67b2aedfa4b8" id="1509" name="任意多边形: 形状 1508">
                          <a:extLst>
                            <a:ext uri="{FF2B5EF4-FFF2-40B4-BE49-F238E27FC236}">
                              <a16:creationId id="{31800285-FE17-47BC-C668-8EAF2CE057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8000" y="1450962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3dcc520-a3e4-40c0-9727-95484effd02e" id="1510" name="任意多边形: 形状 1509">
                          <a:extLst>
                            <a:ext uri="{FF2B5EF4-FFF2-40B4-BE49-F238E27FC236}">
                              <a16:creationId id="{6302D8A3-09F9-1F16-1E42-9CA44F2432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4686" y="1448487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8738a02-3ff0-4807-b18b-6950171260ec" id="1511" name="任意多边形: 形状 1510">
                          <a:extLst>
                            <a:ext uri="{FF2B5EF4-FFF2-40B4-BE49-F238E27FC236}">
                              <a16:creationId id="{1A1DA482-8D86-FC27-871E-5C689FA8C7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7846" y="1520609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5335bd1-15a5-48d0-87ce-45a3957e62a8" id="1512" name="任意多边形: 形状 1511">
                          <a:extLst>
                            <a:ext uri="{FF2B5EF4-FFF2-40B4-BE49-F238E27FC236}">
                              <a16:creationId id="{40021338-F3A9-1FE8-8595-EDF35721C7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3379" y="1520182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31d2baa-c110-4345-9746-35aba0f21403" id="1513" name="任意多边形: 形状 1512">
                          <a:extLst>
                            <a:ext uri="{FF2B5EF4-FFF2-40B4-BE49-F238E27FC236}">
                              <a16:creationId id="{B95DC8C0-DF57-3BA7-4537-C336F4A615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8828" y="1539002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c9530dd-26bc-4675-bb0f-9bbfd3f67aa9" id="1514" name="任意多边形: 形状 1513">
                          <a:extLst>
                            <a:ext uri="{FF2B5EF4-FFF2-40B4-BE49-F238E27FC236}">
                              <a16:creationId id="{A445FA32-F5FC-DDDB-CE37-79B839ACE8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9055" y="1504392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f36c584-4553-4c14-96e9-404b1a89fb53" id="1515" name="任意多边形: 形状 1514">
                          <a:extLst>
                            <a:ext uri="{FF2B5EF4-FFF2-40B4-BE49-F238E27FC236}">
                              <a16:creationId id="{AC7FA787-A49F-230F-232B-1D99AFACE3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6893" y="1537295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bf40a42-b24c-4f03-bfd2-b70c07f0a5ea" id="1516" name="任意多边形: 形状 1515">
                          <a:extLst>
                            <a:ext uri="{FF2B5EF4-FFF2-40B4-BE49-F238E27FC236}">
                              <a16:creationId id="{11AFAEF1-6FFD-4654-FA16-F77FF1F66C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94076" y="1508617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ac04e4b-42f9-438f-a76b-ff1cdb7bafad" id="1517" name="任意多边形: 形状 1516">
                          <a:extLst>
                            <a:ext uri="{FF2B5EF4-FFF2-40B4-BE49-F238E27FC236}">
                              <a16:creationId id="{F9D00F21-CE0B-E639-D006-5654FEE785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3578" y="1523895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def4d30-417c-4137-b9ae-9ae6d9fa974f" id="1518" name="任意多边形: 形状 1517">
                          <a:extLst>
                            <a:ext uri="{FF2B5EF4-FFF2-40B4-BE49-F238E27FC236}">
                              <a16:creationId id="{D623EDEE-5E93-5A6C-D1C1-027FFFC0B5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0190" y="1525261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b80506c-4dd0-46b3-b48f-05c667cadd63" id="1519" name="任意多边形: 形状 1518">
                          <a:extLst>
                            <a:ext uri="{FF2B5EF4-FFF2-40B4-BE49-F238E27FC236}">
                              <a16:creationId id="{088AAF73-D170-2A42-A921-A628FCD404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15723" y="1524834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95722dc-7359-4f4d-8506-188000b15cf0" id="1520" name="任意多边形: 形状 1519">
                          <a:extLst>
                            <a:ext uri="{FF2B5EF4-FFF2-40B4-BE49-F238E27FC236}">
                              <a16:creationId id="{2128E890-C368-447A-1598-47E04C1ED1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5026" y="1536442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de384da-0565-4ea5-bd81-9c9a68e1bf80" id="1521" name="任意多边形: 形状 1520">
                          <a:extLst>
                            <a:ext uri="{FF2B5EF4-FFF2-40B4-BE49-F238E27FC236}">
                              <a16:creationId id="{D021C8EA-E439-7939-26A5-3C5FDACE8A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35269" y="1508233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5b07b20-3739-4550-9814-e4c23ee4c5f9" id="1522" name="任意多边形: 形状 1521">
                          <a:extLst>
                            <a:ext uri="{FF2B5EF4-FFF2-40B4-BE49-F238E27FC236}">
                              <a16:creationId id="{4E5909CB-5D90-A3E0-4218-B61180DD6E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29507" y="1550226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cd21426-602b-4222-9178-ceaba743f70f" id="1523" name="任意多边形: 形状 1522">
                          <a:extLst>
                            <a:ext uri="{FF2B5EF4-FFF2-40B4-BE49-F238E27FC236}">
                              <a16:creationId id="{B76C08F7-54D0-F382-1389-746B91CD9F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06420" y="1513269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b32c126-0ca2-4630-8379-522e18ded0a9" id="1524" name="任意多边形: 形状 1523">
                          <a:extLst>
                            <a:ext uri="{FF2B5EF4-FFF2-40B4-BE49-F238E27FC236}">
                              <a16:creationId id="{14C012E5-5A4B-027E-E341-734886C491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695922" y="1528547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1990c56-f3fc-4fc3-9117-c8ae0dae2666" id="1525" name="任意多边形: 形状 1524">
                          <a:extLst>
                            <a:ext uri="{FF2B5EF4-FFF2-40B4-BE49-F238E27FC236}">
                              <a16:creationId id="{D574FCC4-30BE-7A01-B708-C26727EE13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4303" y="1541819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77c498c-a392-4bb2-8551-fc13127d9ca7" id="1526" name="任意多边形: 形状 1525">
                          <a:extLst>
                            <a:ext uri="{FF2B5EF4-FFF2-40B4-BE49-F238E27FC236}">
                              <a16:creationId id="{3D827D4D-A5A5-649D-DE44-9C927A9DF4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65654" y="1557268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3b2ba24-7710-4813-93cb-89c35b2ea0d2" id="1527" name="任意多边形: 形状 1526">
                          <a:extLst>
                            <a:ext uri="{FF2B5EF4-FFF2-40B4-BE49-F238E27FC236}">
                              <a16:creationId id="{982E84D4-DF6E-5183-39D0-896A816F54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4273" y="1571863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368eb42-9aa1-4c00-8b68-93dd627b2a19" id="1528" name="任意多边形: 形状 1527">
                          <a:extLst>
                            <a:ext uri="{FF2B5EF4-FFF2-40B4-BE49-F238E27FC236}">
                              <a16:creationId id="{36F66E27-900D-DF0A-5CCE-9314BE21C0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71330" y="1541478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1f468b-c9a9-4e18-af33-42ff78c707f0" id="1529" name="任意多边形: 形状 1528">
                          <a:extLst>
                            <a:ext uri="{FF2B5EF4-FFF2-40B4-BE49-F238E27FC236}">
                              <a16:creationId id="{F3CF488A-C4D9-D2A2-6834-CE0D3C5585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83620" y="1564138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c022021-5e31-4483-9917-7508c6db53f7" id="1530" name="任意多边形: 形状 1529">
                          <a:extLst>
                            <a:ext uri="{FF2B5EF4-FFF2-40B4-BE49-F238E27FC236}">
                              <a16:creationId id="{850899BE-079C-E802-C520-B9926D35C9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56351" y="1545702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e0a3e9d-79ca-4517-a310-f53f4f590745" id="1531" name="任意多边形: 形状 1530">
                          <a:extLst>
                            <a:ext uri="{FF2B5EF4-FFF2-40B4-BE49-F238E27FC236}">
                              <a16:creationId id="{243DC47D-6573-51C0-B621-FE8379584B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741286" y="1535887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05e0318-29f0-4157-ad17-e96cc366e15b" id="1532" name="任意多边形: 形状 1531">
                          <a:extLst>
                            <a:ext uri="{FF2B5EF4-FFF2-40B4-BE49-F238E27FC236}">
                              <a16:creationId id="{39B79C2C-059F-5591-EB09-C08DB1AAC4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47933" y="1492998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e4f23fc-2f0c-4bca-be4b-de550e559a87" id="1533" name="任意多边形: 形状 1532">
                          <a:extLst>
                            <a:ext uri="{FF2B5EF4-FFF2-40B4-BE49-F238E27FC236}">
                              <a16:creationId id="{CBD36610-CCA2-67E3-5D94-F9A588A223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32441" y="1464490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28580e-8f20-49d8-810d-08cb9c3f5713" id="1534" name="任意多边形: 形状 1533">
                          <a:extLst>
                            <a:ext uri="{FF2B5EF4-FFF2-40B4-BE49-F238E27FC236}">
                              <a16:creationId id="{78B9371A-1447-17E7-311C-100DC8184A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5997" y="1503837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98f14b6-996a-4adf-b82d-26472b74c975" id="1535" name="任意多边形: 形状 1534">
                          <a:extLst>
                            <a:ext uri="{FF2B5EF4-FFF2-40B4-BE49-F238E27FC236}">
                              <a16:creationId id="{0D2046C7-D9F0-5A49-8393-8B7E487FCD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02355" y="1449255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8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f6beb9f-fb4d-417f-af41-fd7c48d4104d" id="1536" name="任意多边形: 形状 1535">
                          <a:extLst>
                            <a:ext uri="{FF2B5EF4-FFF2-40B4-BE49-F238E27FC236}">
                              <a16:creationId id="{888AE4DE-FA3D-540C-0BD5-AF08945516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25955" y="1481603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0a27296-2d35-44c8-8760-692763778c38" id="1537" name="任意多边形: 形状 1536">
                          <a:extLst>
                            <a:ext uri="{FF2B5EF4-FFF2-40B4-BE49-F238E27FC236}">
                              <a16:creationId id="{5201F174-FA23-1756-927C-4C3BC1EE46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9212" y="1440123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8" y="5647"/>
                                <a:pt x="996" y="5178"/>
                                <a:pt x="313" y="3898"/>
                              </a:cubicBezTo>
                              <a:cubicBezTo>
                                <a:pt x="-370" y="2618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8811f16-ece0-4ce1-8bc4-2c4471c7955b" id="1538" name="任意多边形: 形状 1537">
                          <a:extLst>
                            <a:ext uri="{FF2B5EF4-FFF2-40B4-BE49-F238E27FC236}">
                              <a16:creationId id="{1BEFD753-8BF0-C037-EA06-AF6FABB1B7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6812640" y="1468203"/>
                          <a:ext cx="5277" cy="5277"/>
                        </a:xfrm>
                        <a:custGeom>
                          <a:avLst/>
                          <a:gdLst>
                            <a:gd fmla="*/ 4965 w 5277" name="connsiteX0"/>
                            <a:gd fmla="*/ 1380 h 5277" name="connsiteY0"/>
                            <a:gd fmla="*/ 3898 w 5277" name="connsiteX1"/>
                            <a:gd fmla="*/ 4965 h 5277" name="connsiteY1"/>
                            <a:gd fmla="*/ 313 w 5277" name="connsiteX2"/>
                            <a:gd fmla="*/ 3898 h 5277" name="connsiteY2"/>
                            <a:gd fmla="*/ 1380 w 5277" name="connsiteX3"/>
                            <a:gd fmla="*/ 313 h 5277" name="connsiteY3"/>
                            <a:gd fmla="*/ 4965 w 5277" name="connsiteX4"/>
                            <a:gd fmla="*/ 1380 h 527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277" w="5277">
                              <a:moveTo>
                                <a:pt x="4965" y="1380"/>
                              </a:moveTo>
                              <a:cubicBezTo>
                                <a:pt x="5647" y="2660"/>
                                <a:pt x="5178" y="4282"/>
                                <a:pt x="3898" y="4965"/>
                              </a:cubicBezTo>
                              <a:cubicBezTo>
                                <a:pt x="2617" y="5647"/>
                                <a:pt x="996" y="5178"/>
                                <a:pt x="313" y="3898"/>
                              </a:cubicBezTo>
                              <a:cubicBezTo>
                                <a:pt x="-370" y="2617"/>
                                <a:pt x="100" y="996"/>
                                <a:pt x="1380" y="313"/>
                              </a:cubicBezTo>
                              <a:cubicBezTo>
                                <a:pt x="2660" y="-370"/>
                                <a:pt x="4282" y="100"/>
                                <a:pt x="4965" y="13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950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</p:grpSp>
              </p:grpSp>
              <p:sp>
                <p:nvSpPr>
                  <p:cNvPr descr="729d63ae-1aa5-439f-aff0-aa16217bd1be" id="1453" name="任意多边形: 形状 1452">
                    <a:extLst>
                      <a:ext uri="{FF2B5EF4-FFF2-40B4-BE49-F238E27FC236}">
                        <a16:creationId id="{A3B233E5-FF6C-9429-EC89-97FD839C4C45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6817092" y="1468772"/>
                    <a:ext cx="388733" cy="841225"/>
                  </a:xfrm>
                  <a:custGeom>
                    <a:avLst/>
                    <a:gdLst>
                      <a:gd fmla="*/ 0 w 388733" name="connsiteX0"/>
                      <a:gd fmla="*/ 0 h 841225" name="connsiteY0"/>
                      <a:gd fmla="*/ 388734 w 388733" name="connsiteX1"/>
                      <a:gd fmla="*/ 0 h 841225" name="connsiteY1"/>
                      <a:gd fmla="*/ 388734 w 388733" name="connsiteX2"/>
                      <a:gd fmla="*/ 841225 h 841225" name="connsiteY2"/>
                      <a:gd fmla="*/ 0 w 388733" name="connsiteX3"/>
                      <a:gd fmla="*/ 841225 h 841225" name="connsiteY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b="b" l="l" r="r" t="t"/>
                    <a:pathLst>
                      <a:path h="841225" w="388733">
                        <a:moveTo>
                          <a:pt x="0" y="0"/>
                        </a:moveTo>
                        <a:lnTo>
                          <a:pt x="388734" y="0"/>
                        </a:lnTo>
                        <a:lnTo>
                          <a:pt x="388734" y="841225"/>
                        </a:lnTo>
                        <a:lnTo>
                          <a:pt x="0" y="841225"/>
                        </a:lnTo>
                        <a:close/>
                      </a:path>
                    </a:pathLst>
                  </a:custGeom>
                  <a:solidFill>
                    <a:srgbClr val="797984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grpSp>
                <p:nvGrpSpPr>
                  <p:cNvPr descr="2ec62157-db32-47c2-8580-7b8cd68d7243" id="1454" name="图形 6643">
                    <a:extLst>
                      <a:ext uri="{FF2B5EF4-FFF2-40B4-BE49-F238E27FC236}">
                        <a16:creationId id="{059FFEF9-3B20-72BE-77AA-B3838F2FD023}"/>
                      </a:ext>
                    </a:extLst>
                  </p:cNvPr>
                  <p:cNvGrpSpPr/>
                  <p:nvPr/>
                </p:nvGrpSpPr>
                <p:grpSpPr>
                  <a:xfrm>
                    <a:off x="6893141" y="1555745"/>
                    <a:ext cx="249482" cy="64952"/>
                    <a:chOff x="6893141" y="1555745"/>
                    <a:chExt cx="249482" cy="64952"/>
                  </a:xfrm>
                  <a:solidFill>
                    <a:srgbClr val="31313B"/>
                  </a:solidFill>
                </p:grpSpPr>
                <p:sp>
                  <p:nvSpPr>
                    <p:cNvPr descr="69f06ffb-b592-41f3-892b-9ccd4bb1f168" id="1463" name="任意多边形: 形状 1462">
                      <a:extLst>
                        <a:ext uri="{FF2B5EF4-FFF2-40B4-BE49-F238E27FC236}">
                          <a16:creationId id="{C003FF33-7374-10F7-40F2-60CDEC7B90E6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6893141" y="1555745"/>
                      <a:ext cx="249482" cy="11394"/>
                    </a:xfrm>
                    <a:custGeom>
                      <a:avLst/>
                      <a:gdLst>
                        <a:gd fmla="*/ 249440 w 249482" name="connsiteX0"/>
                        <a:gd fmla="*/ 11394 h 11394" name="connsiteY0"/>
                        <a:gd fmla="*/ 0 w 249482" name="connsiteX1"/>
                        <a:gd fmla="*/ 11394 h 11394" name="connsiteY1"/>
                        <a:gd fmla="*/ 11394 w 249482" name="connsiteX2"/>
                        <a:gd fmla="*/ 0 h 11394" name="connsiteY2"/>
                        <a:gd fmla="*/ 238088 w 249482" name="connsiteX3"/>
                        <a:gd fmla="*/ 0 h 11394" name="connsiteY3"/>
                        <a:gd fmla="*/ 249483 w 249482" name="connsiteX4"/>
                        <a:gd fmla="*/ 11394 h 11394" name="connsiteY4"/>
                        <a:gd fmla="*/ 249483 w 249482" name="connsiteX5"/>
                        <a:gd fmla="*/ 11394 h 11394" name="connsiteY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b="b" l="l" r="r" t="t"/>
                      <a:pathLst>
                        <a:path h="11394" w="249482">
                          <a:moveTo>
                            <a:pt x="249440" y="11394"/>
                          </a:moveTo>
                          <a:lnTo>
                            <a:pt x="0" y="11394"/>
                          </a:lnTo>
                          <a:cubicBezTo>
                            <a:pt x="0" y="5121"/>
                            <a:pt x="5078" y="0"/>
                            <a:pt x="11394" y="0"/>
                          </a:cubicBezTo>
                          <a:lnTo>
                            <a:pt x="238088" y="0"/>
                          </a:lnTo>
                          <a:cubicBezTo>
                            <a:pt x="244362" y="0"/>
                            <a:pt x="249483" y="5078"/>
                            <a:pt x="249483" y="11394"/>
                          </a:cubicBezTo>
                          <a:lnTo>
                            <a:pt x="249483" y="11394"/>
                          </a:lnTo>
                          <a:close/>
                        </a:path>
                      </a:pathLst>
                    </a:custGeom>
                    <a:solidFill>
                      <a:srgbClr val="31313B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2d4b24bc-87d8-43bf-b6c6-5d2fb25f8213" id="1464" name="任意多边形: 形状 1463">
                      <a:extLst>
                        <a:ext uri="{FF2B5EF4-FFF2-40B4-BE49-F238E27FC236}">
                          <a16:creationId id="{2F06556D-5237-A0AE-412A-B1298F560B20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6893141" y="1582503"/>
                      <a:ext cx="249482" cy="11394"/>
                    </a:xfrm>
                    <a:custGeom>
                      <a:avLst/>
                      <a:gdLst>
                        <a:gd fmla="*/ 249440 w 249482" name="connsiteX0"/>
                        <a:gd fmla="*/ 11394 h 11394" name="connsiteY0"/>
                        <a:gd fmla="*/ 0 w 249482" name="connsiteX1"/>
                        <a:gd fmla="*/ 11394 h 11394" name="connsiteY1"/>
                        <a:gd fmla="*/ 11394 w 249482" name="connsiteX2"/>
                        <a:gd fmla="*/ 0 h 11394" name="connsiteY2"/>
                        <a:gd fmla="*/ 238088 w 249482" name="connsiteX3"/>
                        <a:gd fmla="*/ 0 h 11394" name="connsiteY3"/>
                        <a:gd fmla="*/ 249483 w 249482" name="connsiteX4"/>
                        <a:gd fmla="*/ 11394 h 11394" name="connsiteY4"/>
                        <a:gd fmla="*/ 249483 w 249482" name="connsiteX5"/>
                        <a:gd fmla="*/ 11394 h 11394" name="connsiteY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b="b" l="l" r="r" t="t"/>
                      <a:pathLst>
                        <a:path h="11394" w="249482">
                          <a:moveTo>
                            <a:pt x="249440" y="11394"/>
                          </a:moveTo>
                          <a:lnTo>
                            <a:pt x="0" y="11394"/>
                          </a:lnTo>
                          <a:cubicBezTo>
                            <a:pt x="0" y="5121"/>
                            <a:pt x="5078" y="0"/>
                            <a:pt x="11394" y="0"/>
                          </a:cubicBezTo>
                          <a:lnTo>
                            <a:pt x="238088" y="0"/>
                          </a:lnTo>
                          <a:cubicBezTo>
                            <a:pt x="244362" y="0"/>
                            <a:pt x="249483" y="5078"/>
                            <a:pt x="249483" y="11394"/>
                          </a:cubicBezTo>
                          <a:lnTo>
                            <a:pt x="249483" y="11394"/>
                          </a:lnTo>
                          <a:close/>
                        </a:path>
                      </a:pathLst>
                    </a:custGeom>
                    <a:solidFill>
                      <a:srgbClr val="31313B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515e1a58-45de-4272-b165-49e4f01a87e5" id="1465" name="任意多边形: 形状 1464">
                      <a:extLst>
                        <a:ext uri="{FF2B5EF4-FFF2-40B4-BE49-F238E27FC236}">
                          <a16:creationId id="{B2AF5794-ABD2-5EA5-AEA7-89517E9415DE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6893141" y="1609304"/>
                      <a:ext cx="249482" cy="11394"/>
                    </a:xfrm>
                    <a:custGeom>
                      <a:avLst/>
                      <a:gdLst>
                        <a:gd fmla="*/ 249440 w 249482" name="connsiteX0"/>
                        <a:gd fmla="*/ 11394 h 11394" name="connsiteY0"/>
                        <a:gd fmla="*/ 0 w 249482" name="connsiteX1"/>
                        <a:gd fmla="*/ 11394 h 11394" name="connsiteY1"/>
                        <a:gd fmla="*/ 11394 w 249482" name="connsiteX2"/>
                        <a:gd fmla="*/ 0 h 11394" name="connsiteY2"/>
                        <a:gd fmla="*/ 238088 w 249482" name="connsiteX3"/>
                        <a:gd fmla="*/ 0 h 11394" name="connsiteY3"/>
                        <a:gd fmla="*/ 249483 w 249482" name="connsiteX4"/>
                        <a:gd fmla="*/ 11394 h 11394" name="connsiteY4"/>
                        <a:gd fmla="*/ 249483 w 249482" name="connsiteX5"/>
                        <a:gd fmla="*/ 11394 h 11394" name="connsiteY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b="b" l="l" r="r" t="t"/>
                      <a:pathLst>
                        <a:path h="11394" w="249482">
                          <a:moveTo>
                            <a:pt x="249440" y="11394"/>
                          </a:moveTo>
                          <a:lnTo>
                            <a:pt x="0" y="11394"/>
                          </a:lnTo>
                          <a:cubicBezTo>
                            <a:pt x="0" y="5121"/>
                            <a:pt x="5078" y="0"/>
                            <a:pt x="11394" y="0"/>
                          </a:cubicBezTo>
                          <a:lnTo>
                            <a:pt x="238088" y="0"/>
                          </a:lnTo>
                          <a:cubicBezTo>
                            <a:pt x="244362" y="0"/>
                            <a:pt x="249483" y="5078"/>
                            <a:pt x="249483" y="11394"/>
                          </a:cubicBezTo>
                          <a:lnTo>
                            <a:pt x="249483" y="11394"/>
                          </a:lnTo>
                          <a:close/>
                        </a:path>
                      </a:pathLst>
                    </a:custGeom>
                    <a:solidFill>
                      <a:srgbClr val="31313B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</p:grpSp>
              <p:grpSp>
                <p:nvGrpSpPr>
                  <p:cNvPr descr="b1929dc3-635b-4b4c-8650-193bf8cca420" id="1455" name="图形 6643">
                    <a:extLst>
                      <a:ext uri="{FF2B5EF4-FFF2-40B4-BE49-F238E27FC236}">
                        <a16:creationId id="{F9F50334-2187-3371-70A8-DDE7F1DFA31E}"/>
                      </a:ext>
                    </a:extLst>
                  </p:cNvPr>
                  <p:cNvGrpSpPr/>
                  <p:nvPr/>
                </p:nvGrpSpPr>
                <p:grpSpPr>
                  <a:xfrm>
                    <a:off x="6893141" y="2027142"/>
                    <a:ext cx="249482" cy="64995"/>
                    <a:chOff x="6893141" y="2027142"/>
                    <a:chExt cx="249482" cy="64995"/>
                  </a:xfrm>
                  <a:solidFill>
                    <a:srgbClr val="31313B"/>
                  </a:solidFill>
                </p:grpSpPr>
                <p:sp>
                  <p:nvSpPr>
                    <p:cNvPr descr="7103615c-eef9-4de2-8a20-aaecb8f99633" id="1460" name="任意多边形: 形状 1459">
                      <a:extLst>
                        <a:ext uri="{FF2B5EF4-FFF2-40B4-BE49-F238E27FC236}">
                          <a16:creationId id="{B0ECB80B-02DF-BD77-1685-353F0EA7C9E1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6893141" y="2027142"/>
                      <a:ext cx="249482" cy="11394"/>
                    </a:xfrm>
                    <a:custGeom>
                      <a:avLst/>
                      <a:gdLst>
                        <a:gd fmla="*/ 249440 w 249482" name="connsiteX0"/>
                        <a:gd fmla="*/ 11394 h 11394" name="connsiteY0"/>
                        <a:gd fmla="*/ 0 w 249482" name="connsiteX1"/>
                        <a:gd fmla="*/ 11394 h 11394" name="connsiteY1"/>
                        <a:gd fmla="*/ 11394 w 249482" name="connsiteX2"/>
                        <a:gd fmla="*/ 0 h 11394" name="connsiteY2"/>
                        <a:gd fmla="*/ 238088 w 249482" name="connsiteX3"/>
                        <a:gd fmla="*/ 0 h 11394" name="connsiteY3"/>
                        <a:gd fmla="*/ 249483 w 249482" name="connsiteX4"/>
                        <a:gd fmla="*/ 11394 h 11394" name="connsiteY4"/>
                        <a:gd fmla="*/ 249483 w 249482" name="connsiteX5"/>
                        <a:gd fmla="*/ 11394 h 11394" name="connsiteY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b="b" l="l" r="r" t="t"/>
                      <a:pathLst>
                        <a:path h="11394" w="249482">
                          <a:moveTo>
                            <a:pt x="249440" y="11394"/>
                          </a:moveTo>
                          <a:lnTo>
                            <a:pt x="0" y="11394"/>
                          </a:lnTo>
                          <a:cubicBezTo>
                            <a:pt x="0" y="5121"/>
                            <a:pt x="5078" y="0"/>
                            <a:pt x="11394" y="0"/>
                          </a:cubicBezTo>
                          <a:lnTo>
                            <a:pt x="238088" y="0"/>
                          </a:lnTo>
                          <a:cubicBezTo>
                            <a:pt x="244362" y="0"/>
                            <a:pt x="249483" y="5078"/>
                            <a:pt x="249483" y="11394"/>
                          </a:cubicBezTo>
                          <a:lnTo>
                            <a:pt x="249483" y="11394"/>
                          </a:lnTo>
                          <a:close/>
                        </a:path>
                      </a:pathLst>
                    </a:custGeom>
                    <a:solidFill>
                      <a:srgbClr val="31313B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0a5989c3-b545-407e-82fd-cd61305f2c06" id="1461" name="任意多边形: 形状 1460">
                      <a:extLst>
                        <a:ext uri="{FF2B5EF4-FFF2-40B4-BE49-F238E27FC236}">
                          <a16:creationId id="{449E7E90-DA1E-3D17-9723-C47A4E69111C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6893141" y="2053943"/>
                      <a:ext cx="249482" cy="11394"/>
                    </a:xfrm>
                    <a:custGeom>
                      <a:avLst/>
                      <a:gdLst>
                        <a:gd fmla="*/ 249440 w 249482" name="connsiteX0"/>
                        <a:gd fmla="*/ 11394 h 11394" name="connsiteY0"/>
                        <a:gd fmla="*/ 0 w 249482" name="connsiteX1"/>
                        <a:gd fmla="*/ 11394 h 11394" name="connsiteY1"/>
                        <a:gd fmla="*/ 11394 w 249482" name="connsiteX2"/>
                        <a:gd fmla="*/ 0 h 11394" name="connsiteY2"/>
                        <a:gd fmla="*/ 238088 w 249482" name="connsiteX3"/>
                        <a:gd fmla="*/ 0 h 11394" name="connsiteY3"/>
                        <a:gd fmla="*/ 249483 w 249482" name="connsiteX4"/>
                        <a:gd fmla="*/ 11394 h 11394" name="connsiteY4"/>
                        <a:gd fmla="*/ 249483 w 249482" name="connsiteX5"/>
                        <a:gd fmla="*/ 11394 h 11394" name="connsiteY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b="b" l="l" r="r" t="t"/>
                      <a:pathLst>
                        <a:path h="11394" w="249482">
                          <a:moveTo>
                            <a:pt x="249440" y="11394"/>
                          </a:moveTo>
                          <a:lnTo>
                            <a:pt x="0" y="11394"/>
                          </a:lnTo>
                          <a:cubicBezTo>
                            <a:pt x="0" y="5121"/>
                            <a:pt x="5078" y="0"/>
                            <a:pt x="11394" y="0"/>
                          </a:cubicBezTo>
                          <a:lnTo>
                            <a:pt x="238088" y="0"/>
                          </a:lnTo>
                          <a:cubicBezTo>
                            <a:pt x="244362" y="0"/>
                            <a:pt x="249483" y="5078"/>
                            <a:pt x="249483" y="11394"/>
                          </a:cubicBezTo>
                          <a:lnTo>
                            <a:pt x="249483" y="11394"/>
                          </a:lnTo>
                          <a:close/>
                        </a:path>
                      </a:pathLst>
                    </a:custGeom>
                    <a:solidFill>
                      <a:srgbClr val="31313B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30e514a4-70b5-40d5-b55c-86e529d60ad8" id="1462" name="任意多边形: 形状 1461">
                      <a:extLst>
                        <a:ext uri="{FF2B5EF4-FFF2-40B4-BE49-F238E27FC236}">
                          <a16:creationId id="{64AFE61F-9EAA-98C5-287C-FACF3DB47C0B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6893184" y="2080743"/>
                      <a:ext cx="249439" cy="11394"/>
                    </a:xfrm>
                    <a:custGeom>
                      <a:avLst/>
                      <a:gdLst>
                        <a:gd fmla="*/ 11351 w 249439" name="connsiteX0"/>
                        <a:gd fmla="*/ 0 h 11394" name="connsiteY0"/>
                        <a:gd fmla="*/ 238045 w 249439" name="connsiteX1"/>
                        <a:gd fmla="*/ 0 h 11394" name="connsiteY1"/>
                        <a:gd fmla="*/ 249440 w 249439" name="connsiteX2"/>
                        <a:gd fmla="*/ 11394 h 11394" name="connsiteY2"/>
                        <a:gd fmla="*/ 0 w 249439" name="connsiteX3"/>
                        <a:gd fmla="*/ 11394 h 11394" name="connsiteY3"/>
                        <a:gd fmla="*/ 11394 w 249439" name="connsiteX4"/>
                        <a:gd fmla="*/ 0 h 11394" name="connsiteY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b="b" l="l" r="r" t="t"/>
                      <a:pathLst>
                        <a:path h="11394" w="249439">
                          <a:moveTo>
                            <a:pt x="11351" y="0"/>
                          </a:moveTo>
                          <a:lnTo>
                            <a:pt x="238045" y="0"/>
                          </a:lnTo>
                          <a:cubicBezTo>
                            <a:pt x="244319" y="0"/>
                            <a:pt x="249440" y="5078"/>
                            <a:pt x="249440" y="11394"/>
                          </a:cubicBezTo>
                          <a:lnTo>
                            <a:pt x="0" y="11394"/>
                          </a:lnTo>
                          <a:cubicBezTo>
                            <a:pt x="0" y="5121"/>
                            <a:pt x="5078" y="0"/>
                            <a:pt x="11394" y="0"/>
                          </a:cubicBezTo>
                          <a:close/>
                        </a:path>
                      </a:pathLst>
                    </a:custGeom>
                    <a:solidFill>
                      <a:srgbClr val="31313B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</p:grpSp>
              <p:grpSp>
                <p:nvGrpSpPr>
                  <p:cNvPr descr="f88ca0eb-5341-4d41-a912-168b3d47da34" id="1456" name="图形 6643">
                    <a:extLst>
                      <a:ext uri="{FF2B5EF4-FFF2-40B4-BE49-F238E27FC236}">
                        <a16:creationId id="{76BEECD1-518D-E008-7618-B126A3522F0F}"/>
                      </a:ext>
                    </a:extLst>
                  </p:cNvPr>
                  <p:cNvGrpSpPr/>
                  <p:nvPr/>
                </p:nvGrpSpPr>
                <p:grpSpPr>
                  <a:xfrm>
                    <a:off x="6925692" y="1720816"/>
                    <a:ext cx="207681" cy="186237"/>
                    <a:chOff x="6925692" y="1720816"/>
                    <a:chExt cx="207681" cy="186237"/>
                  </a:xfrm>
                </p:grpSpPr>
                <p:sp>
                  <p:nvSpPr>
                    <p:cNvPr descr="172fb1a6-d708-456a-915f-653bfe4d686e" id="1457" name="任意多边形: 形状 1456">
                      <a:extLst>
                        <a:ext uri="{FF2B5EF4-FFF2-40B4-BE49-F238E27FC236}">
                          <a16:creationId id="{98EE0168-BE9E-1A61-8344-F285F29C996B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6925692" y="1720816"/>
                      <a:ext cx="207681" cy="186237"/>
                    </a:xfrm>
                    <a:custGeom>
                      <a:avLst/>
                      <a:gdLst>
                        <a:gd fmla="*/ 26598 w 207681" name="connsiteX0"/>
                        <a:gd fmla="*/ 186237 h 186237" name="connsiteY0"/>
                        <a:gd fmla="*/ 181084 w 207681" name="connsiteX1"/>
                        <a:gd fmla="*/ 186237 h 186237" name="connsiteY1"/>
                        <a:gd fmla="*/ 203702 w 207681" name="connsiteX2"/>
                        <a:gd fmla="*/ 144073 h 186237" name="connsiteY2"/>
                        <a:gd fmla="*/ 126459 w 207681" name="connsiteX3"/>
                        <a:gd fmla="*/ 13187 h 186237" name="connsiteY3"/>
                        <a:gd fmla="*/ 81223 w 207681" name="connsiteX4"/>
                        <a:gd fmla="*/ 13187 h 186237" name="connsiteY4"/>
                        <a:gd fmla="*/ 3979 w 207681" name="connsiteX5"/>
                        <a:gd fmla="*/ 144073 h 186237" name="connsiteY5"/>
                        <a:gd fmla="*/ 26598 w 207681" name="connsiteX6"/>
                        <a:gd fmla="*/ 186237 h 186237" name="connsiteY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b="b" l="l" r="r" t="t"/>
                      <a:pathLst>
                        <a:path h="186237" w="207681">
                          <a:moveTo>
                            <a:pt x="26598" y="186237"/>
                          </a:moveTo>
                          <a:lnTo>
                            <a:pt x="181084" y="186237"/>
                          </a:lnTo>
                          <a:cubicBezTo>
                            <a:pt x="201867" y="186237"/>
                            <a:pt x="214584" y="162509"/>
                            <a:pt x="203702" y="144073"/>
                          </a:cubicBezTo>
                          <a:lnTo>
                            <a:pt x="126459" y="13187"/>
                          </a:lnTo>
                          <a:cubicBezTo>
                            <a:pt x="116089" y="-4396"/>
                            <a:pt x="91593" y="-4396"/>
                            <a:pt x="81223" y="13187"/>
                          </a:cubicBezTo>
                          <a:lnTo>
                            <a:pt x="3979" y="144073"/>
                          </a:lnTo>
                          <a:cubicBezTo>
                            <a:pt x="-6903" y="162509"/>
                            <a:pt x="5815" y="186237"/>
                            <a:pt x="26598" y="186237"/>
                          </a:cubicBezTo>
                          <a:close/>
                        </a:path>
                      </a:pathLst>
                    </a:custGeom>
                    <a:solidFill>
                      <a:srgbClr val="FFD47D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a304fa3d-b752-4663-8e0b-e34bca26e5d5" id="1458" name="任意多边形: 形状 1457">
                      <a:extLst>
                        <a:ext uri="{FF2B5EF4-FFF2-40B4-BE49-F238E27FC236}">
                          <a16:creationId id="{BDB81CDE-3356-B20E-FA75-D287F3AF05B5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6934936" y="1728796"/>
                      <a:ext cx="189123" cy="169977"/>
                    </a:xfrm>
                    <a:custGeom>
                      <a:avLst/>
                      <a:gdLst>
                        <a:gd fmla="*/ 169620 w 189123" name="connsiteX0"/>
                        <a:gd fmla="*/ 169978 h 169977" name="connsiteY0"/>
                        <a:gd fmla="*/ 19572 w 189123" name="connsiteX1"/>
                        <a:gd fmla="*/ 169978 h 169977" name="connsiteY1"/>
                        <a:gd fmla="*/ 2843 w 189123" name="connsiteX2"/>
                        <a:gd fmla="*/ 160077 h 169977" name="connsiteY2"/>
                        <a:gd fmla="*/ 2886 w 189123" name="connsiteX3"/>
                        <a:gd fmla="*/ 138611 h 169977" name="connsiteY3"/>
                        <a:gd fmla="*/ 77910 w 189123" name="connsiteX4"/>
                        <a:gd fmla="*/ 9815 h 169977" name="connsiteY4"/>
                        <a:gd fmla="*/ 94554 w 189123" name="connsiteX5"/>
                        <a:gd fmla="*/ 0 h 169977" name="connsiteY5"/>
                        <a:gd fmla="*/ 94554 w 189123" name="connsiteX6"/>
                        <a:gd fmla="*/ 0 h 169977" name="connsiteY6"/>
                        <a:gd fmla="*/ 111197 w 189123" name="connsiteX7"/>
                        <a:gd fmla="*/ 9815 h 169977" name="connsiteY7"/>
                        <a:gd fmla="*/ 186221 w 189123" name="connsiteX8"/>
                        <a:gd fmla="*/ 138611 h 169977" name="connsiteY8"/>
                        <a:gd fmla="*/ 186264 w 189123" name="connsiteX9"/>
                        <a:gd fmla="*/ 160077 h 169977" name="connsiteY9"/>
                        <a:gd fmla="*/ 169535 w 189123" name="connsiteX10"/>
                        <a:gd fmla="*/ 169978 h 169977" name="connsiteY10"/>
                        <a:gd fmla="*/ 94596 w 189123" name="connsiteX11"/>
                        <a:gd fmla="*/ 1408 h 169977" name="connsiteY11"/>
                        <a:gd fmla="*/ 79148 w 189123" name="connsiteX12"/>
                        <a:gd fmla="*/ 10541 h 169977" name="connsiteY12"/>
                        <a:gd fmla="*/ 4124 w 189123" name="connsiteX13"/>
                        <a:gd fmla="*/ 139336 h 169977" name="connsiteY13"/>
                        <a:gd fmla="*/ 4081 w 189123" name="connsiteX14"/>
                        <a:gd fmla="*/ 159394 h 169977" name="connsiteY14"/>
                        <a:gd fmla="*/ 19572 w 189123" name="connsiteX15"/>
                        <a:gd fmla="*/ 168612 h 169977" name="connsiteY15"/>
                        <a:gd fmla="*/ 169620 w 189123" name="connsiteX16"/>
                        <a:gd fmla="*/ 168612 h 169977" name="connsiteY16"/>
                        <a:gd fmla="*/ 185111 w 189123" name="connsiteX17"/>
                        <a:gd fmla="*/ 159394 h 169977" name="connsiteY17"/>
                        <a:gd fmla="*/ 185069 w 189123" name="connsiteX18"/>
                        <a:gd fmla="*/ 139336 h 169977" name="connsiteY18"/>
                        <a:gd fmla="*/ 110045 w 189123" name="connsiteX19"/>
                        <a:gd fmla="*/ 10541 h 169977" name="connsiteY19"/>
                        <a:gd fmla="*/ 94596 w 189123" name="connsiteX20"/>
                        <a:gd fmla="*/ 1408 h 169977" name="connsiteY20"/>
                        <a:gd fmla="*/ 94596 w 189123" name="connsiteX21"/>
                        <a:gd fmla="*/ 1408 h 169977" name="connsiteY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b="b" l="l" r="r" t="t"/>
                      <a:pathLst>
                        <a:path h="169977" w="189123">
                          <a:moveTo>
                            <a:pt x="169620" y="169978"/>
                          </a:moveTo>
                          <a:lnTo>
                            <a:pt x="19572" y="169978"/>
                          </a:lnTo>
                          <a:cubicBezTo>
                            <a:pt x="12659" y="169978"/>
                            <a:pt x="6428" y="166265"/>
                            <a:pt x="2843" y="160077"/>
                          </a:cubicBezTo>
                          <a:cubicBezTo>
                            <a:pt x="-955" y="153462"/>
                            <a:pt x="-955" y="145226"/>
                            <a:pt x="2886" y="138611"/>
                          </a:cubicBezTo>
                          <a:lnTo>
                            <a:pt x="77910" y="9815"/>
                          </a:lnTo>
                          <a:cubicBezTo>
                            <a:pt x="81495" y="3670"/>
                            <a:pt x="87726" y="0"/>
                            <a:pt x="94554" y="0"/>
                          </a:cubicBezTo>
                          <a:lnTo>
                            <a:pt x="94554" y="0"/>
                          </a:lnTo>
                          <a:cubicBezTo>
                            <a:pt x="101382" y="0"/>
                            <a:pt x="107613" y="3670"/>
                            <a:pt x="111197" y="9815"/>
                          </a:cubicBezTo>
                          <a:lnTo>
                            <a:pt x="186221" y="138611"/>
                          </a:lnTo>
                          <a:cubicBezTo>
                            <a:pt x="190062" y="145226"/>
                            <a:pt x="190105" y="153419"/>
                            <a:pt x="186264" y="160077"/>
                          </a:cubicBezTo>
                          <a:cubicBezTo>
                            <a:pt x="182679" y="166265"/>
                            <a:pt x="176449" y="169978"/>
                            <a:pt x="169535" y="169978"/>
                          </a:cubicBezTo>
                          <a:close/>
                          <a:moveTo>
                            <a:pt x="94596" y="1408"/>
                          </a:moveTo>
                          <a:cubicBezTo>
                            <a:pt x="88238" y="1408"/>
                            <a:pt x="82477" y="4822"/>
                            <a:pt x="79148" y="10541"/>
                          </a:cubicBezTo>
                          <a:lnTo>
                            <a:pt x="4124" y="139336"/>
                          </a:lnTo>
                          <a:cubicBezTo>
                            <a:pt x="539" y="145524"/>
                            <a:pt x="496" y="153206"/>
                            <a:pt x="4081" y="159394"/>
                          </a:cubicBezTo>
                          <a:cubicBezTo>
                            <a:pt x="7409" y="165155"/>
                            <a:pt x="13171" y="168612"/>
                            <a:pt x="19572" y="168612"/>
                          </a:cubicBezTo>
                          <a:lnTo>
                            <a:pt x="169620" y="168612"/>
                          </a:lnTo>
                          <a:cubicBezTo>
                            <a:pt x="176022" y="168612"/>
                            <a:pt x="181825" y="165155"/>
                            <a:pt x="185111" y="159394"/>
                          </a:cubicBezTo>
                          <a:cubicBezTo>
                            <a:pt x="188697" y="153206"/>
                            <a:pt x="188654" y="145524"/>
                            <a:pt x="185069" y="139336"/>
                          </a:cubicBezTo>
                          <a:lnTo>
                            <a:pt x="110045" y="10541"/>
                          </a:lnTo>
                          <a:cubicBezTo>
                            <a:pt x="106716" y="4822"/>
                            <a:pt x="100955" y="1408"/>
                            <a:pt x="94596" y="1408"/>
                          </a:cubicBezTo>
                          <a:lnTo>
                            <a:pt x="94596" y="1408"/>
                          </a:lnTo>
                          <a:close/>
                        </a:path>
                      </a:pathLst>
                    </a:custGeom>
                    <a:solidFill>
                      <a:srgbClr val="31313B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c7966a6f-3a9e-4f9f-bef8-c6b5c8d74bcb" id="1459" name="任意多边形: 形状 1458">
                      <a:extLst>
                        <a:ext uri="{FF2B5EF4-FFF2-40B4-BE49-F238E27FC236}">
                          <a16:creationId id="{F3DC8E1D-D011-20F7-9092-F73C93DA02FC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6999190" y="1764174"/>
                      <a:ext cx="57783" cy="122266"/>
                    </a:xfrm>
                    <a:custGeom>
                      <a:avLst/>
                      <a:gdLst>
                        <a:gd fmla="*/ 40073 w 57783" name="connsiteX0"/>
                        <a:gd fmla="*/ 0 h 122266" name="connsiteY0"/>
                        <a:gd fmla="*/ 0 w 57783" name="connsiteX1"/>
                        <a:gd fmla="*/ 70500 h 122266" name="connsiteY1"/>
                        <a:gd fmla="*/ 26118 w 57783" name="connsiteX2"/>
                        <a:gd fmla="*/ 70500 h 122266" name="connsiteY2"/>
                        <a:gd fmla="*/ 0 w 57783" name="connsiteX3"/>
                        <a:gd fmla="*/ 122266 h 122266" name="connsiteY3"/>
                        <a:gd fmla="*/ 57783 w 57783" name="connsiteX4"/>
                        <a:gd fmla="*/ 55308 h 122266" name="connsiteY4"/>
                        <a:gd fmla="*/ 24112 w 57783" name="connsiteX5"/>
                        <a:gd fmla="*/ 54796 h 122266" name="connsiteY5"/>
                        <a:gd fmla="*/ 40073 w 57783" name="connsiteX6"/>
                        <a:gd fmla="*/ 0 h 122266" name="connsiteY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b="b" l="l" r="r" t="t"/>
                      <a:pathLst>
                        <a:path h="122266" w="57783">
                          <a:moveTo>
                            <a:pt x="40073" y="0"/>
                          </a:moveTo>
                          <a:lnTo>
                            <a:pt x="0" y="70500"/>
                          </a:lnTo>
                          <a:lnTo>
                            <a:pt x="26118" y="70500"/>
                          </a:lnTo>
                          <a:lnTo>
                            <a:pt x="0" y="122266"/>
                          </a:lnTo>
                          <a:lnTo>
                            <a:pt x="57783" y="55308"/>
                          </a:lnTo>
                          <a:lnTo>
                            <a:pt x="24112" y="54796"/>
                          </a:lnTo>
                          <a:lnTo>
                            <a:pt x="40073" y="0"/>
                          </a:lnTo>
                          <a:close/>
                        </a:path>
                      </a:pathLst>
                    </a:custGeom>
                    <a:solidFill>
                      <a:srgbClr val="31313B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</p:grpSp>
            </p:grpSp>
            <p:grpSp>
              <p:nvGrpSpPr>
                <p:cNvPr descr="02ca09d5-41f3-4c6d-bb7e-373861b304eb" id="254" name="图形 6643">
                  <a:extLst>
                    <a:ext uri="{FF2B5EF4-FFF2-40B4-BE49-F238E27FC236}">
                      <a16:creationId id="{1A10A1AF-697F-A7DB-99B1-E7FC02D6672B}"/>
                    </a:ext>
                  </a:extLst>
                </p:cNvPr>
                <p:cNvGrpSpPr/>
                <p:nvPr/>
              </p:nvGrpSpPr>
              <p:grpSpPr>
                <a:xfrm>
                  <a:off x="6697535" y="3748379"/>
                  <a:ext cx="370809" cy="247514"/>
                  <a:chOff x="6697535" y="3748379"/>
                  <a:chExt cx="370809" cy="247514"/>
                </a:xfrm>
              </p:grpSpPr>
              <p:sp>
                <p:nvSpPr>
                  <p:cNvPr descr="49e49c74-9d4a-40ed-91dc-c6769cf1082b" id="1450" name="任意多边形: 形状 1449">
                    <a:extLst>
                      <a:ext uri="{FF2B5EF4-FFF2-40B4-BE49-F238E27FC236}">
                        <a16:creationId id="{53D45F8F-B322-ADD3-E43A-50719AA5D87B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6697535" y="3748379"/>
                    <a:ext cx="370809" cy="247514"/>
                  </a:xfrm>
                  <a:custGeom>
                    <a:avLst/>
                    <a:gdLst>
                      <a:gd fmla="*/ 196417 w 370809" name="connsiteX0"/>
                      <a:gd fmla="*/ 1670 h 247514" name="connsiteY0"/>
                      <a:gd fmla="*/ 182761 w 370809" name="connsiteX1"/>
                      <a:gd fmla="*/ 79895 h 247514" name="connsiteY1"/>
                      <a:gd fmla="*/ 171195 w 370809" name="connsiteX2"/>
                      <a:gd fmla="*/ 77548 h 247514" name="connsiteY2"/>
                      <a:gd fmla="*/ 22556 w 370809" name="connsiteX3"/>
                      <a:gd fmla="*/ 106866 h 247514" name="connsiteY3"/>
                      <a:gd fmla="*/ 43552 w 370809" name="connsiteX4"/>
                      <a:gd fmla="*/ 201947 h 247514" name="connsiteY4"/>
                      <a:gd fmla="*/ 157966 w 370809" name="connsiteX5"/>
                      <a:gd fmla="*/ 221920 h 247514" name="connsiteY5"/>
                      <a:gd fmla="*/ 301229 w 370809" name="connsiteX6"/>
                      <a:gd fmla="*/ 246928 h 247514" name="connsiteY6"/>
                      <a:gd fmla="*/ 341813 w 370809" name="connsiteX7"/>
                      <a:gd fmla="*/ 228577 h 247514" name="connsiteY7"/>
                      <a:gd fmla="*/ 362852 w 370809" name="connsiteX8"/>
                      <a:gd fmla="*/ 30775 h 247514" name="connsiteY8"/>
                      <a:gd fmla="*/ 196374 w 370809" name="connsiteX9"/>
                      <a:gd fmla="*/ 1755 h 247514" name="connsiteY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b="b" l="l" r="r" t="t"/>
                    <a:pathLst>
                      <a:path h="247514" w="370809">
                        <a:moveTo>
                          <a:pt x="196417" y="1670"/>
                        </a:moveTo>
                        <a:lnTo>
                          <a:pt x="182761" y="79895"/>
                        </a:lnTo>
                        <a:cubicBezTo>
                          <a:pt x="178963" y="79041"/>
                          <a:pt x="175079" y="78230"/>
                          <a:pt x="171195" y="77548"/>
                        </a:cubicBezTo>
                        <a:cubicBezTo>
                          <a:pt x="114821" y="67732"/>
                          <a:pt x="60921" y="79895"/>
                          <a:pt x="22556" y="106866"/>
                        </a:cubicBezTo>
                        <a:cubicBezTo>
                          <a:pt x="-15895" y="133922"/>
                          <a:pt x="-2751" y="193882"/>
                          <a:pt x="43552" y="201947"/>
                        </a:cubicBezTo>
                        <a:lnTo>
                          <a:pt x="157966" y="221920"/>
                        </a:lnTo>
                        <a:lnTo>
                          <a:pt x="301229" y="246928"/>
                        </a:lnTo>
                        <a:cubicBezTo>
                          <a:pt x="317232" y="249702"/>
                          <a:pt x="333363" y="242489"/>
                          <a:pt x="341813" y="228577"/>
                        </a:cubicBezTo>
                        <a:cubicBezTo>
                          <a:pt x="359993" y="198576"/>
                          <a:pt x="383294" y="136440"/>
                          <a:pt x="362852" y="30775"/>
                        </a:cubicBezTo>
                        <a:cubicBezTo>
                          <a:pt x="354829" y="-10706"/>
                          <a:pt x="196374" y="1755"/>
                          <a:pt x="196374" y="1755"/>
                        </a:cubicBezTo>
                        <a:close/>
                      </a:path>
                    </a:pathLst>
                  </a:custGeom>
                  <a:solidFill>
                    <a:srgbClr val="31313B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d62c7e59-18f4-4902-aad4-bc3c56a64b3a" id="1451" name="任意多边形: 形状 1450">
                    <a:extLst>
                      <a:ext uri="{FF2B5EF4-FFF2-40B4-BE49-F238E27FC236}">
                        <a16:creationId id="{B1BE59C1-5B0C-7732-2C09-56AB7C752F01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6877665" y="3825571"/>
                    <a:ext cx="75186" cy="81187"/>
                  </a:xfrm>
                  <a:custGeom>
                    <a:avLst/>
                    <a:gdLst>
                      <a:gd fmla="*/ 71979 w 75186" name="connsiteX0"/>
                      <a:gd fmla="*/ 81141 h 81187" name="connsiteY0"/>
                      <a:gd fmla="*/ 73174 w 75186" name="connsiteX1"/>
                      <a:gd fmla="*/ 81099 h 81187" name="connsiteY1"/>
                      <a:gd fmla="*/ 75094 w 75186" name="connsiteX2"/>
                      <a:gd fmla="*/ 77770 h 81187" name="connsiteY2"/>
                      <a:gd fmla="*/ 32717 w 75186" name="connsiteX3"/>
                      <a:gd fmla="*/ 14439 h 81187" name="connsiteY3"/>
                      <a:gd fmla="*/ 3313 w 75186" name="connsiteX4"/>
                      <a:gd fmla="*/ 57 h 81187" name="connsiteY4"/>
                      <a:gd fmla="*/ 70 w 75186" name="connsiteX5"/>
                      <a:gd fmla="*/ 2106 h 81187" name="connsiteY5"/>
                      <a:gd fmla="*/ 2119 w 75186" name="connsiteX6"/>
                      <a:gd fmla="*/ 5349 h 81187" name="connsiteY6"/>
                      <a:gd fmla="*/ 69888 w 75186" name="connsiteX7"/>
                      <a:gd fmla="*/ 79178 h 81187" name="connsiteY7"/>
                      <a:gd fmla="*/ 72064 w 75186" name="connsiteX8"/>
                      <a:gd fmla="*/ 81141 h 81187" name="connsiteY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b="b" l="l" r="r" t="t"/>
                    <a:pathLst>
                      <a:path h="81187" w="75186">
                        <a:moveTo>
                          <a:pt x="71979" y="81141"/>
                        </a:moveTo>
                        <a:cubicBezTo>
                          <a:pt x="72363" y="81227"/>
                          <a:pt x="72747" y="81184"/>
                          <a:pt x="73174" y="81099"/>
                        </a:cubicBezTo>
                        <a:cubicBezTo>
                          <a:pt x="74625" y="80715"/>
                          <a:pt x="75478" y="79221"/>
                          <a:pt x="75094" y="77770"/>
                        </a:cubicBezTo>
                        <a:cubicBezTo>
                          <a:pt x="66004" y="44013"/>
                          <a:pt x="47014" y="24681"/>
                          <a:pt x="32717" y="14439"/>
                        </a:cubicBezTo>
                        <a:cubicBezTo>
                          <a:pt x="17141" y="3301"/>
                          <a:pt x="3868" y="185"/>
                          <a:pt x="3313" y="57"/>
                        </a:cubicBezTo>
                        <a:cubicBezTo>
                          <a:pt x="1862" y="-241"/>
                          <a:pt x="369" y="655"/>
                          <a:pt x="70" y="2106"/>
                        </a:cubicBezTo>
                        <a:cubicBezTo>
                          <a:pt x="-271" y="3557"/>
                          <a:pt x="667" y="5050"/>
                          <a:pt x="2119" y="5349"/>
                        </a:cubicBezTo>
                        <a:cubicBezTo>
                          <a:pt x="2631" y="5477"/>
                          <a:pt x="53330" y="17725"/>
                          <a:pt x="69888" y="79178"/>
                        </a:cubicBezTo>
                        <a:cubicBezTo>
                          <a:pt x="70186" y="80245"/>
                          <a:pt x="71040" y="80971"/>
                          <a:pt x="72064" y="81141"/>
                        </a:cubicBezTo>
                        <a:close/>
                      </a:path>
                    </a:pathLst>
                  </a:custGeom>
                  <a:solidFill>
                    <a:srgbClr val="EAEDF0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</p:grpSp>
            <p:sp>
              <p:nvSpPr>
                <p:cNvPr descr="948e7636-8a6f-4859-9b53-bbc51e2efdc4" id="255" name="任意多边形: 形状 254">
                  <a:extLst>
                    <a:ext uri="{FF2B5EF4-FFF2-40B4-BE49-F238E27FC236}">
                      <a16:creationId id="{831F4D14-4782-C520-6934-42628EACC748}"/>
                    </a:ext>
                  </a:extLst>
                </p:cNvPr>
                <p:cNvSpPr/>
                <p:nvPr/>
              </p:nvSpPr>
              <p:spPr>
                <a:xfrm flipV="false" flipH="false">
                  <a:off x="6830535" y="2592173"/>
                  <a:ext cx="1228132" cy="1217842"/>
                </a:xfrm>
                <a:custGeom>
                  <a:avLst/>
                  <a:gdLst>
                    <a:gd fmla="*/ 822149 w 1228132" name="connsiteX0"/>
                    <a:gd fmla="*/ 18348 h 1217842" name="connsiteY0"/>
                    <a:gd fmla="*/ 203009 w 1228132" name="connsiteX1"/>
                    <a:gd fmla="*/ 567756 h 1217842" name="connsiteY1"/>
                    <a:gd fmla="*/ 0 w 1228132" name="connsiteX2"/>
                    <a:gd fmla="*/ 1144178 h 1217842" name="connsiteY2"/>
                    <a:gd fmla="*/ 323952 w 1228132" name="connsiteX3"/>
                    <a:gd fmla="*/ 1216940 h 1217842" name="connsiteY3"/>
                    <a:gd fmla="*/ 613678 w 1228132" name="connsiteX4"/>
                    <a:gd fmla="*/ 671117 h 1217842" name="connsiteY4"/>
                    <a:gd fmla="*/ 1227782 w 1228132" name="connsiteX5"/>
                    <a:gd fmla="*/ 212053 h 1217842" name="connsiteY5"/>
                    <a:gd fmla="*/ 822149 w 1228132" name="connsiteX6"/>
                    <a:gd fmla="*/ 18390 h 1217842" name="connsiteY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b="b" l="l" r="r" t="t"/>
                  <a:pathLst>
                    <a:path h="1217842" w="1228132">
                      <a:moveTo>
                        <a:pt x="822149" y="18348"/>
                      </a:moveTo>
                      <a:cubicBezTo>
                        <a:pt x="822149" y="18348"/>
                        <a:pt x="291433" y="328259"/>
                        <a:pt x="203009" y="567756"/>
                      </a:cubicBezTo>
                      <a:cubicBezTo>
                        <a:pt x="114584" y="807252"/>
                        <a:pt x="0" y="1144178"/>
                        <a:pt x="0" y="1144178"/>
                      </a:cubicBezTo>
                      <a:cubicBezTo>
                        <a:pt x="0" y="1144178"/>
                        <a:pt x="158370" y="1227353"/>
                        <a:pt x="323952" y="1216940"/>
                      </a:cubicBezTo>
                      <a:cubicBezTo>
                        <a:pt x="323952" y="1216940"/>
                        <a:pt x="488211" y="769698"/>
                        <a:pt x="613678" y="671117"/>
                      </a:cubicBezTo>
                      <a:cubicBezTo>
                        <a:pt x="739145" y="572493"/>
                        <a:pt x="1214255" y="386426"/>
                        <a:pt x="1227782" y="212053"/>
                      </a:cubicBezTo>
                      <a:cubicBezTo>
                        <a:pt x="1241311" y="37680"/>
                        <a:pt x="858253" y="-37984"/>
                        <a:pt x="822149" y="18390"/>
                      </a:cubicBezTo>
                      <a:close/>
                    </a:path>
                  </a:pathLst>
                </a:custGeom>
                <a:solidFill>
                  <a:srgbClr val="FFD47D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grpSp>
              <p:nvGrpSpPr>
                <p:cNvPr descr="ea5e90a1-1ab8-47f4-bd2b-f9aec92cdccb" id="256" name="图形 6643">
                  <a:extLst>
                    <a:ext uri="{FF2B5EF4-FFF2-40B4-BE49-F238E27FC236}">
                      <a16:creationId id="{4E266B2E-4090-5EAC-6109-559B02CA96F6}"/>
                    </a:ext>
                  </a:extLst>
                </p:cNvPr>
                <p:cNvGrpSpPr/>
                <p:nvPr/>
              </p:nvGrpSpPr>
              <p:grpSpPr>
                <a:xfrm>
                  <a:off x="7370341" y="1605345"/>
                  <a:ext cx="734933" cy="1002017"/>
                  <a:chOff x="7370341" y="1605345"/>
                  <a:chExt cx="734933" cy="1002017"/>
                </a:xfrm>
              </p:grpSpPr>
              <p:sp>
                <p:nvSpPr>
                  <p:cNvPr descr="4d2b1e26-6807-4001-aed5-ae95b47eae33" id="420" name="任意多边形: 形状 419">
                    <a:extLst>
                      <a:ext uri="{FF2B5EF4-FFF2-40B4-BE49-F238E27FC236}">
                        <a16:creationId id="{A4DFC71D-EA73-237D-63C2-9028B7A3BE27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7370341" y="1605345"/>
                    <a:ext cx="734933" cy="1002017"/>
                  </a:xfrm>
                  <a:custGeom>
                    <a:avLst/>
                    <a:gdLst>
                      <a:gd fmla="*/ 44681 w 734933" name="connsiteX0"/>
                      <a:gd fmla="*/ 162499 h 1002017" name="connsiteY0"/>
                      <a:gd fmla="*/ 638857 w 734933" name="connsiteX1"/>
                      <a:gd fmla="*/ 167108 h 1002017" name="connsiteY1"/>
                      <a:gd fmla="*/ 734408 w 734933" name="connsiteX2"/>
                      <a:gd fmla="*/ 648107 h 1002017" name="connsiteY2"/>
                      <a:gd fmla="*/ 0 w 734933" name="connsiteX3"/>
                      <a:gd fmla="*/ 1002017 h 1002017" name="connsiteY3"/>
                      <a:gd fmla="*/ 75109 w 734933" name="connsiteX4"/>
                      <a:gd fmla="*/ 332477 h 1002017" name="connsiteY4"/>
                      <a:gd fmla="*/ 44681 w 734933" name="connsiteX5"/>
                      <a:gd fmla="*/ 162499 h 1002017" name="connsiteY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b="b" l="l" r="r" t="t"/>
                    <a:pathLst>
                      <a:path h="1002017" w="734933">
                        <a:moveTo>
                          <a:pt x="44681" y="162499"/>
                        </a:moveTo>
                        <a:cubicBezTo>
                          <a:pt x="44681" y="162499"/>
                          <a:pt x="392745" y="-206177"/>
                          <a:pt x="638857" y="167108"/>
                        </a:cubicBezTo>
                        <a:cubicBezTo>
                          <a:pt x="747851" y="332477"/>
                          <a:pt x="734408" y="648107"/>
                          <a:pt x="734408" y="648107"/>
                        </a:cubicBezTo>
                        <a:cubicBezTo>
                          <a:pt x="230278" y="717199"/>
                          <a:pt x="0" y="1002017"/>
                          <a:pt x="0" y="1002017"/>
                        </a:cubicBezTo>
                        <a:cubicBezTo>
                          <a:pt x="0" y="1002017"/>
                          <a:pt x="35336" y="617807"/>
                          <a:pt x="75109" y="332477"/>
                        </a:cubicBezTo>
                        <a:cubicBezTo>
                          <a:pt x="90515" y="235901"/>
                          <a:pt x="53217" y="251563"/>
                          <a:pt x="44681" y="162499"/>
                        </a:cubicBezTo>
                        <a:close/>
                      </a:path>
                    </a:pathLst>
                  </a:custGeom>
                  <a:solidFill>
                    <a:srgbClr val="E37761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grpSp>
                <p:nvGrpSpPr>
                  <p:cNvPr descr="bade3b82-d27f-4378-80eb-e5d4288ddc29" id="421" name="图形 6643">
                    <a:extLst>
                      <a:ext uri="{FF2B5EF4-FFF2-40B4-BE49-F238E27FC236}">
                        <a16:creationId id="{CD07CBF6-42CB-329A-6D86-E96911FE9356}"/>
                      </a:ext>
                    </a:extLst>
                  </p:cNvPr>
                  <p:cNvGrpSpPr/>
                  <p:nvPr/>
                </p:nvGrpSpPr>
                <p:grpSpPr>
                  <a:xfrm>
                    <a:off x="7376945" y="1770940"/>
                    <a:ext cx="655686" cy="535479"/>
                    <a:chOff x="7376945" y="1770940"/>
                    <a:chExt cx="655686" cy="535479"/>
                  </a:xfrm>
                  <a:solidFill>
                    <a:srgbClr val="CD6054"/>
                  </a:solidFill>
                </p:grpSpPr>
                <p:grpSp>
                  <p:nvGrpSpPr>
                    <p:cNvPr descr="078160dc-b12b-490c-91de-d3070bdcd4c3" id="422" name="图形 6643">
                      <a:extLst>
                        <a:ext uri="{FF2B5EF4-FFF2-40B4-BE49-F238E27FC236}">
                          <a16:creationId id="{D845B17B-BFFF-21CF-A3D6-9850B39013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76945" y="2039300"/>
                      <a:ext cx="655686" cy="267118"/>
                      <a:chOff x="7376945" y="2039300"/>
                      <a:chExt cx="655686" cy="267118"/>
                    </a:xfrm>
                    <a:solidFill>
                      <a:srgbClr val="CD6054"/>
                    </a:solidFill>
                  </p:grpSpPr>
                  <p:grpSp>
                    <p:nvGrpSpPr>
                      <p:cNvPr descr="a5001317-7c5e-44d7-adbc-450e388f9210" id="766" name="图形 6643">
                        <a:extLst>
                          <a:ext uri="{FF2B5EF4-FFF2-40B4-BE49-F238E27FC236}">
                            <a16:creationId id="{CD197E97-8700-C332-2602-F03CFFF8C9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76945" y="2105186"/>
                        <a:ext cx="151093" cy="124336"/>
                        <a:chOff x="7376945" y="2105186"/>
                        <a:chExt cx="151093" cy="124336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5add8f91-2e47-43d3-b418-44d6bf3738df" id="1394" name="任意多边形: 形状 1393">
                          <a:extLst>
                            <a:ext uri="{FF2B5EF4-FFF2-40B4-BE49-F238E27FC236}">
                              <a16:creationId id="{DEB0FF88-E068-450E-9379-626A5E9F21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7305" y="2168901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3a288b8-c79a-46c4-8354-7303fcb2550a" id="1395" name="任意多边形: 形状 1394">
                          <a:extLst>
                            <a:ext uri="{FF2B5EF4-FFF2-40B4-BE49-F238E27FC236}">
                              <a16:creationId id="{2178DA60-FC4D-E40A-D09C-EC563FE0DB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74801" y="2174747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14cd64e-754d-4e61-b3fe-15e58218b366" id="1396" name="任意多边形: 形状 1395">
                          <a:extLst>
                            <a:ext uri="{FF2B5EF4-FFF2-40B4-BE49-F238E27FC236}">
                              <a16:creationId id="{2F6580FA-1B9D-22FC-ED40-0F42BEEE16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78556" y="2161134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40bae2e-6252-44a3-a361-2e7e364fe571" id="1397" name="任意多边形: 形状 1396">
                          <a:extLst>
                            <a:ext uri="{FF2B5EF4-FFF2-40B4-BE49-F238E27FC236}">
                              <a16:creationId id="{8527F4D6-55A4-D8FE-6B33-24C8F7030E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5726" y="2186398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a83e499-2320-4421-9627-45363df4b79c" id="1398" name="任意多边形: 形状 1397">
                          <a:extLst>
                            <a:ext uri="{FF2B5EF4-FFF2-40B4-BE49-F238E27FC236}">
                              <a16:creationId id="{56BE8615-C86A-51F0-2228-7E19AB5EEB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62681" y="2162243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47b07d4-c689-4564-8f4f-32100a9a4073" id="1399" name="任意多边形: 形状 1398">
                          <a:extLst>
                            <a:ext uri="{FF2B5EF4-FFF2-40B4-BE49-F238E27FC236}">
                              <a16:creationId id="{6212281A-51F1-5189-7BC1-59891DDA65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71045" y="2188361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9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280f3e9-fa3a-48f9-a9be-08c246f86b30" id="1400" name="任意多边形: 形状 1399">
                          <a:extLst>
                            <a:ext uri="{FF2B5EF4-FFF2-40B4-BE49-F238E27FC236}">
                              <a16:creationId id="{72D0ACCB-A71C-6217-93D0-9ECC01B54F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56151" y="2178972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89f2768-aacf-4ae2-b83a-61a3b5d2dd5e" id="1401" name="任意多边形: 形状 1400">
                          <a:extLst>
                            <a:ext uri="{FF2B5EF4-FFF2-40B4-BE49-F238E27FC236}">
                              <a16:creationId id="{DAE8FD48-7424-4F8C-B321-CE3E38E66B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53762" y="2149398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2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8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2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aeff46d-26aa-4d51-9fcf-cfc04f0f5f88" id="1402" name="任意多边形: 形状 1401">
                          <a:extLst>
                            <a:ext uri="{FF2B5EF4-FFF2-40B4-BE49-F238E27FC236}">
                              <a16:creationId id="{2E1D8ACA-9CB2-8D95-0E00-329118FFC0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41258" y="2155244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2a336b1-6943-4155-850c-54c5d7dd4f52" id="1403" name="任意多边形: 形状 1402">
                          <a:extLst>
                            <a:ext uri="{FF2B5EF4-FFF2-40B4-BE49-F238E27FC236}">
                              <a16:creationId id="{AE54CD83-845B-D04C-8000-A11545DCB9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45013" y="2141631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fc3e893-6c4d-4906-b035-38b2760780f0" id="1404" name="任意多边形: 形状 1403">
                          <a:extLst>
                            <a:ext uri="{FF2B5EF4-FFF2-40B4-BE49-F238E27FC236}">
                              <a16:creationId id="{A4D2C65F-133A-8F85-A320-AF8FBEC0FD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52183" y="2166895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2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8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2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6b3b0c4-a7db-42c0-96c4-6acbd3a84007" id="1405" name="任意多边形: 形状 1404">
                          <a:extLst>
                            <a:ext uri="{FF2B5EF4-FFF2-40B4-BE49-F238E27FC236}">
                              <a16:creationId id="{55BD0B41-F496-A075-67BE-A1313AC9AD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29181" y="2142740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1999416-8040-4a04-ae7f-2fabb6efd270" id="1406" name="任意多边形: 形状 1405">
                          <a:extLst>
                            <a:ext uri="{FF2B5EF4-FFF2-40B4-BE49-F238E27FC236}">
                              <a16:creationId id="{07A60590-A4B6-BB8F-378D-1E0D877921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37545" y="2168858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8385643-de2a-4429-a91e-5725ee0b3488" id="1407" name="任意多边形: 形状 1406">
                          <a:extLst>
                            <a:ext uri="{FF2B5EF4-FFF2-40B4-BE49-F238E27FC236}">
                              <a16:creationId id="{C21332DD-EA6F-BE6B-42AD-22360CB1D6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22608" y="2159469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0e3e9e1-9c54-4c8f-bc46-470bed6bb5ff" id="1408" name="任意多边形: 形状 1407">
                          <a:extLst>
                            <a:ext uri="{FF2B5EF4-FFF2-40B4-BE49-F238E27FC236}">
                              <a16:creationId id="{DB8D4506-E7D5-8AF6-AA13-10F29291F2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50774" y="2189556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9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425beb8-785b-44d7-9a4e-590602177e28" id="1409" name="任意多边形: 形状 1408">
                          <a:extLst>
                            <a:ext uri="{FF2B5EF4-FFF2-40B4-BE49-F238E27FC236}">
                              <a16:creationId id="{924CD63C-DF32-114A-E297-332C445331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38313" y="2195402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2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8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2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155a258-f8d2-4e70-939e-53f84b55bf67" id="1410" name="任意多边形: 形状 1409">
                          <a:extLst>
                            <a:ext uri="{FF2B5EF4-FFF2-40B4-BE49-F238E27FC236}">
                              <a16:creationId id="{9E363D19-AC7C-4183-AD21-62890C5BB1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42026" y="2181789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2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8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2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bf5eed2-c321-42bc-a055-3f7ae89c17cb" id="1411" name="任意多边形: 形状 1410">
                          <a:extLst>
                            <a:ext uri="{FF2B5EF4-FFF2-40B4-BE49-F238E27FC236}">
                              <a16:creationId id="{B9CDCAA9-AB04-8BCB-8B0D-7150F83C66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49195" y="2207053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0d27cf5-5ecb-4f67-a92a-7d4c3643ad61" id="1412" name="任意多边形: 形状 1411">
                          <a:extLst>
                            <a:ext uri="{FF2B5EF4-FFF2-40B4-BE49-F238E27FC236}">
                              <a16:creationId id="{9C5263C7-C38D-D04E-6562-186227ADFA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26193" y="2182898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2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2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9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661fe1d-b28d-4a01-98bb-100a0fa5911d" id="1413" name="任意多边形: 形状 1412">
                          <a:extLst>
                            <a:ext uri="{FF2B5EF4-FFF2-40B4-BE49-F238E27FC236}">
                              <a16:creationId id="{24F17BDB-57A7-31A8-C75D-C8CC672E54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19280" y="2203169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9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498b2bc-41c8-4897-9cb9-5f5ced949582" id="1414" name="任意多边形: 形状 1413">
                          <a:extLst>
                            <a:ext uri="{FF2B5EF4-FFF2-40B4-BE49-F238E27FC236}">
                              <a16:creationId id="{1EAB6E63-0F92-AFEB-B1C1-3098988066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12451" y="2188019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40d2c82-05d7-47d7-b55d-37556a2968e4" id="1415" name="任意多边形: 形状 1414">
                          <a:extLst>
                            <a:ext uri="{FF2B5EF4-FFF2-40B4-BE49-F238E27FC236}">
                              <a16:creationId id="{72A55B54-8861-B62F-09E4-D55BE7121F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9524" y="2207010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2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8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2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287a7ba-d47b-4127-8c08-d1ba0974ed1d" id="1416" name="任意多边形: 形状 1415">
                          <a:extLst>
                            <a:ext uri="{FF2B5EF4-FFF2-40B4-BE49-F238E27FC236}">
                              <a16:creationId id="{09D9E4CF-4C02-6B69-1E5B-4D3C53D59B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77063" y="2212857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da140fc-e1ba-4844-9345-85565b976219" id="1417" name="任意多边形: 形状 1416">
                          <a:extLst>
                            <a:ext uri="{FF2B5EF4-FFF2-40B4-BE49-F238E27FC236}">
                              <a16:creationId id="{B2AF7D56-AB0C-72D9-29BC-A5990C0688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0818" y="2199243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4cd3f69-1aa8-4c72-8c9a-ec2372a751ed" id="1418" name="任意多边形: 形状 1417">
                          <a:extLst>
                            <a:ext uri="{FF2B5EF4-FFF2-40B4-BE49-F238E27FC236}">
                              <a16:creationId id="{BBBEE8F7-E73C-4157-401E-93304CB93B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7945" y="2224507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2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8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2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0764376-b488-45db-a760-fef126342243" id="1419" name="任意多边形: 形状 1418">
                          <a:extLst>
                            <a:ext uri="{FF2B5EF4-FFF2-40B4-BE49-F238E27FC236}">
                              <a16:creationId id="{AA008929-7DC4-B35F-559B-0724121D5E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64943" y="2200353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7b0a684-1f19-4b95-8390-54bedf443fb3" id="1420" name="任意多边形: 形状 1419">
                          <a:extLst>
                            <a:ext uri="{FF2B5EF4-FFF2-40B4-BE49-F238E27FC236}">
                              <a16:creationId id="{C9B86D8E-8EFF-19E7-B1A6-FF26CCBB53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42879" y="2221178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17c678c-69e5-4c10-8169-43a2cf949452" id="1421" name="任意多边形: 形状 1420">
                          <a:extLst>
                            <a:ext uri="{FF2B5EF4-FFF2-40B4-BE49-F238E27FC236}">
                              <a16:creationId id="{FE38D226-03CD-E5E7-06CD-6D67A906F2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58371" y="2217082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7a680ab-9704-45ef-a16b-bcc2bd56c5fc" id="1422" name="任意多边形: 形状 1421">
                          <a:extLst>
                            <a:ext uri="{FF2B5EF4-FFF2-40B4-BE49-F238E27FC236}">
                              <a16:creationId id="{08F2A082-6A22-DCD0-5A3A-82C0804E03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6366" y="2130322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2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8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2" y="5004"/>
                              </a:cubicBezTo>
                              <a:cubicBezTo>
                                <a:pt x="3638" y="5132"/>
                                <a:pt x="4875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f71df87-d9b1-4eca-8ae9-4753a5c8c86c" id="1423" name="任意多边形: 形状 1422">
                          <a:extLst>
                            <a:ext uri="{FF2B5EF4-FFF2-40B4-BE49-F238E27FC236}">
                              <a16:creationId id="{CEC6E89E-11CB-AB91-83C3-0B9381533A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73905" y="2136125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88d67e1-a134-4a5b-a80a-5092137f03f8" id="1424" name="任意多边形: 形状 1423">
                          <a:extLst>
                            <a:ext uri="{FF2B5EF4-FFF2-40B4-BE49-F238E27FC236}">
                              <a16:creationId id="{37EB4686-BDF7-004D-3D27-1567A542DD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0306" y="2113891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3a29186-ec2a-4649-be36-ed5a1d71a184" id="1425" name="任意多边形: 形状 1424">
                          <a:extLst>
                            <a:ext uri="{FF2B5EF4-FFF2-40B4-BE49-F238E27FC236}">
                              <a16:creationId id="{9656A183-D41D-AD51-7227-77DBD3728B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4787" y="2147776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2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8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2" y="5004"/>
                              </a:cubicBezTo>
                              <a:cubicBezTo>
                                <a:pt x="3638" y="5132"/>
                                <a:pt x="4875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7e1024d-cd08-4bb7-8ab5-270da113dbdb" id="1426" name="任意多边形: 形状 1425">
                          <a:extLst>
                            <a:ext uri="{FF2B5EF4-FFF2-40B4-BE49-F238E27FC236}">
                              <a16:creationId id="{2401818B-5B1D-82FC-26B1-8D46B40779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61785" y="2123621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2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8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2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fabc72e-b115-4214-8b95-72b1e7d4ad32" id="1427" name="任意多边形: 形状 1426">
                          <a:extLst>
                            <a:ext uri="{FF2B5EF4-FFF2-40B4-BE49-F238E27FC236}">
                              <a16:creationId id="{B66C9FD1-0ADB-0852-21A4-6D41057399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70149" y="2149739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d148bee-c6ab-4dbf-866d-6d0da14b83e7" id="1428" name="任意多边形: 形状 1427">
                          <a:extLst>
                            <a:ext uri="{FF2B5EF4-FFF2-40B4-BE49-F238E27FC236}">
                              <a16:creationId id="{845A9DD9-76E6-DB62-A0CB-20B2FF3F19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55213" y="2140350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070da94-babb-405c-87c4-9548f0e3ba88" id="1429" name="任意多边形: 形状 1428">
                          <a:extLst>
                            <a:ext uri="{FF2B5EF4-FFF2-40B4-BE49-F238E27FC236}">
                              <a16:creationId id="{97453064-2EFA-DEE4-9AB8-922AEAEE4C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08099" y="2159213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9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4c05f40-14af-40ae-976f-a3182b0a7ba4" id="1430" name="任意多边形: 形状 1429">
                          <a:extLst>
                            <a:ext uri="{FF2B5EF4-FFF2-40B4-BE49-F238E27FC236}">
                              <a16:creationId id="{D65EBC05-2EA4-F1D2-1F9F-3A1B391D16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395637" y="2165060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2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8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2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d844286-3e84-4870-a79b-f269f691417e" id="1431" name="任意多边形: 形状 1430">
                          <a:extLst>
                            <a:ext uri="{FF2B5EF4-FFF2-40B4-BE49-F238E27FC236}">
                              <a16:creationId id="{8B37D0A4-4F44-F685-7EB7-154DE49024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399350" y="2151446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2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8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2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740cd92-f83f-4d05-8ca9-784df25cc2ef" id="1432" name="任意多边形: 形状 1431">
                          <a:extLst>
                            <a:ext uri="{FF2B5EF4-FFF2-40B4-BE49-F238E27FC236}">
                              <a16:creationId id="{2FCCC0A7-ABF0-57D5-E0BC-8340332D60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18938" y="2172229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59097a5-769f-4ac1-aae7-860578c3ec23" id="1433" name="任意多边形: 形状 1432">
                          <a:extLst>
                            <a:ext uri="{FF2B5EF4-FFF2-40B4-BE49-F238E27FC236}">
                              <a16:creationId id="{86E083C5-4DA4-EAB6-0B44-E4A84129E8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398070" y="2137705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443cba9-d3d0-4e70-94e1-6ff4a163746e" id="1434" name="任意多边形: 形状 1433">
                          <a:extLst>
                            <a:ext uri="{FF2B5EF4-FFF2-40B4-BE49-F238E27FC236}">
                              <a16:creationId id="{6B541E23-D2AA-90D1-BD4C-111C6A0135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391882" y="2178673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2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8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2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5af5249-d5f0-428f-982a-03357929d5ff" id="1435" name="任意多边形: 形状 1434">
                          <a:extLst>
                            <a:ext uri="{FF2B5EF4-FFF2-40B4-BE49-F238E27FC236}">
                              <a16:creationId id="{BC1F348E-6610-9FC2-D01D-AA201F10AB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376945" y="2169285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2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8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2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ac8c06d-ece5-48d1-a000-de8e7f734b4b" id="1436" name="任意多边形: 形状 1435">
                          <a:extLst>
                            <a:ext uri="{FF2B5EF4-FFF2-40B4-BE49-F238E27FC236}">
                              <a16:creationId id="{66EB2FE5-CE8F-F87F-7F6E-7E7BA270DB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49110" y="2124432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9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95fbed3-12cb-40f4-8965-c44b372af43b" id="1437" name="任意多边形: 形状 1436">
                          <a:extLst>
                            <a:ext uri="{FF2B5EF4-FFF2-40B4-BE49-F238E27FC236}">
                              <a16:creationId id="{1A5043AA-22E3-4F0A-B628-4D91AD6CBA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27004" y="2117946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e6276de-2455-43d5-b670-da703583d0cb" id="1438" name="任意多边形: 形状 1437">
                          <a:extLst>
                            <a:ext uri="{FF2B5EF4-FFF2-40B4-BE49-F238E27FC236}">
                              <a16:creationId id="{380A7C2A-5541-F400-4C5A-18F7B472D9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02807" y="2113251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e800b27-b18c-41ff-96ee-17d1bc06422e" id="1439" name="任意多边形: 形状 1438">
                          <a:extLst>
                            <a:ext uri="{FF2B5EF4-FFF2-40B4-BE49-F238E27FC236}">
                              <a16:creationId id="{0AC4303F-39F8-8002-1012-6E6305F6A9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37929" y="2129596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9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0838bdf-bba8-4fb6-89ee-570a81e860f6" id="1440" name="任意多边形: 形状 1439">
                          <a:extLst>
                            <a:ext uri="{FF2B5EF4-FFF2-40B4-BE49-F238E27FC236}">
                              <a16:creationId id="{905C44DC-605B-13C1-B742-53C5BE5D4B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40105" y="2105186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9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20ccc91-2ee6-4569-8834-54481ed434b9" id="1441" name="任意多边形: 形状 1440">
                          <a:extLst>
                            <a:ext uri="{FF2B5EF4-FFF2-40B4-BE49-F238E27FC236}">
                              <a16:creationId id="{EE6E5417-DA1D-B8FA-077F-0649CBAEE0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23249" y="2131559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479be2-e8c3-498c-9189-b669c263fb3d" id="1442" name="任意多边形: 形状 1441">
                          <a:extLst>
                            <a:ext uri="{FF2B5EF4-FFF2-40B4-BE49-F238E27FC236}">
                              <a16:creationId id="{26D44BF0-00AF-9587-980C-18933C96E8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13775" y="2145813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2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8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2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534ce39-24c4-4099-ad9f-76f9fc7e3981" id="1443" name="任意多边形: 形状 1442">
                          <a:extLst>
                            <a:ext uri="{FF2B5EF4-FFF2-40B4-BE49-F238E27FC236}">
                              <a16:creationId id="{29A20014-6A59-87BD-D5DD-C107891A3F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23025" y="2143124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5f868ed-9c4e-4430-927d-c9c2f817766e" id="1444" name="任意多边形: 形状 1443">
                          <a:extLst>
                            <a:ext uri="{FF2B5EF4-FFF2-40B4-BE49-F238E27FC236}">
                              <a16:creationId id="{FCC7A18B-1F6A-FF57-CED3-7CFCB0E605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20251" y="2173808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a757ac3-1230-4999-a227-7a719e5cf396" id="1445" name="任意多边形: 形状 1444">
                          <a:extLst>
                            <a:ext uri="{FF2B5EF4-FFF2-40B4-BE49-F238E27FC236}">
                              <a16:creationId id="{510CA7FD-BEE4-E824-0C43-B7D6496624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99809" y="2141844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9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ba1de9f-43ab-4eef-bdce-2f5c827a65d1" id="1446" name="任意多边形: 形状 1445">
                          <a:extLst>
                            <a:ext uri="{FF2B5EF4-FFF2-40B4-BE49-F238E27FC236}">
                              <a16:creationId id="{1282E334-1A9D-0A4A-C180-AE7DDFD79B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99724" y="2198432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2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8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2" y="5004"/>
                              </a:cubicBezTo>
                              <a:cubicBezTo>
                                <a:pt x="3638" y="5132"/>
                                <a:pt x="4875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9d7826a-8226-41ab-be68-73d36af88f6b" id="1447" name="任意多边形: 形状 1446">
                          <a:extLst>
                            <a:ext uri="{FF2B5EF4-FFF2-40B4-BE49-F238E27FC236}">
                              <a16:creationId id="{A34E4205-B629-F507-E280-BB2310FA2E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08131" y="2161304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5d811e2-1240-4fea-928c-0319c6e105b8" id="1448" name="任意多边形: 形状 1447">
                          <a:extLst>
                            <a:ext uri="{FF2B5EF4-FFF2-40B4-BE49-F238E27FC236}">
                              <a16:creationId id="{7529F16D-C1B2-19AC-4283-19E010985D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17903" y="2200096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7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9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2911915-d697-486f-96e7-a31377e2b490" id="1449" name="任意多边形: 形状 1448">
                          <a:extLst>
                            <a:ext uri="{FF2B5EF4-FFF2-40B4-BE49-F238E27FC236}">
                              <a16:creationId id="{5B070FA7-7E00-FCC1-C90F-A625781962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01601" y="2178033"/>
                          <a:ext cx="5014" cy="5014"/>
                        </a:xfrm>
                        <a:custGeom>
                          <a:avLst/>
                          <a:gdLst>
                            <a:gd fmla="*/ 5004 w 5014" name="connsiteX0"/>
                            <a:gd fmla="*/ 2742 h 5014" name="connsiteY0"/>
                            <a:gd fmla="*/ 2742 w 5014" name="connsiteX1"/>
                            <a:gd fmla="*/ 11 h 5014" name="connsiteY1"/>
                            <a:gd fmla="*/ 11 w 5014" name="connsiteX2"/>
                            <a:gd fmla="*/ 2273 h 5014" name="connsiteY2"/>
                            <a:gd fmla="*/ 2273 w 5014" name="connsiteX3"/>
                            <a:gd fmla="*/ 5004 h 5014" name="connsiteY3"/>
                            <a:gd fmla="*/ 5004 w 5014" name="connsiteX4"/>
                            <a:gd fmla="*/ 2742 h 501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4" w="5014">
                              <a:moveTo>
                                <a:pt x="5004" y="2742"/>
                              </a:moveTo>
                              <a:cubicBezTo>
                                <a:pt x="5132" y="1376"/>
                                <a:pt x="4108" y="139"/>
                                <a:pt x="2742" y="11"/>
                              </a:cubicBezTo>
                              <a:cubicBezTo>
                                <a:pt x="1376" y="-117"/>
                                <a:pt x="139" y="907"/>
                                <a:pt x="11" y="2273"/>
                              </a:cubicBezTo>
                              <a:cubicBezTo>
                                <a:pt x="-117" y="3638"/>
                                <a:pt x="907" y="4876"/>
                                <a:pt x="2273" y="5004"/>
                              </a:cubicBezTo>
                              <a:cubicBezTo>
                                <a:pt x="3638" y="5132"/>
                                <a:pt x="4876" y="4108"/>
                                <a:pt x="5004" y="27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1aab3845-21c3-4d35-ab86-b9759f941685" id="767" name="图形 6643">
                        <a:extLst>
                          <a:ext uri="{FF2B5EF4-FFF2-40B4-BE49-F238E27FC236}">
                            <a16:creationId id="{D819B2BD-567E-5342-E14E-CB5D0DE0F4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431880" y="2122864"/>
                        <a:ext cx="120047" cy="148511"/>
                        <a:chOff x="7431880" y="2122864"/>
                        <a:chExt cx="120047" cy="148511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caa23908-a02c-4335-8735-571805133d65" id="1338" name="任意多边形: 形状 1337">
                          <a:extLst>
                            <a:ext uri="{FF2B5EF4-FFF2-40B4-BE49-F238E27FC236}">
                              <a16:creationId id="{5F39D4E6-66CC-1C47-F865-184D7E5F4B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8767" y="2232498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fb94e83-8339-4894-86a1-69074c5d3644" id="1339" name="任意多边形: 形状 1338">
                          <a:extLst>
                            <a:ext uri="{FF2B5EF4-FFF2-40B4-BE49-F238E27FC236}">
                              <a16:creationId id="{DBE8ECA7-AB3A-1308-9946-17AC03B3E7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1597" y="2220720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067"/>
                                <a:pt x="3840" y="0"/>
                                <a:pt x="2475" y="0"/>
                              </a:cubicBezTo>
                              <a:cubicBezTo>
                                <a:pt x="1109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20e2774-7d72-4ad5-8e0e-302b9de8a153" id="1340" name="任意多边形: 形状 1339">
                          <a:extLst>
                            <a:ext uri="{FF2B5EF4-FFF2-40B4-BE49-F238E27FC236}">
                              <a16:creationId id="{7059295C-D0D7-ED41-C378-C8EFD170A3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95509" y="2222939"/>
                          <a:ext cx="5035" cy="5035"/>
                        </a:xfrm>
                        <a:custGeom>
                          <a:avLst/>
                          <a:gdLst>
                            <a:gd fmla="*/ 2561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1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1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6" y="0"/>
                              </a:cubicBezTo>
                              <a:cubicBezTo>
                                <a:pt x="1067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1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137b9dd-6462-4ec4-ae09-1322af314d67" id="1341" name="任意多边形: 形状 1340">
                          <a:extLst>
                            <a:ext uri="{FF2B5EF4-FFF2-40B4-BE49-F238E27FC236}">
                              <a16:creationId id="{1467BF8A-80FA-A1E0-234B-15B5216D09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71227" y="2232840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09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fdefd6b-8858-45f1-ac84-4be4ea9340ca" id="1342" name="任意多边形: 形状 1341">
                          <a:extLst>
                            <a:ext uri="{FF2B5EF4-FFF2-40B4-BE49-F238E27FC236}">
                              <a16:creationId id="{7C26DADB-8ACF-84FA-1C1B-D29F6AA506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92693" y="2207277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067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4d0c7f5-efbb-4747-b46d-9c72fb16a892" id="1343" name="任意多边形: 形状 1342">
                          <a:extLst>
                            <a:ext uri="{FF2B5EF4-FFF2-40B4-BE49-F238E27FC236}">
                              <a16:creationId id="{9CFD6BCE-9DEB-198B-E7A2-8841B6D3FF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67642" y="2218501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d626b94-edb2-49ef-8ba9-a6203d20f7d4" id="1344" name="任意多边形: 形状 1343">
                          <a:extLst>
                            <a:ext uri="{FF2B5EF4-FFF2-40B4-BE49-F238E27FC236}">
                              <a16:creationId id="{767B3E56-6C01-6C12-0BB4-505D45C4FB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75324" y="2202625"/>
                          <a:ext cx="5035" cy="5035"/>
                        </a:xfrm>
                        <a:custGeom>
                          <a:avLst/>
                          <a:gdLst>
                            <a:gd fmla="*/ 2561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1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1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6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1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ccd6bdc-8e8c-4193-a77a-df1921752630" id="1345" name="任意多边形: 形状 1344">
                          <a:extLst>
                            <a:ext uri="{FF2B5EF4-FFF2-40B4-BE49-F238E27FC236}">
                              <a16:creationId id="{5EC4E28F-8CEA-0B37-4677-C0D64D3DE4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04429" y="2196992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10"/>
                                <a:pt x="3841" y="0"/>
                                <a:pt x="2475" y="0"/>
                              </a:cubicBezTo>
                              <a:cubicBezTo>
                                <a:pt x="1067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fa4a91d-f2aa-4aab-acd8-f7caecd571a5" id="1346" name="任意多边形: 形状 1345">
                          <a:extLst>
                            <a:ext uri="{FF2B5EF4-FFF2-40B4-BE49-F238E27FC236}">
                              <a16:creationId id="{7D0D847E-03A4-A2EA-AAFA-B2863B5F1D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97259" y="2185256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6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c65b242-96bc-43b6-b3d0-47ce289ecb7f" id="1347" name="任意多边形: 形状 1346">
                          <a:extLst>
                            <a:ext uri="{FF2B5EF4-FFF2-40B4-BE49-F238E27FC236}">
                              <a16:creationId id="{E35C605F-8BE4-ABA1-B1A7-133CCFAEB1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11214" y="2187475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fbde0b1-af64-4245-b164-0bec54b63912" id="1348" name="任意多边形: 形状 1347">
                          <a:extLst>
                            <a:ext uri="{FF2B5EF4-FFF2-40B4-BE49-F238E27FC236}">
                              <a16:creationId id="{32287C89-9EFD-0CFB-2369-E8228290C8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6889" y="2197376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09"/>
                                <a:pt x="3840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f126188-9b6a-4e29-9222-cbf69066ac52" id="1349" name="任意多边形: 形状 1348">
                          <a:extLst>
                            <a:ext uri="{FF2B5EF4-FFF2-40B4-BE49-F238E27FC236}">
                              <a16:creationId id="{859A9B6A-C11F-7C57-1938-66EF717C2C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08355" y="2171813"/>
                          <a:ext cx="5035" cy="5035"/>
                        </a:xfrm>
                        <a:custGeom>
                          <a:avLst/>
                          <a:gdLst>
                            <a:gd fmla="*/ 2561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1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1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6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1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7dfa559-b148-4d12-aeb7-91dcd4f86c2a" id="1350" name="任意多边形: 形状 1349">
                          <a:extLst>
                            <a:ext uri="{FF2B5EF4-FFF2-40B4-BE49-F238E27FC236}">
                              <a16:creationId id="{B6613882-717B-43EC-6A93-39BDCE92599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3304" y="2183037"/>
                          <a:ext cx="5035" cy="5035"/>
                        </a:xfrm>
                        <a:custGeom>
                          <a:avLst/>
                          <a:gdLst>
                            <a:gd fmla="*/ 2561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1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1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09"/>
                                <a:pt x="3841" y="0"/>
                                <a:pt x="2476" y="0"/>
                              </a:cubicBezTo>
                              <a:cubicBezTo>
                                <a:pt x="1067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1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2e852e3-43b8-4682-9e22-1f5ed34eead3" id="1351" name="任意多边形: 形状 1350">
                          <a:extLst>
                            <a:ext uri="{FF2B5EF4-FFF2-40B4-BE49-F238E27FC236}">
                              <a16:creationId id="{77255D89-230D-33FC-B2D5-5588AE92B2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91029" y="2167162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09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a55255a-3880-4d66-b286-00a9c5cbe2d2" id="1352" name="任意多边形: 形状 1351">
                          <a:extLst>
                            <a:ext uri="{FF2B5EF4-FFF2-40B4-BE49-F238E27FC236}">
                              <a16:creationId id="{2612D3C4-C247-AF44-0AA2-D88A57B3E4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64185" y="2198486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6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4ed574d-8e46-4458-949b-63292b230142" id="1353" name="任意多边形: 形状 1352">
                          <a:extLst>
                            <a:ext uri="{FF2B5EF4-FFF2-40B4-BE49-F238E27FC236}">
                              <a16:creationId id="{E9D91607-177C-C1D8-106C-890A02D4C6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57016" y="2186707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09"/>
                                <a:pt x="3840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a237f05-f568-4680-afbd-203aaae239a9" id="1354" name="任意多边形: 形状 1353">
                          <a:extLst>
                            <a:ext uri="{FF2B5EF4-FFF2-40B4-BE49-F238E27FC236}">
                              <a16:creationId id="{3CE99525-0767-BC61-8621-FCAFAB77C6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70971" y="2188926"/>
                          <a:ext cx="5035" cy="5035"/>
                        </a:xfrm>
                        <a:custGeom>
                          <a:avLst/>
                          <a:gdLst>
                            <a:gd fmla="*/ 2561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1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1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067"/>
                                <a:pt x="3841" y="0"/>
                                <a:pt x="2476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1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c5ad35a-cf0d-4296-9078-7bbd1a9356f1" id="1355" name="任意多边形: 形状 1354">
                          <a:extLst>
                            <a:ext uri="{FF2B5EF4-FFF2-40B4-BE49-F238E27FC236}">
                              <a16:creationId id="{0AF318E4-8AEA-43C1-7C12-F4204F39EC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46646" y="2198827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50aba0e-e9a8-4192-ac90-2ffdb87e5f9d" id="1356" name="任意多边形: 形状 1355">
                          <a:extLst>
                            <a:ext uri="{FF2B5EF4-FFF2-40B4-BE49-F238E27FC236}">
                              <a16:creationId id="{69BBEE41-D196-264D-6735-F25AB65C3D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68112" y="2173307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09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648f1b0-e2ba-4c27-bae6-1ababbee47c5" id="1357" name="任意多边形: 形状 1356">
                          <a:extLst>
                            <a:ext uri="{FF2B5EF4-FFF2-40B4-BE49-F238E27FC236}">
                              <a16:creationId id="{1C491DBA-41D9-1A59-7508-BBE630215C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47200" y="2168698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2f8911b-8a6e-48b8-901b-77c4b39c3d73" id="1358" name="任意多边形: 形状 1357">
                          <a:extLst>
                            <a:ext uri="{FF2B5EF4-FFF2-40B4-BE49-F238E27FC236}">
                              <a16:creationId id="{24E8E403-2B63-1F22-8FD7-BFDF8015B7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61497" y="2160205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6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9382973-878c-4fd6-8286-d1b884fab2cf" id="1359" name="任意多边形: 形状 1358">
                          <a:extLst>
                            <a:ext uri="{FF2B5EF4-FFF2-40B4-BE49-F238E27FC236}">
                              <a16:creationId id="{53BA0B9C-649A-527F-6521-984F636735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51127" y="2238900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10"/>
                                <a:pt x="3840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8cd6175-bf25-45c7-9cf6-a8b84227cf5b" id="1360" name="任意多边形: 形状 1359">
                          <a:extLst>
                            <a:ext uri="{FF2B5EF4-FFF2-40B4-BE49-F238E27FC236}">
                              <a16:creationId id="{F72BD0E8-576F-ECB1-5BF1-61DEB9E536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43957" y="2227164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25e32d8-df14-409f-a72e-84c972f8a919" id="1361" name="任意多边形: 形状 1360">
                          <a:extLst>
                            <a:ext uri="{FF2B5EF4-FFF2-40B4-BE49-F238E27FC236}">
                              <a16:creationId id="{43F2C94C-6C0A-8C19-81B5-6154D879C1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57912" y="2229383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69" y="5036"/>
                                <a:pt x="5036" y="3841"/>
                                <a:pt x="5036" y="2475"/>
                              </a:cubicBezTo>
                              <a:cubicBezTo>
                                <a:pt x="5036" y="1109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69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b46713a-e98d-4c13-8e2e-ea97813844be" id="1362" name="任意多边形: 形状 1361">
                          <a:extLst>
                            <a:ext uri="{FF2B5EF4-FFF2-40B4-BE49-F238E27FC236}">
                              <a16:creationId id="{FB293D1C-FD38-A519-C14F-17C0FA35E9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33587" y="2239284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10"/>
                                <a:pt x="3840" y="0"/>
                                <a:pt x="2475" y="0"/>
                              </a:cubicBezTo>
                              <a:cubicBezTo>
                                <a:pt x="1109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e87ae11-6fdb-4850-94dc-dbc7bbc4daab" id="1363" name="任意多边形: 形状 1362">
                          <a:extLst>
                            <a:ext uri="{FF2B5EF4-FFF2-40B4-BE49-F238E27FC236}">
                              <a16:creationId id="{4998F358-CFFE-E6FB-FF75-B4DA315FB1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55053" y="2213721"/>
                          <a:ext cx="5035" cy="5035"/>
                        </a:xfrm>
                        <a:custGeom>
                          <a:avLst/>
                          <a:gdLst>
                            <a:gd fmla="*/ 2561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1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1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6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1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86aa47c-9fd8-4c47-95b2-3cad4642091f" id="1364" name="任意多边形: 形状 1363">
                          <a:extLst>
                            <a:ext uri="{FF2B5EF4-FFF2-40B4-BE49-F238E27FC236}">
                              <a16:creationId id="{437315BC-A5F1-3F5A-55FA-8A279D1457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31880" y="2194133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067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9d707e7-89ee-4d0e-9437-1969270c521d" id="1365" name="任意多边形: 形状 1364">
                          <a:extLst>
                            <a:ext uri="{FF2B5EF4-FFF2-40B4-BE49-F238E27FC236}">
                              <a16:creationId id="{D0190F2C-4A58-692F-6DF7-6A58DEB316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37727" y="2209069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2e17913-d246-470f-bf0f-47c1d15e62a8" id="1366" name="任意多边形: 形状 1365">
                          <a:extLst>
                            <a:ext uri="{FF2B5EF4-FFF2-40B4-BE49-F238E27FC236}">
                              <a16:creationId id="{269FEE7F-5A94-E728-F1C1-6C4F4125B0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27047" y="2227334"/>
                          <a:ext cx="5035" cy="5035"/>
                        </a:xfrm>
                        <a:custGeom>
                          <a:avLst/>
                          <a:gdLst>
                            <a:gd fmla="*/ 2561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1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1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6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1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0de390b-48f4-4595-aba7-34f77bb5bbe8" id="1367" name="任意多边形: 形状 1366">
                          <a:extLst>
                            <a:ext uri="{FF2B5EF4-FFF2-40B4-BE49-F238E27FC236}">
                              <a16:creationId id="{58A73DB8-0A9B-56EB-74F7-E1D6CB3A54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19835" y="2215556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cc0d8ac-47a6-4a9c-9c3a-959694610b8a" id="1368" name="任意多边形: 形状 1367">
                          <a:extLst>
                            <a:ext uri="{FF2B5EF4-FFF2-40B4-BE49-F238E27FC236}">
                              <a16:creationId id="{625DA14C-6235-7DAB-3BCA-83079D169C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42709" y="2219482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a66fed3-555a-48e0-b8c3-8c8b29503ea6" id="1369" name="任意多边形: 形状 1368">
                          <a:extLst>
                            <a:ext uri="{FF2B5EF4-FFF2-40B4-BE49-F238E27FC236}">
                              <a16:creationId id="{F1F6EE3C-59EF-8B06-4510-34C569C306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09507" y="2227676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6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7f0ec64-d532-46e3-8f35-acf20075ce31" id="1370" name="任意多边形: 形状 1369">
                          <a:extLst>
                            <a:ext uri="{FF2B5EF4-FFF2-40B4-BE49-F238E27FC236}">
                              <a16:creationId id="{7CA64121-2EB7-3B4F-0769-AC7917EBF3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0973" y="2202113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efae3ff-457c-4506-b5a4-35cdd2181d0e" id="1371" name="任意多边形: 形状 1370">
                          <a:extLst>
                            <a:ext uri="{FF2B5EF4-FFF2-40B4-BE49-F238E27FC236}">
                              <a16:creationId id="{65765E47-D091-324B-91E4-213BDB8EE3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05922" y="2213337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11ab91d-6182-430d-a1b8-0086bd3f410c" id="1372" name="任意多边形: 形状 1371">
                          <a:extLst>
                            <a:ext uri="{FF2B5EF4-FFF2-40B4-BE49-F238E27FC236}">
                              <a16:creationId id="{F6428284-A144-BCBB-FC9A-58C199243B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13604" y="2197461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69" y="5036"/>
                                <a:pt x="5035" y="3841"/>
                                <a:pt x="5035" y="2475"/>
                              </a:cubicBezTo>
                              <a:cubicBezTo>
                                <a:pt x="5035" y="1110"/>
                                <a:pt x="3840" y="0"/>
                                <a:pt x="2475" y="0"/>
                              </a:cubicBezTo>
                              <a:cubicBezTo>
                                <a:pt x="1109" y="0"/>
                                <a:pt x="0" y="1195"/>
                                <a:pt x="0" y="2561"/>
                              </a:cubicBezTo>
                              <a:cubicBezTo>
                                <a:pt x="0" y="3969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ea3380a-4b09-4fa1-bcbf-5ab5002a01b8" id="1373" name="任意多边形: 形状 1372">
                          <a:extLst>
                            <a:ext uri="{FF2B5EF4-FFF2-40B4-BE49-F238E27FC236}">
                              <a16:creationId id="{76077142-5D9D-15B3-DF9A-CA061B2312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9620" y="2152695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10"/>
                                <a:pt x="3840" y="0"/>
                                <a:pt x="2475" y="0"/>
                              </a:cubicBezTo>
                              <a:cubicBezTo>
                                <a:pt x="1109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e3564fa-8ac9-4cf6-a4be-359866e639ae" id="1374" name="任意多边形: 形状 1373">
                          <a:extLst>
                            <a:ext uri="{FF2B5EF4-FFF2-40B4-BE49-F238E27FC236}">
                              <a16:creationId id="{741F8941-2833-1D17-3D17-336EADABD5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2451" y="2140959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2e2e2cf-fb1c-4baa-adbf-38ab0544d9ea" id="1375" name="任意多边形: 形状 1374">
                          <a:extLst>
                            <a:ext uri="{FF2B5EF4-FFF2-40B4-BE49-F238E27FC236}">
                              <a16:creationId id="{FBC3FF14-3155-1C40-34C3-A50B9CED6E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96406" y="2143178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09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4326c30-6148-4254-8d82-9e0428608530" id="1376" name="任意多边形: 形状 1375">
                          <a:extLst>
                            <a:ext uri="{FF2B5EF4-FFF2-40B4-BE49-F238E27FC236}">
                              <a16:creationId id="{EE204E79-048D-440B-1E3A-4A89FE63E7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77927" y="2164900"/>
                          <a:ext cx="5035" cy="5035"/>
                        </a:xfrm>
                        <a:custGeom>
                          <a:avLst/>
                          <a:gdLst>
                            <a:gd fmla="*/ 2561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1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1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09"/>
                                <a:pt x="3841" y="0"/>
                                <a:pt x="2476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1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6f4796d-7318-455f-998c-0077f1e6eb59" id="1377" name="任意多边形: 形状 1376">
                          <a:extLst>
                            <a:ext uri="{FF2B5EF4-FFF2-40B4-BE49-F238E27FC236}">
                              <a16:creationId id="{9C3E04A1-0AC3-325F-5980-8B65D2EB08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09934" y="2140404"/>
                          <a:ext cx="5035" cy="5035"/>
                        </a:xfrm>
                        <a:custGeom>
                          <a:avLst/>
                          <a:gdLst>
                            <a:gd fmla="*/ 2561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1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1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6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1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9587552-718f-4e97-a952-29e2aee53d6e" id="1378" name="任意多边形: 形状 1377">
                          <a:extLst>
                            <a:ext uri="{FF2B5EF4-FFF2-40B4-BE49-F238E27FC236}">
                              <a16:creationId id="{1EA21907-8D72-B882-1397-34BD72C26D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68538" y="2138740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886ff17-d22f-4a1d-8ddc-b08c381f0faf" id="1379" name="任意多边形: 形状 1378">
                          <a:extLst>
                            <a:ext uri="{FF2B5EF4-FFF2-40B4-BE49-F238E27FC236}">
                              <a16:creationId id="{7F161162-19E2-9EA7-0938-0B9E54A487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76220" y="2122864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10"/>
                                <a:pt x="3840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f6c80c7-137c-4c01-bb20-7f421df17f8c" id="1380" name="任意多边形: 形状 1379">
                          <a:extLst>
                            <a:ext uri="{FF2B5EF4-FFF2-40B4-BE49-F238E27FC236}">
                              <a16:creationId id="{C8F2EE5A-B875-D751-89EA-6C99B5C0FA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28754" y="2189609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6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711c91e-7667-4186-bf08-3c2bd3d115a4" id="1381" name="任意多边形: 形状 1380">
                          <a:extLst>
                            <a:ext uri="{FF2B5EF4-FFF2-40B4-BE49-F238E27FC236}">
                              <a16:creationId id="{0154C7B0-6294-07C4-B7A4-163BD749AC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2766" y="2166948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10"/>
                                <a:pt x="3840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57197ce-3533-4981-8db3-7ca3972f954d" id="1382" name="任意多边形: 形状 1381">
                          <a:extLst>
                            <a:ext uri="{FF2B5EF4-FFF2-40B4-BE49-F238E27FC236}">
                              <a16:creationId id="{F45F4BD5-68BF-C3E5-C265-6CADCA9E5F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4771" y="2142367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09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c5eb9c1-d7d7-40bb-965e-c17dcba121da" id="1383" name="任意多边形: 形状 1382">
                          <a:extLst>
                            <a:ext uri="{FF2B5EF4-FFF2-40B4-BE49-F238E27FC236}">
                              <a16:creationId id="{8DE9B903-99E8-66FB-B433-46D1FCFA16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22395" y="2179068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68e8c8d-2036-4cdf-9ff6-fa477e816fa1" id="1384" name="任意多边形: 形状 1383">
                          <a:extLst>
                            <a:ext uri="{FF2B5EF4-FFF2-40B4-BE49-F238E27FC236}">
                              <a16:creationId id="{5953D74D-4928-4D87-83E8-8950EF9018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46891" y="2178556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6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fb7c003-a56c-47e5-a43f-756b7dadf959" id="1385" name="任意多边形: 形状 1384">
                          <a:extLst>
                            <a:ext uri="{FF2B5EF4-FFF2-40B4-BE49-F238E27FC236}">
                              <a16:creationId id="{00C01391-641C-51A4-31A8-8DF0734B29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18811" y="2164729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0d797eb-cca8-40e2-a1e6-f96165be9de6" id="1386" name="任意多边形: 形状 1385">
                          <a:extLst>
                            <a:ext uri="{FF2B5EF4-FFF2-40B4-BE49-F238E27FC236}">
                              <a16:creationId id="{1F1EAB5B-0419-FD65-D5E8-38964670C5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03618" y="2156834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6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8f8d724-f589-429d-b211-942e6b9bfc26" id="1387" name="任意多边形: 形状 1386">
                          <a:extLst>
                            <a:ext uri="{FF2B5EF4-FFF2-40B4-BE49-F238E27FC236}">
                              <a16:creationId id="{0EC3E61C-20D2-0FDA-C89F-7AC761BEA4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18341" y="2265145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09"/>
                                <a:pt x="3840" y="0"/>
                                <a:pt x="2475" y="0"/>
                              </a:cubicBezTo>
                              <a:cubicBezTo>
                                <a:pt x="1067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d4212a-fac4-4f80-883a-20c4a83ed34f" id="1388" name="任意多边形: 形状 1387">
                          <a:extLst>
                            <a:ext uri="{FF2B5EF4-FFF2-40B4-BE49-F238E27FC236}">
                              <a16:creationId id="{81300877-15A3-D622-6987-2E2D7EE1DD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7529" y="2265785"/>
                          <a:ext cx="5035" cy="5035"/>
                        </a:xfrm>
                        <a:custGeom>
                          <a:avLst/>
                          <a:gdLst>
                            <a:gd fmla="*/ 2561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1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1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10"/>
                                <a:pt x="3841" y="0"/>
                                <a:pt x="2476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1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ec9c919-9266-426e-8b30-b67968ecb28d" id="1389" name="任意多边形: 形状 1388">
                          <a:extLst>
                            <a:ext uri="{FF2B5EF4-FFF2-40B4-BE49-F238E27FC236}">
                              <a16:creationId id="{78716A08-6BB7-1FC7-13A3-2E5E7AB0BB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17018" y="2241930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6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109"/>
                                <a:pt x="3841" y="0"/>
                                <a:pt x="2476" y="0"/>
                              </a:cubicBezTo>
                              <a:cubicBezTo>
                                <a:pt x="1067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42bb7fc-96cd-4558-8635-3fd5c8d4fdfd" id="1390" name="任意多边形: 形状 1389">
                          <a:extLst>
                            <a:ext uri="{FF2B5EF4-FFF2-40B4-BE49-F238E27FC236}">
                              <a16:creationId id="{F7C2E26E-0E88-A7A8-EEC4-D8103B08FD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60772" y="2248118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69" y="5036"/>
                                <a:pt x="5035" y="3841"/>
                                <a:pt x="5035" y="2475"/>
                              </a:cubicBezTo>
                              <a:cubicBezTo>
                                <a:pt x="5035" y="1110"/>
                                <a:pt x="3840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69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9584045-0d25-443f-b6ac-579c66ff5a7a" id="1391" name="任意多边形: 形状 1390">
                          <a:extLst>
                            <a:ext uri="{FF2B5EF4-FFF2-40B4-BE49-F238E27FC236}">
                              <a16:creationId id="{BC40CC44-8E02-A629-94CB-7FC22714A2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98625" y="2252385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1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10"/>
                                <a:pt x="3840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1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b15f566-c07a-4011-99ed-cd3f53c7fc6b" id="1392" name="任意多边形: 形状 1391">
                          <a:extLst>
                            <a:ext uri="{FF2B5EF4-FFF2-40B4-BE49-F238E27FC236}">
                              <a16:creationId id="{04421370-5F5D-295B-76AA-7FAB56C350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61155" y="2266340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5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5" y="3841"/>
                                <a:pt x="5035" y="2475"/>
                              </a:cubicBezTo>
                              <a:cubicBezTo>
                                <a:pt x="5035" y="1110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57c5c5c-efd3-44ae-9711-b0c72dd395ba" id="1393" name="任意多边形: 形状 1392">
                          <a:extLst>
                            <a:ext uri="{FF2B5EF4-FFF2-40B4-BE49-F238E27FC236}">
                              <a16:creationId id="{91EE44C7-87C4-B2E6-7627-56444A2DDE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1298" y="2247691"/>
                          <a:ext cx="5035" cy="5035"/>
                        </a:xfrm>
                        <a:custGeom>
                          <a:avLst/>
                          <a:gdLst>
                            <a:gd fmla="*/ 2560 w 5035" name="connsiteX0"/>
                            <a:gd fmla="*/ 5036 h 5035" name="connsiteY0"/>
                            <a:gd fmla="*/ 5036 w 5035" name="connsiteX1"/>
                            <a:gd fmla="*/ 2475 h 5035" name="connsiteY1"/>
                            <a:gd fmla="*/ 2475 w 5035" name="connsiteX2"/>
                            <a:gd fmla="*/ 0 h 5035" name="connsiteY2"/>
                            <a:gd fmla="*/ 0 w 5035" name="connsiteX3"/>
                            <a:gd fmla="*/ 2560 h 5035" name="connsiteY3"/>
                            <a:gd fmla="*/ 2560 w 5035" name="connsiteX4"/>
                            <a:gd fmla="*/ 5036 h 503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5" w="5035">
                              <a:moveTo>
                                <a:pt x="2560" y="5036"/>
                              </a:moveTo>
                              <a:cubicBezTo>
                                <a:pt x="3926" y="5036"/>
                                <a:pt x="5036" y="3841"/>
                                <a:pt x="5036" y="2475"/>
                              </a:cubicBezTo>
                              <a:cubicBezTo>
                                <a:pt x="5036" y="1067"/>
                                <a:pt x="3841" y="0"/>
                                <a:pt x="2475" y="0"/>
                              </a:cubicBezTo>
                              <a:cubicBezTo>
                                <a:pt x="1110" y="0"/>
                                <a:pt x="0" y="1195"/>
                                <a:pt x="0" y="2560"/>
                              </a:cubicBezTo>
                              <a:cubicBezTo>
                                <a:pt x="0" y="3926"/>
                                <a:pt x="1195" y="5036"/>
                                <a:pt x="2560" y="50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eec3698b-8847-48db-a4ec-2c3a439bc03c" id="768" name="图形 6643">
                        <a:extLst>
                          <a:ext uri="{FF2B5EF4-FFF2-40B4-BE49-F238E27FC236}">
                            <a16:creationId id="{D8FFD9AF-7ACE-0862-9605-ABB3C085CE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477915" y="2133478"/>
                        <a:ext cx="117468" cy="147213"/>
                        <a:chOff x="7477915" y="2133478"/>
                        <a:chExt cx="117468" cy="147213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b0e13a74-7733-4c8b-a58d-2d4dea26c68e" id="1282" name="任意多边形: 形状 1281">
                          <a:extLst>
                            <a:ext uri="{FF2B5EF4-FFF2-40B4-BE49-F238E27FC236}">
                              <a16:creationId id="{FF54A95C-D070-70C7-7BB6-E4D8928C03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23450" y="2175044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3dfb312-90ed-4db9-aeb1-f2ab0a326315" id="1283" name="任意多边形: 形状 1282">
                          <a:extLst>
                            <a:ext uri="{FF2B5EF4-FFF2-40B4-BE49-F238E27FC236}">
                              <a16:creationId id="{CA21C525-D475-5F76-F356-8C64A4EFB7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4417" y="2183366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7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936123c-9085-47a3-bec5-ea8bcc18edb1" id="1284" name="任意多边形: 形状 1283">
                          <a:extLst>
                            <a:ext uri="{FF2B5EF4-FFF2-40B4-BE49-F238E27FC236}">
                              <a16:creationId id="{F4602BB9-1D18-5B0A-7504-7D5D859205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20633" y="2186354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6e1f0a1-8c80-4d4d-80b7-91c30a49daea" id="1285" name="任意多边形: 形状 1284">
                          <a:extLst>
                            <a:ext uri="{FF2B5EF4-FFF2-40B4-BE49-F238E27FC236}">
                              <a16:creationId id="{9B2FD3D8-9D74-F93C-D440-74BC7A5F89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9667" y="2168344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8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7" y="2829"/>
                                <a:pt x="4835" y="1548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6587ed4-4724-41ad-8f63-a82e99ec30d6" id="1286" name="任意多边形: 形状 1285">
                          <a:extLst>
                            <a:ext uri="{FF2B5EF4-FFF2-40B4-BE49-F238E27FC236}">
                              <a16:creationId id="{92031228-CBF8-7AA7-3AC5-4F404F8174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28955" y="2199924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5" y="1549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c87fc38-7464-430f-9179-4ef54496ac83" id="1287" name="任意多边形: 形状 1286">
                          <a:extLst>
                            <a:ext uri="{FF2B5EF4-FFF2-40B4-BE49-F238E27FC236}">
                              <a16:creationId id="{E562FFE0-4D82-8AE5-2384-5812FA8F5B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48202" y="2180422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7" y="2829"/>
                                <a:pt x="4835" y="1549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89ebd72-bd57-4f92-8292-3a7fad71b371" id="1288" name="任意多边形: 形状 1287">
                          <a:extLst>
                            <a:ext uri="{FF2B5EF4-FFF2-40B4-BE49-F238E27FC236}">
                              <a16:creationId id="{E55F2E5E-7EAC-CC24-1EA4-AEE935BF63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46794" y="2197961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4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4"/>
                              </a:cubicBezTo>
                              <a:cubicBezTo>
                                <a:pt x="4749" y="4322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8dc97a4-10b9-4360-85f3-631ed49b482b" id="1289" name="任意多边形: 形状 1288">
                          <a:extLst>
                            <a:ext uri="{FF2B5EF4-FFF2-40B4-BE49-F238E27FC236}">
                              <a16:creationId id="{CA578728-0037-7AED-FB70-7560127DB7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21743" y="2213794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034679c-86a4-4cac-89ac-863d2ac8f1da" id="1290" name="任意多边形: 形状 1289">
                          <a:extLst>
                            <a:ext uri="{FF2B5EF4-FFF2-40B4-BE49-F238E27FC236}">
                              <a16:creationId id="{87BD0E2F-22A2-7337-9E51-7EE7AB9AE8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2710" y="2222116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5" y="1549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ade2c97-207a-43b6-b83d-ed4d2e05b428" id="1291" name="任意多边形: 形状 1290">
                          <a:extLst>
                            <a:ext uri="{FF2B5EF4-FFF2-40B4-BE49-F238E27FC236}">
                              <a16:creationId id="{EA8818C1-211A-6805-D4B3-003993DB5A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18883" y="2225103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7" y="2829"/>
                                <a:pt x="4835" y="1549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6fb4978-1ccb-4794-b4c5-fafdcfe62ea0" id="1292" name="任意多边形: 形状 1291">
                          <a:extLst>
                            <a:ext uri="{FF2B5EF4-FFF2-40B4-BE49-F238E27FC236}">
                              <a16:creationId id="{72469A2C-1CF8-DF89-1342-66FF5A2281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7960" y="2207094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a9cc560-e42d-4012-bbd8-bb5ec4653b04" id="1293" name="任意多边形: 形状 1292">
                          <a:extLst>
                            <a:ext uri="{FF2B5EF4-FFF2-40B4-BE49-F238E27FC236}">
                              <a16:creationId id="{6287D4C7-3F48-C34C-204B-A00E094040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27206" y="2238674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b7ed9ae-19a9-4d7c-be72-4b5bfe0ad87d" id="1294" name="任意多边形: 形状 1293">
                          <a:extLst>
                            <a:ext uri="{FF2B5EF4-FFF2-40B4-BE49-F238E27FC236}">
                              <a16:creationId id="{7EE23B45-3F59-2A17-0B7B-134ADE1F38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46495" y="2219128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f22b294-93bd-4e06-b907-4d3235aa4f90" id="1295" name="任意多边形: 形状 1294">
                          <a:extLst>
                            <a:ext uri="{FF2B5EF4-FFF2-40B4-BE49-F238E27FC236}">
                              <a16:creationId id="{284BAD47-5288-6959-5ED3-9B93E0C429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45086" y="2236711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88c8b72-d63a-48cf-9ff5-6f2fd24ae8ed" id="1296" name="任意多边形: 形状 1295">
                          <a:extLst>
                            <a:ext uri="{FF2B5EF4-FFF2-40B4-BE49-F238E27FC236}">
                              <a16:creationId id="{4D5230DF-675B-570F-6C21-E431D31262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8700" y="2197791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3f5522a-016f-4f37-b03a-3616304f9bca" id="1297" name="任意多边形: 形状 1296">
                          <a:extLst>
                            <a:ext uri="{FF2B5EF4-FFF2-40B4-BE49-F238E27FC236}">
                              <a16:creationId id="{7A38125B-9DE5-F885-D7F1-2A44E2C5A9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9668" y="2206155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2c6e98d-9b18-465f-b6db-b5411241c37d" id="1298" name="任意多边形: 形状 1297">
                          <a:extLst>
                            <a:ext uri="{FF2B5EF4-FFF2-40B4-BE49-F238E27FC236}">
                              <a16:creationId id="{16D43BA1-C074-D042-6DFE-155BDA5AE2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5841" y="2209142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4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4"/>
                              </a:cubicBezTo>
                              <a:cubicBezTo>
                                <a:pt x="4749" y="4322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ee4b3d9-65bd-44e0-9ffb-395fd25d712f" id="1299" name="任意多边形: 形状 1298">
                          <a:extLst>
                            <a:ext uri="{FF2B5EF4-FFF2-40B4-BE49-F238E27FC236}">
                              <a16:creationId id="{6207E8AE-F8DD-9657-12D8-24D240FE86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4917" y="2191090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5" y="1549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d6af548-1fcb-4a29-9e7f-a1bc56154324" id="1300" name="任意多边形: 形状 1299">
                          <a:extLst>
                            <a:ext uri="{FF2B5EF4-FFF2-40B4-BE49-F238E27FC236}">
                              <a16:creationId id="{1C185920-8A05-B53E-B100-857CA82321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4162" y="2222713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4 h 5017" name="connsiteY2"/>
                            <a:gd fmla="*/ 4835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4"/>
                              </a:cubicBezTo>
                              <a:cubicBezTo>
                                <a:pt x="4749" y="4322"/>
                                <a:pt x="5347" y="2829"/>
                                <a:pt x="4835" y="1549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b621033-e6ff-46ed-8eb9-7cef197888ef" id="1301" name="任意多边形: 形状 1300">
                          <a:extLst>
                            <a:ext uri="{FF2B5EF4-FFF2-40B4-BE49-F238E27FC236}">
                              <a16:creationId id="{F15B7448-BB59-3E5F-3993-21E7A9E811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5373" y="2219385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bb1e634-ef07-4955-8fd9-970e193846d9" id="1302" name="任意多边形: 形状 1301">
                          <a:extLst>
                            <a:ext uri="{FF2B5EF4-FFF2-40B4-BE49-F238E27FC236}">
                              <a16:creationId id="{FA700FF0-2665-DDA6-BC76-77CD7035C3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5088" y="2232443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203bb4d-53b7-4007-81f7-e30148aaa6fb" id="1303" name="任意多边形: 形状 1302">
                          <a:extLst>
                            <a:ext uri="{FF2B5EF4-FFF2-40B4-BE49-F238E27FC236}">
                              <a16:creationId id="{394FBA5B-684C-D9B4-84CA-98843DCE6C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6182" y="2155371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7" y="2829"/>
                                <a:pt x="4835" y="1549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24c086a-6f1f-45c7-8f41-bc7df2f03f6c" id="1304" name="任意多边形: 形状 1303">
                          <a:extLst>
                            <a:ext uri="{FF2B5EF4-FFF2-40B4-BE49-F238E27FC236}">
                              <a16:creationId id="{C7CD5694-AA88-55B3-E0C1-78F7FC12F7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7150" y="2163735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7bfc6e4-c462-4d65-a677-2998d2926b89" id="1305" name="任意多边形: 形状 1304">
                          <a:extLst>
                            <a:ext uri="{FF2B5EF4-FFF2-40B4-BE49-F238E27FC236}">
                              <a16:creationId id="{18B091E0-A364-487D-E76A-A30693D441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3366" y="2166723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8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6" y="2829"/>
                                <a:pt x="4834" y="1548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db8606b-c297-4262-95ec-ad38856f5339" id="1306" name="任意多边形: 形状 1305">
                          <a:extLst>
                            <a:ext uri="{FF2B5EF4-FFF2-40B4-BE49-F238E27FC236}">
                              <a16:creationId id="{36BAFFF3-E2CF-040C-FE53-FCBF2E219E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2399" y="2148671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c2c29c1-95a9-48c3-b74f-5602763e6e7d" id="1307" name="任意多边形: 形状 1306">
                          <a:extLst>
                            <a:ext uri="{FF2B5EF4-FFF2-40B4-BE49-F238E27FC236}">
                              <a16:creationId id="{65DF4FCD-5DBE-F001-6CD0-B5FA3BCDCF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1687" y="2180251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df6e6bb-5c49-4b38-8730-b57ffa5e1167" id="1308" name="任意多边形: 形状 1307">
                          <a:extLst>
                            <a:ext uri="{FF2B5EF4-FFF2-40B4-BE49-F238E27FC236}">
                              <a16:creationId id="{9C04B499-097C-CA4A-AE95-0E4F900231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0365" y="2190152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7" y="2829"/>
                                <a:pt x="4835" y="1549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7755618-ba6a-49bb-bdf6-75dcc1f52062" id="1309" name="任意多边形: 形状 1308">
                          <a:extLst>
                            <a:ext uri="{FF2B5EF4-FFF2-40B4-BE49-F238E27FC236}">
                              <a16:creationId id="{9140F7DE-1224-0A09-0B8D-9632813853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9526" y="2178330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8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4" y="1548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bd3d1a2-f606-47ae-b29c-669d16be04ee" id="1310" name="任意多边形: 形状 1309">
                          <a:extLst>
                            <a:ext uri="{FF2B5EF4-FFF2-40B4-BE49-F238E27FC236}">
                              <a16:creationId id="{CED62145-723A-1616-CCF9-9A77DA6379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9693" y="2193736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8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6" y="2829"/>
                                <a:pt x="4834" y="1548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2df8f7c-73d4-45c5-a1cb-4818829872cc" id="1311" name="任意多边形: 形状 1310">
                          <a:extLst>
                            <a:ext uri="{FF2B5EF4-FFF2-40B4-BE49-F238E27FC236}">
                              <a16:creationId id="{8B145877-DF8E-F141-F970-C70E2695A8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00619" y="2202101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4c13971-0577-4141-9d17-239afe72a3fb" id="1312" name="任意多边形: 形状 1311">
                          <a:extLst>
                            <a:ext uri="{FF2B5EF4-FFF2-40B4-BE49-F238E27FC236}">
                              <a16:creationId id="{174921F6-9052-D357-1BC5-AFF7AA3411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77915" y="2206753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4 h 5017" name="connsiteY2"/>
                            <a:gd fmla="*/ 4834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4"/>
                              </a:cubicBezTo>
                              <a:cubicBezTo>
                                <a:pt x="4749" y="4322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a7646c7-d525-4027-926e-bef1e700542e" id="1313" name="任意多边形: 形状 1312">
                          <a:extLst>
                            <a:ext uri="{FF2B5EF4-FFF2-40B4-BE49-F238E27FC236}">
                              <a16:creationId id="{C1E3710B-C206-7ADD-647F-623C94F952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05868" y="2187036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4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4"/>
                              </a:cubicBezTo>
                              <a:cubicBezTo>
                                <a:pt x="4749" y="4322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01ddd42-bc00-45f0-8819-c2c9518fadc0" id="1314" name="任意多边形: 形状 1313">
                          <a:extLst>
                            <a:ext uri="{FF2B5EF4-FFF2-40B4-BE49-F238E27FC236}">
                              <a16:creationId id="{4F27AE6E-5419-C549-E4A0-0A1E4D6EB2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95156" y="2218616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44d1028-46c5-4d25-9476-2f874e50dffa" id="1315" name="任意多边形: 形状 1314">
                          <a:extLst>
                            <a:ext uri="{FF2B5EF4-FFF2-40B4-BE49-F238E27FC236}">
                              <a16:creationId id="{53F80E7F-DF2F-E535-7DF9-7D92B848E2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14445" y="2199114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bc68278-b88c-44e9-986d-c7723ee08d68" id="1316" name="任意多边形: 形状 1315">
                          <a:extLst>
                            <a:ext uri="{FF2B5EF4-FFF2-40B4-BE49-F238E27FC236}">
                              <a16:creationId id="{FD51639E-F14C-5FB3-1BD9-AE5099EEF6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13037" y="2216696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5" y="1549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91dd1d8-deb5-4a7a-8139-3d03af357d05" id="1317" name="任意多边形: 形状 1316">
                          <a:extLst>
                            <a:ext uri="{FF2B5EF4-FFF2-40B4-BE49-F238E27FC236}">
                              <a16:creationId id="{968A98CB-1A75-790D-E345-04D55652A1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1616" y="2249684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4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4"/>
                              </a:cubicBezTo>
                              <a:cubicBezTo>
                                <a:pt x="4749" y="4322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4e815b9-1d53-4f88-890c-58e750e7e1f4" id="1318" name="任意多边形: 形状 1317">
                          <a:extLst>
                            <a:ext uri="{FF2B5EF4-FFF2-40B4-BE49-F238E27FC236}">
                              <a16:creationId id="{B3907FF5-8FE1-833E-55EB-2DA9C94DA1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2583" y="2258049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5" y="1549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73376c1-7d8d-48bb-903f-c530c5f09148" id="1319" name="任意多边形: 形状 1318">
                          <a:extLst>
                            <a:ext uri="{FF2B5EF4-FFF2-40B4-BE49-F238E27FC236}">
                              <a16:creationId id="{465244EF-F8F8-8491-8544-BB7A7A6AE4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48756" y="2261036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5" y="1549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99bccee-f845-4aa2-b83e-bcd4339c6ac2" id="1320" name="任意多边形: 形状 1319">
                          <a:extLst>
                            <a:ext uri="{FF2B5EF4-FFF2-40B4-BE49-F238E27FC236}">
                              <a16:creationId id="{4D230643-02E7-3C14-DBF1-241420151E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8103" y="2234065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1f36693-b9af-4580-a479-9eb48114e120" id="1321" name="任意多边形: 形状 1320">
                          <a:extLst>
                            <a:ext uri="{FF2B5EF4-FFF2-40B4-BE49-F238E27FC236}">
                              <a16:creationId id="{8F10249B-0499-E315-FB46-B5AB2DC58E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7192" y="2268547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b986257-0648-4391-9e55-293a5b4d60dd" id="1322" name="任意多边形: 形状 1321">
                          <a:extLst>
                            <a:ext uri="{FF2B5EF4-FFF2-40B4-BE49-F238E27FC236}">
                              <a16:creationId id="{A5CE3D24-C38B-B992-E1B6-5DC2A64203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6368" y="2255062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4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4"/>
                              </a:cubicBezTo>
                              <a:cubicBezTo>
                                <a:pt x="4749" y="4322"/>
                                <a:pt x="5347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562590f-5fc5-4b33-87f5-38524fa07d76" id="1323" name="任意多边形: 形状 1322">
                          <a:extLst>
                            <a:ext uri="{FF2B5EF4-FFF2-40B4-BE49-F238E27FC236}">
                              <a16:creationId id="{FFE2099A-CFA1-0F34-CBDD-A2E54C1B4F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4959" y="2272644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4 h 5017" name="connsiteY2"/>
                            <a:gd fmla="*/ 4834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4"/>
                              </a:cubicBezTo>
                              <a:cubicBezTo>
                                <a:pt x="4749" y="4322"/>
                                <a:pt x="5347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0905388-751a-4d5b-81af-8c23fca15159" id="1324" name="任意多边形: 形状 1323">
                          <a:extLst>
                            <a:ext uri="{FF2B5EF4-FFF2-40B4-BE49-F238E27FC236}">
                              <a16:creationId id="{F2AAF95E-173F-9D4C-E4DC-2CE4C47CFF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01728" y="2229499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5" y="1549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5dd52a-73bd-4ee7-be50-6b0b4e99b61f" id="1325" name="任意多边形: 形状 1324">
                          <a:extLst>
                            <a:ext uri="{FF2B5EF4-FFF2-40B4-BE49-F238E27FC236}">
                              <a16:creationId id="{7FE1668C-830F-0C63-2F9E-8D68662E5C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06252" y="2252074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4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6"/>
                                <a:pt x="3469" y="4834"/>
                              </a:cubicBezTo>
                              <a:cubicBezTo>
                                <a:pt x="4749" y="4322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5ad432d-cd18-48ce-980f-faeed5a3168a" id="1326" name="任意多边形: 形状 1325">
                          <a:extLst>
                            <a:ext uri="{FF2B5EF4-FFF2-40B4-BE49-F238E27FC236}">
                              <a16:creationId id="{04262860-79DA-B1A0-AA39-893436C0B9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13293" y="2275674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c3f48a3-b6e8-45e7-bce5-0564ce814f0c" id="1327" name="任意多边形: 形状 1326">
                          <a:extLst>
                            <a:ext uri="{FF2B5EF4-FFF2-40B4-BE49-F238E27FC236}">
                              <a16:creationId id="{5AC176FE-4A77-54A7-F7EF-20369A9506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11501" y="2237010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7e582c3-0043-46fb-af0f-1e483f43d564" id="1328" name="任意多边形: 形状 1327">
                          <a:extLst>
                            <a:ext uri="{FF2B5EF4-FFF2-40B4-BE49-F238E27FC236}">
                              <a16:creationId id="{25D7ADB4-27E8-EB4C-FD16-E864D3651B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8883" y="2246356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ba7e19f-502d-4775-af99-07f9a5c0128c" id="1329" name="任意多边形: 形状 1328">
                          <a:extLst>
                            <a:ext uri="{FF2B5EF4-FFF2-40B4-BE49-F238E27FC236}">
                              <a16:creationId id="{58A017B4-121F-B95D-55CD-F321F0EC7F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20078" y="2249087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13c13a7-1e9b-4be5-a432-32166b8219ba" id="1330" name="任意多边形: 形状 1329">
                          <a:extLst>
                            <a:ext uri="{FF2B5EF4-FFF2-40B4-BE49-F238E27FC236}">
                              <a16:creationId id="{54018016-2FE3-3EBF-3FC9-255206E6EA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7063" y="2250879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5" y="1549"/>
                              </a:cubicBezTo>
                              <a:cubicBezTo>
                                <a:pt x="4322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fcf35d1-847d-4202-8931-2708391a2020" id="1331" name="任意多边形: 形状 1330">
                          <a:extLst>
                            <a:ext uri="{FF2B5EF4-FFF2-40B4-BE49-F238E27FC236}">
                              <a16:creationId id="{0E9D7023-9ECF-0824-393F-1D2DE51F21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84018" y="2155328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d13d5fd-326a-4e47-af06-4fea7415b505" id="1332" name="任意多边形: 形状 1331">
                          <a:extLst>
                            <a:ext uri="{FF2B5EF4-FFF2-40B4-BE49-F238E27FC236}">
                              <a16:creationId id="{7942766B-770B-25A3-0754-B2B468AFE9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12525" y="2143550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7" y="2829"/>
                                <a:pt x="4835" y="1549"/>
                              </a:cubicBezTo>
                              <a:cubicBezTo>
                                <a:pt x="4322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a799bb2-78ca-4d35-b919-848d143c8376" id="1333" name="任意多边形: 形状 1332">
                          <a:extLst>
                            <a:ext uri="{FF2B5EF4-FFF2-40B4-BE49-F238E27FC236}">
                              <a16:creationId id="{52092A93-8BAB-332E-B23D-A26A09A722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493705" y="2176453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8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7" y="2829"/>
                                <a:pt x="4835" y="1548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0080d60-1958-4509-aa0b-a4ccae89e6e8" id="1334" name="任意多边形: 形状 1333">
                          <a:extLst>
                            <a:ext uri="{FF2B5EF4-FFF2-40B4-BE49-F238E27FC236}">
                              <a16:creationId id="{F928CF05-8DBC-E2BD-6E5E-E2EF574B8F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43849" y="2150293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9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7" y="2829"/>
                                <a:pt x="4835" y="1549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550a0d1-dce2-4f4a-bf1c-c364660395d4" id="1335" name="任意多边形: 形状 1334">
                          <a:extLst>
                            <a:ext uri="{FF2B5EF4-FFF2-40B4-BE49-F238E27FC236}">
                              <a16:creationId id="{E073C4E9-ACA1-EAFA-E6B5-50F938CF58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07062" y="2160065"/>
                          <a:ext cx="5017" cy="5017"/>
                        </a:xfrm>
                        <a:custGeom>
                          <a:avLst/>
                          <a:gdLst>
                            <a:gd fmla="*/ 1549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5 w 5017" name="connsiteX3"/>
                            <a:gd fmla="*/ 1548 h 5017" name="connsiteY3"/>
                            <a:gd fmla="*/ 1549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9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3"/>
                                <a:pt x="5347" y="2829"/>
                                <a:pt x="4835" y="1548"/>
                              </a:cubicBezTo>
                              <a:cubicBezTo>
                                <a:pt x="4323" y="268"/>
                                <a:pt x="2829" y="-329"/>
                                <a:pt x="1549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e604d75-78d3-4aad-bd3e-cc90c6e70b63" id="1336" name="任意多边形: 形状 1335">
                          <a:extLst>
                            <a:ext uri="{FF2B5EF4-FFF2-40B4-BE49-F238E27FC236}">
                              <a16:creationId id="{F46CD1D2-9174-6002-D27C-FA6D581DD4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6893" y="2133478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7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b41a840-3f24-4527-b851-46f103cad444" id="1337" name="任意多边形: 形状 1336">
                          <a:extLst>
                            <a:ext uri="{FF2B5EF4-FFF2-40B4-BE49-F238E27FC236}">
                              <a16:creationId id="{79207083-6FB8-A7F2-A125-AF3755036F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24901" y="2158145"/>
                          <a:ext cx="5017" cy="5017"/>
                        </a:xfrm>
                        <a:custGeom>
                          <a:avLst/>
                          <a:gdLst>
                            <a:gd fmla="*/ 1548 w 5017" name="connsiteX0"/>
                            <a:gd fmla="*/ 183 h 5017" name="connsiteY0"/>
                            <a:gd fmla="*/ 183 w 5017" name="connsiteX1"/>
                            <a:gd fmla="*/ 3469 h 5017" name="connsiteY1"/>
                            <a:gd fmla="*/ 3469 w 5017" name="connsiteX2"/>
                            <a:gd fmla="*/ 4835 h 5017" name="connsiteY2"/>
                            <a:gd fmla="*/ 4834 w 5017" name="connsiteX3"/>
                            <a:gd fmla="*/ 1549 h 5017" name="connsiteY3"/>
                            <a:gd fmla="*/ 1548 w 5017" name="connsiteX4"/>
                            <a:gd fmla="*/ 183 h 501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7" w="5017">
                              <a:moveTo>
                                <a:pt x="1548" y="183"/>
                              </a:moveTo>
                              <a:cubicBezTo>
                                <a:pt x="268" y="695"/>
                                <a:pt x="-329" y="2189"/>
                                <a:pt x="183" y="3469"/>
                              </a:cubicBezTo>
                              <a:cubicBezTo>
                                <a:pt x="695" y="4749"/>
                                <a:pt x="2189" y="5347"/>
                                <a:pt x="3469" y="4835"/>
                              </a:cubicBezTo>
                              <a:cubicBezTo>
                                <a:pt x="4749" y="4322"/>
                                <a:pt x="5346" y="2829"/>
                                <a:pt x="4834" y="1549"/>
                              </a:cubicBezTo>
                              <a:cubicBezTo>
                                <a:pt x="4322" y="268"/>
                                <a:pt x="2829" y="-329"/>
                                <a:pt x="1548" y="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0628d95c-61a8-4339-a678-1fdaced56af4" id="769" name="图形 6643">
                        <a:extLst>
                          <a:ext uri="{FF2B5EF4-FFF2-40B4-BE49-F238E27FC236}">
                            <a16:creationId id="{8FAA9BDB-593D-2403-5EC6-B6CE690E0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527742" y="2156847"/>
                        <a:ext cx="118229" cy="149212"/>
                        <a:chOff x="7527742" y="2156847"/>
                        <a:chExt cx="118229" cy="149212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9a6df812-643e-4165-ad05-f35e532bea42" id="1226" name="任意多边形: 形状 1225">
                          <a:extLst>
                            <a:ext uri="{FF2B5EF4-FFF2-40B4-BE49-F238E27FC236}">
                              <a16:creationId id="{E6BEBFCC-6F52-29F1-52A9-DC521670B7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9323" y="2263707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0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0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89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ab56874-13cf-4cab-81ec-948c0b0f4bf8" id="1227" name="任意多边形: 形状 1226">
                          <a:extLst>
                            <a:ext uri="{FF2B5EF4-FFF2-40B4-BE49-F238E27FC236}">
                              <a16:creationId id="{F6EC5D80-BCFB-DA4B-F839-56EE7A3556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0617" y="2253038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3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d6184fa-9328-4d9c-8e1c-2b316d50e819" id="1228" name="任意多边形: 形状 1227">
                          <a:extLst>
                            <a:ext uri="{FF2B5EF4-FFF2-40B4-BE49-F238E27FC236}">
                              <a16:creationId id="{352B9625-7ED3-227B-383D-B29E583F3B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4700" y="2253337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2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6" y="4767"/>
                                <a:pt x="5194" y="3487"/>
                                <a:pt x="4981" y="2121"/>
                              </a:cubicBezTo>
                              <a:cubicBezTo>
                                <a:pt x="4768" y="756"/>
                                <a:pt x="3487" y="-183"/>
                                <a:pt x="2122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15df3e5-f23e-49e1-bb85-db8dd1de2480" id="1229" name="任意多边形: 形状 1228">
                          <a:extLst>
                            <a:ext uri="{FF2B5EF4-FFF2-40B4-BE49-F238E27FC236}">
                              <a16:creationId id="{5E85047B-FB9B-049B-AFF8-109DB1A6AA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1997" y="2266481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2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2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90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2577dc7-ddc4-44ba-b24d-5d40fe5d1200" id="1230" name="任意多边形: 形状 1229">
                          <a:extLst>
                            <a:ext uri="{FF2B5EF4-FFF2-40B4-BE49-F238E27FC236}">
                              <a16:creationId id="{00034864-50D3-56BA-E3CE-492C988224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9750" y="2238229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0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0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90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f5ad634-091e-4f74-bb67-fbace99366b6" id="1231" name="任意多边形: 形状 1230">
                          <a:extLst>
                            <a:ext uri="{FF2B5EF4-FFF2-40B4-BE49-F238E27FC236}">
                              <a16:creationId id="{DDB5B2A4-71BF-4FFC-92F2-B41954ADEF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6492" y="2252739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883dba4-2446-46c9-becb-4235788d6c48" id="1232" name="任意多边形: 形状 1231">
                          <a:extLst>
                            <a:ext uri="{FF2B5EF4-FFF2-40B4-BE49-F238E27FC236}">
                              <a16:creationId id="{028F1543-7B51-0716-0719-5798D7832C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1954" y="2235968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cb9e77a-6c09-44b1-9354-4647517dfc95" id="1233" name="任意多边形: 形状 1232">
                          <a:extLst>
                            <a:ext uri="{FF2B5EF4-FFF2-40B4-BE49-F238E27FC236}">
                              <a16:creationId id="{691AAD29-ABFA-AC89-5AF8-4E60B808CE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9992" y="2226408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0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0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89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4b2cdca-40e6-4955-85c5-1146d47d0423" id="1234" name="任意多边形: 形状 1233">
                          <a:extLst>
                            <a:ext uri="{FF2B5EF4-FFF2-40B4-BE49-F238E27FC236}">
                              <a16:creationId id="{254C02F7-BE60-01C1-2332-981736C4DF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1286" y="2215739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3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2170242-cc3a-41a7-90f2-bd644eab2807" id="1235" name="任意多边形: 形状 1234">
                          <a:extLst>
                            <a:ext uri="{FF2B5EF4-FFF2-40B4-BE49-F238E27FC236}">
                              <a16:creationId id="{0C8765B8-5E54-4EA9-F0C8-4B464F3A9A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5369" y="2216038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2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6" y="4767"/>
                                <a:pt x="5194" y="3487"/>
                                <a:pt x="4981" y="2121"/>
                              </a:cubicBezTo>
                              <a:cubicBezTo>
                                <a:pt x="4768" y="756"/>
                                <a:pt x="3487" y="-183"/>
                                <a:pt x="2122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ddd09d1-7c12-41b6-919c-ef1d4e5bb951" id="1236" name="任意多边形: 形状 1235">
                          <a:extLst>
                            <a:ext uri="{FF2B5EF4-FFF2-40B4-BE49-F238E27FC236}">
                              <a16:creationId id="{9C3408B4-000D-24E4-9A97-D92DBBC3AB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2666" y="2229182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90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e20fa49-5e70-49db-9129-309d0950a795" id="1237" name="任意多边形: 形状 1236">
                          <a:extLst>
                            <a:ext uri="{FF2B5EF4-FFF2-40B4-BE49-F238E27FC236}">
                              <a16:creationId id="{C5C74AFD-A442-EDF8-4ABA-305E3CF31F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0419" y="2200931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0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0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89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e74f306-d66c-4e93-8911-c34cf1df5c45" id="1238" name="任意多边形: 形状 1237">
                          <a:extLst>
                            <a:ext uri="{FF2B5EF4-FFF2-40B4-BE49-F238E27FC236}">
                              <a16:creationId id="{25D9ED36-0553-0AE3-6017-45BCB1D34D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7161" y="2215440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0c28944-a975-4e53-b7ba-c7c7c89571f2" id="1239" name="任意多边形: 形状 1238">
                          <a:extLst>
                            <a:ext uri="{FF2B5EF4-FFF2-40B4-BE49-F238E27FC236}">
                              <a16:creationId id="{BB4AAA2D-4C3C-8B23-8959-7BF4AD736E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2580" y="2198669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8df3252-5367-4828-b5d9-1d3bdbfb8817" id="1240" name="任意多边形: 形状 1239">
                          <a:extLst>
                            <a:ext uri="{FF2B5EF4-FFF2-40B4-BE49-F238E27FC236}">
                              <a16:creationId id="{12F8ED9E-8B5A-423F-7D57-7A6C165AA5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0346" y="2233407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2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2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90"/>
                              </a:cubicBezTo>
                              <a:cubicBezTo>
                                <a:pt x="243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477d94b-7d86-4a4e-988d-356999215f5e" id="1241" name="任意多边形: 形状 1240">
                          <a:extLst>
                            <a:ext uri="{FF2B5EF4-FFF2-40B4-BE49-F238E27FC236}">
                              <a16:creationId id="{8BAF6DC8-C08C-D1A5-EBEC-F1405B18D4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1598" y="2222738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2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2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90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eb6eabc-2101-4b9f-83d4-e5b01abad9f0" id="1242" name="任意多边形: 形状 1241">
                          <a:extLst>
                            <a:ext uri="{FF2B5EF4-FFF2-40B4-BE49-F238E27FC236}">
                              <a16:creationId id="{EEE6B66C-D553-551A-FCB2-585CDFB687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5724" y="2223037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90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fe20f56-3800-417a-856c-c38191b39141" id="1243" name="任意多边形: 形状 1242">
                          <a:extLst>
                            <a:ext uri="{FF2B5EF4-FFF2-40B4-BE49-F238E27FC236}">
                              <a16:creationId id="{A7DDCDF7-632D-13B6-D361-CABF054402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43020" y="2236138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cd4a386-3f6d-42d0-be0c-5e1061dc33ee" id="1244" name="任意多边形: 形状 1243">
                          <a:extLst>
                            <a:ext uri="{FF2B5EF4-FFF2-40B4-BE49-F238E27FC236}">
                              <a16:creationId id="{9AD8C972-9274-E3C1-28A6-C890475485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0773" y="2207887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b0e423a-e285-4ee6-b4b3-daf7005446f9" id="1245" name="任意多边形: 形状 1244">
                          <a:extLst>
                            <a:ext uri="{FF2B5EF4-FFF2-40B4-BE49-F238E27FC236}">
                              <a16:creationId id="{62951C31-F4E0-6911-7423-6782E01DAB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9393" y="2206222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90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89ee6f9-1207-4219-8bf5-71730954c1db" id="1246" name="任意多边形: 形状 1245">
                          <a:extLst>
                            <a:ext uri="{FF2B5EF4-FFF2-40B4-BE49-F238E27FC236}">
                              <a16:creationId id="{1AC2E55F-4C67-6396-9FBC-854F27B7F7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2409" y="2195895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0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0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89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839366b-93f1-4555-8f77-1673770d5d15" id="1247" name="任意多边形: 形状 1246">
                          <a:extLst>
                            <a:ext uri="{FF2B5EF4-FFF2-40B4-BE49-F238E27FC236}">
                              <a16:creationId id="{5000A90D-ED19-1E58-D052-3DCFCE0B1F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2964" y="2275229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0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0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89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60f73b3-6b4b-457d-be34-f61f9b43d8d7" id="1248" name="任意多边形: 形状 1247">
                          <a:extLst>
                            <a:ext uri="{FF2B5EF4-FFF2-40B4-BE49-F238E27FC236}">
                              <a16:creationId id="{81C6E7E0-68B3-31EF-B24F-B935E42CE7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44215" y="2264560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081c786-216e-4308-b474-298f3f6727b1" id="1249" name="任意多边形: 形状 1248">
                          <a:extLst>
                            <a:ext uri="{FF2B5EF4-FFF2-40B4-BE49-F238E27FC236}">
                              <a16:creationId id="{8D704BC0-786A-1099-71D8-C8CAF88029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8341" y="2264859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0 w 5010" name="connsiteX1"/>
                            <a:gd fmla="*/ 2122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0" y="2122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90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71265db-f326-47c8-9b95-7b77008c49e2" id="1250" name="任意多边形: 形状 1249">
                          <a:extLst>
                            <a:ext uri="{FF2B5EF4-FFF2-40B4-BE49-F238E27FC236}">
                              <a16:creationId id="{B9AF4420-9339-0ACC-D2EA-103402C3CC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5637" y="2278003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a589110-7a1f-464c-ace6-27c79568553d" id="1251" name="任意多边形: 形状 1250">
                          <a:extLst>
                            <a:ext uri="{FF2B5EF4-FFF2-40B4-BE49-F238E27FC236}">
                              <a16:creationId id="{2CAF32A4-809D-AEB9-8792-BF51C68CA3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3390" y="2249752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c51a0be-6ae9-4454-b2d2-d3983b5bdff6" id="1252" name="任意多边形: 形状 1251">
                          <a:extLst>
                            <a:ext uri="{FF2B5EF4-FFF2-40B4-BE49-F238E27FC236}">
                              <a16:creationId id="{6829B4D3-4D51-CE11-2DC1-443538DE31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27742" y="2233492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cccddd8-b778-48d6-b504-a9b84c8459a2" id="1253" name="任意多边形: 形状 1252">
                          <a:extLst>
                            <a:ext uri="{FF2B5EF4-FFF2-40B4-BE49-F238E27FC236}">
                              <a16:creationId id="{C4784183-984D-1394-517A-9125FAE899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5552" y="2247532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2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2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90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0d57741-165d-4365-bccf-e931d6566d12" id="1254" name="任意多边形: 形状 1253">
                          <a:extLst>
                            <a:ext uri="{FF2B5EF4-FFF2-40B4-BE49-F238E27FC236}">
                              <a16:creationId id="{A6A3DC91-BA1E-E9A4-C92B-E60B3C06BD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6537" y="2253337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89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6f29afd-b09a-4984-ac34-5eb31856abff" id="1255" name="任意多边形: 形状 1254">
                          <a:extLst>
                            <a:ext uri="{FF2B5EF4-FFF2-40B4-BE49-F238E27FC236}">
                              <a16:creationId id="{09D9A71D-1898-F6BD-BAEB-B5B5D6382C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7788" y="2242668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d62bd4d-d4f9-43ca-81ec-8e2ed88922fb" id="1256" name="任意多边形: 形状 1255">
                          <a:extLst>
                            <a:ext uri="{FF2B5EF4-FFF2-40B4-BE49-F238E27FC236}">
                              <a16:creationId id="{28963F25-5028-26E1-8318-DB6756FB2E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0961" y="2243436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0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0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89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bfa42d0-b7ce-417e-af04-5c36aef6fef6" id="1257" name="任意多边形: 形状 1256">
                          <a:extLst>
                            <a:ext uri="{FF2B5EF4-FFF2-40B4-BE49-F238E27FC236}">
                              <a16:creationId id="{AE9E5978-C72A-36DD-8677-8CFA56B427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9210" y="2256110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90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9611b54-f340-4807-bae0-204b8ca4df08" id="1258" name="任意多边形: 形状 1257">
                          <a:extLst>
                            <a:ext uri="{FF2B5EF4-FFF2-40B4-BE49-F238E27FC236}">
                              <a16:creationId id="{44811129-8390-1FB3-E582-528F0A7C3D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6963" y="2227859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5d28a42-7aae-4a74-9af7-a60e641b82d8" id="1259" name="任意多边形: 形状 1258">
                          <a:extLst>
                            <a:ext uri="{FF2B5EF4-FFF2-40B4-BE49-F238E27FC236}">
                              <a16:creationId id="{6E6903BC-AFBA-1A1C-2892-52440F7A63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3705" y="2242369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0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0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89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84c0e20-4036-4559-867b-8c2f427e4f43" id="1260" name="任意多边形: 形状 1259">
                          <a:extLst>
                            <a:ext uri="{FF2B5EF4-FFF2-40B4-BE49-F238E27FC236}">
                              <a16:creationId id="{67A6B527-E527-D805-B5B2-1EE06A08C6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9125" y="2225597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2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6" y="4767"/>
                                <a:pt x="5194" y="3487"/>
                                <a:pt x="4981" y="2121"/>
                              </a:cubicBezTo>
                              <a:cubicBezTo>
                                <a:pt x="4768" y="756"/>
                                <a:pt x="3487" y="-183"/>
                                <a:pt x="2122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d206c3e-d035-4762-87cb-cb970885c6f4" id="1261" name="任意多边形: 形状 1260">
                          <a:extLst>
                            <a:ext uri="{FF2B5EF4-FFF2-40B4-BE49-F238E27FC236}">
                              <a16:creationId id="{FE2B9C1D-4F6B-9762-650D-968AA8FC69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9252" y="2184586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2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6" y="4767"/>
                                <a:pt x="5194" y="3487"/>
                                <a:pt x="4981" y="2121"/>
                              </a:cubicBezTo>
                              <a:cubicBezTo>
                                <a:pt x="4768" y="756"/>
                                <a:pt x="3487" y="-183"/>
                                <a:pt x="2122" y="30"/>
                              </a:cubicBezTo>
                              <a:cubicBezTo>
                                <a:pt x="756" y="244"/>
                                <a:pt x="-183" y="1524"/>
                                <a:pt x="30" y="2890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e07b0e6-7701-4d3b-964e-68a493949b6e" id="1262" name="任意多边形: 形状 1261">
                          <a:extLst>
                            <a:ext uri="{FF2B5EF4-FFF2-40B4-BE49-F238E27FC236}">
                              <a16:creationId id="{B2F55C37-1D1E-CB76-349F-17E22B6E36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0546" y="2173917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0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0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89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4f5eaf6-9209-431e-82ad-e9b8afc72079" id="1263" name="任意多边形: 形状 1262">
                          <a:extLst>
                            <a:ext uri="{FF2B5EF4-FFF2-40B4-BE49-F238E27FC236}">
                              <a16:creationId id="{837CB536-CF89-6509-4E43-73B9E46E3F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4629" y="2174216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c4f274f-5e61-4113-8c1d-3268050279cd" id="1264" name="任意多边形: 形状 1263">
                          <a:extLst>
                            <a:ext uri="{FF2B5EF4-FFF2-40B4-BE49-F238E27FC236}">
                              <a16:creationId id="{89EEF4D1-2198-6347-C3CF-70B03D948E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9351" y="2198242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90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1883d28-ef8b-4812-8112-29ca6332f9ed" id="1265" name="任意多边形: 形状 1264">
                          <a:extLst>
                            <a:ext uri="{FF2B5EF4-FFF2-40B4-BE49-F238E27FC236}">
                              <a16:creationId id="{4793AF12-0BF6-5AB5-05E4-3B14FE731E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7645" y="2169564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43af2d5-4d8f-44d4-af2e-6b5090517046" id="1266" name="任意多边形: 形状 1265">
                          <a:extLst>
                            <a:ext uri="{FF2B5EF4-FFF2-40B4-BE49-F238E27FC236}">
                              <a16:creationId id="{BFFB1853-6C7D-781F-B708-1E72B014C4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6420" y="2173618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90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31b17b4-b4d7-49d8-81b5-5da5029440eb" id="1267" name="任意多边形: 形状 1266">
                          <a:extLst>
                            <a:ext uri="{FF2B5EF4-FFF2-40B4-BE49-F238E27FC236}">
                              <a16:creationId id="{99AB17CD-722E-63C3-77EF-C52F8691A9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1883" y="2156847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e07b310-ca41-4ad7-9abd-cc2fd557654b" id="1268" name="任意多边形: 形状 1267">
                          <a:extLst>
                            <a:ext uri="{FF2B5EF4-FFF2-40B4-BE49-F238E27FC236}">
                              <a16:creationId id="{3F89403F-C9BC-E915-348D-2B6264BAEA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3080" y="2215782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2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2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90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3585636-7614-45e8-a4f6-3705b67859ed" id="1269" name="任意多边形: 形状 1268">
                          <a:extLst>
                            <a:ext uri="{FF2B5EF4-FFF2-40B4-BE49-F238E27FC236}">
                              <a16:creationId id="{1FFB4EBD-7422-0750-D528-4F3554D587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3933" y="2192737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0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0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89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0ec6833-70f9-424b-9127-0a5aaba024d9" id="1270" name="任意多边形: 形状 1269">
                          <a:extLst>
                            <a:ext uri="{FF2B5EF4-FFF2-40B4-BE49-F238E27FC236}">
                              <a16:creationId id="{B4220977-F235-35EC-75B9-8C2D038874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2525" y="2168156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90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b61d1b1-9b4b-4ca9-be1c-6dd53bf0b632" id="1271" name="任意多边形: 形状 1270">
                          <a:extLst>
                            <a:ext uri="{FF2B5EF4-FFF2-40B4-BE49-F238E27FC236}">
                              <a16:creationId id="{8F46D73E-C714-93B0-B083-FBF0571EAF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5313" y="2206180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1 w 5010" name="connsiteX1"/>
                            <a:gd fmla="*/ 2122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1" y="2122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90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d0e51d-1b91-4e6b-9215-12565ba4c1c0" id="1272" name="任意多边形: 形状 1271">
                          <a:extLst>
                            <a:ext uri="{FF2B5EF4-FFF2-40B4-BE49-F238E27FC236}">
                              <a16:creationId id="{C3255EF5-D28C-718A-20D8-15A56965AF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9510" y="2202339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2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6" y="4767"/>
                                <a:pt x="5194" y="3487"/>
                                <a:pt x="4981" y="2121"/>
                              </a:cubicBezTo>
                              <a:cubicBezTo>
                                <a:pt x="4768" y="756"/>
                                <a:pt x="3487" y="-183"/>
                                <a:pt x="2122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f7e7942-b5af-40e7-9565-8c997b9b3bfa" id="1273" name="任意多边形: 形状 1272">
                          <a:extLst>
                            <a:ext uri="{FF2B5EF4-FFF2-40B4-BE49-F238E27FC236}">
                              <a16:creationId id="{83B56C92-2133-B846-EAD6-3B4FBEABD3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9808" y="2192481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f9735cb-9c62-4b3c-a65e-7b8b51213fe9" id="1274" name="任意多边形: 形状 1273">
                          <a:extLst>
                            <a:ext uri="{FF2B5EF4-FFF2-40B4-BE49-F238E27FC236}">
                              <a16:creationId id="{5A49D783-AAFD-2C14-BEA6-EDDB82B5C8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3676" y="2186762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8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90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dae2082-652d-4f4b-93a3-9de2349816a6" id="1275" name="任意多边形: 形状 1274">
                          <a:extLst>
                            <a:ext uri="{FF2B5EF4-FFF2-40B4-BE49-F238E27FC236}">
                              <a16:creationId id="{3215BACB-D929-5263-2F06-015E86962C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3122" y="2292044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aa18f4f-eac7-474e-a3b1-c793602f2204" id="1276" name="任意多边形: 形状 1275">
                          <a:extLst>
                            <a:ext uri="{FF2B5EF4-FFF2-40B4-BE49-F238E27FC236}">
                              <a16:creationId id="{957125E3-E6B2-0678-DC80-B15973D304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2695" y="2296866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2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2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90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108d3c0-14e7-4b06-9cbf-7b6d695e5467" id="1277" name="任意多边形: 形状 1276">
                          <a:extLst>
                            <a:ext uri="{FF2B5EF4-FFF2-40B4-BE49-F238E27FC236}">
                              <a16:creationId id="{43C7C351-C244-217F-9A97-F339D0EB66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8642" y="2269212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0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0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89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cd2605d-8701-497a-98ea-ff3fc238514c" id="1278" name="任意多边形: 形状 1277">
                          <a:extLst>
                            <a:ext uri="{FF2B5EF4-FFF2-40B4-BE49-F238E27FC236}">
                              <a16:creationId id="{631F027B-B611-AD62-958C-C832DB04B7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3760" y="2283039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2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6" y="4767"/>
                                <a:pt x="5194" y="3487"/>
                                <a:pt x="4981" y="2121"/>
                              </a:cubicBezTo>
                              <a:cubicBezTo>
                                <a:pt x="4768" y="756"/>
                                <a:pt x="3487" y="-183"/>
                                <a:pt x="2122" y="30"/>
                              </a:cubicBezTo>
                              <a:cubicBezTo>
                                <a:pt x="756" y="244"/>
                                <a:pt x="-183" y="1524"/>
                                <a:pt x="30" y="2890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7ecedba-0e15-4fa0-8fcf-4c5ca48ce9d0" id="1279" name="任意多边形: 形状 1278">
                          <a:extLst>
                            <a:ext uri="{FF2B5EF4-FFF2-40B4-BE49-F238E27FC236}">
                              <a16:creationId id="{3F318D61-1980-7A0E-11FB-FEFFFD74AE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1827" y="2282057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6d08094-c161-43d6-9229-ad68cb575fce" id="1280" name="任意多边形: 形状 1279">
                          <a:extLst>
                            <a:ext uri="{FF2B5EF4-FFF2-40B4-BE49-F238E27FC236}">
                              <a16:creationId id="{C9664E28-FA1B-9A66-00ED-B37BD83722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6620" y="2301048"/>
                          <a:ext cx="5010" cy="5010"/>
                        </a:xfrm>
                        <a:custGeom>
                          <a:avLst/>
                          <a:gdLst>
                            <a:gd fmla="*/ 2890 w 5010" name="connsiteX0"/>
                            <a:gd fmla="*/ 4981 h 5010" name="connsiteY0"/>
                            <a:gd fmla="*/ 4981 w 5010" name="connsiteX1"/>
                            <a:gd fmla="*/ 2121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89 h 5010" name="connsiteY3"/>
                            <a:gd fmla="*/ 2890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90" y="4981"/>
                              </a:moveTo>
                              <a:cubicBezTo>
                                <a:pt x="4255" y="4767"/>
                                <a:pt x="5194" y="3487"/>
                                <a:pt x="4981" y="2121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6" y="244"/>
                                <a:pt x="-183" y="1524"/>
                                <a:pt x="30" y="2889"/>
                              </a:cubicBezTo>
                              <a:cubicBezTo>
                                <a:pt x="244" y="4255"/>
                                <a:pt x="1524" y="5194"/>
                                <a:pt x="2890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c1c128b-19df-48e7-a158-a95879cc609b" id="1281" name="任意多边形: 形状 1280">
                          <a:extLst>
                            <a:ext uri="{FF2B5EF4-FFF2-40B4-BE49-F238E27FC236}">
                              <a16:creationId id="{CC2086CC-BF87-B2FF-4761-3652509168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3989" y="2279795"/>
                          <a:ext cx="5010" cy="5010"/>
                        </a:xfrm>
                        <a:custGeom>
                          <a:avLst/>
                          <a:gdLst>
                            <a:gd fmla="*/ 2889 w 5010" name="connsiteX0"/>
                            <a:gd fmla="*/ 4981 h 5010" name="connsiteY0"/>
                            <a:gd fmla="*/ 4980 w 5010" name="connsiteX1"/>
                            <a:gd fmla="*/ 2122 h 5010" name="connsiteY1"/>
                            <a:gd fmla="*/ 2121 w 5010" name="connsiteX2"/>
                            <a:gd fmla="*/ 30 h 5010" name="connsiteY2"/>
                            <a:gd fmla="*/ 30 w 5010" name="connsiteX3"/>
                            <a:gd fmla="*/ 2890 h 5010" name="connsiteY3"/>
                            <a:gd fmla="*/ 2889 w 5010" name="connsiteX4"/>
                            <a:gd fmla="*/ 4981 h 501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10" w="5010">
                              <a:moveTo>
                                <a:pt x="2889" y="4981"/>
                              </a:moveTo>
                              <a:cubicBezTo>
                                <a:pt x="4255" y="4767"/>
                                <a:pt x="5194" y="3487"/>
                                <a:pt x="4980" y="2122"/>
                              </a:cubicBezTo>
                              <a:cubicBezTo>
                                <a:pt x="4767" y="756"/>
                                <a:pt x="3487" y="-183"/>
                                <a:pt x="2121" y="30"/>
                              </a:cubicBezTo>
                              <a:cubicBezTo>
                                <a:pt x="755" y="244"/>
                                <a:pt x="-183" y="1524"/>
                                <a:pt x="30" y="2890"/>
                              </a:cubicBezTo>
                              <a:cubicBezTo>
                                <a:pt x="243" y="4255"/>
                                <a:pt x="1524" y="5194"/>
                                <a:pt x="2889" y="4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d8e5fb80-3eb0-4c3b-81f0-226457e5501d" id="770" name="图形 6643">
                        <a:extLst>
                          <a:ext uri="{FF2B5EF4-FFF2-40B4-BE49-F238E27FC236}">
                            <a16:creationId id="{39191D0B-9D6F-D09C-78F5-03B6BA8C08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575654" y="2151627"/>
                        <a:ext cx="128413" cy="152952"/>
                        <a:chOff x="7575654" y="2151627"/>
                        <a:chExt cx="128413" cy="152952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c87b26d8-816e-4d7e-8e03-48f7c407c8b7" id="1170" name="任意多边形: 形状 1169">
                          <a:extLst>
                            <a:ext uri="{FF2B5EF4-FFF2-40B4-BE49-F238E27FC236}">
                              <a16:creationId id="{CB990D46-5D64-5B82-494E-930657308C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3636" y="2189693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1820e5d-8eee-407c-acf3-09f0337853c3" id="1171" name="任意多边形: 形状 1170">
                          <a:extLst>
                            <a:ext uri="{FF2B5EF4-FFF2-40B4-BE49-F238E27FC236}">
                              <a16:creationId id="{1A32904C-D2AF-0304-3423-EFDCE72BB7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8245" y="2202667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9145eeb-bf28-4e9c-ae96-32b5519d1fa6" id="1172" name="任意多边形: 形状 1171">
                          <a:extLst>
                            <a:ext uri="{FF2B5EF4-FFF2-40B4-BE49-F238E27FC236}">
                              <a16:creationId id="{77C61D7C-4D29-4281-4340-922CA96966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5058" y="2197631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efb76ac-06c2-4e64-bf40-3c7c7d7b69e4" id="1173" name="任意多边形: 形状 1172">
                          <a:extLst>
                            <a:ext uri="{FF2B5EF4-FFF2-40B4-BE49-F238E27FC236}">
                              <a16:creationId id="{D53EF6AF-656B-1F21-0572-98331F793F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0877" y="2192937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50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2" y="3415"/>
                                <a:pt x="684" y="4738"/>
                                <a:pt x="2050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190db1b-8aad-4870-8241-6d4a5926dd49" id="1174" name="任意多边形: 形状 1173">
                          <a:extLst>
                            <a:ext uri="{FF2B5EF4-FFF2-40B4-BE49-F238E27FC236}">
                              <a16:creationId id="{F2188065-11DF-C44E-DAB7-765813C40C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4632" y="2213507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3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098df0c-b08a-4035-a097-b8d4c984b34c" id="1175" name="任意多边形: 形状 1174">
                          <a:extLst>
                            <a:ext uri="{FF2B5EF4-FFF2-40B4-BE49-F238E27FC236}">
                              <a16:creationId id="{7271ED6D-57F2-61AC-4C51-1AE1D14316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1432" y="2207745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50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2" y="3415"/>
                                <a:pt x="684" y="4738"/>
                                <a:pt x="2050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a607d0d-f4b6-4ce3-a5d5-0345e8cc46c1" id="1176" name="任意多边形: 形状 1175">
                          <a:extLst>
                            <a:ext uri="{FF2B5EF4-FFF2-40B4-BE49-F238E27FC236}">
                              <a16:creationId id="{E17FAB74-6764-2684-21E9-D71E508403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0635" y="2221658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3" y="3415"/>
                                <a:pt x="683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5fa9b1f-6138-4962-81e3-cf22366a3511" id="1177" name="任意多边形: 形状 1176">
                          <a:extLst>
                            <a:ext uri="{FF2B5EF4-FFF2-40B4-BE49-F238E27FC236}">
                              <a16:creationId id="{D6F19077-10C6-1075-9423-240CB90568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0975" y="2221188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0c8937e-66c6-4504-bc14-0304580d71e6" id="1178" name="任意多边形: 形状 1177">
                          <a:extLst>
                            <a:ext uri="{FF2B5EF4-FFF2-40B4-BE49-F238E27FC236}">
                              <a16:creationId id="{64222EF1-2BB1-9C68-8A8B-E08038AF27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5584" y="2234162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3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3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805f9d3-2e56-486c-85b0-e0bd0d28cfac" id="1179" name="任意多边形: 形状 1178">
                          <a:extLst>
                            <a:ext uri="{FF2B5EF4-FFF2-40B4-BE49-F238E27FC236}">
                              <a16:creationId id="{918811AD-B637-4CAE-4139-4D6DA0555E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2397" y="2229126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50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2" y="3415"/>
                                <a:pt x="684" y="4738"/>
                                <a:pt x="2050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5a13e56-5c38-4743-8444-6561446b84dd" id="1180" name="任意多边形: 形状 1179">
                          <a:extLst>
                            <a:ext uri="{FF2B5EF4-FFF2-40B4-BE49-F238E27FC236}">
                              <a16:creationId id="{FEBFD612-296A-32C4-5E4E-BCDDD6B95D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8216" y="2224432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87f686a-7471-4610-8497-d5831ef47eba" id="1181" name="任意多边形: 形状 1180">
                          <a:extLst>
                            <a:ext uri="{FF2B5EF4-FFF2-40B4-BE49-F238E27FC236}">
                              <a16:creationId id="{86A88A79-41BC-D098-BBD9-6BC58565D0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1971" y="2245001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09a5f24-9273-4fe3-86d1-dd1f7d737af8" id="1182" name="任意多边形: 形状 1181">
                          <a:extLst>
                            <a:ext uri="{FF2B5EF4-FFF2-40B4-BE49-F238E27FC236}">
                              <a16:creationId id="{A3DAC9DE-D787-7E4B-6FA3-AD81D4A98A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8771" y="2239197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d6c2fe8-c7fb-4354-8571-c97f533bd29a" id="1183" name="任意多边形: 形状 1182">
                          <a:extLst>
                            <a:ext uri="{FF2B5EF4-FFF2-40B4-BE49-F238E27FC236}">
                              <a16:creationId id="{C9985577-7C75-7D84-CDC7-D64D2C2411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7974" y="2253152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e2f63c9-2691-4718-b896-09454194e051" id="1184" name="任意多边形: 形状 1183">
                          <a:extLst>
                            <a:ext uri="{FF2B5EF4-FFF2-40B4-BE49-F238E27FC236}">
                              <a16:creationId id="{3DD74448-C8BC-92FA-64B2-F75DDD8648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0664" y="2228016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0f7f803-7148-47c3-a737-f01718b4226b" id="1185" name="任意多边形: 形状 1184">
                          <a:extLst>
                            <a:ext uri="{FF2B5EF4-FFF2-40B4-BE49-F238E27FC236}">
                              <a16:creationId id="{7E7B9EEB-AD2E-44EE-0848-2EEC79DA2E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5273" y="2241033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9d20829-f3bd-44cf-994d-a305a58e83d5" id="1186" name="任意多边形: 形状 1185">
                          <a:extLst>
                            <a:ext uri="{FF2B5EF4-FFF2-40B4-BE49-F238E27FC236}">
                              <a16:creationId id="{3ED423F6-A30F-0A3B-A35C-0040DC9DC7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2086" y="2235954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8827834-e749-49b7-b453-9fda8407b61d" id="1187" name="任意多边形: 形状 1186">
                          <a:extLst>
                            <a:ext uri="{FF2B5EF4-FFF2-40B4-BE49-F238E27FC236}">
                              <a16:creationId id="{26C8F3B0-C996-C6AC-6A13-80556DB4F3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7905" y="2231302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50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2" y="3415"/>
                                <a:pt x="684" y="4738"/>
                                <a:pt x="2050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3c9003d-3175-4d74-aa96-9f11a6901d59" id="1188" name="任意多边形: 形状 1187">
                          <a:extLst>
                            <a:ext uri="{FF2B5EF4-FFF2-40B4-BE49-F238E27FC236}">
                              <a16:creationId id="{CD5417C7-F084-7087-0C43-1ACB005B31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1617" y="2251872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b1f99f0-9a8a-4664-b569-1d96707ddabd" id="1189" name="任意多边形: 形状 1188">
                          <a:extLst>
                            <a:ext uri="{FF2B5EF4-FFF2-40B4-BE49-F238E27FC236}">
                              <a16:creationId id="{5746CC96-801C-0F79-50C3-443159A8D9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1162" y="2260706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85de252-68b0-4a81-a5d1-8437322c583a" id="1190" name="任意多边形: 形状 1189">
                          <a:extLst>
                            <a:ext uri="{FF2B5EF4-FFF2-40B4-BE49-F238E27FC236}">
                              <a16:creationId id="{32FFB6BD-0079-145B-667F-A4F5BDFD0C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5415" y="2265998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3" y="3415"/>
                                <a:pt x="683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4220d7f-3143-4d80-b0e7-ecca84389b0b" id="1191" name="任意多边形: 形状 1190">
                          <a:extLst>
                            <a:ext uri="{FF2B5EF4-FFF2-40B4-BE49-F238E27FC236}">
                              <a16:creationId id="{F7D7F7B7-3812-BB57-3CA5-6684807B2E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1788" y="2191144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8649cde-d140-4008-a65c-e88168a384d6" id="1192" name="任意多边形: 形状 1191">
                          <a:extLst>
                            <a:ext uri="{FF2B5EF4-FFF2-40B4-BE49-F238E27FC236}">
                              <a16:creationId id="{20FEFC80-9C44-BC3F-AEBC-D60C9A2768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6397" y="2204161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3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d0638c9-3afa-46d4-958d-13f28ea85bb3" id="1193" name="任意多边形: 形状 1192">
                          <a:extLst>
                            <a:ext uri="{FF2B5EF4-FFF2-40B4-BE49-F238E27FC236}">
                              <a16:creationId id="{79FD380A-2681-0DBD-8092-41B5F5240E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3210" y="2199082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50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2" y="3415"/>
                                <a:pt x="684" y="4738"/>
                                <a:pt x="2050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3f56f86-b80f-42cb-ba41-158ced092a02" id="1194" name="任意多边形: 形状 1193">
                          <a:extLst>
                            <a:ext uri="{FF2B5EF4-FFF2-40B4-BE49-F238E27FC236}">
                              <a16:creationId id="{BFF913E9-1F10-3942-F2B1-2FC8784254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9029" y="2194430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91a8181-9bb6-4016-bb35-e093248065b2" id="1195" name="任意多边形: 形状 1194">
                          <a:extLst>
                            <a:ext uri="{FF2B5EF4-FFF2-40B4-BE49-F238E27FC236}">
                              <a16:creationId id="{282720B4-B117-51FB-4C1D-F4E9F23362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2741" y="2215000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3390b80-b02a-46a9-b3fe-1a34140e4868" id="1196" name="任意多边形: 形状 1195">
                          <a:extLst>
                            <a:ext uri="{FF2B5EF4-FFF2-40B4-BE49-F238E27FC236}">
                              <a16:creationId id="{35CAEABC-C309-3909-61BA-84F85C65D1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1390" y="2238941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24cea7d-a0ef-4f64-b51e-eb0c89c21b99" id="1197" name="任意多边形: 形状 1196">
                          <a:extLst>
                            <a:ext uri="{FF2B5EF4-FFF2-40B4-BE49-F238E27FC236}">
                              <a16:creationId id="{E89F9C02-5314-368F-B6B8-9BD878EA5A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8787" y="2223151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4c67616-bfed-40d1-95a4-3f6456dbf2ea" id="1198" name="任意多边形: 形状 1197">
                          <a:extLst>
                            <a:ext uri="{FF2B5EF4-FFF2-40B4-BE49-F238E27FC236}">
                              <a16:creationId id="{440BCA0D-DA1B-730F-7075-375BBE3176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5143" y="2186834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2de93ff-25ea-4c52-b554-1eba4c105324" id="1199" name="任意多边形: 形状 1198">
                          <a:extLst>
                            <a:ext uri="{FF2B5EF4-FFF2-40B4-BE49-F238E27FC236}">
                              <a16:creationId id="{D7DBD216-C8E1-8AFF-6A88-C3D2EFD104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9752" y="2199850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7a21338-65ca-4660-8736-0853eb410c16" id="1200" name="任意多边形: 形状 1199">
                          <a:extLst>
                            <a:ext uri="{FF2B5EF4-FFF2-40B4-BE49-F238E27FC236}">
                              <a16:creationId id="{2CC6C2FA-9DAD-67F0-E73D-6A03B2844B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8200" y="2191315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3" y="3415"/>
                                <a:pt x="683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1533f0c-49e9-4052-9da3-875f13dc115a" id="1201" name="任意多边形: 形状 1200">
                          <a:extLst>
                            <a:ext uri="{FF2B5EF4-FFF2-40B4-BE49-F238E27FC236}">
                              <a16:creationId id="{1C9A1315-B9E1-3A49-D5DF-95C34DA3CA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2384" y="2190120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3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9f085d1-715e-42c0-ab0f-a4fb519d4c60" id="1202" name="任意多边形: 形状 1201">
                          <a:extLst>
                            <a:ext uri="{FF2B5EF4-FFF2-40B4-BE49-F238E27FC236}">
                              <a16:creationId id="{5D5906AA-F6F9-981D-80D6-FA210EBD3E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6095" y="2210690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3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c582b62-2724-41f1-bd04-ea88417b6927" id="1203" name="任意多边形: 形状 1202">
                          <a:extLst>
                            <a:ext uri="{FF2B5EF4-FFF2-40B4-BE49-F238E27FC236}">
                              <a16:creationId id="{9BBC71E5-2797-7758-96CB-5675EDCDF4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2896" y="2204886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3" y="3415"/>
                                <a:pt x="683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e8a4e12-0340-4ac9-953d-e0d24da8c95a" id="1204" name="任意多边形: 形状 1203">
                          <a:extLst>
                            <a:ext uri="{FF2B5EF4-FFF2-40B4-BE49-F238E27FC236}">
                              <a16:creationId id="{79FDEDE1-88B7-89EF-F2D8-13CA7A80E2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2099" y="2218841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9ce4f56-8c00-49f8-950c-6fab2b1eaf61" id="1205" name="任意多边形: 形状 1204">
                          <a:extLst>
                            <a:ext uri="{FF2B5EF4-FFF2-40B4-BE49-F238E27FC236}">
                              <a16:creationId id="{617397AE-6AB6-450E-5A0F-2044A8EDFF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6352" y="2267577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0996e57-6649-4334-a953-ce71b41919be" id="1206" name="任意多边形: 形状 1205">
                          <a:extLst>
                            <a:ext uri="{FF2B5EF4-FFF2-40B4-BE49-F238E27FC236}">
                              <a16:creationId id="{F9013197-8275-ECC2-EA0B-997B17218F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0919" y="2280550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3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a9db093-89a0-4e7e-a038-e32ba0058bfb" id="1207" name="任意多边形: 形状 1206">
                          <a:extLst>
                            <a:ext uri="{FF2B5EF4-FFF2-40B4-BE49-F238E27FC236}">
                              <a16:creationId id="{58083DD6-C454-AAA6-C31D-EF8D6FDF62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7732" y="2275514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50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2" y="3415"/>
                                <a:pt x="684" y="4738"/>
                                <a:pt x="2050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a621b31-7eac-4849-8dbf-c27571b56f3f" id="1208" name="任意多边形: 形状 1207">
                          <a:extLst>
                            <a:ext uri="{FF2B5EF4-FFF2-40B4-BE49-F238E27FC236}">
                              <a16:creationId id="{E34F3D37-CFB9-EEB3-E7B7-8FD1D74067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0307" y="2258060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ccd52dd-d6d6-4d7d-9fed-a73e0fcbc6ac" id="1209" name="任意多边形: 形状 1208">
                          <a:extLst>
                            <a:ext uri="{FF2B5EF4-FFF2-40B4-BE49-F238E27FC236}">
                              <a16:creationId id="{2BB55B2E-EDD2-0576-DD64-849651767D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3948" y="2275429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3a135a9-8d23-45c6-b494-e3dc0c378520" id="1210" name="任意多边形: 形状 1209">
                          <a:extLst>
                            <a:ext uri="{FF2B5EF4-FFF2-40B4-BE49-F238E27FC236}">
                              <a16:creationId id="{E3B55D78-C9F4-FF9E-67BF-4DE66152F8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4106" y="2285629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f604408-e5d9-4685-a10b-5269643bb9d3" id="1211" name="任意多边形: 形状 1210">
                          <a:extLst>
                            <a:ext uri="{FF2B5EF4-FFF2-40B4-BE49-F238E27FC236}">
                              <a16:creationId id="{69A5BA51-1CCC-F43B-DED0-B42C34E90C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3309" y="2299541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b942908-bacb-495b-a69c-0524eb79fc9d" id="1212" name="任意多边形: 形状 1211">
                          <a:extLst>
                            <a:ext uri="{FF2B5EF4-FFF2-40B4-BE49-F238E27FC236}">
                              <a16:creationId id="{504A92C3-DD02-5B04-0223-9B375C4E46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5669" y="2223365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3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c599c5d-d081-4d79-a9a1-c334abe612db" id="1213" name="任意多边形: 形状 1212">
                          <a:extLst>
                            <a:ext uri="{FF2B5EF4-FFF2-40B4-BE49-F238E27FC236}">
                              <a16:creationId id="{842C13FB-05A1-D714-1357-1F1D9078AD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7091" y="2244745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1cf84e2-a545-4a92-a753-56350042c3ab" id="1214" name="任意多边形: 形状 1213">
                          <a:extLst>
                            <a:ext uri="{FF2B5EF4-FFF2-40B4-BE49-F238E27FC236}">
                              <a16:creationId id="{19B28485-8B31-CE03-9405-2611FF0F95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0049" y="2268345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fbfa94e-7f03-4df6-a07c-ca80f085ed2c" id="1215" name="任意多边形: 形状 1214">
                          <a:extLst>
                            <a:ext uri="{FF2B5EF4-FFF2-40B4-BE49-F238E27FC236}">
                              <a16:creationId id="{4AD28FEB-BDE9-3BD4-540C-28AE99A235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9723" y="2235015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7f2550f-037d-4a83-98fc-48954f7fed0a" id="1216" name="任意多边形: 形状 1215">
                          <a:extLst>
                            <a:ext uri="{FF2B5EF4-FFF2-40B4-BE49-F238E27FC236}">
                              <a16:creationId id="{A1A1A136-ED17-7548-2330-C86418670A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5654" y="2230449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6b06d92-f671-4f22-8643-b1fb082b6e3a" id="1217" name="任意多边形: 形状 1216">
                          <a:extLst>
                            <a:ext uri="{FF2B5EF4-FFF2-40B4-BE49-F238E27FC236}">
                              <a16:creationId id="{A2B716DB-778B-999C-A9EF-F3B9C5A971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0277" y="2249781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4d6a2fb-99d8-4016-bec4-862c91000ada" id="1218" name="任意多边形: 形状 1217">
                          <a:extLst>
                            <a:ext uri="{FF2B5EF4-FFF2-40B4-BE49-F238E27FC236}">
                              <a16:creationId id="{A3771B22-6A53-C098-0461-8995640317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3507" y="2260621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50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50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30e5e42-0daa-44e9-9207-cf705d3de75b" id="1219" name="任意多边形: 形状 1218">
                          <a:extLst>
                            <a:ext uri="{FF2B5EF4-FFF2-40B4-BE49-F238E27FC236}">
                              <a16:creationId id="{14461064-1207-A3AF-62DA-2A1C5C6547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1445" y="2151627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50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2" y="3415"/>
                                <a:pt x="684" y="4738"/>
                                <a:pt x="2050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ea8c07c-6b40-416d-afe1-ca1c9fbdd0d9" id="1220" name="任意多边形: 形状 1219">
                          <a:extLst>
                            <a:ext uri="{FF2B5EF4-FFF2-40B4-BE49-F238E27FC236}">
                              <a16:creationId id="{AEB00E0B-8002-B765-5C5D-C7D913B19B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1745" y="2157345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3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fd0a98c-913e-4143-9057-073d03b83258" id="1221" name="任意多边形: 形状 1220">
                          <a:extLst>
                            <a:ext uri="{FF2B5EF4-FFF2-40B4-BE49-F238E27FC236}">
                              <a16:creationId id="{BF641DCB-CE28-CC91-74C2-4221C4EACC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7945" y="2174586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81c4253-7fd6-4936-af62-936a502416dd" id="1222" name="任意多边形: 形状 1221">
                          <a:extLst>
                            <a:ext uri="{FF2B5EF4-FFF2-40B4-BE49-F238E27FC236}">
                              <a16:creationId id="{74D341AE-5F2F-0C41-3A17-5C04AFED4E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4235" y="2180177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50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2" y="3415"/>
                                <a:pt x="684" y="4738"/>
                                <a:pt x="2050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ce19366-0b88-40f9-b4e3-b3e6ae79b9ff" id="1223" name="任意多边形: 形状 1222">
                          <a:extLst>
                            <a:ext uri="{FF2B5EF4-FFF2-40B4-BE49-F238E27FC236}">
                              <a16:creationId id="{8AD40893-E886-F67D-ADD6-9504AF000E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8088" y="2168185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2a822d6-e187-447e-b985-8a0a15ad8d97" id="1224" name="任意多边形: 形状 1223">
                          <a:extLst>
                            <a:ext uri="{FF2B5EF4-FFF2-40B4-BE49-F238E27FC236}">
                              <a16:creationId id="{5898B998-6E39-874C-948D-D11B35DBD5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7649" y="2162253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3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ab0f1f5-5f90-4ad8-9144-183c51326e33" id="1225" name="任意多边形: 形状 1224">
                          <a:extLst>
                            <a:ext uri="{FF2B5EF4-FFF2-40B4-BE49-F238E27FC236}">
                              <a16:creationId id="{9A82138C-E148-9991-540E-F523EE53A2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4092" y="2176336"/>
                          <a:ext cx="5037" cy="5037"/>
                        </a:xfrm>
                        <a:custGeom>
                          <a:avLst/>
                          <a:gdLst>
                            <a:gd fmla="*/ 2988 w 5037" name="connsiteX0"/>
                            <a:gd fmla="*/ 44 h 5037" name="connsiteY0"/>
                            <a:gd fmla="*/ 44 w 5037" name="connsiteX1"/>
                            <a:gd fmla="*/ 2049 h 5037" name="connsiteY1"/>
                            <a:gd fmla="*/ 2049 w 5037" name="connsiteX2"/>
                            <a:gd fmla="*/ 4994 h 5037" name="connsiteY2"/>
                            <a:gd fmla="*/ 4994 w 5037" name="connsiteX3"/>
                            <a:gd fmla="*/ 2988 h 5037" name="connsiteY3"/>
                            <a:gd fmla="*/ 2988 w 5037" name="connsiteX4"/>
                            <a:gd fmla="*/ 44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2988" y="44"/>
                              </a:moveTo>
                              <a:cubicBezTo>
                                <a:pt x="1623" y="-212"/>
                                <a:pt x="300" y="684"/>
                                <a:pt x="44" y="2049"/>
                              </a:cubicBezTo>
                              <a:cubicBezTo>
                                <a:pt x="-212" y="3415"/>
                                <a:pt x="684" y="4738"/>
                                <a:pt x="2049" y="4994"/>
                              </a:cubicBezTo>
                              <a:cubicBezTo>
                                <a:pt x="3415" y="5250"/>
                                <a:pt x="4738" y="4354"/>
                                <a:pt x="4994" y="2988"/>
                              </a:cubicBezTo>
                              <a:cubicBezTo>
                                <a:pt x="5250" y="1623"/>
                                <a:pt x="4354" y="300"/>
                                <a:pt x="2988" y="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64c4c045-07e3-4e12-957d-54896e6b777e" id="771" name="图形 6643">
                        <a:extLst>
                          <a:ext uri="{FF2B5EF4-FFF2-40B4-BE49-F238E27FC236}">
                            <a16:creationId id="{C3972240-713C-7E46-2592-E792E7BE822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631426" y="2158193"/>
                        <a:ext cx="124967" cy="148225"/>
                        <a:chOff x="7631426" y="2158193"/>
                        <a:chExt cx="124967" cy="148225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f46399aa-7171-4228-a7b2-b3f857eaa41d" id="1114" name="任意多边形: 形状 1113">
                          <a:extLst>
                            <a:ext uri="{FF2B5EF4-FFF2-40B4-BE49-F238E27FC236}">
                              <a16:creationId id="{AF2557D6-4936-28F1-5626-61281A36E9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7986" y="2257713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3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3b91d38-e477-41e9-9f17-9d9c623c5bae" id="1115" name="任意多边形: 形状 1114">
                          <a:extLst>
                            <a:ext uri="{FF2B5EF4-FFF2-40B4-BE49-F238E27FC236}">
                              <a16:creationId id="{C89F6E21-26FF-1F37-F8F0-A3F41A475A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5140" y="2252720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20fff68-3d94-4bf8-955d-bcaa61995d93" id="1116" name="任意多边形: 形状 1115">
                          <a:extLst>
                            <a:ext uri="{FF2B5EF4-FFF2-40B4-BE49-F238E27FC236}">
                              <a16:creationId id="{0C1F3B36-B451-4254-0062-EAC53AB9CF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7546" y="2246020"/>
                          <a:ext cx="5061" cy="5048"/>
                        </a:xfrm>
                        <a:custGeom>
                          <a:avLst/>
                          <a:gdLst>
                            <a:gd fmla="*/ 4116 w 5061" name="connsiteX0"/>
                            <a:gd fmla="*/ 4487 h 5048" name="connsiteY0"/>
                            <a:gd fmla="*/ 4501 w 5061" name="connsiteX1"/>
                            <a:gd fmla="*/ 945 h 5048" name="connsiteY1"/>
                            <a:gd fmla="*/ 958 w 5061" name="connsiteX2"/>
                            <a:gd fmla="*/ 561 h 5048" name="connsiteY2"/>
                            <a:gd fmla="*/ 574 w 5061" name="connsiteX3"/>
                            <a:gd fmla="*/ 4103 h 5048" name="connsiteY3"/>
                            <a:gd fmla="*/ 4116 w 5061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61">
                              <a:moveTo>
                                <a:pt x="4116" y="4487"/>
                              </a:moveTo>
                              <a:cubicBezTo>
                                <a:pt x="5183" y="3634"/>
                                <a:pt x="5397" y="2055"/>
                                <a:pt x="4501" y="945"/>
                              </a:cubicBezTo>
                              <a:cubicBezTo>
                                <a:pt x="3647" y="-122"/>
                                <a:pt x="2068" y="-335"/>
                                <a:pt x="958" y="561"/>
                              </a:cubicBezTo>
                              <a:cubicBezTo>
                                <a:pt x="-151" y="1457"/>
                                <a:pt x="-322" y="2994"/>
                                <a:pt x="574" y="4103"/>
                              </a:cubicBezTo>
                              <a:cubicBezTo>
                                <a:pt x="1428" y="5170"/>
                                <a:pt x="3007" y="5383"/>
                                <a:pt x="4116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d532eeb-388f-40cc-bc9e-32fd0dc0436f" id="1117" name="任意多边形: 形状 1116">
                          <a:extLst>
                            <a:ext uri="{FF2B5EF4-FFF2-40B4-BE49-F238E27FC236}">
                              <a16:creationId id="{62BC144C-569E-B2C1-F9F8-8BCF3B735A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4244" y="2268638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3"/>
                                <a:pt x="561" y="4103"/>
                              </a:cubicBezTo>
                              <a:cubicBezTo>
                                <a:pt x="1414" y="5170"/>
                                <a:pt x="2993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400bfd2-a0ee-47c0-88ff-7438725a579f" id="1118" name="任意多边形: 形状 1117">
                          <a:extLst>
                            <a:ext uri="{FF2B5EF4-FFF2-40B4-BE49-F238E27FC236}">
                              <a16:creationId id="{11D52A8F-EC4D-A3F0-EA01-B0956D3D14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5781" y="2235309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3"/>
                                <a:pt x="561" y="4103"/>
                              </a:cubicBezTo>
                              <a:cubicBezTo>
                                <a:pt x="1414" y="5170"/>
                                <a:pt x="2993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6f31ee6-ae4d-4083-b92e-c8cefa6ae8b8" id="1119" name="任意多边形: 形状 1118">
                          <a:extLst>
                            <a:ext uri="{FF2B5EF4-FFF2-40B4-BE49-F238E27FC236}">
                              <a16:creationId id="{0F8DE5BB-63B2-5BC8-4775-3A5A87A4D0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2679" y="2259420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4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5" y="5170"/>
                                <a:pt x="2994" y="5384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97643b6-076a-44df-bae5-fa4cc06e1a56" id="1120" name="任意多边形: 形状 1119">
                          <a:extLst>
                            <a:ext uri="{FF2B5EF4-FFF2-40B4-BE49-F238E27FC236}">
                              <a16:creationId id="{FAB919E2-233F-33DB-8B3F-ED91112EA3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9180" y="2242137"/>
                          <a:ext cx="5048" cy="5061"/>
                        </a:xfrm>
                        <a:custGeom>
                          <a:avLst/>
                          <a:gdLst>
                            <a:gd fmla="*/ 4103 w 5048" name="connsiteX0"/>
                            <a:gd fmla="*/ 4487 h 5061" name="connsiteY0"/>
                            <a:gd fmla="*/ 4487 w 5048" name="connsiteX1"/>
                            <a:gd fmla="*/ 945 h 5061" name="connsiteY1"/>
                            <a:gd fmla="*/ 945 w 5048" name="connsiteX2"/>
                            <a:gd fmla="*/ 561 h 5061" name="connsiteY2"/>
                            <a:gd fmla="*/ 561 w 5048" name="connsiteX3"/>
                            <a:gd fmla="*/ 4103 h 5061" name="connsiteY3"/>
                            <a:gd fmla="*/ 4103 w 5048" name="connsiteX4"/>
                            <a:gd fmla="*/ 4487 h 506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61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4"/>
                                <a:pt x="-335" y="2994"/>
                                <a:pt x="561" y="4103"/>
                              </a:cubicBezTo>
                              <a:cubicBezTo>
                                <a:pt x="1457" y="5213"/>
                                <a:pt x="2994" y="5384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000b60f-b31a-404f-a554-54cbb7b6cb65" id="1121" name="任意多边形: 形状 1120">
                          <a:extLst>
                            <a:ext uri="{FF2B5EF4-FFF2-40B4-BE49-F238E27FC236}">
                              <a16:creationId id="{702FFDDE-AF59-C598-4697-358892101F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8883" y="2219988"/>
                          <a:ext cx="5061" cy="5048"/>
                        </a:xfrm>
                        <a:custGeom>
                          <a:avLst/>
                          <a:gdLst>
                            <a:gd fmla="*/ 4117 w 5061" name="connsiteX0"/>
                            <a:gd fmla="*/ 4487 h 5048" name="connsiteY0"/>
                            <a:gd fmla="*/ 4501 w 5061" name="connsiteX1"/>
                            <a:gd fmla="*/ 945 h 5048" name="connsiteY1"/>
                            <a:gd fmla="*/ 958 w 5061" name="connsiteX2"/>
                            <a:gd fmla="*/ 561 h 5048" name="connsiteY2"/>
                            <a:gd fmla="*/ 574 w 5061" name="connsiteX3"/>
                            <a:gd fmla="*/ 4103 h 5048" name="connsiteY3"/>
                            <a:gd fmla="*/ 4117 w 5061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61">
                              <a:moveTo>
                                <a:pt x="4117" y="4487"/>
                              </a:moveTo>
                              <a:cubicBezTo>
                                <a:pt x="5184" y="3634"/>
                                <a:pt x="5397" y="2055"/>
                                <a:pt x="4501" y="945"/>
                              </a:cubicBezTo>
                              <a:cubicBezTo>
                                <a:pt x="3647" y="-122"/>
                                <a:pt x="2068" y="-335"/>
                                <a:pt x="958" y="561"/>
                              </a:cubicBezTo>
                              <a:cubicBezTo>
                                <a:pt x="-151" y="1457"/>
                                <a:pt x="-322" y="2994"/>
                                <a:pt x="574" y="4103"/>
                              </a:cubicBezTo>
                              <a:cubicBezTo>
                                <a:pt x="1428" y="5170"/>
                                <a:pt x="3007" y="5384"/>
                                <a:pt x="4117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b92bc14-e6c8-4171-bb15-d9acd2f9f2ef" id="1122" name="任意多边形: 形状 1121">
                          <a:extLst>
                            <a:ext uri="{FF2B5EF4-FFF2-40B4-BE49-F238E27FC236}">
                              <a16:creationId id="{A25076EF-5D76-B8FF-4302-35636950BE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6051" y="2214995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3" y="-122"/>
                                <a:pt x="2054" y="-335"/>
                                <a:pt x="945" y="561"/>
                              </a:cubicBezTo>
                              <a:cubicBezTo>
                                <a:pt x="-122" y="1415"/>
                                <a:pt x="-335" y="2993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af6b508-c5dc-423e-b29f-e99869c1104a" id="1123" name="任意多边形: 形状 1122">
                          <a:extLst>
                            <a:ext uri="{FF2B5EF4-FFF2-40B4-BE49-F238E27FC236}">
                              <a16:creationId id="{FF8522B2-2016-E734-566F-D8E2AB7286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8469" y="2208295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4"/>
                                <a:pt x="-335" y="2993"/>
                                <a:pt x="561" y="4103"/>
                              </a:cubicBezTo>
                              <a:cubicBezTo>
                                <a:pt x="1414" y="5170"/>
                                <a:pt x="2993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cddd2ab-f38b-4929-bace-e452f927a0d4" id="1124" name="任意多边形: 形状 1123">
                          <a:extLst>
                            <a:ext uri="{FF2B5EF4-FFF2-40B4-BE49-F238E27FC236}">
                              <a16:creationId id="{94D9974F-CB2A-6573-2B3D-2B26AC12F3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5154" y="2230913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4" y="5170"/>
                                <a:pt x="2993" y="5384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fbae73-805c-4967-b107-23d8b44855a4" id="1125" name="任意多边形: 形状 1124">
                          <a:extLst>
                            <a:ext uri="{FF2B5EF4-FFF2-40B4-BE49-F238E27FC236}">
                              <a16:creationId id="{2E4B0952-E685-C118-F8E8-989234E745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6691" y="2197583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4" y="5170"/>
                                <a:pt x="2993" y="5384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6d97bd2-272d-45fe-aee1-8de4b2ec346a" id="1126" name="任意多边形: 形状 1125">
                          <a:extLst>
                            <a:ext uri="{FF2B5EF4-FFF2-40B4-BE49-F238E27FC236}">
                              <a16:creationId id="{80DD24E5-0282-6255-256D-A01EE18C87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3632" y="2221682"/>
                          <a:ext cx="5048" cy="5061"/>
                        </a:xfrm>
                        <a:custGeom>
                          <a:avLst/>
                          <a:gdLst>
                            <a:gd fmla="*/ 4103 w 5048" name="connsiteX0"/>
                            <a:gd fmla="*/ 4501 h 5061" name="connsiteY0"/>
                            <a:gd fmla="*/ 4487 w 5048" name="connsiteX1"/>
                            <a:gd fmla="*/ 959 h 5061" name="connsiteY1"/>
                            <a:gd fmla="*/ 945 w 5048" name="connsiteX2"/>
                            <a:gd fmla="*/ 574 h 5061" name="connsiteY2"/>
                            <a:gd fmla="*/ 561 w 5048" name="connsiteX3"/>
                            <a:gd fmla="*/ 4117 h 5061" name="connsiteY3"/>
                            <a:gd fmla="*/ 4103 w 5048" name="connsiteX4"/>
                            <a:gd fmla="*/ 4501 h 506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61" w="5048">
                              <a:moveTo>
                                <a:pt x="4103" y="4501"/>
                              </a:moveTo>
                              <a:cubicBezTo>
                                <a:pt x="5170" y="3647"/>
                                <a:pt x="5383" y="2068"/>
                                <a:pt x="4487" y="959"/>
                              </a:cubicBezTo>
                              <a:cubicBezTo>
                                <a:pt x="3591" y="-151"/>
                                <a:pt x="2055" y="-322"/>
                                <a:pt x="945" y="574"/>
                              </a:cubicBezTo>
                              <a:cubicBezTo>
                                <a:pt x="-122" y="1428"/>
                                <a:pt x="-335" y="3007"/>
                                <a:pt x="561" y="4117"/>
                              </a:cubicBezTo>
                              <a:cubicBezTo>
                                <a:pt x="1415" y="5183"/>
                                <a:pt x="2994" y="5397"/>
                                <a:pt x="4103" y="45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f0ee806-fccd-4917-8e65-ffd31ea86247" id="1127" name="任意多边形: 形状 1126">
                          <a:extLst>
                            <a:ext uri="{FF2B5EF4-FFF2-40B4-BE49-F238E27FC236}">
                              <a16:creationId id="{48A64DC4-4816-2DE0-A31C-500F561867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0090" y="2204411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c5a0b7f-5053-4006-b89c-1b10d4e9f13f" id="1128" name="任意多边形: 形状 1127">
                          <a:extLst>
                            <a:ext uri="{FF2B5EF4-FFF2-40B4-BE49-F238E27FC236}">
                              <a16:creationId id="{F8E813BB-8946-EF1D-98BE-706FFB9C16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7828" y="2245593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5" y="5170"/>
                                <a:pt x="2994" y="5384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12b1476-214f-4541-94d2-c9143fa57640" id="1129" name="任意多边形: 形状 1128">
                          <a:extLst>
                            <a:ext uri="{FF2B5EF4-FFF2-40B4-BE49-F238E27FC236}">
                              <a16:creationId id="{EF5A5603-A130-B862-2E29-1CD0A6A87F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4927" y="2240600"/>
                          <a:ext cx="5061" cy="5061"/>
                        </a:xfrm>
                        <a:custGeom>
                          <a:avLst/>
                          <a:gdLst>
                            <a:gd fmla="*/ 4117 w 5061" name="connsiteX0"/>
                            <a:gd fmla="*/ 4487 h 5061" name="connsiteY0"/>
                            <a:gd fmla="*/ 4501 w 5061" name="connsiteX1"/>
                            <a:gd fmla="*/ 945 h 5061" name="connsiteY1"/>
                            <a:gd fmla="*/ 959 w 5061" name="connsiteX2"/>
                            <a:gd fmla="*/ 561 h 5061" name="connsiteY2"/>
                            <a:gd fmla="*/ 575 w 5061" name="connsiteX3"/>
                            <a:gd fmla="*/ 4103 h 5061" name="connsiteY3"/>
                            <a:gd fmla="*/ 4117 w 5061" name="connsiteX4"/>
                            <a:gd fmla="*/ 4487 h 506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61" w="5061">
                              <a:moveTo>
                                <a:pt x="4117" y="4487"/>
                              </a:moveTo>
                              <a:cubicBezTo>
                                <a:pt x="5183" y="3634"/>
                                <a:pt x="5397" y="2055"/>
                                <a:pt x="4501" y="945"/>
                              </a:cubicBezTo>
                              <a:cubicBezTo>
                                <a:pt x="3647" y="-122"/>
                                <a:pt x="2068" y="-335"/>
                                <a:pt x="959" y="561"/>
                              </a:cubicBezTo>
                              <a:cubicBezTo>
                                <a:pt x="-151" y="1457"/>
                                <a:pt x="-322" y="2993"/>
                                <a:pt x="575" y="4103"/>
                              </a:cubicBezTo>
                              <a:cubicBezTo>
                                <a:pt x="1471" y="5213"/>
                                <a:pt x="3007" y="5383"/>
                                <a:pt x="4117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b231e7f-30e1-4cba-9fc9-0d08ddd2d5e1" id="1130" name="任意多边形: 形状 1129">
                          <a:extLst>
                            <a:ext uri="{FF2B5EF4-FFF2-40B4-BE49-F238E27FC236}">
                              <a16:creationId id="{223FC829-0A87-10FE-904F-91C4A4E5AC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7401" y="2233900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4"/>
                                <a:pt x="-335" y="2993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58f4579-660e-4ada-bc7a-b121cee5b7d5" id="1131" name="任意多边形: 形状 1130">
                          <a:extLst>
                            <a:ext uri="{FF2B5EF4-FFF2-40B4-BE49-F238E27FC236}">
                              <a16:creationId id="{A6D82C71-34CB-A226-A6B3-027AF41909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4086" y="2256505"/>
                          <a:ext cx="5048" cy="5061"/>
                        </a:xfrm>
                        <a:custGeom>
                          <a:avLst/>
                          <a:gdLst>
                            <a:gd fmla="*/ 4103 w 5048" name="connsiteX0"/>
                            <a:gd fmla="*/ 4501 h 5061" name="connsiteY0"/>
                            <a:gd fmla="*/ 4487 w 5048" name="connsiteX1"/>
                            <a:gd fmla="*/ 959 h 5061" name="connsiteY1"/>
                            <a:gd fmla="*/ 945 w 5048" name="connsiteX2"/>
                            <a:gd fmla="*/ 575 h 5061" name="connsiteY2"/>
                            <a:gd fmla="*/ 561 w 5048" name="connsiteX3"/>
                            <a:gd fmla="*/ 4116 h 5061" name="connsiteY3"/>
                            <a:gd fmla="*/ 4103 w 5048" name="connsiteX4"/>
                            <a:gd fmla="*/ 4501 h 506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61" w="5048">
                              <a:moveTo>
                                <a:pt x="4103" y="4501"/>
                              </a:moveTo>
                              <a:cubicBezTo>
                                <a:pt x="5170" y="3647"/>
                                <a:pt x="5383" y="2068"/>
                                <a:pt x="4487" y="959"/>
                              </a:cubicBezTo>
                              <a:cubicBezTo>
                                <a:pt x="3591" y="-151"/>
                                <a:pt x="2055" y="-322"/>
                                <a:pt x="945" y="575"/>
                              </a:cubicBezTo>
                              <a:cubicBezTo>
                                <a:pt x="-122" y="1428"/>
                                <a:pt x="-335" y="3007"/>
                                <a:pt x="561" y="4116"/>
                              </a:cubicBezTo>
                              <a:cubicBezTo>
                                <a:pt x="1415" y="5183"/>
                                <a:pt x="2994" y="5397"/>
                                <a:pt x="4103" y="45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b60fe45-9b76-4885-8ece-a5c6c933a47a" id="1132" name="任意多边形: 形状 1131">
                          <a:extLst>
                            <a:ext uri="{FF2B5EF4-FFF2-40B4-BE49-F238E27FC236}">
                              <a16:creationId id="{2569E617-559A-52F4-33B7-9CEB8D8029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5623" y="2223189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4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5" y="5170"/>
                                <a:pt x="2994" y="5384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9a31a0b-728a-4f18-bbc5-76ac02ecaee4" id="1133" name="任意多边形: 形状 1132">
                          <a:extLst>
                            <a:ext uri="{FF2B5EF4-FFF2-40B4-BE49-F238E27FC236}">
                              <a16:creationId id="{EF43044B-A14E-7301-F89B-3A306EF69F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6192" y="2232279"/>
                          <a:ext cx="5061" cy="5048"/>
                        </a:xfrm>
                        <a:custGeom>
                          <a:avLst/>
                          <a:gdLst>
                            <a:gd fmla="*/ 4117 w 5061" name="connsiteX0"/>
                            <a:gd fmla="*/ 4487 h 5048" name="connsiteY0"/>
                            <a:gd fmla="*/ 4501 w 5061" name="connsiteX1"/>
                            <a:gd fmla="*/ 945 h 5048" name="connsiteY1"/>
                            <a:gd fmla="*/ 959 w 5061" name="connsiteX2"/>
                            <a:gd fmla="*/ 561 h 5048" name="connsiteY2"/>
                            <a:gd fmla="*/ 575 w 5061" name="connsiteX3"/>
                            <a:gd fmla="*/ 4103 h 5048" name="connsiteY3"/>
                            <a:gd fmla="*/ 4117 w 5061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61">
                              <a:moveTo>
                                <a:pt x="4117" y="4487"/>
                              </a:moveTo>
                              <a:cubicBezTo>
                                <a:pt x="5183" y="3634"/>
                                <a:pt x="5397" y="2055"/>
                                <a:pt x="4501" y="945"/>
                              </a:cubicBezTo>
                              <a:cubicBezTo>
                                <a:pt x="3647" y="-122"/>
                                <a:pt x="2068" y="-335"/>
                                <a:pt x="959" y="561"/>
                              </a:cubicBezTo>
                              <a:cubicBezTo>
                                <a:pt x="-151" y="1457"/>
                                <a:pt x="-322" y="2994"/>
                                <a:pt x="575" y="4103"/>
                              </a:cubicBezTo>
                              <a:cubicBezTo>
                                <a:pt x="1428" y="5170"/>
                                <a:pt x="3007" y="5384"/>
                                <a:pt x="4117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8bed7f5-26b4-43e7-9bc2-29b4daf1ed85" id="1134" name="任意多边形: 形状 1133">
                          <a:extLst>
                            <a:ext uri="{FF2B5EF4-FFF2-40B4-BE49-F238E27FC236}">
                              <a16:creationId id="{151D3D60-D872-55F7-E17B-56BE47F66F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2423" y="2216817"/>
                          <a:ext cx="5061" cy="5061"/>
                        </a:xfrm>
                        <a:custGeom>
                          <a:avLst/>
                          <a:gdLst>
                            <a:gd fmla="*/ 4116 w 5061" name="connsiteX0"/>
                            <a:gd fmla="*/ 4501 h 5061" name="connsiteY0"/>
                            <a:gd fmla="*/ 4501 w 5061" name="connsiteX1"/>
                            <a:gd fmla="*/ 959 h 5061" name="connsiteY1"/>
                            <a:gd fmla="*/ 958 w 5061" name="connsiteX2"/>
                            <a:gd fmla="*/ 575 h 5061" name="connsiteY2"/>
                            <a:gd fmla="*/ 574 w 5061" name="connsiteX3"/>
                            <a:gd fmla="*/ 4116 h 5061" name="connsiteY3"/>
                            <a:gd fmla="*/ 4116 w 5061" name="connsiteX4"/>
                            <a:gd fmla="*/ 4501 h 506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61" w="5061">
                              <a:moveTo>
                                <a:pt x="4116" y="4501"/>
                              </a:moveTo>
                              <a:cubicBezTo>
                                <a:pt x="5183" y="3647"/>
                                <a:pt x="5397" y="2068"/>
                                <a:pt x="4501" y="959"/>
                              </a:cubicBezTo>
                              <a:cubicBezTo>
                                <a:pt x="3604" y="-151"/>
                                <a:pt x="2068" y="-322"/>
                                <a:pt x="958" y="575"/>
                              </a:cubicBezTo>
                              <a:cubicBezTo>
                                <a:pt x="-151" y="1471"/>
                                <a:pt x="-322" y="3007"/>
                                <a:pt x="574" y="4116"/>
                              </a:cubicBezTo>
                              <a:cubicBezTo>
                                <a:pt x="1428" y="5183"/>
                                <a:pt x="3007" y="5397"/>
                                <a:pt x="4116" y="45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97b6e2b-4ac6-4f48-ac9e-ba1ea118017e" id="1135" name="任意多边形: 形状 1134">
                          <a:extLst>
                            <a:ext uri="{FF2B5EF4-FFF2-40B4-BE49-F238E27FC236}">
                              <a16:creationId id="{91522663-1E7A-44F7-6DF5-5C643662E5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1996" y="2285666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3"/>
                                <a:pt x="561" y="4103"/>
                              </a:cubicBezTo>
                              <a:cubicBezTo>
                                <a:pt x="1414" y="5170"/>
                                <a:pt x="2993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6c3d7a8-d4f3-4d30-b79d-7aaf402f16fd" id="1136" name="任意多边形: 形状 1135">
                          <a:extLst>
                            <a:ext uri="{FF2B5EF4-FFF2-40B4-BE49-F238E27FC236}">
                              <a16:creationId id="{70688439-D1B7-670B-88FF-5F330E63B1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9138" y="2280673"/>
                          <a:ext cx="5061" cy="5048"/>
                        </a:xfrm>
                        <a:custGeom>
                          <a:avLst/>
                          <a:gdLst>
                            <a:gd fmla="*/ 4116 w 5061" name="connsiteX0"/>
                            <a:gd fmla="*/ 4487 h 5048" name="connsiteY0"/>
                            <a:gd fmla="*/ 4501 w 5061" name="connsiteX1"/>
                            <a:gd fmla="*/ 945 h 5048" name="connsiteY1"/>
                            <a:gd fmla="*/ 958 w 5061" name="connsiteX2"/>
                            <a:gd fmla="*/ 561 h 5048" name="connsiteY2"/>
                            <a:gd fmla="*/ 574 w 5061" name="connsiteX3"/>
                            <a:gd fmla="*/ 4103 h 5048" name="connsiteY3"/>
                            <a:gd fmla="*/ 4116 w 5061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61">
                              <a:moveTo>
                                <a:pt x="4116" y="4487"/>
                              </a:moveTo>
                              <a:cubicBezTo>
                                <a:pt x="5183" y="3634"/>
                                <a:pt x="5397" y="2055"/>
                                <a:pt x="4501" y="945"/>
                              </a:cubicBezTo>
                              <a:cubicBezTo>
                                <a:pt x="3647" y="-122"/>
                                <a:pt x="2068" y="-335"/>
                                <a:pt x="958" y="561"/>
                              </a:cubicBezTo>
                              <a:cubicBezTo>
                                <a:pt x="-151" y="1457"/>
                                <a:pt x="-322" y="2993"/>
                                <a:pt x="574" y="4103"/>
                              </a:cubicBezTo>
                              <a:cubicBezTo>
                                <a:pt x="1428" y="5170"/>
                                <a:pt x="3007" y="5383"/>
                                <a:pt x="4116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8da34a1-e756-4e9c-9ee1-8de1596ca1f8" id="1137" name="任意多边形: 形状 1136">
                          <a:extLst>
                            <a:ext uri="{FF2B5EF4-FFF2-40B4-BE49-F238E27FC236}">
                              <a16:creationId id="{678A2655-52DE-B414-646D-027440FAD6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1570" y="2273973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4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3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ff09123-1ab5-41c9-88ee-f2901dd4cac6" id="1138" name="任意多边形: 形状 1137">
                          <a:extLst>
                            <a:ext uri="{FF2B5EF4-FFF2-40B4-BE49-F238E27FC236}">
                              <a16:creationId id="{5B7C4785-8062-D978-6CFA-DB6CE6112C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8298" y="2296591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4"/>
                                <a:pt x="-335" y="2993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bd6deb1-0964-4be9-a404-eec8a58ca79f" id="1139" name="任意多边形: 形状 1138">
                          <a:extLst>
                            <a:ext uri="{FF2B5EF4-FFF2-40B4-BE49-F238E27FC236}">
                              <a16:creationId id="{645AFF18-51A7-140F-5574-8C589C3499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9834" y="2263261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4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3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83a25e4-d461-4906-846e-0feaafa9d339" id="1140" name="任意多边形: 形状 1139">
                          <a:extLst>
                            <a:ext uri="{FF2B5EF4-FFF2-40B4-BE49-F238E27FC236}">
                              <a16:creationId id="{8DF0C534-59E7-E384-DBEB-B6A3528DA6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9491" y="2261768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e58652a-a7b1-4a29-b0de-495900c36c32" id="1141" name="任意多边形: 形状 1140">
                          <a:extLst>
                            <a:ext uri="{FF2B5EF4-FFF2-40B4-BE49-F238E27FC236}">
                              <a16:creationId id="{C6F42AFB-EE5C-6A04-6D67-802E9CE885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3190" y="2270089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4" y="5170"/>
                                <a:pt x="2993" y="5384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4a4b295-f39b-4b44-925e-dfe720b9ee90" id="1142" name="任意多边形: 形状 1141">
                          <a:extLst>
                            <a:ext uri="{FF2B5EF4-FFF2-40B4-BE49-F238E27FC236}">
                              <a16:creationId id="{7262EA42-B8C0-B19C-5BEA-3DA02C0DE6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5256" y="2230358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4" y="5170"/>
                                <a:pt x="2993" y="5384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5e9557c-6261-428e-a31e-8ad854cc317d" id="1143" name="任意多边形: 形状 1142">
                          <a:extLst>
                            <a:ext uri="{FF2B5EF4-FFF2-40B4-BE49-F238E27FC236}">
                              <a16:creationId id="{CDA45B84-AD8B-CC28-3AAC-5119167E7A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2410" y="2225365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4"/>
                                <a:pt x="-335" y="2993"/>
                                <a:pt x="561" y="4103"/>
                              </a:cubicBezTo>
                              <a:cubicBezTo>
                                <a:pt x="1414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495ff32-1a9b-4920-b985-966657c7a0bf" id="1144" name="任意多边形: 形状 1143">
                          <a:extLst>
                            <a:ext uri="{FF2B5EF4-FFF2-40B4-BE49-F238E27FC236}">
                              <a16:creationId id="{A6DD2C6B-7CC5-0F49-DCE5-428B180B76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2924" y="2214611"/>
                          <a:ext cx="5061" cy="5048"/>
                        </a:xfrm>
                        <a:custGeom>
                          <a:avLst/>
                          <a:gdLst>
                            <a:gd fmla="*/ 4117 w 5061" name="connsiteX0"/>
                            <a:gd fmla="*/ 4487 h 5048" name="connsiteY0"/>
                            <a:gd fmla="*/ 4501 w 5061" name="connsiteX1"/>
                            <a:gd fmla="*/ 945 h 5048" name="connsiteY1"/>
                            <a:gd fmla="*/ 959 w 5061" name="connsiteX2"/>
                            <a:gd fmla="*/ 561 h 5048" name="connsiteY2"/>
                            <a:gd fmla="*/ 575 w 5061" name="connsiteX3"/>
                            <a:gd fmla="*/ 4103 h 5048" name="connsiteY3"/>
                            <a:gd fmla="*/ 4117 w 5061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61">
                              <a:moveTo>
                                <a:pt x="4117" y="4487"/>
                              </a:moveTo>
                              <a:cubicBezTo>
                                <a:pt x="5183" y="3634"/>
                                <a:pt x="5397" y="2055"/>
                                <a:pt x="4501" y="945"/>
                              </a:cubicBezTo>
                              <a:cubicBezTo>
                                <a:pt x="3647" y="-122"/>
                                <a:pt x="2068" y="-335"/>
                                <a:pt x="959" y="561"/>
                              </a:cubicBezTo>
                              <a:cubicBezTo>
                                <a:pt x="-151" y="1457"/>
                                <a:pt x="-322" y="2994"/>
                                <a:pt x="575" y="4103"/>
                              </a:cubicBezTo>
                              <a:cubicBezTo>
                                <a:pt x="1428" y="5170"/>
                                <a:pt x="3007" y="5384"/>
                                <a:pt x="4117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1f68743-d5d9-4e0d-af5d-08f25a203c14" id="1145" name="任意多边形: 形状 1144">
                          <a:extLst>
                            <a:ext uri="{FF2B5EF4-FFF2-40B4-BE49-F238E27FC236}">
                              <a16:creationId id="{D40FC3EB-2F60-E76A-186C-50EBFFCAF1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1514" y="2241283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4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5" y="5170"/>
                                <a:pt x="2994" y="5384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3b501ed-ef8d-43f4-a382-b8dce715cbd1" id="1146" name="任意多边形: 形状 1145">
                          <a:extLst>
                            <a:ext uri="{FF2B5EF4-FFF2-40B4-BE49-F238E27FC236}">
                              <a16:creationId id="{C3B52D38-0706-516C-914D-D1CCF8A03A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3037" y="2207953"/>
                          <a:ext cx="5061" cy="5048"/>
                        </a:xfrm>
                        <a:custGeom>
                          <a:avLst/>
                          <a:gdLst>
                            <a:gd fmla="*/ 4116 w 5061" name="connsiteX0"/>
                            <a:gd fmla="*/ 4487 h 5048" name="connsiteY0"/>
                            <a:gd fmla="*/ 4501 w 5061" name="connsiteX1"/>
                            <a:gd fmla="*/ 945 h 5048" name="connsiteY1"/>
                            <a:gd fmla="*/ 958 w 5061" name="connsiteX2"/>
                            <a:gd fmla="*/ 561 h 5048" name="connsiteY2"/>
                            <a:gd fmla="*/ 574 w 5061" name="connsiteX3"/>
                            <a:gd fmla="*/ 4103 h 5048" name="connsiteY3"/>
                            <a:gd fmla="*/ 4116 w 5061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61">
                              <a:moveTo>
                                <a:pt x="4116" y="4487"/>
                              </a:moveTo>
                              <a:cubicBezTo>
                                <a:pt x="5183" y="3634"/>
                                <a:pt x="5397" y="2055"/>
                                <a:pt x="4501" y="945"/>
                              </a:cubicBezTo>
                              <a:cubicBezTo>
                                <a:pt x="3647" y="-122"/>
                                <a:pt x="2068" y="-335"/>
                                <a:pt x="958" y="561"/>
                              </a:cubicBezTo>
                              <a:cubicBezTo>
                                <a:pt x="-151" y="1457"/>
                                <a:pt x="-322" y="2994"/>
                                <a:pt x="574" y="4103"/>
                              </a:cubicBezTo>
                              <a:cubicBezTo>
                                <a:pt x="1428" y="5170"/>
                                <a:pt x="3007" y="5384"/>
                                <a:pt x="4116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c99e4e9-25ef-41f1-abeb-275ccf865412" id="1147" name="任意多边形: 形状 1146">
                          <a:extLst>
                            <a:ext uri="{FF2B5EF4-FFF2-40B4-BE49-F238E27FC236}">
                              <a16:creationId id="{9EE8497C-AB8F-0F0F-1E9B-9FDB7F737E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9992" y="2232065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3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aadb8e1-a3a5-4fff-ba16-99070014c995" id="1148" name="任意多边形: 形状 1147">
                          <a:extLst>
                            <a:ext uri="{FF2B5EF4-FFF2-40B4-BE49-F238E27FC236}">
                              <a16:creationId id="{343907FF-C095-4927-AD43-084E9BBADB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6450" y="2214782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3"/>
                                <a:pt x="561" y="4103"/>
                              </a:cubicBezTo>
                              <a:cubicBezTo>
                                <a:pt x="1414" y="5170"/>
                                <a:pt x="2993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3d7ce1a-2bb9-4a70-9325-d3b7d458d52d" id="1149" name="任意多边形: 形状 1148">
                          <a:extLst>
                            <a:ext uri="{FF2B5EF4-FFF2-40B4-BE49-F238E27FC236}">
                              <a16:creationId id="{9F58AEF6-9F07-ACF2-56C2-6A18429C6E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0232" y="2193785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4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d605c50-13a7-489e-9c41-af04b7181512" id="1150" name="任意多边形: 形状 1149">
                          <a:extLst>
                            <a:ext uri="{FF2B5EF4-FFF2-40B4-BE49-F238E27FC236}">
                              <a16:creationId id="{15F1E989-7E26-CA8B-4C86-D3F1D008DF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7386" y="2188792"/>
                          <a:ext cx="5048" cy="5061"/>
                        </a:xfrm>
                        <a:custGeom>
                          <a:avLst/>
                          <a:gdLst>
                            <a:gd fmla="*/ 4103 w 5048" name="connsiteX0"/>
                            <a:gd fmla="*/ 4487 h 5061" name="connsiteY0"/>
                            <a:gd fmla="*/ 4487 w 5048" name="connsiteX1"/>
                            <a:gd fmla="*/ 945 h 5061" name="connsiteY1"/>
                            <a:gd fmla="*/ 945 w 5048" name="connsiteX2"/>
                            <a:gd fmla="*/ 561 h 5061" name="connsiteY2"/>
                            <a:gd fmla="*/ 561 w 5048" name="connsiteX3"/>
                            <a:gd fmla="*/ 4103 h 5061" name="connsiteY3"/>
                            <a:gd fmla="*/ 4103 w 5048" name="connsiteX4"/>
                            <a:gd fmla="*/ 4487 h 506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61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4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4"/>
                                <a:pt x="-335" y="2994"/>
                                <a:pt x="561" y="4103"/>
                              </a:cubicBezTo>
                              <a:cubicBezTo>
                                <a:pt x="1457" y="5213"/>
                                <a:pt x="2994" y="5384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c6e4a26-9834-44a1-924c-65f1e53813a1" id="1151" name="任意多边形: 形状 1150">
                          <a:extLst>
                            <a:ext uri="{FF2B5EF4-FFF2-40B4-BE49-F238E27FC236}">
                              <a16:creationId id="{A10FC1C3-FE11-F00F-8225-FDE26BABAD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9805" y="2182092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a6dafc0-479d-48e9-be08-996e24c6e6a7" id="1152" name="任意多边形: 形状 1151">
                          <a:extLst>
                            <a:ext uri="{FF2B5EF4-FFF2-40B4-BE49-F238E27FC236}">
                              <a16:creationId id="{48889F2F-44E8-C276-0A4B-21BE493EBE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8311" y="2210599"/>
                          <a:ext cx="5048" cy="5061"/>
                        </a:xfrm>
                        <a:custGeom>
                          <a:avLst/>
                          <a:gdLst>
                            <a:gd fmla="*/ 4103 w 5048" name="connsiteX0"/>
                            <a:gd fmla="*/ 4487 h 5061" name="connsiteY0"/>
                            <a:gd fmla="*/ 4487 w 5048" name="connsiteX1"/>
                            <a:gd fmla="*/ 945 h 5061" name="connsiteY1"/>
                            <a:gd fmla="*/ 945 w 5048" name="connsiteX2"/>
                            <a:gd fmla="*/ 561 h 5061" name="connsiteY2"/>
                            <a:gd fmla="*/ 561 w 5048" name="connsiteX3"/>
                            <a:gd fmla="*/ 4103 h 5061" name="connsiteY3"/>
                            <a:gd fmla="*/ 4103 w 5048" name="connsiteX4"/>
                            <a:gd fmla="*/ 4487 h 506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61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3" y="-122"/>
                                <a:pt x="2054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57" y="5213"/>
                                <a:pt x="2994" y="5384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dc6fcbf-86f8-4ddf-a4d2-6119ea80cca7" id="1153" name="任意多边形: 形状 1152">
                          <a:extLst>
                            <a:ext uri="{FF2B5EF4-FFF2-40B4-BE49-F238E27FC236}">
                              <a16:creationId id="{5807AD80-AE9B-B5EB-0B48-55D33170C6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8852" y="2171679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a64a038-ba94-48c6-96d7-a5e0a44d50b0" id="1154" name="任意多边形: 形状 1153">
                          <a:extLst>
                            <a:ext uri="{FF2B5EF4-FFF2-40B4-BE49-F238E27FC236}">
                              <a16:creationId id="{AFB63FC7-2922-F1C1-0F2C-9AD4D070C4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4968" y="2195492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4"/>
                                <a:pt x="-335" y="2993"/>
                                <a:pt x="561" y="4103"/>
                              </a:cubicBezTo>
                              <a:cubicBezTo>
                                <a:pt x="1414" y="5170"/>
                                <a:pt x="2993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3ca8323-7ca0-493c-925a-a1a98a483c71" id="1155" name="任意多边形: 形状 1154">
                          <a:extLst>
                            <a:ext uri="{FF2B5EF4-FFF2-40B4-BE49-F238E27FC236}">
                              <a16:creationId id="{6232C120-20F6-4593-6E70-11E8EB6D97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1426" y="2178208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4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a0dbc02-c9a4-443b-99f9-e10133e3c703" id="1156" name="任意多边形: 形状 1155">
                          <a:extLst>
                            <a:ext uri="{FF2B5EF4-FFF2-40B4-BE49-F238E27FC236}">
                              <a16:creationId id="{9C3BA85B-558D-45D4-E525-BFED6C72AD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3747" y="2199333"/>
                          <a:ext cx="5048" cy="5061"/>
                        </a:xfrm>
                        <a:custGeom>
                          <a:avLst/>
                          <a:gdLst>
                            <a:gd fmla="*/ 4103 w 5048" name="connsiteX0"/>
                            <a:gd fmla="*/ 4487 h 5061" name="connsiteY0"/>
                            <a:gd fmla="*/ 4487 w 5048" name="connsiteX1"/>
                            <a:gd fmla="*/ 945 h 5061" name="connsiteY1"/>
                            <a:gd fmla="*/ 945 w 5048" name="connsiteX2"/>
                            <a:gd fmla="*/ 561 h 5061" name="connsiteY2"/>
                            <a:gd fmla="*/ 561 w 5048" name="connsiteX3"/>
                            <a:gd fmla="*/ 4103 h 5061" name="connsiteY3"/>
                            <a:gd fmla="*/ 4103 w 5048" name="connsiteX4"/>
                            <a:gd fmla="*/ 4487 h 506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61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3"/>
                                <a:pt x="561" y="4103"/>
                              </a:cubicBezTo>
                              <a:cubicBezTo>
                                <a:pt x="1457" y="5213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763f56a-dd88-409d-8704-0149bac5a8cb" id="1157" name="任意多边形: 形状 1156">
                          <a:extLst>
                            <a:ext uri="{FF2B5EF4-FFF2-40B4-BE49-F238E27FC236}">
                              <a16:creationId id="{ABF4D8AC-EBD6-F690-8E7C-1E24168755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3121" y="2178891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3" y="-122"/>
                                <a:pt x="2054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096dffd-209f-492d-a272-fb6fb3c533e6" id="1158" name="任意多边形: 形状 1157">
                          <a:extLst>
                            <a:ext uri="{FF2B5EF4-FFF2-40B4-BE49-F238E27FC236}">
                              <a16:creationId id="{6B2A46D1-A014-F8D7-E0A2-FB16916386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9806" y="2158193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4"/>
                                <a:pt x="-335" y="2994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5d79255-f4c9-4a93-9487-a5f43fd7b4cc" id="1159" name="任意多边形: 形状 1158">
                          <a:extLst>
                            <a:ext uri="{FF2B5EF4-FFF2-40B4-BE49-F238E27FC236}">
                              <a16:creationId id="{1618D941-6F43-3DDC-733A-4E799BB9A5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2267" y="2194839"/>
                          <a:ext cx="5048" cy="5075"/>
                        </a:xfrm>
                        <a:custGeom>
                          <a:avLst/>
                          <a:gdLst>
                            <a:gd fmla="*/ 4103 w 5048" name="connsiteX0"/>
                            <a:gd fmla="*/ 4501 h 5075" name="connsiteY0"/>
                            <a:gd fmla="*/ 4487 w 5048" name="connsiteX1"/>
                            <a:gd fmla="*/ 959 h 5075" name="connsiteY1"/>
                            <a:gd fmla="*/ 945 w 5048" name="connsiteX2"/>
                            <a:gd fmla="*/ 574 h 5075" name="connsiteY2"/>
                            <a:gd fmla="*/ 561 w 5048" name="connsiteX3"/>
                            <a:gd fmla="*/ 4117 h 5075" name="connsiteY3"/>
                            <a:gd fmla="*/ 4103 w 5048" name="connsiteX4"/>
                            <a:gd fmla="*/ 4501 h 507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75" w="5048">
                              <a:moveTo>
                                <a:pt x="4103" y="4501"/>
                              </a:moveTo>
                              <a:cubicBezTo>
                                <a:pt x="5170" y="3647"/>
                                <a:pt x="5383" y="2068"/>
                                <a:pt x="4487" y="959"/>
                              </a:cubicBezTo>
                              <a:cubicBezTo>
                                <a:pt x="3591" y="-151"/>
                                <a:pt x="2055" y="-322"/>
                                <a:pt x="945" y="574"/>
                              </a:cubicBezTo>
                              <a:cubicBezTo>
                                <a:pt x="-122" y="1428"/>
                                <a:pt x="-335" y="3007"/>
                                <a:pt x="561" y="4117"/>
                              </a:cubicBezTo>
                              <a:cubicBezTo>
                                <a:pt x="1457" y="5226"/>
                                <a:pt x="2993" y="5397"/>
                                <a:pt x="4103" y="45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ea275ef-a420-4abb-ab75-0b1e942da5f2" id="1160" name="任意多边形: 形状 1159">
                          <a:extLst>
                            <a:ext uri="{FF2B5EF4-FFF2-40B4-BE49-F238E27FC236}">
                              <a16:creationId id="{F8068557-F0A7-1EEA-8E06-08765D19CE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1386" y="2179561"/>
                          <a:ext cx="5048" cy="5061"/>
                        </a:xfrm>
                        <a:custGeom>
                          <a:avLst/>
                          <a:gdLst>
                            <a:gd fmla="*/ 4103 w 5048" name="connsiteX0"/>
                            <a:gd fmla="*/ 4501 h 5061" name="connsiteY0"/>
                            <a:gd fmla="*/ 4487 w 5048" name="connsiteX1"/>
                            <a:gd fmla="*/ 959 h 5061" name="connsiteY1"/>
                            <a:gd fmla="*/ 945 w 5048" name="connsiteX2"/>
                            <a:gd fmla="*/ 574 h 5061" name="connsiteY2"/>
                            <a:gd fmla="*/ 561 w 5048" name="connsiteX3"/>
                            <a:gd fmla="*/ 4117 h 5061" name="connsiteY3"/>
                            <a:gd fmla="*/ 4103 w 5048" name="connsiteX4"/>
                            <a:gd fmla="*/ 4501 h 506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61" w="5048">
                              <a:moveTo>
                                <a:pt x="4103" y="4501"/>
                              </a:moveTo>
                              <a:cubicBezTo>
                                <a:pt x="5170" y="3647"/>
                                <a:pt x="5383" y="2068"/>
                                <a:pt x="4487" y="959"/>
                              </a:cubicBezTo>
                              <a:cubicBezTo>
                                <a:pt x="3591" y="-151"/>
                                <a:pt x="2055" y="-322"/>
                                <a:pt x="945" y="574"/>
                              </a:cubicBezTo>
                              <a:cubicBezTo>
                                <a:pt x="-122" y="1428"/>
                                <a:pt x="-335" y="3007"/>
                                <a:pt x="561" y="4117"/>
                              </a:cubicBezTo>
                              <a:cubicBezTo>
                                <a:pt x="1414" y="5183"/>
                                <a:pt x="2993" y="5397"/>
                                <a:pt x="4103" y="45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1e0a582-f5a7-4a7c-9323-46fe0ce14c7f" id="1161" name="任意多边形: 形状 1160">
                          <a:extLst>
                            <a:ext uri="{FF2B5EF4-FFF2-40B4-BE49-F238E27FC236}">
                              <a16:creationId id="{E4363B0B-3784-322B-C230-9F91373DD2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0702" y="2185591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4"/>
                                <a:pt x="-335" y="2994"/>
                                <a:pt x="561" y="4103"/>
                              </a:cubicBezTo>
                              <a:cubicBezTo>
                                <a:pt x="1415" y="5170"/>
                                <a:pt x="2994" y="5384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4d0e947-588b-4738-a775-85a5637bf599" id="1162" name="任意多边形: 形状 1161">
                          <a:extLst>
                            <a:ext uri="{FF2B5EF4-FFF2-40B4-BE49-F238E27FC236}">
                              <a16:creationId id="{A5BA8380-F8DA-B998-1AD5-4C6E475837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3845" y="2188579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3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c54ef39-f1d1-4ad5-9b53-b0e85d867363" id="1163" name="任意多边形: 形状 1162">
                          <a:extLst>
                            <a:ext uri="{FF2B5EF4-FFF2-40B4-BE49-F238E27FC236}">
                              <a16:creationId id="{6EE9F425-CE85-F7FE-EE59-7FCEDFE02C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1345" y="2265694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3"/>
                                <a:pt x="561" y="4103"/>
                              </a:cubicBezTo>
                              <a:cubicBezTo>
                                <a:pt x="1414" y="5170"/>
                                <a:pt x="2993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75fa66a-7a70-4346-9fee-cb76bb04a194" id="1164" name="任意多边形: 形状 1163">
                          <a:extLst>
                            <a:ext uri="{FF2B5EF4-FFF2-40B4-BE49-F238E27FC236}">
                              <a16:creationId id="{B703EA35-50BD-3E33-A117-C81E4DE9C1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7233" y="2284884"/>
                          <a:ext cx="5048" cy="5061"/>
                        </a:xfrm>
                        <a:custGeom>
                          <a:avLst/>
                          <a:gdLst>
                            <a:gd fmla="*/ 4103 w 5048" name="connsiteX0"/>
                            <a:gd fmla="*/ 4501 h 5061" name="connsiteY0"/>
                            <a:gd fmla="*/ 4487 w 5048" name="connsiteX1"/>
                            <a:gd fmla="*/ 959 h 5061" name="connsiteY1"/>
                            <a:gd fmla="*/ 945 w 5048" name="connsiteX2"/>
                            <a:gd fmla="*/ 574 h 5061" name="connsiteY2"/>
                            <a:gd fmla="*/ 561 w 5048" name="connsiteX3"/>
                            <a:gd fmla="*/ 4117 h 5061" name="connsiteY3"/>
                            <a:gd fmla="*/ 4103 w 5048" name="connsiteX4"/>
                            <a:gd fmla="*/ 4501 h 506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61" w="5048">
                              <a:moveTo>
                                <a:pt x="4103" y="4501"/>
                              </a:moveTo>
                              <a:cubicBezTo>
                                <a:pt x="5170" y="3647"/>
                                <a:pt x="5383" y="2068"/>
                                <a:pt x="4487" y="959"/>
                              </a:cubicBezTo>
                              <a:cubicBezTo>
                                <a:pt x="3591" y="-151"/>
                                <a:pt x="2055" y="-322"/>
                                <a:pt x="945" y="574"/>
                              </a:cubicBezTo>
                              <a:cubicBezTo>
                                <a:pt x="-122" y="1428"/>
                                <a:pt x="-335" y="3007"/>
                                <a:pt x="561" y="4117"/>
                              </a:cubicBezTo>
                              <a:cubicBezTo>
                                <a:pt x="1414" y="5183"/>
                                <a:pt x="2993" y="5397"/>
                                <a:pt x="4103" y="45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5dcc4be-e212-457f-8db9-bf670c10cba8" id="1165" name="任意多边形: 形状 1164">
                          <a:extLst>
                            <a:ext uri="{FF2B5EF4-FFF2-40B4-BE49-F238E27FC236}">
                              <a16:creationId id="{CEC81005-08A9-5C76-E7D4-0544D490F5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6195" y="2248069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3" y="-122"/>
                                <a:pt x="2054" y="-335"/>
                                <a:pt x="945" y="561"/>
                              </a:cubicBezTo>
                              <a:cubicBezTo>
                                <a:pt x="-122" y="1415"/>
                                <a:pt x="-335" y="2993"/>
                                <a:pt x="561" y="4103"/>
                              </a:cubicBezTo>
                              <a:cubicBezTo>
                                <a:pt x="1415" y="5170"/>
                                <a:pt x="2994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cccabde-d50f-4345-86b6-d7b0f3411bd0" id="1166" name="任意多边形: 形状 1165">
                          <a:extLst>
                            <a:ext uri="{FF2B5EF4-FFF2-40B4-BE49-F238E27FC236}">
                              <a16:creationId id="{0D4FEAD2-B2F1-78F2-DD20-C8FFE47AA5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5269" y="2287117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4" y="5170"/>
                                <a:pt x="2993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404b595-4810-4781-8563-a253f51092c8" id="1167" name="任意多边形: 形状 1166">
                          <a:extLst>
                            <a:ext uri="{FF2B5EF4-FFF2-40B4-BE49-F238E27FC236}">
                              <a16:creationId id="{D03B24BE-4246-FC24-4D18-785407D1B0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7915" y="2267473"/>
                          <a:ext cx="5048" cy="5061"/>
                        </a:xfrm>
                        <a:custGeom>
                          <a:avLst/>
                          <a:gdLst>
                            <a:gd fmla="*/ 4103 w 5048" name="connsiteX0"/>
                            <a:gd fmla="*/ 4501 h 5061" name="connsiteY0"/>
                            <a:gd fmla="*/ 4487 w 5048" name="connsiteX1"/>
                            <a:gd fmla="*/ 959 h 5061" name="connsiteY1"/>
                            <a:gd fmla="*/ 945 w 5048" name="connsiteX2"/>
                            <a:gd fmla="*/ 575 h 5061" name="connsiteY2"/>
                            <a:gd fmla="*/ 561 w 5048" name="connsiteX3"/>
                            <a:gd fmla="*/ 4116 h 5061" name="connsiteY3"/>
                            <a:gd fmla="*/ 4103 w 5048" name="connsiteX4"/>
                            <a:gd fmla="*/ 4501 h 506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61" w="5048">
                              <a:moveTo>
                                <a:pt x="4103" y="4501"/>
                              </a:moveTo>
                              <a:cubicBezTo>
                                <a:pt x="5170" y="3647"/>
                                <a:pt x="5384" y="2068"/>
                                <a:pt x="4487" y="959"/>
                              </a:cubicBezTo>
                              <a:cubicBezTo>
                                <a:pt x="3591" y="-151"/>
                                <a:pt x="2055" y="-322"/>
                                <a:pt x="945" y="575"/>
                              </a:cubicBezTo>
                              <a:cubicBezTo>
                                <a:pt x="-122" y="1428"/>
                                <a:pt x="-335" y="3007"/>
                                <a:pt x="561" y="4116"/>
                              </a:cubicBezTo>
                              <a:cubicBezTo>
                                <a:pt x="1415" y="5183"/>
                                <a:pt x="2994" y="5397"/>
                                <a:pt x="4103" y="45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c52aff3-efbd-46dd-b303-c882b0f40adb" id="1168" name="任意多边形: 形状 1167">
                          <a:extLst>
                            <a:ext uri="{FF2B5EF4-FFF2-40B4-BE49-F238E27FC236}">
                              <a16:creationId id="{DEABA03E-C47D-709B-78D6-864084E776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6620" y="2301371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4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4"/>
                                <a:pt x="-335" y="2993"/>
                                <a:pt x="561" y="4103"/>
                              </a:cubicBezTo>
                              <a:cubicBezTo>
                                <a:pt x="1415" y="5170"/>
                                <a:pt x="2994" y="5384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2a7a706-13e0-46ed-a387-acd3d456a052" id="1169" name="任意多边形: 形状 1168">
                          <a:extLst>
                            <a:ext uri="{FF2B5EF4-FFF2-40B4-BE49-F238E27FC236}">
                              <a16:creationId id="{7C08086D-11FF-BEBA-DB4C-2E6AD82731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1272" y="2274314"/>
                          <a:ext cx="5048" cy="5048"/>
                        </a:xfrm>
                        <a:custGeom>
                          <a:avLst/>
                          <a:gdLst>
                            <a:gd fmla="*/ 4103 w 5048" name="connsiteX0"/>
                            <a:gd fmla="*/ 4487 h 5048" name="connsiteY0"/>
                            <a:gd fmla="*/ 4487 w 5048" name="connsiteX1"/>
                            <a:gd fmla="*/ 945 h 5048" name="connsiteY1"/>
                            <a:gd fmla="*/ 945 w 5048" name="connsiteX2"/>
                            <a:gd fmla="*/ 561 h 5048" name="connsiteY2"/>
                            <a:gd fmla="*/ 561 w 5048" name="connsiteX3"/>
                            <a:gd fmla="*/ 4103 h 5048" name="connsiteY3"/>
                            <a:gd fmla="*/ 4103 w 5048" name="connsiteX4"/>
                            <a:gd fmla="*/ 4487 h 504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8" w="5048">
                              <a:moveTo>
                                <a:pt x="4103" y="4487"/>
                              </a:moveTo>
                              <a:cubicBezTo>
                                <a:pt x="5170" y="3634"/>
                                <a:pt x="5383" y="2055"/>
                                <a:pt x="4487" y="945"/>
                              </a:cubicBezTo>
                              <a:cubicBezTo>
                                <a:pt x="3634" y="-122"/>
                                <a:pt x="2055" y="-335"/>
                                <a:pt x="945" y="561"/>
                              </a:cubicBezTo>
                              <a:cubicBezTo>
                                <a:pt x="-122" y="1415"/>
                                <a:pt x="-335" y="2994"/>
                                <a:pt x="561" y="4103"/>
                              </a:cubicBezTo>
                              <a:cubicBezTo>
                                <a:pt x="1414" y="5170"/>
                                <a:pt x="2993" y="5383"/>
                                <a:pt x="410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22f18eed-b59b-4f72-8791-d61a1475de23" id="772" name="图形 6643">
                        <a:extLst>
                          <a:ext uri="{FF2B5EF4-FFF2-40B4-BE49-F238E27FC236}">
                            <a16:creationId id="{617EF451-94F0-79E5-9001-2F74FFC8FB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674833" y="2134685"/>
                        <a:ext cx="117961" cy="146421"/>
                        <a:chOff x="7674833" y="2134685"/>
                        <a:chExt cx="117961" cy="146421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cf2de536-4b17-402e-b267-1b91694308f3" id="1058" name="任意多边形: 形状 1057">
                          <a:extLst>
                            <a:ext uri="{FF2B5EF4-FFF2-40B4-BE49-F238E27FC236}">
                              <a16:creationId id="{989A48B7-DE76-4D98-58E0-F53B861CD4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1349" y="2175825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1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6c95045-ed45-475c-89ec-aeec035dda2b" id="1059" name="任意多边形: 形状 1058">
                          <a:extLst>
                            <a:ext uri="{FF2B5EF4-FFF2-40B4-BE49-F238E27FC236}">
                              <a16:creationId id="{7B76E745-7ACE-11B4-E4B3-BAEE2D555C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2061" y="2184530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1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8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13bc663-5c91-469e-878d-3baa591b6eb1" id="1060" name="任意多边形: 形状 1059">
                          <a:extLst>
                            <a:ext uri="{FF2B5EF4-FFF2-40B4-BE49-F238E27FC236}">
                              <a16:creationId id="{B0F074C1-AB7E-BD27-D14B-32D1B4FE02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8149" y="2187048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1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6df099e-6d30-44fd-8c48-e6a28435edcb" id="1061" name="任意多边形: 形状 1060">
                          <a:extLst>
                            <a:ext uri="{FF2B5EF4-FFF2-40B4-BE49-F238E27FC236}">
                              <a16:creationId id="{35C4F7D0-3246-928E-F15F-52C7B0ACAA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7780" y="2169637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6cb626f-286e-4686-bdd5-58cdeb40c76b" id="1062" name="任意多边形: 形状 1061">
                          <a:extLst>
                            <a:ext uri="{FF2B5EF4-FFF2-40B4-BE49-F238E27FC236}">
                              <a16:creationId id="{23FC7565-E3EC-BCE1-F34F-9D69D9038F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6044" y="2200875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de74dd0-2dba-4d17-8a0e-7a2e0b4d7a7c" id="1063" name="任意多边形: 形状 1062">
                          <a:extLst>
                            <a:ext uri="{FF2B5EF4-FFF2-40B4-BE49-F238E27FC236}">
                              <a16:creationId id="{2EC51959-EA3F-2C4F-48FF-9C4977EBAB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5931" y="2181970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5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1" y="641"/>
                                <a:pt x="-341" y="2091"/>
                                <a:pt x="171" y="3415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3cc601f-ee13-49bb-9784-46f7fc2831d0" id="1064" name="任意多边形: 形状 1063">
                          <a:extLst>
                            <a:ext uri="{FF2B5EF4-FFF2-40B4-BE49-F238E27FC236}">
                              <a16:creationId id="{C6D3EDE6-5C0A-EDCF-01CA-DD3AD9448C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3967" y="2199510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6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1" y="4695"/>
                                <a:pt x="2092" y="5377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6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ff3f861-c963-484a-a5aa-f73b0a9142d3" id="1065" name="任意多边形: 形状 1064">
                          <a:extLst>
                            <a:ext uri="{FF2B5EF4-FFF2-40B4-BE49-F238E27FC236}">
                              <a16:creationId id="{4929E81A-FBFC-8996-73F8-705998B307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8362" y="2214489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6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1" y="4695"/>
                                <a:pt x="2092" y="5377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6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0e535e4-5ccf-4685-9dc5-bd7f32b2f6e5" id="1066" name="任意多边形: 形状 1065">
                          <a:extLst>
                            <a:ext uri="{FF2B5EF4-FFF2-40B4-BE49-F238E27FC236}">
                              <a16:creationId id="{272222D6-9F5A-F747-7872-22F356039F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9074" y="2223195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6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2" y="5378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6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2897e12-5670-4b0d-a101-1af870fc511a" id="1067" name="任意多边形: 形状 1066">
                          <a:extLst>
                            <a:ext uri="{FF2B5EF4-FFF2-40B4-BE49-F238E27FC236}">
                              <a16:creationId id="{4A17B259-F810-93DC-10AD-01C904AE3C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5161" y="2225713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6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1" y="4695"/>
                                <a:pt x="2092" y="5377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6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f9af601-5840-406f-8956-a8271872eaa2" id="1068" name="任意多边形: 形状 1067">
                          <a:extLst>
                            <a:ext uri="{FF2B5EF4-FFF2-40B4-BE49-F238E27FC236}">
                              <a16:creationId id="{6F93088F-528C-7857-2DB6-BE340B2365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4792" y="2208301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1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1003a64-834e-4bfc-9461-9ccb8d18a86e" id="1069" name="任意多边形: 形状 1068">
                          <a:extLst>
                            <a:ext uri="{FF2B5EF4-FFF2-40B4-BE49-F238E27FC236}">
                              <a16:creationId id="{E37BBBE9-4533-EC1A-DD65-54309A0052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3057" y="2239540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1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41fddc4-bbc4-4302-8d8b-127323ca0682" id="1070" name="任意多边形: 形状 1069">
                          <a:extLst>
                            <a:ext uri="{FF2B5EF4-FFF2-40B4-BE49-F238E27FC236}">
                              <a16:creationId id="{7022D24D-36DD-8678-BF25-DE2B256E8D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2943" y="2220634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6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2" y="5377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6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befef68-f498-46c1-8da8-c0be7f5547d8" id="1071" name="任意多边形: 形状 1070">
                          <a:extLst>
                            <a:ext uri="{FF2B5EF4-FFF2-40B4-BE49-F238E27FC236}">
                              <a16:creationId id="{0234CE58-6C9C-5FF6-F018-04136A2045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0980" y="2238174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99fe956-5294-4a08-ae96-057caccb5fc6" id="1072" name="任意多边形: 形状 1071">
                          <a:extLst>
                            <a:ext uri="{FF2B5EF4-FFF2-40B4-BE49-F238E27FC236}">
                              <a16:creationId id="{CEF5969E-A35D-AD87-9702-D5B246D9F1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5831" y="2199723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2" y="5378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b39c681-11b4-40d4-9f39-518f67e23eda" id="1073" name="任意多边形: 形状 1072">
                          <a:extLst>
                            <a:ext uri="{FF2B5EF4-FFF2-40B4-BE49-F238E27FC236}">
                              <a16:creationId id="{1D65C74C-60A5-E778-703C-67D4FBBA5C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6543" y="2208429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557e769-8f84-4159-aec1-35713d08bdce" id="1074" name="任意多边形: 形状 1073">
                          <a:extLst>
                            <a:ext uri="{FF2B5EF4-FFF2-40B4-BE49-F238E27FC236}">
                              <a16:creationId id="{A33D271D-71AD-F575-511F-D8174F2BDE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2631" y="2210947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2" y="5378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7a7739b-6b13-4d11-a855-0b6bd1982916" id="1075" name="任意多边形: 形状 1074">
                          <a:extLst>
                            <a:ext uri="{FF2B5EF4-FFF2-40B4-BE49-F238E27FC236}">
                              <a16:creationId id="{67770B5E-7CFF-59B7-16D1-3EB3F2C730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2261" y="2193535"/>
                          <a:ext cx="5036" cy="5041"/>
                        </a:xfrm>
                        <a:custGeom>
                          <a:avLst/>
                          <a:gdLst>
                            <a:gd fmla="*/ 1622 w 5036" name="connsiteX0"/>
                            <a:gd fmla="*/ 171 h 5041" name="connsiteY0"/>
                            <a:gd fmla="*/ 171 w 5036" name="connsiteX1"/>
                            <a:gd fmla="*/ 3414 h 5041" name="connsiteY1"/>
                            <a:gd fmla="*/ 3414 w 5036" name="connsiteX2"/>
                            <a:gd fmla="*/ 4865 h 5041" name="connsiteY2"/>
                            <a:gd fmla="*/ 4866 w 5036" name="connsiteX3"/>
                            <a:gd fmla="*/ 1622 h 5041" name="connsiteY3"/>
                            <a:gd fmla="*/ 1622 w 5036" name="connsiteX4"/>
                            <a:gd fmla="*/ 171 h 504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1" w="5036">
                              <a:moveTo>
                                <a:pt x="1622" y="171"/>
                              </a:moveTo>
                              <a:cubicBezTo>
                                <a:pt x="342" y="641"/>
                                <a:pt x="-341" y="2091"/>
                                <a:pt x="171" y="3414"/>
                              </a:cubicBezTo>
                              <a:cubicBezTo>
                                <a:pt x="683" y="4737"/>
                                <a:pt x="2092" y="5378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6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51d1158-eb50-4d1d-b5f2-7fc440f335bb" id="1076" name="任意多边形: 形状 1075">
                          <a:extLst>
                            <a:ext uri="{FF2B5EF4-FFF2-40B4-BE49-F238E27FC236}">
                              <a16:creationId id="{0FC55A42-BB3E-55F3-FBF2-2D9D5DC7CB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0526" y="2224774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6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2" y="5378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6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45eff46-4af4-4f21-8081-6d0079ae1fe2" id="1077" name="任意多边形: 形状 1076">
                          <a:extLst>
                            <a:ext uri="{FF2B5EF4-FFF2-40B4-BE49-F238E27FC236}">
                              <a16:creationId id="{21E67B33-E9A0-C8B7-4D2D-840B54013B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1778" y="2222128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1" y="4695"/>
                                <a:pt x="2091" y="5378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fe92082-291a-4694-b0f4-a74283e8ad87" id="1078" name="任意多边形: 形状 1077">
                          <a:extLst>
                            <a:ext uri="{FF2B5EF4-FFF2-40B4-BE49-F238E27FC236}">
                              <a16:creationId id="{9F2DBA85-BD7E-17AD-AB05-80036E1CEF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1109" y="2234888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1"/>
                                <a:pt x="-341" y="2091"/>
                                <a:pt x="171" y="3414"/>
                              </a:cubicBezTo>
                              <a:cubicBezTo>
                                <a:pt x="641" y="4695"/>
                                <a:pt x="2091" y="5378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0669733-7608-40a5-ba83-b3d808b81679" id="1079" name="任意多边形: 形状 1078">
                          <a:extLst>
                            <a:ext uri="{FF2B5EF4-FFF2-40B4-BE49-F238E27FC236}">
                              <a16:creationId id="{288C9859-F70D-92CC-5AD6-A1EECFDCA6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4722" y="2157218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1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2" y="5377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14a06a2-0858-4e64-964c-b466f5515c80" id="1080" name="任意多边形: 形状 1079">
                          <a:extLst>
                            <a:ext uri="{FF2B5EF4-FFF2-40B4-BE49-F238E27FC236}">
                              <a16:creationId id="{46ADE8CC-7468-8995-100C-FECDE02CC0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5391" y="2165924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2" y="5377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cbcda6c-1e00-4b84-98d3-c204d88f5c82" id="1081" name="任意多边形: 形状 1080">
                          <a:extLst>
                            <a:ext uri="{FF2B5EF4-FFF2-40B4-BE49-F238E27FC236}">
                              <a16:creationId id="{392E641C-616D-A7D5-AE12-7CCD396543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1521" y="2168484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2" y="5378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4aa5a19-0778-45a4-b635-0aff2a12e007" id="1082" name="任意多边形: 形状 1081">
                          <a:extLst>
                            <a:ext uri="{FF2B5EF4-FFF2-40B4-BE49-F238E27FC236}">
                              <a16:creationId id="{7A5B593D-72A9-1FF5-D440-C4650759F5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1109" y="2151030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1"/>
                                <a:pt x="-341" y="2091"/>
                                <a:pt x="171" y="3414"/>
                              </a:cubicBezTo>
                              <a:cubicBezTo>
                                <a:pt x="641" y="4695"/>
                                <a:pt x="2091" y="5377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839b832-8d6d-4d76-acc5-28e5a4e6c9c5" id="1083" name="任意多边形: 形状 1082">
                          <a:extLst>
                            <a:ext uri="{FF2B5EF4-FFF2-40B4-BE49-F238E27FC236}">
                              <a16:creationId id="{E9694EAE-F08A-2F16-1DB9-E10CB4F457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9374" y="2182269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1"/>
                                <a:pt x="-341" y="2091"/>
                                <a:pt x="171" y="3414"/>
                              </a:cubicBezTo>
                              <a:cubicBezTo>
                                <a:pt x="641" y="4695"/>
                                <a:pt x="2091" y="5377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10589c1-bc25-487f-a54b-10ebe85b125c" id="1084" name="任意多边形: 形状 1083">
                          <a:extLst>
                            <a:ext uri="{FF2B5EF4-FFF2-40B4-BE49-F238E27FC236}">
                              <a16:creationId id="{839EB666-F508-72D9-D4A0-0719A28220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7753" y="2193066"/>
                          <a:ext cx="5041" cy="5036"/>
                        </a:xfrm>
                        <a:custGeom>
                          <a:avLst/>
                          <a:gdLst>
                            <a:gd fmla="*/ 1622 w 5041" name="connsiteX0"/>
                            <a:gd fmla="*/ 171 h 5036" name="connsiteY0"/>
                            <a:gd fmla="*/ 171 w 5041" name="connsiteX1"/>
                            <a:gd fmla="*/ 3414 h 5036" name="connsiteY1"/>
                            <a:gd fmla="*/ 3414 w 5041" name="connsiteX2"/>
                            <a:gd fmla="*/ 4866 h 5036" name="connsiteY2"/>
                            <a:gd fmla="*/ 4866 w 5041" name="connsiteX3"/>
                            <a:gd fmla="*/ 1622 h 5036" name="connsiteY3"/>
                            <a:gd fmla="*/ 1622 w 5041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41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2" y="5378"/>
                                <a:pt x="3414" y="4866"/>
                              </a:cubicBezTo>
                              <a:cubicBezTo>
                                <a:pt x="4738" y="4353"/>
                                <a:pt x="5378" y="2945"/>
                                <a:pt x="4866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333ccb8-3862-4d62-96c2-ce1d77079baf" id="1085" name="任意多边形: 形状 1084">
                          <a:extLst>
                            <a:ext uri="{FF2B5EF4-FFF2-40B4-BE49-F238E27FC236}">
                              <a16:creationId id="{87B68B77-BFD1-1A1F-9BF0-AFFD630542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7297" y="2180903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1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2251676-deaa-4f14-883a-84ff7718a8e4" id="1086" name="任意多边形: 形状 1085">
                          <a:extLst>
                            <a:ext uri="{FF2B5EF4-FFF2-40B4-BE49-F238E27FC236}">
                              <a16:creationId id="{32818E52-534A-6B80-B764-20C0D0D9CF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6995" y="2193407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2" y="5377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63f7bd2-4489-42d1-8daa-aee0e1dd6bfa" id="1087" name="任意多边形: 形状 1086">
                          <a:extLst>
                            <a:ext uri="{FF2B5EF4-FFF2-40B4-BE49-F238E27FC236}">
                              <a16:creationId id="{C1F9B6E1-E59B-4CB6-AEA6-44C6F50F87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7664" y="2202113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2" y="5378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440e7ca-08e1-49c4-9493-41361082cf28" id="1088" name="任意多边形: 形状 1087">
                          <a:extLst>
                            <a:ext uri="{FF2B5EF4-FFF2-40B4-BE49-F238E27FC236}">
                              <a16:creationId id="{42967EA0-62DD-3482-5BF6-7BB37D3569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4833" y="2206039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1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8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ff89b5b-6853-4920-a90b-3b8ee21c4935" id="1089" name="任意多边形: 形状 1088">
                          <a:extLst>
                            <a:ext uri="{FF2B5EF4-FFF2-40B4-BE49-F238E27FC236}">
                              <a16:creationId id="{58645592-76BE-50F2-76D1-172EE4ACB6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3425" y="2187219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6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1" y="4695"/>
                                <a:pt x="2092" y="5378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6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0166994-0410-4cd0-a42f-d83edc34e880" id="1090" name="任意多边形: 形状 1089">
                          <a:extLst>
                            <a:ext uri="{FF2B5EF4-FFF2-40B4-BE49-F238E27FC236}">
                              <a16:creationId id="{15A9C091-344A-D040-0433-EFF5ABE3AD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1647" y="2218458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6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1" y="4695"/>
                                <a:pt x="2092" y="5377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6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db214d2-01e4-4269-b149-bcb8928377bb" id="1091" name="任意多边形: 形状 1090">
                          <a:extLst>
                            <a:ext uri="{FF2B5EF4-FFF2-40B4-BE49-F238E27FC236}">
                              <a16:creationId id="{E86DCB29-9C54-41B9-FDFB-89FF834A12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1577" y="2199552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2" y="5377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c082b2c-c2cf-45eb-bc61-66780a48b4fc" id="1092" name="任意多边形: 形状 1091">
                          <a:extLst>
                            <a:ext uri="{FF2B5EF4-FFF2-40B4-BE49-F238E27FC236}">
                              <a16:creationId id="{45DB7954-7AD1-4BB8-5324-22734D1222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9571" y="2217092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8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0a8519c-f85a-4caf-8a85-09ce07d69a01" id="1093" name="任意多边形: 形状 1092">
                          <a:extLst>
                            <a:ext uri="{FF2B5EF4-FFF2-40B4-BE49-F238E27FC236}">
                              <a16:creationId id="{E8588D17-A528-5144-629B-4E8A468804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7083" y="2251318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1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2afa19b-08a2-42ca-9ca6-cb7a0673ea9e" id="1094" name="任意多边形: 形状 1093">
                          <a:extLst>
                            <a:ext uri="{FF2B5EF4-FFF2-40B4-BE49-F238E27FC236}">
                              <a16:creationId id="{58AFDBD8-4930-F134-C8C0-25F404811F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7752" y="2260024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1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8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1e2160f-950d-455f-b33e-87f9be686952" id="1095" name="任意多边形: 形状 1094">
                          <a:extLst>
                            <a:ext uri="{FF2B5EF4-FFF2-40B4-BE49-F238E27FC236}">
                              <a16:creationId id="{FF1978E4-648F-A3E6-6926-26A49E8C0A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3882" y="2262584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1" y="641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8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626c562-5605-4bf2-87df-11dd1137f2bb" id="1096" name="任意多边形: 形状 1095">
                          <a:extLst>
                            <a:ext uri="{FF2B5EF4-FFF2-40B4-BE49-F238E27FC236}">
                              <a16:creationId id="{6913AC58-49D2-12B0-E7DB-205D062C1D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4082" y="2235907"/>
                          <a:ext cx="5036" cy="5041"/>
                        </a:xfrm>
                        <a:custGeom>
                          <a:avLst/>
                          <a:gdLst>
                            <a:gd fmla="*/ 1622 w 5036" name="connsiteX0"/>
                            <a:gd fmla="*/ 176 h 5041" name="connsiteY0"/>
                            <a:gd fmla="*/ 171 w 5036" name="connsiteX1"/>
                            <a:gd fmla="*/ 3420 h 5041" name="connsiteY1"/>
                            <a:gd fmla="*/ 3414 w 5036" name="connsiteX2"/>
                            <a:gd fmla="*/ 4871 h 5041" name="connsiteY2"/>
                            <a:gd fmla="*/ 4866 w 5036" name="connsiteX3"/>
                            <a:gd fmla="*/ 1627 h 5041" name="connsiteY3"/>
                            <a:gd fmla="*/ 1622 w 5036" name="connsiteX4"/>
                            <a:gd fmla="*/ 176 h 504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1" w="5036">
                              <a:moveTo>
                                <a:pt x="1622" y="176"/>
                              </a:moveTo>
                              <a:cubicBezTo>
                                <a:pt x="342" y="646"/>
                                <a:pt x="-341" y="2097"/>
                                <a:pt x="171" y="3420"/>
                              </a:cubicBezTo>
                              <a:cubicBezTo>
                                <a:pt x="641" y="4700"/>
                                <a:pt x="2092" y="5383"/>
                                <a:pt x="3414" y="4871"/>
                              </a:cubicBezTo>
                              <a:cubicBezTo>
                                <a:pt x="4695" y="4401"/>
                                <a:pt x="5378" y="2950"/>
                                <a:pt x="4866" y="1627"/>
                              </a:cubicBezTo>
                              <a:cubicBezTo>
                                <a:pt x="4354" y="304"/>
                                <a:pt x="2945" y="-336"/>
                                <a:pt x="1622" y="1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33f9a40-aa42-46da-97bd-46adf9cdc1ac" id="1097" name="任意多边形: 形状 1096">
                          <a:extLst>
                            <a:ext uri="{FF2B5EF4-FFF2-40B4-BE49-F238E27FC236}">
                              <a16:creationId id="{78B8A3B8-0A50-4DAB-A35A-3B1072020B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2061" y="2269711"/>
                          <a:ext cx="5036" cy="5041"/>
                        </a:xfrm>
                        <a:custGeom>
                          <a:avLst/>
                          <a:gdLst>
                            <a:gd fmla="*/ 1622 w 5036" name="connsiteX0"/>
                            <a:gd fmla="*/ 171 h 5041" name="connsiteY0"/>
                            <a:gd fmla="*/ 171 w 5036" name="connsiteX1"/>
                            <a:gd fmla="*/ 3414 h 5041" name="connsiteY1"/>
                            <a:gd fmla="*/ 3414 w 5036" name="connsiteX2"/>
                            <a:gd fmla="*/ 4865 h 5041" name="connsiteY2"/>
                            <a:gd fmla="*/ 4865 w 5036" name="connsiteX3"/>
                            <a:gd fmla="*/ 1622 h 5041" name="connsiteY3"/>
                            <a:gd fmla="*/ 1622 w 5036" name="connsiteX4"/>
                            <a:gd fmla="*/ 171 h 504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1" w="5036">
                              <a:moveTo>
                                <a:pt x="1622" y="171"/>
                              </a:moveTo>
                              <a:cubicBezTo>
                                <a:pt x="341" y="640"/>
                                <a:pt x="-341" y="2091"/>
                                <a:pt x="171" y="3414"/>
                              </a:cubicBezTo>
                              <a:cubicBezTo>
                                <a:pt x="683" y="4737"/>
                                <a:pt x="2091" y="5377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be23e2f-bf5c-4e36-891f-810aa6a19b2d" id="1098" name="任意多边形: 形状 1097">
                          <a:extLst>
                            <a:ext uri="{FF2B5EF4-FFF2-40B4-BE49-F238E27FC236}">
                              <a16:creationId id="{43102A62-6FA4-2F77-0480-2F0DD6B96D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1664" y="2257506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6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1" y="4695"/>
                                <a:pt x="2092" y="5377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6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c5b4095-1c5c-4020-9cd8-af71e8616de1" id="1099" name="任意多边形: 形状 1098">
                          <a:extLst>
                            <a:ext uri="{FF2B5EF4-FFF2-40B4-BE49-F238E27FC236}">
                              <a16:creationId id="{9CCE2436-8106-535D-961D-D09036EA61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9658" y="2275003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2" y="5377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978892b-ffdb-4a8c-a5a9-84f3439fec68" id="1100" name="任意多边形: 形状 1099">
                          <a:extLst>
                            <a:ext uri="{FF2B5EF4-FFF2-40B4-BE49-F238E27FC236}">
                              <a16:creationId id="{B7C4E516-D709-C916-A5E3-04E20F4B0F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7878" y="2229553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1" y="641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8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d870142-9248-426c-a97b-7097cbaa3b7f" id="1101" name="任意多边形: 形状 1100">
                          <a:extLst>
                            <a:ext uri="{FF2B5EF4-FFF2-40B4-BE49-F238E27FC236}">
                              <a16:creationId id="{52B2D953-6B4C-C067-32D0-2391B10B47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1676" y="2252257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1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8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772f1c9-4490-405e-8cf8-dc33782f8a32" id="1102" name="任意多边形: 形状 1101">
                          <a:extLst>
                            <a:ext uri="{FF2B5EF4-FFF2-40B4-BE49-F238E27FC236}">
                              <a16:creationId id="{0DD29998-A4EF-B88B-30A7-3A1DEF834B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7949" y="2276065"/>
                          <a:ext cx="5036" cy="5041"/>
                        </a:xfrm>
                        <a:custGeom>
                          <a:avLst/>
                          <a:gdLst>
                            <a:gd fmla="*/ 1622 w 5036" name="connsiteX0"/>
                            <a:gd fmla="*/ 176 h 5041" name="connsiteY0"/>
                            <a:gd fmla="*/ 171 w 5036" name="connsiteX1"/>
                            <a:gd fmla="*/ 3420 h 5041" name="connsiteY1"/>
                            <a:gd fmla="*/ 3414 w 5036" name="connsiteX2"/>
                            <a:gd fmla="*/ 4870 h 5041" name="connsiteY2"/>
                            <a:gd fmla="*/ 4865 w 5036" name="connsiteX3"/>
                            <a:gd fmla="*/ 1627 h 5041" name="connsiteY3"/>
                            <a:gd fmla="*/ 1622 w 5036" name="connsiteX4"/>
                            <a:gd fmla="*/ 176 h 504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1" w="5036">
                              <a:moveTo>
                                <a:pt x="1622" y="176"/>
                              </a:moveTo>
                              <a:cubicBezTo>
                                <a:pt x="342" y="646"/>
                                <a:pt x="-341" y="2097"/>
                                <a:pt x="171" y="3420"/>
                              </a:cubicBezTo>
                              <a:cubicBezTo>
                                <a:pt x="640" y="4700"/>
                                <a:pt x="2091" y="5383"/>
                                <a:pt x="3414" y="4870"/>
                              </a:cubicBezTo>
                              <a:cubicBezTo>
                                <a:pt x="4694" y="4401"/>
                                <a:pt x="5377" y="2950"/>
                                <a:pt x="4865" y="1627"/>
                              </a:cubicBezTo>
                              <a:cubicBezTo>
                                <a:pt x="4353" y="304"/>
                                <a:pt x="2945" y="-336"/>
                                <a:pt x="1622" y="1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ab39a4c-265e-48ec-8a63-0c2755104ff6" id="1103" name="任意多边形: 形状 1102">
                          <a:extLst>
                            <a:ext uri="{FF2B5EF4-FFF2-40B4-BE49-F238E27FC236}">
                              <a16:creationId id="{FC46336F-060E-DF91-9687-E49FA49681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7437" y="2237363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8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f535fe0-e63e-484e-9f93-48424e319078" id="1104" name="任意多边形: 形状 1103">
                          <a:extLst>
                            <a:ext uri="{FF2B5EF4-FFF2-40B4-BE49-F238E27FC236}">
                              <a16:creationId id="{C226CCE9-5E5D-FAEB-AC1B-65AB4C2E0D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4478" y="2245984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b469e90-a7de-4aec-b2be-0213552c438e" id="1105" name="任意多边形: 形状 1104">
                          <a:extLst>
                            <a:ext uri="{FF2B5EF4-FFF2-40B4-BE49-F238E27FC236}">
                              <a16:creationId id="{1334221F-7EB8-1531-C503-71C6A18E3E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5588" y="2249696"/>
                          <a:ext cx="5036" cy="5041"/>
                        </a:xfrm>
                        <a:custGeom>
                          <a:avLst/>
                          <a:gdLst>
                            <a:gd fmla="*/ 1622 w 5036" name="connsiteX0"/>
                            <a:gd fmla="*/ 171 h 5041" name="connsiteY0"/>
                            <a:gd fmla="*/ 171 w 5036" name="connsiteX1"/>
                            <a:gd fmla="*/ 3414 h 5041" name="connsiteY1"/>
                            <a:gd fmla="*/ 3414 w 5036" name="connsiteX2"/>
                            <a:gd fmla="*/ 4865 h 5041" name="connsiteY2"/>
                            <a:gd fmla="*/ 4865 w 5036" name="connsiteX3"/>
                            <a:gd fmla="*/ 1622 h 5041" name="connsiteY3"/>
                            <a:gd fmla="*/ 1622 w 5036" name="connsiteX4"/>
                            <a:gd fmla="*/ 171 h 5041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1" w="5036">
                              <a:moveTo>
                                <a:pt x="1622" y="171"/>
                              </a:moveTo>
                              <a:cubicBezTo>
                                <a:pt x="341" y="640"/>
                                <a:pt x="-341" y="2091"/>
                                <a:pt x="171" y="3414"/>
                              </a:cubicBezTo>
                              <a:cubicBezTo>
                                <a:pt x="683" y="4737"/>
                                <a:pt x="2091" y="5377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6a973bd-0b8b-4c0d-8295-21c3b17d2678" id="1106" name="任意多边形: 形状 1105">
                          <a:extLst>
                            <a:ext uri="{FF2B5EF4-FFF2-40B4-BE49-F238E27FC236}">
                              <a16:creationId id="{DC08A90B-D896-4C75-8279-6F5AB942D1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2531" y="2252086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6ab745e-bc7e-42c0-a588-10191792cb58" id="1107" name="任意多边形: 形状 1106">
                          <a:extLst>
                            <a:ext uri="{FF2B5EF4-FFF2-40B4-BE49-F238E27FC236}">
                              <a16:creationId id="{3F9202A6-AC18-C3F9-727D-26B0CCB73E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2600" y="2154828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6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1" y="4695"/>
                                <a:pt x="2092" y="5377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6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4b96d4c-db71-4fb2-9a82-fb33ed45a67a" id="1108" name="任意多边形: 形状 1107">
                          <a:extLst>
                            <a:ext uri="{FF2B5EF4-FFF2-40B4-BE49-F238E27FC236}">
                              <a16:creationId id="{C2FDC514-F5B2-C7C2-5797-1091642AC0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1448" y="2143988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6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1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2" y="5377"/>
                                <a:pt x="3414" y="4865"/>
                              </a:cubicBezTo>
                              <a:cubicBezTo>
                                <a:pt x="4695" y="4396"/>
                                <a:pt x="5378" y="2945"/>
                                <a:pt x="4866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e8f9454-9a18-4d58-a7be-710d598f1258" id="1109" name="任意多边形: 形状 1108">
                          <a:extLst>
                            <a:ext uri="{FF2B5EF4-FFF2-40B4-BE49-F238E27FC236}">
                              <a16:creationId id="{9644CD3D-A7EC-D21D-85B6-17ECBDC00E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1562" y="2176294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1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e52bd19-3bc8-4c24-a767-68e4549992d0" id="1110" name="任意多边形: 形状 1109">
                          <a:extLst>
                            <a:ext uri="{FF2B5EF4-FFF2-40B4-BE49-F238E27FC236}">
                              <a16:creationId id="{5D7C2EF2-CBE3-DA75-B6D6-FE806F93BC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2559" y="2151755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5328687-3606-48ca-b4a5-74002753c14b" id="1111" name="任意多边形: 形状 1110">
                          <a:extLst>
                            <a:ext uri="{FF2B5EF4-FFF2-40B4-BE49-F238E27FC236}">
                              <a16:creationId id="{53F2D797-66B3-8F55-45B7-CD43FC136A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5432" y="2160333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1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4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70a6348-e03f-4eeb-81e5-b0860f252147" id="1112" name="任意多边形: 形状 1111">
                          <a:extLst>
                            <a:ext uri="{FF2B5EF4-FFF2-40B4-BE49-F238E27FC236}">
                              <a16:creationId id="{D038C0A5-0A8E-D65E-FF8B-C6F133D324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6115" y="2134685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2" y="5377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d29fb2b-11e3-4363-a13c-79fa08aea625" id="1113" name="任意多边形: 形状 1112">
                          <a:extLst>
                            <a:ext uri="{FF2B5EF4-FFF2-40B4-BE49-F238E27FC236}">
                              <a16:creationId id="{364F85EC-7BE2-6B84-062C-F7E8C80688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3355" y="2158968"/>
                          <a:ext cx="5036" cy="5036"/>
                        </a:xfrm>
                        <a:custGeom>
                          <a:avLst/>
                          <a:gdLst>
                            <a:gd fmla="*/ 1622 w 5036" name="connsiteX0"/>
                            <a:gd fmla="*/ 171 h 5036" name="connsiteY0"/>
                            <a:gd fmla="*/ 171 w 5036" name="connsiteX1"/>
                            <a:gd fmla="*/ 3414 h 5036" name="connsiteY1"/>
                            <a:gd fmla="*/ 3414 w 5036" name="connsiteX2"/>
                            <a:gd fmla="*/ 4865 h 5036" name="connsiteY2"/>
                            <a:gd fmla="*/ 4865 w 5036" name="connsiteX3"/>
                            <a:gd fmla="*/ 1622 h 5036" name="connsiteY3"/>
                            <a:gd fmla="*/ 1622 w 5036" name="connsiteX4"/>
                            <a:gd fmla="*/ 171 h 503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6" w="5036">
                              <a:moveTo>
                                <a:pt x="1622" y="171"/>
                              </a:moveTo>
                              <a:cubicBezTo>
                                <a:pt x="342" y="640"/>
                                <a:pt x="-341" y="2091"/>
                                <a:pt x="171" y="3414"/>
                              </a:cubicBezTo>
                              <a:cubicBezTo>
                                <a:pt x="640" y="4695"/>
                                <a:pt x="2091" y="5377"/>
                                <a:pt x="3414" y="4865"/>
                              </a:cubicBezTo>
                              <a:cubicBezTo>
                                <a:pt x="4695" y="4396"/>
                                <a:pt x="5377" y="2945"/>
                                <a:pt x="4865" y="1622"/>
                              </a:cubicBezTo>
                              <a:cubicBezTo>
                                <a:pt x="4396" y="342"/>
                                <a:pt x="2945" y="-341"/>
                                <a:pt x="1622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adbbf899-44d3-4ee8-80e3-cc8ddeda7e82" id="773" name="图形 6643">
                        <a:extLst>
                          <a:ext uri="{FF2B5EF4-FFF2-40B4-BE49-F238E27FC236}">
                            <a16:creationId id="{5A009190-5880-06C9-7890-885687C77F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13341" y="2134401"/>
                        <a:ext cx="149122" cy="116262"/>
                        <a:chOff x="7713341" y="2134401"/>
                        <a:chExt cx="149122" cy="116262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c3562d9a-eab0-4c41-9dad-1387aa0db53b" id="1002" name="任意多边形: 形状 1001">
                          <a:extLst>
                            <a:ext uri="{FF2B5EF4-FFF2-40B4-BE49-F238E27FC236}">
                              <a16:creationId id="{AB6FF593-CB38-3319-E553-2CC47E5A47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4141" y="2176736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ab9cf0d-9618-4e14-9ee1-58b4b4c8efa3" id="1003" name="任意多边形: 形状 1002">
                          <a:extLst>
                            <a:ext uri="{FF2B5EF4-FFF2-40B4-BE49-F238E27FC236}">
                              <a16:creationId id="{6C63C33E-A794-33EF-C15B-D1D74A4839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7953" y="2189069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5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7" y="-14"/>
                                <a:pt x="2290" y="-356"/>
                                <a:pt x="1138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1" y="5021"/>
                                <a:pt x="2717" y="5363"/>
                                <a:pt x="3869" y="4595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9a880a7-ede4-46c8-8ed7-ed018f2f072e" id="1004" name="任意多边形: 形状 1003">
                          <a:extLst>
                            <a:ext uri="{FF2B5EF4-FFF2-40B4-BE49-F238E27FC236}">
                              <a16:creationId id="{7E97850F-C076-79C5-243C-92A1FEB74E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2491" y="2176010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4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98b97d2-3cfa-4451-8c9c-63d16f60f027" id="1005" name="任意多边形: 形状 1004">
                          <a:extLst>
                            <a:ext uri="{FF2B5EF4-FFF2-40B4-BE49-F238E27FC236}">
                              <a16:creationId id="{5AFA3602-E909-B0AC-5BDA-47BAD62103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3701" y="2191501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4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e38f16b-6a6b-4278-aef2-83a31124073c" id="1006" name="任意多边形: 形状 1005">
                          <a:extLst>
                            <a:ext uri="{FF2B5EF4-FFF2-40B4-BE49-F238E27FC236}">
                              <a16:creationId id="{0D99E9BE-B4B6-0E2D-F21A-5BD2C22AE2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0670" y="2186679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4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526b188-1529-4f4a-8910-e3408218c033" id="1007" name="任意多边形: 形状 1006">
                          <a:extLst>
                            <a:ext uri="{FF2B5EF4-FFF2-40B4-BE49-F238E27FC236}">
                              <a16:creationId id="{A169B18A-BD47-87D8-6881-464E85BE44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3373" y="2202085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7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5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7" y="412"/>
                              </a:cubicBezTo>
                              <a:cubicBezTo>
                                <a:pt x="-14" y="1181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5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0888dce-7730-4392-b0d2-30d080b48396" id="1008" name="任意多边形: 形状 1007">
                          <a:extLst>
                            <a:ext uri="{FF2B5EF4-FFF2-40B4-BE49-F238E27FC236}">
                              <a16:creationId id="{661F8D0D-A2C9-244C-AE41-76F4B855E4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5834" y="2203877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7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7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6" y="5363"/>
                                <a:pt x="3869" y="4594"/>
                              </a:cubicBezTo>
                              <a:cubicBezTo>
                                <a:pt x="5021" y="3826"/>
                                <a:pt x="5362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96ec0a2-fb72-4da9-a3a8-980b2628b079" id="1009" name="任意多边形: 形状 1008">
                          <a:extLst>
                            <a:ext uri="{FF2B5EF4-FFF2-40B4-BE49-F238E27FC236}">
                              <a16:creationId id="{4204707E-67D5-7474-A7C6-718816B1C9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5733" y="2182070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192532b-7325-4b66-b0b3-639afa94608a" id="1010" name="任意多边形: 形状 1009">
                          <a:extLst>
                            <a:ext uri="{FF2B5EF4-FFF2-40B4-BE49-F238E27FC236}">
                              <a16:creationId id="{F1C30372-F7B9-1792-1CD2-B0033E859D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9503" y="2194361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5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5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3f8fa5f-ef6e-4396-9d5a-a245e717f7cf" id="1011" name="任意多边形: 形状 1010">
                          <a:extLst>
                            <a:ext uri="{FF2B5EF4-FFF2-40B4-BE49-F238E27FC236}">
                              <a16:creationId id="{F75F8B4D-7773-E4CF-1A59-562D488FE5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4083" y="2181345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4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894c631-c617-46fb-bb33-bfe7d916bea5" id="1012" name="任意多边形: 形状 1011">
                          <a:extLst>
                            <a:ext uri="{FF2B5EF4-FFF2-40B4-BE49-F238E27FC236}">
                              <a16:creationId id="{6034BD82-0DBD-8C7D-2A50-7233E4BE59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5293" y="2196793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5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5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5ef8777-1849-4d03-8952-20b9486a3314" id="1013" name="任意多边形: 形状 1012">
                          <a:extLst>
                            <a:ext uri="{FF2B5EF4-FFF2-40B4-BE49-F238E27FC236}">
                              <a16:creationId id="{2E46D63B-D1F3-1BA5-5FB7-A67BE7880F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2262" y="2191971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5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5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48602d8-a977-4a5b-980e-1397df44351f" id="1014" name="任意多边形: 形状 1013">
                          <a:extLst>
                            <a:ext uri="{FF2B5EF4-FFF2-40B4-BE49-F238E27FC236}">
                              <a16:creationId id="{CD78AC3B-6148-38B3-8AD4-EAD8C25E39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4965" y="2207377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7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7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5e87686-1af0-429e-aec0-873af25feb31" id="1015" name="任意多边形: 形状 1014">
                          <a:extLst>
                            <a:ext uri="{FF2B5EF4-FFF2-40B4-BE49-F238E27FC236}">
                              <a16:creationId id="{C1BD376D-8E29-2F21-61D3-8C80B9E40B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7425" y="2209212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7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7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6" y="5363"/>
                                <a:pt x="3869" y="4594"/>
                              </a:cubicBezTo>
                              <a:cubicBezTo>
                                <a:pt x="5021" y="3826"/>
                                <a:pt x="5362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e4089c9-0b05-44dc-bdb7-abb3f467c924" id="1016" name="任意多边形: 形状 1015">
                          <a:extLst>
                            <a:ext uri="{FF2B5EF4-FFF2-40B4-BE49-F238E27FC236}">
                              <a16:creationId id="{F8FB3896-52C0-AA61-B560-71A44ED935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8138" y="2215528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4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2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fb4afc2-8668-4f4a-959e-1a9293a3b5e5" id="1017" name="任意多边形: 形状 1016">
                          <a:extLst>
                            <a:ext uri="{FF2B5EF4-FFF2-40B4-BE49-F238E27FC236}">
                              <a16:creationId id="{16D7A9E1-834B-76CD-9A09-D0E2C51635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1907" y="2227819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4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2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4ad8c01-bbe7-4dd7-8abf-3422f8a9e838" id="1018" name="任意多边形: 形状 1017">
                          <a:extLst>
                            <a:ext uri="{FF2B5EF4-FFF2-40B4-BE49-F238E27FC236}">
                              <a16:creationId id="{64AE5E0D-B042-2EA8-33CD-A483DFE58A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6488" y="2214802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3e1b9fe-25d6-465f-a65b-c3394fdd462d" id="1019" name="任意多边形: 形状 1018">
                          <a:extLst>
                            <a:ext uri="{FF2B5EF4-FFF2-40B4-BE49-F238E27FC236}">
                              <a16:creationId id="{F8E5C7BB-26EB-9705-AD47-16C9038599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7697" y="2230251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7db155a-6069-4e92-866a-acee6272fdd3" id="1020" name="任意多边形: 形状 1019">
                          <a:extLst>
                            <a:ext uri="{FF2B5EF4-FFF2-40B4-BE49-F238E27FC236}">
                              <a16:creationId id="{ED06853D-38A9-43BE-B209-8DEC5680E6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4666" y="2225429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59a7458-ddb7-4565-b835-1df2fe8754f9" id="1021" name="任意多边形: 形状 1020">
                          <a:extLst>
                            <a:ext uri="{FF2B5EF4-FFF2-40B4-BE49-F238E27FC236}">
                              <a16:creationId id="{641DFFF1-07DD-4B20-F8A0-288CB888E9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1751" y="2245657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4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2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144d036-dcce-42b4-b10f-6c568b914434" id="1022" name="任意多边形: 形状 1021">
                          <a:extLst>
                            <a:ext uri="{FF2B5EF4-FFF2-40B4-BE49-F238E27FC236}">
                              <a16:creationId id="{1D900CF3-B1C2-7F5F-7E7E-88BDF11AF3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7027" y="2237933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7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4"/>
                                <a:pt x="2290" y="-356"/>
                                <a:pt x="1137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6" y="5362"/>
                                <a:pt x="3869" y="4594"/>
                              </a:cubicBezTo>
                              <a:cubicBezTo>
                                <a:pt x="5021" y="3826"/>
                                <a:pt x="5362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2b4f8f9-5217-408f-9e59-2c15492adbca" id="1023" name="任意多边形: 形状 1022">
                          <a:extLst>
                            <a:ext uri="{FF2B5EF4-FFF2-40B4-BE49-F238E27FC236}">
                              <a16:creationId id="{1C6785E1-5EEF-CA03-C76C-F4DC44EDEC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9405" y="2205371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7" y="-14"/>
                                <a:pt x="2290" y="-356"/>
                                <a:pt x="1138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1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d1743a5-3e0d-408b-a13b-d4c2b0d33489" id="1024" name="任意多边形: 形状 1023">
                          <a:extLst>
                            <a:ext uri="{FF2B5EF4-FFF2-40B4-BE49-F238E27FC236}">
                              <a16:creationId id="{BA810BEE-A715-6FA6-F8B8-822E218FEA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3175" y="2217662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7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4"/>
                                <a:pt x="2290" y="-356"/>
                                <a:pt x="1137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6" y="5362"/>
                                <a:pt x="3869" y="4594"/>
                              </a:cubicBezTo>
                              <a:cubicBezTo>
                                <a:pt x="5021" y="3826"/>
                                <a:pt x="5362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ecad92f-cc5f-4f9a-8d85-caacca54b6dc" id="1025" name="任意多边形: 形状 1024">
                          <a:extLst>
                            <a:ext uri="{FF2B5EF4-FFF2-40B4-BE49-F238E27FC236}">
                              <a16:creationId id="{CCC1DB18-257B-4282-5293-FD99F66E6F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7755" y="2204646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d39e92a-985a-4c30-8acb-aa205ff6d2af" id="1026" name="任意多边形: 形状 1025">
                          <a:extLst>
                            <a:ext uri="{FF2B5EF4-FFF2-40B4-BE49-F238E27FC236}">
                              <a16:creationId id="{4896CA7C-A319-1B18-E75B-169CD16CBD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8965" y="2220094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62c0b40-379b-40f3-8e78-d6979620254e" id="1027" name="任意多边形: 形状 1026">
                          <a:extLst>
                            <a:ext uri="{FF2B5EF4-FFF2-40B4-BE49-F238E27FC236}">
                              <a16:creationId id="{3BFA1068-624C-FDC1-0000-935AD7F0DE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5934" y="2215272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7" y="-14"/>
                                <a:pt x="2290" y="-356"/>
                                <a:pt x="1138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1" y="5021"/>
                                <a:pt x="2717" y="5362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cd68ef3-dfd9-40c9-bf97-a405d9db898f" id="1028" name="任意多边形: 形状 1027">
                          <a:extLst>
                            <a:ext uri="{FF2B5EF4-FFF2-40B4-BE49-F238E27FC236}">
                              <a16:creationId id="{33FEEC5B-6748-1AC7-08C5-6A849210E0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1410" y="2245316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5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5"/>
                              </a:cubicBezTo>
                              <a:cubicBezTo>
                                <a:pt x="5021" y="3826"/>
                                <a:pt x="5362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2b604d8-2e35-4ccc-bc2f-b37b2d856610" id="1029" name="任意多边形: 形状 1028">
                          <a:extLst>
                            <a:ext uri="{FF2B5EF4-FFF2-40B4-BE49-F238E27FC236}">
                              <a16:creationId id="{2D6D1A4C-C021-E9D3-7B09-E82D4CC446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1098" y="2232513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5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5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761453a-1ad9-4fc1-8c4d-10357f7412a0" id="1030" name="任意多边形: 形状 1029">
                          <a:extLst>
                            <a:ext uri="{FF2B5EF4-FFF2-40B4-BE49-F238E27FC236}">
                              <a16:creationId id="{F0E69024-AB6D-D64A-3D3E-D075942578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9646" y="2146905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1304bf8-71fb-474c-9c91-c8559dde3343" id="1031" name="任意多边形: 形状 1030">
                          <a:extLst>
                            <a:ext uri="{FF2B5EF4-FFF2-40B4-BE49-F238E27FC236}">
                              <a16:creationId id="{5CD263F1-D781-41C4-A605-56F71C46D6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3415" y="2159196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7" y="-14"/>
                                <a:pt x="2290" y="-356"/>
                                <a:pt x="1138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1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0732f9a-0751-4819-8be2-ec30ac6c51c8" id="1032" name="任意多边形: 形状 1031">
                          <a:extLst>
                            <a:ext uri="{FF2B5EF4-FFF2-40B4-BE49-F238E27FC236}">
                              <a16:creationId id="{ABF2F56C-0B38-8777-A0A8-69835C3929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4752" y="2137730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4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61ef5dd-a2fc-426b-9d00-dcaeced5a002" id="1033" name="任意多边形: 形状 1032">
                          <a:extLst>
                            <a:ext uri="{FF2B5EF4-FFF2-40B4-BE49-F238E27FC236}">
                              <a16:creationId id="{1EC014B7-01C0-D74E-C175-62C7D8D694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9162" y="2161628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86374e8-849f-4ff1-83bc-125a7fe4dfc0" id="1034" name="任意多边形: 形状 1033">
                          <a:extLst>
                            <a:ext uri="{FF2B5EF4-FFF2-40B4-BE49-F238E27FC236}">
                              <a16:creationId id="{CE1C71C0-D02D-D710-965A-C86C452CE4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6174" y="2156806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4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5f7ee8b-3c0c-43d6-8b64-4ec0c35da4e8" id="1035" name="任意多边形: 形状 1034">
                          <a:extLst>
                            <a:ext uri="{FF2B5EF4-FFF2-40B4-BE49-F238E27FC236}">
                              <a16:creationId id="{7291D703-B6E0-91FA-0377-56916C01EE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8835" y="2172212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7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7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d180725-af32-47bd-8187-8593aa522da8" id="1036" name="任意多边形: 形状 1035">
                          <a:extLst>
                            <a:ext uri="{FF2B5EF4-FFF2-40B4-BE49-F238E27FC236}">
                              <a16:creationId id="{FA26EC68-3FF9-1C9D-6C60-246E97E166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1295" y="2174047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7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7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6" y="5363"/>
                                <a:pt x="3869" y="4594"/>
                              </a:cubicBezTo>
                              <a:cubicBezTo>
                                <a:pt x="5021" y="3826"/>
                                <a:pt x="5362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c818b97-a858-4c29-9cf6-73ce328542fa" id="1037" name="任意多边形: 形状 1036">
                          <a:extLst>
                            <a:ext uri="{FF2B5EF4-FFF2-40B4-BE49-F238E27FC236}">
                              <a16:creationId id="{A9491148-0F64-A099-9535-236459B7D1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5860" y="2217960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c844c54-b360-47e4-b107-579b9fd67b50" id="1038" name="任意多边形: 形状 1037">
                          <a:extLst>
                            <a:ext uri="{FF2B5EF4-FFF2-40B4-BE49-F238E27FC236}">
                              <a16:creationId id="{0DE1D741-5840-0F27-3B1E-2529364C52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9630" y="2230251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2798979-64bd-40fb-b86b-b65077256479" id="1039" name="任意多边形: 形状 1038">
                          <a:extLst>
                            <a:ext uri="{FF2B5EF4-FFF2-40B4-BE49-F238E27FC236}">
                              <a16:creationId id="{112E8205-00F7-B3C3-DCD3-C6D42388B7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4167" y="2217235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a3fb5af-b413-4c9b-aac6-8bb2f36664b3" id="1040" name="任意多边形: 形状 1039">
                          <a:extLst>
                            <a:ext uri="{FF2B5EF4-FFF2-40B4-BE49-F238E27FC236}">
                              <a16:creationId id="{5BA4D53C-06D7-3E94-5B83-9D6C4F69F7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2376" y="2221502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0fb0d46-0424-4f47-b2b1-219720e752d3" id="1041" name="任意多边形: 形状 1040">
                          <a:extLst>
                            <a:ext uri="{FF2B5EF4-FFF2-40B4-BE49-F238E27FC236}">
                              <a16:creationId id="{22EDB618-1F16-0E76-7BD8-F3409DC0E0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4693" y="2207163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5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5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795fda2-c794-461b-ba79-7848a92093b2" id="1042" name="任意多边形: 形状 1041">
                          <a:extLst>
                            <a:ext uri="{FF2B5EF4-FFF2-40B4-BE49-F238E27FC236}">
                              <a16:creationId id="{0593E4AC-6198-2849-6F66-19ACFDE5AD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5049" y="2243267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7" y="-14"/>
                                <a:pt x="2290" y="-356"/>
                                <a:pt x="1138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2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9952356-0ba7-4a77-9859-37f9c00fdcfc" id="1043" name="任意多边形: 形状 1042">
                          <a:extLst>
                            <a:ext uri="{FF2B5EF4-FFF2-40B4-BE49-F238E27FC236}">
                              <a16:creationId id="{F3090B78-D824-CE4D-D99F-412493D8F2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7510" y="2245059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7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5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7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6" y="5363"/>
                                <a:pt x="3869" y="4595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5584c2d-78d8-45c4-a17c-bc6afeaa64f2" id="1044" name="任意多边形: 形状 1043">
                          <a:extLst>
                            <a:ext uri="{FF2B5EF4-FFF2-40B4-BE49-F238E27FC236}">
                              <a16:creationId id="{0BF7BD5B-8CCC-7309-700F-5422FEF23A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6657" y="2165256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4281db9-ac7d-4b0e-8cc4-1bf1c944370b" id="1045" name="任意多边形: 形状 1044">
                          <a:extLst>
                            <a:ext uri="{FF2B5EF4-FFF2-40B4-BE49-F238E27FC236}">
                              <a16:creationId id="{00EBE992-D0EE-0D32-1AE5-51446CF83E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5277" y="2173791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ba19d77-1a0e-4374-8668-6d163bce48a5" id="1046" name="任意多边形: 形状 1045">
                          <a:extLst>
                            <a:ext uri="{FF2B5EF4-FFF2-40B4-BE49-F238E27FC236}">
                              <a16:creationId id="{11FBA5E5-2087-A4C4-5B0F-0CD519CB0C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3341" y="2185015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5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5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1925092-1186-403e-8ccf-8622d6745613" id="1047" name="任意多边形: 形状 1046">
                          <a:extLst>
                            <a:ext uri="{FF2B5EF4-FFF2-40B4-BE49-F238E27FC236}">
                              <a16:creationId id="{71F40EB9-D089-4E99-17A6-E71C07EDCE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1024" y="2176223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7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7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6" y="5363"/>
                                <a:pt x="3869" y="4594"/>
                              </a:cubicBezTo>
                              <a:cubicBezTo>
                                <a:pt x="5021" y="3826"/>
                                <a:pt x="5362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1a7d2bf-939e-4eb4-a67c-00a5cba6c377" id="1048" name="任意多边形: 形状 1047">
                          <a:extLst>
                            <a:ext uri="{FF2B5EF4-FFF2-40B4-BE49-F238E27FC236}">
                              <a16:creationId id="{8EAAB28E-49E8-A114-7BDC-CB50277A7D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7752" y="2155654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2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d596fd9-1f8e-488d-aba0-adcbe1891497" id="1049" name="任意多边形: 形状 1048">
                          <a:extLst>
                            <a:ext uri="{FF2B5EF4-FFF2-40B4-BE49-F238E27FC236}">
                              <a16:creationId id="{01C4BE3A-EE40-1F17-72CA-AFE91532E4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0739" y="2186807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7" y="-15"/>
                                <a:pt x="2290" y="-356"/>
                                <a:pt x="1138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1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bd9b33a-a2ea-4321-865b-e91cfddbbc17" id="1050" name="任意多边形: 形状 1049">
                          <a:extLst>
                            <a:ext uri="{FF2B5EF4-FFF2-40B4-BE49-F238E27FC236}">
                              <a16:creationId id="{A0791291-D1DC-A445-B215-F676B74295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2019" y="2203877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2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76e700d-bf9f-4e22-9095-b7de15491011" id="1051" name="任意多边形: 形状 1050">
                          <a:extLst>
                            <a:ext uri="{FF2B5EF4-FFF2-40B4-BE49-F238E27FC236}">
                              <a16:creationId id="{90B79ADF-304A-DC15-6C7F-F914FFBA35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6389" y="2134401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4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5556e8d-b25c-40db-b7d4-dc6bcc3eb051" id="1052" name="任意多边形: 形状 1051">
                          <a:extLst>
                            <a:ext uri="{FF2B5EF4-FFF2-40B4-BE49-F238E27FC236}">
                              <a16:creationId id="{37E9CF0E-9511-D4E0-A6D4-562C348AAC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3161" y="2160305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7" y="-15"/>
                                <a:pt x="2290" y="-356"/>
                                <a:pt x="1138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1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6f1b0e9-c366-46ed-9891-18727a5f5341" id="1053" name="任意多边形: 形状 1052">
                          <a:extLst>
                            <a:ext uri="{FF2B5EF4-FFF2-40B4-BE49-F238E27FC236}">
                              <a16:creationId id="{48EDD44B-98FA-70DE-C017-FE133E6A70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7356" y="2147716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4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8b451ca-1f80-414b-8387-92bb3122a622" id="1054" name="任意多边形: 形状 1053">
                          <a:extLst>
                            <a:ext uri="{FF2B5EF4-FFF2-40B4-BE49-F238E27FC236}">
                              <a16:creationId id="{8C1DD761-FBCA-5238-DB6C-B8B920F823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2179" y="2192312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7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4"/>
                                <a:pt x="2290" y="-356"/>
                                <a:pt x="1137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2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e0d5f97-b780-49bc-896f-277ad9b17883" id="1055" name="任意多边形: 形状 1054">
                          <a:extLst>
                            <a:ext uri="{FF2B5EF4-FFF2-40B4-BE49-F238E27FC236}">
                              <a16:creationId id="{F29A70AA-9381-5D1B-B470-59E8D91355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5877" y="2157916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5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1138"/>
                              </a:moveTo>
                              <a:cubicBezTo>
                                <a:pt x="3826" y="-15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5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66bfb79-4ffb-4a6c-ae65-83f9ce1da24b" id="1056" name="任意多边形: 形状 1055">
                          <a:extLst>
                            <a:ext uri="{FF2B5EF4-FFF2-40B4-BE49-F238E27FC236}">
                              <a16:creationId id="{572777E0-F483-0F42-589C-6940B7A863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57457" y="2182411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8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4"/>
                                <a:pt x="2290" y="-356"/>
                                <a:pt x="1138" y="412"/>
                              </a:cubicBezTo>
                              <a:cubicBezTo>
                                <a:pt x="-15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7" y="5363"/>
                                <a:pt x="3869" y="4594"/>
                              </a:cubicBezTo>
                              <a:cubicBezTo>
                                <a:pt x="5021" y="3826"/>
                                <a:pt x="5363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4d673a2-bf1a-4a09-809c-6532ddb503ac" id="1057" name="任意多边形: 形状 1056">
                          <a:extLst>
                            <a:ext uri="{FF2B5EF4-FFF2-40B4-BE49-F238E27FC236}">
                              <a16:creationId id="{D0D9032C-2868-6929-A69A-04F41C83A8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1041" y="2175114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1138 h 5006" name="connsiteY0"/>
                            <a:gd fmla="*/ 1137 w 5006" name="connsiteX1"/>
                            <a:gd fmla="*/ 412 h 5006" name="connsiteY1"/>
                            <a:gd fmla="*/ 412 w 5006" name="connsiteX2"/>
                            <a:gd fmla="*/ 3869 h 5006" name="connsiteY2"/>
                            <a:gd fmla="*/ 3869 w 5006" name="connsiteX3"/>
                            <a:gd fmla="*/ 4594 h 5006" name="connsiteY3"/>
                            <a:gd fmla="*/ 4594 w 5006" name="connsiteX4"/>
                            <a:gd fmla="*/ 1138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1138"/>
                              </a:moveTo>
                              <a:cubicBezTo>
                                <a:pt x="3826" y="-15"/>
                                <a:pt x="2290" y="-356"/>
                                <a:pt x="1137" y="412"/>
                              </a:cubicBezTo>
                              <a:cubicBezTo>
                                <a:pt x="-14" y="1180"/>
                                <a:pt x="-356" y="2717"/>
                                <a:pt x="412" y="3869"/>
                              </a:cubicBezTo>
                              <a:cubicBezTo>
                                <a:pt x="1180" y="5021"/>
                                <a:pt x="2716" y="5363"/>
                                <a:pt x="3869" y="4594"/>
                              </a:cubicBezTo>
                              <a:cubicBezTo>
                                <a:pt x="5021" y="3826"/>
                                <a:pt x="5362" y="2290"/>
                                <a:pt x="4594" y="11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c9a1c1a0-e7d1-4d05-b9d5-3e77cd424735" id="774" name="图形 6643">
                        <a:extLst>
                          <a:ext uri="{FF2B5EF4-FFF2-40B4-BE49-F238E27FC236}">
                            <a16:creationId id="{584297C7-7431-CF7E-E771-C68F9FFEB70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71318" y="2109587"/>
                        <a:ext cx="119203" cy="148990"/>
                        <a:chOff x="7771318" y="2109587"/>
                        <a:chExt cx="119203" cy="148990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2d282508-141a-4e81-8bdf-c9148f4056cd" id="946" name="任意多边形: 形状 945">
                          <a:extLst>
                            <a:ext uri="{FF2B5EF4-FFF2-40B4-BE49-F238E27FC236}">
                              <a16:creationId id="{D64B3A66-CD4E-0938-EE61-16F3FEED20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9827" y="2218581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3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ce00d45-b708-4450-ae4b-7e1143d4bd59" id="947" name="任意多边形: 形状 946">
                          <a:extLst>
                            <a:ext uri="{FF2B5EF4-FFF2-40B4-BE49-F238E27FC236}">
                              <a16:creationId id="{ED3150B9-55C2-D606-67E7-3BD9AB77A9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2145" y="2207101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3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bbd769a-694d-437d-ae99-c83d19054383" id="948" name="任意多边形: 形状 947">
                          <a:extLst>
                            <a:ext uri="{FF2B5EF4-FFF2-40B4-BE49-F238E27FC236}">
                              <a16:creationId id="{6CA8787C-00B5-2029-9049-CF9CB9DF4C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6143" y="2208723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3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69113bd-5586-4239-87fd-64f4ccddf2c1" id="949" name="任意多边形: 形状 948">
                          <a:extLst>
                            <a:ext uri="{FF2B5EF4-FFF2-40B4-BE49-F238E27FC236}">
                              <a16:creationId id="{A92B0323-16FB-71A1-AD87-2AB1BE3931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2245" y="2219691"/>
                          <a:ext cx="5045" cy="5002"/>
                        </a:xfrm>
                        <a:custGeom>
                          <a:avLst/>
                          <a:gdLst>
                            <a:gd fmla="*/ 2693 w 5045" name="connsiteX0"/>
                            <a:gd fmla="*/ 4998 h 5002" name="connsiteY0"/>
                            <a:gd fmla="*/ 5040 w 5045" name="connsiteX1"/>
                            <a:gd fmla="*/ 2352 h 5002" name="connsiteY1"/>
                            <a:gd fmla="*/ 2352 w 5045" name="connsiteX2"/>
                            <a:gd fmla="*/ 5 h 5002" name="connsiteY2"/>
                            <a:gd fmla="*/ 5 w 5045" name="connsiteX3"/>
                            <a:gd fmla="*/ 2651 h 5002" name="connsiteY3"/>
                            <a:gd fmla="*/ 2651 w 5045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45">
                              <a:moveTo>
                                <a:pt x="2693" y="4998"/>
                              </a:moveTo>
                              <a:cubicBezTo>
                                <a:pt x="4059" y="4913"/>
                                <a:pt x="5126" y="3718"/>
                                <a:pt x="5040" y="2352"/>
                              </a:cubicBez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28c4442-b98a-4e29-90fe-46823a504b4d" id="950" name="任意多边形: 形状 949">
                          <a:extLst>
                            <a:ext uri="{FF2B5EF4-FFF2-40B4-BE49-F238E27FC236}">
                              <a16:creationId id="{0D4685D0-35F6-CF6D-DA0C-365063BC63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2643" y="2193232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3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6ebb7c3-e353-45f9-bc4f-a9e358c96bca" id="951" name="任意多边形: 形状 950">
                          <a:extLst>
                            <a:ext uri="{FF2B5EF4-FFF2-40B4-BE49-F238E27FC236}">
                              <a16:creationId id="{7079DC2F-02E4-DB6D-779B-7DBFCC32CA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8105" y="2205522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3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9607415-f061-4fca-98ef-bb46d0b701a2" id="952" name="任意多边形: 形状 951">
                          <a:extLst>
                            <a:ext uri="{FF2B5EF4-FFF2-40B4-BE49-F238E27FC236}">
                              <a16:creationId id="{740F3443-3727-A584-D255-40961D4478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5104" y="2189306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9f202e8-cdf8-42bc-a5dd-a1267b0dfdab" id="953" name="任意多边形: 形状 952">
                          <a:extLst>
                            <a:ext uri="{FF2B5EF4-FFF2-40B4-BE49-F238E27FC236}">
                              <a16:creationId id="{DCFAD843-080B-33D6-8422-E4F918153F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3910" y="2182435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b081575-7013-435f-bc29-322095ad8199" id="954" name="任意多边形: 形状 953">
                          <a:extLst>
                            <a:ext uri="{FF2B5EF4-FFF2-40B4-BE49-F238E27FC236}">
                              <a16:creationId id="{C8C7CC69-24A0-6ADD-C646-F116D98486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6228" y="2170998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87a832c-0528-448a-b849-1459f0195624" id="955" name="任意多边形: 形状 954">
                          <a:extLst>
                            <a:ext uri="{FF2B5EF4-FFF2-40B4-BE49-F238E27FC236}">
                              <a16:creationId id="{08D056AF-82C6-9EA1-7CDD-61D51294D1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50268" y="2172619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da30548-92d9-4bb5-9301-ca55e29936ae" id="956" name="任意多边形: 形状 955">
                          <a:extLst>
                            <a:ext uri="{FF2B5EF4-FFF2-40B4-BE49-F238E27FC236}">
                              <a16:creationId id="{38D741EF-1094-3087-53D0-16C856C536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6413" y="2183544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3a5c786-1f28-4aab-adb6-96e6ef5dd846" id="957" name="任意多边形: 形状 956">
                          <a:extLst>
                            <a:ext uri="{FF2B5EF4-FFF2-40B4-BE49-F238E27FC236}">
                              <a16:creationId id="{9495B522-FE94-3026-EDCF-70D171164A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6726" y="2157085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ec5d462-bbc1-447b-8902-b5abb3df9743" id="958" name="任意多边形: 形状 957">
                          <a:extLst>
                            <a:ext uri="{FF2B5EF4-FFF2-40B4-BE49-F238E27FC236}">
                              <a16:creationId id="{BE1599AE-434B-62BC-9933-90837C7855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2231" y="2169376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b24ad6c-81e3-45f0-9c15-5653695baea8" id="959" name="任意多边形: 形状 958">
                          <a:extLst>
                            <a:ext uri="{FF2B5EF4-FFF2-40B4-BE49-F238E27FC236}">
                              <a16:creationId id="{D1DEB118-7B61-127A-CE24-A4A77B7906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9187" y="2153202"/>
                          <a:ext cx="5002" cy="5045"/>
                        </a:xfrm>
                        <a:custGeom>
                          <a:avLst/>
                          <a:gdLst>
                            <a:gd fmla="*/ 2651 w 5002" name="connsiteX0"/>
                            <a:gd fmla="*/ 4998 h 5045" name="connsiteY0"/>
                            <a:gd fmla="*/ 4998 w 5002" name="connsiteX1"/>
                            <a:gd fmla="*/ 2352 h 5045" name="connsiteY1"/>
                            <a:gd fmla="*/ 2352 w 5002" name="connsiteX2"/>
                            <a:gd fmla="*/ 5 h 5045" name="connsiteY2"/>
                            <a:gd fmla="*/ 5 w 5002" name="connsiteX3"/>
                            <a:gd fmla="*/ 2693 h 5045" name="connsiteY3"/>
                            <a:gd fmla="*/ 2651 w 5002" name="connsiteX4"/>
                            <a:gd fmla="*/ 504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02">
                              <a:moveTo>
                                <a:pt x="2651" y="4998"/>
                              </a:moveTo>
                              <a:cubicBezTo>
                                <a:pt x="4016" y="4913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51" y="50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3e1c7ad-b696-4eb5-a1c7-e8a890b141c8" id="960" name="任意多边形: 形状 959">
                          <a:extLst>
                            <a:ext uri="{FF2B5EF4-FFF2-40B4-BE49-F238E27FC236}">
                              <a16:creationId id="{FA5786C2-0CFE-C029-7A99-4FB637B590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3795" y="2185678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3"/>
                                <a:pt x="5083" y="3718"/>
                                <a:pt x="4998" y="2352"/>
                              </a:cubicBezTo>
                              <a:cubicBezTo>
                                <a:pt x="4912" y="986"/>
                                <a:pt x="3718" y="-80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aa0c8ab-7743-43a3-9a89-37712dd35c16" id="961" name="任意多边形: 形状 960">
                          <a:extLst>
                            <a:ext uri="{FF2B5EF4-FFF2-40B4-BE49-F238E27FC236}">
                              <a16:creationId id="{CF37AB0A-778B-1000-9A14-20BEDEEABD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6113" y="2174241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93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93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06386f9-bf43-4c5d-9b61-9a135f5c28bd" id="962" name="任意多边形: 形状 961">
                          <a:extLst>
                            <a:ext uri="{FF2B5EF4-FFF2-40B4-BE49-F238E27FC236}">
                              <a16:creationId id="{5703CA9E-E17D-DC02-804F-6DCA373546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0111" y="2175777"/>
                          <a:ext cx="5002" cy="5040"/>
                        </a:xfrm>
                        <a:custGeom>
                          <a:avLst/>
                          <a:gdLst>
                            <a:gd fmla="*/ 2651 w 5002" name="connsiteX0"/>
                            <a:gd fmla="*/ 5040 h 5040" name="connsiteY0"/>
                            <a:gd fmla="*/ 4998 w 5002" name="connsiteX1"/>
                            <a:gd fmla="*/ 2352 h 5040" name="connsiteY1"/>
                            <a:gd fmla="*/ 2352 w 5002" name="connsiteX2"/>
                            <a:gd fmla="*/ 5 h 5040" name="connsiteY2"/>
                            <a:gd fmla="*/ 5 w 5002" name="connsiteX3"/>
                            <a:gd fmla="*/ 2651 h 5040" name="connsiteY3"/>
                            <a:gd fmla="*/ 2651 w 5002" name="connsiteX4"/>
                            <a:gd fmla="*/ 4998 h 5040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0" w="5002">
                              <a:moveTo>
                                <a:pt x="2651" y="5040"/>
                              </a:moveTo>
                              <a:cubicBezTo>
                                <a:pt x="4016" y="4955"/>
                                <a:pt x="5083" y="3760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1a48aa3-d897-46d0-ac34-d5b53c28dd20" id="963" name="任意多边形: 形状 962">
                          <a:extLst>
                            <a:ext uri="{FF2B5EF4-FFF2-40B4-BE49-F238E27FC236}">
                              <a16:creationId id="{D6CD9046-0496-90AE-9273-3F19660B4D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6297" y="2186788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3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0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b87a009-11dd-4d90-b2d7-ee3cdc111a24" id="964" name="任意多边形: 形状 963">
                          <a:extLst>
                            <a:ext uri="{FF2B5EF4-FFF2-40B4-BE49-F238E27FC236}">
                              <a16:creationId id="{247272CB-EABC-722A-88A8-2A973986BC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6611" y="2160329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97f3096-b2ec-403d-ab92-823c4148755c" id="965" name="任意多边形: 形状 964">
                          <a:extLst>
                            <a:ext uri="{FF2B5EF4-FFF2-40B4-BE49-F238E27FC236}">
                              <a16:creationId id="{C30A2FE4-F243-B1DA-9E42-2F56EF026C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5487" y="2156659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3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02651d9-4e4c-450e-a1c9-2cf391b7877a" id="966" name="任意多边形: 形状 965">
                          <a:extLst>
                            <a:ext uri="{FF2B5EF4-FFF2-40B4-BE49-F238E27FC236}">
                              <a16:creationId id="{10DB560E-F9E7-14F1-F0F7-AFDB9FE2F3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9399" y="2147569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8918ae9-164a-4290-9d88-d7068405803c" id="967" name="任意多边形: 形状 966">
                          <a:extLst>
                            <a:ext uri="{FF2B5EF4-FFF2-40B4-BE49-F238E27FC236}">
                              <a16:creationId id="{A5C8A84B-452B-19D4-423B-5600D21B8D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2486" y="2226647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5c32f12-c5d0-4363-9787-e6ea2b1aedad" id="968" name="任意多边形: 形状 967">
                          <a:extLst>
                            <a:ext uri="{FF2B5EF4-FFF2-40B4-BE49-F238E27FC236}">
                              <a16:creationId id="{417B8B56-E674-9F57-D199-B62A42D4F3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4804" y="2215210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493179f-1795-43d7-821b-af31bab7295d" id="969" name="任意多边形: 形状 968">
                          <a:extLst>
                            <a:ext uri="{FF2B5EF4-FFF2-40B4-BE49-F238E27FC236}">
                              <a16:creationId id="{D0A2962C-E9F2-BFD4-3080-9BC8EDD72D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8844" y="2216832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2d3b250-c99c-46ff-bfb0-a3ccb6a89188" id="970" name="任意多边形: 形状 969">
                          <a:extLst>
                            <a:ext uri="{FF2B5EF4-FFF2-40B4-BE49-F238E27FC236}">
                              <a16:creationId id="{CD9F2F52-8AD8-539E-F444-B7E031985F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4989" y="2227757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2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cd9bc51-1090-441c-a391-e1d3ef1c9e78" id="971" name="任意多边形: 形状 970">
                          <a:extLst>
                            <a:ext uri="{FF2B5EF4-FFF2-40B4-BE49-F238E27FC236}">
                              <a16:creationId id="{30C6EAEC-FD57-36C6-1B39-84EA5D5A8E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5345" y="2201298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426c8f4-a480-4b69-95ed-87b68770c3f1" id="972" name="任意多边形: 形状 971">
                          <a:extLst>
                            <a:ext uri="{FF2B5EF4-FFF2-40B4-BE49-F238E27FC236}">
                              <a16:creationId id="{64BB8B06-74DD-794E-6BD1-6C817938C4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1318" y="2182734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4659cb0-0f22-4b48-ab95-bf1aa38ad2b9" id="973" name="任意多边形: 形状 972">
                          <a:extLst>
                            <a:ext uri="{FF2B5EF4-FFF2-40B4-BE49-F238E27FC236}">
                              <a16:creationId id="{B3B2CB91-E477-ED65-4FDE-5D07C9AEE1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7805" y="2197414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3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0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40a0381-165e-407e-a157-b2984e47129f" id="974" name="任意多边形: 形状 973">
                          <a:extLst>
                            <a:ext uri="{FF2B5EF4-FFF2-40B4-BE49-F238E27FC236}">
                              <a16:creationId id="{B425FAE8-CF3B-E326-565D-8BAD6C27B5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7808" y="2211710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2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7aa4dc8-19ea-43bb-b0d4-7ee32d8b4321" id="975" name="任意多边形: 形状 974">
                          <a:extLst>
                            <a:ext uri="{FF2B5EF4-FFF2-40B4-BE49-F238E27FC236}">
                              <a16:creationId id="{C1F46EC2-736B-FE20-A4DC-B6632F78D4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0127" y="2200273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92f89b9-8b4c-4005-974b-95e91118cd98" id="976" name="任意多边形: 形状 975">
                          <a:extLst>
                            <a:ext uri="{FF2B5EF4-FFF2-40B4-BE49-F238E27FC236}">
                              <a16:creationId id="{8DF2163C-B981-D000-347F-0531F6DCAC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83129" y="2203218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295517b-cb35-488d-8bc2-bd8e6ecf01b5" id="977" name="任意多边形: 形状 976">
                          <a:extLst>
                            <a:ext uri="{FF2B5EF4-FFF2-40B4-BE49-F238E27FC236}">
                              <a16:creationId id="{9A2C59BF-0E0E-A147-D6DC-53968C3C3D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50311" y="2212863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ac42d25-d1c3-41c3-bb71-1deb95551c6e" id="978" name="任意多边形: 形状 977">
                          <a:extLst>
                            <a:ext uri="{FF2B5EF4-FFF2-40B4-BE49-F238E27FC236}">
                              <a16:creationId id="{9ACF05A1-B805-A994-31B2-6BC465281A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70625" y="2186404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336e35a-d675-41de-a2d5-0e80567c48dd" id="979" name="任意多边形: 形状 978">
                          <a:extLst>
                            <a:ext uri="{FF2B5EF4-FFF2-40B4-BE49-F238E27FC236}">
                              <a16:creationId id="{FCB455BE-75A9-297D-5706-A38BEB5B13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6129" y="2198694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1b45c9f-b609-4980-ba3c-f25ad48c34fa" id="980" name="任意多边形: 形状 979">
                          <a:extLst>
                            <a:ext uri="{FF2B5EF4-FFF2-40B4-BE49-F238E27FC236}">
                              <a16:creationId id="{95A2F462-DC10-9CB1-DDC6-674A3F31C7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53042" y="2182477"/>
                          <a:ext cx="5045" cy="5002"/>
                        </a:xfrm>
                        <a:custGeom>
                          <a:avLst/>
                          <a:gdLst>
                            <a:gd fmla="*/ 2693 w 5045" name="connsiteX0"/>
                            <a:gd fmla="*/ 4998 h 5002" name="connsiteY0"/>
                            <a:gd fmla="*/ 5041 w 5045" name="connsiteX1"/>
                            <a:gd fmla="*/ 2352 h 5002" name="connsiteY1"/>
                            <a:gd fmla="*/ 2352 w 5045" name="connsiteX2"/>
                            <a:gd fmla="*/ 5 h 5002" name="connsiteY2"/>
                            <a:gd fmla="*/ 5 w 5045" name="connsiteX3"/>
                            <a:gd fmla="*/ 2651 h 5002" name="connsiteY3"/>
                            <a:gd fmla="*/ 2651 w 5045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45">
                              <a:moveTo>
                                <a:pt x="2693" y="4998"/>
                              </a:moveTo>
                              <a:cubicBezTo>
                                <a:pt x="4059" y="4912"/>
                                <a:pt x="5126" y="3718"/>
                                <a:pt x="5041" y="2352"/>
                              </a:cubicBez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5c00aa8-3e83-4f99-8921-c396ba6db260" id="981" name="任意多边形: 形状 980">
                          <a:extLst>
                            <a:ext uri="{FF2B5EF4-FFF2-40B4-BE49-F238E27FC236}">
                              <a16:creationId id="{48C3141F-3412-11C7-F987-FBEC2CB044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7181" y="2138820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734b3b3-e23d-4dcc-b728-80505345e991" id="982" name="任意多边形: 形状 981">
                          <a:extLst>
                            <a:ext uri="{FF2B5EF4-FFF2-40B4-BE49-F238E27FC236}">
                              <a16:creationId id="{9E940D50-204A-585A-E23B-B2A6AF3247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9499" y="2127383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29a1d1f-b281-494d-8f1d-168ae6d9bc1e" id="983" name="任意多边形: 形状 982">
                          <a:extLst>
                            <a:ext uri="{FF2B5EF4-FFF2-40B4-BE49-F238E27FC236}">
                              <a16:creationId id="{D2E5CD46-F6BE-57A5-A394-6E7BCD696F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3540" y="2129005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35003a7-2fe5-4890-9219-a0c39989b2ab" id="984" name="任意多边形: 形状 983">
                          <a:extLst>
                            <a:ext uri="{FF2B5EF4-FFF2-40B4-BE49-F238E27FC236}">
                              <a16:creationId id="{B7C1BDAE-5FB9-9882-122A-6F6B36A93A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6043" y="2151538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2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24a8fa8-eef1-494f-855f-c8dfa1db4bc0" id="985" name="任意多边形: 形状 984">
                          <a:extLst>
                            <a:ext uri="{FF2B5EF4-FFF2-40B4-BE49-F238E27FC236}">
                              <a16:creationId id="{5E3B9F8E-07B9-E9A9-9815-9C78161CF0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6940" y="2125633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2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155f031-407d-4b03-8a79-2b25497d7fb5" id="986" name="任意多边形: 形状 985">
                          <a:extLst>
                            <a:ext uri="{FF2B5EF4-FFF2-40B4-BE49-F238E27FC236}">
                              <a16:creationId id="{C0397537-9224-2F68-3AC8-612CD5C1BB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5501" y="2125761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5a5adc0-fc90-4694-aa0f-2d2a72e37bb5" id="987" name="任意多边形: 形状 986">
                          <a:extLst>
                            <a:ext uri="{FF2B5EF4-FFF2-40B4-BE49-F238E27FC236}">
                              <a16:creationId id="{D0D381E7-3789-2581-38B0-B88E09C1A7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2500" y="2109587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3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5d6ec00-453c-4f11-beb3-b0a34c4d0d9f" id="988" name="任意多边形: 形状 987">
                          <a:extLst>
                            <a:ext uri="{FF2B5EF4-FFF2-40B4-BE49-F238E27FC236}">
                              <a16:creationId id="{6BEF558C-B7D3-0BB1-ABA8-C212DF0AAC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7893" y="2173985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a6ecba7-21d4-451f-9fbc-1eb1b794f952" id="989" name="任意多边形: 形状 988">
                          <a:extLst>
                            <a:ext uri="{FF2B5EF4-FFF2-40B4-BE49-F238E27FC236}">
                              <a16:creationId id="{FD723501-CA50-E8F9-607A-E551119466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70881" y="2151153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4d3afbf-479b-4fee-a963-e5192fac4052" id="990" name="任意多边形: 形状 989">
                          <a:extLst>
                            <a:ext uri="{FF2B5EF4-FFF2-40B4-BE49-F238E27FC236}">
                              <a16:creationId id="{29ADD02F-CF11-BEA9-E9DA-C74C7D4B91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71820" y="2126529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3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8c13830-dd98-4001-aef2-ff2ca23904ab" id="991" name="任意多边形: 形状 990">
                          <a:extLst>
                            <a:ext uri="{FF2B5EF4-FFF2-40B4-BE49-F238E27FC236}">
                              <a16:creationId id="{505E2DB4-94EA-EC3F-DB3D-90F2AEFAF6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1065" y="2163700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00c518a-ef1c-4f58-9526-f54ed3c946c8" id="992" name="任意多边形: 形状 991">
                          <a:extLst>
                            <a:ext uri="{FF2B5EF4-FFF2-40B4-BE49-F238E27FC236}">
                              <a16:creationId id="{581F596F-2BF5-6BA9-1207-C0AFFD12F4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85519" y="2162164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32cea2a-c43a-4040-b722-2dca2fc389a3" id="993" name="任意多边形: 形状 992">
                          <a:extLst>
                            <a:ext uri="{FF2B5EF4-FFF2-40B4-BE49-F238E27FC236}">
                              <a16:creationId id="{6F507186-6973-BA20-7A73-A05F10F1A9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56883" y="2149532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4447044-775e-4758-b6e0-0e2efd5a5afb" id="994" name="任意多边形: 形状 993">
                          <a:extLst>
                            <a:ext uri="{FF2B5EF4-FFF2-40B4-BE49-F238E27FC236}">
                              <a16:creationId id="{A169573D-FEE7-1E88-3A4F-541CF1CDCD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1349" y="2142362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0f1ddb4-af45-4937-a0b2-45c6fdab5164" id="995" name="任意多边形: 形状 994">
                          <a:extLst>
                            <a:ext uri="{FF2B5EF4-FFF2-40B4-BE49-F238E27FC236}">
                              <a16:creationId id="{E19BA48E-22E5-2A64-7B29-9257DEA5CF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0810" y="2249905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2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c3738b7-5d5d-437f-ab8a-447d66841029" id="996" name="任意多边形: 形状 995">
                          <a:extLst>
                            <a:ext uri="{FF2B5EF4-FFF2-40B4-BE49-F238E27FC236}">
                              <a16:creationId id="{20C4A09E-98B4-FBBD-8997-2BED22B55E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0040" y="2251911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3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5473b3f-0017-464b-a1ec-4dae3e689df7" id="997" name="任意多边形: 形状 996">
                          <a:extLst>
                            <a:ext uri="{FF2B5EF4-FFF2-40B4-BE49-F238E27FC236}">
                              <a16:creationId id="{F93EC8CB-7044-FE91-460E-3B2050F74C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58462" y="2226775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7" y="4913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0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7d6bff8-6ae3-422f-8ddc-0e8ee60d8b3f" id="998" name="任意多边形: 形状 997">
                          <a:extLst>
                            <a:ext uri="{FF2B5EF4-FFF2-40B4-BE49-F238E27FC236}">
                              <a16:creationId id="{A64D2A58-36AC-784A-0977-E9289D6BF7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2557" y="2235395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3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24242c6-0b50-42f3-8600-5b7ac2db33d2" id="999" name="任意多边形: 形状 998">
                          <a:extLst>
                            <a:ext uri="{FF2B5EF4-FFF2-40B4-BE49-F238E27FC236}">
                              <a16:creationId id="{F798EA54-A440-8565-34AA-BAD3957A90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0496" y="2237999"/>
                          <a:ext cx="5045" cy="5002"/>
                        </a:xfrm>
                        <a:custGeom>
                          <a:avLst/>
                          <a:gdLst>
                            <a:gd fmla="*/ 2693 w 5045" name="connsiteX0"/>
                            <a:gd fmla="*/ 4998 h 5002" name="connsiteY0"/>
                            <a:gd fmla="*/ 5040 w 5045" name="connsiteX1"/>
                            <a:gd fmla="*/ 2352 h 5002" name="connsiteY1"/>
                            <a:gd fmla="*/ 2352 w 5045" name="connsiteX2"/>
                            <a:gd fmla="*/ 5 h 5002" name="connsiteY2"/>
                            <a:gd fmla="*/ 5 w 5045" name="connsiteX3"/>
                            <a:gd fmla="*/ 2651 h 5002" name="connsiteY3"/>
                            <a:gd fmla="*/ 2651 w 5045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45">
                              <a:moveTo>
                                <a:pt x="2693" y="4998"/>
                              </a:moveTo>
                              <a:cubicBezTo>
                                <a:pt x="4059" y="4913"/>
                                <a:pt x="5126" y="3718"/>
                                <a:pt x="5040" y="2352"/>
                              </a:cubicBezTo>
                              <a:cubicBezTo>
                                <a:pt x="4955" y="986"/>
                                <a:pt x="3760" y="-80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2aa692e-d922-4087-9689-367dd87b9110" id="1000" name="任意多边形: 形状 999">
                          <a:extLst>
                            <a:ext uri="{FF2B5EF4-FFF2-40B4-BE49-F238E27FC236}">
                              <a16:creationId id="{515C068B-95EE-7E90-7385-7A2A12CBAC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3709" y="2253575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3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472f4a6-c89f-4b51-bd3f-182587fd3b2b" id="1001" name="任意多边形: 形状 1000">
                          <a:extLst>
                            <a:ext uri="{FF2B5EF4-FFF2-40B4-BE49-F238E27FC236}">
                              <a16:creationId id="{E5CEC9A7-D0D5-DE00-BF93-DFAEF9E93A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2999" y="2234115"/>
                          <a:ext cx="5002" cy="5002"/>
                        </a:xfrm>
                        <a:custGeom>
                          <a:avLst/>
                          <a:gdLst>
                            <a:gd fmla="*/ 2651 w 5002" name="connsiteX0"/>
                            <a:gd fmla="*/ 4998 h 5002" name="connsiteY0"/>
                            <a:gd fmla="*/ 4998 w 5002" name="connsiteX1"/>
                            <a:gd fmla="*/ 2352 h 5002" name="connsiteY1"/>
                            <a:gd fmla="*/ 2352 w 5002" name="connsiteX2"/>
                            <a:gd fmla="*/ 5 h 5002" name="connsiteY2"/>
                            <a:gd fmla="*/ 5 w 5002" name="connsiteX3"/>
                            <a:gd fmla="*/ 2651 h 5002" name="connsiteY3"/>
                            <a:gd fmla="*/ 2651 w 5002" name="connsiteX4"/>
                            <a:gd fmla="*/ 4998 h 5002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2" w="5002">
                              <a:moveTo>
                                <a:pt x="2651" y="4998"/>
                              </a:moveTo>
                              <a:cubicBezTo>
                                <a:pt x="4016" y="4912"/>
                                <a:pt x="5083" y="3718"/>
                                <a:pt x="4998" y="2352"/>
                              </a:cubicBezTo>
                              <a:cubicBezTo>
                                <a:pt x="4912" y="986"/>
                                <a:pt x="3718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51"/>
                              </a:cubicBezTo>
                              <a:cubicBezTo>
                                <a:pt x="90" y="4016"/>
                                <a:pt x="1285" y="5083"/>
                                <a:pt x="2651" y="49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59c8c20c-de48-4c77-803e-9e168233042c" id="775" name="图形 6643">
                        <a:extLst>
                          <a:ext uri="{FF2B5EF4-FFF2-40B4-BE49-F238E27FC236}">
                            <a16:creationId id="{96AD52DA-F2A3-03A9-786D-545638DBDB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94922" y="2095465"/>
                        <a:ext cx="149025" cy="118512"/>
                        <a:chOff x="7794922" y="2095465"/>
                        <a:chExt cx="149025" cy="118512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1b107622-e22a-4f9d-bfa4-dc64e98530e0" id="890" name="任意多边形: 形状 889">
                          <a:extLst>
                            <a:ext uri="{FF2B5EF4-FFF2-40B4-BE49-F238E27FC236}">
                              <a16:creationId id="{FB3D8488-99D3-61CA-2A06-FC17771D01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2903" y="2157900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a08789b-773b-49e6-a500-5a97b8618ff0" id="891" name="任意多边形: 形状 890">
                          <a:extLst>
                            <a:ext uri="{FF2B5EF4-FFF2-40B4-BE49-F238E27FC236}">
                              <a16:creationId id="{1E5ED9CA-DD0C-BE4E-76C5-73D277AEEB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3316" y="2148853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50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50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255ebf3-a7a5-4461-b4cf-d938916d1713" id="892" name="任意多边形: 形状 891">
                          <a:extLst>
                            <a:ext uri="{FF2B5EF4-FFF2-40B4-BE49-F238E27FC236}">
                              <a16:creationId id="{0799B05D-4C2C-4657-41D2-C9CB70C4AC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3401" y="2162978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d37f543-0964-4c6d-9607-183fa2a27271" id="893" name="任意多边形: 形状 892">
                          <a:extLst>
                            <a:ext uri="{FF2B5EF4-FFF2-40B4-BE49-F238E27FC236}">
                              <a16:creationId id="{BA7BABCD-F3CA-8CEE-8C56-F82C07A5C8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9617" y="2140659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cdce30f-4961-4cf5-83b2-6e423a5982ed" id="894" name="任意多边形: 形状 893">
                          <a:extLst>
                            <a:ext uri="{FF2B5EF4-FFF2-40B4-BE49-F238E27FC236}">
                              <a16:creationId id="{7846B091-B0CD-5226-C39C-8D29D98137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58381" y="2157601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27707df-0afc-435f-b79c-c005d013192c" id="895" name="任意多边形: 形状 894">
                          <a:extLst>
                            <a:ext uri="{FF2B5EF4-FFF2-40B4-BE49-F238E27FC236}">
                              <a16:creationId id="{9917C18C-D9A1-56D5-64EC-993E5D942D9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3188" y="2134770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3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fd03f9a-176f-4f6f-84e6-8d604cd5889b" id="896" name="任意多边形: 形状 895">
                          <a:extLst>
                            <a:ext uri="{FF2B5EF4-FFF2-40B4-BE49-F238E27FC236}">
                              <a16:creationId id="{49B7B982-8D86-A259-6800-55EE02E46E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0130" y="2139720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cd51774-fd28-46a5-b369-1950fa05e7d4" id="897" name="任意多边形: 形状 896">
                          <a:extLst>
                            <a:ext uri="{FF2B5EF4-FFF2-40B4-BE49-F238E27FC236}">
                              <a16:creationId id="{EB107C04-2574-B644-ADF9-874188C4A1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70458" y="2167502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3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db47859-2898-4a2c-9528-7f37839177ad" id="898" name="任意多边形: 形状 897">
                          <a:extLst>
                            <a:ext uri="{FF2B5EF4-FFF2-40B4-BE49-F238E27FC236}">
                              <a16:creationId id="{8432CB0D-ADD4-557B-02CB-8DB01A7828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80871" y="2158455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57325b3-1747-4756-8abc-20d2ae3b0881" id="899" name="任意多边形: 形状 898">
                          <a:extLst>
                            <a:ext uri="{FF2B5EF4-FFF2-40B4-BE49-F238E27FC236}">
                              <a16:creationId id="{F92B034D-27B4-6139-7B6D-81B1C892CE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80999" y="2172581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311d992-39a4-40cd-86cc-409728c60089" id="900" name="任意多边形: 形状 899">
                          <a:extLst>
                            <a:ext uri="{FF2B5EF4-FFF2-40B4-BE49-F238E27FC236}">
                              <a16:creationId id="{5C48ED98-7ABC-31F9-7B99-D7B0E274A5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7215" y="2150261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3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c823e24-f641-4068-956c-92dc38cfcf79" id="901" name="任意多边形: 形状 900">
                          <a:extLst>
                            <a:ext uri="{FF2B5EF4-FFF2-40B4-BE49-F238E27FC236}">
                              <a16:creationId id="{3ACFAD7C-A635-E998-5A59-2F3AD50FD4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95935" y="2167203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088829e-a8bc-4169-acfa-02df074321ec" id="902" name="任意多边形: 形状 901">
                          <a:extLst>
                            <a:ext uri="{FF2B5EF4-FFF2-40B4-BE49-F238E27FC236}">
                              <a16:creationId id="{CC962DF8-EC55-669D-BBD3-1EE81862A4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80786" y="2144372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f130575-68de-4629-814c-ac231465a7a2" id="903" name="任意多边形: 形状 902">
                          <a:extLst>
                            <a:ext uri="{FF2B5EF4-FFF2-40B4-BE49-F238E27FC236}">
                              <a16:creationId id="{B03FF86D-5AAA-8B1D-C0F2-7B74211717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97685" y="2149322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50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50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0e089f5-c8f4-450f-b310-93bcb01c8ade" id="904" name="任意多边形: 形状 903">
                          <a:extLst>
                            <a:ext uri="{FF2B5EF4-FFF2-40B4-BE49-F238E27FC236}">
                              <a16:creationId id="{3D3EA556-128F-B218-ADC3-3394009F8B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2350" y="2128070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2367df0-cb14-4789-bbbc-ec4b9e3b8407" id="905" name="任意多边形: 形状 904">
                          <a:extLst>
                            <a:ext uri="{FF2B5EF4-FFF2-40B4-BE49-F238E27FC236}">
                              <a16:creationId id="{A1558A32-7079-D31B-0C72-055199E3C2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72762" y="2119022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8e4b0ed-4f7d-42e5-80b7-1a42e78ff97d" id="906" name="任意多边形: 形状 905">
                          <a:extLst>
                            <a:ext uri="{FF2B5EF4-FFF2-40B4-BE49-F238E27FC236}">
                              <a16:creationId id="{4BF72C7A-913F-9317-05AC-1C048D560C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72890" y="2133148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08f43dd-3353-42fb-946c-bdb49e6f5fd1" id="907" name="任意多边形: 形状 906">
                          <a:extLst>
                            <a:ext uri="{FF2B5EF4-FFF2-40B4-BE49-F238E27FC236}">
                              <a16:creationId id="{35F79EFB-AE7A-6496-978A-4FF3F87AD6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59106" y="2110829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6fb5767-5ee8-4f22-89ce-7f6efcbeb028" id="908" name="任意多边形: 形状 907">
                          <a:extLst>
                            <a:ext uri="{FF2B5EF4-FFF2-40B4-BE49-F238E27FC236}">
                              <a16:creationId id="{2517BF7E-8AAD-5332-9698-3C2F5087C4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87870" y="2127771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4bc67ee-ecce-406d-b34b-7c3f7990f0a8" id="909" name="任意多边形: 形状 908">
                          <a:extLst>
                            <a:ext uri="{FF2B5EF4-FFF2-40B4-BE49-F238E27FC236}">
                              <a16:creationId id="{CB5207D0-BA3B-C1AE-8728-0DCD101C4A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88937" y="2106348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e1226eb-6f35-4233-b6c3-e57229a742b4" id="910" name="任意多边形: 形状 909">
                          <a:extLst>
                            <a:ext uri="{FF2B5EF4-FFF2-40B4-BE49-F238E27FC236}">
                              <a16:creationId id="{9B73DFB2-2233-B94B-46B1-4B07077FBB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99648" y="2119065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52e7c4a-dabd-42ec-9ad7-a3ffa966fbd2" id="911" name="任意多边形: 形状 910">
                          <a:extLst>
                            <a:ext uri="{FF2B5EF4-FFF2-40B4-BE49-F238E27FC236}">
                              <a16:creationId id="{DA9DF7A3-E7C7-2260-437E-B2732EEB86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0314" y="2121839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3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be62371-dbd5-4d25-b5ac-e0149230d9b9" id="912" name="任意多边形: 形状 911">
                          <a:extLst>
                            <a:ext uri="{FF2B5EF4-FFF2-40B4-BE49-F238E27FC236}">
                              <a16:creationId id="{3E90CE8E-DD36-F4C4-7B31-EAB5288965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0727" y="2112834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6aeeec9-bc7d-42d7-b0dd-07c2f397418e" id="913" name="任意多边形: 形状 912">
                          <a:extLst>
                            <a:ext uri="{FF2B5EF4-FFF2-40B4-BE49-F238E27FC236}">
                              <a16:creationId id="{D2550097-3FD9-9BD1-067E-A616145136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0855" y="2126960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cdce324-bd8e-4a52-9874-3c41f0e83ab7" id="914" name="任意多边形: 形状 913">
                          <a:extLst>
                            <a:ext uri="{FF2B5EF4-FFF2-40B4-BE49-F238E27FC236}">
                              <a16:creationId id="{E1BCA079-8771-7D43-A89E-09460DCD69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7071" y="2104598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3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974446b-774b-40b9-92da-f5d6cec5e441" id="915" name="任意多边形: 形状 914">
                          <a:extLst>
                            <a:ext uri="{FF2B5EF4-FFF2-40B4-BE49-F238E27FC236}">
                              <a16:creationId id="{743F90A9-4A1C-81FC-8558-1605BBD128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5791" y="2121583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009856c-05cc-407c-81e8-5016de0ae7e6" id="916" name="任意多边形: 形状 915">
                          <a:extLst>
                            <a:ext uri="{FF2B5EF4-FFF2-40B4-BE49-F238E27FC236}">
                              <a16:creationId id="{0F7FD14D-238B-A964-F9A6-559DB0470F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1325" y="2095465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3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6cef01f-3c86-4b89-b1fa-6dffb70a0bc0" id="917" name="任意多边形: 形状 916">
                          <a:extLst>
                            <a:ext uri="{FF2B5EF4-FFF2-40B4-BE49-F238E27FC236}">
                              <a16:creationId id="{4FDA9625-7661-D9C1-539A-F99361C4C7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7541" y="2103659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50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50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06eb943-cbe1-4372-8a0a-6b4f3ab62607" id="918" name="任意多边形: 形状 917">
                          <a:extLst>
                            <a:ext uri="{FF2B5EF4-FFF2-40B4-BE49-F238E27FC236}">
                              <a16:creationId id="{48DC81DE-8E44-6382-8BCE-4E455F3E10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4298" y="2194772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50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50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3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1b4101f-a5cc-4fd9-aac4-975733661218" id="919" name="任意多边形: 形状 918">
                          <a:extLst>
                            <a:ext uri="{FF2B5EF4-FFF2-40B4-BE49-F238E27FC236}">
                              <a16:creationId id="{9D94963A-7DC6-2C8F-D942-D8FF90EFBD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54711" y="2185767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d4b0032-8bfe-48af-8a78-40b53037a465" id="920" name="任意多边形: 形状 919">
                          <a:extLst>
                            <a:ext uri="{FF2B5EF4-FFF2-40B4-BE49-F238E27FC236}">
                              <a16:creationId id="{FF0FD69C-90B3-78E3-BDD5-DF80845A6C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54625" y="2208940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50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50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4a1cbbe-4fb3-49fd-9e25-5c931a2429ee" id="921" name="任意多边形: 形状 920">
                          <a:extLst>
                            <a:ext uri="{FF2B5EF4-FFF2-40B4-BE49-F238E27FC236}">
                              <a16:creationId id="{C6E8540A-6C05-562B-925E-EF52796B4F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1054" y="2177531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3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8ba6d30-5bfc-405b-bf07-967aa6f7e2fd" id="922" name="任意多边形: 形状 921">
                          <a:extLst>
                            <a:ext uri="{FF2B5EF4-FFF2-40B4-BE49-F238E27FC236}">
                              <a16:creationId id="{FE1517B1-A9EB-F60B-1FF3-FF95069767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9775" y="2194516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50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50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14363c8-05e4-469b-9b09-be02e6d539df" id="923" name="任意多边形: 形状 922">
                          <a:extLst>
                            <a:ext uri="{FF2B5EF4-FFF2-40B4-BE49-F238E27FC236}">
                              <a16:creationId id="{3DA3D589-8480-5910-6886-8328D38F7E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54583" y="2171642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50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50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885bfb2-5224-4efa-8931-0a0cc434ff77" id="924" name="任意多边形: 形状 923">
                          <a:extLst>
                            <a:ext uri="{FF2B5EF4-FFF2-40B4-BE49-F238E27FC236}">
                              <a16:creationId id="{09662C83-9C88-A931-C287-AC437639F6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71525" y="2176635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3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3e396e8-32a5-4448-b370-f933d0459f4f" id="925" name="任意多边形: 形状 924">
                          <a:extLst>
                            <a:ext uri="{FF2B5EF4-FFF2-40B4-BE49-F238E27FC236}">
                              <a16:creationId id="{DE430E68-083B-963D-AB7E-0F7758646E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11683" y="2145567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acbfbf8-4d4b-4093-9834-2160160eb4e7" id="926" name="任意多边形: 形状 925">
                          <a:extLst>
                            <a:ext uri="{FF2B5EF4-FFF2-40B4-BE49-F238E27FC236}">
                              <a16:creationId id="{0990DA7A-8FA2-8387-3FF0-B925559DD9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22138" y="2136562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3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392784d-225f-49f7-89f1-aef57ab61724" id="927" name="任意多边形: 形状 926">
                          <a:extLst>
                            <a:ext uri="{FF2B5EF4-FFF2-40B4-BE49-F238E27FC236}">
                              <a16:creationId id="{85755E02-3408-D41C-154A-B33D3BCFB0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22224" y="2150688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50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50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127a03f-1427-4894-8f19-1e636443dfa7" id="928" name="任意多边形: 形状 927">
                          <a:extLst>
                            <a:ext uri="{FF2B5EF4-FFF2-40B4-BE49-F238E27FC236}">
                              <a16:creationId id="{85CDB72E-0813-8F6A-B197-F1FB03E42B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97728" y="2136050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50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50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dfb1300-4910-4d6c-a4e1-81ffdc2f9362" id="929" name="任意多边形: 形状 928">
                          <a:extLst>
                            <a:ext uri="{FF2B5EF4-FFF2-40B4-BE49-F238E27FC236}">
                              <a16:creationId id="{A9C0C16C-897B-AEB3-D9CE-6A94B18AA6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27217" y="2163533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3bbc04d-af65-4c4f-b98d-8c46eb523a94" id="930" name="任意多边形: 形状 929">
                          <a:extLst>
                            <a:ext uri="{FF2B5EF4-FFF2-40B4-BE49-F238E27FC236}">
                              <a16:creationId id="{12D3435D-1682-6574-C868-1D6A7564BB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22010" y="2122436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f59a847-1d5b-444c-a65a-dc10e771a0b8" id="931" name="任意多边形: 形状 930">
                          <a:extLst>
                            <a:ext uri="{FF2B5EF4-FFF2-40B4-BE49-F238E27FC236}">
                              <a16:creationId id="{CEC6AF89-3192-A980-C433-B58B9A8545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38910" y="2127387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9a09521-288c-4784-af9f-9c43cae173b6" id="932" name="任意多边形: 形状 931">
                          <a:extLst>
                            <a:ext uri="{FF2B5EF4-FFF2-40B4-BE49-F238E27FC236}">
                              <a16:creationId id="{135C5F83-0ABC-B410-794D-8FF8618399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81767" y="2190291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50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50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f2fc5cd-61e5-40a8-af62-02f1444e6227" id="933" name="任意多边形: 形状 932">
                          <a:extLst>
                            <a:ext uri="{FF2B5EF4-FFF2-40B4-BE49-F238E27FC236}">
                              <a16:creationId id="{3BACD382-BF56-EBDB-4952-E16EDCD043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04812" y="2190462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50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50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60f65ee-35df-4a0a-b5b9-524aa8aadbe5" id="934" name="任意多边形: 形状 933">
                          <a:extLst>
                            <a:ext uri="{FF2B5EF4-FFF2-40B4-BE49-F238E27FC236}">
                              <a16:creationId id="{C88B7957-0974-617D-6330-B22634D007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29351" y="2188370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50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50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570b7a4-37aa-4dea-a1d8-f6c8e7d852e5" id="935" name="任意多边形: 形状 934">
                          <a:extLst>
                            <a:ext uri="{FF2B5EF4-FFF2-40B4-BE49-F238E27FC236}">
                              <a16:creationId id="{80FFF719-093D-5B84-3574-387C4F246E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91113" y="2182225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cc39d8a-3d49-4044-8472-2f5bf3ef52b9" id="936" name="任意多边形: 形状 935">
                          <a:extLst>
                            <a:ext uri="{FF2B5EF4-FFF2-40B4-BE49-F238E27FC236}">
                              <a16:creationId id="{3938B797-FD38-CEA2-499B-132A3C2F2D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95679" y="2206294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3057eea-e579-4bd4-98cb-e2c4b55623d0" id="937" name="任意多边形: 形状 936">
                          <a:extLst>
                            <a:ext uri="{FF2B5EF4-FFF2-40B4-BE49-F238E27FC236}">
                              <a16:creationId id="{7ED0A541-D3D7-02D7-8E7E-79411328E1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04684" y="2176336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50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50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4d08a1d-0948-4167-9665-b83c01552c3d" id="938" name="任意多边形: 形状 937">
                          <a:extLst>
                            <a:ext uri="{FF2B5EF4-FFF2-40B4-BE49-F238E27FC236}">
                              <a16:creationId id="{470CC25E-D0EF-E145-EA1D-174ECCBB8D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09933" y="2160034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3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cfe710e-2266-45ac-aa39-c508922f3ee5" id="939" name="任意多边形: 形状 938">
                          <a:extLst>
                            <a:ext uri="{FF2B5EF4-FFF2-40B4-BE49-F238E27FC236}">
                              <a16:creationId id="{3A79C65E-D0AE-2014-8F3C-FE1C50B97B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5548" y="2192467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b1b42d3-50e1-46a7-9cb8-316f56a1832d" id="940" name="任意多边形: 形状 939">
                          <a:extLst>
                            <a:ext uri="{FF2B5EF4-FFF2-40B4-BE49-F238E27FC236}">
                              <a16:creationId id="{5442D99E-27B1-D87B-0C39-CB72FB759C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9830" y="2162168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f2f2fec-1d8a-4281-8b60-18b86abd9ee6" id="941" name="任意多边形: 形状 940">
                          <a:extLst>
                            <a:ext uri="{FF2B5EF4-FFF2-40B4-BE49-F238E27FC236}">
                              <a16:creationId id="{DD0E8F67-D3A4-D00F-6644-1261BFDF68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8209" y="2187346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50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50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a9280dd-5912-4593-9237-9a15bdf4e0bd" id="942" name="任意多边形: 形状 941">
                          <a:extLst>
                            <a:ext uri="{FF2B5EF4-FFF2-40B4-BE49-F238E27FC236}">
                              <a16:creationId id="{C9DFA696-F891-5276-1380-3E6FAA8218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2846" y="2132892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3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1faf595-918d-4551-96e2-6cd7b866f06b" id="943" name="任意多边形: 形状 942">
                          <a:extLst>
                            <a:ext uri="{FF2B5EF4-FFF2-40B4-BE49-F238E27FC236}">
                              <a16:creationId id="{326AF780-0C02-8D11-7A23-559EE2D386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4894" y="2170916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3" y="300"/>
                                <a:pt x="-213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e5d7bf9-02fa-4066-819a-a29e143e2b9b" id="944" name="任意多边形: 形状 943">
                          <a:extLst>
                            <a:ext uri="{FF2B5EF4-FFF2-40B4-BE49-F238E27FC236}">
                              <a16:creationId id="{9972DF36-3467-5578-31D3-45C4AC92F8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4922" y="2136263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49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49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79452a0-62db-40a8-8608-13afaaf05b9b" id="945" name="任意多边形: 形状 944">
                          <a:extLst>
                            <a:ext uri="{FF2B5EF4-FFF2-40B4-BE49-F238E27FC236}">
                              <a16:creationId id="{C1015862-F922-B654-31E5-3972949C11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6644" y="2153035"/>
                          <a:ext cx="5037" cy="5037"/>
                        </a:xfrm>
                        <a:custGeom>
                          <a:avLst/>
                          <a:gdLst>
                            <a:gd fmla="*/ 44 w 5037" name="connsiteX0"/>
                            <a:gd fmla="*/ 2988 h 5037" name="connsiteY0"/>
                            <a:gd fmla="*/ 2988 w 5037" name="connsiteX1"/>
                            <a:gd fmla="*/ 4994 h 5037" name="connsiteY1"/>
                            <a:gd fmla="*/ 4994 w 5037" name="connsiteX2"/>
                            <a:gd fmla="*/ 2049 h 5037" name="connsiteY2"/>
                            <a:gd fmla="*/ 2050 w 5037" name="connsiteX3"/>
                            <a:gd fmla="*/ 44 h 5037" name="connsiteY3"/>
                            <a:gd fmla="*/ 44 w 5037" name="connsiteX4"/>
                            <a:gd fmla="*/ 2988 h 503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7" w="5037">
                              <a:moveTo>
                                <a:pt x="44" y="2988"/>
                              </a:moveTo>
                              <a:cubicBezTo>
                                <a:pt x="300" y="4354"/>
                                <a:pt x="1623" y="5250"/>
                                <a:pt x="2988" y="4994"/>
                              </a:cubicBezTo>
                              <a:cubicBezTo>
                                <a:pt x="4354" y="4738"/>
                                <a:pt x="5250" y="3415"/>
                                <a:pt x="4994" y="2049"/>
                              </a:cubicBezTo>
                              <a:cubicBezTo>
                                <a:pt x="4738" y="684"/>
                                <a:pt x="3415" y="-212"/>
                                <a:pt x="2050" y="44"/>
                              </a:cubicBezTo>
                              <a:cubicBezTo>
                                <a:pt x="684" y="300"/>
                                <a:pt x="-212" y="1623"/>
                                <a:pt x="44" y="29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6396ca3b-50d1-4113-bda8-8b60be45f33e" id="776" name="图形 6643">
                        <a:extLst>
                          <a:ext uri="{FF2B5EF4-FFF2-40B4-BE49-F238E27FC236}">
                            <a16:creationId id="{2B2FF7AF-3F15-AB01-7EA0-742845CF23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846284" y="2065231"/>
                        <a:ext cx="148595" cy="115905"/>
                        <a:chOff x="7846284" y="2065231"/>
                        <a:chExt cx="148595" cy="115905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8e006028-d7c7-4150-a249-b4bb1b8b102b" id="834" name="任意多边形: 形状 833">
                          <a:extLst>
                            <a:ext uri="{FF2B5EF4-FFF2-40B4-BE49-F238E27FC236}">
                              <a16:creationId id="{1C6321F4-7DD6-CD31-8BA8-95D6B8E7BB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47383" y="2108248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03ec6ca-0011-4988-9f60-12685ea2dd96" id="835" name="任意多边形: 形状 834">
                          <a:extLst>
                            <a:ext uri="{FF2B5EF4-FFF2-40B4-BE49-F238E27FC236}">
                              <a16:creationId id="{58DA3290-2DD9-C0AB-C703-1E044893E7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39915" y="2119814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f5c89ce-9f7c-4b86-b764-3d3d06b52fa5" id="836" name="任意多边形: 形状 835">
                          <a:extLst>
                            <a:ext uri="{FF2B5EF4-FFF2-40B4-BE49-F238E27FC236}">
                              <a16:creationId id="{DC5CA2DF-F246-E3E1-AD70-6F13BD8D54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35860" y="2106285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6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3" y="2410"/>
                                <a:pt x="276" y="3648"/>
                              </a:cubicBezTo>
                              <a:cubicBezTo>
                                <a:pt x="917" y="4886"/>
                                <a:pt x="2410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7f08081-6668-4c55-b9ff-5364bc613800" id="837" name="任意多边形: 形状 836">
                          <a:extLst>
                            <a:ext uri="{FF2B5EF4-FFF2-40B4-BE49-F238E27FC236}">
                              <a16:creationId id="{7DAD6AE9-5D31-E6D2-52FD-25D14EB8C7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55320" y="2123910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928727d-b02e-4cb6-95e0-09f340ffc9bc" id="838" name="任意多边形: 形状 837">
                          <a:extLst>
                            <a:ext uri="{FF2B5EF4-FFF2-40B4-BE49-F238E27FC236}">
                              <a16:creationId id="{EF8DE18C-08FF-9AA3-6730-38EF7808AB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22972" y="2115589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6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2af6c4a-b1f2-4e31-bda7-4f10af499c4e" id="839" name="任意多边形: 形状 838">
                          <a:extLst>
                            <a:ext uri="{FF2B5EF4-FFF2-40B4-BE49-F238E27FC236}">
                              <a16:creationId id="{E95720F7-75E7-2562-F61D-44350C9715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43926" y="2133342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6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3" y="2410"/>
                                <a:pt x="276" y="3648"/>
                              </a:cubicBezTo>
                              <a:cubicBezTo>
                                <a:pt x="917" y="4886"/>
                                <a:pt x="2410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734596c-c8e8-4035-bc1f-7edc31f91a62" id="840" name="任意多边形: 形状 839">
                          <a:extLst>
                            <a:ext uri="{FF2B5EF4-FFF2-40B4-BE49-F238E27FC236}">
                              <a16:creationId id="{E4D0F989-47EB-AD13-1F35-0F9D4E6B01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26301" y="2133256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6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3" y="2410"/>
                                <a:pt x="276" y="3648"/>
                              </a:cubicBezTo>
                              <a:cubicBezTo>
                                <a:pt x="917" y="4886"/>
                                <a:pt x="2410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eb99143-79dd-4276-bc18-ca99e616960f" id="841" name="任意多边形: 形状 840">
                          <a:extLst>
                            <a:ext uri="{FF2B5EF4-FFF2-40B4-BE49-F238E27FC236}">
                              <a16:creationId id="{EDA38D92-20C9-7E45-21A6-5CD1F8BF44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08633" y="2109443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6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4f6db01-b577-40dc-ae5a-13b6779f360b" id="842" name="任意多边形: 形状 841">
                          <a:extLst>
                            <a:ext uri="{FF2B5EF4-FFF2-40B4-BE49-F238E27FC236}">
                              <a16:creationId id="{BAE8AA47-4EB6-1B7C-E30E-4A090B24C4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01122" y="2121009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6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036ef20-ec61-49ff-8f36-2e3e908f9710" id="843" name="任意多边形: 形状 842">
                          <a:extLst>
                            <a:ext uri="{FF2B5EF4-FFF2-40B4-BE49-F238E27FC236}">
                              <a16:creationId id="{EDDCE6DE-D343-4323-BF55-734BDD9AC9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97111" y="2107480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8e4e95d-0362-4499-ab67-30b66d1aacd7" id="844" name="任意多边形: 形状 843">
                          <a:extLst>
                            <a:ext uri="{FF2B5EF4-FFF2-40B4-BE49-F238E27FC236}">
                              <a16:creationId id="{CDD9AC7D-5E7B-B464-18E3-2CEFC82F03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16528" y="2125105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51515a9-7768-4562-bad7-94e46f3db7e9" id="845" name="任意多边形: 形状 844">
                          <a:extLst>
                            <a:ext uri="{FF2B5EF4-FFF2-40B4-BE49-F238E27FC236}">
                              <a16:creationId id="{0AA8C942-C22F-DC5A-1EAD-8FD2FBED19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84223" y="2116826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0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9cf2248-2d6c-403c-81de-7e41c51452d6" id="846" name="任意多边形: 形状 845">
                          <a:extLst>
                            <a:ext uri="{FF2B5EF4-FFF2-40B4-BE49-F238E27FC236}">
                              <a16:creationId id="{3FD1A156-2CED-7BCE-2EF1-49486B986F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05134" y="2134537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50503fe-69be-4fff-b695-2891b9966be5" id="847" name="任意多边形: 形状 846">
                          <a:extLst>
                            <a:ext uri="{FF2B5EF4-FFF2-40B4-BE49-F238E27FC236}">
                              <a16:creationId id="{1FA2C4BC-E565-2D9B-CBB6-A212C79384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87509" y="2134494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4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95f9b3d-ca76-4059-81dd-5d6808fd6890" id="848" name="任意多边形: 形状 847">
                          <a:extLst>
                            <a:ext uri="{FF2B5EF4-FFF2-40B4-BE49-F238E27FC236}">
                              <a16:creationId id="{A28C61F3-5693-A7FA-41C0-80CCCCA263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27368" y="2145078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6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3" y="2410"/>
                                <a:pt x="276" y="3648"/>
                              </a:cubicBezTo>
                              <a:cubicBezTo>
                                <a:pt x="917" y="4886"/>
                                <a:pt x="2410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18d19c2-0a29-40fd-b93a-f0e169638fe9" id="849" name="任意多边形: 形状 848">
                          <a:extLst>
                            <a:ext uri="{FF2B5EF4-FFF2-40B4-BE49-F238E27FC236}">
                              <a16:creationId id="{D5B1C657-A619-0E72-399B-93383EEE3F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19857" y="2156643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6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7" y="149"/>
                                <a:pt x="2624" y="-364"/>
                                <a:pt x="1386" y="277"/>
                              </a:cubicBezTo>
                              <a:cubicBezTo>
                                <a:pt x="149" y="917"/>
                                <a:pt x="-363" y="2410"/>
                                <a:pt x="276" y="3648"/>
                              </a:cubicBezTo>
                              <a:cubicBezTo>
                                <a:pt x="917" y="4886"/>
                                <a:pt x="2410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4c5d13b-bbb5-4c5e-af23-2bdac063a5cd" id="850" name="任意多边形: 形状 849">
                          <a:extLst>
                            <a:ext uri="{FF2B5EF4-FFF2-40B4-BE49-F238E27FC236}">
                              <a16:creationId id="{F0A4E652-ECC7-F0B8-7280-BC38CB57E8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15845" y="2143115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67cc983-815e-4a78-8121-100e122849ba" id="851" name="任意多边形: 形状 850">
                          <a:extLst>
                            <a:ext uri="{FF2B5EF4-FFF2-40B4-BE49-F238E27FC236}">
                              <a16:creationId id="{300B2869-43EE-E645-F33E-11D9B20111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35263" y="2160740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6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83f71a1-b661-4ecd-a077-6ad8ddad4101" id="852" name="任意多边形: 形状 851">
                          <a:extLst>
                            <a:ext uri="{FF2B5EF4-FFF2-40B4-BE49-F238E27FC236}">
                              <a16:creationId id="{55B31C37-F60E-E271-4906-4FC6E8FA42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02957" y="2152461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74a8b69-7076-4fe4-82f2-4f732bdba59f" id="853" name="任意多边形: 形状 852">
                          <a:extLst>
                            <a:ext uri="{FF2B5EF4-FFF2-40B4-BE49-F238E27FC236}">
                              <a16:creationId id="{9814B60C-C225-CD6D-F08D-3B12FF2E10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07865" y="2173329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93f09fe-d171-4b87-ae5c-1d45cb1a1b89" id="854" name="任意多边形: 形状 853">
                          <a:extLst>
                            <a:ext uri="{FF2B5EF4-FFF2-40B4-BE49-F238E27FC236}">
                              <a16:creationId id="{BD5A16CB-17DB-33B9-A12F-90A24A0717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94038" y="2164068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87a46dc-83e6-4496-8192-4fc36274173b" id="855" name="任意多边形: 形状 854">
                          <a:extLst>
                            <a:ext uri="{FF2B5EF4-FFF2-40B4-BE49-F238E27FC236}">
                              <a16:creationId id="{9B3019E1-45C8-9268-0439-E038CFEB2C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69489" y="2139402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6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3" y="2410"/>
                                <a:pt x="276" y="3648"/>
                              </a:cubicBezTo>
                              <a:cubicBezTo>
                                <a:pt x="917" y="4886"/>
                                <a:pt x="2410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5b8a79d-2172-4fb3-9b4f-5aa7cb52292a" id="856" name="任意多边形: 形状 855">
                          <a:extLst>
                            <a:ext uri="{FF2B5EF4-FFF2-40B4-BE49-F238E27FC236}">
                              <a16:creationId id="{2F41E73E-9A79-D0FF-DB08-6F8CE47892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61978" y="2150924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6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1edb4b3-746f-4332-a98d-f9afabe2a3f3" id="857" name="任意多边形: 形状 856">
                          <a:extLst>
                            <a:ext uri="{FF2B5EF4-FFF2-40B4-BE49-F238E27FC236}">
                              <a16:creationId id="{FE698090-A50E-F507-E1BF-76147A1F22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57966" y="2137396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cc46a5d-e3b1-4af8-bcea-c997360cb796" id="858" name="任意多边形: 形状 857">
                          <a:extLst>
                            <a:ext uri="{FF2B5EF4-FFF2-40B4-BE49-F238E27FC236}">
                              <a16:creationId id="{9D8D5059-9F4B-EE1E-3724-9D48FD5DDC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77384" y="2155021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6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30b04ee-5a0f-4a3a-bf74-3397fb4b98ad" id="859" name="任意多边形: 形状 858">
                          <a:extLst>
                            <a:ext uri="{FF2B5EF4-FFF2-40B4-BE49-F238E27FC236}">
                              <a16:creationId id="{28FC0768-7E60-C4F6-F6D2-FF0AA9FF55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45078" y="2146742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3c9ac0b-68b0-428f-93b9-9267a0594579" id="860" name="任意多边形: 形状 859">
                          <a:extLst>
                            <a:ext uri="{FF2B5EF4-FFF2-40B4-BE49-F238E27FC236}">
                              <a16:creationId id="{C6143615-A94F-A192-E8A7-7C2EA315DC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37397" y="2176103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7" y="149"/>
                                <a:pt x="2624" y="-364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6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9f17dba-9f81-4aea-be89-b122fed86fa6" id="861" name="任意多边形: 形状 860">
                          <a:extLst>
                            <a:ext uri="{FF2B5EF4-FFF2-40B4-BE49-F238E27FC236}">
                              <a16:creationId id="{F52DF591-4161-4610-4A55-73C1E6DB51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48364" y="2164410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16f40bb-aa3e-4ef6-bd26-ed3f51db2bc0" id="862" name="任意多边形: 形状 861">
                          <a:extLst>
                            <a:ext uri="{FF2B5EF4-FFF2-40B4-BE49-F238E27FC236}">
                              <a16:creationId id="{F5D508EE-1755-35DB-A301-1588BE43BB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26173" y="2075986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6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a6517ec-c5d3-4f07-b43f-139ea85d3c45" id="863" name="任意多边形: 形状 862">
                          <a:extLst>
                            <a:ext uri="{FF2B5EF4-FFF2-40B4-BE49-F238E27FC236}">
                              <a16:creationId id="{995C48FD-ECB2-EC44-8E2C-55D6110153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18705" y="2087551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7" y="149"/>
                                <a:pt x="2624" y="-364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6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3e1f9fa-e3ee-4be0-b9e3-4dbfb7e8d060" id="864" name="任意多边形: 形状 863">
                          <a:extLst>
                            <a:ext uri="{FF2B5EF4-FFF2-40B4-BE49-F238E27FC236}">
                              <a16:creationId id="{19A52B35-A4C0-1088-5508-3862282656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12346" y="2065231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6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2724c20-6236-4dda-b19a-03bcf94bbd59" id="865" name="任意多边形: 形状 864">
                          <a:extLst>
                            <a:ext uri="{FF2B5EF4-FFF2-40B4-BE49-F238E27FC236}">
                              <a16:creationId id="{9CBD7F48-1DC3-595F-C0B0-7B06840F9C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34111" y="2091648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eb86d21-a16f-44bc-9fd4-f05878e1c8d7" id="866" name="任意多边形: 形状 865">
                          <a:extLst>
                            <a:ext uri="{FF2B5EF4-FFF2-40B4-BE49-F238E27FC236}">
                              <a16:creationId id="{24D2046D-25E3-A26E-D337-E0CA1C25B3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01762" y="2083326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6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3" y="2410"/>
                                <a:pt x="276" y="3648"/>
                              </a:cubicBezTo>
                              <a:cubicBezTo>
                                <a:pt x="917" y="4886"/>
                                <a:pt x="2410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88ce7dd-0a7d-4070-8063-05eb8616f27a" id="867" name="任意多边形: 形状 866">
                          <a:extLst>
                            <a:ext uri="{FF2B5EF4-FFF2-40B4-BE49-F238E27FC236}">
                              <a16:creationId id="{D3F08541-01CE-DBEE-FA9E-0BFBAA193A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22716" y="2101079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84106f8-7ca2-4c2d-879b-b1bf3d387ebe" id="868" name="任意多边形: 形状 867">
                          <a:extLst>
                            <a:ext uri="{FF2B5EF4-FFF2-40B4-BE49-F238E27FC236}">
                              <a16:creationId id="{7BD7E5E4-BC43-375F-D3F5-D3D16C3D10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05091" y="2100994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0f9c4da-6b9a-47f1-9c3d-93f0dafdfe8b" id="869" name="任意多边形: 形状 868">
                          <a:extLst>
                            <a:ext uri="{FF2B5EF4-FFF2-40B4-BE49-F238E27FC236}">
                              <a16:creationId id="{37A6529C-CD64-2BAC-9543-494F53601B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75090" y="2141962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6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7" y="149"/>
                                <a:pt x="2624" y="-364"/>
                                <a:pt x="1386" y="277"/>
                              </a:cubicBezTo>
                              <a:cubicBezTo>
                                <a:pt x="149" y="917"/>
                                <a:pt x="-363" y="2410"/>
                                <a:pt x="276" y="3648"/>
                              </a:cubicBezTo>
                              <a:cubicBezTo>
                                <a:pt x="917" y="4886"/>
                                <a:pt x="2410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2c6778-c032-4f7c-aa90-0c46fb81fc76" id="870" name="任意多边形: 形状 869">
                          <a:extLst>
                            <a:ext uri="{FF2B5EF4-FFF2-40B4-BE49-F238E27FC236}">
                              <a16:creationId id="{7A871873-A14B-5786-CE22-F75E3156C3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7579" y="2153527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6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3" y="2410"/>
                                <a:pt x="276" y="3648"/>
                              </a:cubicBezTo>
                              <a:cubicBezTo>
                                <a:pt x="917" y="4886"/>
                                <a:pt x="2410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039e449-2c07-4b05-91a9-a600e8fee9aa" id="871" name="任意多边形: 形状 870">
                          <a:extLst>
                            <a:ext uri="{FF2B5EF4-FFF2-40B4-BE49-F238E27FC236}">
                              <a16:creationId id="{42BB1007-7AA7-FD38-549E-474E345A07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3567" y="2139999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37513c7-d3e3-43f3-8842-c9a85dd70393" id="872" name="任意多边形: 形状 871">
                          <a:extLst>
                            <a:ext uri="{FF2B5EF4-FFF2-40B4-BE49-F238E27FC236}">
                              <a16:creationId id="{C4E76959-CB64-D8E7-E8BC-C0A53C65A7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91179" y="2147254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0e3e2fe-d72f-4e92-8130-071eeb45a5c4" id="873" name="任意多边形: 形状 872">
                          <a:extLst>
                            <a:ext uri="{FF2B5EF4-FFF2-40B4-BE49-F238E27FC236}">
                              <a16:creationId id="{1A156E43-5496-A0DB-616F-58AC9E792B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55203" y="2128989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6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541bd3b-0d00-4d53-be71-7552cadf22c4" id="874" name="任意多边形: 形状 873">
                          <a:extLst>
                            <a:ext uri="{FF2B5EF4-FFF2-40B4-BE49-F238E27FC236}">
                              <a16:creationId id="{CA41E8B2-B90D-FB6D-EF4F-1820EF019A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71633" y="2167056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7ffe71f-e8a3-4ba5-95f2-4e32e7a78f8a" id="875" name="任意多边形: 形状 874">
                          <a:extLst>
                            <a:ext uri="{FF2B5EF4-FFF2-40B4-BE49-F238E27FC236}">
                              <a16:creationId id="{0AEB76D3-74D7-B804-EFA2-A3D424BC32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53965" y="2166970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948202b-b7b8-405c-9c36-4d41614c2ef1" id="876" name="任意多边形: 形状 875">
                          <a:extLst>
                            <a:ext uri="{FF2B5EF4-FFF2-40B4-BE49-F238E27FC236}">
                              <a16:creationId id="{097313BF-26CA-E31D-B770-7E5CEBC547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91435" y="2090709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e78952e-b9d1-479b-b176-0edb19efe441" id="877" name="任意多边形: 形状 876">
                          <a:extLst>
                            <a:ext uri="{FF2B5EF4-FFF2-40B4-BE49-F238E27FC236}">
                              <a16:creationId id="{4AA4A446-3123-0F5D-50C8-B73DB597A9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9286" y="2096939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0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8c96def-0116-4019-aec3-ac36fc7e6370" id="878" name="任意多边形: 形状 877">
                          <a:extLst>
                            <a:ext uri="{FF2B5EF4-FFF2-40B4-BE49-F238E27FC236}">
                              <a16:creationId id="{F0BC5E64-DC16-321A-60A5-43C8733BAC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6284" y="2105731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6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3" y="2410"/>
                                <a:pt x="276" y="3648"/>
                              </a:cubicBezTo>
                              <a:cubicBezTo>
                                <a:pt x="917" y="4886"/>
                                <a:pt x="2410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f15ee93-d41a-4a42-983f-c4358372bd9c" id="879" name="任意多边形: 形状 878">
                          <a:extLst>
                            <a:ext uri="{FF2B5EF4-FFF2-40B4-BE49-F238E27FC236}">
                              <a16:creationId id="{0C1B4E44-E3D8-7F8B-0932-CFCE2B7463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84692" y="2101036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6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7" y="149"/>
                                <a:pt x="2624" y="-364"/>
                                <a:pt x="1386" y="277"/>
                              </a:cubicBezTo>
                              <a:cubicBezTo>
                                <a:pt x="149" y="917"/>
                                <a:pt x="-363" y="2411"/>
                                <a:pt x="276" y="3648"/>
                              </a:cubicBezTo>
                              <a:cubicBezTo>
                                <a:pt x="917" y="4886"/>
                                <a:pt x="2410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d0838ea-c38a-43d1-ad3d-9df5a4527862" id="880" name="任意多边形: 形状 879">
                          <a:extLst>
                            <a:ext uri="{FF2B5EF4-FFF2-40B4-BE49-F238E27FC236}">
                              <a16:creationId id="{E0206D37-E3C0-2B01-0899-A0640EFE6A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73639" y="2079186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d034d1b-6d72-41fb-9409-b81b5a96318b" id="881" name="任意多边形: 形状 880">
                          <a:extLst>
                            <a:ext uri="{FF2B5EF4-FFF2-40B4-BE49-F238E27FC236}">
                              <a16:creationId id="{49C839BD-AC82-61AA-91AB-A30E3B8CA9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73298" y="2110468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31d8d79-5c16-4d31-8540-79ce50f46117" id="882" name="任意多边形: 形状 881">
                          <a:extLst>
                            <a:ext uri="{FF2B5EF4-FFF2-40B4-BE49-F238E27FC236}">
                              <a16:creationId id="{3BA5AD48-CD04-10AB-0970-CB96811655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72786" y="2127581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7ca9599-2179-4416-833e-1855942e95fc" id="883" name="任意多边形: 形状 882">
                          <a:extLst>
                            <a:ext uri="{FF2B5EF4-FFF2-40B4-BE49-F238E27FC236}">
                              <a16:creationId id="{C1695BA8-E340-B9A4-A07F-3E72A2E48E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64069" y="2067408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7" y="149"/>
                                <a:pt x="2624" y="-364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6" y="4886"/>
                                <a:pt x="2411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f7c9771-4490-4919-8b98-939b15ebc4d5" id="884" name="任意多边形: 形状 883">
                          <a:extLst>
                            <a:ext uri="{FF2B5EF4-FFF2-40B4-BE49-F238E27FC236}">
                              <a16:creationId id="{A0986A86-C8B7-F9A4-57D4-01D631878C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77982" y="2094934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7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6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7f4a424-2356-4c38-a2fd-081d29c23c63" id="885" name="任意多边形: 形状 884">
                          <a:extLst>
                            <a:ext uri="{FF2B5EF4-FFF2-40B4-BE49-F238E27FC236}">
                              <a16:creationId id="{B45466A6-C375-D25E-79A3-6885CDF2ED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43713" y="2078674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0cea687-6c72-40f5-8f09-a4fb49361957" id="886" name="任意多边形: 形状 885">
                          <a:extLst>
                            <a:ext uri="{FF2B5EF4-FFF2-40B4-BE49-F238E27FC236}">
                              <a16:creationId id="{C3243E27-AA31-677F-3702-DE0EAC19FF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73586" y="2126684"/>
                          <a:ext cx="5034" cy="5034"/>
                        </a:xfrm>
                        <a:custGeom>
                          <a:avLst/>
                          <a:gdLst>
                            <a:gd fmla="*/ 4757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7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7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7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262a057-bec1-4732-b87c-93ef5287ecee" id="887" name="任意多边形: 形状 886">
                          <a:extLst>
                            <a:ext uri="{FF2B5EF4-FFF2-40B4-BE49-F238E27FC236}">
                              <a16:creationId id="{C4A57D18-4FF0-3283-ED77-3EEDE53A96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61039" y="2090751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4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0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7156f6d-73fd-44a8-a912-c053a78ec535" id="888" name="任意多边形: 形状 887">
                          <a:extLst>
                            <a:ext uri="{FF2B5EF4-FFF2-40B4-BE49-F238E27FC236}">
                              <a16:creationId id="{76BED61B-565D-484B-189D-F0BF944753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89845" y="2118491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4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0" y="5398"/>
                                <a:pt x="3648" y="4758"/>
                              </a:cubicBezTo>
                              <a:cubicBezTo>
                                <a:pt x="4886" y="4118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b1e9f6c-cde1-43f3-9c6f-cc271763fbd4" id="889" name="任意多边形: 形状 888">
                          <a:extLst>
                            <a:ext uri="{FF2B5EF4-FFF2-40B4-BE49-F238E27FC236}">
                              <a16:creationId id="{943B3BAE-F67B-5A82-E994-6F3A986935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64368" y="2108419"/>
                          <a:ext cx="5034" cy="5034"/>
                        </a:xfrm>
                        <a:custGeom>
                          <a:avLst/>
                          <a:gdLst>
                            <a:gd fmla="*/ 4758 w 5034" name="connsiteX0"/>
                            <a:gd fmla="*/ 1386 h 5034" name="connsiteY0"/>
                            <a:gd fmla="*/ 1386 w 5034" name="connsiteX1"/>
                            <a:gd fmla="*/ 277 h 5034" name="connsiteY1"/>
                            <a:gd fmla="*/ 277 w 5034" name="connsiteX2"/>
                            <a:gd fmla="*/ 3648 h 5034" name="connsiteY2"/>
                            <a:gd fmla="*/ 3648 w 5034" name="connsiteX3"/>
                            <a:gd fmla="*/ 4758 h 5034" name="connsiteY3"/>
                            <a:gd fmla="*/ 4758 w 5034" name="connsiteX4"/>
                            <a:gd fmla="*/ 1386 h 503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4" w="5034">
                              <a:moveTo>
                                <a:pt x="4758" y="1386"/>
                              </a:moveTo>
                              <a:cubicBezTo>
                                <a:pt x="4118" y="149"/>
                                <a:pt x="2624" y="-363"/>
                                <a:pt x="1386" y="277"/>
                              </a:cubicBezTo>
                              <a:cubicBezTo>
                                <a:pt x="149" y="917"/>
                                <a:pt x="-364" y="2410"/>
                                <a:pt x="277" y="3648"/>
                              </a:cubicBezTo>
                              <a:cubicBezTo>
                                <a:pt x="917" y="4886"/>
                                <a:pt x="2411" y="5398"/>
                                <a:pt x="3648" y="4758"/>
                              </a:cubicBezTo>
                              <a:cubicBezTo>
                                <a:pt x="4886" y="4117"/>
                                <a:pt x="5398" y="2624"/>
                                <a:pt x="4758" y="13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f4e7d34f-e8d1-47d9-b55d-ed33242f56b7" id="777" name="图形 6643">
                        <a:extLst>
                          <a:ext uri="{FF2B5EF4-FFF2-40B4-BE49-F238E27FC236}">
                            <a16:creationId id="{C5115417-9614-82A5-2118-6F3AB0E4E2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883556" y="2039300"/>
                        <a:ext cx="149076" cy="119203"/>
                        <a:chOff x="7883556" y="2039300"/>
                        <a:chExt cx="149076" cy="119203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aa70d262-2bc2-48e5-9af0-b0514ae32786" id="778" name="任意多边形: 形状 777">
                          <a:extLst>
                            <a:ext uri="{FF2B5EF4-FFF2-40B4-BE49-F238E27FC236}">
                              <a16:creationId id="{739834EC-9691-0402-F411-4FEF1BAD98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92507" y="2094949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102"/>
                                <a:pt x="1285" y="5126"/>
                                <a:pt x="2693" y="5040"/>
                              </a:cubicBezTo>
                              <a:cubicBezTo>
                                <a:pt x="4102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e225659-f6f8-41b2-9475-6d7f75489d1f" id="779" name="任意多边形: 形状 778">
                          <a:extLst>
                            <a:ext uri="{FF2B5EF4-FFF2-40B4-BE49-F238E27FC236}">
                              <a16:creationId id="{906EA796-456C-B9CF-555A-18EF3381AC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81070" y="2102631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2394d5d-08d3-4ed5-b187-66f8891994e9" id="780" name="任意多边形: 形状 779">
                          <a:extLst>
                            <a:ext uri="{FF2B5EF4-FFF2-40B4-BE49-F238E27FC236}">
                              <a16:creationId id="{1CA03D73-61E2-A43C-57BA-918E3D863D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82691" y="2088591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4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6" y="986"/>
                                <a:pt x="3760" y="-81"/>
                                <a:pt x="2352" y="5"/>
                              </a:cubicBezTo>
                              <a:cubicBezTo>
                                <a:pt x="944" y="90"/>
                                <a:pt x="-80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4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df29a4d-1274-49ee-b383-06e2833b7f57" id="781" name="任意多边形: 形状 780">
                          <a:extLst>
                            <a:ext uri="{FF2B5EF4-FFF2-40B4-BE49-F238E27FC236}">
                              <a16:creationId id="{4542D8F7-0AF3-50BA-BBAE-69BE0CD613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93659" y="2112446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102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590e386-967f-45a3-b713-800c519e6946" id="782" name="任意多边形: 形状 781">
                          <a:extLst>
                            <a:ext uri="{FF2B5EF4-FFF2-40B4-BE49-F238E27FC236}">
                              <a16:creationId id="{46F56E63-78FE-EF19-CAC8-2D6E3A4E45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67200" y="2092133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102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8264de5-ecb8-46c8-8c04-d03abaaa5481" id="783" name="任意多边形: 形状 782">
                          <a:extLst>
                            <a:ext uri="{FF2B5EF4-FFF2-40B4-BE49-F238E27FC236}">
                              <a16:creationId id="{72A3083E-3147-3DCA-4D5E-5B2FA97883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79491" y="2116671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102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e4e584e-ef47-4c28-bf6a-b524fd74e7aa" id="784" name="任意多边形: 形状 783">
                          <a:extLst>
                            <a:ext uri="{FF2B5EF4-FFF2-40B4-BE49-F238E27FC236}">
                              <a16:creationId id="{AAEE975B-AECE-9DF3-24FC-F4F4A69D2D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63317" y="2109673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659f49c-0b2e-4f0d-9b17-2cbf4c90f71e" id="785" name="任意多边形: 形状 784">
                          <a:extLst>
                            <a:ext uri="{FF2B5EF4-FFF2-40B4-BE49-F238E27FC236}">
                              <a16:creationId id="{BB13FE45-9F40-E74D-6C62-96FE120D31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56361" y="2080866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eef53bc-629a-41de-bcef-ef4e19e29b99" id="786" name="任意多边形: 形状 785">
                          <a:extLst>
                            <a:ext uri="{FF2B5EF4-FFF2-40B4-BE49-F238E27FC236}">
                              <a16:creationId id="{1E3C2A35-7C9C-F5CB-5A75-C0C5743B86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44966" y="2088548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b62f10f-645d-4226-95b9-d78ce793fba3" id="787" name="任意多边形: 形状 786">
                          <a:extLst>
                            <a:ext uri="{FF2B5EF4-FFF2-40B4-BE49-F238E27FC236}">
                              <a16:creationId id="{367D73E3-4699-9DD0-0FB0-7F06D56149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46545" y="2074550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a024810-3833-496b-96e0-9d0c6fac5241" id="788" name="任意多边形: 形状 787">
                          <a:extLst>
                            <a:ext uri="{FF2B5EF4-FFF2-40B4-BE49-F238E27FC236}">
                              <a16:creationId id="{E5CB34D8-D14F-03C1-897D-A7EC150C31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57513" y="2098364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9d8b101-c25c-4ee7-ad8b-07cf5b5894bc" id="789" name="任意多边形: 形状 788">
                          <a:extLst>
                            <a:ext uri="{FF2B5EF4-FFF2-40B4-BE49-F238E27FC236}">
                              <a16:creationId id="{4A1E40C5-284E-C65B-6046-415C08F603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31054" y="2078093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c959e44-cd89-44a2-9292-5ff26d97e908" id="790" name="任意多边形: 形状 789">
                          <a:extLst>
                            <a:ext uri="{FF2B5EF4-FFF2-40B4-BE49-F238E27FC236}">
                              <a16:creationId id="{96842923-DAAB-4C3B-FA51-B54CF9CF1C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43344" y="2102588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102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0320841-c07f-4e26-be90-9463c24fe51a" id="791" name="任意多边形: 形状 790">
                          <a:extLst>
                            <a:ext uri="{FF2B5EF4-FFF2-40B4-BE49-F238E27FC236}">
                              <a16:creationId id="{9B444140-5E2F-A91A-2E9C-2A842AFF0C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27170" y="2095632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aa629fb-4661-43a0-a8b7-d085183e1f07" id="792" name="任意多边形: 形状 791">
                          <a:extLst>
                            <a:ext uri="{FF2B5EF4-FFF2-40B4-BE49-F238E27FC236}">
                              <a16:creationId id="{4B738789-A922-A9B1-EBC4-3BBC96F846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59646" y="2120982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955f0e1-20a7-4b25-b6b8-eed7aef74ec3" id="793" name="任意多边形: 形状 792">
                          <a:extLst>
                            <a:ext uri="{FF2B5EF4-FFF2-40B4-BE49-F238E27FC236}">
                              <a16:creationId id="{37C2BCFF-0CA6-8CC3-D938-BF3DAA1DC3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48210" y="2128706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b799c71-c638-4a41-bb13-45a80daf281f" id="794" name="任意多边形: 形状 793">
                          <a:extLst>
                            <a:ext uri="{FF2B5EF4-FFF2-40B4-BE49-F238E27FC236}">
                              <a16:creationId id="{D320B190-876D-E954-F73C-7641506679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49831" y="2114666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102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118f3d4-5179-4d60-aff5-34055e8cf3db" id="795" name="任意多边形: 形状 794">
                          <a:extLst>
                            <a:ext uri="{FF2B5EF4-FFF2-40B4-BE49-F238E27FC236}">
                              <a16:creationId id="{3D1D24EE-0E19-1B2A-BE6F-4D04372309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60799" y="2138479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21b2d40-e91b-490d-b4f9-868b9ad870f1" id="796" name="任意多边形: 形状 795">
                          <a:extLst>
                            <a:ext uri="{FF2B5EF4-FFF2-40B4-BE49-F238E27FC236}">
                              <a16:creationId id="{E649376A-D111-D617-14CD-EE7FB41CA9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34297" y="2118208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087f07a-2f9d-46c1-abef-ab5991e4f80a" id="797" name="任意多边形: 形状 796">
                          <a:extLst>
                            <a:ext uri="{FF2B5EF4-FFF2-40B4-BE49-F238E27FC236}">
                              <a16:creationId id="{72E58344-7D87-80AF-30F8-68948EA814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30670" y="2139332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e4da1a7-d3e3-4c73-b812-f5865823312f" id="798" name="任意多边形: 形状 797">
                          <a:extLst>
                            <a:ext uri="{FF2B5EF4-FFF2-40B4-BE49-F238E27FC236}">
                              <a16:creationId id="{58861B6F-3C7B-2DC7-2789-E49B43DCBB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21580" y="2125420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102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f4b3dd1-8624-4074-a266-cb78a85d2385" id="799" name="任意多边形: 形状 798">
                          <a:extLst>
                            <a:ext uri="{FF2B5EF4-FFF2-40B4-BE49-F238E27FC236}">
                              <a16:creationId id="{8507A0E7-E3B0-E8DA-FE54-FF26CAC3EF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8000658" y="2132205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18789ca-b5b8-4ce1-9ad2-a658eea3df17" id="800" name="任意多边形: 形状 799">
                          <a:extLst>
                            <a:ext uri="{FF2B5EF4-FFF2-40B4-BE49-F238E27FC236}">
                              <a16:creationId id="{8DB01971-6FB9-5ACF-38E4-9826FDD79B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89221" y="2139930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a486b96-f1d1-4d72-8c7f-cfaa2d2ec034" id="801" name="任意多边形: 形状 800">
                          <a:extLst>
                            <a:ext uri="{FF2B5EF4-FFF2-40B4-BE49-F238E27FC236}">
                              <a16:creationId id="{BBBF38E8-EC54-2DB4-E183-05C7E1048A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90800" y="2125889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ec44e47-7214-4787-978b-a64113ada389" id="802" name="任意多边形: 形状 801">
                          <a:extLst>
                            <a:ext uri="{FF2B5EF4-FFF2-40B4-BE49-F238E27FC236}">
                              <a16:creationId id="{1A6E7DC0-1B40-378A-0BAE-E08E4C40B6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8001810" y="2149745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7fab121-89e0-4af2-8ed1-47a8a8110280" id="803" name="任意多边形: 形状 802">
                          <a:extLst>
                            <a:ext uri="{FF2B5EF4-FFF2-40B4-BE49-F238E27FC236}">
                              <a16:creationId id="{28766F4E-3F40-3F3D-B96C-38F8697B39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75309" y="2129431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102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049ec82-a7d6-4237-9574-ab375e25bf41" id="804" name="任意多边形: 形状 803">
                          <a:extLst>
                            <a:ext uri="{FF2B5EF4-FFF2-40B4-BE49-F238E27FC236}">
                              <a16:creationId id="{D0A9AABB-BEC1-C772-0C9A-3F57838ABA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56745" y="2153458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d9f989d-6d48-4d50-827c-fbd8c617c376" id="805" name="任意多边形: 形状 804">
                          <a:extLst>
                            <a:ext uri="{FF2B5EF4-FFF2-40B4-BE49-F238E27FC236}">
                              <a16:creationId id="{A71F016E-7B99-3CB1-F81D-8767FB2CFE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71425" y="2146971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4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6" y="986"/>
                                <a:pt x="3760" y="-81"/>
                                <a:pt x="2352" y="5"/>
                              </a:cubicBezTo>
                              <a:cubicBezTo>
                                <a:pt x="944" y="90"/>
                                <a:pt x="-80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4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44ce21b-9653-4adb-bf62-6ffd3ed4da08" id="806" name="任意多边形: 形状 805">
                          <a:extLst>
                            <a:ext uri="{FF2B5EF4-FFF2-40B4-BE49-F238E27FC236}">
                              <a16:creationId id="{A6B7A3F2-B149-BC5F-F3C3-3254E8F2E7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85636" y="2056925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c7e2e2d-c93c-4ba0-a25a-b8900ef7e0d1" id="807" name="任意多边形: 形状 806">
                          <a:extLst>
                            <a:ext uri="{FF2B5EF4-FFF2-40B4-BE49-F238E27FC236}">
                              <a16:creationId id="{8F89F77F-5021-2E27-4015-B00D41E5FE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74199" y="2064650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102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b095ac2-b76e-4eb2-8759-1dc71edb9dd2" id="808" name="任意多边形: 形状 807">
                          <a:extLst>
                            <a:ext uri="{FF2B5EF4-FFF2-40B4-BE49-F238E27FC236}">
                              <a16:creationId id="{AA0B315D-82E1-69FC-AFFF-BF0E1A1106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77101" y="2041647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fd93fc8-7c78-4d9e-aa95-1d94611c6320" id="809" name="任意多边形: 形状 808">
                          <a:extLst>
                            <a:ext uri="{FF2B5EF4-FFF2-40B4-BE49-F238E27FC236}">
                              <a16:creationId id="{7AAF1F2B-91D7-80E9-4D1E-FDCDD8646D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86788" y="2074422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44" y="90"/>
                                <a:pt x="-80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8c67fcb-7b1a-4460-b927-b566e142ded6" id="810" name="任意多边形: 形状 809">
                          <a:extLst>
                            <a:ext uri="{FF2B5EF4-FFF2-40B4-BE49-F238E27FC236}">
                              <a16:creationId id="{49E28F8D-1FC7-1031-DA1C-FDEEE8E19A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60287" y="2054151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4c6a4fa-f78e-4315-a4b0-aa5512d63dd1" id="811" name="任意多边形: 形状 810">
                          <a:extLst>
                            <a:ext uri="{FF2B5EF4-FFF2-40B4-BE49-F238E27FC236}">
                              <a16:creationId id="{6445C791-DCF1-2EC1-A281-913F560A7F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72620" y="2078647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7ce3c02-e9f6-45bf-8695-ae8cf7d685fd" id="812" name="任意多边形: 形状 811">
                          <a:extLst>
                            <a:ext uri="{FF2B5EF4-FFF2-40B4-BE49-F238E27FC236}">
                              <a16:creationId id="{F5C69FA9-3208-3235-E735-4672C35069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56403" y="2071691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c20bb6b-05d5-4a66-84a5-3b0c2e0381d1" id="813" name="任意多边形: 形状 812">
                          <a:extLst>
                            <a:ext uri="{FF2B5EF4-FFF2-40B4-BE49-F238E27FC236}">
                              <a16:creationId id="{5CDF026E-9140-A2E5-1D3C-0F0EB5ABFB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12788" y="2097638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b9e5293-bbd4-4c75-9419-9cc119942fcf" id="814" name="任意多边形: 形状 813">
                          <a:extLst>
                            <a:ext uri="{FF2B5EF4-FFF2-40B4-BE49-F238E27FC236}">
                              <a16:creationId id="{7DDE8A19-77C3-EF7A-3DF9-1BBF4999A0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01351" y="2105362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4 w 5045" name="connsiteX3"/>
                            <a:gd fmla="*/ 5040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44" y="90"/>
                                <a:pt x="-80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4" y="5040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49bd180-8a51-4e8d-a9a4-69f62e790c90" id="815" name="任意多边形: 形状 814">
                          <a:extLst>
                            <a:ext uri="{FF2B5EF4-FFF2-40B4-BE49-F238E27FC236}">
                              <a16:creationId id="{40A30FC7-3CDE-E892-4D52-DC24321C10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02973" y="2091322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102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49e73e6-a09f-43b8-9393-317b1120e6f6" id="816" name="任意多边形: 形状 815">
                          <a:extLst>
                            <a:ext uri="{FF2B5EF4-FFF2-40B4-BE49-F238E27FC236}">
                              <a16:creationId id="{F6CD09B3-092C-8111-582F-F095255274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25506" y="2108776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93"/>
                              </a:cubicBezTo>
                              <a:cubicBezTo>
                                <a:pt x="90" y="4102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81c2894-f835-41fa-a88f-547aad2d5654" id="817" name="任意多边形: 形状 816">
                          <a:extLst>
                            <a:ext uri="{FF2B5EF4-FFF2-40B4-BE49-F238E27FC236}">
                              <a16:creationId id="{174E2FDB-AE92-3763-F8AC-63892B8B57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99559" y="2077922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1986c44-a33e-4aec-87f5-d90bc991fc0e" id="818" name="任意多边形: 形状 817">
                          <a:extLst>
                            <a:ext uri="{FF2B5EF4-FFF2-40B4-BE49-F238E27FC236}">
                              <a16:creationId id="{640FCFEF-003A-8A97-FCAA-325B0AAC55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99773" y="2119360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7a4cddd-35c5-46ac-99f9-17e6eb39d9cd" id="819" name="任意多边形: 形状 818">
                          <a:extLst>
                            <a:ext uri="{FF2B5EF4-FFF2-40B4-BE49-F238E27FC236}">
                              <a16:creationId id="{D615EC43-71AA-EAA2-76E4-4D5BB5D631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83556" y="2112404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2ade098-8d9e-44ab-adc9-e7505a4362d5" id="820" name="任意多边形: 形状 819">
                          <a:extLst>
                            <a:ext uri="{FF2B5EF4-FFF2-40B4-BE49-F238E27FC236}">
                              <a16:creationId id="{95FBB457-5815-BC02-1956-8C1A5ABDF3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47911" y="2056883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93"/>
                              </a:cubicBezTo>
                              <a:cubicBezTo>
                                <a:pt x="90" y="4102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74de579-a83f-4aaf-80bb-828ec44f64ae" id="821" name="任意多边形: 形状 820">
                          <a:extLst>
                            <a:ext uri="{FF2B5EF4-FFF2-40B4-BE49-F238E27FC236}">
                              <a16:creationId id="{E2967162-E094-42CE-44A3-066534E9B8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25079" y="2053938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2f1d9fd-f78c-4c8b-8ba8-a79880071933" id="822" name="任意多边形: 形状 821">
                          <a:extLst>
                            <a:ext uri="{FF2B5EF4-FFF2-40B4-BE49-F238E27FC236}">
                              <a16:creationId id="{9968786F-6213-047E-8A1A-C83C2308A2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00455" y="2053042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93"/>
                              </a:cubicBezTo>
                              <a:cubicBezTo>
                                <a:pt x="90" y="4102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2bc797e-be42-4149-92b0-13a489867ad7" id="823" name="任意多边形: 形状 822">
                          <a:extLst>
                            <a:ext uri="{FF2B5EF4-FFF2-40B4-BE49-F238E27FC236}">
                              <a16:creationId id="{D1105666-CD0C-034A-4A51-D97829D1D3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37626" y="2063753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9288a35-8aac-4ee9-bb63-3d8ee969729d" id="824" name="任意多边形: 形状 823">
                          <a:extLst>
                            <a:ext uri="{FF2B5EF4-FFF2-40B4-BE49-F238E27FC236}">
                              <a16:creationId id="{8F0CB23E-3024-2F8D-D63F-3664FB795A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36047" y="2039300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5679520-f9b5-458e-b22f-a2975b9473f3" id="825" name="任意多边形: 形状 824">
                          <a:extLst>
                            <a:ext uri="{FF2B5EF4-FFF2-40B4-BE49-F238E27FC236}">
                              <a16:creationId id="{3C906ED5-8BF7-67F5-9048-222EC30DEA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23457" y="2067978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4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6" y="986"/>
                                <a:pt x="3760" y="-81"/>
                                <a:pt x="2352" y="5"/>
                              </a:cubicBezTo>
                              <a:cubicBezTo>
                                <a:pt x="944" y="90"/>
                                <a:pt x="-80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4" y="5041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09e0805-c1ce-416f-a40b-31adf29307a7" id="826" name="任意多边形: 形状 825">
                          <a:extLst>
                            <a:ext uri="{FF2B5EF4-FFF2-40B4-BE49-F238E27FC236}">
                              <a16:creationId id="{7716E0B8-C0AE-BD58-27C5-BEE5A11950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916288" y="2083512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a989471-c1ea-4654-8b0b-d8507b56f072" id="827" name="任意多边形: 形状 826">
                          <a:extLst>
                            <a:ext uri="{FF2B5EF4-FFF2-40B4-BE49-F238E27FC236}">
                              <a16:creationId id="{2FE85893-0490-75AC-9AF8-A498BDD608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8023831" y="2063881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7174739-66ae-43e4-bd25-f434b75df2de" id="828" name="任意多边形: 形状 827">
                          <a:extLst>
                            <a:ext uri="{FF2B5EF4-FFF2-40B4-BE49-F238E27FC236}">
                              <a16:creationId id="{8FA30141-5425-3D17-A241-3CE94AFE01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8025837" y="2094651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1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1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32b5e96-febf-4849-8c67-85aea09ab06f" id="829" name="任意多边形: 形状 828">
                          <a:extLst>
                            <a:ext uri="{FF2B5EF4-FFF2-40B4-BE49-F238E27FC236}">
                              <a16:creationId id="{B43EB567-EABC-F1AA-DF9B-D5719DFBFF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8000701" y="2066271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006e5f2-7ace-4aab-880e-ac2a45e0f1c7" id="830" name="任意多边形: 形状 829">
                          <a:extLst>
                            <a:ext uri="{FF2B5EF4-FFF2-40B4-BE49-F238E27FC236}">
                              <a16:creationId id="{1FA521F0-121D-2391-1583-1CE9ED8831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8009406" y="2122177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6" y="90"/>
                                <a:pt x="-81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e617179-37aa-45ff-83fd-eb9eaacf014d" id="831" name="任意多边形: 形状 830">
                          <a:extLst>
                            <a:ext uri="{FF2B5EF4-FFF2-40B4-BE49-F238E27FC236}">
                              <a16:creationId id="{4E783311-FF73-1F06-DE69-9F20E23466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8011924" y="2084152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3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87" y="90"/>
                                <a:pt x="-80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3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9e782fa-722f-4424-8678-1fe9d3f0cec2" id="832" name="任意多边形: 形状 831">
                          <a:extLst>
                            <a:ext uri="{FF2B5EF4-FFF2-40B4-BE49-F238E27FC236}">
                              <a16:creationId id="{86F7DA48-BC41-448E-82DC-AF1A6E9B0C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8027586" y="2120982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4 w 5045" name="connsiteX3"/>
                            <a:gd fmla="*/ 5040 h 5045" name="connsiteY3"/>
                            <a:gd fmla="*/ 5041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352"/>
                              </a:moveTo>
                              <a:cubicBezTo>
                                <a:pt x="4956" y="986"/>
                                <a:pt x="3760" y="-81"/>
                                <a:pt x="2352" y="5"/>
                              </a:cubicBezTo>
                              <a:cubicBezTo>
                                <a:pt x="944" y="90"/>
                                <a:pt x="-80" y="1285"/>
                                <a:pt x="5" y="2693"/>
                              </a:cubicBezTo>
                              <a:cubicBezTo>
                                <a:pt x="90" y="4102"/>
                                <a:pt x="1285" y="5126"/>
                                <a:pt x="2694" y="5040"/>
                              </a:cubicBezTo>
                              <a:cubicBezTo>
                                <a:pt x="4059" y="4955"/>
                                <a:pt x="5126" y="3760"/>
                                <a:pt x="5041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404eaef-6fe4-4cb4-b1b3-721d8ef1ee61" id="833" name="任意多边形: 形状 832">
                          <a:extLst>
                            <a:ext uri="{FF2B5EF4-FFF2-40B4-BE49-F238E27FC236}">
                              <a16:creationId id="{DFFBC799-2CB2-3FE3-1008-533444E205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8008041" y="2101735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352 h 5045" name="connsiteY0"/>
                            <a:gd fmla="*/ 2352 w 5045" name="connsiteX1"/>
                            <a:gd fmla="*/ 5 h 5045" name="connsiteY1"/>
                            <a:gd fmla="*/ 5 w 5045" name="connsiteX2"/>
                            <a:gd fmla="*/ 2693 h 5045" name="connsiteY2"/>
                            <a:gd fmla="*/ 2694 w 5045" name="connsiteX3"/>
                            <a:gd fmla="*/ 5041 h 5045" name="connsiteY3"/>
                            <a:gd fmla="*/ 5040 w 5045" name="connsiteX4"/>
                            <a:gd fmla="*/ 2352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352"/>
                              </a:moveTo>
                              <a:cubicBezTo>
                                <a:pt x="4955" y="986"/>
                                <a:pt x="3760" y="-81"/>
                                <a:pt x="2352" y="5"/>
                              </a:cubicBezTo>
                              <a:cubicBezTo>
                                <a:pt x="944" y="90"/>
                                <a:pt x="-80" y="1285"/>
                                <a:pt x="5" y="2693"/>
                              </a:cubicBezTo>
                              <a:cubicBezTo>
                                <a:pt x="90" y="4059"/>
                                <a:pt x="1285" y="5126"/>
                                <a:pt x="2694" y="5041"/>
                              </a:cubicBezTo>
                              <a:cubicBezTo>
                                <a:pt x="4059" y="4955"/>
                                <a:pt x="5126" y="3760"/>
                                <a:pt x="5040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</p:grpSp>
                <p:grpSp>
                  <p:nvGrpSpPr>
                    <p:cNvPr descr="56e9e7ff-bd38-41f7-b555-46d6411a875b" id="423" name="图形 6643">
                      <a:extLst>
                        <a:ext uri="{FF2B5EF4-FFF2-40B4-BE49-F238E27FC236}">
                          <a16:creationId id="{32B52FA1-618C-BE70-83B9-04B6057727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526045" y="1770940"/>
                      <a:ext cx="362385" cy="192865"/>
                      <a:chOff x="7526045" y="1770940"/>
                      <a:chExt cx="362385" cy="192865"/>
                    </a:xfrm>
                    <a:solidFill>
                      <a:srgbClr val="CD6054"/>
                    </a:solidFill>
                  </p:grpSpPr>
                  <p:grpSp>
                    <p:nvGrpSpPr>
                      <p:cNvPr descr="ac18d8e0-2338-41a4-8bcd-98262b51987a" id="424" name="图形 6643">
                        <a:extLst>
                          <a:ext uri="{FF2B5EF4-FFF2-40B4-BE49-F238E27FC236}">
                            <a16:creationId id="{B7B2BC16-3993-F6EF-79AD-0C87A35D56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526045" y="1770940"/>
                        <a:ext cx="118124" cy="149234"/>
                        <a:chOff x="7526045" y="1770940"/>
                        <a:chExt cx="118124" cy="149234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996ce73a-8817-4336-a12b-09d18a944af6" id="710" name="任意多边形: 形状 709">
                          <a:extLst>
                            <a:ext uri="{FF2B5EF4-FFF2-40B4-BE49-F238E27FC236}">
                              <a16:creationId id="{3FBE0C7A-AA4F-0315-7692-E852D0D83E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7242" y="1878141"/>
                          <a:ext cx="5033" cy="5033"/>
                        </a:xfrm>
                        <a:custGeom>
                          <a:avLst/>
                          <a:gdLst>
                            <a:gd fmla="*/ 2879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79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0" y="1514"/>
                                <a:pt x="20" y="2879"/>
                              </a:cubicBezTo>
                              <a:cubicBezTo>
                                <a:pt x="191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eb6e832-d297-4826-9b10-883cae6bc73a" id="711" name="任意多边形: 形状 710">
                          <a:extLst>
                            <a:ext uri="{FF2B5EF4-FFF2-40B4-BE49-F238E27FC236}">
                              <a16:creationId id="{FCD97EBF-EACC-B182-AC11-5AD202736E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8665" y="1867344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db7ba01-831e-479a-bb05-a2120e66d64b" id="712" name="任意多边形: 形状 711">
                          <a:extLst>
                            <a:ext uri="{FF2B5EF4-FFF2-40B4-BE49-F238E27FC236}">
                              <a16:creationId id="{D4CB2397-F979-3FFC-8330-5F36B0C90F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2747" y="1867814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191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c01adc9-8343-445b-b464-5cccdd83bca6" id="713" name="任意多边形: 形状 712">
                          <a:extLst>
                            <a:ext uri="{FF2B5EF4-FFF2-40B4-BE49-F238E27FC236}">
                              <a16:creationId id="{06326271-9029-F1CC-3ED4-50E630FBC0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9916" y="1880659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b0bbe31-7d2e-454c-8d2b-eb8ef657a170" id="714" name="任意多边形: 形状 713">
                          <a:extLst>
                            <a:ext uri="{FF2B5EF4-FFF2-40B4-BE49-F238E27FC236}">
                              <a16:creationId id="{4231DE28-D2D6-B9F0-6B5F-37427DE1A7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8010" y="1852621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191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8b457e3-4456-4c96-a10b-2bb132a3e787" id="715" name="任意多边形: 形状 714">
                          <a:extLst>
                            <a:ext uri="{FF2B5EF4-FFF2-40B4-BE49-F238E27FC236}">
                              <a16:creationId id="{955E0A5E-635E-C2D1-FD24-B6518A300D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4539" y="1866875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18c09e9-52bb-4c73-8d2e-4ae80f2db7d8" id="716" name="任意多边形: 形状 715">
                          <a:extLst>
                            <a:ext uri="{FF2B5EF4-FFF2-40B4-BE49-F238E27FC236}">
                              <a16:creationId id="{2A1104E5-2EDF-A90F-E523-EDE55D420F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0215" y="1850188"/>
                          <a:ext cx="5033" cy="5033"/>
                        </a:xfrm>
                        <a:custGeom>
                          <a:avLst/>
                          <a:gdLst>
                            <a:gd fmla="*/ 2879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79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0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5efd562-b4e7-4c1f-8543-96955c0b6fc4" id="717" name="任意多边形: 形状 716">
                          <a:extLst>
                            <a:ext uri="{FF2B5EF4-FFF2-40B4-BE49-F238E27FC236}">
                              <a16:creationId id="{B1CC653B-8F76-4A0B-C867-0FDDA78545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8381" y="1840971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764c985-fa57-4e27-b0a4-a527529fb9c9" id="718" name="任意多边形: 形状 717">
                          <a:extLst>
                            <a:ext uri="{FF2B5EF4-FFF2-40B4-BE49-F238E27FC236}">
                              <a16:creationId id="{B11CB367-7B4B-F7DE-3974-819731EF2B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9760" y="1830174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190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28836c0-7740-4cff-9d29-f26470c8ee96" id="719" name="任意多边形: 形状 718">
                          <a:extLst>
                            <a:ext uri="{FF2B5EF4-FFF2-40B4-BE49-F238E27FC236}">
                              <a16:creationId id="{9243D21C-65F4-F6E7-137B-90358936F5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3886" y="1830643"/>
                          <a:ext cx="5033" cy="5033"/>
                        </a:xfrm>
                        <a:custGeom>
                          <a:avLst/>
                          <a:gdLst>
                            <a:gd fmla="*/ 2879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79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0" y="1514"/>
                                <a:pt x="20" y="2879"/>
                              </a:cubicBezTo>
                              <a:cubicBezTo>
                                <a:pt x="234" y="4245"/>
                                <a:pt x="1513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5d665fb-37f8-4cb6-b8bd-89489dcdaac8" id="720" name="任意多边形: 形状 719">
                          <a:extLst>
                            <a:ext uri="{FF2B5EF4-FFF2-40B4-BE49-F238E27FC236}">
                              <a16:creationId id="{40BC1402-E712-B851-E141-DB9EE9F977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1012" y="1843531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6a663eb-f00e-4056-9cc2-d60e66a378fd" id="721" name="任意多边形: 形状 720">
                          <a:extLst>
                            <a:ext uri="{FF2B5EF4-FFF2-40B4-BE49-F238E27FC236}">
                              <a16:creationId id="{0C21CACA-E900-2932-1D0A-1B0C3DE83F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9106" y="1815493"/>
                          <a:ext cx="5033" cy="5033"/>
                        </a:xfrm>
                        <a:custGeom>
                          <a:avLst/>
                          <a:gdLst>
                            <a:gd fmla="*/ 2879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79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0" y="1514"/>
                                <a:pt x="20" y="2879"/>
                              </a:cubicBezTo>
                              <a:cubicBezTo>
                                <a:pt x="234" y="4245"/>
                                <a:pt x="1513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14c3724-b5e4-4541-988e-85da380cdf28" id="722" name="任意多边形: 形状 721">
                          <a:extLst>
                            <a:ext uri="{FF2B5EF4-FFF2-40B4-BE49-F238E27FC236}">
                              <a16:creationId id="{9BA4CB7F-78EE-7591-0C7F-8C23AB35A3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5677" y="1829704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191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d8d420f-0a12-485c-9b96-b56a3a4ff9f3" id="723" name="任意多边形: 形状 722">
                          <a:extLst>
                            <a:ext uri="{FF2B5EF4-FFF2-40B4-BE49-F238E27FC236}">
                              <a16:creationId id="{23FEFD62-600F-04D9-31D7-5B71ECF3F7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1311" y="1813018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190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9ad3c52-60c7-49c9-9470-57421cf61a27" id="724" name="任意多边形: 形状 723">
                          <a:extLst>
                            <a:ext uri="{FF2B5EF4-FFF2-40B4-BE49-F238E27FC236}">
                              <a16:creationId id="{AD6C5C3F-523C-1013-BD5D-69C2E2DE71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8650" y="1847457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d51fef4-ba91-4b17-a826-0f383741f3d2" id="725" name="任意多边形: 形状 724">
                          <a:extLst>
                            <a:ext uri="{FF2B5EF4-FFF2-40B4-BE49-F238E27FC236}">
                              <a16:creationId id="{A2BCA87F-B485-AC39-2BCE-4F6A64FF98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0029" y="1836660"/>
                          <a:ext cx="5033" cy="5033"/>
                        </a:xfrm>
                        <a:custGeom>
                          <a:avLst/>
                          <a:gdLst>
                            <a:gd fmla="*/ 2879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79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0" y="1514"/>
                                <a:pt x="20" y="2879"/>
                              </a:cubicBezTo>
                              <a:cubicBezTo>
                                <a:pt x="234" y="4245"/>
                                <a:pt x="1513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c51e288-d7de-41e5-8ea3-101cafb87764" id="726" name="任意多边形: 形状 725">
                          <a:extLst>
                            <a:ext uri="{FF2B5EF4-FFF2-40B4-BE49-F238E27FC236}">
                              <a16:creationId id="{FB21F1E8-B445-064E-B41E-8DEBE8CE86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4155" y="1837130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a75ccb5-c478-465b-b641-8da3c9fd406b" id="727" name="任意多边形: 形状 726">
                          <a:extLst>
                            <a:ext uri="{FF2B5EF4-FFF2-40B4-BE49-F238E27FC236}">
                              <a16:creationId id="{A9FE2284-EDF8-BEC2-5079-ED5D15A717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41281" y="1850018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7eb8b29-7380-4e70-9894-2f916a1392c4" id="728" name="任意多边形: 形状 727">
                          <a:extLst>
                            <a:ext uri="{FF2B5EF4-FFF2-40B4-BE49-F238E27FC236}">
                              <a16:creationId id="{5326EEB2-4A51-9E54-3A83-9BBC647EFF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9375" y="1821980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5843db4-5967-4c82-9622-6353c611c157" id="729" name="任意多边形: 形状 728">
                          <a:extLst>
                            <a:ext uri="{FF2B5EF4-FFF2-40B4-BE49-F238E27FC236}">
                              <a16:creationId id="{F52E5948-A210-C26E-CB96-30269E2EED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8037" y="1820017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75ddd5f-8d33-4efe-bae2-0d0fd63a4407" id="730" name="任意多边形: 形状 729">
                          <a:extLst>
                            <a:ext uri="{FF2B5EF4-FFF2-40B4-BE49-F238E27FC236}">
                              <a16:creationId id="{27D7DD8E-FFC1-EEED-7244-D411E0B2FD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1181" y="1809860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dacaf7a-3fe0-4912-9875-8ce43bf7266c" id="731" name="任意多边形: 形状 730">
                          <a:extLst>
                            <a:ext uri="{FF2B5EF4-FFF2-40B4-BE49-F238E27FC236}">
                              <a16:creationId id="{3D15F4B9-2933-C784-2EE2-B26F39E5AA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0755" y="1889194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058ed31-8064-46f2-8032-bba2290772e1" id="732" name="任意多边形: 形状 731">
                          <a:extLst>
                            <a:ext uri="{FF2B5EF4-FFF2-40B4-BE49-F238E27FC236}">
                              <a16:creationId id="{336C6A5D-1422-883A-D08B-6A542724E6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42134" y="1878440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0ef4dfc-4233-4123-977e-e9d0a82f488d" id="733" name="任意多边形: 形状 732">
                          <a:extLst>
                            <a:ext uri="{FF2B5EF4-FFF2-40B4-BE49-F238E27FC236}">
                              <a16:creationId id="{D0AD6982-8D5E-0BEF-5067-741E2C4DEB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6260" y="1878909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191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c8db764-a4ce-4f4e-9e57-706f76814797" id="734" name="任意多边形: 形状 733">
                          <a:extLst>
                            <a:ext uri="{FF2B5EF4-FFF2-40B4-BE49-F238E27FC236}">
                              <a16:creationId id="{1BEDAF7E-547A-60B0-D029-A8D090432F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3385" y="1891755"/>
                          <a:ext cx="5033" cy="5033"/>
                        </a:xfrm>
                        <a:custGeom>
                          <a:avLst/>
                          <a:gdLst>
                            <a:gd fmla="*/ 2879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79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0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271e78a-12fa-41fe-966d-9e120c2d3dd6" id="735" name="任意多边形: 形状 734">
                          <a:extLst>
                            <a:ext uri="{FF2B5EF4-FFF2-40B4-BE49-F238E27FC236}">
                              <a16:creationId id="{7BE8A646-89C3-641E-FD4C-39B725F19F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1480" y="1863717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7052a46-8a00-4c5d-b25b-6be8099b8b6a" id="736" name="任意多边形: 形状 735">
                          <a:extLst>
                            <a:ext uri="{FF2B5EF4-FFF2-40B4-BE49-F238E27FC236}">
                              <a16:creationId id="{778C382C-25EF-701B-50FA-9AD221D4D1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26045" y="1847158"/>
                          <a:ext cx="5033" cy="5033"/>
                        </a:xfrm>
                        <a:custGeom>
                          <a:avLst/>
                          <a:gdLst>
                            <a:gd fmla="*/ 2879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79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0" y="1514"/>
                                <a:pt x="20" y="2879"/>
                              </a:cubicBezTo>
                              <a:cubicBezTo>
                                <a:pt x="234" y="4245"/>
                                <a:pt x="1513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89448a1-3800-4841-93a8-950488afdf0f" id="737" name="任意多边形: 形状 736">
                          <a:extLst>
                            <a:ext uri="{FF2B5EF4-FFF2-40B4-BE49-F238E27FC236}">
                              <a16:creationId id="{72C85C12-7610-D45F-17D0-DC8B7D00E9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33684" y="1861284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39b0af1-8db7-42b4-819b-1bdd9658c2c4" id="738" name="任意多边形: 形状 737">
                          <a:extLst>
                            <a:ext uri="{FF2B5EF4-FFF2-40B4-BE49-F238E27FC236}">
                              <a16:creationId id="{78CD3F62-0D7B-EB74-83E4-DC9129319E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4584" y="1868198"/>
                          <a:ext cx="5033" cy="5033"/>
                        </a:xfrm>
                        <a:custGeom>
                          <a:avLst/>
                          <a:gdLst>
                            <a:gd fmla="*/ 2879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79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0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75371b5-3fc6-42f6-bc6a-36cbce9f5bbf" id="739" name="任意多边形: 形状 738">
                          <a:extLst>
                            <a:ext uri="{FF2B5EF4-FFF2-40B4-BE49-F238E27FC236}">
                              <a16:creationId id="{EA1A2EA3-1450-D26C-1B81-3F685EEF6A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6006" y="1857443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59294e0-e4c5-42d0-929c-134bfff545a1" id="740" name="任意多边形: 形状 739">
                          <a:extLst>
                            <a:ext uri="{FF2B5EF4-FFF2-40B4-BE49-F238E27FC236}">
                              <a16:creationId id="{35F455D7-2F22-F897-A807-57C1D56C85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9136" y="1858468"/>
                          <a:ext cx="5033" cy="5033"/>
                        </a:xfrm>
                        <a:custGeom>
                          <a:avLst/>
                          <a:gdLst>
                            <a:gd fmla="*/ 2879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79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0" y="1514"/>
                                <a:pt x="20" y="2879"/>
                              </a:cubicBezTo>
                              <a:cubicBezTo>
                                <a:pt x="234" y="4245"/>
                                <a:pt x="1513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fe13ace-38dc-4589-9de9-e9a9c2c2c23e" id="741" name="任意多边形: 形状 740">
                          <a:extLst>
                            <a:ext uri="{FF2B5EF4-FFF2-40B4-BE49-F238E27FC236}">
                              <a16:creationId id="{B769BD2D-29C9-5BB1-859D-563869E9FA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7215" y="1870758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191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db6eae9-d09a-4f67-b27a-3939613f3a51" id="742" name="任意多边形: 形状 741">
                          <a:extLst>
                            <a:ext uri="{FF2B5EF4-FFF2-40B4-BE49-F238E27FC236}">
                              <a16:creationId id="{D2E39DE3-E928-FC4E-6AED-30EB135095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5309" y="1842720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191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c9c6958-1489-43a5-9290-83c73e0e9d77" id="743" name="任意多边形: 形状 742">
                          <a:extLst>
                            <a:ext uri="{FF2B5EF4-FFF2-40B4-BE49-F238E27FC236}">
                              <a16:creationId id="{C8B59407-2535-D8DD-2008-03CDD8B0AB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1880" y="1856974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42" y="788"/>
                                <a:pt x="3519" y="-151"/>
                                <a:pt x="2154" y="20"/>
                              </a:cubicBezTo>
                              <a:cubicBezTo>
                                <a:pt x="788" y="191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2e730be-d47a-4060-bd07-428e51b1bd28" id="744" name="任意多边形: 形状 743">
                          <a:extLst>
                            <a:ext uri="{FF2B5EF4-FFF2-40B4-BE49-F238E27FC236}">
                              <a16:creationId id="{956FD996-C6FC-F550-9C40-D7045E20B5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7513" y="1840288"/>
                          <a:ext cx="5033" cy="5033"/>
                        </a:xfrm>
                        <a:custGeom>
                          <a:avLst/>
                          <a:gdLst>
                            <a:gd fmla="*/ 2879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79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191"/>
                                <a:pt x="-150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ce0eaf3-df25-4c89-be6c-47d9cd2a2741" id="745" name="任意多边形: 形状 744">
                          <a:extLst>
                            <a:ext uri="{FF2B5EF4-FFF2-40B4-BE49-F238E27FC236}">
                              <a16:creationId id="{15EBFA84-4CB0-D5A2-57BD-0F3F0097A2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8153" y="1798849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dd1ed22-3af0-46bc-8e1b-3068d0bcceaf" id="746" name="任意多边形: 形状 745">
                          <a:extLst>
                            <a:ext uri="{FF2B5EF4-FFF2-40B4-BE49-F238E27FC236}">
                              <a16:creationId id="{E75E98B2-8DD8-D376-8BD8-A77638D2A7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9575" y="1788095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2f960a6-6a54-4013-9d8c-c4fea84e6e46" id="747" name="任意多边形: 形状 746">
                          <a:extLst>
                            <a:ext uri="{FF2B5EF4-FFF2-40B4-BE49-F238E27FC236}">
                              <a16:creationId id="{B7B83002-706F-FD33-273C-120149D231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3658" y="1788565"/>
                          <a:ext cx="5033" cy="5033"/>
                        </a:xfrm>
                        <a:custGeom>
                          <a:avLst/>
                          <a:gdLst>
                            <a:gd fmla="*/ 2879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79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0" y="1514"/>
                                <a:pt x="20" y="2879"/>
                              </a:cubicBezTo>
                              <a:cubicBezTo>
                                <a:pt x="234" y="4245"/>
                                <a:pt x="1513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8a32416-2b0d-42eb-b344-08be87a19b66" id="748" name="任意多边形: 形状 747">
                          <a:extLst>
                            <a:ext uri="{FF2B5EF4-FFF2-40B4-BE49-F238E27FC236}">
                              <a16:creationId id="{67997F6F-FF8A-E29F-A56B-4FA07212EA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8038" y="1812420"/>
                          <a:ext cx="5033" cy="5033"/>
                        </a:xfrm>
                        <a:custGeom>
                          <a:avLst/>
                          <a:gdLst>
                            <a:gd fmla="*/ 2879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79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0" y="1514"/>
                                <a:pt x="20" y="2879"/>
                              </a:cubicBezTo>
                              <a:cubicBezTo>
                                <a:pt x="191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87a6fba-fc5f-4b87-afb0-928ac392be2a" id="749" name="任意多边形: 形状 748">
                          <a:extLst>
                            <a:ext uri="{FF2B5EF4-FFF2-40B4-BE49-F238E27FC236}">
                              <a16:creationId id="{B6FA71C2-75A1-4175-61A2-122D14B2F6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6717" y="1784084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5d67350-2b18-4c1b-b893-c5b442c18253" id="750" name="任意多边形: 形状 749">
                          <a:extLst>
                            <a:ext uri="{FF2B5EF4-FFF2-40B4-BE49-F238E27FC236}">
                              <a16:creationId id="{C02C9EFE-0A0B-0045-F7F2-29E1ADA78D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55449" y="1787626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9bdbe8e-757b-4512-8434-7432ae2ab1a0" id="751" name="任意多边形: 形状 750">
                          <a:extLst>
                            <a:ext uri="{FF2B5EF4-FFF2-40B4-BE49-F238E27FC236}">
                              <a16:creationId id="{70FE62A0-00CC-D8FF-1531-C4CF67D6C2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1082" y="1770940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191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142cb66-42c0-4018-a3bb-69747abdcb06" id="752" name="任意多边形: 形状 751">
                          <a:extLst>
                            <a:ext uri="{FF2B5EF4-FFF2-40B4-BE49-F238E27FC236}">
                              <a16:creationId id="{8D06CA78-0F7D-0FC6-29EF-74DA62E9BB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1596" y="1830600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cba6c1a-6eb9-4c0e-9c3e-8d7e4795a0e2" id="753" name="任意多边形: 形状 752">
                          <a:extLst>
                            <a:ext uri="{FF2B5EF4-FFF2-40B4-BE49-F238E27FC236}">
                              <a16:creationId id="{EB27DC80-190A-CDF7-0148-5B70E2326F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2706" y="1807598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cb31608-47ab-4b7e-9dd9-37d8d092de4f" id="754" name="任意多边形: 形状 753">
                          <a:extLst>
                            <a:ext uri="{FF2B5EF4-FFF2-40B4-BE49-F238E27FC236}">
                              <a16:creationId id="{6870E916-19A9-E675-1D9A-A7A1AB2C20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1639" y="1782974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2ef5d55-a436-4c14-8724-22610b63c57c" id="755" name="任意多边形: 形状 754">
                          <a:extLst>
                            <a:ext uri="{FF2B5EF4-FFF2-40B4-BE49-F238E27FC236}">
                              <a16:creationId id="{4032CCA8-0E52-657F-F0BB-21803D3D5B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3957" y="1820913"/>
                          <a:ext cx="5033" cy="5033"/>
                        </a:xfrm>
                        <a:custGeom>
                          <a:avLst/>
                          <a:gdLst>
                            <a:gd fmla="*/ 2879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79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0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928dba8-44aa-4edb-bb93-6cda379b0791" id="756" name="任意多边形: 形状 755">
                          <a:extLst>
                            <a:ext uri="{FF2B5EF4-FFF2-40B4-BE49-F238E27FC236}">
                              <a16:creationId id="{FFF0481C-B254-B16E-13E8-0CB7D90533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8155" y="1817371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42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deeed63-6c95-456a-a454-4d01791cf479" id="757" name="任意多边形: 形状 756">
                          <a:extLst>
                            <a:ext uri="{FF2B5EF4-FFF2-40B4-BE49-F238E27FC236}">
                              <a16:creationId id="{02324320-A877-E708-D67F-64ADEA61D8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8580" y="1807129"/>
                          <a:ext cx="5033" cy="5033"/>
                        </a:xfrm>
                        <a:custGeom>
                          <a:avLst/>
                          <a:gdLst>
                            <a:gd fmla="*/ 2879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79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0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34a443f-ee52-4c2f-a982-f8091a2b6b3d" id="758" name="任意多边形: 形状 757">
                          <a:extLst>
                            <a:ext uri="{FF2B5EF4-FFF2-40B4-BE49-F238E27FC236}">
                              <a16:creationId id="{B02BBDB2-49B5-E906-572E-5A6CA26C45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2534" y="1801239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1a6969-b1c2-4987-902c-dcbe9a948cf9" id="759" name="任意多边形: 形状 758">
                          <a:extLst>
                            <a:ext uri="{FF2B5EF4-FFF2-40B4-BE49-F238E27FC236}">
                              <a16:creationId id="{900217E5-6E7E-381A-EC60-52EB86276C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0700" y="1906862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16ceda6-8e49-4e09-9850-3ca9f3e8ce4e" id="760" name="任意多边形: 形状 759">
                          <a:extLst>
                            <a:ext uri="{FF2B5EF4-FFF2-40B4-BE49-F238E27FC236}">
                              <a16:creationId id="{DD3549C9-B0DB-A001-A309-9DAA7D1816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0187" y="1911343"/>
                          <a:ext cx="5033" cy="5033"/>
                        </a:xfrm>
                        <a:custGeom>
                          <a:avLst/>
                          <a:gdLst>
                            <a:gd fmla="*/ 2880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80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80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80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8911ecf-0d13-4ace-8aff-90fc3677d217" id="761" name="任意多边形: 形状 760">
                          <a:extLst>
                            <a:ext uri="{FF2B5EF4-FFF2-40B4-BE49-F238E27FC236}">
                              <a16:creationId id="{7B354842-AA01-4E5A-5C5F-C8FC946FA1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6475" y="1883988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9631546-5a19-4ef1-8751-6ce8c0db1415" id="762" name="任意多边形: 形状 761">
                          <a:extLst>
                            <a:ext uri="{FF2B5EF4-FFF2-40B4-BE49-F238E27FC236}">
                              <a16:creationId id="{35C48526-1B14-180B-1863-03C28337CA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1466" y="1897132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e7945f5-b0e6-4d30-8871-f6abb3ec2654" id="763" name="任意多边形: 形状 762">
                          <a:extLst>
                            <a:ext uri="{FF2B5EF4-FFF2-40B4-BE49-F238E27FC236}">
                              <a16:creationId id="{14F90A4B-B950-867C-E506-9A56441E7C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9533" y="1896620"/>
                          <a:ext cx="5033" cy="5033"/>
                        </a:xfrm>
                        <a:custGeom>
                          <a:avLst/>
                          <a:gdLst>
                            <a:gd fmla="*/ 2879 w 5033" name="connsiteX0"/>
                            <a:gd fmla="*/ 5013 h 5033" name="connsiteY0"/>
                            <a:gd fmla="*/ 5013 w 5033" name="connsiteX1"/>
                            <a:gd fmla="*/ 2154 h 5033" name="connsiteY1"/>
                            <a:gd fmla="*/ 2154 w 5033" name="connsiteX2"/>
                            <a:gd fmla="*/ 20 h 5033" name="connsiteY2"/>
                            <a:gd fmla="*/ 20 w 5033" name="connsiteX3"/>
                            <a:gd fmla="*/ 2879 h 5033" name="connsiteY3"/>
                            <a:gd fmla="*/ 2879 w 5033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3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20" y="-151"/>
                                <a:pt x="2154" y="20"/>
                              </a:cubicBezTo>
                              <a:cubicBezTo>
                                <a:pt x="788" y="233"/>
                                <a:pt x="-150" y="1514"/>
                                <a:pt x="20" y="2879"/>
                              </a:cubicBezTo>
                              <a:cubicBezTo>
                                <a:pt x="234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7ed6aa3-c325-47d9-b9c8-c2249a9021ce" id="764" name="任意多边形: 形状 763">
                          <a:extLst>
                            <a:ext uri="{FF2B5EF4-FFF2-40B4-BE49-F238E27FC236}">
                              <a16:creationId id="{BA5757BE-2DD3-10A8-0ACC-4CAB6F2EC2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64112" y="1915141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ec833d6-1820-465b-bea5-ec3ad90f3cd3" id="765" name="任意多边形: 形状 764">
                          <a:extLst>
                            <a:ext uri="{FF2B5EF4-FFF2-40B4-BE49-F238E27FC236}">
                              <a16:creationId id="{555B46E7-BE66-0CEE-0757-4292C06766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1737" y="1894145"/>
                          <a:ext cx="5032" cy="5033"/>
                        </a:xfrm>
                        <a:custGeom>
                          <a:avLst/>
                          <a:gdLst>
                            <a:gd fmla="*/ 2879 w 5032" name="connsiteX0"/>
                            <a:gd fmla="*/ 5013 h 5033" name="connsiteY0"/>
                            <a:gd fmla="*/ 5013 w 5032" name="connsiteX1"/>
                            <a:gd fmla="*/ 2154 h 5033" name="connsiteY1"/>
                            <a:gd fmla="*/ 2154 w 5032" name="connsiteX2"/>
                            <a:gd fmla="*/ 20 h 5033" name="connsiteY2"/>
                            <a:gd fmla="*/ 20 w 5032" name="connsiteX3"/>
                            <a:gd fmla="*/ 2879 h 5033" name="connsiteY3"/>
                            <a:gd fmla="*/ 2879 w 5032" name="connsiteX4"/>
                            <a:gd fmla="*/ 5013 h 503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33" w="5032">
                              <a:moveTo>
                                <a:pt x="2879" y="5013"/>
                              </a:moveTo>
                              <a:cubicBezTo>
                                <a:pt x="4245" y="4800"/>
                                <a:pt x="5184" y="3519"/>
                                <a:pt x="5013" y="2154"/>
                              </a:cubicBezTo>
                              <a:cubicBezTo>
                                <a:pt x="4800" y="788"/>
                                <a:pt x="3519" y="-151"/>
                                <a:pt x="2154" y="20"/>
                              </a:cubicBezTo>
                              <a:cubicBezTo>
                                <a:pt x="788" y="233"/>
                                <a:pt x="-151" y="1514"/>
                                <a:pt x="20" y="2879"/>
                              </a:cubicBezTo>
                              <a:cubicBezTo>
                                <a:pt x="233" y="4245"/>
                                <a:pt x="1514" y="5184"/>
                                <a:pt x="2879" y="50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4e42b800-481d-41a5-8ab0-c5e464a75655" id="425" name="图形 6643">
                        <a:extLst>
                          <a:ext uri="{FF2B5EF4-FFF2-40B4-BE49-F238E27FC236}">
                            <a16:creationId id="{1FA52D7C-3784-74EC-C068-08159F4D684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573228" y="1797339"/>
                        <a:ext cx="118456" cy="146964"/>
                        <a:chOff x="7573228" y="1797339"/>
                        <a:chExt cx="118456" cy="146964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84b4bc17-8278-4124-be6c-d93a81f6b12c" id="654" name="任意多边形: 形状 653">
                          <a:extLst>
                            <a:ext uri="{FF2B5EF4-FFF2-40B4-BE49-F238E27FC236}">
                              <a16:creationId id="{6BE6DE53-DAD6-6D58-9D42-6643640C84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8564" y="1899035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e4c9d08-faa2-4d8f-9453-3cf64dc3e496" id="655" name="任意多边形: 形状 654">
                          <a:extLst>
                            <a:ext uri="{FF2B5EF4-FFF2-40B4-BE49-F238E27FC236}">
                              <a16:creationId id="{4CA5D2C1-813D-25E9-6734-39E56A3EB2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8365" y="1889732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c142b56-382c-4cc7-9a41-a3818aa4ba01" id="656" name="任意多边形: 形状 655">
                          <a:extLst>
                            <a:ext uri="{FF2B5EF4-FFF2-40B4-BE49-F238E27FC236}">
                              <a16:creationId id="{D7300F90-97CF-6EE6-5598-418F5607BA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2363" y="1887982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d931340-6b04-451e-a394-5a492797ea20" id="657" name="任意多边形: 形状 656">
                          <a:extLst>
                            <a:ext uri="{FF2B5EF4-FFF2-40B4-BE49-F238E27FC236}">
                              <a16:creationId id="{649F7773-D925-97D5-980E-38862685EE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1835" y="1904284"/>
                          <a:ext cx="5024" cy="5024"/>
                        </a:xfrm>
                        <a:custGeom>
                          <a:avLst/>
                          <a:gdLst>
                            <a:gd fmla="*/ 3281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1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1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1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72fafd2-b262-47c6-9295-6c16041ad63d" id="658" name="任意多边形: 形状 657">
                          <a:extLst>
                            <a:ext uri="{FF2B5EF4-FFF2-40B4-BE49-F238E27FC236}">
                              <a16:creationId id="{0F086B5E-A753-890B-D9B2-DE516A8782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5236" y="1873729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55ded8e-dd16-4705-b8a7-b18aba2132e0" id="659" name="任意多边形: 形状 658">
                          <a:extLst>
                            <a:ext uri="{FF2B5EF4-FFF2-40B4-BE49-F238E27FC236}">
                              <a16:creationId id="{796A8FA3-A46B-17C5-B173-5C4F48F229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4367" y="1891524"/>
                          <a:ext cx="5024" cy="5024"/>
                        </a:xfrm>
                        <a:custGeom>
                          <a:avLst/>
                          <a:gdLst>
                            <a:gd fmla="*/ 3281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1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1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1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7a458a6-5334-410d-96d4-947739a45b4b" id="660" name="任意多边形: 形状 659">
                          <a:extLst>
                            <a:ext uri="{FF2B5EF4-FFF2-40B4-BE49-F238E27FC236}">
                              <a16:creationId id="{3898429C-12BF-C0D6-243C-33B6ADB4CE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7269" y="1874155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e633047-6712-4f7d-b986-602f3b658fe1" id="661" name="任意多边形: 形状 660">
                          <a:extLst>
                            <a:ext uri="{FF2B5EF4-FFF2-40B4-BE49-F238E27FC236}">
                              <a16:creationId id="{083F9AA4-6746-25E9-89A8-F4EB504A61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3643" y="1860584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3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5" y="1957"/>
                                <a:pt x="123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99331ed-bc2a-4e05-b6a5-e7b5a0d0c8cd" id="662" name="任意多边形: 形状 661">
                          <a:extLst>
                            <a:ext uri="{FF2B5EF4-FFF2-40B4-BE49-F238E27FC236}">
                              <a16:creationId id="{CF249E6C-D2C1-8974-D360-B92E7F4C50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3443" y="1851281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3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6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5" y="1957"/>
                                <a:pt x="123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88b1c5e-f840-43d5-9cd2-933cb5b58b34" id="663" name="任意多边形: 形状 662">
                          <a:extLst>
                            <a:ext uri="{FF2B5EF4-FFF2-40B4-BE49-F238E27FC236}">
                              <a16:creationId id="{5994E252-B064-B7C6-737C-3854B44B1B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7441" y="1849531"/>
                          <a:ext cx="5024" cy="5024"/>
                        </a:xfrm>
                        <a:custGeom>
                          <a:avLst/>
                          <a:gdLst>
                            <a:gd fmla="*/ 3281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1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1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1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56248bb-84b2-4128-b205-91b774a55510" id="664" name="任意多边形: 形状 663">
                          <a:extLst>
                            <a:ext uri="{FF2B5EF4-FFF2-40B4-BE49-F238E27FC236}">
                              <a16:creationId id="{1F30406A-1672-6DE5-71FD-F46FAE30F2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6914" y="1865834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c92dd7b-3d8b-4914-80c3-d24277905ea1" id="665" name="任意多边形: 形状 664">
                          <a:extLst>
                            <a:ext uri="{FF2B5EF4-FFF2-40B4-BE49-F238E27FC236}">
                              <a16:creationId id="{B47901D7-16C6-7AC3-8440-3030705F5E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0314" y="1835278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6401fe1-bf96-4b3d-881c-397c5466ecab" id="666" name="任意多边形: 形状 665">
                          <a:extLst>
                            <a:ext uri="{FF2B5EF4-FFF2-40B4-BE49-F238E27FC236}">
                              <a16:creationId id="{68165814-982E-2535-683E-9052DAFE96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9446" y="1853073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37f329a-5f88-4e61-bb22-cb15c98c815f" id="667" name="任意多边形: 形状 666">
                          <a:extLst>
                            <a:ext uri="{FF2B5EF4-FFF2-40B4-BE49-F238E27FC236}">
                              <a16:creationId id="{B8719A7D-1332-B6DC-BC3A-AD0A02BF9E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2347" y="1835704"/>
                          <a:ext cx="5024" cy="5024"/>
                        </a:xfrm>
                        <a:custGeom>
                          <a:avLst/>
                          <a:gdLst>
                            <a:gd fmla="*/ 3281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1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1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1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a803dc6-1c05-4d08-b41a-8b84128d3e87" id="668" name="任意多边形: 形状 667">
                          <a:extLst>
                            <a:ext uri="{FF2B5EF4-FFF2-40B4-BE49-F238E27FC236}">
                              <a16:creationId id="{1D0CC009-62E2-7FA8-12AB-AFB4176298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5448" y="1873302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d7706d0-0016-4082-8b11-4463e35b3039" id="669" name="任意多边形: 形状 668">
                          <a:extLst>
                            <a:ext uri="{FF2B5EF4-FFF2-40B4-BE49-F238E27FC236}">
                              <a16:creationId id="{96F09C14-AD1D-EBEC-EEF7-9A6883E5F7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5248" y="1863998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a44654d-babf-4b5e-b82c-f3ce6b384215" id="670" name="任意多边形: 形状 669">
                          <a:extLst>
                            <a:ext uri="{FF2B5EF4-FFF2-40B4-BE49-F238E27FC236}">
                              <a16:creationId id="{90B36581-992A-6795-62A9-4BA383A70C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9246" y="1862249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0940747-3d60-4ce0-b66c-c5c55a5b1a03" id="671" name="任意多边形: 形状 670">
                          <a:extLst>
                            <a:ext uri="{FF2B5EF4-FFF2-40B4-BE49-F238E27FC236}">
                              <a16:creationId id="{F3BC19AE-7F04-88E7-3277-AD9E530FE3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8719" y="1878551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3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5" y="1957"/>
                                <a:pt x="123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8a28c25-89c8-4ee7-890b-c773b74acfc9" id="672" name="任意多边形: 形状 671">
                          <a:extLst>
                            <a:ext uri="{FF2B5EF4-FFF2-40B4-BE49-F238E27FC236}">
                              <a16:creationId id="{C41E845E-905A-E333-EA3D-28719F6594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2119" y="1847995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7310987-f957-44f9-ba7e-7db9547b7440" id="673" name="任意多边形: 形状 672">
                          <a:extLst>
                            <a:ext uri="{FF2B5EF4-FFF2-40B4-BE49-F238E27FC236}">
                              <a16:creationId id="{86CCF240-4055-B150-8A93-CD6426613E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0739" y="1849489"/>
                          <a:ext cx="5024" cy="5024"/>
                        </a:xfrm>
                        <a:custGeom>
                          <a:avLst/>
                          <a:gdLst>
                            <a:gd fmla="*/ 3281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1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1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1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328671d-6925-4b05-9779-7f3cf842659d" id="674" name="任意多边形: 形状 673">
                          <a:extLst>
                            <a:ext uri="{FF2B5EF4-FFF2-40B4-BE49-F238E27FC236}">
                              <a16:creationId id="{06DCE739-02F5-8EBE-BE98-C7F4A6B7DE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2090" y="1837326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79b07b-7b62-4ade-ab49-be4b35f68560" id="675" name="任意多边形: 形状 674">
                          <a:extLst>
                            <a:ext uri="{FF2B5EF4-FFF2-40B4-BE49-F238E27FC236}">
                              <a16:creationId id="{E17FF3BF-A7C4-740F-672D-FB2F43F04C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4253" y="1915764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816de6c-1678-4527-ae12-3c89b18d7183" id="676" name="任意多边形: 形状 675">
                          <a:extLst>
                            <a:ext uri="{FF2B5EF4-FFF2-40B4-BE49-F238E27FC236}">
                              <a16:creationId id="{BE1F56F3-4E06-AB8F-D669-7232084CD3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4054" y="1906504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3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5" y="1957"/>
                                <a:pt x="123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cf0ce40-21ec-4dc7-976c-74aec6a0d8e5" id="677" name="任意多边形: 形状 676">
                          <a:extLst>
                            <a:ext uri="{FF2B5EF4-FFF2-40B4-BE49-F238E27FC236}">
                              <a16:creationId id="{9A684F09-CCAA-7FB7-BECC-0B24B68A73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8051" y="1904711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a81e749-06b9-48e4-b91a-b6c00f66dcd6" id="678" name="任意多边形: 形状 677">
                          <a:extLst>
                            <a:ext uri="{FF2B5EF4-FFF2-40B4-BE49-F238E27FC236}">
                              <a16:creationId id="{AF0CD1BC-F27D-7A5A-9DD0-D6BDB6657C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7524" y="1921056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47076c3-16fb-4c93-aa2c-de578ced3907" id="679" name="任意多边形: 形状 678">
                          <a:extLst>
                            <a:ext uri="{FF2B5EF4-FFF2-40B4-BE49-F238E27FC236}">
                              <a16:creationId id="{4CD4818D-91A4-0ACB-1743-4A6AC312FB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0967" y="1890500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3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5" y="1957"/>
                                <a:pt x="123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6d22ea5-b9e7-4c9e-841c-3e293caa8c78" id="680" name="任意多边形: 形状 679">
                          <a:extLst>
                            <a:ext uri="{FF2B5EF4-FFF2-40B4-BE49-F238E27FC236}">
                              <a16:creationId id="{A51235C4-815B-9305-B1F3-CFFA12F4E0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73228" y="1878167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3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5" y="1957"/>
                                <a:pt x="123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e687160-e824-4c64-a716-9a600f92e0ca" id="681" name="任意多边形: 形状 680">
                          <a:extLst>
                            <a:ext uri="{FF2B5EF4-FFF2-40B4-BE49-F238E27FC236}">
                              <a16:creationId id="{9A759863-8DC3-ED5C-ACF1-97C97BC7AB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83000" y="1890884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8487140-f21a-46e8-be1f-32c2a3bdfcb5" id="682" name="任意多边形: 形状 681">
                          <a:extLst>
                            <a:ext uri="{FF2B5EF4-FFF2-40B4-BE49-F238E27FC236}">
                              <a16:creationId id="{C97C766C-FB7D-1C24-E4F2-55FEAFA6AF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3857" y="1883331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32145ce-1e6e-455d-890b-bb716dd8cbcc" id="683" name="任意多边形: 形状 682">
                          <a:extLst>
                            <a:ext uri="{FF2B5EF4-FFF2-40B4-BE49-F238E27FC236}">
                              <a16:creationId id="{1F734F72-CB00-4ACD-9D27-04487006CF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3658" y="1874027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d248bb1-9b05-458a-9d17-1a56e4f5df6d" id="684" name="任意多边形: 形状 683">
                          <a:extLst>
                            <a:ext uri="{FF2B5EF4-FFF2-40B4-BE49-F238E27FC236}">
                              <a16:creationId id="{76FF9BD7-9BE5-EAFC-4DD1-64B620EE80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6660" y="1871381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57a12d8-678a-4585-a300-16ca485cd865" id="685" name="任意多边形: 形状 684">
                          <a:extLst>
                            <a:ext uri="{FF2B5EF4-FFF2-40B4-BE49-F238E27FC236}">
                              <a16:creationId id="{A825BC53-3395-33E8-559E-86D0DED219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7128" y="1888580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0b92b30-7d90-4433-9210-d7e9a78fafe8" id="686" name="任意多边形: 形状 685">
                          <a:extLst>
                            <a:ext uri="{FF2B5EF4-FFF2-40B4-BE49-F238E27FC236}">
                              <a16:creationId id="{6C685A45-CC10-54D1-3367-76D682DE65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0529" y="1858024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abf4733-c83a-4933-a5f4-2118e3c9c823" id="687" name="任意多边形: 形状 686">
                          <a:extLst>
                            <a:ext uri="{FF2B5EF4-FFF2-40B4-BE49-F238E27FC236}">
                              <a16:creationId id="{98322FD5-9155-1305-6F28-33DEDF4558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9660" y="1875820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4cd07b4-fbe9-47f2-9460-437b0f3f4c5c" id="688" name="任意多边形: 形状 687">
                          <a:extLst>
                            <a:ext uri="{FF2B5EF4-FFF2-40B4-BE49-F238E27FC236}">
                              <a16:creationId id="{0D882B54-0681-5C3A-CC46-5BFE0D6886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2562" y="1858451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e8083d4-15d4-4026-a4e5-f3f745354743" id="689" name="任意多边形: 形状 688">
                          <a:extLst>
                            <a:ext uri="{FF2B5EF4-FFF2-40B4-BE49-F238E27FC236}">
                              <a16:creationId id="{BA733A73-29F9-15C7-4CED-64385BA0BE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7013" y="1822219"/>
                          <a:ext cx="5024" cy="5024"/>
                        </a:xfrm>
                        <a:custGeom>
                          <a:avLst/>
                          <a:gdLst>
                            <a:gd fmla="*/ 3281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1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1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1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5304fdb-de1d-4864-b98e-f1698c93d9af" id="690" name="任意多边形: 形状 689">
                          <a:extLst>
                            <a:ext uri="{FF2B5EF4-FFF2-40B4-BE49-F238E27FC236}">
                              <a16:creationId id="{BEEC7933-30D8-E047-E893-1851CC44F6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6814" y="1812958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3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5" y="1957"/>
                                <a:pt x="123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248fc3c-f960-49d5-b842-62bb9c324798" id="691" name="任意多边形: 形状 690">
                          <a:extLst>
                            <a:ext uri="{FF2B5EF4-FFF2-40B4-BE49-F238E27FC236}">
                              <a16:creationId id="{8E6DAE2A-9DCA-898A-C272-04216FE9C8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0811" y="1811166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3698ad6-e562-4ac3-b502-41cd6c99b995" id="692" name="任意多边形: 形状 691">
                          <a:extLst>
                            <a:ext uri="{FF2B5EF4-FFF2-40B4-BE49-F238E27FC236}">
                              <a16:creationId id="{D722BA56-A884-8F44-67C4-DABDFA7396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9161" y="1837198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860e9b5-ee95-47ba-8fd5-b656b062fdcb" id="693" name="任意多边形: 形状 692">
                          <a:extLst>
                            <a:ext uri="{FF2B5EF4-FFF2-40B4-BE49-F238E27FC236}">
                              <a16:creationId id="{A55BA86F-966F-063D-8845-88F95E255A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3016" y="1804679"/>
                          <a:ext cx="5024" cy="5024"/>
                        </a:xfrm>
                        <a:custGeom>
                          <a:avLst/>
                          <a:gdLst>
                            <a:gd fmla="*/ 3281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1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1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1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5b0ee12-03f8-4c8b-80dc-0a3a6aa0c1e6" id="694" name="任意多边形: 形状 693">
                          <a:extLst>
                            <a:ext uri="{FF2B5EF4-FFF2-40B4-BE49-F238E27FC236}">
                              <a16:creationId id="{D06A6A04-3120-C268-CD4A-8519C092C0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2773" y="1814708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cb08e25-57e7-4973-9196-96f8816dc02b" id="695" name="任意多边形: 形状 694">
                          <a:extLst>
                            <a:ext uri="{FF2B5EF4-FFF2-40B4-BE49-F238E27FC236}">
                              <a16:creationId id="{A0A3354F-661B-EBFB-9324-828CB99E62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595718" y="1797339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96ece73-8663-4a3b-82f9-2427b1829c33" id="696" name="任意多边形: 形状 695">
                          <a:extLst>
                            <a:ext uri="{FF2B5EF4-FFF2-40B4-BE49-F238E27FC236}">
                              <a16:creationId id="{FC2A1CC8-AFE8-D385-1290-9BE04E3083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4938" y="1846629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3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5" y="1957"/>
                                <a:pt x="123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8de85dd-3074-4ddf-a67a-dbe7249f9136" id="697" name="任意多边形: 形状 696">
                          <a:extLst>
                            <a:ext uri="{FF2B5EF4-FFF2-40B4-BE49-F238E27FC236}">
                              <a16:creationId id="{B14FC0B1-5751-5E51-9A4E-620F2D40B1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2377" y="1823755"/>
                          <a:ext cx="5024" cy="5024"/>
                        </a:xfrm>
                        <a:custGeom>
                          <a:avLst/>
                          <a:gdLst>
                            <a:gd fmla="*/ 3281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1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1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1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2e4f0ca-137c-43f8-9c9f-f0447b074960" id="698" name="任意多边形: 形状 697">
                          <a:extLst>
                            <a:ext uri="{FF2B5EF4-FFF2-40B4-BE49-F238E27FC236}">
                              <a16:creationId id="{6347C350-BBA2-78A8-659F-59BFFB20D6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7385" y="1799643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2341941-c408-4717-8f94-6dac6e483b90" id="699" name="任意多边形: 形状 698">
                          <a:extLst>
                            <a:ext uri="{FF2B5EF4-FFF2-40B4-BE49-F238E27FC236}">
                              <a16:creationId id="{2B710715-993B-72BE-827A-B3E5BFAF5E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5848" y="1838308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3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6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5" y="1957"/>
                                <a:pt x="123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d71ca8d-e889-4adc-8c3b-c6aec5c1c402" id="700" name="任意多边形: 形状 699">
                          <a:extLst>
                            <a:ext uri="{FF2B5EF4-FFF2-40B4-BE49-F238E27FC236}">
                              <a16:creationId id="{A001A96E-5C42-6377-8C68-2B8E75E1D0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9192" y="1830925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35120cb-7388-42cf-9017-2a39c4cca5c5" id="701" name="任意多边形: 形状 700">
                          <a:extLst>
                            <a:ext uri="{FF2B5EF4-FFF2-40B4-BE49-F238E27FC236}">
                              <a16:creationId id="{09F8AC1D-7383-C9DA-B2D3-150CE5D9B3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8380" y="1825548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3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6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5" y="1957"/>
                                <a:pt x="123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85ca3f6-73df-496d-8082-ed521508b490" id="702" name="任意多边形: 形状 701">
                          <a:extLst>
                            <a:ext uri="{FF2B5EF4-FFF2-40B4-BE49-F238E27FC236}">
                              <a16:creationId id="{335269B7-47F2-8155-B02E-340E6C991E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1566" y="1822262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0307be7-a6b9-4f9b-abe5-0552bd812171" id="703" name="任意多边形: 形状 702">
                          <a:extLst>
                            <a:ext uri="{FF2B5EF4-FFF2-40B4-BE49-F238E27FC236}">
                              <a16:creationId id="{DC5DBDB4-6ECB-DC3C-D2EE-98CCD26BEA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6162" y="1922080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3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5" y="1957"/>
                                <a:pt x="123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1ff415f-140e-48a5-a68b-2b40211ec7a9" id="704" name="任意多边形: 形状 703">
                          <a:extLst>
                            <a:ext uri="{FF2B5EF4-FFF2-40B4-BE49-F238E27FC236}">
                              <a16:creationId id="{1A674C63-F76E-01B0-05D6-5760C77F09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6758" y="1931341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52f62f9-e101-48af-8a27-8a139956dd4e" id="705" name="任意多边形: 形状 704">
                          <a:extLst>
                            <a:ext uri="{FF2B5EF4-FFF2-40B4-BE49-F238E27FC236}">
                              <a16:creationId id="{6BBA4463-73BD-590C-B32C-6D4ED0E6C0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8352" y="1900145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5866faf-3ff5-4974-b694-7c1692e6df6e" id="706" name="任意多边形: 形状 705">
                          <a:extLst>
                            <a:ext uri="{FF2B5EF4-FFF2-40B4-BE49-F238E27FC236}">
                              <a16:creationId id="{5628C9E4-B383-EE35-FA0A-D9FD77D000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6117" y="1921867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8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351ce27-be12-450e-81ac-88a2a73536f9" id="707" name="任意多边形: 形状 706">
                          <a:extLst>
                            <a:ext uri="{FF2B5EF4-FFF2-40B4-BE49-F238E27FC236}">
                              <a16:creationId id="{4D4B9FB7-2935-F4A1-74B9-0EFEA6A543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3629" y="1915337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5b6ba83-b657-4841-b8c3-d36cdae05957" id="708" name="任意多边形: 形状 707">
                          <a:extLst>
                            <a:ext uri="{FF2B5EF4-FFF2-40B4-BE49-F238E27FC236}">
                              <a16:creationId id="{C176D095-26AE-4A1A-3C94-9EE0F30A46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1579" y="1939279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2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4" y="1957"/>
                                <a:pt x="122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dce7d8a-41ef-448f-95e8-49d133cddaaf" id="709" name="任意多边形: 形状 708">
                          <a:extLst>
                            <a:ext uri="{FF2B5EF4-FFF2-40B4-BE49-F238E27FC236}">
                              <a16:creationId id="{6624C97E-74D9-3E3F-9620-8D9121ED40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5663" y="1915722"/>
                          <a:ext cx="5024" cy="5024"/>
                        </a:xfrm>
                        <a:custGeom>
                          <a:avLst/>
                          <a:gdLst>
                            <a:gd fmla="*/ 3280 w 5024" name="connsiteX0"/>
                            <a:gd fmla="*/ 4902 h 5024" name="connsiteY0"/>
                            <a:gd fmla="*/ 4902 w 5024" name="connsiteX1"/>
                            <a:gd fmla="*/ 1744 h 5024" name="connsiteY1"/>
                            <a:gd fmla="*/ 1744 w 5024" name="connsiteX2"/>
                            <a:gd fmla="*/ 122 h 5024" name="connsiteY2"/>
                            <a:gd fmla="*/ 123 w 5024" name="connsiteX3"/>
                            <a:gd fmla="*/ 3280 h 5024" name="connsiteY3"/>
                            <a:gd fmla="*/ 3280 w 5024" name="connsiteX4"/>
                            <a:gd fmla="*/ 4902 h 5024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4" w="5024">
                              <a:moveTo>
                                <a:pt x="3280" y="4902"/>
                              </a:moveTo>
                              <a:cubicBezTo>
                                <a:pt x="4603" y="4475"/>
                                <a:pt x="5329" y="3067"/>
                                <a:pt x="4902" y="1744"/>
                              </a:cubicBezTo>
                              <a:cubicBezTo>
                                <a:pt x="4475" y="421"/>
                                <a:pt x="3067" y="-304"/>
                                <a:pt x="1744" y="122"/>
                              </a:cubicBezTo>
                              <a:cubicBezTo>
                                <a:pt x="421" y="549"/>
                                <a:pt x="-305" y="1957"/>
                                <a:pt x="123" y="3280"/>
                              </a:cubicBezTo>
                              <a:cubicBezTo>
                                <a:pt x="549" y="4603"/>
                                <a:pt x="1957" y="5329"/>
                                <a:pt x="3280" y="49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cadfab4d-99bd-4706-be80-53fb78d44918" id="426" name="图形 6643">
                        <a:extLst>
                          <a:ext uri="{FF2B5EF4-FFF2-40B4-BE49-F238E27FC236}">
                            <a16:creationId id="{5DB9C96C-D9DB-C721-EC95-06E9989B84D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605150" y="1811678"/>
                        <a:ext cx="136977" cy="152127"/>
                        <a:chOff x="7605150" y="1811678"/>
                        <a:chExt cx="136977" cy="152127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f5ab427b-04d5-4056-827e-af1ba22c3eec" id="598" name="任意多边形: 形状 597">
                          <a:extLst>
                            <a:ext uri="{FF2B5EF4-FFF2-40B4-BE49-F238E27FC236}">
                              <a16:creationId id="{BE18A24D-4FDD-A3EB-8581-37959B72EB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8281" y="1916831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4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4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f24b160-40a5-4d91-8ca9-a6060155dd84" id="599" name="任意多边形: 形状 598">
                          <a:extLst>
                            <a:ext uri="{FF2B5EF4-FFF2-40B4-BE49-F238E27FC236}">
                              <a16:creationId id="{755871C6-CCDC-FEE9-0D33-AA052630BF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6531" y="1903175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558c78b-bee3-44f9-b3e0-cfac213420f8" id="600" name="任意多边形: 形状 599">
                          <a:extLst>
                            <a:ext uri="{FF2B5EF4-FFF2-40B4-BE49-F238E27FC236}">
                              <a16:creationId id="{2DC795F8-376A-5191-9150-B4784ED475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8310" y="1910899"/>
                          <a:ext cx="5023" cy="5023"/>
                        </a:xfrm>
                        <a:custGeom>
                          <a:avLst/>
                          <a:gdLst>
                            <a:gd fmla="*/ 1531 w 5023" name="connsiteX0"/>
                            <a:gd fmla="*/ 4816 h 5023" name="connsiteY0"/>
                            <a:gd fmla="*/ 4817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1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c4fd5d7-afb1-4b17-b505-fea92abef18e" id="601" name="任意多边形: 形状 600">
                          <a:extLst>
                            <a:ext uri="{FF2B5EF4-FFF2-40B4-BE49-F238E27FC236}">
                              <a16:creationId id="{A5FBAFD2-6933-60B4-EB95-855BA42921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2107" y="1910003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4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8a32be8-0ac1-4ab6-ab7c-702cd5cb7ae8" id="602" name="任意多边形: 形状 601">
                          <a:extLst>
                            <a:ext uri="{FF2B5EF4-FFF2-40B4-BE49-F238E27FC236}">
                              <a16:creationId id="{1E665C52-2285-AF5F-84D4-7474E2B6B7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2151" y="1895493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4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4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01ca9a8-2439-457e-ba8c-21eeb7d0570d" id="603" name="任意多边形: 形状 602">
                          <a:extLst>
                            <a:ext uri="{FF2B5EF4-FFF2-40B4-BE49-F238E27FC236}">
                              <a16:creationId id="{70574381-A276-B56A-8B49-E30CCCB824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4710" y="1895451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4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4df715b-29de-4261-b2fa-51e829ad61ec" id="604" name="任意多边形: 形状 603">
                          <a:extLst>
                            <a:ext uri="{FF2B5EF4-FFF2-40B4-BE49-F238E27FC236}">
                              <a16:creationId id="{6AA7F509-397B-4150-814E-C5DBCBDFED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8238" y="1884099"/>
                          <a:ext cx="5023" cy="5023"/>
                        </a:xfrm>
                        <a:custGeom>
                          <a:avLst/>
                          <a:gdLst>
                            <a:gd fmla="*/ 1531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1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a22f7ed-f943-4c02-be26-824e53247fc2" id="605" name="任意多边形: 形状 604">
                          <a:extLst>
                            <a:ext uri="{FF2B5EF4-FFF2-40B4-BE49-F238E27FC236}">
                              <a16:creationId id="{BBDD1003-BD21-567B-DCA8-0A4C52355A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7087" y="1890885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41e0792-3b18-45b8-9ab9-1d07c40c8850" id="606" name="任意多边形: 形状 605">
                          <a:extLst>
                            <a:ext uri="{FF2B5EF4-FFF2-40B4-BE49-F238E27FC236}">
                              <a16:creationId id="{53A2321A-5B3A-87B5-C7C9-BC35D6BAB9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5337" y="1877228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4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4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fd1b410-4675-49c7-b12e-cbe8e52ff5f7" id="607" name="任意多边形: 形状 606">
                          <a:extLst>
                            <a:ext uri="{FF2B5EF4-FFF2-40B4-BE49-F238E27FC236}">
                              <a16:creationId id="{75B23CC8-90A7-71AA-528D-ABDB83FC35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7158" y="1884953"/>
                          <a:ext cx="5023" cy="5023"/>
                        </a:xfrm>
                        <a:custGeom>
                          <a:avLst/>
                          <a:gdLst>
                            <a:gd fmla="*/ 1531 w 5023" name="connsiteX0"/>
                            <a:gd fmla="*/ 4816 h 5023" name="connsiteY0"/>
                            <a:gd fmla="*/ 4816 w 5023" name="connsiteX1"/>
                            <a:gd fmla="*/ 3494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1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1" y="4774"/>
                                <a:pt x="4816" y="3494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7043163-6aac-4c60-b5bc-a0249289f167" id="608" name="任意多边形: 形状 607">
                          <a:extLst>
                            <a:ext uri="{FF2B5EF4-FFF2-40B4-BE49-F238E27FC236}">
                              <a16:creationId id="{C709CFB0-DF1B-E567-B533-0538C9FF1F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0955" y="1884056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552c759-a6f4-4c62-a4df-bb98884fa902" id="609" name="任意多边形: 形状 608">
                          <a:extLst>
                            <a:ext uri="{FF2B5EF4-FFF2-40B4-BE49-F238E27FC236}">
                              <a16:creationId id="{912996D2-7233-424A-604B-820DEF5781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0999" y="1869547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91166f5-5725-4edb-8316-39286060dfee" id="610" name="任意多边形: 形状 609">
                          <a:extLst>
                            <a:ext uri="{FF2B5EF4-FFF2-40B4-BE49-F238E27FC236}">
                              <a16:creationId id="{A1343962-433B-D240-7180-DED9DC304A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3559" y="1869504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4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4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4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d7b3cd5-7b9a-4160-8c52-29918a0de844" id="611" name="任意多边形: 形状 610">
                          <a:extLst>
                            <a:ext uri="{FF2B5EF4-FFF2-40B4-BE49-F238E27FC236}">
                              <a16:creationId id="{292BDC20-CBF5-1435-CE11-B864BBC876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7044" y="1858152"/>
                          <a:ext cx="5023" cy="5023"/>
                        </a:xfrm>
                        <a:custGeom>
                          <a:avLst/>
                          <a:gdLst>
                            <a:gd fmla="*/ 1531 w 5023" name="connsiteX0"/>
                            <a:gd fmla="*/ 4816 h 5023" name="connsiteY0"/>
                            <a:gd fmla="*/ 4816 w 5023" name="connsiteX1"/>
                            <a:gd fmla="*/ 3494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1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1" y="4774"/>
                                <a:pt x="4816" y="3494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e336998-35f6-434a-9097-e5e8ba94ef64" id="612" name="任意多边形: 形状 611">
                          <a:extLst>
                            <a:ext uri="{FF2B5EF4-FFF2-40B4-BE49-F238E27FC236}">
                              <a16:creationId id="{15FC385B-2349-37CE-C1C8-C1683B06A8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9788" y="1875777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64dba01-06c2-4b33-ade8-395d1ad09db7" id="613" name="任意多边形: 形状 612">
                          <a:extLst>
                            <a:ext uri="{FF2B5EF4-FFF2-40B4-BE49-F238E27FC236}">
                              <a16:creationId id="{AF998818-99A7-B7F5-4C2F-AE6987F858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8039" y="1862078"/>
                          <a:ext cx="5023" cy="5023"/>
                        </a:xfrm>
                        <a:custGeom>
                          <a:avLst/>
                          <a:gdLst>
                            <a:gd fmla="*/ 1531 w 5023" name="connsiteX0"/>
                            <a:gd fmla="*/ 4816 h 5023" name="connsiteY0"/>
                            <a:gd fmla="*/ 4817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1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27569d5-eacd-435c-a180-57a0ee84146b" id="614" name="任意多边形: 形状 613">
                          <a:extLst>
                            <a:ext uri="{FF2B5EF4-FFF2-40B4-BE49-F238E27FC236}">
                              <a16:creationId id="{C1C57469-7D8D-E15A-468B-0E4CD8CB35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9860" y="1869845"/>
                          <a:ext cx="5023" cy="5023"/>
                        </a:xfrm>
                        <a:custGeom>
                          <a:avLst/>
                          <a:gdLst>
                            <a:gd fmla="*/ 1531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1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2da826e-d42c-42c8-bb2a-8f8077898bc2" id="615" name="任意多边形: 形状 614">
                          <a:extLst>
                            <a:ext uri="{FF2B5EF4-FFF2-40B4-BE49-F238E27FC236}">
                              <a16:creationId id="{AC4AE7B0-7578-54A8-8614-03E9767EF1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3614" y="1868907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3785df5-b36d-406c-b5b5-171c6969fe92" id="616" name="任意多边形: 形状 615">
                          <a:extLst>
                            <a:ext uri="{FF2B5EF4-FFF2-40B4-BE49-F238E27FC236}">
                              <a16:creationId id="{7810DE6D-64FE-499F-DB1A-F0F2888836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3658" y="1854397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b19ece2-aaa5-4115-9afd-5534f1622f9c" id="617" name="任意多边形: 形状 616">
                          <a:extLst>
                            <a:ext uri="{FF2B5EF4-FFF2-40B4-BE49-F238E27FC236}">
                              <a16:creationId id="{5FF32296-980A-5AC4-5855-618607ED70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6460" y="1841637"/>
                          <a:ext cx="5023" cy="5023"/>
                        </a:xfrm>
                        <a:custGeom>
                          <a:avLst/>
                          <a:gdLst>
                            <a:gd fmla="*/ 1531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1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287fb9b-4e81-481e-b2ef-9df835e74c21" id="618" name="任意多边形: 形状 617">
                          <a:extLst>
                            <a:ext uri="{FF2B5EF4-FFF2-40B4-BE49-F238E27FC236}">
                              <a16:creationId id="{54C084FF-17C4-7FA0-26BE-5FC7CA5636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2975" y="1839759"/>
                          <a:ext cx="5023" cy="5023"/>
                        </a:xfrm>
                        <a:custGeom>
                          <a:avLst/>
                          <a:gdLst>
                            <a:gd fmla="*/ 1531 w 5023" name="connsiteX0"/>
                            <a:gd fmla="*/ 4816 h 5023" name="connsiteY0"/>
                            <a:gd fmla="*/ 4817 w 5023" name="connsiteX1"/>
                            <a:gd fmla="*/ 3494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1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4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e243e8c-9c77-41a8-9dd3-84ab979e2c42" id="619" name="任意多边形: 形状 618">
                          <a:extLst>
                            <a:ext uri="{FF2B5EF4-FFF2-40B4-BE49-F238E27FC236}">
                              <a16:creationId id="{C0B24659-16E1-68AD-692B-FDF577F054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1281" y="1907315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4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d1e268e-2a5f-4778-96cf-5bbac43a8ebf" id="620" name="任意多边形: 形状 619">
                          <a:extLst>
                            <a:ext uri="{FF2B5EF4-FFF2-40B4-BE49-F238E27FC236}">
                              <a16:creationId id="{62EEDEA4-D36A-AAA5-D517-4DC88AE0D6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9574" y="1893658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3 w 5023" name="connsiteX2"/>
                            <a:gd fmla="*/ 207 h 5023" name="connsiteY2"/>
                            <a:gd fmla="*/ 208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3" y="207"/>
                              </a:cubicBezTo>
                              <a:cubicBezTo>
                                <a:pt x="2213" y="-347"/>
                                <a:pt x="762" y="250"/>
                                <a:pt x="208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1085bbc-2d88-4dce-bd93-166b0ab3828c" id="621" name="任意多边形: 形状 620">
                          <a:extLst>
                            <a:ext uri="{FF2B5EF4-FFF2-40B4-BE49-F238E27FC236}">
                              <a16:creationId id="{02C15B93-0E76-7298-1A40-E68192249D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1352" y="1901383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4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59fd19f-9ebe-49ba-9f94-3437c2e5c6c8" id="622" name="任意多边形: 形状 621">
                          <a:extLst>
                            <a:ext uri="{FF2B5EF4-FFF2-40B4-BE49-F238E27FC236}">
                              <a16:creationId id="{8204FF3C-F0AE-FF81-6F5D-8BDDD7DD3C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05150" y="1900444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4 h 5023" name="connsiteY1"/>
                            <a:gd fmla="*/ 3493 w 5023" name="connsiteX2"/>
                            <a:gd fmla="*/ 207 h 5023" name="connsiteY2"/>
                            <a:gd fmla="*/ 208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4"/>
                              </a:cubicBezTo>
                              <a:cubicBezTo>
                                <a:pt x="5371" y="2213"/>
                                <a:pt x="4774" y="762"/>
                                <a:pt x="3493" y="207"/>
                              </a:cubicBezTo>
                              <a:cubicBezTo>
                                <a:pt x="2213" y="-347"/>
                                <a:pt x="762" y="250"/>
                                <a:pt x="208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a6e4b10-44ad-430d-bd33-f3c3ad2a87b2" id="623" name="任意多边形: 形状 622">
                          <a:extLst>
                            <a:ext uri="{FF2B5EF4-FFF2-40B4-BE49-F238E27FC236}">
                              <a16:creationId id="{5AFE3342-AAE3-47AB-468C-FAD61E0196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35193" y="1885934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7e3d231-914e-4702-af21-c9f755a6dad9" id="624" name="任意多边形: 形状 623">
                          <a:extLst>
                            <a:ext uri="{FF2B5EF4-FFF2-40B4-BE49-F238E27FC236}">
                              <a16:creationId id="{B4776B77-1A3A-C7F1-46F8-BEFC2C05E4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2092" y="1858579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b56fa97-0ff3-401f-89bf-81a380bfc49d" id="625" name="任意多边形: 形状 624">
                          <a:extLst>
                            <a:ext uri="{FF2B5EF4-FFF2-40B4-BE49-F238E27FC236}">
                              <a16:creationId id="{2EB96500-A77E-CB90-308D-6249FD7BDE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1281" y="1874582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4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78e832d-e90e-44e5-af39-c8e474a77682" id="626" name="任意多边形: 形状 625">
                          <a:extLst>
                            <a:ext uri="{FF2B5EF4-FFF2-40B4-BE49-F238E27FC236}">
                              <a16:creationId id="{A9D3E7A3-76EE-28AB-ABBC-E822F8FE52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5281" y="1927799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3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3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8641d23-7261-4a8d-881c-3bcdb5131db2" id="627" name="任意多边形: 形状 626">
                          <a:extLst>
                            <a:ext uri="{FF2B5EF4-FFF2-40B4-BE49-F238E27FC236}">
                              <a16:creationId id="{54ADE773-75B0-546B-BE55-3AC08D0E20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3574" y="1914143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f13f1ee-2bdf-4297-9831-0df49398f143" id="628" name="任意多边形: 形状 627">
                          <a:extLst>
                            <a:ext uri="{FF2B5EF4-FFF2-40B4-BE49-F238E27FC236}">
                              <a16:creationId id="{DB61D612-56D0-5B16-6081-71B1D891FA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2778" y="1927031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7919851-f6aa-442e-9541-8dafd824ccf7" id="629" name="任意多边形: 形状 628">
                          <a:extLst>
                            <a:ext uri="{FF2B5EF4-FFF2-40B4-BE49-F238E27FC236}">
                              <a16:creationId id="{82799474-2F78-CEF5-7E9A-5CBC1882EB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9149" y="1920971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4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4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23acafb-8bca-4b74-bf26-4497aab6ad3a" id="630" name="任意多边形: 形状 629">
                          <a:extLst>
                            <a:ext uri="{FF2B5EF4-FFF2-40B4-BE49-F238E27FC236}">
                              <a16:creationId id="{0E0D9AD6-E989-5C76-3011-0645D5ECA8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9193" y="1906419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3 w 5023" name="connsiteX2"/>
                            <a:gd fmla="*/ 207 h 5023" name="connsiteY2"/>
                            <a:gd fmla="*/ 208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3" y="207"/>
                              </a:cubicBezTo>
                              <a:cubicBezTo>
                                <a:pt x="2213" y="-347"/>
                                <a:pt x="762" y="250"/>
                                <a:pt x="208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244d428-c682-4bb0-bc98-b80a2a8198bb" id="631" name="任意多边形: 形状 630">
                          <a:extLst>
                            <a:ext uri="{FF2B5EF4-FFF2-40B4-BE49-F238E27FC236}">
                              <a16:creationId id="{200F52D9-B559-0B68-CD60-FD6B5575E2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1753" y="1906419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ee19a08-0780-478b-b92f-3465e37d8c36" id="632" name="任意多边形: 形状 631">
                          <a:extLst>
                            <a:ext uri="{FF2B5EF4-FFF2-40B4-BE49-F238E27FC236}">
                              <a16:creationId id="{34A40DA9-FBCD-5A3D-82D9-2A73F7316B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5281" y="1895067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3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3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99788f7-58ba-4318-97c8-a7ca87fa794b" id="633" name="任意多边形: 形状 632">
                          <a:extLst>
                            <a:ext uri="{FF2B5EF4-FFF2-40B4-BE49-F238E27FC236}">
                              <a16:creationId id="{628C181F-060F-A6CB-C949-6EFC35F2D2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1739" y="1844411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4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4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63c6c72-205b-49f2-898e-961bf49a0f42" id="634" name="任意多边形: 形状 633">
                          <a:extLst>
                            <a:ext uri="{FF2B5EF4-FFF2-40B4-BE49-F238E27FC236}">
                              <a16:creationId id="{C9BB9AF2-3BBA-DDB3-AFBA-EAA5AD319B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9989" y="1830754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3 w 5023" name="connsiteX2"/>
                            <a:gd fmla="*/ 207 h 5023" name="connsiteY2"/>
                            <a:gd fmla="*/ 208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3" y="207"/>
                              </a:cubicBezTo>
                              <a:cubicBezTo>
                                <a:pt x="2213" y="-347"/>
                                <a:pt x="762" y="250"/>
                                <a:pt x="208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54b9d14-fae0-4581-8920-6d3a148dc660" id="635" name="任意多边形: 形状 634">
                          <a:extLst>
                            <a:ext uri="{FF2B5EF4-FFF2-40B4-BE49-F238E27FC236}">
                              <a16:creationId id="{8F17819E-D26B-5837-3B42-D9A2B1AE24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1810" y="1838479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4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3fd4d6f-ba10-4855-a96b-6a289d2f3af1" id="636" name="任意多边形: 形状 635">
                          <a:extLst>
                            <a:ext uri="{FF2B5EF4-FFF2-40B4-BE49-F238E27FC236}">
                              <a16:creationId id="{7A7F552A-4983-409A-5B2E-3C958D17B1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6034" y="1850769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fc51d89-9712-492a-a943-3167e4a1d755" id="637" name="任意多边形: 形状 636">
                          <a:extLst>
                            <a:ext uri="{FF2B5EF4-FFF2-40B4-BE49-F238E27FC236}">
                              <a16:creationId id="{21E5556C-4762-0758-CCB3-00F0EAEE7C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5296" y="1841466"/>
                          <a:ext cx="5023" cy="5023"/>
                        </a:xfrm>
                        <a:custGeom>
                          <a:avLst/>
                          <a:gdLst>
                            <a:gd fmla="*/ 1531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1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5a87cd8-83c7-4607-abf9-9adb86eff6ee" id="638" name="任意多边形: 形状 637">
                          <a:extLst>
                            <a:ext uri="{FF2B5EF4-FFF2-40B4-BE49-F238E27FC236}">
                              <a16:creationId id="{7EA92AE4-6F09-02FB-BC68-1D5FACF679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8168" y="1823030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be08541-6d89-46ed-a6a8-3f3461989a78" id="639" name="任意多边形: 形状 638">
                          <a:extLst>
                            <a:ext uri="{FF2B5EF4-FFF2-40B4-BE49-F238E27FC236}">
                              <a16:creationId id="{DE8DAD1B-EA6D-F0B0-966B-EEEF1321F4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1696" y="1811678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4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3c4a04a-dd3a-4e8f-844e-9535998b0459" id="640" name="任意多边形: 形状 639">
                          <a:extLst>
                            <a:ext uri="{FF2B5EF4-FFF2-40B4-BE49-F238E27FC236}">
                              <a16:creationId id="{3D399C2D-D110-53F5-F47D-9ABB4F76B5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2309" y="1894128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307f5b0-c8fb-4fc3-b81f-4dcc11d80b16" id="641" name="任意多边形: 形状 640">
                          <a:extLst>
                            <a:ext uri="{FF2B5EF4-FFF2-40B4-BE49-F238E27FC236}">
                              <a16:creationId id="{BC25F3D9-8093-5D61-8B9B-222E8E0590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5239" y="1875052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4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f10f8c7-b9cb-4b97-bdc8-32a379434049" id="642" name="任意多边形: 形状 641">
                          <a:extLst>
                            <a:ext uri="{FF2B5EF4-FFF2-40B4-BE49-F238E27FC236}">
                              <a16:creationId id="{1DC270FB-3E0E-A1CF-42EF-CF03B80FAB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7103" y="1853458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82e5d59-d68a-4ac2-95a6-8521a8b89f66" id="643" name="任意多边形: 形状 642">
                          <a:extLst>
                            <a:ext uri="{FF2B5EF4-FFF2-40B4-BE49-F238E27FC236}">
                              <a16:creationId id="{6B9EA94A-79B8-4E8E-A53F-003B2AF161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0815" y="1881880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7 w 5023" name="connsiteX1"/>
                            <a:gd fmla="*/ 3493 h 5023" name="connsiteY1"/>
                            <a:gd fmla="*/ 3493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1" y="2213"/>
                                <a:pt x="4774" y="762"/>
                                <a:pt x="3493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025a418-e889-4efe-a745-6a2f65225b1d" id="644" name="任意多边形: 形状 643">
                          <a:extLst>
                            <a:ext uri="{FF2B5EF4-FFF2-40B4-BE49-F238E27FC236}">
                              <a16:creationId id="{E1F7D3E9-1E63-51A1-0186-5CE005CAED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3347" y="1891439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8cdee40-26d2-4f42-bdeb-d8a4f6ddf323" id="645" name="任意多边形: 形状 644">
                          <a:extLst>
                            <a:ext uri="{FF2B5EF4-FFF2-40B4-BE49-F238E27FC236}">
                              <a16:creationId id="{9144EEC7-4215-75CD-C0A8-0E2B1B310B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3418" y="1867327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3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3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7bfed1f-a3bd-487b-b94d-7118e67c4792" id="646" name="任意多边形: 形状 645">
                          <a:extLst>
                            <a:ext uri="{FF2B5EF4-FFF2-40B4-BE49-F238E27FC236}">
                              <a16:creationId id="{E81EC238-16D7-4A3C-942B-714FBF90CE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2792" y="1853927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3 w 5023" name="connsiteX2"/>
                            <a:gd fmla="*/ 207 h 5023" name="connsiteY2"/>
                            <a:gd fmla="*/ 208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3" y="207"/>
                              </a:cubicBezTo>
                              <a:cubicBezTo>
                                <a:pt x="2213" y="-347"/>
                                <a:pt x="762" y="250"/>
                                <a:pt x="208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3efd215-9b6a-4ced-a122-78eee550edec" id="647" name="任意多边形: 形状 646">
                          <a:extLst>
                            <a:ext uri="{FF2B5EF4-FFF2-40B4-BE49-F238E27FC236}">
                              <a16:creationId id="{7F609C44-8204-C8E0-BB18-8ADA6AB0ED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1894" y="1958782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4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3d3fce2-bd84-4eeb-90eb-6bc6b1d29ec1" id="648" name="任意多边形: 形状 647">
                          <a:extLst>
                            <a:ext uri="{FF2B5EF4-FFF2-40B4-BE49-F238E27FC236}">
                              <a16:creationId id="{C444D7AE-AB80-324C-5B24-BE57D1F375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3515" y="1946747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3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3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f200011-3e4b-4199-9b84-b72a19771b9d" id="649" name="任意多边形: 形状 648">
                          <a:extLst>
                            <a:ext uri="{FF2B5EF4-FFF2-40B4-BE49-F238E27FC236}">
                              <a16:creationId id="{06F9C037-0500-C942-BCDA-959EB2930E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0174" y="1937060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7bbcf54-0fda-41ae-9832-49aed2501065" id="650" name="任意多边形: 形状 649">
                          <a:extLst>
                            <a:ext uri="{FF2B5EF4-FFF2-40B4-BE49-F238E27FC236}">
                              <a16:creationId id="{DF1422C3-03D1-5B12-1997-8C1DB1E507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26317" y="1919648"/>
                          <a:ext cx="5023" cy="5023"/>
                        </a:xfrm>
                        <a:custGeom>
                          <a:avLst/>
                          <a:gdLst>
                            <a:gd fmla="*/ 1530 w 5023" name="connsiteX0"/>
                            <a:gd fmla="*/ 4816 h 5023" name="connsiteY0"/>
                            <a:gd fmla="*/ 4816 w 5023" name="connsiteX1"/>
                            <a:gd fmla="*/ 3494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0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0" y="4816"/>
                              </a:moveTo>
                              <a:cubicBezTo>
                                <a:pt x="2811" y="5371"/>
                                <a:pt x="4261" y="4774"/>
                                <a:pt x="4816" y="3494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0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546717c-390b-492b-9666-672219cb8615" id="651" name="任意多边形: 形状 650">
                          <a:extLst>
                            <a:ext uri="{FF2B5EF4-FFF2-40B4-BE49-F238E27FC236}">
                              <a16:creationId id="{973A1510-91C4-0C85-DC08-E04D566692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9134" y="1939023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4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4ebedbd-63b2-4f27-a2de-74b3eef63505" id="652" name="任意多边形: 形状 651">
                          <a:extLst>
                            <a:ext uri="{FF2B5EF4-FFF2-40B4-BE49-F238E27FC236}">
                              <a16:creationId id="{7C3D1477-003D-87EE-2C12-920AAAF7F9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19232" y="1936420"/>
                          <a:ext cx="5023" cy="5023"/>
                        </a:xfrm>
                        <a:custGeom>
                          <a:avLst/>
                          <a:gdLst>
                            <a:gd fmla="*/ 1531 w 5023" name="connsiteX0"/>
                            <a:gd fmla="*/ 4816 h 5023" name="connsiteY0"/>
                            <a:gd fmla="*/ 4817 w 5023" name="connsiteX1"/>
                            <a:gd fmla="*/ 3493 h 5023" name="connsiteY1"/>
                            <a:gd fmla="*/ 3494 w 5023" name="connsiteX2"/>
                            <a:gd fmla="*/ 207 h 5023" name="connsiteY2"/>
                            <a:gd fmla="*/ 207 w 5023" name="connsiteX3"/>
                            <a:gd fmla="*/ 1530 h 5023" name="connsiteY3"/>
                            <a:gd fmla="*/ 1531 w 5023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3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1" y="2213"/>
                                <a:pt x="4774" y="762"/>
                                <a:pt x="3494" y="207"/>
                              </a:cubicBezTo>
                              <a:cubicBezTo>
                                <a:pt x="2213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8431496-e2bf-4b79-9aff-0cdc23d9e27e" id="653" name="任意多边形: 形状 652">
                          <a:extLst>
                            <a:ext uri="{FF2B5EF4-FFF2-40B4-BE49-F238E27FC236}">
                              <a16:creationId id="{0B96A3A7-998C-0BD1-F570-9F81DD944B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45222" y="1927671"/>
                          <a:ext cx="5024" cy="5023"/>
                        </a:xfrm>
                        <a:custGeom>
                          <a:avLst/>
                          <a:gdLst>
                            <a:gd fmla="*/ 1531 w 5024" name="connsiteX0"/>
                            <a:gd fmla="*/ 4816 h 5023" name="connsiteY0"/>
                            <a:gd fmla="*/ 4817 w 5024" name="connsiteX1"/>
                            <a:gd fmla="*/ 3493 h 5023" name="connsiteY1"/>
                            <a:gd fmla="*/ 3494 w 5024" name="connsiteX2"/>
                            <a:gd fmla="*/ 207 h 5023" name="connsiteY2"/>
                            <a:gd fmla="*/ 207 w 5024" name="connsiteX3"/>
                            <a:gd fmla="*/ 1530 h 5023" name="connsiteY3"/>
                            <a:gd fmla="*/ 1531 w 5024" name="connsiteX4"/>
                            <a:gd fmla="*/ 4816 h 5023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23" w="5024">
                              <a:moveTo>
                                <a:pt x="1531" y="4816"/>
                              </a:moveTo>
                              <a:cubicBezTo>
                                <a:pt x="2811" y="5371"/>
                                <a:pt x="4262" y="4774"/>
                                <a:pt x="4817" y="3493"/>
                              </a:cubicBezTo>
                              <a:cubicBezTo>
                                <a:pt x="5372" y="2213"/>
                                <a:pt x="4774" y="762"/>
                                <a:pt x="3494" y="207"/>
                              </a:cubicBezTo>
                              <a:cubicBezTo>
                                <a:pt x="2214" y="-347"/>
                                <a:pt x="762" y="250"/>
                                <a:pt x="207" y="1530"/>
                              </a:cubicBezTo>
                              <a:cubicBezTo>
                                <a:pt x="-347" y="2811"/>
                                <a:pt x="250" y="4262"/>
                                <a:pt x="1531" y="48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29669fca-f862-43ab-b3a5-41725ae4808b" id="427" name="图形 6643">
                        <a:extLst>
                          <a:ext uri="{FF2B5EF4-FFF2-40B4-BE49-F238E27FC236}">
                            <a16:creationId id="{A79B0C15-D7E2-62D6-74F9-7451FE35E5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651658" y="1811542"/>
                        <a:ext cx="139212" cy="144973"/>
                        <a:chOff x="7651658" y="1811542"/>
                        <a:chExt cx="139212" cy="144973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e73359a1-2131-42e2-8cc0-0029566cf447" id="542" name="任意多边形: 形状 541">
                          <a:extLst>
                            <a:ext uri="{FF2B5EF4-FFF2-40B4-BE49-F238E27FC236}">
                              <a16:creationId id="{338B85EE-BDA5-E150-A6B3-2DD30E798F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5742" y="1857205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6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6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5"/>
                                <a:pt x="5165" y="1496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7457a6c-5aea-44b9-86f3-8b6f50e388fd" id="543" name="任意多边形: 形状 542">
                          <a:extLst>
                            <a:ext uri="{FF2B5EF4-FFF2-40B4-BE49-F238E27FC236}">
                              <a16:creationId id="{17195FD1-1BA5-5496-508B-69A3894A23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9271" y="1859681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4"/>
                                <a:pt x="5166" y="1495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5b00e74-4f85-4f63-9d87-8149d82a1bf7" id="544" name="任意多边形: 形状 543">
                          <a:extLst>
                            <a:ext uri="{FF2B5EF4-FFF2-40B4-BE49-F238E27FC236}">
                              <a16:creationId id="{D3488D08-B6ED-1BDA-A0E7-3AC2DE9D5B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8346" y="1868600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880" y="5294"/>
                                <a:pt x="3501" y="5166"/>
                                <a:pt x="4397" y="4141"/>
                              </a:cubicBezTo>
                              <a:cubicBezTo>
                                <a:pt x="5293" y="3074"/>
                                <a:pt x="5166" y="1495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023337d-7d24-4468-adf4-c06c816fd9d3" id="545" name="任意多边形: 形状 544">
                          <a:extLst>
                            <a:ext uri="{FF2B5EF4-FFF2-40B4-BE49-F238E27FC236}">
                              <a16:creationId id="{2A19C1B0-A3F3-56D9-A7B1-19D5387A0A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7137" y="1843891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5"/>
                                <a:pt x="5166" y="1496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f56d435-087c-4319-b25b-b73d636529a0" id="546" name="任意多边形: 形状 545">
                          <a:extLst>
                            <a:ext uri="{FF2B5EF4-FFF2-40B4-BE49-F238E27FC236}">
                              <a16:creationId id="{ED3B7474-6C8A-4962-A880-C881B50B23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1916" y="1876922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5"/>
                                <a:pt x="5166" y="1496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8c6700d-2feb-4f52-bf51-254e35a16b52" id="547" name="任意多边形: 形状 546">
                          <a:extLst>
                            <a:ext uri="{FF2B5EF4-FFF2-40B4-BE49-F238E27FC236}">
                              <a16:creationId id="{17160098-710B-82F5-4DBC-D2B8C27771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0238" y="1850761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3" y="3074"/>
                                <a:pt x="5166" y="1495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ab4fc8e-3dfa-497b-aad4-4b561357a18a" id="548" name="任意多边形: 形状 547">
                          <a:extLst>
                            <a:ext uri="{FF2B5EF4-FFF2-40B4-BE49-F238E27FC236}">
                              <a16:creationId id="{17B84F54-8705-11C6-4A71-D33CFC8F7D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6938" y="1867064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4" y="3075"/>
                                <a:pt x="5166" y="1496"/>
                                <a:pt x="4141" y="599"/>
                              </a:cubicBezTo>
                              <a:cubicBezTo>
                                <a:pt x="3117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bcfacc1-970a-4e35-b528-72e66008501c" id="549" name="任意多边形: 形状 548">
                          <a:extLst>
                            <a:ext uri="{FF2B5EF4-FFF2-40B4-BE49-F238E27FC236}">
                              <a16:creationId id="{38CCE54D-B33C-2764-025E-1C14367443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1746" y="1892541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6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6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5"/>
                                <a:pt x="5165" y="1496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1cdf202-0efa-4b92-831a-5b64ecc4b713" id="550" name="任意多边形: 形状 549">
                          <a:extLst>
                            <a:ext uri="{FF2B5EF4-FFF2-40B4-BE49-F238E27FC236}">
                              <a16:creationId id="{F1A432BC-9961-9C44-41FA-31FA4CE86D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5317" y="1895016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4" y="3117"/>
                                <a:pt x="5166" y="1495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29f93f8-027d-49bd-842c-a7b8b1f4072e" id="551" name="任意多边形: 形状 550">
                          <a:extLst>
                            <a:ext uri="{FF2B5EF4-FFF2-40B4-BE49-F238E27FC236}">
                              <a16:creationId id="{BD628E09-5267-6BEB-62EC-6ED15A3A54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4349" y="1903936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3" y="3074"/>
                                <a:pt x="5166" y="1495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abe48cc-1af0-444d-8916-8d4ffc3448fd" id="552" name="任意多边形: 形状 551">
                          <a:extLst>
                            <a:ext uri="{FF2B5EF4-FFF2-40B4-BE49-F238E27FC236}">
                              <a16:creationId id="{099144DC-3F0A-C179-30B9-1214CABF77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3140" y="1879184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5"/>
                                <a:pt x="5166" y="1496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ef251e9-b5da-42c7-8c83-4cdac99ccd37" id="553" name="任意多边形: 形状 552">
                          <a:extLst>
                            <a:ext uri="{FF2B5EF4-FFF2-40B4-BE49-F238E27FC236}">
                              <a16:creationId id="{38EACB7C-9D03-5D28-4054-85BEED00FE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7920" y="1912215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880" y="5294"/>
                                <a:pt x="3501" y="5166"/>
                                <a:pt x="4398" y="4141"/>
                              </a:cubicBezTo>
                              <a:cubicBezTo>
                                <a:pt x="5294" y="3074"/>
                                <a:pt x="5166" y="1495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32e9e40-ad43-453d-8ded-74443883e80c" id="554" name="任意多边形: 形状 553">
                          <a:extLst>
                            <a:ext uri="{FF2B5EF4-FFF2-40B4-BE49-F238E27FC236}">
                              <a16:creationId id="{7BA18DE7-FF46-767F-A395-AC05F24360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6242" y="1886097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3" y="3074"/>
                                <a:pt x="5166" y="1495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984fc0b-0b89-4f10-8a3f-d21c04f6896f" id="555" name="任意多边形: 形状 554">
                          <a:extLst>
                            <a:ext uri="{FF2B5EF4-FFF2-40B4-BE49-F238E27FC236}">
                              <a16:creationId id="{34255A52-28B7-CA1D-A5B8-92C2A671D9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2942" y="1902399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4" y="3075"/>
                                <a:pt x="5166" y="1496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3652d94-c412-4f61-a263-1cfe60cead5b" id="556" name="任意多边形: 形状 555">
                          <a:extLst>
                            <a:ext uri="{FF2B5EF4-FFF2-40B4-BE49-F238E27FC236}">
                              <a16:creationId id="{7B1E20F4-D6CA-FF94-FDB2-C002F8F56C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7437" y="1861516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5"/>
                                <a:pt x="5165" y="1495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a4d5a09-542d-498e-8a6d-525cb9342e4c" id="557" name="任意多边形: 形状 556">
                          <a:extLst>
                            <a:ext uri="{FF2B5EF4-FFF2-40B4-BE49-F238E27FC236}">
                              <a16:creationId id="{11249669-A075-CDB3-A018-D8FCCDF63F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1008" y="1864034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2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4" y="3075"/>
                                <a:pt x="5166" y="1496"/>
                                <a:pt x="4142" y="599"/>
                              </a:cubicBezTo>
                              <a:cubicBezTo>
                                <a:pt x="3075" y="-297"/>
                                <a:pt x="1496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9137912-06e9-4eff-a609-b8df1a6a940b" id="558" name="任意多边形: 形状 557">
                          <a:extLst>
                            <a:ext uri="{FF2B5EF4-FFF2-40B4-BE49-F238E27FC236}">
                              <a16:creationId id="{CCDD8DA4-9BC1-A451-22DC-9AE983E901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0083" y="1872910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5"/>
                                <a:pt x="5165" y="1496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9b33643-7a2e-4697-abdb-fa23fd15abe4" id="559" name="任意多边形: 形状 558">
                          <a:extLst>
                            <a:ext uri="{FF2B5EF4-FFF2-40B4-BE49-F238E27FC236}">
                              <a16:creationId id="{C74CCF9C-B06A-0F70-17EA-31A0D68A1E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8874" y="1848201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2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4" y="3074"/>
                                <a:pt x="5166" y="1495"/>
                                <a:pt x="4142" y="599"/>
                              </a:cubicBezTo>
                              <a:cubicBezTo>
                                <a:pt x="3075" y="-297"/>
                                <a:pt x="1496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db044d0-3365-4423-9b4b-1719cb79f478" id="560" name="任意多边形: 形状 559">
                          <a:extLst>
                            <a:ext uri="{FF2B5EF4-FFF2-40B4-BE49-F238E27FC236}">
                              <a16:creationId id="{AC7594CE-F98A-ADC7-1DB9-447F26940A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3611" y="1881232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4" y="3075"/>
                                <a:pt x="5166" y="1496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508886c-0d82-4676-8bc6-5f5f6c7fd162" id="561" name="任意多边形: 形状 560">
                          <a:extLst>
                            <a:ext uri="{FF2B5EF4-FFF2-40B4-BE49-F238E27FC236}">
                              <a16:creationId id="{A23900D6-B1C3-A1B5-AFF3-147129DF1C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0980" y="1868685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2" y="5166"/>
                                <a:pt x="4398" y="4141"/>
                              </a:cubicBezTo>
                              <a:cubicBezTo>
                                <a:pt x="5294" y="3075"/>
                                <a:pt x="5165" y="1496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c8ccfec-f354-4b65-8a90-935c585a13fa" id="562" name="任意多边形: 形状 561">
                          <a:extLst>
                            <a:ext uri="{FF2B5EF4-FFF2-40B4-BE49-F238E27FC236}">
                              <a16:creationId id="{B1BD72D4-DD82-5924-5A8C-8B610C8D11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7779" y="1884987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2" y="5166"/>
                                <a:pt x="4398" y="4141"/>
                              </a:cubicBezTo>
                              <a:cubicBezTo>
                                <a:pt x="5294" y="3075"/>
                                <a:pt x="5165" y="1495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87561e9-b588-48f3-b73a-614a9119b8ba" id="563" name="任意多边形: 形状 562">
                          <a:extLst>
                            <a:ext uri="{FF2B5EF4-FFF2-40B4-BE49-F238E27FC236}">
                              <a16:creationId id="{CB54DD86-97DE-B374-5979-7D9CB956F6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5971" y="1824857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3" y="3074"/>
                                <a:pt x="5166" y="1495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9b4c927-fb1e-4f16-a82d-9faf9c0158f3" id="564" name="任意多边形: 形状 563">
                          <a:extLst>
                            <a:ext uri="{FF2B5EF4-FFF2-40B4-BE49-F238E27FC236}">
                              <a16:creationId id="{6D9837FC-CD99-7991-3DD0-1CC057A8A2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9542" y="1827332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5"/>
                                <a:pt x="5166" y="1496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12812bd-2953-4484-8a2b-4ab3724440e5" id="565" name="任意多边形: 形状 564">
                          <a:extLst>
                            <a:ext uri="{FF2B5EF4-FFF2-40B4-BE49-F238E27FC236}">
                              <a16:creationId id="{0A9AC64E-9534-B27E-5B53-A3771FA2C2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8617" y="1836252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880" y="5294"/>
                                <a:pt x="3501" y="5166"/>
                                <a:pt x="4397" y="4141"/>
                              </a:cubicBezTo>
                              <a:cubicBezTo>
                                <a:pt x="5293" y="3075"/>
                                <a:pt x="5166" y="1496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8afdb66-a4e5-4e80-8a32-f0258d75d39a" id="566" name="任意多边形: 形状 565">
                          <a:extLst>
                            <a:ext uri="{FF2B5EF4-FFF2-40B4-BE49-F238E27FC236}">
                              <a16:creationId id="{2CCD51CA-19D2-AA75-701F-42A8673563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7408" y="1811542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4"/>
                                <a:pt x="5166" y="1495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ec89e12-271a-4d4d-9219-c1ccaf905e4a" id="567" name="任意多边形: 形状 566">
                          <a:extLst>
                            <a:ext uri="{FF2B5EF4-FFF2-40B4-BE49-F238E27FC236}">
                              <a16:creationId id="{0025D793-3764-CE67-7960-C656CDD7AE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2145" y="1844573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5"/>
                                <a:pt x="5166" y="1495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270f8f4-3b20-48f3-b1a0-f3ff0786a56b" id="568" name="任意多边形: 形状 567">
                          <a:extLst>
                            <a:ext uri="{FF2B5EF4-FFF2-40B4-BE49-F238E27FC236}">
                              <a16:creationId id="{3DA94CB2-6DB9-A639-7152-C20BF9110B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2231" y="1840349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2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4" y="3074"/>
                                <a:pt x="5166" y="1495"/>
                                <a:pt x="4142" y="599"/>
                              </a:cubicBezTo>
                              <a:cubicBezTo>
                                <a:pt x="3117" y="-297"/>
                                <a:pt x="1496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dc08b23-cf82-4fe4-a751-7ce384a76577" id="569" name="任意多边形: 形状 568">
                          <a:extLst>
                            <a:ext uri="{FF2B5EF4-FFF2-40B4-BE49-F238E27FC236}">
                              <a16:creationId id="{5CE8E6F3-D032-70AE-4ADF-CE8F370A6E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7209" y="1834715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4" y="3075"/>
                                <a:pt x="5166" y="1495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14b3f66-bf39-4b03-991a-4f77d2785c00" id="570" name="任意多边形: 形状 569">
                          <a:extLst>
                            <a:ext uri="{FF2B5EF4-FFF2-40B4-BE49-F238E27FC236}">
                              <a16:creationId id="{C438977D-EE98-9F0F-D844-72D5458080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4106" y="1889170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4" y="3074"/>
                                <a:pt x="5166" y="1495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b399cf4-973f-4804-846d-ed21d70a81d3" id="571" name="任意多边形: 形状 570">
                          <a:extLst>
                            <a:ext uri="{FF2B5EF4-FFF2-40B4-BE49-F238E27FC236}">
                              <a16:creationId id="{F1C4B07D-2795-CB6D-CF08-5F2047DF7A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7634" y="1891645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2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3" y="3075"/>
                                <a:pt x="5166" y="1495"/>
                                <a:pt x="4142" y="599"/>
                              </a:cubicBezTo>
                              <a:cubicBezTo>
                                <a:pt x="3075" y="-297"/>
                                <a:pt x="1496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af7b3d8-fdaa-4918-8f9b-3e2523364e27" id="572" name="任意多边形: 形状 571">
                          <a:extLst>
                            <a:ext uri="{FF2B5EF4-FFF2-40B4-BE49-F238E27FC236}">
                              <a16:creationId id="{71542B64-52F3-27FC-4BE1-2F0218F7D2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9497" y="1906112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2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3" y="3075"/>
                                <a:pt x="5166" y="1496"/>
                                <a:pt x="4142" y="599"/>
                              </a:cubicBezTo>
                              <a:cubicBezTo>
                                <a:pt x="3075" y="-297"/>
                                <a:pt x="1496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fad0eab-3f49-4f99-85b1-b214eac1efa4" id="573" name="任意多边形: 形状 572">
                          <a:extLst>
                            <a:ext uri="{FF2B5EF4-FFF2-40B4-BE49-F238E27FC236}">
                              <a16:creationId id="{DAFEBCA9-BD27-56AD-E7B1-C13D771AD1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5500" y="1875855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2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3" y="3075"/>
                                <a:pt x="5166" y="1496"/>
                                <a:pt x="4142" y="599"/>
                              </a:cubicBezTo>
                              <a:cubicBezTo>
                                <a:pt x="3075" y="-297"/>
                                <a:pt x="1496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23a4c59-c664-4d18-b795-9774ce1f99f2" id="574" name="任意多边形: 形状 573">
                          <a:extLst>
                            <a:ext uri="{FF2B5EF4-FFF2-40B4-BE49-F238E27FC236}">
                              <a16:creationId id="{8B7CD9BC-5678-88F5-C4DD-E48B3A126D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0237" y="1908886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2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4" y="3074"/>
                                <a:pt x="5166" y="1495"/>
                                <a:pt x="4142" y="599"/>
                              </a:cubicBezTo>
                              <a:cubicBezTo>
                                <a:pt x="3075" y="-297"/>
                                <a:pt x="1496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a8edf77-aee3-4bf8-a3eb-ab5fc419e264" id="575" name="任意多边形: 形状 574">
                          <a:extLst>
                            <a:ext uri="{FF2B5EF4-FFF2-40B4-BE49-F238E27FC236}">
                              <a16:creationId id="{55EE5A6C-0638-192D-0B9A-6050937E17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8602" y="1882768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4"/>
                                <a:pt x="5166" y="1495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fed2845-aa9c-4ea1-a217-9a528e6670a1" id="576" name="任意多边形: 形状 575">
                          <a:extLst>
                            <a:ext uri="{FF2B5EF4-FFF2-40B4-BE49-F238E27FC236}">
                              <a16:creationId id="{4F93F7D1-B1DD-484C-224C-3ED8FFC19B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5302" y="1899070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880" y="5294"/>
                                <a:pt x="3501" y="5166"/>
                                <a:pt x="4397" y="4141"/>
                              </a:cubicBezTo>
                              <a:cubicBezTo>
                                <a:pt x="5293" y="3075"/>
                                <a:pt x="5166" y="1496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7397b6e-dbe1-4926-b28b-4b667c07e907" id="577" name="任意多边形: 形状 576">
                          <a:extLst>
                            <a:ext uri="{FF2B5EF4-FFF2-40B4-BE49-F238E27FC236}">
                              <a16:creationId id="{1529769D-EAE9-85FB-6F98-C51FC12109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4635" y="1910977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4" y="3075"/>
                                <a:pt x="5166" y="1496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8543621-23d4-4186-99c7-902896f917c6" id="578" name="任意多边形: 形状 577">
                          <a:extLst>
                            <a:ext uri="{FF2B5EF4-FFF2-40B4-BE49-F238E27FC236}">
                              <a16:creationId id="{36F4E6A6-5113-EB84-4AF4-5067A0F1DE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8206" y="1913452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2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3" y="3075"/>
                                <a:pt x="5166" y="1496"/>
                                <a:pt x="4142" y="599"/>
                              </a:cubicBezTo>
                              <a:cubicBezTo>
                                <a:pt x="3075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554297d-bf36-4756-a50f-c1df345e85d0" id="579" name="任意多边形: 形状 578">
                          <a:extLst>
                            <a:ext uri="{FF2B5EF4-FFF2-40B4-BE49-F238E27FC236}">
                              <a16:creationId id="{64A28C1C-B1AB-69E5-BF1A-8664747365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7238" y="1922371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4"/>
                                <a:pt x="5166" y="1495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d1d6097-e0a1-4109-87f1-84edbfc67e89" id="580" name="任意多边形: 形状 579">
                          <a:extLst>
                            <a:ext uri="{FF2B5EF4-FFF2-40B4-BE49-F238E27FC236}">
                              <a16:creationId id="{610831ED-7CD2-15C3-3233-A99FED8259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3355" y="1894120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6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6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5"/>
                                <a:pt x="5165" y="1496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650225b-2a58-4f26-89e8-82a7d1a166cb" id="581" name="任意多边形: 形状 580">
                          <a:extLst>
                            <a:ext uri="{FF2B5EF4-FFF2-40B4-BE49-F238E27FC236}">
                              <a16:creationId id="{EFE2F427-9A8B-1C7C-0DB2-A76664D8C0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0325" y="1934321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5"/>
                                <a:pt x="5166" y="1495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b9f7d21-16ed-427d-a989-f10c8ed91416" id="582" name="任意多边形: 形状 581">
                          <a:extLst>
                            <a:ext uri="{FF2B5EF4-FFF2-40B4-BE49-F238E27FC236}">
                              <a16:creationId id="{8AB27752-29D1-382D-06ED-57C7973134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9131" y="1904576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5"/>
                                <a:pt x="5166" y="1496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1ee3cc7-3bb6-40e5-8965-81bcf25c145e" id="583" name="任意多边形: 形状 582">
                          <a:extLst>
                            <a:ext uri="{FF2B5EF4-FFF2-40B4-BE49-F238E27FC236}">
                              <a16:creationId id="{83D0ED31-D86D-1B6C-FCC9-C22361ADF1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5874" y="1920878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6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6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4"/>
                                <a:pt x="5165" y="1495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4d0cc3d-3111-46a5-b113-2801d1acac02" id="584" name="任意多边形: 形状 583">
                          <a:extLst>
                            <a:ext uri="{FF2B5EF4-FFF2-40B4-BE49-F238E27FC236}">
                              <a16:creationId id="{7CB8A114-049B-18ED-B72F-3B47EA5130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1034" y="1915586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3" y="3075"/>
                                <a:pt x="5166" y="1496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1551b34-3809-489d-9323-5eb9064f986d" id="585" name="任意多边形: 形状 584">
                          <a:extLst>
                            <a:ext uri="{FF2B5EF4-FFF2-40B4-BE49-F238E27FC236}">
                              <a16:creationId id="{82608D19-8888-09BB-DA8B-C6717F6D16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5331" y="1933681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2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3" y="3074"/>
                                <a:pt x="5166" y="1495"/>
                                <a:pt x="4142" y="599"/>
                              </a:cubicBezTo>
                              <a:cubicBezTo>
                                <a:pt x="3075" y="-297"/>
                                <a:pt x="1496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f2bbd61-24ce-42cc-bff5-ddc2ec3c43b6" id="586" name="任意多边形: 形状 585">
                          <a:extLst>
                            <a:ext uri="{FF2B5EF4-FFF2-40B4-BE49-F238E27FC236}">
                              <a16:creationId id="{5C00500C-D3C7-DF1B-CC73-CED6FC6FF4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2273" y="1951519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4" y="3075"/>
                                <a:pt x="5166" y="1496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8333897-8ae0-42f5-b999-be6671d3093b" id="587" name="任意多边形: 形状 586">
                          <a:extLst>
                            <a:ext uri="{FF2B5EF4-FFF2-40B4-BE49-F238E27FC236}">
                              <a16:creationId id="{E50F9883-37A0-CDCD-2973-36C28D8DFA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3154" y="1917848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2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4" y="3075"/>
                                <a:pt x="5166" y="1496"/>
                                <a:pt x="4142" y="599"/>
                              </a:cubicBezTo>
                              <a:cubicBezTo>
                                <a:pt x="3075" y="-297"/>
                                <a:pt x="1496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79ae474-4405-443d-a0ba-77402265db93" id="588" name="任意多边形: 形状 587">
                          <a:extLst>
                            <a:ext uri="{FF2B5EF4-FFF2-40B4-BE49-F238E27FC236}">
                              <a16:creationId id="{48762214-FBA2-E296-4F00-F3BBDFEF32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97236" y="1936454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2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3" y="3075"/>
                                <a:pt x="5166" y="1495"/>
                                <a:pt x="4142" y="599"/>
                              </a:cubicBezTo>
                              <a:cubicBezTo>
                                <a:pt x="3075" y="-297"/>
                                <a:pt x="1496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e2d4533-5e9c-4141-9d1f-f153e6c67ca3" id="589" name="任意多边形: 形状 588">
                          <a:extLst>
                            <a:ext uri="{FF2B5EF4-FFF2-40B4-BE49-F238E27FC236}">
                              <a16:creationId id="{52163711-8CF5-49B8-9F43-21FBACF434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6255" y="1924761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4"/>
                                <a:pt x="5166" y="1495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b25b263-390b-4ffd-a971-e4cddd8a44e6" id="590" name="任意多边形: 形状 589">
                          <a:extLst>
                            <a:ext uri="{FF2B5EF4-FFF2-40B4-BE49-F238E27FC236}">
                              <a16:creationId id="{32DBE98E-E359-1A59-1A13-51832FE792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2259" y="1918659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5"/>
                                <a:pt x="5166" y="1496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9597f26-c3a4-445b-8dcc-9f27113562ce" id="591" name="任意多边形: 形状 590">
                          <a:extLst>
                            <a:ext uri="{FF2B5EF4-FFF2-40B4-BE49-F238E27FC236}">
                              <a16:creationId id="{AFE1902C-CD38-9F2B-B778-96D5B462BC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51658" y="1857504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5"/>
                                <a:pt x="5166" y="1495"/>
                                <a:pt x="4141" y="599"/>
                              </a:cubicBezTo>
                              <a:cubicBezTo>
                                <a:pt x="3075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e78ffc5-b728-45fa-8f61-85e250c4c39c" id="592" name="任意多边形: 形状 591">
                          <a:extLst>
                            <a:ext uri="{FF2B5EF4-FFF2-40B4-BE49-F238E27FC236}">
                              <a16:creationId id="{B001278C-1727-B0C1-6525-E2741705F4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1716" y="1834075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6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6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4"/>
                                <a:pt x="5165" y="1495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ac4f9ee-b3f9-419a-9b99-d7a4a43252de" id="593" name="任意多边形: 形状 592">
                          <a:extLst>
                            <a:ext uri="{FF2B5EF4-FFF2-40B4-BE49-F238E27FC236}">
                              <a16:creationId id="{0604E308-A34E-4C45-C1F6-2855E0EA40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69838" y="1871971"/>
                          <a:ext cx="4996" cy="4996"/>
                        </a:xfrm>
                        <a:custGeom>
                          <a:avLst/>
                          <a:gdLst>
                            <a:gd fmla="*/ 600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600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600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4" y="3075"/>
                                <a:pt x="5166" y="1496"/>
                                <a:pt x="4141" y="599"/>
                              </a:cubicBezTo>
                              <a:cubicBezTo>
                                <a:pt x="3117" y="-297"/>
                                <a:pt x="1496" y="-169"/>
                                <a:pt x="600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069e8bf-c2ff-4dfa-a0f1-1972af44605c" id="594" name="任意多边形: 形状 593">
                          <a:extLst>
                            <a:ext uri="{FF2B5EF4-FFF2-40B4-BE49-F238E27FC236}">
                              <a16:creationId id="{E6D6E3FE-1494-9373-B9F3-47F8FCEAD2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2699" y="1825924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2" y="5166"/>
                                <a:pt x="4398" y="4141"/>
                              </a:cubicBezTo>
                              <a:cubicBezTo>
                                <a:pt x="5294" y="3074"/>
                                <a:pt x="5165" y="1495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bc3fd6b-c7e9-4688-bac8-29d551f88095" id="595" name="任意多边形: 形状 594">
                          <a:extLst>
                            <a:ext uri="{FF2B5EF4-FFF2-40B4-BE49-F238E27FC236}">
                              <a16:creationId id="{33BE2625-2A4E-A883-A016-D87210305F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74319" y="1851316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7 w 4996" name="connsiteX2"/>
                            <a:gd fmla="*/ 4141 h 4996" name="connsiteY2"/>
                            <a:gd fmla="*/ 4142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922" y="5294"/>
                                <a:pt x="3501" y="5166"/>
                                <a:pt x="4397" y="4141"/>
                              </a:cubicBezTo>
                              <a:cubicBezTo>
                                <a:pt x="5293" y="3075"/>
                                <a:pt x="5166" y="1496"/>
                                <a:pt x="4142" y="599"/>
                              </a:cubicBezTo>
                              <a:cubicBezTo>
                                <a:pt x="3075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975f055-693c-4de1-8286-fcd5ff05ce82" id="596" name="任意多边形: 形状 595">
                          <a:extLst>
                            <a:ext uri="{FF2B5EF4-FFF2-40B4-BE49-F238E27FC236}">
                              <a16:creationId id="{744F5A6E-4CBB-6EDB-72FD-8C7E061011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8872" y="1814060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5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5" y="4397"/>
                              </a:cubicBezTo>
                              <a:cubicBezTo>
                                <a:pt x="1879" y="5294"/>
                                <a:pt x="3501" y="5166"/>
                                <a:pt x="4398" y="4141"/>
                              </a:cubicBezTo>
                              <a:cubicBezTo>
                                <a:pt x="5294" y="3074"/>
                                <a:pt x="5165" y="1495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f97b77b-9498-44d9-999a-897a757ee0e0" id="597" name="任意多边形: 形状 596">
                          <a:extLst>
                            <a:ext uri="{FF2B5EF4-FFF2-40B4-BE49-F238E27FC236}">
                              <a16:creationId id="{569DD634-D346-5DC7-354F-E068878CBA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689341" y="1841501"/>
                          <a:ext cx="4996" cy="4996"/>
                        </a:xfrm>
                        <a:custGeom>
                          <a:avLst/>
                          <a:gdLst>
                            <a:gd fmla="*/ 599 w 4996" name="connsiteX0"/>
                            <a:gd fmla="*/ 855 h 4996" name="connsiteY0"/>
                            <a:gd fmla="*/ 856 w 4996" name="connsiteX1"/>
                            <a:gd fmla="*/ 4397 h 4996" name="connsiteY1"/>
                            <a:gd fmla="*/ 4398 w 4996" name="connsiteX2"/>
                            <a:gd fmla="*/ 4141 h 4996" name="connsiteY2"/>
                            <a:gd fmla="*/ 4141 w 4996" name="connsiteX3"/>
                            <a:gd fmla="*/ 599 h 4996" name="connsiteY3"/>
                            <a:gd fmla="*/ 599 w 4996" name="connsiteX4"/>
                            <a:gd fmla="*/ 855 h 499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96" w="4996">
                              <a:moveTo>
                                <a:pt x="599" y="855"/>
                              </a:moveTo>
                              <a:cubicBezTo>
                                <a:pt x="-297" y="1922"/>
                                <a:pt x="-169" y="3501"/>
                                <a:pt x="856" y="4397"/>
                              </a:cubicBezTo>
                              <a:cubicBezTo>
                                <a:pt x="1922" y="5294"/>
                                <a:pt x="3501" y="5166"/>
                                <a:pt x="4398" y="4141"/>
                              </a:cubicBezTo>
                              <a:cubicBezTo>
                                <a:pt x="5294" y="3075"/>
                                <a:pt x="5165" y="1495"/>
                                <a:pt x="4141" y="599"/>
                              </a:cubicBezTo>
                              <a:cubicBezTo>
                                <a:pt x="3074" y="-297"/>
                                <a:pt x="1495" y="-169"/>
                                <a:pt x="599" y="8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49a9a802-a972-493e-b180-414b9d78a497" id="428" name="图形 6643">
                        <a:extLst>
                          <a:ext uri="{FF2B5EF4-FFF2-40B4-BE49-F238E27FC236}">
                            <a16:creationId id="{0AF4F9E5-1403-9CE7-D0AB-27B43C7307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02075" y="1794081"/>
                        <a:ext cx="146306" cy="143172"/>
                        <a:chOff x="7702075" y="1794081"/>
                        <a:chExt cx="146306" cy="143172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2ebc1218-98e4-4d85-8f0d-22e1dee746ad" id="486" name="任意多边形: 形状 485">
                          <a:extLst>
                            <a:ext uri="{FF2B5EF4-FFF2-40B4-BE49-F238E27FC236}">
                              <a16:creationId id="{6F4EBFAE-F84F-27CB-3267-3106BBA37E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9717" y="1882827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5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5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180911e-ff78-429a-851b-348345e14098" id="487" name="任意多边形: 形状 486">
                          <a:extLst>
                            <a:ext uri="{FF2B5EF4-FFF2-40B4-BE49-F238E27FC236}">
                              <a16:creationId id="{C84AAC27-21D6-27C5-DE5B-EF3DA9ADA0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5933" y="1882145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289f3cd-eee6-4c65-95c2-65c5ab817b0b" id="488" name="任意多边形: 形状 487">
                          <a:extLst>
                            <a:ext uri="{FF2B5EF4-FFF2-40B4-BE49-F238E27FC236}">
                              <a16:creationId id="{A9AE498A-4C0D-CDA4-2448-C89C536D7F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5663" y="1871902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74885fb-f84f-4759-8c2c-844b78a49102" id="489" name="任意多边形: 形状 488">
                          <a:extLst>
                            <a:ext uri="{FF2B5EF4-FFF2-40B4-BE49-F238E27FC236}">
                              <a16:creationId id="{FCB1B174-6EEB-08FE-1319-B4C9C39C74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0115" y="1897551"/>
                          <a:ext cx="5006" cy="4987"/>
                        </a:xfrm>
                        <a:custGeom>
                          <a:avLst/>
                          <a:gdLst>
                            <a:gd fmla="*/ 4595 w 5006" name="connsiteX0"/>
                            <a:gd fmla="*/ 3869 h 4987" name="connsiteY0"/>
                            <a:gd fmla="*/ 3869 w 5006" name="connsiteX1"/>
                            <a:gd fmla="*/ 412 h 4987" name="connsiteY1"/>
                            <a:gd fmla="*/ 412 w 5006" name="connsiteX2"/>
                            <a:gd fmla="*/ 1138 h 4987" name="connsiteY2"/>
                            <a:gd fmla="*/ 1138 w 5006" name="connsiteX3"/>
                            <a:gd fmla="*/ 4594 h 4987" name="connsiteY3"/>
                            <a:gd fmla="*/ 4595 w 5006" name="connsiteX4"/>
                            <a:gd fmla="*/ 3869 h 498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87" w="5006">
                              <a:moveTo>
                                <a:pt x="4595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4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20"/>
                                <a:pt x="3869" y="5021"/>
                                <a:pt x="4595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1367703-7ab1-4c00-837b-89837c6349de" id="490" name="任意多边形: 形状 489">
                          <a:extLst>
                            <a:ext uri="{FF2B5EF4-FFF2-40B4-BE49-F238E27FC236}">
                              <a16:creationId id="{6FBCD6AC-4CE6-1AC5-4790-F89531BB5E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1110" y="1865434"/>
                          <a:ext cx="5006" cy="4968"/>
                        </a:xfrm>
                        <a:custGeom>
                          <a:avLst/>
                          <a:gdLst>
                            <a:gd fmla="*/ 4594 w 5006" name="connsiteX0"/>
                            <a:gd fmla="*/ 3850 h 4968" name="connsiteY0"/>
                            <a:gd fmla="*/ 3869 w 5006" name="connsiteX1"/>
                            <a:gd fmla="*/ 393 h 4968" name="connsiteY1"/>
                            <a:gd fmla="*/ 412 w 5006" name="connsiteX2"/>
                            <a:gd fmla="*/ 1119 h 4968" name="connsiteY2"/>
                            <a:gd fmla="*/ 1138 w 5006" name="connsiteX3"/>
                            <a:gd fmla="*/ 4576 h 4968" name="connsiteY3"/>
                            <a:gd fmla="*/ 4594 w 5006" name="connsiteX4"/>
                            <a:gd fmla="*/ 3850 h 496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68" w="5006">
                              <a:moveTo>
                                <a:pt x="4594" y="3850"/>
                              </a:moveTo>
                              <a:cubicBezTo>
                                <a:pt x="5363" y="2698"/>
                                <a:pt x="5021" y="1119"/>
                                <a:pt x="3869" y="393"/>
                              </a:cubicBezTo>
                              <a:cubicBezTo>
                                <a:pt x="2717" y="-332"/>
                                <a:pt x="1138" y="-33"/>
                                <a:pt x="412" y="1119"/>
                              </a:cubicBezTo>
                              <a:cubicBezTo>
                                <a:pt x="-356" y="2271"/>
                                <a:pt x="-15" y="3850"/>
                                <a:pt x="1138" y="4576"/>
                              </a:cubicBezTo>
                              <a:cubicBezTo>
                                <a:pt x="2290" y="5301"/>
                                <a:pt x="3869" y="5002"/>
                                <a:pt x="4594" y="38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48b9769-cd72-469b-a42c-ab6ab9def9ca" id="491" name="任意多边形: 形状 490">
                          <a:extLst>
                            <a:ext uri="{FF2B5EF4-FFF2-40B4-BE49-F238E27FC236}">
                              <a16:creationId id="{C0A2CE01-E571-BE3E-6B23-909E09AB6E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6245" y="1892429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5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5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8e75bbf-d1fc-4a65-bb64-9b480aa39995" id="492" name="任意多边形: 形状 491">
                          <a:extLst>
                            <a:ext uri="{FF2B5EF4-FFF2-40B4-BE49-F238E27FC236}">
                              <a16:creationId id="{5ED2B320-E205-6DFB-C856-D507CCDB70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7497" y="1877109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7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7" y="-15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7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5aa3947-47b2-4907-95a4-cd3ffa6c48e7" id="493" name="任意多边形: 形状 492">
                          <a:extLst>
                            <a:ext uri="{FF2B5EF4-FFF2-40B4-BE49-F238E27FC236}">
                              <a16:creationId id="{4AFB4216-7FD1-9E38-1987-5B79BDBDF7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9233" y="1849924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7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7" y="-14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7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855b86b-3915-4a1f-8a6e-f002089d3bb4" id="494" name="任意多边形: 形状 493">
                          <a:extLst>
                            <a:ext uri="{FF2B5EF4-FFF2-40B4-BE49-F238E27FC236}">
                              <a16:creationId id="{F83D2792-A281-E03D-B266-09D0B6C2CF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5491" y="1849199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5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3869"/>
                              </a:moveTo>
                              <a:cubicBezTo>
                                <a:pt x="5362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5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77d2d67-431f-4199-b3ad-82b941f20b0b" id="495" name="任意多边形: 形状 494">
                          <a:extLst>
                            <a:ext uri="{FF2B5EF4-FFF2-40B4-BE49-F238E27FC236}">
                              <a16:creationId id="{721AA055-564F-F951-4739-C62BFA1CA9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5178" y="1838957"/>
                          <a:ext cx="5006" cy="4987"/>
                        </a:xfrm>
                        <a:custGeom>
                          <a:avLst/>
                          <a:gdLst>
                            <a:gd fmla="*/ 4595 w 5006" name="connsiteX0"/>
                            <a:gd fmla="*/ 3869 h 4987" name="connsiteY0"/>
                            <a:gd fmla="*/ 3869 w 5006" name="connsiteX1"/>
                            <a:gd fmla="*/ 412 h 4987" name="connsiteY1"/>
                            <a:gd fmla="*/ 412 w 5006" name="connsiteX2"/>
                            <a:gd fmla="*/ 1138 h 4987" name="connsiteY2"/>
                            <a:gd fmla="*/ 1138 w 5006" name="connsiteX3"/>
                            <a:gd fmla="*/ 4594 h 4987" name="connsiteY3"/>
                            <a:gd fmla="*/ 4595 w 5006" name="connsiteX4"/>
                            <a:gd fmla="*/ 3869 h 498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87" w="5006">
                              <a:moveTo>
                                <a:pt x="4595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20"/>
                                <a:pt x="3869" y="5021"/>
                                <a:pt x="4595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c76524a-e224-4e8c-a943-2638cf2e2d14" id="496" name="任意多边形: 形状 495">
                          <a:extLst>
                            <a:ext uri="{FF2B5EF4-FFF2-40B4-BE49-F238E27FC236}">
                              <a16:creationId id="{133B1F9A-7549-7B9F-54F1-4131BDA35B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9673" y="1864605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7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2" y="2717"/>
                                <a:pt x="5021" y="1138"/>
                                <a:pt x="3869" y="412"/>
                              </a:cubicBezTo>
                              <a:cubicBezTo>
                                <a:pt x="2716" y="-356"/>
                                <a:pt x="1137" y="-14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7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877dc7d-6f8b-4690-8511-b9f7f65a6158" id="497" name="任意多边形: 形状 496">
                          <a:extLst>
                            <a:ext uri="{FF2B5EF4-FFF2-40B4-BE49-F238E27FC236}">
                              <a16:creationId id="{479C52E0-761A-1FD6-1978-8432164F39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0626" y="1832470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7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2" y="2717"/>
                                <a:pt x="5021" y="1138"/>
                                <a:pt x="3869" y="412"/>
                              </a:cubicBezTo>
                              <a:cubicBezTo>
                                <a:pt x="2716" y="-356"/>
                                <a:pt x="1137" y="-14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7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fd2cf35-6d6a-45a1-a2e2-faa612b31c57" id="498" name="任意多边形: 形状 497">
                          <a:extLst>
                            <a:ext uri="{FF2B5EF4-FFF2-40B4-BE49-F238E27FC236}">
                              <a16:creationId id="{7EA5FEE9-F943-D27A-1CFF-D6F7B6AF05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5823" y="1859484"/>
                          <a:ext cx="4987" cy="4987"/>
                        </a:xfrm>
                        <a:custGeom>
                          <a:avLst/>
                          <a:gdLst>
                            <a:gd fmla="*/ 4576 w 4987" name="connsiteX0"/>
                            <a:gd fmla="*/ 3869 h 4987" name="connsiteY0"/>
                            <a:gd fmla="*/ 3850 w 4987" name="connsiteX1"/>
                            <a:gd fmla="*/ 412 h 4987" name="connsiteY1"/>
                            <a:gd fmla="*/ 393 w 4987" name="connsiteX2"/>
                            <a:gd fmla="*/ 1138 h 4987" name="connsiteY2"/>
                            <a:gd fmla="*/ 1119 w 4987" name="connsiteX3"/>
                            <a:gd fmla="*/ 4594 h 4987" name="connsiteY3"/>
                            <a:gd fmla="*/ 4576 w 4987" name="connsiteX4"/>
                            <a:gd fmla="*/ 3869 h 498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87" w="4987">
                              <a:moveTo>
                                <a:pt x="4576" y="3869"/>
                              </a:moveTo>
                              <a:cubicBezTo>
                                <a:pt x="5343" y="2717"/>
                                <a:pt x="5002" y="1138"/>
                                <a:pt x="3850" y="412"/>
                              </a:cubicBezTo>
                              <a:cubicBezTo>
                                <a:pt x="2698" y="-356"/>
                                <a:pt x="1119" y="-15"/>
                                <a:pt x="393" y="1138"/>
                              </a:cubicBezTo>
                              <a:cubicBezTo>
                                <a:pt x="-332" y="2290"/>
                                <a:pt x="-33" y="3869"/>
                                <a:pt x="1119" y="4594"/>
                              </a:cubicBezTo>
                              <a:cubicBezTo>
                                <a:pt x="2271" y="5320"/>
                                <a:pt x="3850" y="5021"/>
                                <a:pt x="4576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799a232-4626-419e-95f8-1a0dec294fa9" id="499" name="任意多边形: 形状 498">
                          <a:extLst>
                            <a:ext uri="{FF2B5EF4-FFF2-40B4-BE49-F238E27FC236}">
                              <a16:creationId id="{25849CAB-9922-9244-993D-FEADDFC1E6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7012" y="1844163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805821c-540f-46d6-994d-4c2de34bae62" id="500" name="任意多边形: 形状 499">
                          <a:extLst>
                            <a:ext uri="{FF2B5EF4-FFF2-40B4-BE49-F238E27FC236}">
                              <a16:creationId id="{197F2F90-2140-922A-7507-4657D8CB5E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7785" y="1883980"/>
                          <a:ext cx="4987" cy="5006"/>
                        </a:xfrm>
                        <a:custGeom>
                          <a:avLst/>
                          <a:gdLst>
                            <a:gd fmla="*/ 4576 w 4987" name="connsiteX0"/>
                            <a:gd fmla="*/ 3869 h 5006" name="connsiteY0"/>
                            <a:gd fmla="*/ 3850 w 4987" name="connsiteX1"/>
                            <a:gd fmla="*/ 412 h 5006" name="connsiteY1"/>
                            <a:gd fmla="*/ 393 w 4987" name="connsiteX2"/>
                            <a:gd fmla="*/ 1138 h 5006" name="connsiteY2"/>
                            <a:gd fmla="*/ 1119 w 4987" name="connsiteX3"/>
                            <a:gd fmla="*/ 4594 h 5006" name="connsiteY3"/>
                            <a:gd fmla="*/ 4576 w 4987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4987">
                              <a:moveTo>
                                <a:pt x="4576" y="3869"/>
                              </a:moveTo>
                              <a:cubicBezTo>
                                <a:pt x="5344" y="2717"/>
                                <a:pt x="5002" y="1138"/>
                                <a:pt x="3850" y="412"/>
                              </a:cubicBezTo>
                              <a:cubicBezTo>
                                <a:pt x="2698" y="-356"/>
                                <a:pt x="1119" y="-15"/>
                                <a:pt x="393" y="1138"/>
                              </a:cubicBezTo>
                              <a:cubicBezTo>
                                <a:pt x="-332" y="2290"/>
                                <a:pt x="-33" y="3869"/>
                                <a:pt x="1119" y="4594"/>
                              </a:cubicBezTo>
                              <a:cubicBezTo>
                                <a:pt x="2271" y="5363"/>
                                <a:pt x="3850" y="5021"/>
                                <a:pt x="4576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6027e9d-38a2-4a13-9e65-65211b50a66b" id="501" name="任意多边形: 形状 500">
                          <a:extLst>
                            <a:ext uri="{FF2B5EF4-FFF2-40B4-BE49-F238E27FC236}">
                              <a16:creationId id="{2F8AA16E-E820-46D6-696C-7C062EAF76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4025" y="1883316"/>
                          <a:ext cx="5006" cy="4968"/>
                        </a:xfrm>
                        <a:custGeom>
                          <a:avLst/>
                          <a:gdLst>
                            <a:gd fmla="*/ 4594 w 5006" name="connsiteX0"/>
                            <a:gd fmla="*/ 3850 h 4968" name="connsiteY0"/>
                            <a:gd fmla="*/ 3869 w 5006" name="connsiteX1"/>
                            <a:gd fmla="*/ 393 h 4968" name="connsiteY1"/>
                            <a:gd fmla="*/ 412 w 5006" name="connsiteX2"/>
                            <a:gd fmla="*/ 1119 h 4968" name="connsiteY2"/>
                            <a:gd fmla="*/ 1137 w 5006" name="connsiteX3"/>
                            <a:gd fmla="*/ 4576 h 4968" name="connsiteY3"/>
                            <a:gd fmla="*/ 4594 w 5006" name="connsiteX4"/>
                            <a:gd fmla="*/ 3850 h 496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68" w="5006">
                              <a:moveTo>
                                <a:pt x="4594" y="3850"/>
                              </a:moveTo>
                              <a:cubicBezTo>
                                <a:pt x="5363" y="2698"/>
                                <a:pt x="5021" y="1119"/>
                                <a:pt x="3869" y="393"/>
                              </a:cubicBezTo>
                              <a:cubicBezTo>
                                <a:pt x="2717" y="-332"/>
                                <a:pt x="1137" y="-33"/>
                                <a:pt x="412" y="1119"/>
                              </a:cubicBezTo>
                              <a:cubicBezTo>
                                <a:pt x="-356" y="2271"/>
                                <a:pt x="-14" y="3850"/>
                                <a:pt x="1137" y="4576"/>
                              </a:cubicBezTo>
                              <a:cubicBezTo>
                                <a:pt x="2290" y="5301"/>
                                <a:pt x="3869" y="5002"/>
                                <a:pt x="4594" y="38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c069bc6-8a32-45e8-9d3e-604506282af5" id="502" name="任意多边形: 形状 501">
                          <a:extLst>
                            <a:ext uri="{FF2B5EF4-FFF2-40B4-BE49-F238E27FC236}">
                              <a16:creationId id="{4ED850EA-99D1-7A5B-4958-CB19BBD328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3712" y="1873012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5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3869"/>
                              </a:moveTo>
                              <a:cubicBezTo>
                                <a:pt x="5362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4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5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7fb435e-ac0a-49ea-8c3a-d7e436f455bb" id="503" name="任意多边形: 形状 502">
                          <a:extLst>
                            <a:ext uri="{FF2B5EF4-FFF2-40B4-BE49-F238E27FC236}">
                              <a16:creationId id="{80E8175E-1146-DE77-F8C0-6C508E0FB7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8207" y="1898660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8bcb414-62e6-40bf-a83c-4800c17b63c0" id="504" name="任意多边形: 形状 503">
                          <a:extLst>
                            <a:ext uri="{FF2B5EF4-FFF2-40B4-BE49-F238E27FC236}">
                              <a16:creationId id="{809B0947-C7E9-15B9-0817-2E57B2C7ED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9203" y="1866544"/>
                          <a:ext cx="5006" cy="4987"/>
                        </a:xfrm>
                        <a:custGeom>
                          <a:avLst/>
                          <a:gdLst>
                            <a:gd fmla="*/ 4594 w 5006" name="connsiteX0"/>
                            <a:gd fmla="*/ 3850 h 4987" name="connsiteY0"/>
                            <a:gd fmla="*/ 3869 w 5006" name="connsiteX1"/>
                            <a:gd fmla="*/ 393 h 4987" name="connsiteY1"/>
                            <a:gd fmla="*/ 412 w 5006" name="connsiteX2"/>
                            <a:gd fmla="*/ 1119 h 4987" name="connsiteY2"/>
                            <a:gd fmla="*/ 1138 w 5006" name="connsiteX3"/>
                            <a:gd fmla="*/ 4576 h 4987" name="connsiteY3"/>
                            <a:gd fmla="*/ 4594 w 5006" name="connsiteX4"/>
                            <a:gd fmla="*/ 3850 h 498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87" w="5006">
                              <a:moveTo>
                                <a:pt x="4594" y="3850"/>
                              </a:moveTo>
                              <a:cubicBezTo>
                                <a:pt x="5363" y="2698"/>
                                <a:pt x="5021" y="1119"/>
                                <a:pt x="3869" y="393"/>
                              </a:cubicBezTo>
                              <a:cubicBezTo>
                                <a:pt x="2717" y="-332"/>
                                <a:pt x="1138" y="-33"/>
                                <a:pt x="412" y="1119"/>
                              </a:cubicBezTo>
                              <a:cubicBezTo>
                                <a:pt x="-356" y="2271"/>
                                <a:pt x="-14" y="3850"/>
                                <a:pt x="1138" y="4576"/>
                              </a:cubicBezTo>
                              <a:cubicBezTo>
                                <a:pt x="2290" y="5344"/>
                                <a:pt x="3869" y="5002"/>
                                <a:pt x="4594" y="38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1253043-8307-4ac1-acf7-372f63aac7f6" id="505" name="任意多边形: 形状 504">
                          <a:extLst>
                            <a:ext uri="{FF2B5EF4-FFF2-40B4-BE49-F238E27FC236}">
                              <a16:creationId id="{F7B40C7B-75E7-91ED-8579-D6A427EC8A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3584" y="1881248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b402418-58a6-4dae-b00e-81455388da52" id="506" name="任意多边形: 形状 505">
                          <a:extLst>
                            <a:ext uri="{FF2B5EF4-FFF2-40B4-BE49-F238E27FC236}">
                              <a16:creationId id="{AD1CAE46-E571-44DF-084D-61547A287F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4650" y="1864648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c62cf95-40ed-4d3f-8e1c-d663b8338ea0" id="507" name="任意多边形: 形状 506">
                          <a:extLst>
                            <a:ext uri="{FF2B5EF4-FFF2-40B4-BE49-F238E27FC236}">
                              <a16:creationId id="{08B8236E-C87F-B717-FB79-93B4C4A2B7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3842" y="1917565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a11d072-a353-4b4d-ae65-9b239cb5243b" id="508" name="任意多边形: 形状 507">
                          <a:extLst>
                            <a:ext uri="{FF2B5EF4-FFF2-40B4-BE49-F238E27FC236}">
                              <a16:creationId id="{E1EF1983-0941-983A-6379-19009A37F5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0057" y="1916840"/>
                          <a:ext cx="5006" cy="4987"/>
                        </a:xfrm>
                        <a:custGeom>
                          <a:avLst/>
                          <a:gdLst>
                            <a:gd fmla="*/ 4594 w 5006" name="connsiteX0"/>
                            <a:gd fmla="*/ 3869 h 4987" name="connsiteY0"/>
                            <a:gd fmla="*/ 3869 w 5006" name="connsiteX1"/>
                            <a:gd fmla="*/ 412 h 4987" name="connsiteY1"/>
                            <a:gd fmla="*/ 412 w 5006" name="connsiteX2"/>
                            <a:gd fmla="*/ 1138 h 4987" name="connsiteY2"/>
                            <a:gd fmla="*/ 1138 w 5006" name="connsiteX3"/>
                            <a:gd fmla="*/ 4594 h 4987" name="connsiteY3"/>
                            <a:gd fmla="*/ 4594 w 5006" name="connsiteX4"/>
                            <a:gd fmla="*/ 3869 h 498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87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8" y="4594"/>
                              </a:cubicBezTo>
                              <a:cubicBezTo>
                                <a:pt x="2290" y="5320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2dbbda7-f6ee-4934-b0eb-56bed1a4268b" id="509" name="任意多边形: 形状 508">
                          <a:extLst>
                            <a:ext uri="{FF2B5EF4-FFF2-40B4-BE49-F238E27FC236}">
                              <a16:creationId id="{66C86E48-27F4-5981-BFC0-FB5C048A90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9745" y="1906617"/>
                          <a:ext cx="5006" cy="4987"/>
                        </a:xfrm>
                        <a:custGeom>
                          <a:avLst/>
                          <a:gdLst>
                            <a:gd fmla="*/ 4594 w 5006" name="connsiteX0"/>
                            <a:gd fmla="*/ 3850 h 4987" name="connsiteY0"/>
                            <a:gd fmla="*/ 3869 w 5006" name="connsiteX1"/>
                            <a:gd fmla="*/ 393 h 4987" name="connsiteY1"/>
                            <a:gd fmla="*/ 412 w 5006" name="connsiteX2"/>
                            <a:gd fmla="*/ 1119 h 4987" name="connsiteY2"/>
                            <a:gd fmla="*/ 1138 w 5006" name="connsiteX3"/>
                            <a:gd fmla="*/ 4576 h 4987" name="connsiteY3"/>
                            <a:gd fmla="*/ 4594 w 5006" name="connsiteX4"/>
                            <a:gd fmla="*/ 3850 h 498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87" w="5006">
                              <a:moveTo>
                                <a:pt x="4594" y="3850"/>
                              </a:moveTo>
                              <a:cubicBezTo>
                                <a:pt x="5363" y="2698"/>
                                <a:pt x="5021" y="1119"/>
                                <a:pt x="3869" y="393"/>
                              </a:cubicBezTo>
                              <a:cubicBezTo>
                                <a:pt x="2717" y="-332"/>
                                <a:pt x="1138" y="-33"/>
                                <a:pt x="412" y="1119"/>
                              </a:cubicBezTo>
                              <a:cubicBezTo>
                                <a:pt x="-356" y="2271"/>
                                <a:pt x="-14" y="3850"/>
                                <a:pt x="1138" y="4576"/>
                              </a:cubicBezTo>
                              <a:cubicBezTo>
                                <a:pt x="2290" y="5344"/>
                                <a:pt x="3869" y="5002"/>
                                <a:pt x="4594" y="38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0eddc61-117e-4ec5-9651-b20e80424e09" id="510" name="任意多边形: 形状 509">
                          <a:extLst>
                            <a:ext uri="{FF2B5EF4-FFF2-40B4-BE49-F238E27FC236}">
                              <a16:creationId id="{67E85C8D-2BC8-A471-0BBC-2F02BFC676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4240" y="1932246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0236fdf-e342-41bd-85c4-4665857f0f02" id="511" name="任意多边形: 形状 510">
                          <a:extLst>
                            <a:ext uri="{FF2B5EF4-FFF2-40B4-BE49-F238E27FC236}">
                              <a16:creationId id="{6608E70B-93B4-D7E8-C992-517A6C0B76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5254" y="1900111"/>
                          <a:ext cx="4987" cy="5006"/>
                        </a:xfrm>
                        <a:custGeom>
                          <a:avLst/>
                          <a:gdLst>
                            <a:gd fmla="*/ 4576 w 4987" name="connsiteX0"/>
                            <a:gd fmla="*/ 3869 h 5006" name="connsiteY0"/>
                            <a:gd fmla="*/ 3850 w 4987" name="connsiteX1"/>
                            <a:gd fmla="*/ 412 h 5006" name="connsiteY1"/>
                            <a:gd fmla="*/ 393 w 4987" name="connsiteX2"/>
                            <a:gd fmla="*/ 1138 h 5006" name="connsiteY2"/>
                            <a:gd fmla="*/ 1119 w 4987" name="connsiteX3"/>
                            <a:gd fmla="*/ 4594 h 5006" name="connsiteY3"/>
                            <a:gd fmla="*/ 4576 w 4987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4987">
                              <a:moveTo>
                                <a:pt x="4576" y="3869"/>
                              </a:moveTo>
                              <a:cubicBezTo>
                                <a:pt x="5344" y="2717"/>
                                <a:pt x="5002" y="1138"/>
                                <a:pt x="3850" y="412"/>
                              </a:cubicBezTo>
                              <a:cubicBezTo>
                                <a:pt x="2698" y="-356"/>
                                <a:pt x="1119" y="-15"/>
                                <a:pt x="393" y="1138"/>
                              </a:cubicBezTo>
                              <a:cubicBezTo>
                                <a:pt x="-332" y="2290"/>
                                <a:pt x="-33" y="3869"/>
                                <a:pt x="1119" y="4594"/>
                              </a:cubicBezTo>
                              <a:cubicBezTo>
                                <a:pt x="2271" y="5363"/>
                                <a:pt x="3850" y="5021"/>
                                <a:pt x="4576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636873a-3380-467b-bada-6426e8c7e8e5" id="512" name="任意多边形: 形状 511">
                          <a:extLst>
                            <a:ext uri="{FF2B5EF4-FFF2-40B4-BE49-F238E27FC236}">
                              <a16:creationId id="{0CBED9E1-4EB4-9BE6-FD0E-C298FFFB90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5959" y="1908219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4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979ad50-00fb-43e6-9931-723ecbc17a97" id="513" name="任意多边形: 形状 512">
                          <a:extLst>
                            <a:ext uri="{FF2B5EF4-FFF2-40B4-BE49-F238E27FC236}">
                              <a16:creationId id="{E9B1AE56-EC6A-616D-5D64-B2E8B25C94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1621" y="1911847"/>
                          <a:ext cx="5006" cy="4987"/>
                        </a:xfrm>
                        <a:custGeom>
                          <a:avLst/>
                          <a:gdLst>
                            <a:gd fmla="*/ 4595 w 5006" name="connsiteX0"/>
                            <a:gd fmla="*/ 3869 h 4987" name="connsiteY0"/>
                            <a:gd fmla="*/ 3869 w 5006" name="connsiteX1"/>
                            <a:gd fmla="*/ 412 h 4987" name="connsiteY1"/>
                            <a:gd fmla="*/ 412 w 5006" name="connsiteX2"/>
                            <a:gd fmla="*/ 1138 h 4987" name="connsiteY2"/>
                            <a:gd fmla="*/ 1138 w 5006" name="connsiteX3"/>
                            <a:gd fmla="*/ 4594 h 4987" name="connsiteY3"/>
                            <a:gd fmla="*/ 4595 w 5006" name="connsiteX4"/>
                            <a:gd fmla="*/ 3869 h 498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87" w="5006">
                              <a:moveTo>
                                <a:pt x="4595" y="3869"/>
                              </a:moveTo>
                              <a:cubicBezTo>
                                <a:pt x="5362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20"/>
                                <a:pt x="3869" y="5021"/>
                                <a:pt x="4595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4710402-907b-467b-91bb-057af8141329" id="514" name="任意多边形: 形状 513">
                          <a:extLst>
                            <a:ext uri="{FF2B5EF4-FFF2-40B4-BE49-F238E27FC236}">
                              <a16:creationId id="{5570EE42-FA21-C6D9-E39D-7672FDFF90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7001" y="1848303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6652d2f-8a21-4a4a-b301-3c9c38d1c87d" id="515" name="任意多边形: 形状 514">
                          <a:extLst>
                            <a:ext uri="{FF2B5EF4-FFF2-40B4-BE49-F238E27FC236}">
                              <a16:creationId id="{D8673112-4CA2-936C-BC3D-CE2E1EFF72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3259" y="1847620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7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6" y="-356"/>
                                <a:pt x="1137" y="-15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7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7432918-97eb-4f7d-8ac5-4e0d417e0d7b" id="516" name="任意多边形: 形状 515">
                          <a:extLst>
                            <a:ext uri="{FF2B5EF4-FFF2-40B4-BE49-F238E27FC236}">
                              <a16:creationId id="{70FD8685-9FD6-7097-C790-0D07AC1FB4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9348" y="1830976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5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3869"/>
                              </a:moveTo>
                              <a:cubicBezTo>
                                <a:pt x="5362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5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8bb5a1a-888a-4852-af1b-c1648bb63487" id="517" name="任意多边形: 形状 516">
                          <a:extLst>
                            <a:ext uri="{FF2B5EF4-FFF2-40B4-BE49-F238E27FC236}">
                              <a16:creationId id="{E00BC2FE-F19E-5E72-25FC-27F6B7D4EC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7460" y="1863045"/>
                          <a:ext cx="4987" cy="4987"/>
                        </a:xfrm>
                        <a:custGeom>
                          <a:avLst/>
                          <a:gdLst>
                            <a:gd fmla="*/ 4576 w 4987" name="connsiteX0"/>
                            <a:gd fmla="*/ 3850 h 4987" name="connsiteY0"/>
                            <a:gd fmla="*/ 3850 w 4987" name="connsiteX1"/>
                            <a:gd fmla="*/ 393 h 4987" name="connsiteY1"/>
                            <a:gd fmla="*/ 393 w 4987" name="connsiteX2"/>
                            <a:gd fmla="*/ 1119 h 4987" name="connsiteY2"/>
                            <a:gd fmla="*/ 1119 w 4987" name="connsiteX3"/>
                            <a:gd fmla="*/ 4576 h 4987" name="connsiteY3"/>
                            <a:gd fmla="*/ 4576 w 4987" name="connsiteX4"/>
                            <a:gd fmla="*/ 3850 h 498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87" w="4987">
                              <a:moveTo>
                                <a:pt x="4576" y="3850"/>
                              </a:moveTo>
                              <a:cubicBezTo>
                                <a:pt x="5344" y="2698"/>
                                <a:pt x="5002" y="1119"/>
                                <a:pt x="3850" y="393"/>
                              </a:cubicBezTo>
                              <a:cubicBezTo>
                                <a:pt x="2698" y="-332"/>
                                <a:pt x="1119" y="-33"/>
                                <a:pt x="393" y="1119"/>
                              </a:cubicBezTo>
                              <a:cubicBezTo>
                                <a:pt x="-332" y="2271"/>
                                <a:pt x="-33" y="3850"/>
                                <a:pt x="1119" y="4576"/>
                              </a:cubicBezTo>
                              <a:cubicBezTo>
                                <a:pt x="2271" y="5344"/>
                                <a:pt x="3850" y="5002"/>
                                <a:pt x="4576" y="38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558b026-3a90-4c39-be3e-fd3cd6e28b8e" id="518" name="任意多边形: 形状 517">
                          <a:extLst>
                            <a:ext uri="{FF2B5EF4-FFF2-40B4-BE49-F238E27FC236}">
                              <a16:creationId id="{7ECA1A7A-26D5-08FA-9EFB-E1F8D346B9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8437" y="1830891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7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7" y="-15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7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05fa093-2436-4e79-8291-02e83c2ba7d7" id="519" name="任意多边形: 形状 518">
                          <a:extLst>
                            <a:ext uri="{FF2B5EF4-FFF2-40B4-BE49-F238E27FC236}">
                              <a16:creationId id="{D92ABCF5-3795-BA79-C189-9F4709E523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3572" y="1857905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9cac2db-5a9e-411c-8020-8dc22326c030" id="520" name="任意多边形: 形状 519">
                          <a:extLst>
                            <a:ext uri="{FF2B5EF4-FFF2-40B4-BE49-F238E27FC236}">
                              <a16:creationId id="{4C61DADE-738C-C4F6-099D-EA0010A06D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4799" y="1842584"/>
                          <a:ext cx="4987" cy="5006"/>
                        </a:xfrm>
                        <a:custGeom>
                          <a:avLst/>
                          <a:gdLst>
                            <a:gd fmla="*/ 4576 w 4987" name="connsiteX0"/>
                            <a:gd fmla="*/ 3869 h 5006" name="connsiteY0"/>
                            <a:gd fmla="*/ 3850 w 4987" name="connsiteX1"/>
                            <a:gd fmla="*/ 412 h 5006" name="connsiteY1"/>
                            <a:gd fmla="*/ 393 w 4987" name="connsiteX2"/>
                            <a:gd fmla="*/ 1138 h 5006" name="connsiteY2"/>
                            <a:gd fmla="*/ 1119 w 4987" name="connsiteX3"/>
                            <a:gd fmla="*/ 4594 h 5006" name="connsiteY3"/>
                            <a:gd fmla="*/ 4576 w 4987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4987">
                              <a:moveTo>
                                <a:pt x="4576" y="3869"/>
                              </a:moveTo>
                              <a:cubicBezTo>
                                <a:pt x="5344" y="2717"/>
                                <a:pt x="5002" y="1138"/>
                                <a:pt x="3850" y="412"/>
                              </a:cubicBezTo>
                              <a:cubicBezTo>
                                <a:pt x="2698" y="-356"/>
                                <a:pt x="1119" y="-14"/>
                                <a:pt x="393" y="1138"/>
                              </a:cubicBezTo>
                              <a:cubicBezTo>
                                <a:pt x="-332" y="2290"/>
                                <a:pt x="-33" y="3869"/>
                                <a:pt x="1119" y="4594"/>
                              </a:cubicBezTo>
                              <a:cubicBezTo>
                                <a:pt x="2271" y="5363"/>
                                <a:pt x="3850" y="5021"/>
                                <a:pt x="4576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56309a0-5a4b-4e05-b254-145ba07810ca" id="521" name="任意多边形: 形状 520">
                          <a:extLst>
                            <a:ext uri="{FF2B5EF4-FFF2-40B4-BE49-F238E27FC236}">
                              <a16:creationId id="{541AFEBA-278F-861E-F6CA-F1E12A2ABE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4295" y="1837164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13357a5-bd85-42c5-bc75-361a1ad72930" id="522" name="任意多边形: 形状 521">
                          <a:extLst>
                            <a:ext uri="{FF2B5EF4-FFF2-40B4-BE49-F238E27FC236}">
                              <a16:creationId id="{FD80531B-D4F7-B796-9E41-F59B351F81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20553" y="1836481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7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7" y="-15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7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2662c14-8d39-4714-a040-01074432840a" id="523" name="任意多边形: 形状 522">
                          <a:extLst>
                            <a:ext uri="{FF2B5EF4-FFF2-40B4-BE49-F238E27FC236}">
                              <a16:creationId id="{F1BC696F-CCF0-7EC6-BAF6-E3B1F31D01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0241" y="1826215"/>
                          <a:ext cx="5006" cy="4987"/>
                        </a:xfrm>
                        <a:custGeom>
                          <a:avLst/>
                          <a:gdLst>
                            <a:gd fmla="*/ 4595 w 5006" name="connsiteX0"/>
                            <a:gd fmla="*/ 3850 h 4987" name="connsiteY0"/>
                            <a:gd fmla="*/ 3869 w 5006" name="connsiteX1"/>
                            <a:gd fmla="*/ 393 h 4987" name="connsiteY1"/>
                            <a:gd fmla="*/ 412 w 5006" name="connsiteX2"/>
                            <a:gd fmla="*/ 1119 h 4987" name="connsiteY2"/>
                            <a:gd fmla="*/ 1138 w 5006" name="connsiteX3"/>
                            <a:gd fmla="*/ 4576 h 4987" name="connsiteY3"/>
                            <a:gd fmla="*/ 4595 w 5006" name="connsiteX4"/>
                            <a:gd fmla="*/ 3850 h 498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87" w="5006">
                              <a:moveTo>
                                <a:pt x="4595" y="3850"/>
                              </a:moveTo>
                              <a:cubicBezTo>
                                <a:pt x="5362" y="2698"/>
                                <a:pt x="5021" y="1119"/>
                                <a:pt x="3869" y="393"/>
                              </a:cubicBezTo>
                              <a:cubicBezTo>
                                <a:pt x="2717" y="-332"/>
                                <a:pt x="1138" y="-33"/>
                                <a:pt x="412" y="1119"/>
                              </a:cubicBezTo>
                              <a:cubicBezTo>
                                <a:pt x="-356" y="2271"/>
                                <a:pt x="-15" y="3850"/>
                                <a:pt x="1138" y="4576"/>
                              </a:cubicBezTo>
                              <a:cubicBezTo>
                                <a:pt x="2290" y="5344"/>
                                <a:pt x="3869" y="5002"/>
                                <a:pt x="4595" y="38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6cc1c96-dc76-422b-843f-1a485918c67a" id="524" name="任意多边形: 形状 523">
                          <a:extLst>
                            <a:ext uri="{FF2B5EF4-FFF2-40B4-BE49-F238E27FC236}">
                              <a16:creationId id="{E9A125C0-C4BF-A01C-D502-E103858546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7794" y="1853741"/>
                          <a:ext cx="5006" cy="4987"/>
                        </a:xfrm>
                        <a:custGeom>
                          <a:avLst/>
                          <a:gdLst>
                            <a:gd fmla="*/ 4595 w 5006" name="connsiteX0"/>
                            <a:gd fmla="*/ 3850 h 4987" name="connsiteY0"/>
                            <a:gd fmla="*/ 3869 w 5006" name="connsiteX1"/>
                            <a:gd fmla="*/ 393 h 4987" name="connsiteY1"/>
                            <a:gd fmla="*/ 412 w 5006" name="connsiteX2"/>
                            <a:gd fmla="*/ 1119 h 4987" name="connsiteY2"/>
                            <a:gd fmla="*/ 1138 w 5006" name="connsiteX3"/>
                            <a:gd fmla="*/ 4576 h 4987" name="connsiteY3"/>
                            <a:gd fmla="*/ 4595 w 5006" name="connsiteX4"/>
                            <a:gd fmla="*/ 3850 h 498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87" w="5006">
                              <a:moveTo>
                                <a:pt x="4595" y="3850"/>
                              </a:moveTo>
                              <a:cubicBezTo>
                                <a:pt x="5362" y="2698"/>
                                <a:pt x="5021" y="1119"/>
                                <a:pt x="3869" y="393"/>
                              </a:cubicBezTo>
                              <a:cubicBezTo>
                                <a:pt x="2717" y="-332"/>
                                <a:pt x="1138" y="-33"/>
                                <a:pt x="412" y="1119"/>
                              </a:cubicBezTo>
                              <a:cubicBezTo>
                                <a:pt x="-356" y="2271"/>
                                <a:pt x="-15" y="3850"/>
                                <a:pt x="1138" y="4576"/>
                              </a:cubicBezTo>
                              <a:cubicBezTo>
                                <a:pt x="2290" y="5344"/>
                                <a:pt x="3869" y="5002"/>
                                <a:pt x="4595" y="38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346322b-23bc-48fc-82ee-d44b80afb267" id="525" name="任意多边形: 形状 524">
                          <a:extLst>
                            <a:ext uri="{FF2B5EF4-FFF2-40B4-BE49-F238E27FC236}">
                              <a16:creationId id="{8E1F87AB-08F2-01DC-F03A-E363A8378A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5533" y="1813498"/>
                          <a:ext cx="5006" cy="4968"/>
                        </a:xfrm>
                        <a:custGeom>
                          <a:avLst/>
                          <a:gdLst>
                            <a:gd fmla="*/ 4594 w 5006" name="connsiteX0"/>
                            <a:gd fmla="*/ 3850 h 4968" name="connsiteY0"/>
                            <a:gd fmla="*/ 3869 w 5006" name="connsiteX1"/>
                            <a:gd fmla="*/ 393 h 4968" name="connsiteY1"/>
                            <a:gd fmla="*/ 412 w 5006" name="connsiteX2"/>
                            <a:gd fmla="*/ 1119 h 4968" name="connsiteY2"/>
                            <a:gd fmla="*/ 1137 w 5006" name="connsiteX3"/>
                            <a:gd fmla="*/ 4576 h 4968" name="connsiteY3"/>
                            <a:gd fmla="*/ 4594 w 5006" name="connsiteX4"/>
                            <a:gd fmla="*/ 3850 h 496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68" w="5006">
                              <a:moveTo>
                                <a:pt x="4594" y="3850"/>
                              </a:moveTo>
                              <a:cubicBezTo>
                                <a:pt x="5362" y="2698"/>
                                <a:pt x="5021" y="1119"/>
                                <a:pt x="3869" y="393"/>
                              </a:cubicBezTo>
                              <a:cubicBezTo>
                                <a:pt x="2716" y="-332"/>
                                <a:pt x="1137" y="-33"/>
                                <a:pt x="412" y="1119"/>
                              </a:cubicBezTo>
                              <a:cubicBezTo>
                                <a:pt x="-356" y="2271"/>
                                <a:pt x="-14" y="3850"/>
                                <a:pt x="1137" y="4576"/>
                              </a:cubicBezTo>
                              <a:cubicBezTo>
                                <a:pt x="2290" y="5301"/>
                                <a:pt x="3869" y="5002"/>
                                <a:pt x="4594" y="38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9756362-e1d4-4e1f-87fa-43342658a5fa" id="526" name="任意多边形: 形状 525">
                          <a:extLst>
                            <a:ext uri="{FF2B5EF4-FFF2-40B4-BE49-F238E27FC236}">
                              <a16:creationId id="{128443AE-963E-AE5D-A7E9-BD097763AE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10866" y="1846724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4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08d0fd9-8d5a-48c9-a396-3751ddc6b1d0" id="527" name="任意多边形: 形状 526">
                          <a:extLst>
                            <a:ext uri="{FF2B5EF4-FFF2-40B4-BE49-F238E27FC236}">
                              <a16:creationId id="{0271E702-85E8-65AC-A4C4-D9854BD96F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02075" y="1831446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5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5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529ff17-cfc9-4c5d-b5c8-86140d5b4294" id="528" name="任意多边形: 形状 527">
                          <a:extLst>
                            <a:ext uri="{FF2B5EF4-FFF2-40B4-BE49-F238E27FC236}">
                              <a16:creationId id="{8AB001BE-53E6-77B3-A944-2B498B7D95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6848" y="1825661"/>
                          <a:ext cx="4987" cy="4987"/>
                        </a:xfrm>
                        <a:custGeom>
                          <a:avLst/>
                          <a:gdLst>
                            <a:gd fmla="*/ 4576 w 4987" name="connsiteX0"/>
                            <a:gd fmla="*/ 3850 h 4987" name="connsiteY0"/>
                            <a:gd fmla="*/ 3850 w 4987" name="connsiteX1"/>
                            <a:gd fmla="*/ 393 h 4987" name="connsiteY1"/>
                            <a:gd fmla="*/ 394 w 4987" name="connsiteX2"/>
                            <a:gd fmla="*/ 1119 h 4987" name="connsiteY2"/>
                            <a:gd fmla="*/ 1119 w 4987" name="connsiteX3"/>
                            <a:gd fmla="*/ 4576 h 4987" name="connsiteY3"/>
                            <a:gd fmla="*/ 4576 w 4987" name="connsiteX4"/>
                            <a:gd fmla="*/ 3850 h 498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87" w="4987">
                              <a:moveTo>
                                <a:pt x="4576" y="3850"/>
                              </a:moveTo>
                              <a:cubicBezTo>
                                <a:pt x="5344" y="2698"/>
                                <a:pt x="5002" y="1119"/>
                                <a:pt x="3850" y="393"/>
                              </a:cubicBezTo>
                              <a:cubicBezTo>
                                <a:pt x="2698" y="-332"/>
                                <a:pt x="1119" y="-33"/>
                                <a:pt x="394" y="1119"/>
                              </a:cubicBezTo>
                              <a:cubicBezTo>
                                <a:pt x="-332" y="2271"/>
                                <a:pt x="-34" y="3850"/>
                                <a:pt x="1119" y="4576"/>
                              </a:cubicBezTo>
                              <a:cubicBezTo>
                                <a:pt x="2271" y="5344"/>
                                <a:pt x="3850" y="5002"/>
                                <a:pt x="4576" y="38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2762581-b993-4d15-bd25-583af49b0416" id="529" name="任意多边形: 形状 528">
                          <a:extLst>
                            <a:ext uri="{FF2B5EF4-FFF2-40B4-BE49-F238E27FC236}">
                              <a16:creationId id="{7F28732D-F42E-0303-EEC8-DD9EA8EF27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0356" y="1809596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5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5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7d2135e-421f-4925-9746-170e48b46aff" id="530" name="任意多边形: 形状 529">
                          <a:extLst>
                            <a:ext uri="{FF2B5EF4-FFF2-40B4-BE49-F238E27FC236}">
                              <a16:creationId id="{AF8F940D-903D-5165-7A6E-BD63AC976F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1195" y="1794081"/>
                          <a:ext cx="5006" cy="4987"/>
                        </a:xfrm>
                        <a:custGeom>
                          <a:avLst/>
                          <a:gdLst>
                            <a:gd fmla="*/ 4595 w 5006" name="connsiteX0"/>
                            <a:gd fmla="*/ 3850 h 4987" name="connsiteY0"/>
                            <a:gd fmla="*/ 3869 w 5006" name="connsiteX1"/>
                            <a:gd fmla="*/ 393 h 4987" name="connsiteY1"/>
                            <a:gd fmla="*/ 412 w 5006" name="connsiteX2"/>
                            <a:gd fmla="*/ 1119 h 4987" name="connsiteY2"/>
                            <a:gd fmla="*/ 1138 w 5006" name="connsiteX3"/>
                            <a:gd fmla="*/ 4576 h 4987" name="connsiteY3"/>
                            <a:gd fmla="*/ 4595 w 5006" name="connsiteX4"/>
                            <a:gd fmla="*/ 3850 h 4987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87" w="5006">
                              <a:moveTo>
                                <a:pt x="4595" y="3850"/>
                              </a:moveTo>
                              <a:cubicBezTo>
                                <a:pt x="5363" y="2698"/>
                                <a:pt x="5021" y="1119"/>
                                <a:pt x="3869" y="393"/>
                              </a:cubicBezTo>
                              <a:cubicBezTo>
                                <a:pt x="2717" y="-332"/>
                                <a:pt x="1138" y="-33"/>
                                <a:pt x="412" y="1119"/>
                              </a:cubicBezTo>
                              <a:cubicBezTo>
                                <a:pt x="-356" y="2271"/>
                                <a:pt x="-15" y="3850"/>
                                <a:pt x="1138" y="4576"/>
                              </a:cubicBezTo>
                              <a:cubicBezTo>
                                <a:pt x="2290" y="5344"/>
                                <a:pt x="3869" y="5002"/>
                                <a:pt x="4595" y="38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c1546cf-0640-400d-a374-d03df4138326" id="531" name="任意多边形: 形状 530">
                          <a:extLst>
                            <a:ext uri="{FF2B5EF4-FFF2-40B4-BE49-F238E27FC236}">
                              <a16:creationId id="{2496B17F-3618-EAD8-3936-C3903A7183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4557" y="1824959"/>
                          <a:ext cx="4987" cy="5006"/>
                        </a:xfrm>
                        <a:custGeom>
                          <a:avLst/>
                          <a:gdLst>
                            <a:gd fmla="*/ 4576 w 4987" name="connsiteX0"/>
                            <a:gd fmla="*/ 3869 h 5006" name="connsiteY0"/>
                            <a:gd fmla="*/ 3850 w 4987" name="connsiteX1"/>
                            <a:gd fmla="*/ 412 h 5006" name="connsiteY1"/>
                            <a:gd fmla="*/ 394 w 4987" name="connsiteX2"/>
                            <a:gd fmla="*/ 1138 h 5006" name="connsiteY2"/>
                            <a:gd fmla="*/ 1119 w 4987" name="connsiteX3"/>
                            <a:gd fmla="*/ 4594 h 5006" name="connsiteY3"/>
                            <a:gd fmla="*/ 4576 w 4987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4987">
                              <a:moveTo>
                                <a:pt x="4576" y="3869"/>
                              </a:moveTo>
                              <a:cubicBezTo>
                                <a:pt x="5344" y="2717"/>
                                <a:pt x="5002" y="1138"/>
                                <a:pt x="3850" y="412"/>
                              </a:cubicBezTo>
                              <a:cubicBezTo>
                                <a:pt x="2698" y="-356"/>
                                <a:pt x="1119" y="-15"/>
                                <a:pt x="394" y="1138"/>
                              </a:cubicBezTo>
                              <a:cubicBezTo>
                                <a:pt x="-332" y="2290"/>
                                <a:pt x="-34" y="3869"/>
                                <a:pt x="1119" y="4594"/>
                              </a:cubicBezTo>
                              <a:cubicBezTo>
                                <a:pt x="2271" y="5363"/>
                                <a:pt x="3850" y="5021"/>
                                <a:pt x="4576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45388c8-7a66-4809-a96e-dc295e99dfb0" id="532" name="任意多边形: 形状 531">
                          <a:extLst>
                            <a:ext uri="{FF2B5EF4-FFF2-40B4-BE49-F238E27FC236}">
                              <a16:creationId id="{84B2E478-DBD7-FFC0-30B9-D441E1CBB4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7896" y="1804432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5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3869"/>
                              </a:moveTo>
                              <a:cubicBezTo>
                                <a:pt x="5362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5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30e2185-f2c3-43db-bc0f-95e3f5015d27" id="533" name="任意多边形: 形状 532">
                          <a:extLst>
                            <a:ext uri="{FF2B5EF4-FFF2-40B4-BE49-F238E27FC236}">
                              <a16:creationId id="{79CBD0E4-D7EE-ED5C-438E-F6D55C2678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0669" y="1819857"/>
                          <a:ext cx="5006" cy="4968"/>
                        </a:xfrm>
                        <a:custGeom>
                          <a:avLst/>
                          <a:gdLst>
                            <a:gd fmla="*/ 4595 w 5006" name="connsiteX0"/>
                            <a:gd fmla="*/ 3850 h 4968" name="connsiteY0"/>
                            <a:gd fmla="*/ 3869 w 5006" name="connsiteX1"/>
                            <a:gd fmla="*/ 393 h 4968" name="connsiteY1"/>
                            <a:gd fmla="*/ 412 w 5006" name="connsiteX2"/>
                            <a:gd fmla="*/ 1119 h 4968" name="connsiteY2"/>
                            <a:gd fmla="*/ 1138 w 5006" name="connsiteX3"/>
                            <a:gd fmla="*/ 4576 h 4968" name="connsiteY3"/>
                            <a:gd fmla="*/ 4595 w 5006" name="connsiteX4"/>
                            <a:gd fmla="*/ 3850 h 4968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4968" w="5006">
                              <a:moveTo>
                                <a:pt x="4595" y="3850"/>
                              </a:moveTo>
                              <a:cubicBezTo>
                                <a:pt x="5362" y="2698"/>
                                <a:pt x="5021" y="1119"/>
                                <a:pt x="3869" y="393"/>
                              </a:cubicBezTo>
                              <a:cubicBezTo>
                                <a:pt x="2717" y="-332"/>
                                <a:pt x="1138" y="-33"/>
                                <a:pt x="412" y="1119"/>
                              </a:cubicBezTo>
                              <a:cubicBezTo>
                                <a:pt x="-356" y="2271"/>
                                <a:pt x="-15" y="3850"/>
                                <a:pt x="1138" y="4576"/>
                              </a:cubicBezTo>
                              <a:cubicBezTo>
                                <a:pt x="2290" y="5301"/>
                                <a:pt x="3869" y="5002"/>
                                <a:pt x="4595" y="38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8811e7a-9b91-47a1-85f0-d9ba090e8518" id="534" name="任意多边形: 形状 533">
                          <a:extLst>
                            <a:ext uri="{FF2B5EF4-FFF2-40B4-BE49-F238E27FC236}">
                              <a16:creationId id="{09F969CA-0824-B80A-5E86-A0C5EE0ADB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45604" y="1827946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93b0892-d5bc-47b8-96e1-0eefba1c1e94" id="535" name="任意多边形: 形状 534">
                          <a:extLst>
                            <a:ext uri="{FF2B5EF4-FFF2-40B4-BE49-F238E27FC236}">
                              <a16:creationId id="{1C64C72D-DB16-6CF2-2F75-27EB9F1C1A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3374" y="1876810"/>
                          <a:ext cx="5006" cy="5006"/>
                        </a:xfrm>
                        <a:custGeom>
                          <a:avLst/>
                          <a:gdLst>
                            <a:gd fmla="*/ 4595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5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5" y="3869"/>
                              </a:moveTo>
                              <a:cubicBezTo>
                                <a:pt x="5362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5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f7a99bf-3820-4b6c-a86d-0374c2f5739b" id="536" name="任意多边形: 形状 535">
                          <a:extLst>
                            <a:ext uri="{FF2B5EF4-FFF2-40B4-BE49-F238E27FC236}">
                              <a16:creationId id="{1AEFDBEF-9D4B-F667-F09F-E72FBDD152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6560" y="1902629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0e69688-53e1-4f1a-b294-a6029df945bd" id="537" name="任意多边形: 形状 536">
                          <a:extLst>
                            <a:ext uri="{FF2B5EF4-FFF2-40B4-BE49-F238E27FC236}">
                              <a16:creationId id="{FD8D0C6D-2A5E-232B-608C-D000A75482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3445" y="1864818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3d8879d-2797-4792-a6dc-d0950b22e6ad" id="538" name="任意多边形: 形状 537">
                          <a:extLst>
                            <a:ext uri="{FF2B5EF4-FFF2-40B4-BE49-F238E27FC236}">
                              <a16:creationId id="{673D611B-40CA-B572-CAB9-73021642EA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6858" y="1914749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7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6" y="-356"/>
                                <a:pt x="1137" y="-14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7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e6d1300-5440-4087-8993-71621dad7f21" id="539" name="任意多边形: 形状 538">
                          <a:extLst>
                            <a:ext uri="{FF2B5EF4-FFF2-40B4-BE49-F238E27FC236}">
                              <a16:creationId id="{B129C008-04C4-1C12-D69F-CC5BF30682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1695" y="1885900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5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88731a7-fc54-4566-be15-09d16810817c" id="540" name="任意多边形: 形状 539">
                          <a:extLst>
                            <a:ext uri="{FF2B5EF4-FFF2-40B4-BE49-F238E27FC236}">
                              <a16:creationId id="{B45EBC5A-DD7A-FF31-16DF-B4F77D06B7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2136" y="1924735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8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3" y="2717"/>
                                <a:pt x="5021" y="1138"/>
                                <a:pt x="3869" y="412"/>
                              </a:cubicBezTo>
                              <a:cubicBezTo>
                                <a:pt x="2717" y="-356"/>
                                <a:pt x="1138" y="-14"/>
                                <a:pt x="412" y="1138"/>
                              </a:cubicBezTo>
                              <a:cubicBezTo>
                                <a:pt x="-356" y="2290"/>
                                <a:pt x="-15" y="3869"/>
                                <a:pt x="1138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2ce4ee6-6e5e-4aef-a1bc-71bf692fdf8b" id="541" name="任意多边形: 形状 540">
                          <a:extLst>
                            <a:ext uri="{FF2B5EF4-FFF2-40B4-BE49-F238E27FC236}">
                              <a16:creationId id="{AF2DBD90-9543-8303-00C9-DE13C57AB3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8082" y="1897593"/>
                          <a:ext cx="5006" cy="5006"/>
                        </a:xfrm>
                        <a:custGeom>
                          <a:avLst/>
                          <a:gdLst>
                            <a:gd fmla="*/ 4594 w 5006" name="connsiteX0"/>
                            <a:gd fmla="*/ 3869 h 5006" name="connsiteY0"/>
                            <a:gd fmla="*/ 3869 w 5006" name="connsiteX1"/>
                            <a:gd fmla="*/ 412 h 5006" name="connsiteY1"/>
                            <a:gd fmla="*/ 412 w 5006" name="connsiteX2"/>
                            <a:gd fmla="*/ 1138 h 5006" name="connsiteY2"/>
                            <a:gd fmla="*/ 1137 w 5006" name="connsiteX3"/>
                            <a:gd fmla="*/ 4594 h 5006" name="connsiteY3"/>
                            <a:gd fmla="*/ 4594 w 5006" name="connsiteX4"/>
                            <a:gd fmla="*/ 3869 h 5006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06" w="5006">
                              <a:moveTo>
                                <a:pt x="4594" y="3869"/>
                              </a:moveTo>
                              <a:cubicBezTo>
                                <a:pt x="5362" y="2717"/>
                                <a:pt x="5021" y="1138"/>
                                <a:pt x="3869" y="412"/>
                              </a:cubicBezTo>
                              <a:cubicBezTo>
                                <a:pt x="2716" y="-356"/>
                                <a:pt x="1137" y="-15"/>
                                <a:pt x="412" y="1138"/>
                              </a:cubicBezTo>
                              <a:cubicBezTo>
                                <a:pt x="-356" y="2290"/>
                                <a:pt x="-14" y="3869"/>
                                <a:pt x="1137" y="4594"/>
                              </a:cubicBezTo>
                              <a:cubicBezTo>
                                <a:pt x="2290" y="5363"/>
                                <a:pt x="3869" y="5021"/>
                                <a:pt x="4594" y="38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  <p:grpSp>
                    <p:nvGrpSpPr>
                      <p:cNvPr descr="27fa6390-2094-46e7-9372-45e958b4995e" id="429" name="图形 6643">
                        <a:extLst>
                          <a:ext uri="{FF2B5EF4-FFF2-40B4-BE49-F238E27FC236}">
                            <a16:creationId id="{269F5FC4-F4E1-7DB5-2DBC-C1DDF6E7BC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38501" y="1774625"/>
                        <a:ext cx="149929" cy="122275"/>
                        <a:chOff x="7738501" y="1774625"/>
                        <a:chExt cx="149929" cy="122275"/>
                      </a:xfrm>
                      <a:solidFill>
                        <a:srgbClr val="CD6054"/>
                      </a:solidFill>
                    </p:grpSpPr>
                    <p:sp>
                      <p:nvSpPr>
                        <p:cNvPr descr="dd0082b0-30df-4dc8-90e1-ed0ed6de64ee" id="430" name="任意多边形: 形状 429">
                          <a:extLst>
                            <a:ext uri="{FF2B5EF4-FFF2-40B4-BE49-F238E27FC236}">
                              <a16:creationId id="{E5978A4D-8DB4-C1BF-EC2C-3F4C02A621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8732" y="1836377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0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0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43b4854-4a8e-4fd8-8c67-787205983eef" id="431" name="任意多边形: 形状 430">
                          <a:extLst>
                            <a:ext uri="{FF2B5EF4-FFF2-40B4-BE49-F238E27FC236}">
                              <a16:creationId id="{CE812C07-8834-A273-72D8-4141CEA9CB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6484" y="1842693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56f1100-06c0-4d08-a7ec-c0e3fb908d21" id="432" name="任意多边形: 形状 431">
                          <a:extLst>
                            <a:ext uri="{FF2B5EF4-FFF2-40B4-BE49-F238E27FC236}">
                              <a16:creationId id="{32B279FC-77CD-9DC2-5F2F-962F3B568F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9685" y="1828951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d57e4b6-9eb2-468a-a82a-74f3dc40c30b" id="433" name="任意多边形: 形状 432">
                          <a:extLst>
                            <a:ext uri="{FF2B5EF4-FFF2-40B4-BE49-F238E27FC236}">
                              <a16:creationId id="{99D87109-0BE5-87A2-BC0A-83DEB6DF80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7836" y="1853874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0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0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16e9e72-c256-4494-b0cb-4f094528b6b7" id="434" name="任意多边形: 形状 433">
                          <a:extLst>
                            <a:ext uri="{FF2B5EF4-FFF2-40B4-BE49-F238E27FC236}">
                              <a16:creationId id="{47770582-ADB2-2BF0-4612-E7126CD7D4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3852" y="1830701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2025388-44bd-4cf6-8edd-b87eee632d2e" id="435" name="任意多边形: 形状 434">
                          <a:extLst>
                            <a:ext uri="{FF2B5EF4-FFF2-40B4-BE49-F238E27FC236}">
                              <a16:creationId id="{2D245135-BD1D-A371-3A5D-198BFBC2FF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3283" y="1856477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1"/>
                              </a:cubicBezTo>
                              <a:cubicBezTo>
                                <a:pt x="3803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7369129-f57f-4e16-8b05-c73102214e0b" id="436" name="任意多边形: 形状 435">
                          <a:extLst>
                            <a:ext uri="{FF2B5EF4-FFF2-40B4-BE49-F238E27FC236}">
                              <a16:creationId id="{ED57932F-1144-EECC-DB31-5659FBAE2B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8006" y="1847686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446d956-513e-4b74-b066-11667be541d8" id="437" name="任意多边形: 形状 436">
                          <a:extLst>
                            <a:ext uri="{FF2B5EF4-FFF2-40B4-BE49-F238E27FC236}">
                              <a16:creationId id="{4AABE1DA-01BB-0BAC-21BE-832C36DCED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4421" y="1818240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0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0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22be278-52cd-4846-bcd5-838235a8f77e" id="438" name="任意多边形: 形状 437">
                          <a:extLst>
                            <a:ext uri="{FF2B5EF4-FFF2-40B4-BE49-F238E27FC236}">
                              <a16:creationId id="{AFE265A4-6A55-D683-E1E6-031AA321D1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2216" y="1824598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1081851-7bb1-4409-bd38-7852ed54cd70" id="439" name="任意多边形: 形状 438">
                          <a:extLst>
                            <a:ext uri="{FF2B5EF4-FFF2-40B4-BE49-F238E27FC236}">
                              <a16:creationId id="{8DDD37F3-E1C6-88E0-CDF4-B9174CC5B5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5374" y="1810857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803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86bf381-328c-42fd-aa9e-3103e25f48c7" id="440" name="任意多边形: 形状 439">
                          <a:extLst>
                            <a:ext uri="{FF2B5EF4-FFF2-40B4-BE49-F238E27FC236}">
                              <a16:creationId id="{D218BB2A-6EB3-9DD2-B8FF-7F9F060EAF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3567" y="1835779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aeab681-5490-412a-860f-c70b1be670da" id="441" name="任意多边形: 形状 440">
                          <a:extLst>
                            <a:ext uri="{FF2B5EF4-FFF2-40B4-BE49-F238E27FC236}">
                              <a16:creationId id="{8474AFCE-A139-F17E-91E7-EA3E09EB0F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9583" y="1812564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48ee2cc-3340-4955-8a4b-bfc266fe9711" id="442" name="任意多边形: 形状 441">
                          <a:extLst>
                            <a:ext uri="{FF2B5EF4-FFF2-40B4-BE49-F238E27FC236}">
                              <a16:creationId id="{C5A66382-794E-4D3A-CDB7-42EF584B52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9015" y="1838340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1407605-3467-48fd-b1a5-16ddf0dba937" id="443" name="任意多边形: 形状 442">
                          <a:extLst>
                            <a:ext uri="{FF2B5EF4-FFF2-40B4-BE49-F238E27FC236}">
                              <a16:creationId id="{8EDA9B1C-8B44-9217-5158-87CE45C4D0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3694" y="1829549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b2b30fa5-6f83-44e6-9d2e-ae7fc1a31e5f" id="444" name="任意多边形: 形状 443">
                          <a:extLst>
                            <a:ext uri="{FF2B5EF4-FFF2-40B4-BE49-F238E27FC236}">
                              <a16:creationId id="{816E11D3-19CF-A9F6-B1F1-CF9224D4C7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3055" y="1858483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eafb9de-9d0a-487c-8d55-bca406fb1e79" id="445" name="任意多边形: 形状 444">
                          <a:extLst>
                            <a:ext uri="{FF2B5EF4-FFF2-40B4-BE49-F238E27FC236}">
                              <a16:creationId id="{F0C53685-13DF-7A95-9558-5144AC2334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0850" y="1864842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79bfbd4-c5a2-4646-ae39-ee83f405aadd" id="446" name="任意多边形: 形状 445">
                          <a:extLst>
                            <a:ext uri="{FF2B5EF4-FFF2-40B4-BE49-F238E27FC236}">
                              <a16:creationId id="{5785BED8-A431-3328-E0F3-8C82D806C1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4051" y="1851100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e2768af-5ce8-4081-aa0d-4b24ec997030" id="447" name="任意多边形: 形状 446">
                          <a:extLst>
                            <a:ext uri="{FF2B5EF4-FFF2-40B4-BE49-F238E27FC236}">
                              <a16:creationId id="{3FD45089-099B-472B-7E41-E28A8462CB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2202" y="1876023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803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3e807e3-ea20-4767-ac5b-12581e2f32eb" id="448" name="任意多边形: 形状 447">
                          <a:extLst>
                            <a:ext uri="{FF2B5EF4-FFF2-40B4-BE49-F238E27FC236}">
                              <a16:creationId id="{D5E27D9C-0E7E-42A1-CE02-B1F5424790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8218" y="1852807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0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0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6c00357-2834-482e-aa03-0fa69d8535aa" id="449" name="任意多边形: 形状 448">
                          <a:extLst>
                            <a:ext uri="{FF2B5EF4-FFF2-40B4-BE49-F238E27FC236}">
                              <a16:creationId id="{F476B93B-7B33-BE27-F07C-10A15D0714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2158" y="1873377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7700474-e663-467d-92a5-004812c994f6" id="450" name="任意多边形: 形状 449">
                          <a:extLst>
                            <a:ext uri="{FF2B5EF4-FFF2-40B4-BE49-F238E27FC236}">
                              <a16:creationId id="{1BBDBE1E-F641-FD9E-AD8D-898BB0A1A7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4732" y="1858483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723e94a-c23b-4131-b766-6e82a487b955" id="451" name="任意多边形: 形状 450">
                          <a:extLst>
                            <a:ext uri="{FF2B5EF4-FFF2-40B4-BE49-F238E27FC236}">
                              <a16:creationId id="{CC797E3D-1C54-B46E-53E7-DDAB265651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52488" y="1874358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389a528-1fb7-4420-b9cc-a9a8baa3e8a4" id="452" name="任意多边形: 形状 451">
                          <a:extLst>
                            <a:ext uri="{FF2B5EF4-FFF2-40B4-BE49-F238E27FC236}">
                              <a16:creationId id="{3C8CC829-5E1D-C35C-43CC-AF1B8FDC1F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0282" y="1880674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0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0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d85a98b-dbd9-4169-96ba-e8945d3ef4a7" id="453" name="任意多边形: 形状 452">
                          <a:extLst>
                            <a:ext uri="{FF2B5EF4-FFF2-40B4-BE49-F238E27FC236}">
                              <a16:creationId id="{DFBCE50E-4195-23B3-B6C8-0EDF954D88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3483" y="1866933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0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0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fbc84c7-b780-4214-9dca-e77769111502" id="454" name="任意多边形: 形状 453">
                          <a:extLst>
                            <a:ext uri="{FF2B5EF4-FFF2-40B4-BE49-F238E27FC236}">
                              <a16:creationId id="{DC569943-52F5-BB7A-7FE8-38712E3A89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51634" y="1891855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0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0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76c2840f-c7cb-4bd2-aceb-adac1cd28217" id="455" name="任意多边形: 形状 454">
                          <a:extLst>
                            <a:ext uri="{FF2B5EF4-FFF2-40B4-BE49-F238E27FC236}">
                              <a16:creationId id="{1DE6EF06-BF46-9F62-FFFD-DE36901F14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7650" y="1868682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803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e3bf9420-d424-4728-b80f-43acca0d9eee" id="456" name="任意多边形: 形状 455">
                          <a:extLst>
                            <a:ext uri="{FF2B5EF4-FFF2-40B4-BE49-F238E27FC236}">
                              <a16:creationId id="{E0E6D466-6D72-7B8B-BB15-216EDC2838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6483" y="1890404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0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0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c7f7b51-9866-4bbb-a74e-ce3c535e26f1" id="457" name="任意多边形: 形状 456">
                          <a:extLst>
                            <a:ext uri="{FF2B5EF4-FFF2-40B4-BE49-F238E27FC236}">
                              <a16:creationId id="{4EC6E262-9D88-9581-3D51-C477356D43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1761" y="1885667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b7fe1e3-42d2-4c6d-a244-7cb1c11e3e91" id="458" name="任意多边形: 形状 457">
                          <a:extLst>
                            <a:ext uri="{FF2B5EF4-FFF2-40B4-BE49-F238E27FC236}">
                              <a16:creationId id="{BF0F04D1-FEB3-2239-BCE8-F7408A347E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6257" y="1797841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0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0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c276634-29a7-4744-b5a6-85d747d38c45" id="459" name="任意多边形: 形状 458">
                          <a:extLst>
                            <a:ext uri="{FF2B5EF4-FFF2-40B4-BE49-F238E27FC236}">
                              <a16:creationId id="{CF45323C-9EAB-85C9-B103-491D2449AF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4009" y="1804157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d0a4784-c9ca-43ee-a105-d6799051ca18" id="460" name="任意多边形: 形状 459">
                          <a:extLst>
                            <a:ext uri="{FF2B5EF4-FFF2-40B4-BE49-F238E27FC236}">
                              <a16:creationId id="{1C0DEF5D-C711-5795-6B0E-15BD17AB40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9514" y="1781666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6d45236e-c711-4adb-ae3f-47dc22c4f802" id="461" name="任意多边形: 形状 460">
                          <a:extLst>
                            <a:ext uri="{FF2B5EF4-FFF2-40B4-BE49-F238E27FC236}">
                              <a16:creationId id="{9768BF02-7A3A-C2EA-306F-87950F082C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45404" y="1815338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756781b-2633-4c8e-9db3-cdab362d6365" id="462" name="任意多边形: 形状 461">
                          <a:extLst>
                            <a:ext uri="{FF2B5EF4-FFF2-40B4-BE49-F238E27FC236}">
                              <a16:creationId id="{DEF60B3C-01BF-AC10-1429-007826BF5F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21420" y="1792165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67f0134-2b9a-42c7-ac0c-8d4bbd2f5308" id="463" name="任意多边形: 形状 462">
                          <a:extLst>
                            <a:ext uri="{FF2B5EF4-FFF2-40B4-BE49-F238E27FC236}">
                              <a16:creationId id="{3BBC0267-13D2-77D3-9FA8-94EA2CDF5E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30808" y="1817898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095fa85b-ff62-4de7-86b6-122f4ca31149" id="464" name="任意多边形: 形状 463">
                          <a:extLst>
                            <a:ext uri="{FF2B5EF4-FFF2-40B4-BE49-F238E27FC236}">
                              <a16:creationId id="{66112D9C-51DD-5ADA-ECA4-60E8BE4931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15531" y="1809150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0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0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1d5c0d4-0e89-4e7e-830b-049763f0fe6b" id="465" name="任意多边形: 形状 464">
                          <a:extLst>
                            <a:ext uri="{FF2B5EF4-FFF2-40B4-BE49-F238E27FC236}">
                              <a16:creationId id="{B8F76784-36F6-5435-C65B-5DBD58634E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9184" y="1829890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0" y="3760"/>
                                <a:pt x="987" y="4955"/>
                                <a:pt x="2395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247e88e-b09b-471c-8021-bb49197b5316" id="466" name="任意多边形: 形状 465">
                          <a:extLst>
                            <a:ext uri="{FF2B5EF4-FFF2-40B4-BE49-F238E27FC236}">
                              <a16:creationId id="{D657A29B-80E5-B79F-EA78-8D7992AEC6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6979" y="1836249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0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0"/>
                              </a:cubicBezTo>
                              <a:cubicBezTo>
                                <a:pt x="3803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a236c80-cb7b-4dfa-a9c0-a9909944cdc1" id="467" name="任意多边形: 形状 466">
                          <a:extLst>
                            <a:ext uri="{FF2B5EF4-FFF2-40B4-BE49-F238E27FC236}">
                              <a16:creationId id="{FC3CA035-BB9F-6ADC-4F03-5DE7DB096A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0180" y="1822507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0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0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1cd6952-8523-467d-895c-cbb8647e5865" id="468" name="任意多边形: 形状 467">
                          <a:extLst>
                            <a:ext uri="{FF2B5EF4-FFF2-40B4-BE49-F238E27FC236}">
                              <a16:creationId id="{8148B5B4-F13A-20D2-BBB8-0EDEF6EB14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0536" y="1842437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f0163fc-0bfd-493f-a265-27857f44dba2" id="469" name="任意多边形: 形状 468">
                          <a:extLst>
                            <a:ext uri="{FF2B5EF4-FFF2-40B4-BE49-F238E27FC236}">
                              <a16:creationId id="{2D5043E7-A423-41A5-FA76-FD4174E360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8345" y="1808808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a7cae1f-97a1-48bc-aa36-041149c077bc" id="470" name="任意多边形: 形状 469">
                          <a:extLst>
                            <a:ext uri="{FF2B5EF4-FFF2-40B4-BE49-F238E27FC236}">
                              <a16:creationId id="{179B65B4-500A-B0FA-A1AB-BF81FFDF18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53778" y="1849990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0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0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22f15e6-c2a5-4014-97f7-db7858acd570" id="471" name="任意多边形: 形状 470">
                          <a:extLst>
                            <a:ext uri="{FF2B5EF4-FFF2-40B4-BE49-F238E27FC236}">
                              <a16:creationId id="{9C3B403F-D7F0-2283-3B0E-5CF4ABF5FE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38501" y="1841199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0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803"/>
                                <a:pt x="986" y="4955"/>
                                <a:pt x="2394" y="5040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76aad11-9338-4976-b260-98fb1df4a23a" id="472" name="任意多边形: 形状 471">
                          <a:extLst>
                            <a:ext uri="{FF2B5EF4-FFF2-40B4-BE49-F238E27FC236}">
                              <a16:creationId id="{4F7BDB76-888A-F188-E796-6F940F9215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08788" y="1793445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0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0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59fe5397-2e53-452f-be00-ba04be28e006" id="473" name="任意多边形: 形状 472">
                          <a:extLst>
                            <a:ext uri="{FF2B5EF4-FFF2-40B4-BE49-F238E27FC236}">
                              <a16:creationId id="{EE7951B8-11F8-FB8C-1F79-D56A594234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6425" y="1787897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c50becbb-76af-4bf7-be5b-d624a1759c95" id="474" name="任意多边形: 形状 473">
                          <a:extLst>
                            <a:ext uri="{FF2B5EF4-FFF2-40B4-BE49-F238E27FC236}">
                              <a16:creationId id="{A71AEE6D-1A0E-DEC1-8185-1ADB7BF60B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62058" y="1784184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4a1679a0-1516-4f9b-a606-914c5e38e1b3" id="475" name="任意多边形: 形状 474">
                          <a:extLst>
                            <a:ext uri="{FF2B5EF4-FFF2-40B4-BE49-F238E27FC236}">
                              <a16:creationId id="{4A17D356-56C2-E12B-DF67-E8EC8B91F4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7777" y="1799078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95fe1aed-eafa-4e9c-8391-c5bd609e93f6" id="476" name="任意多边形: 形状 475">
                          <a:extLst>
                            <a:ext uri="{FF2B5EF4-FFF2-40B4-BE49-F238E27FC236}">
                              <a16:creationId id="{0AE9F8FD-8DED-9B39-9B4B-24698C6DEC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99015" y="1774625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0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0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9275c45-1712-4488-a701-a3fbbb7fe309" id="477" name="任意多边形: 形状 476">
                          <a:extLst>
                            <a:ext uri="{FF2B5EF4-FFF2-40B4-BE49-F238E27FC236}">
                              <a16:creationId id="{BDB68609-D9A6-7F13-D269-AEDC7862D3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83225" y="1801639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1"/>
                              </a:cubicBezTo>
                              <a:cubicBezTo>
                                <a:pt x="3803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111bd88-2556-41a0-87c3-79fd586ed412" id="478" name="任意多边形: 形状 477">
                          <a:extLst>
                            <a:ext uri="{FF2B5EF4-FFF2-40B4-BE49-F238E27FC236}">
                              <a16:creationId id="{2CF04132-B90F-65DC-78F9-F82455924D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774306" y="1816234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0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0"/>
                              </a:cubicBezTo>
                              <a:cubicBezTo>
                                <a:pt x="3803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3bf997a2-98db-4ac2-8d7f-d6b9f9e4e528" id="479" name="任意多边形: 形状 478">
                          <a:extLst>
                            <a:ext uri="{FF2B5EF4-FFF2-40B4-BE49-F238E27FC236}">
                              <a16:creationId id="{37F6A283-6ABD-EF24-2458-56FC946852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83385" y="1809150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0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0" y="3803"/>
                                <a:pt x="987" y="4955"/>
                                <a:pt x="2395" y="5040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dc680b96-9bce-4057-be86-07d6e4d20799" id="480" name="任意多边形: 形状 479">
                          <a:extLst>
                            <a:ext uri="{FF2B5EF4-FFF2-40B4-BE49-F238E27FC236}">
                              <a16:creationId id="{94D5416D-AD12-D6AD-825B-35DAE0928D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81848" y="1839962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5 w 5045" name="connsiteX3"/>
                            <a:gd fmla="*/ 5040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5" y="5040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ad10a269-d03b-4679-b5cf-714f01f9d800" id="481" name="任意多边形: 形状 480">
                          <a:extLst>
                            <a:ext uri="{FF2B5EF4-FFF2-40B4-BE49-F238E27FC236}">
                              <a16:creationId id="{A1D4D59E-0E06-E3FD-A973-C1E7CFC6B6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0127" y="1808851"/>
                          <a:ext cx="5045" cy="5045"/>
                        </a:xfrm>
                        <a:custGeom>
                          <a:avLst/>
                          <a:gdLst>
                            <a:gd fmla="*/ 5041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1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1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1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8e8d67ae-9cfc-41c9-a8d1-3fbd026a36ff" id="482" name="任意多边形: 形状 481">
                          <a:extLst>
                            <a:ext uri="{FF2B5EF4-FFF2-40B4-BE49-F238E27FC236}">
                              <a16:creationId id="{4312AF09-8BB0-FEE5-29D8-1B418A4046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2346" y="1865354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1b64af8f-fc8b-4ea6-b9c5-3f90ecd5fc20" id="483" name="任意多边形: 形状 482">
                          <a:extLst>
                            <a:ext uri="{FF2B5EF4-FFF2-40B4-BE49-F238E27FC236}">
                              <a16:creationId id="{36354D59-477A-CE2B-42AC-8C693F0EC1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9259" y="1827927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803"/>
                                <a:pt x="986" y="4955"/>
                                <a:pt x="2394" y="5041"/>
                              </a:cubicBezTo>
                              <a:cubicBezTo>
                                <a:pt x="3803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2f3be98a-bb86-433c-9103-06b88594bbeb" id="484" name="任意多边形: 形状 483">
                          <a:extLst>
                            <a:ext uri="{FF2B5EF4-FFF2-40B4-BE49-F238E27FC236}">
                              <a16:creationId id="{B659FEF8-E7C2-74BF-FDC6-C4E2FF066A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80569" y="1866293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1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1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  <p:sp>
                      <p:nvSpPr>
                        <p:cNvPr descr="f9f2f707-9691-4be4-a047-0673d56b647f" id="485" name="任意多边形: 形状 484">
                          <a:extLst>
                            <a:ext uri="{FF2B5EF4-FFF2-40B4-BE49-F238E27FC236}">
                              <a16:creationId id="{EFCFB1BE-EDA7-BF14-2738-3749F71AD6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false" flipH="false">
                          <a:off x="7863370" y="1844912"/>
                          <a:ext cx="5045" cy="5045"/>
                        </a:xfrm>
                        <a:custGeom>
                          <a:avLst/>
                          <a:gdLst>
                            <a:gd fmla="*/ 5040 w 5045" name="connsiteX0"/>
                            <a:gd fmla="*/ 2651 h 5045" name="connsiteY0"/>
                            <a:gd fmla="*/ 2651 w 5045" name="connsiteX1"/>
                            <a:gd fmla="*/ 5 h 5045" name="connsiteY1"/>
                            <a:gd fmla="*/ 5 w 5045" name="connsiteX2"/>
                            <a:gd fmla="*/ 2395 h 5045" name="connsiteY2"/>
                            <a:gd fmla="*/ 2394 w 5045" name="connsiteX3"/>
                            <a:gd fmla="*/ 5040 h 5045" name="connsiteY3"/>
                            <a:gd fmla="*/ 5040 w 5045" name="connsiteX4"/>
                            <a:gd fmla="*/ 2651 h 5045" name="connsiteY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b="b" l="l" r="r" t="t"/>
                          <a:pathLst>
                            <a:path h="5045" w="5045">
                              <a:moveTo>
                                <a:pt x="5040" y="2651"/>
                              </a:moveTo>
                              <a:cubicBezTo>
                                <a:pt x="5126" y="1285"/>
                                <a:pt x="4059" y="90"/>
                                <a:pt x="2651" y="5"/>
                              </a:cubicBezTo>
                              <a:cubicBezTo>
                                <a:pt x="1285" y="-81"/>
                                <a:pt x="90" y="986"/>
                                <a:pt x="5" y="2395"/>
                              </a:cubicBezTo>
                              <a:cubicBezTo>
                                <a:pt x="-81" y="3760"/>
                                <a:pt x="986" y="4955"/>
                                <a:pt x="2394" y="5040"/>
                              </a:cubicBezTo>
                              <a:cubicBezTo>
                                <a:pt x="3760" y="5126"/>
                                <a:pt x="4955" y="4059"/>
                                <a:pt x="5040" y="26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D6054"/>
                        </a:solidFill>
                        <a:ln cap="flat" w="4266">
                          <a:noFill/>
                          <a:prstDash val="solid"/>
                          <a:miter/>
                        </a:ln>
                      </p:spPr>
                      <p:txBody>
                        <a:bodyPr anchor="ctr" rtlCol="0"/>
                        <a:lstStyle/>
                        <a:p>
                          <a:pPr algn="l"/>
                        </a:p>
                      </p:txBody>
                    </p:sp>
                  </p:grpSp>
                </p:grpSp>
              </p:grpSp>
            </p:grpSp>
            <p:sp>
              <p:nvSpPr>
                <p:cNvPr descr="63f42236-ddd0-4d94-aad6-3b5ccf8dda0c" id="257" name="任意多边形: 形状 256">
                  <a:extLst>
                    <a:ext uri="{FF2B5EF4-FFF2-40B4-BE49-F238E27FC236}">
                      <a16:creationId id="{A35A4C41-B97E-4584-7755-53D5A21609B7}"/>
                    </a:ext>
                  </a:extLst>
                </p:cNvPr>
                <p:cNvSpPr/>
                <p:nvPr/>
              </p:nvSpPr>
              <p:spPr>
                <a:xfrm flipV="false" flipH="false">
                  <a:off x="7571046" y="1660074"/>
                  <a:ext cx="369102" cy="262641"/>
                </a:xfrm>
                <a:custGeom>
                  <a:avLst/>
                  <a:gdLst>
                    <a:gd fmla="*/ 327451 w 369102" name="connsiteX0"/>
                    <a:gd fmla="*/ 782 h 262641" name="connsiteY0"/>
                    <a:gd fmla="*/ 0 w 369102" name="connsiteX1"/>
                    <a:gd fmla="*/ 262641 h 262641" name="connsiteY1"/>
                    <a:gd fmla="*/ 42036 w 369102" name="connsiteX2"/>
                    <a:gd fmla="*/ 257477 h 262641" name="connsiteY2"/>
                    <a:gd fmla="*/ 369103 w 369102" name="connsiteX3"/>
                    <a:gd fmla="*/ 32619 h 262641" name="connsiteY3"/>
                    <a:gd fmla="*/ 327451 w 369102" name="connsiteX4"/>
                    <a:gd fmla="*/ 782 h 262641" name="connsiteY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b="b" l="l" r="r" t="t"/>
                  <a:pathLst>
                    <a:path h="262641" w="369102">
                      <a:moveTo>
                        <a:pt x="327451" y="782"/>
                      </a:moveTo>
                      <a:cubicBezTo>
                        <a:pt x="327451" y="782"/>
                        <a:pt x="92436" y="33771"/>
                        <a:pt x="0" y="262641"/>
                      </a:cubicBezTo>
                      <a:lnTo>
                        <a:pt x="42036" y="257477"/>
                      </a:lnTo>
                      <a:cubicBezTo>
                        <a:pt x="42036" y="257477"/>
                        <a:pt x="126192" y="57712"/>
                        <a:pt x="369103" y="32619"/>
                      </a:cubicBezTo>
                      <a:cubicBezTo>
                        <a:pt x="369103" y="32619"/>
                        <a:pt x="358220" y="-5918"/>
                        <a:pt x="327451" y="782"/>
                      </a:cubicBezTo>
                      <a:close/>
                    </a:path>
                  </a:pathLst>
                </a:custGeom>
                <a:solidFill>
                  <a:srgbClr val="FFD47D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fe7edca8-1b0b-4026-b7c8-862024e4ed53" id="258" name="任意多边形: 形状 257">
                  <a:extLst>
                    <a:ext uri="{FF2B5EF4-FFF2-40B4-BE49-F238E27FC236}">
                      <a16:creationId id="{2A0F2AA8-9425-E9CB-F1B3-ED922D760E38}"/>
                    </a:ext>
                  </a:extLst>
                </p:cNvPr>
                <p:cNvSpPr/>
                <p:nvPr/>
              </p:nvSpPr>
              <p:spPr>
                <a:xfrm flipV="false" flipH="false">
                  <a:off x="7445408" y="1596533"/>
                  <a:ext cx="296938" cy="341288"/>
                </a:xfrm>
                <a:custGeom>
                  <a:avLst/>
                  <a:gdLst>
                    <a:gd fmla="*/ 248459 w 296938" name="connsiteX0"/>
                    <a:gd fmla="*/ 3552 h 341288" name="connsiteY0"/>
                    <a:gd fmla="*/ 0 w 296938" name="connsiteX1"/>
                    <a:gd fmla="*/ 341288 h 341288" name="connsiteY1"/>
                    <a:gd fmla="*/ 39262 w 296938" name="connsiteX2"/>
                    <a:gd fmla="*/ 325413 h 341288" name="connsiteY2"/>
                    <a:gd fmla="*/ 296939 w 296938" name="connsiteX3"/>
                    <a:gd fmla="*/ 23482 h 341288" name="connsiteY3"/>
                    <a:gd fmla="*/ 248459 w 296938" name="connsiteX4"/>
                    <a:gd fmla="*/ 3552 h 341288" name="connsiteY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b="b" l="l" r="r" t="t"/>
                  <a:pathLst>
                    <a:path h="341288" w="296938">
                      <a:moveTo>
                        <a:pt x="248459" y="3552"/>
                      </a:moveTo>
                      <a:cubicBezTo>
                        <a:pt x="248459" y="3552"/>
                        <a:pt x="30001" y="96287"/>
                        <a:pt x="0" y="341288"/>
                      </a:cubicBezTo>
                      <a:lnTo>
                        <a:pt x="39262" y="325413"/>
                      </a:lnTo>
                      <a:cubicBezTo>
                        <a:pt x="39262" y="325413"/>
                        <a:pt x="68793" y="110669"/>
                        <a:pt x="296939" y="23482"/>
                      </a:cubicBezTo>
                      <a:cubicBezTo>
                        <a:pt x="296939" y="23482"/>
                        <a:pt x="276411" y="-10915"/>
                        <a:pt x="248459" y="3552"/>
                      </a:cubicBezTo>
                      <a:close/>
                    </a:path>
                  </a:pathLst>
                </a:custGeom>
                <a:solidFill>
                  <a:srgbClr val="FFD47D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grpSp>
              <p:nvGrpSpPr>
                <p:cNvPr descr="5136b92e-ee45-498e-8aa9-5c59d339555b" id="259" name="图形 6643">
                  <a:extLst>
                    <a:ext uri="{FF2B5EF4-FFF2-40B4-BE49-F238E27FC236}">
                      <a16:creationId id="{B8A770BD-09E8-FABC-7858-526434ED0CAF}"/>
                    </a:ext>
                  </a:extLst>
                </p:cNvPr>
                <p:cNvGrpSpPr/>
                <p:nvPr/>
              </p:nvGrpSpPr>
              <p:grpSpPr>
                <a:xfrm>
                  <a:off x="7655798" y="1488346"/>
                  <a:ext cx="166704" cy="188529"/>
                  <a:chOff x="7655798" y="1488346"/>
                  <a:chExt cx="166704" cy="188529"/>
                </a:xfrm>
              </p:grpSpPr>
              <p:sp>
                <p:nvSpPr>
                  <p:cNvPr descr="77d498cb-d12d-4af2-9124-8fefcadd270d" id="304" name="任意多边形: 形状 303">
                    <a:extLst>
                      <a:ext uri="{FF2B5EF4-FFF2-40B4-BE49-F238E27FC236}">
                        <a16:creationId id="{362E5638-8BF7-396D-DCF9-C0A858A18D8D}"/>
                      </a:ext>
                    </a:extLst>
                  </p:cNvPr>
                  <p:cNvSpPr/>
                  <p:nvPr/>
                </p:nvSpPr>
                <p:spPr>
                  <a:xfrm rot="119400" flipV="false" flipH="false">
                    <a:off x="7688999" y="1490324"/>
                    <a:ext cx="117145" cy="184572"/>
                  </a:xfrm>
                  <a:custGeom>
                    <a:avLst/>
                    <a:gdLst>
                      <a:gd fmla="*/ 67556 w 117145" name="connsiteX0"/>
                      <a:gd fmla="*/ 0 h 184572" name="connsiteY0"/>
                      <a:gd fmla="*/ 117145 w 117145" name="connsiteX1"/>
                      <a:gd fmla="*/ 49589 h 184572" name="connsiteY1"/>
                      <a:gd fmla="*/ 117145 w 117145" name="connsiteX2"/>
                      <a:gd fmla="*/ 134984 h 184572" name="connsiteY2"/>
                      <a:gd fmla="*/ 67556 w 117145" name="connsiteX3"/>
                      <a:gd fmla="*/ 184573 h 184572" name="connsiteY3"/>
                      <a:gd fmla="*/ 49589 w 117145" name="connsiteX4"/>
                      <a:gd fmla="*/ 184573 h 184572" name="connsiteY4"/>
                      <a:gd fmla="*/ 0 w 117145" name="connsiteX5"/>
                      <a:gd fmla="*/ 134984 h 184572" name="connsiteY5"/>
                      <a:gd fmla="*/ 0 w 117145" name="connsiteX6"/>
                      <a:gd fmla="*/ 49589 h 184572" name="connsiteY6"/>
                      <a:gd fmla="*/ 49589 w 117145" name="connsiteX7"/>
                      <a:gd fmla="*/ 0 h 184572" name="connsiteY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b="b" l="l" r="r" t="t"/>
                    <a:pathLst>
                      <a:path h="184572" w="117145">
                        <a:moveTo>
                          <a:pt x="67556" y="0"/>
                        </a:moveTo>
                        <a:cubicBezTo>
                          <a:pt x="94943" y="0"/>
                          <a:pt x="117145" y="22202"/>
                          <a:pt x="117145" y="49589"/>
                        </a:cubicBezTo>
                        <a:lnTo>
                          <a:pt x="117145" y="134984"/>
                        </a:lnTo>
                        <a:cubicBezTo>
                          <a:pt x="117145" y="162371"/>
                          <a:pt x="94943" y="184573"/>
                          <a:pt x="67556" y="184573"/>
                        </a:cubicBezTo>
                        <a:lnTo>
                          <a:pt x="49589" y="184573"/>
                        </a:lnTo>
                        <a:cubicBezTo>
                          <a:pt x="22202" y="184573"/>
                          <a:pt x="0" y="162371"/>
                          <a:pt x="0" y="134984"/>
                        </a:cubicBezTo>
                        <a:lnTo>
                          <a:pt x="0" y="49589"/>
                        </a:lnTo>
                        <a:cubicBezTo>
                          <a:pt x="0" y="22202"/>
                          <a:pt x="22202" y="0"/>
                          <a:pt x="495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grpSp>
                <p:nvGrpSpPr>
                  <p:cNvPr descr="cdd0dc6e-c5e5-4399-98df-3880b7ce02c1" id="305" name="图形 6643">
                    <a:extLst>
                      <a:ext uri="{FF2B5EF4-FFF2-40B4-BE49-F238E27FC236}">
                        <a16:creationId id="{1FFAE0A8-8C13-0357-04A2-9DD579E86918}"/>
                      </a:ext>
                    </a:extLst>
                  </p:cNvPr>
                  <p:cNvGrpSpPr/>
                  <p:nvPr/>
                </p:nvGrpSpPr>
                <p:grpSpPr>
                  <a:xfrm>
                    <a:off x="7655798" y="1496244"/>
                    <a:ext cx="166704" cy="147541"/>
                    <a:chOff x="7655798" y="1496244"/>
                    <a:chExt cx="166704" cy="147541"/>
                  </a:xfrm>
                  <a:solidFill>
                    <a:srgbClr val="F8D584"/>
                  </a:solidFill>
                </p:grpSpPr>
                <p:grpSp>
                  <p:nvGrpSpPr>
                    <p:cNvPr descr="9e9dc310-8e82-49a1-8860-d2f0591c9555" id="306" name="图形 6643">
                      <a:extLst>
                        <a:ext uri="{FF2B5EF4-FFF2-40B4-BE49-F238E27FC236}">
                          <a16:creationId id="{9C477AFC-FD76-D911-BB4F-8C9286BDEB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55798" y="1507991"/>
                      <a:ext cx="110147" cy="135794"/>
                      <a:chOff x="7655798" y="1507991"/>
                      <a:chExt cx="110147" cy="135794"/>
                    </a:xfrm>
                    <a:solidFill>
                      <a:srgbClr val="F8D584"/>
                    </a:solidFill>
                  </p:grpSpPr>
                  <p:sp>
                    <p:nvSpPr>
                      <p:cNvPr descr="5a92b67e-733c-4988-a45a-c66ba4973d8d" id="364" name="任意多边形: 形状 363">
                        <a:extLst>
                          <a:ext uri="{FF2B5EF4-FFF2-40B4-BE49-F238E27FC236}">
                            <a16:creationId id="{681CD34A-DC32-BCDC-F4D4-8484DA567D38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06242" y="1608237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2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4f209ccf-d79c-4a41-babc-43cba806972a" id="365" name="任意多边形: 形状 364">
                        <a:extLst>
                          <a:ext uri="{FF2B5EF4-FFF2-40B4-BE49-F238E27FC236}">
                            <a16:creationId id="{7C66A2C5-4BFF-B252-0D21-E70667D1F5A6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00225" y="1597226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d9b20a4a-6f9d-4c05-8f58-4e97229757fc" id="366" name="任意多边形: 形状 365">
                        <a:extLst>
                          <a:ext uri="{FF2B5EF4-FFF2-40B4-BE49-F238E27FC236}">
                            <a16:creationId id="{1CD1F018-C36A-4D3E-1F4E-9030F5E162DB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12771" y="1599830"/>
                        <a:ext cx="4569" cy="4566"/>
                      </a:xfrm>
                      <a:custGeom>
                        <a:avLst/>
                        <a:gdLst>
                          <a:gd fmla="*/ 2221 w 4569" name="connsiteX0"/>
                          <a:gd fmla="*/ 4566 h 4566" name="connsiteY0"/>
                          <a:gd fmla="*/ 4568 w 4569" name="connsiteX1"/>
                          <a:gd fmla="*/ 2347 h 4566" name="connsiteY1"/>
                          <a:gd fmla="*/ 2349 w 4569" name="connsiteX2"/>
                          <a:gd fmla="*/ 0 h 4566" name="connsiteY2"/>
                          <a:gd fmla="*/ 1 w 4569" name="connsiteX3"/>
                          <a:gd fmla="*/ 2219 h 4566" name="connsiteY3"/>
                          <a:gd fmla="*/ 2221 w 4569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9">
                            <a:moveTo>
                              <a:pt x="2221" y="4566"/>
                            </a:moveTo>
                            <a:cubicBezTo>
                              <a:pt x="3501" y="4566"/>
                              <a:pt x="4525" y="3585"/>
                              <a:pt x="4568" y="2347"/>
                            </a:cubicBezTo>
                            <a:cubicBezTo>
                              <a:pt x="4611" y="1110"/>
                              <a:pt x="3586" y="43"/>
                              <a:pt x="2349" y="0"/>
                            </a:cubicBezTo>
                            <a:cubicBezTo>
                              <a:pt x="1068" y="0"/>
                              <a:pt x="44" y="981"/>
                              <a:pt x="1" y="2219"/>
                            </a:cubicBezTo>
                            <a:cubicBezTo>
                              <a:pt x="-41" y="3457"/>
                              <a:pt x="983" y="4524"/>
                              <a:pt x="2221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864d9f69-1abf-4eaa-9a14-bb0fd5163e10" id="367" name="任意多边形: 形状 366">
                        <a:extLst>
                          <a:ext uri="{FF2B5EF4-FFF2-40B4-BE49-F238E27FC236}">
                            <a16:creationId id="{D451C61E-5AE9-5DB9-84F5-3A420B30ED17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90282" y="1607810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2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1df9bc3d-25a6-4f94-863c-2032b3a16759" id="368" name="任意多边形: 形状 367">
                        <a:extLst>
                          <a:ext uri="{FF2B5EF4-FFF2-40B4-BE49-F238E27FC236}">
                            <a16:creationId id="{C54D3E10-C801-7083-BF57-ADF4747D1436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10894" y="1585491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4b40dfcd-c000-4b40-bb9d-f54102627d3b" id="369" name="任意多边形: 形状 368">
                        <a:extLst>
                          <a:ext uri="{FF2B5EF4-FFF2-40B4-BE49-F238E27FC236}">
                            <a16:creationId id="{3E82A58B-7555-88E1-C1EA-7F8333C3EE19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87636" y="1594580"/>
                        <a:ext cx="4567" cy="4566"/>
                      </a:xfrm>
                      <a:custGeom>
                        <a:avLst/>
                        <a:gdLst>
                          <a:gd fmla="*/ 2219 w 4567" name="connsiteX0"/>
                          <a:gd fmla="*/ 4566 h 4566" name="connsiteY0"/>
                          <a:gd fmla="*/ 4567 w 4567" name="connsiteX1"/>
                          <a:gd fmla="*/ 2347 h 4566" name="connsiteY1"/>
                          <a:gd fmla="*/ 2347 w 4567" name="connsiteX2"/>
                          <a:gd fmla="*/ 0 h 4566" name="connsiteY2"/>
                          <a:gd fmla="*/ 0 w 4567" name="connsiteX3"/>
                          <a:gd fmla="*/ 2219 h 4566" name="connsiteY3"/>
                          <a:gd fmla="*/ 2219 w 4567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7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609" y="1110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e583549a-6edd-4a45-9253-111374565264" id="370" name="任意多边形: 形状 369">
                        <a:extLst>
                          <a:ext uri="{FF2B5EF4-FFF2-40B4-BE49-F238E27FC236}">
                            <a16:creationId id="{D62B10AD-5FC6-484D-9258-3B9BAACCC5E3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95318" y="1580498"/>
                        <a:ext cx="4567" cy="4566"/>
                      </a:xfrm>
                      <a:custGeom>
                        <a:avLst/>
                        <a:gdLst>
                          <a:gd fmla="*/ 2219 w 4567" name="connsiteX0"/>
                          <a:gd fmla="*/ 4566 h 4566" name="connsiteY0"/>
                          <a:gd fmla="*/ 4566 w 4567" name="connsiteX1"/>
                          <a:gd fmla="*/ 2347 h 4566" name="connsiteY1"/>
                          <a:gd fmla="*/ 2347 w 4567" name="connsiteX2"/>
                          <a:gd fmla="*/ 0 h 4566" name="connsiteY2"/>
                          <a:gd fmla="*/ 0 w 4567" name="connsiteX3"/>
                          <a:gd fmla="*/ 2219 h 4566" name="connsiteY3"/>
                          <a:gd fmla="*/ 2219 w 4567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7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609" y="1109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56b7ab91-b0e1-4dcc-b036-d07e16c8f805" id="371" name="任意多边形: 形状 370">
                        <a:extLst>
                          <a:ext uri="{FF2B5EF4-FFF2-40B4-BE49-F238E27FC236}">
                            <a16:creationId id="{D10B4A14-83FC-9BBE-C533-541BD8779F8A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22033" y="1576657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c10129ec-a59b-4581-a680-dde81c8ea3e0" id="372" name="任意多边形: 形状 371">
                        <a:extLst>
                          <a:ext uri="{FF2B5EF4-FFF2-40B4-BE49-F238E27FC236}">
                            <a16:creationId id="{6032D953-A061-1CB5-7251-34207CD73536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15971" y="1565646"/>
                        <a:ext cx="4567" cy="4566"/>
                      </a:xfrm>
                      <a:custGeom>
                        <a:avLst/>
                        <a:gdLst>
                          <a:gd fmla="*/ 2221 w 4567" name="connsiteX0"/>
                          <a:gd fmla="*/ 4566 h 4566" name="connsiteY0"/>
                          <a:gd fmla="*/ 4568 w 4567" name="connsiteX1"/>
                          <a:gd fmla="*/ 2347 h 4566" name="connsiteY1"/>
                          <a:gd fmla="*/ 2349 w 4567" name="connsiteX2"/>
                          <a:gd fmla="*/ 0 h 4566" name="connsiteY2"/>
                          <a:gd fmla="*/ 1 w 4567" name="connsiteX3"/>
                          <a:gd fmla="*/ 2219 h 4566" name="connsiteY3"/>
                          <a:gd fmla="*/ 2221 w 4567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7">
                            <a:moveTo>
                              <a:pt x="2221" y="4566"/>
                            </a:moveTo>
                            <a:cubicBezTo>
                              <a:pt x="3501" y="4566"/>
                              <a:pt x="4525" y="3585"/>
                              <a:pt x="4568" y="2347"/>
                            </a:cubicBezTo>
                            <a:cubicBezTo>
                              <a:pt x="4568" y="1067"/>
                              <a:pt x="3586" y="43"/>
                              <a:pt x="2349" y="0"/>
                            </a:cubicBezTo>
                            <a:cubicBezTo>
                              <a:pt x="1068" y="0"/>
                              <a:pt x="44" y="982"/>
                              <a:pt x="1" y="2219"/>
                            </a:cubicBezTo>
                            <a:cubicBezTo>
                              <a:pt x="-41" y="3457"/>
                              <a:pt x="983" y="4524"/>
                              <a:pt x="2221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b1004bcc-59de-40ab-b8fb-40e5aed3aa69" id="373" name="任意多边形: 形状 372">
                        <a:extLst>
                          <a:ext uri="{FF2B5EF4-FFF2-40B4-BE49-F238E27FC236}">
                            <a16:creationId id="{92E363CD-7CC7-B82C-524C-B94B2CEBD23B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28562" y="1568250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35b7a5bb-000b-4b58-b342-5548e272ff31" id="374" name="任意多边形: 形状 373">
                        <a:extLst>
                          <a:ext uri="{FF2B5EF4-FFF2-40B4-BE49-F238E27FC236}">
                            <a16:creationId id="{D2A80098-6535-5B90-8834-B0A2080BC4BD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06028" y="1576230"/>
                        <a:ext cx="4567" cy="4566"/>
                      </a:xfrm>
                      <a:custGeom>
                        <a:avLst/>
                        <a:gdLst>
                          <a:gd fmla="*/ 2221 w 4567" name="connsiteX0"/>
                          <a:gd fmla="*/ 4566 h 4566" name="connsiteY0"/>
                          <a:gd fmla="*/ 4567 w 4567" name="connsiteX1"/>
                          <a:gd fmla="*/ 2347 h 4566" name="connsiteY1"/>
                          <a:gd fmla="*/ 2348 w 4567" name="connsiteX2"/>
                          <a:gd fmla="*/ 0 h 4566" name="connsiteY2"/>
                          <a:gd fmla="*/ 1 w 4567" name="connsiteX3"/>
                          <a:gd fmla="*/ 2219 h 4566" name="connsiteY3"/>
                          <a:gd fmla="*/ 2221 w 4567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7">
                            <a:moveTo>
                              <a:pt x="2221" y="4566"/>
                            </a:moveTo>
                            <a:cubicBezTo>
                              <a:pt x="3500" y="4566"/>
                              <a:pt x="4525" y="3585"/>
                              <a:pt x="4567" y="2347"/>
                            </a:cubicBezTo>
                            <a:cubicBezTo>
                              <a:pt x="4567" y="1067"/>
                              <a:pt x="3586" y="43"/>
                              <a:pt x="2348" y="0"/>
                            </a:cubicBezTo>
                            <a:cubicBezTo>
                              <a:pt x="1068" y="0"/>
                              <a:pt x="44" y="981"/>
                              <a:pt x="1" y="2219"/>
                            </a:cubicBezTo>
                            <a:cubicBezTo>
                              <a:pt x="-41" y="3457"/>
                              <a:pt x="983" y="4524"/>
                              <a:pt x="2221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9ed22e46-0490-4d54-932e-ab4518ce8f69" id="375" name="任意多边形: 形状 374">
                        <a:extLst>
                          <a:ext uri="{FF2B5EF4-FFF2-40B4-BE49-F238E27FC236}">
                            <a16:creationId id="{0CBEB15F-CAF1-7F7F-E690-C75BFA149517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26641" y="1553909"/>
                        <a:ext cx="4566" cy="4567"/>
                      </a:xfrm>
                      <a:custGeom>
                        <a:avLst/>
                        <a:gdLst>
                          <a:gd fmla="*/ 2219 w 4566" name="connsiteX0"/>
                          <a:gd fmla="*/ 4568 h 4567" name="connsiteY0"/>
                          <a:gd fmla="*/ 4567 w 4566" name="connsiteX1"/>
                          <a:gd fmla="*/ 2349 h 4567" name="connsiteY1"/>
                          <a:gd fmla="*/ 2347 w 4566" name="connsiteX2"/>
                          <a:gd fmla="*/ 1 h 4567" name="connsiteY2"/>
                          <a:gd fmla="*/ 0 w 4566" name="connsiteX3"/>
                          <a:gd fmla="*/ 2221 h 4567" name="connsiteY3"/>
                          <a:gd fmla="*/ 2219 w 4566" name="connsiteX4"/>
                          <a:gd fmla="*/ 4568 h 4567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7" w="4566">
                            <a:moveTo>
                              <a:pt x="2219" y="4568"/>
                            </a:moveTo>
                            <a:cubicBezTo>
                              <a:pt x="3500" y="4568"/>
                              <a:pt x="4524" y="3586"/>
                              <a:pt x="4567" y="2349"/>
                            </a:cubicBezTo>
                            <a:cubicBezTo>
                              <a:pt x="4567" y="1068"/>
                              <a:pt x="3585" y="44"/>
                              <a:pt x="2347" y="1"/>
                            </a:cubicBezTo>
                            <a:cubicBezTo>
                              <a:pt x="1110" y="-41"/>
                              <a:pt x="43" y="983"/>
                              <a:pt x="0" y="2221"/>
                            </a:cubicBezTo>
                            <a:cubicBezTo>
                              <a:pt x="0" y="3501"/>
                              <a:pt x="981" y="4525"/>
                              <a:pt x="2219" y="4568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80400174-72f3-437f-9741-70feb517d058" id="376" name="任意多边形: 形状 375">
                        <a:extLst>
                          <a:ext uri="{FF2B5EF4-FFF2-40B4-BE49-F238E27FC236}">
                            <a16:creationId id="{A095FC7F-B0EC-1E95-3D8D-5C8D96561F69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03426" y="1563000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91248424-2e8e-4d22-8ef4-e36ffc69192a" id="377" name="任意多边形: 形状 376">
                        <a:extLst>
                          <a:ext uri="{FF2B5EF4-FFF2-40B4-BE49-F238E27FC236}">
                            <a16:creationId id="{C1AF063C-CADF-D506-9F22-927A2A5EBDDB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11065" y="1548917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2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1366028c-cec2-4940-96e0-591416934593" id="378" name="任意多边形: 形状 377">
                        <a:extLst>
                          <a:ext uri="{FF2B5EF4-FFF2-40B4-BE49-F238E27FC236}">
                            <a16:creationId id="{F0D24646-CC66-0FD8-1D39-C8EE2C85D18A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85374" y="1576230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2" y="981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b38fb6d1-59b2-4eb5-8ff9-7cc90521340f" id="379" name="任意多边形: 形状 378">
                        <a:extLst>
                          <a:ext uri="{FF2B5EF4-FFF2-40B4-BE49-F238E27FC236}">
                            <a16:creationId id="{489E4646-C3E5-0314-75A1-73BC92AB30D3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79356" y="1565261"/>
                        <a:ext cx="4567" cy="4567"/>
                      </a:xfrm>
                      <a:custGeom>
                        <a:avLst/>
                        <a:gdLst>
                          <a:gd fmla="*/ 2221 w 4567" name="connsiteX0"/>
                          <a:gd fmla="*/ 4568 h 4567" name="connsiteY0"/>
                          <a:gd fmla="*/ 4567 w 4567" name="connsiteX1"/>
                          <a:gd fmla="*/ 2348 h 4567" name="connsiteY1"/>
                          <a:gd fmla="*/ 2348 w 4567" name="connsiteX2"/>
                          <a:gd fmla="*/ 1 h 4567" name="connsiteY2"/>
                          <a:gd fmla="*/ 1 w 4567" name="connsiteX3"/>
                          <a:gd fmla="*/ 2220 h 4567" name="connsiteY3"/>
                          <a:gd fmla="*/ 2221 w 4567" name="connsiteX4"/>
                          <a:gd fmla="*/ 4568 h 4567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7" w="4567">
                            <a:moveTo>
                              <a:pt x="2221" y="4568"/>
                            </a:moveTo>
                            <a:cubicBezTo>
                              <a:pt x="3500" y="4568"/>
                              <a:pt x="4525" y="3586"/>
                              <a:pt x="4567" y="2348"/>
                            </a:cubicBezTo>
                            <a:cubicBezTo>
                              <a:pt x="4567" y="1068"/>
                              <a:pt x="3586" y="44"/>
                              <a:pt x="2348" y="1"/>
                            </a:cubicBezTo>
                            <a:cubicBezTo>
                              <a:pt x="1111" y="-41"/>
                              <a:pt x="44" y="983"/>
                              <a:pt x="1" y="2220"/>
                            </a:cubicBezTo>
                            <a:cubicBezTo>
                              <a:pt x="-41" y="3458"/>
                              <a:pt x="983" y="4525"/>
                              <a:pt x="2221" y="4568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4ea42eb9-11f8-447a-a625-cfd0826ffce3" id="380" name="任意多边形: 形状 379">
                        <a:extLst>
                          <a:ext uri="{FF2B5EF4-FFF2-40B4-BE49-F238E27FC236}">
                            <a16:creationId id="{05FDDC6C-B3A6-A4AE-937E-F7AC0B33B334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91903" y="1567866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4931e1ef-c80f-46e1-9d0e-e31c4a935dfb" id="381" name="任意多边形: 形状 380">
                        <a:extLst>
                          <a:ext uri="{FF2B5EF4-FFF2-40B4-BE49-F238E27FC236}">
                            <a16:creationId id="{BE472C92-47B6-9C55-D74A-A377F7F28F89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69413" y="1575803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2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40b6e3e7-9fed-4c4b-b871-25fbc0ea7fde" id="382" name="任意多边形: 形状 381">
                        <a:extLst>
                          <a:ext uri="{FF2B5EF4-FFF2-40B4-BE49-F238E27FC236}">
                            <a16:creationId id="{AE192704-806C-6A31-AB35-AC658CD93D05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90026" y="1553526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671be1ac-0693-4219-a09f-54bb164f8985" id="383" name="任意多边形: 形状 382">
                        <a:extLst>
                          <a:ext uri="{FF2B5EF4-FFF2-40B4-BE49-F238E27FC236}">
                            <a16:creationId id="{C8CBC8F1-5DAB-0763-55D9-14E64E23ED9B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71163" y="1548448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39e1d006-cfae-4ac1-b110-14b2f02d3d67" id="384" name="任意多边形: 形状 383">
                        <a:extLst>
                          <a:ext uri="{FF2B5EF4-FFF2-40B4-BE49-F238E27FC236}">
                            <a16:creationId id="{5B073407-BA1A-879A-0785-30B8DA7D3E86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84563" y="1541364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149556b9-0074-48d9-b82b-37a791ea88c4" id="385" name="任意多边形: 形状 384">
                        <a:extLst>
                          <a:ext uri="{FF2B5EF4-FFF2-40B4-BE49-F238E27FC236}">
                            <a16:creationId id="{F5C4929F-067C-B79A-C4FD-7DC2DEA16C31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71760" y="1612462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e40895d3-36f7-48a8-89c5-1df88cd333a1" id="386" name="任意多边形: 形状 385">
                        <a:extLst>
                          <a:ext uri="{FF2B5EF4-FFF2-40B4-BE49-F238E27FC236}">
                            <a16:creationId id="{C12D2F0A-EAD9-7798-DA1D-E239E2B6DD9A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65743" y="1601451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2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ed23dfe4-6fd4-4d3b-b1f3-aa9aa0a4b229" id="387" name="任意多边形: 形状 386">
                        <a:extLst>
                          <a:ext uri="{FF2B5EF4-FFF2-40B4-BE49-F238E27FC236}">
                            <a16:creationId id="{DB4A4D51-CA6C-A17A-FACE-36D97ED29316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78290" y="1604097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a8d7c697-497a-435d-b2c1-654fbf42ea5f" id="388" name="任意多边形: 形状 387">
                        <a:extLst>
                          <a:ext uri="{FF2B5EF4-FFF2-40B4-BE49-F238E27FC236}">
                            <a16:creationId id="{AF9DBF1B-D0B4-51E0-7F36-AE97DCDD40EF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55798" y="1612035"/>
                        <a:ext cx="4567" cy="4566"/>
                      </a:xfrm>
                      <a:custGeom>
                        <a:avLst/>
                        <a:gdLst>
                          <a:gd fmla="*/ 2221 w 4567" name="connsiteX0"/>
                          <a:gd fmla="*/ 4566 h 4566" name="connsiteY0"/>
                          <a:gd fmla="*/ 4567 w 4567" name="connsiteX1"/>
                          <a:gd fmla="*/ 2347 h 4566" name="connsiteY1"/>
                          <a:gd fmla="*/ 2349 w 4567" name="connsiteX2"/>
                          <a:gd fmla="*/ 0 h 4566" name="connsiteY2"/>
                          <a:gd fmla="*/ 1 w 4567" name="connsiteX3"/>
                          <a:gd fmla="*/ 2219 h 4566" name="connsiteY3"/>
                          <a:gd fmla="*/ 2221 w 4567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7">
                            <a:moveTo>
                              <a:pt x="2221" y="4566"/>
                            </a:moveTo>
                            <a:cubicBezTo>
                              <a:pt x="3500" y="4566"/>
                              <a:pt x="4525" y="3585"/>
                              <a:pt x="4567" y="2347"/>
                            </a:cubicBezTo>
                            <a:cubicBezTo>
                              <a:pt x="4567" y="1067"/>
                              <a:pt x="3586" y="43"/>
                              <a:pt x="2349" y="0"/>
                            </a:cubicBezTo>
                            <a:cubicBezTo>
                              <a:pt x="1068" y="0"/>
                              <a:pt x="44" y="982"/>
                              <a:pt x="1" y="2219"/>
                            </a:cubicBezTo>
                            <a:cubicBezTo>
                              <a:pt x="-41" y="3457"/>
                              <a:pt x="983" y="4524"/>
                              <a:pt x="2221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4cd66cbf-8d74-4dde-a049-cf12753348b2" id="389" name="任意多边形: 形状 388">
                        <a:extLst>
                          <a:ext uri="{FF2B5EF4-FFF2-40B4-BE49-F238E27FC236}">
                            <a16:creationId id="{13792CF5-4719-1BBB-7EFF-A01476C17855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76412" y="1589716"/>
                        <a:ext cx="4567" cy="4566"/>
                      </a:xfrm>
                      <a:custGeom>
                        <a:avLst/>
                        <a:gdLst>
                          <a:gd fmla="*/ 2219 w 4567" name="connsiteX0"/>
                          <a:gd fmla="*/ 4566 h 4566" name="connsiteY0"/>
                          <a:gd fmla="*/ 4567 w 4567" name="connsiteX1"/>
                          <a:gd fmla="*/ 2347 h 4566" name="connsiteY1"/>
                          <a:gd fmla="*/ 2347 w 4567" name="connsiteX2"/>
                          <a:gd fmla="*/ 0 h 4566" name="connsiteY2"/>
                          <a:gd fmla="*/ 0 w 4567" name="connsiteX3"/>
                          <a:gd fmla="*/ 2219 h 4566" name="connsiteY3"/>
                          <a:gd fmla="*/ 2219 w 4567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7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609" y="1109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2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ed212d3c-24e1-4741-b89f-bfcf6cdfcfad" id="390" name="任意多边形: 形状 389">
                        <a:extLst>
                          <a:ext uri="{FF2B5EF4-FFF2-40B4-BE49-F238E27FC236}">
                            <a16:creationId id="{1042EDA4-EA19-9CC0-CB3C-09EFCA7F2787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56184" y="1570895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c64e3464-5d1b-48b8-8589-82fce1ffa9f3" id="391" name="任意多边形: 形状 390">
                        <a:extLst>
                          <a:ext uri="{FF2B5EF4-FFF2-40B4-BE49-F238E27FC236}">
                            <a16:creationId id="{1E944F8F-13E9-1E58-28DC-A686E5901BD6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60836" y="1584722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2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15a3d253-0195-4a65-b6c6-d89e7a952e5d" id="392" name="任意多边形: 形状 391">
                        <a:extLst>
                          <a:ext uri="{FF2B5EF4-FFF2-40B4-BE49-F238E27FC236}">
                            <a16:creationId id="{6F5C52A5-86A5-4656-9B92-59299927BF0E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41279" y="1605164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24126158-f353-492d-b48d-4d10d142d38c" id="393" name="任意多边形: 形状 392">
                        <a:extLst>
                          <a:ext uri="{FF2B5EF4-FFF2-40B4-BE49-F238E27FC236}">
                            <a16:creationId id="{A41371A9-A31C-F1B7-FB7E-42C93B0258BE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35219" y="1594154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591a3d1d-f429-41ad-b790-a1473070efd7" id="394" name="任意多边形: 形状 393">
                        <a:extLst>
                          <a:ext uri="{FF2B5EF4-FFF2-40B4-BE49-F238E27FC236}">
                            <a16:creationId id="{399327EB-96DA-D4BC-047C-DA190B3F7F85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55832" y="1598677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2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82395ec3-5dff-4dc9-935a-846b89d94c3a" id="395" name="任意多边形: 形状 394">
                        <a:extLst>
                          <a:ext uri="{FF2B5EF4-FFF2-40B4-BE49-F238E27FC236}">
                            <a16:creationId id="{D39C5DB3-9773-B697-ECAF-82616728150C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25276" y="1604737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c8f52c89-f2b4-4b4a-8441-df8db3bb4b38" id="396" name="任意多边形: 形状 395">
                        <a:extLst>
                          <a:ext uri="{FF2B5EF4-FFF2-40B4-BE49-F238E27FC236}">
                            <a16:creationId id="{7C8F7545-F9BB-EE2C-C6A7-4540B1FE5EFA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45888" y="1582417"/>
                        <a:ext cx="4566" cy="4567"/>
                      </a:xfrm>
                      <a:custGeom>
                        <a:avLst/>
                        <a:gdLst>
                          <a:gd fmla="*/ 2219 w 4566" name="connsiteX0"/>
                          <a:gd fmla="*/ 4568 h 4567" name="connsiteY0"/>
                          <a:gd fmla="*/ 4567 w 4566" name="connsiteX1"/>
                          <a:gd fmla="*/ 2349 h 4567" name="connsiteY1"/>
                          <a:gd fmla="*/ 2347 w 4566" name="connsiteX2"/>
                          <a:gd fmla="*/ 1 h 4567" name="connsiteY2"/>
                          <a:gd fmla="*/ 0 w 4566" name="connsiteX3"/>
                          <a:gd fmla="*/ 2221 h 4567" name="connsiteY3"/>
                          <a:gd fmla="*/ 2219 w 4566" name="connsiteX4"/>
                          <a:gd fmla="*/ 4568 h 4567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7" w="4566">
                            <a:moveTo>
                              <a:pt x="2219" y="4568"/>
                            </a:moveTo>
                            <a:cubicBezTo>
                              <a:pt x="3500" y="4568"/>
                              <a:pt x="4524" y="3586"/>
                              <a:pt x="4567" y="2349"/>
                            </a:cubicBezTo>
                            <a:cubicBezTo>
                              <a:pt x="4567" y="1068"/>
                              <a:pt x="3585" y="44"/>
                              <a:pt x="2347" y="1"/>
                            </a:cubicBezTo>
                            <a:cubicBezTo>
                              <a:pt x="1110" y="-41"/>
                              <a:pt x="43" y="983"/>
                              <a:pt x="0" y="2221"/>
                            </a:cubicBezTo>
                            <a:cubicBezTo>
                              <a:pt x="0" y="3501"/>
                              <a:pt x="981" y="4525"/>
                              <a:pt x="2219" y="4568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a0a816e9-7b91-4580-9707-436a22a59561" id="397" name="任意多边形: 形状 396">
                        <a:extLst>
                          <a:ext uri="{FF2B5EF4-FFF2-40B4-BE49-F238E27FC236}">
                            <a16:creationId id="{95A33203-F1BB-6BDB-9D4C-F12C213A7AF0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22673" y="1591551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46512b83-8d1f-4889-89cf-cb1d4194d2bb" id="398" name="任意多边形: 形状 397">
                        <a:extLst>
                          <a:ext uri="{FF2B5EF4-FFF2-40B4-BE49-F238E27FC236}">
                            <a16:creationId id="{707A6E14-DF37-714A-84B9-061A8861E362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30311" y="1577425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1896aeb8-9d05-4594-8879-0dbfeb789dff" id="399" name="任意多边形: 形状 398">
                        <a:extLst>
                          <a:ext uri="{FF2B5EF4-FFF2-40B4-BE49-F238E27FC236}">
                            <a16:creationId id="{24A8C06A-8655-78E8-5256-12C08766DC46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10468" y="1535731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2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5f2c39d5-e5ae-446d-9a55-e4c620f10d7b" id="400" name="任意多边形: 形状 399">
                        <a:extLst>
                          <a:ext uri="{FF2B5EF4-FFF2-40B4-BE49-F238E27FC236}">
                            <a16:creationId id="{BB83FEE9-ACA6-BC70-6BE8-2CCCFD031BF6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04408" y="1524720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11d8a1cb-b2c7-4389-a0b8-db50d9910bbf" id="401" name="任意多边形: 形状 400">
                        <a:extLst>
                          <a:ext uri="{FF2B5EF4-FFF2-40B4-BE49-F238E27FC236}">
                            <a16:creationId id="{93E41C28-B27B-2B23-247C-6271262802C0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16997" y="1527324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9023dcbc-f5d5-4ff6-8626-caa9d3c3cbf5" id="402" name="任意多边形: 形状 401">
                        <a:extLst>
                          <a:ext uri="{FF2B5EF4-FFF2-40B4-BE49-F238E27FC236}">
                            <a16:creationId id="{C0F73B04-0C6E-040F-9F01-A8074489F712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99286" y="1546314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2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5f5d9260-9724-408c-b2ed-81f9111592fd" id="403" name="任意多边形: 形状 402">
                        <a:extLst>
                          <a:ext uri="{FF2B5EF4-FFF2-40B4-BE49-F238E27FC236}">
                            <a16:creationId id="{6EE2AA57-8AF3-B813-8DE8-AD02022305F7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29415" y="1525360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4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e1b2905b-1325-425d-ac1f-163d69971a7f" id="404" name="任意多边形: 形状 403">
                        <a:extLst>
                          <a:ext uri="{FF2B5EF4-FFF2-40B4-BE49-F238E27FC236}">
                            <a16:creationId id="{D58AEE68-BD6C-CAEC-4938-6A871C1D5619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91861" y="1522117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2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dab49c25-6080-4458-878f-fca11e4b5049" id="405" name="任意多边形: 形状 404">
                        <a:extLst>
                          <a:ext uri="{FF2B5EF4-FFF2-40B4-BE49-F238E27FC236}">
                            <a16:creationId id="{A379648E-C4C7-C40B-1EDC-F3C6347D989F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99500" y="1507991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ae11cedf-2ce8-4ed0-a7c0-9b617ac9589a" id="406" name="任意多边形: 形状 405">
                        <a:extLst>
                          <a:ext uri="{FF2B5EF4-FFF2-40B4-BE49-F238E27FC236}">
                            <a16:creationId id="{BD73E7F6-6157-E1E6-0469-FDA501D32D96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44437" y="1570981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23c304f5-4138-45d3-affd-fe40322ab25a" id="407" name="任意多边形: 形状 406">
                        <a:extLst>
                          <a:ext uri="{FF2B5EF4-FFF2-40B4-BE49-F238E27FC236}">
                            <a16:creationId id="{B8874C9E-7B5D-0D67-12A4-A30AE68E96CB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49046" y="1550496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4f47c94b-80f0-41e6-8371-7a0ef3f0ad7c" id="408" name="任意多边形: 形状 407">
                        <a:extLst>
                          <a:ext uri="{FF2B5EF4-FFF2-40B4-BE49-F238E27FC236}">
                            <a16:creationId id="{4824F21B-0801-A1B5-1AE8-FA7A4E07031C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51906" y="1528262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5f3a4ed1-5c5b-450c-b675-af85aee35ea8" id="409" name="任意多边形: 形状 408">
                        <a:extLst>
                          <a:ext uri="{FF2B5EF4-FFF2-40B4-BE49-F238E27FC236}">
                            <a16:creationId id="{726C6671-0AA7-4E35-8E0F-C9010651BDBB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39103" y="1561080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31c2124c-09fd-4377-9dee-ec672dc84caf" id="410" name="任意多边形: 形状 409">
                        <a:extLst>
                          <a:ext uri="{FF2B5EF4-FFF2-40B4-BE49-F238E27FC236}">
                            <a16:creationId id="{207F95E0-708A-1C6E-631B-2481DBD73BCC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61380" y="1561677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1d03cabb-ede9-441f-b78a-3f7402b67fca" id="411" name="任意多边形: 形状 410">
                        <a:extLst>
                          <a:ext uri="{FF2B5EF4-FFF2-40B4-BE49-F238E27FC236}">
                            <a16:creationId id="{CDBF5E31-90D6-D156-2D54-0775BFA72C7D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36457" y="1547893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1b19148f-cff5-4321-97bd-fa8b558dfaba" id="412" name="任意多边形: 形状 411">
                        <a:extLst>
                          <a:ext uri="{FF2B5EF4-FFF2-40B4-BE49-F238E27FC236}">
                            <a16:creationId id="{A4005993-B85E-51CC-D660-D83B0889B9FD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22971" y="1540084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6f8d8e51-4626-45db-b1e6-82d275a42ea8" id="413" name="任意多边形: 形状 412">
                        <a:extLst>
                          <a:ext uri="{FF2B5EF4-FFF2-40B4-BE49-F238E27FC236}">
                            <a16:creationId id="{44DA9BB5-C040-CD2A-9BF5-EF2E55420C1B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31763" y="1639219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3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c549b39e-1070-4432-ad53-4c1cd56ea1eb" id="414" name="任意多边形: 形状 413">
                        <a:extLst>
                          <a:ext uri="{FF2B5EF4-FFF2-40B4-BE49-F238E27FC236}">
                            <a16:creationId id="{5ABFD332-EA1A-B919-9EFB-78FE58D6FD1E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03682" y="1638451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a3532dba-fac5-4194-853e-86cdf2660860" id="415" name="任意多边形: 形状 414">
                        <a:extLst>
                          <a:ext uri="{FF2B5EF4-FFF2-40B4-BE49-F238E27FC236}">
                            <a16:creationId id="{84F970AE-EA4D-C0C4-DF47-3809CADA5678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31549" y="1618052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6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499" y="4566"/>
                              <a:pt x="4524" y="3585"/>
                              <a:pt x="4566" y="2347"/>
                            </a:cubicBezTo>
                            <a:cubicBezTo>
                              <a:pt x="4566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c982cbea-4a85-4d49-b77e-d5924db86174" id="416" name="任意多边形: 形状 415">
                        <a:extLst>
                          <a:ext uri="{FF2B5EF4-FFF2-40B4-BE49-F238E27FC236}">
                            <a16:creationId id="{D582D8C7-E5FE-35B8-3657-438C16BBEC19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80125" y="1621253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2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88075255-f6b9-4f33-bb2a-36965022de37" id="417" name="任意多边形: 形状 416">
                        <a:extLst>
                          <a:ext uri="{FF2B5EF4-FFF2-40B4-BE49-F238E27FC236}">
                            <a16:creationId id="{0396663A-434D-CFD9-9902-A24FD5E0BACF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14351" y="1626715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ddb9784a-2d5f-494f-b5b9-5cf773feca77" id="418" name="任意多边形: 形状 417">
                        <a:extLst>
                          <a:ext uri="{FF2B5EF4-FFF2-40B4-BE49-F238E27FC236}">
                            <a16:creationId id="{B7946DF1-6BBE-4F01-5FAE-C70DCF59369A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79698" y="1637811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2"/>
                              <a:pt x="0" y="2219"/>
                            </a:cubicBezTo>
                            <a:cubicBezTo>
                              <a:pt x="0" y="3499"/>
                              <a:pt x="981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99e6ce80-74d1-4311-8662-8db56b9a1153" id="419" name="任意多边形: 形状 418">
                        <a:extLst>
                          <a:ext uri="{FF2B5EF4-FFF2-40B4-BE49-F238E27FC236}">
                            <a16:creationId id="{67384FB3-6994-BE9E-D5CA-8D07BAEB66F6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98774" y="1621722"/>
                        <a:ext cx="4566" cy="4566"/>
                      </a:xfrm>
                      <a:custGeom>
                        <a:avLst/>
                        <a:gdLst>
                          <a:gd fmla="*/ 2219 w 4566" name="connsiteX0"/>
                          <a:gd fmla="*/ 4566 h 4566" name="connsiteY0"/>
                          <a:gd fmla="*/ 4567 w 4566" name="connsiteX1"/>
                          <a:gd fmla="*/ 2347 h 4566" name="connsiteY1"/>
                          <a:gd fmla="*/ 2347 w 4566" name="connsiteX2"/>
                          <a:gd fmla="*/ 0 h 4566" name="connsiteY2"/>
                          <a:gd fmla="*/ 0 w 4566" name="connsiteX3"/>
                          <a:gd fmla="*/ 2219 h 4566" name="connsiteY3"/>
                          <a:gd fmla="*/ 2219 w 4566" name="connsiteX4"/>
                          <a:gd fmla="*/ 4566 h 4566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66" w="4566">
                            <a:moveTo>
                              <a:pt x="2219" y="4566"/>
                            </a:moveTo>
                            <a:cubicBezTo>
                              <a:pt x="3500" y="4566"/>
                              <a:pt x="4524" y="3585"/>
                              <a:pt x="4567" y="2347"/>
                            </a:cubicBezTo>
                            <a:cubicBezTo>
                              <a:pt x="4567" y="1067"/>
                              <a:pt x="3585" y="43"/>
                              <a:pt x="2347" y="0"/>
                            </a:cubicBezTo>
                            <a:cubicBezTo>
                              <a:pt x="1067" y="0"/>
                              <a:pt x="43" y="981"/>
                              <a:pt x="0" y="2219"/>
                            </a:cubicBezTo>
                            <a:cubicBezTo>
                              <a:pt x="0" y="3499"/>
                              <a:pt x="982" y="4524"/>
                              <a:pt x="2219" y="4566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</p:grpSp>
                <p:grpSp>
                  <p:nvGrpSpPr>
                    <p:cNvPr descr="709a1887-7658-4243-95bc-fa465c10aa18" id="307" name="图形 6643">
                      <a:extLst>
                        <a:ext uri="{FF2B5EF4-FFF2-40B4-BE49-F238E27FC236}">
                          <a16:creationId id="{46CCB306-AE12-6F36-6FB6-504C7B7A4D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86814" y="1496244"/>
                      <a:ext cx="135688" cy="104492"/>
                      <a:chOff x="7686814" y="1496244"/>
                      <a:chExt cx="135688" cy="104492"/>
                    </a:xfrm>
                    <a:solidFill>
                      <a:srgbClr val="F8D584"/>
                    </a:solidFill>
                  </p:grpSpPr>
                  <p:sp>
                    <p:nvSpPr>
                      <p:cNvPr descr="83a50f8c-976d-43e8-ba23-453126faf277" id="308" name="任意多边形: 形状 307">
                        <a:extLst>
                          <a:ext uri="{FF2B5EF4-FFF2-40B4-BE49-F238E27FC236}">
                            <a16:creationId id="{5521B781-E2E9-8935-FF36-A98EF0AF04FB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78908" y="1534055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81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36484546-8e94-4de1-93cd-20e0ce9e53e3" id="309" name="任意多边形: 形状 308">
                        <a:extLst>
                          <a:ext uri="{FF2B5EF4-FFF2-40B4-BE49-F238E27FC236}">
                            <a16:creationId id="{001B38D1-020F-2F50-8F39-C334D7426E72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72550" y="1544852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81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3318c5d6-f97b-440d-b6fb-3a1dc15f87ca" id="310" name="任意多边形: 形状 309">
                        <a:extLst>
                          <a:ext uri="{FF2B5EF4-FFF2-40B4-BE49-F238E27FC236}">
                            <a16:creationId id="{CD40ED42-7183-8B6F-8654-102FF7139920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68325" y="1532732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1e6745f2-3bc6-4d56-b3a4-50e388e1f28c" id="311" name="任意多边形: 形状 310">
                        <a:extLst>
                          <a:ext uri="{FF2B5EF4-FFF2-40B4-BE49-F238E27FC236}">
                            <a16:creationId id="{6849C25D-DDAC-06D0-A851-77B6FD7F3FF5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86718" y="1547967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82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35b61fa4-5a89-41ce-90fe-d1ef46579401" id="312" name="任意多边形: 形状 311">
                        <a:extLst>
                          <a:ext uri="{FF2B5EF4-FFF2-40B4-BE49-F238E27FC236}">
                            <a16:creationId id="{104CCC26-C9E6-39C2-48E9-EBBCDF1FA9E7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57016" y="1541737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896da5cd-b190-4284-bd5e-a706f6424557" id="313" name="任意多边形: 形状 312">
                        <a:extLst>
                          <a:ext uri="{FF2B5EF4-FFF2-40B4-BE49-F238E27FC236}">
                            <a16:creationId id="{598B586B-75FE-6ED7-8672-95F04CA1B69B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76775" y="1557015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77ae647d-f401-4a40-8921-45c5f6d70acb" id="314" name="任意多边形: 形状 313">
                        <a:extLst>
                          <a:ext uri="{FF2B5EF4-FFF2-40B4-BE49-F238E27FC236}">
                            <a16:creationId id="{5C28BE98-B5E2-A92C-B1C7-0AF20F7E97B1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60728" y="1557655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07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81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b4be5ad2-bfa6-434b-83f2-419298efe923" id="315" name="任意多边形: 形状 314">
                        <a:extLst>
                          <a:ext uri="{FF2B5EF4-FFF2-40B4-BE49-F238E27FC236}">
                            <a16:creationId id="{A732F369-F09D-2364-C449-A118E9124C8C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43701" y="1536744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07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ee3bc864-38bc-4393-9d0d-2816ca01e3b1" id="316" name="任意多边形: 形状 315">
                        <a:extLst>
                          <a:ext uri="{FF2B5EF4-FFF2-40B4-BE49-F238E27FC236}">
                            <a16:creationId id="{93ABCDC9-B9FC-82D9-6F1A-F4B46950873D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37342" y="1547541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81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07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96807ca7-0369-4697-883c-204921eeefa2" id="317" name="任意多边形: 形状 316">
                        <a:extLst>
                          <a:ext uri="{FF2B5EF4-FFF2-40B4-BE49-F238E27FC236}">
                            <a16:creationId id="{9BC5B001-47F5-E676-CED7-9623ABEDA345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33117" y="1535421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84ceb173-412b-4fc1-abe1-6e6dc00b1111" id="318" name="任意多边形: 形状 317">
                        <a:extLst>
                          <a:ext uri="{FF2B5EF4-FFF2-40B4-BE49-F238E27FC236}">
                            <a16:creationId id="{733553AE-0F2A-9BCE-B2B8-1AA99A2D6658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51510" y="1550656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35a4ed23-34fd-4e11-b7c9-fe09d0a55990" id="319" name="任意多边形: 形状 318">
                        <a:extLst>
                          <a:ext uri="{FF2B5EF4-FFF2-40B4-BE49-F238E27FC236}">
                            <a16:creationId id="{BE039887-D2F5-190D-772F-57DA3CC4C28F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21808" y="1544425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81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cf9e659a-8aa7-4599-81c1-7aaf4d854fd5" id="320" name="任意多边形: 形状 319">
                        <a:extLst>
                          <a:ext uri="{FF2B5EF4-FFF2-40B4-BE49-F238E27FC236}">
                            <a16:creationId id="{762D0C3A-7D85-979E-5752-3E8E16A43871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41567" y="1559703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bb4048ce-4e20-4154-a024-83708b5af1ac" id="321" name="任意多边形: 形状 320">
                        <a:extLst>
                          <a:ext uri="{FF2B5EF4-FFF2-40B4-BE49-F238E27FC236}">
                            <a16:creationId id="{71DA412D-696A-D6CA-A3C5-16581049C96B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25521" y="1560343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07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81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27ebe3d5-3b2e-4c44-9b3e-be0671a60124" id="322" name="任意多边形: 形状 321">
                        <a:extLst>
                          <a:ext uri="{FF2B5EF4-FFF2-40B4-BE49-F238E27FC236}">
                            <a16:creationId id="{B69CF78C-C5F7-4B28-C029-25CD6ABCDD26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62179" y="1568366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b5789247-5e71-4806-8025-e4d5fe9a677c" id="323" name="任意多边形: 形状 322">
                        <a:extLst>
                          <a:ext uri="{FF2B5EF4-FFF2-40B4-BE49-F238E27FC236}">
                            <a16:creationId id="{EE312332-69E2-DAA1-71E7-0A938BAB6DB2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55821" y="1579206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bd96a738-3638-4383-bb21-a0d51dcea548" id="324" name="任意多边形: 形状 323">
                        <a:extLst>
                          <a:ext uri="{FF2B5EF4-FFF2-40B4-BE49-F238E27FC236}">
                            <a16:creationId id="{1B28781B-FF08-2594-8257-189D59C3ED9D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51596" y="1567043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11ff08f1-a524-44d4-87ee-039140120ae6" id="325" name="任意多边形: 形状 324">
                        <a:extLst>
                          <a:ext uri="{FF2B5EF4-FFF2-40B4-BE49-F238E27FC236}">
                            <a16:creationId id="{3704C44D-BAEB-9147-321C-9291F1AB6667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69989" y="1582279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81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4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3dd0b081-7b6b-4a93-a1bd-39c1a59c5088" id="326" name="任意多边形: 形状 325">
                        <a:extLst>
                          <a:ext uri="{FF2B5EF4-FFF2-40B4-BE49-F238E27FC236}">
                            <a16:creationId id="{6121B37A-64B4-E399-2229-525EE91CF206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40287" y="1576048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3" y="310"/>
                            </a:cubicBezTo>
                            <a:cubicBezTo>
                              <a:pt x="54" y="907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5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e2ce01b7-c1be-4e90-9d4f-d238e60d6006" id="327" name="任意多边形: 形状 326">
                        <a:extLst>
                          <a:ext uri="{FF2B5EF4-FFF2-40B4-BE49-F238E27FC236}">
                            <a16:creationId id="{730648A6-3C1C-3B82-18D3-CFFE51F6D4EC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45621" y="1594825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5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320f3df5-1f5a-477e-9e99-ae147d2c0d8a" id="328" name="任意多边形: 形状 327">
                        <a:extLst>
                          <a:ext uri="{FF2B5EF4-FFF2-40B4-BE49-F238E27FC236}">
                            <a16:creationId id="{7B66287E-7450-A8E1-2AEF-2B851FFA2702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32648" y="1586973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4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265ccb3d-7ac7-487f-b914-145ba31a7eff" id="329" name="任意多边形: 形状 328">
                        <a:extLst>
                          <a:ext uri="{FF2B5EF4-FFF2-40B4-BE49-F238E27FC236}">
                            <a16:creationId id="{A30E1FFA-2CCC-389C-1A52-3F40D7761711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800246" y="1561453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07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283432fd-6033-4c9f-bcf3-c319c1af029c" id="330" name="任意多边形: 形状 329">
                        <a:extLst>
                          <a:ext uri="{FF2B5EF4-FFF2-40B4-BE49-F238E27FC236}">
                            <a16:creationId id="{6DC0CE0B-AB48-AD9B-9E11-E78E688D7E08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93888" y="1572293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07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a6b9b1bb-2882-433e-90d5-92fd72b5f0c2" id="331" name="任意多边形: 形状 330">
                        <a:extLst>
                          <a:ext uri="{FF2B5EF4-FFF2-40B4-BE49-F238E27FC236}">
                            <a16:creationId id="{597B8D54-A9C9-29BD-F6A4-C16850449334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89663" y="1560130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0be8d569-5c9d-4c53-9808-6a06900da56a" id="332" name="任意多边形: 形状 331">
                        <a:extLst>
                          <a:ext uri="{FF2B5EF4-FFF2-40B4-BE49-F238E27FC236}">
                            <a16:creationId id="{754B2F81-6A6E-6529-4C7E-7989D1592D63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808056" y="1575365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07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0378faa3-c74e-4ebd-adf5-25ff3be35c19" id="333" name="任意多边形: 形状 332">
                        <a:extLst>
                          <a:ext uri="{FF2B5EF4-FFF2-40B4-BE49-F238E27FC236}">
                            <a16:creationId id="{BA1B7D33-4957-D8B2-10A5-5D968765232D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78354" y="1569135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f6030da6-24b4-485d-abc2-11ae79c29efb" id="334" name="任意多边形: 形状 333">
                        <a:extLst>
                          <a:ext uri="{FF2B5EF4-FFF2-40B4-BE49-F238E27FC236}">
                            <a16:creationId id="{A2F01807-755C-B07B-509D-5368779D85B0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72592" y="1596148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78b2474e-2dc0-4392-a2b0-466ae5a8c5e1" id="335" name="任意多边形: 形状 334">
                        <a:extLst>
                          <a:ext uri="{FF2B5EF4-FFF2-40B4-BE49-F238E27FC236}">
                            <a16:creationId id="{67636686-CD47-1E64-2B2F-C88F1CB6E123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82066" y="1585053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c29133e6-e681-4d25-80b5-9dc456b50ba6" id="336" name="任意多边形: 形状 335">
                        <a:extLst>
                          <a:ext uri="{FF2B5EF4-FFF2-40B4-BE49-F238E27FC236}">
                            <a16:creationId id="{FC4CFFB8-DA9D-562F-97CE-1F0FF7E170BA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58296" y="1505548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4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4" y="310"/>
                            </a:cubicBezTo>
                            <a:cubicBezTo>
                              <a:pt x="54" y="907"/>
                              <a:pt x="-330" y="2316"/>
                              <a:pt x="310" y="3425"/>
                            </a:cubicBezTo>
                            <a:cubicBezTo>
                              <a:pt x="907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84d57e62-39c1-451b-9724-5a30967f4969" id="337" name="任意多边形: 形状 336">
                        <a:extLst>
                          <a:ext uri="{FF2B5EF4-FFF2-40B4-BE49-F238E27FC236}">
                            <a16:creationId id="{FDA3D2E1-741E-8AD5-C83E-ACBDDC3FDABD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51937" y="1516387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4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4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5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e0a98c96-c89c-41c7-94a9-05ad07f114f2" id="338" name="任意多边形: 形状 337">
                        <a:extLst>
                          <a:ext uri="{FF2B5EF4-FFF2-40B4-BE49-F238E27FC236}">
                            <a16:creationId id="{CB734AA3-35BE-90BA-ACE9-8E5C888B0ADB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45237" y="1496372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9aba8d34-4ec9-4c99-b949-180f063f8ea8" id="339" name="任意多边形: 形状 338">
                        <a:extLst>
                          <a:ext uri="{FF2B5EF4-FFF2-40B4-BE49-F238E27FC236}">
                            <a16:creationId id="{9F112E1E-114D-D9A6-ABF9-8C68C8C40EC8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66106" y="1519460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169b0a38-325d-4cb4-a1a6-b36ca21d81e2" id="340" name="任意多边形: 形状 339">
                        <a:extLst>
                          <a:ext uri="{FF2B5EF4-FFF2-40B4-BE49-F238E27FC236}">
                            <a16:creationId id="{1F481B8E-6672-06D4-5445-5BF6FF9FBA84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36403" y="1513229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4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72e41393-a865-4a62-b2d4-267cfe8534e1" id="341" name="任意多边形: 形状 340">
                        <a:extLst>
                          <a:ext uri="{FF2B5EF4-FFF2-40B4-BE49-F238E27FC236}">
                            <a16:creationId id="{E76D0059-DFAB-82AD-A437-D0F5C35C6B4D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56162" y="1528507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4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81" y="54"/>
                              <a:pt x="2273" y="-330"/>
                              <a:pt x="1164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f8bb8e92-5dde-499a-993a-72285cc44e56" id="342" name="任意多边形: 形状 341">
                        <a:extLst>
                          <a:ext uri="{FF2B5EF4-FFF2-40B4-BE49-F238E27FC236}">
                            <a16:creationId id="{6FEDA678-2810-5ECB-86AE-5808F84175B6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40116" y="1529190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4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82c62a17-d7b9-45f8-88db-966a45caade2" id="343" name="任意多边形: 形状 342">
                        <a:extLst>
                          <a:ext uri="{FF2B5EF4-FFF2-40B4-BE49-F238E27FC236}">
                            <a16:creationId id="{76B1C704-F945-D379-BC5F-D227DD0A0419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14511" y="1567641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4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5cc525e9-d45a-4cb1-82da-d0374bba8662" id="344" name="任意多边形: 形状 343">
                        <a:extLst>
                          <a:ext uri="{FF2B5EF4-FFF2-40B4-BE49-F238E27FC236}">
                            <a16:creationId id="{608E4637-9BCA-87BF-B9CE-272B07A49360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08152" y="1578481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4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4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81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db4ac405-3fc6-4a36-bb67-624b02542066" id="345" name="任意多边形: 形状 344">
                        <a:extLst>
                          <a:ext uri="{FF2B5EF4-FFF2-40B4-BE49-F238E27FC236}">
                            <a16:creationId id="{64FB86FC-80CF-0B78-55FA-93435FA0705E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03970" y="1566318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4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4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5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3d2452bb-6acd-4ff8-b65f-a8ef811e83ae" id="346" name="任意多边形: 形状 345">
                        <a:extLst>
                          <a:ext uri="{FF2B5EF4-FFF2-40B4-BE49-F238E27FC236}">
                            <a16:creationId id="{9657116C-A851-3BC7-2B59-134B813999C7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29362" y="1571781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4604dc2b-c442-4dec-8d56-0af42a3e6752" id="347" name="任意多边形: 形状 346">
                        <a:extLst>
                          <a:ext uri="{FF2B5EF4-FFF2-40B4-BE49-F238E27FC236}">
                            <a16:creationId id="{4CA75CB4-C4C8-8032-E04F-33F37069E8DD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95904" y="1556673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4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4" y="310"/>
                            </a:cubicBezTo>
                            <a:cubicBezTo>
                              <a:pt x="54" y="907"/>
                              <a:pt x="-330" y="2316"/>
                              <a:pt x="310" y="3425"/>
                            </a:cubicBezTo>
                            <a:cubicBezTo>
                              <a:pt x="907" y="4535"/>
                              <a:pt x="2315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0c4c9c5d-0fe6-490b-b11a-fbfa8798f537" id="348" name="任意多边形: 形状 347">
                        <a:extLst>
                          <a:ext uri="{FF2B5EF4-FFF2-40B4-BE49-F238E27FC236}">
                            <a16:creationId id="{A9E2EBB6-4B89-68DB-7C2E-D4AEF9BCED29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12377" y="1590601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07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4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1b3e1f7e-066e-49a4-89ca-7cde39e7aada" id="349" name="任意多边形: 形状 348">
                        <a:extLst>
                          <a:ext uri="{FF2B5EF4-FFF2-40B4-BE49-F238E27FC236}">
                            <a16:creationId id="{64DF21B0-1008-8BEF-6298-85438151B03C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96331" y="1591283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07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75185ddb-0ddc-43bd-8983-501fb29e5776" id="350" name="任意多边形: 形状 349">
                        <a:extLst>
                          <a:ext uri="{FF2B5EF4-FFF2-40B4-BE49-F238E27FC236}">
                            <a16:creationId id="{81579108-EC9F-57C2-2675-3D7EC7444F61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27313" y="1520399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4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08e2ea92-7602-48be-9f64-f3502cc14a02" id="351" name="任意多边形: 形状 350">
                        <a:extLst>
                          <a:ext uri="{FF2B5EF4-FFF2-40B4-BE49-F238E27FC236}">
                            <a16:creationId id="{2087BF71-FA96-3257-2E19-4B7156934B39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07384" y="1526928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c7e396b1-919b-431d-9dee-b2a7beda4933" id="352" name="任意多边形: 形状 351">
                        <a:extLst>
                          <a:ext uri="{FF2B5EF4-FFF2-40B4-BE49-F238E27FC236}">
                            <a16:creationId id="{F10C6B0B-B714-9326-C029-FF3F20867C87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686814" y="1535890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4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4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be9c77d1-7361-42cb-b1a3-4dcde4229771" id="353" name="任意多边形: 形状 352">
                        <a:extLst>
                          <a:ext uri="{FF2B5EF4-FFF2-40B4-BE49-F238E27FC236}">
                            <a16:creationId id="{FC087C56-0FD4-55C7-8958-877DC0EE157D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21552" y="1530044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4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4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5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9c387aeb-8d0f-4500-b0fe-0d134f89faab" id="354" name="任意多边形: 形状 353">
                        <a:extLst>
                          <a:ext uri="{FF2B5EF4-FFF2-40B4-BE49-F238E27FC236}">
                            <a16:creationId id="{947D7DA0-F01D-3DA6-A0A4-9448D8D5F9B4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10627" y="1510626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c9e0665b-b3ca-4619-afb3-cdfb0884a82e" id="355" name="任意多边形: 形状 354">
                        <a:extLst>
                          <a:ext uri="{FF2B5EF4-FFF2-40B4-BE49-F238E27FC236}">
                            <a16:creationId id="{DB5E9E03-E223-B243-603B-A76FD91F5E6E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11609" y="1539091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81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81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ec81200d-6c2c-4043-a658-def01fbfa463" id="356" name="任意多边形: 形状 355">
                        <a:extLst>
                          <a:ext uri="{FF2B5EF4-FFF2-40B4-BE49-F238E27FC236}">
                            <a16:creationId id="{CF8D8EF2-1EE9-68B7-10A4-0BA52678D11B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11822" y="1554668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4" y="3681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02bffb28-79a7-483a-bef4-329010bc401a" id="357" name="任意多边形: 形状 356">
                        <a:extLst>
                          <a:ext uri="{FF2B5EF4-FFF2-40B4-BE49-F238E27FC236}">
                            <a16:creationId id="{E9ED9ABA-4FD2-F49C-8201-2E99CDEFE3DC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92394" y="1496244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4" y="3681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48c6cf34-e603-4bf3-ac42-003bacbf7326" id="358" name="任意多边形: 形状 357">
                        <a:extLst>
                          <a:ext uri="{FF2B5EF4-FFF2-40B4-BE49-F238E27FC236}">
                            <a16:creationId id="{9EE87051-2B35-B2D6-B53B-F7A6F7D7D32C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806135" y="1520698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c58c7fcc-3258-4d51-bb66-13fee87bac9b" id="359" name="任意多边形: 形状 358">
                        <a:extLst>
                          <a:ext uri="{FF2B5EF4-FFF2-40B4-BE49-F238E27FC236}">
                            <a16:creationId id="{E070E47E-6DD2-8DCD-E3F1-83188CB34491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74342" y="1507297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4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81" y="54"/>
                              <a:pt x="2273" y="-330"/>
                              <a:pt x="1164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07" y="4535"/>
                              <a:pt x="2315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48aef2f0-cda4-4a4f-aa12-cc838452b90e" id="360" name="任意多边形: 形状 359">
                        <a:extLst>
                          <a:ext uri="{FF2B5EF4-FFF2-40B4-BE49-F238E27FC236}">
                            <a16:creationId id="{4858C174-1C5E-E257-E837-C20672EB9E4A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803490" y="1549760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07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81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24a8e57b-2c50-4fa7-9b7b-18ceba1ca761" id="361" name="任意多边形: 形状 360">
                        <a:extLst>
                          <a:ext uri="{FF2B5EF4-FFF2-40B4-BE49-F238E27FC236}">
                            <a16:creationId id="{8A077CA5-427C-A80A-4100-605B8D2CAC3E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90601" y="1517582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50d5b045-3ff4-4fa2-aefc-87092d3466a3" id="362" name="任意多边形: 形状 361">
                        <a:extLst>
                          <a:ext uri="{FF2B5EF4-FFF2-40B4-BE49-F238E27FC236}">
                            <a16:creationId id="{A79B9A49-CF1A-0BCE-48B5-D7F66E4887F9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817914" y="1541609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8" y="54"/>
                              <a:pt x="2273" y="-330"/>
                              <a:pt x="1163" y="310"/>
                            </a:cubicBezTo>
                            <a:cubicBezTo>
                              <a:pt x="54" y="907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81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  <p:sp>
                    <p:nvSpPr>
                      <p:cNvPr descr="f6c9b796-e863-473d-b131-1931e3773525" id="363" name="任意多边形: 形状 362">
                        <a:extLst>
                          <a:ext uri="{FF2B5EF4-FFF2-40B4-BE49-F238E27FC236}">
                            <a16:creationId id="{2DBCA575-87BD-55D7-AE71-F7CC1A4AA70C}"/>
                          </a:ext>
                        </a:extLst>
                      </p:cNvPr>
                      <p:cNvSpPr/>
                      <p:nvPr/>
                    </p:nvSpPr>
                    <p:spPr>
                      <a:xfrm flipV="false" flipH="false">
                        <a:off x="7794314" y="1533500"/>
                        <a:ext cx="4588" cy="4588"/>
                      </a:xfrm>
                      <a:custGeom>
                        <a:avLst/>
                        <a:gdLst>
                          <a:gd fmla="*/ 4279 w 4588" name="connsiteX0"/>
                          <a:gd fmla="*/ 1163 h 4588" name="connsiteY0"/>
                          <a:gd fmla="*/ 1163 w 4588" name="connsiteX1"/>
                          <a:gd fmla="*/ 310 h 4588" name="connsiteY1"/>
                          <a:gd fmla="*/ 310 w 4588" name="connsiteX2"/>
                          <a:gd fmla="*/ 3425 h 4588" name="connsiteY2"/>
                          <a:gd fmla="*/ 3425 w 4588" name="connsiteX3"/>
                          <a:gd fmla="*/ 4279 h 4588" name="connsiteY3"/>
                          <a:gd fmla="*/ 4279 w 4588" name="connsiteX4"/>
                          <a:gd fmla="*/ 1163 h 4588" name="connsiteY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b="b" l="l" r="r" t="t"/>
                        <a:pathLst>
                          <a:path h="4588" w="4588">
                            <a:moveTo>
                              <a:pt x="4279" y="1163"/>
                            </a:moveTo>
                            <a:cubicBezTo>
                              <a:pt x="3639" y="54"/>
                              <a:pt x="2273" y="-330"/>
                              <a:pt x="1163" y="310"/>
                            </a:cubicBezTo>
                            <a:cubicBezTo>
                              <a:pt x="54" y="950"/>
                              <a:pt x="-330" y="2316"/>
                              <a:pt x="310" y="3425"/>
                            </a:cubicBezTo>
                            <a:cubicBezTo>
                              <a:pt x="950" y="4535"/>
                              <a:pt x="2316" y="4919"/>
                              <a:pt x="3425" y="4279"/>
                            </a:cubicBezTo>
                            <a:cubicBezTo>
                              <a:pt x="4535" y="3639"/>
                              <a:pt x="4919" y="2273"/>
                              <a:pt x="4279" y="1163"/>
                            </a:cubicBezTo>
                            <a:close/>
                          </a:path>
                        </a:pathLst>
                      </a:custGeom>
                      <a:solidFill>
                        <a:srgbClr val="F8D584"/>
                      </a:solidFill>
                      <a:ln cap="flat" w="4266">
                        <a:noFill/>
                        <a:prstDash val="solid"/>
                        <a:miter/>
                      </a:ln>
                    </p:spPr>
                    <p:txBody>
                      <a:bodyPr anchor="ctr" rtlCol="0"/>
                      <a:lstStyle/>
                      <a:p>
                        <a:pPr algn="l"/>
                      </a:p>
                    </p:txBody>
                  </p:sp>
                </p:grpSp>
              </p:grpSp>
            </p:grpSp>
            <p:sp>
              <p:nvSpPr>
                <p:cNvPr descr="2a17d59f-3f52-4ea9-9fee-b5f17a1642f2" id="260" name="任意多边形: 形状 259">
                  <a:extLst>
                    <a:ext uri="{FF2B5EF4-FFF2-40B4-BE49-F238E27FC236}">
                      <a16:creationId id="{6C428AD8-5BF8-E31D-C28E-729567C9C85E}"/>
                    </a:ext>
                  </a:extLst>
                </p:cNvPr>
                <p:cNvSpPr/>
                <p:nvPr/>
              </p:nvSpPr>
              <p:spPr>
                <a:xfrm flipV="false" flipH="false">
                  <a:off x="7684104" y="1486244"/>
                  <a:ext cx="127152" cy="192151"/>
                </a:xfrm>
                <a:custGeom>
                  <a:avLst/>
                  <a:gdLst>
                    <a:gd fmla="*/ 73178 w 127152" name="connsiteX0"/>
                    <a:gd fmla="*/ 192151 h 192151" name="connsiteY0"/>
                    <a:gd fmla="*/ 47317 w 127152" name="connsiteX1"/>
                    <a:gd fmla="*/ 191255 h 192151" name="connsiteY1"/>
                    <a:gd fmla="*/ 13219 w 127152" name="connsiteX2"/>
                    <a:gd fmla="*/ 175679 h 192151" name="connsiteY2"/>
                    <a:gd fmla="*/ 32 w 127152" name="connsiteX3"/>
                    <a:gd fmla="*/ 140556 h 192151" name="connsiteY3"/>
                    <a:gd fmla="*/ 3275 w 127152" name="connsiteX4"/>
                    <a:gd fmla="*/ 47352 h 192151" name="connsiteY4"/>
                    <a:gd fmla="*/ 53974 w 127152" name="connsiteX5"/>
                    <a:gd fmla="*/ 25 h 192151" name="connsiteY5"/>
                    <a:gd fmla="*/ 79836 w 127152" name="connsiteX6"/>
                    <a:gd fmla="*/ 921 h 192151" name="connsiteY6"/>
                    <a:gd fmla="*/ 113934 w 127152" name="connsiteX7"/>
                    <a:gd fmla="*/ 16498 h 192151" name="connsiteY7"/>
                    <a:gd fmla="*/ 127121 w 127152" name="connsiteX8"/>
                    <a:gd fmla="*/ 51620 h 192151" name="connsiteY8"/>
                    <a:gd fmla="*/ 123877 w 127152" name="connsiteX9"/>
                    <a:gd fmla="*/ 144824 h 192151" name="connsiteY9"/>
                    <a:gd fmla="*/ 74886 w 127152" name="connsiteX10"/>
                    <a:gd fmla="*/ 192151 h 192151" name="connsiteY10"/>
                    <a:gd fmla="*/ 73178 w 127152" name="connsiteX11"/>
                    <a:gd fmla="*/ 192151 h 192151" name="connsiteY11"/>
                    <a:gd fmla="*/ 10061 w 127152" name="connsiteX12"/>
                    <a:gd fmla="*/ 47566 h 192151" name="connsiteY12"/>
                    <a:gd fmla="*/ 6817 w 127152" name="connsiteX13"/>
                    <a:gd fmla="*/ 140770 h 192151" name="connsiteY13"/>
                    <a:gd fmla="*/ 18169 w 127152" name="connsiteX14"/>
                    <a:gd fmla="*/ 171027 h 192151" name="connsiteY14"/>
                    <a:gd fmla="*/ 47530 w 127152" name="connsiteX15"/>
                    <a:gd fmla="*/ 184470 h 192151" name="connsiteY15"/>
                    <a:gd fmla="*/ 73392 w 127152" name="connsiteX16"/>
                    <a:gd fmla="*/ 185366 h 192151" name="connsiteY16"/>
                    <a:gd fmla="*/ 117091 w 127152" name="connsiteX17"/>
                    <a:gd fmla="*/ 144611 h 192151" name="connsiteY17"/>
                    <a:gd fmla="*/ 120335 w 127152" name="connsiteX18"/>
                    <a:gd fmla="*/ 51407 h 192151" name="connsiteY18"/>
                    <a:gd fmla="*/ 108984 w 127152" name="connsiteX19"/>
                    <a:gd fmla="*/ 21149 h 192151" name="connsiteY19"/>
                    <a:gd fmla="*/ 79623 w 127152" name="connsiteX20"/>
                    <a:gd fmla="*/ 7707 h 192151" name="connsiteY20"/>
                    <a:gd fmla="*/ 53761 w 127152" name="connsiteX21"/>
                    <a:gd fmla="*/ 6810 h 192151" name="connsiteY21"/>
                    <a:gd fmla="*/ 52267 w 127152" name="connsiteX22"/>
                    <a:gd fmla="*/ 6810 h 192151" name="connsiteY22"/>
                    <a:gd fmla="*/ 10061 w 127152" name="connsiteX23"/>
                    <a:gd fmla="*/ 47609 h 192151" name="connsiteY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b="b" l="l" r="r" t="t"/>
                  <a:pathLst>
                    <a:path h="192151" w="127152">
                      <a:moveTo>
                        <a:pt x="73178" y="192151"/>
                      </a:moveTo>
                      <a:lnTo>
                        <a:pt x="47317" y="191255"/>
                      </a:lnTo>
                      <a:cubicBezTo>
                        <a:pt x="34258" y="190786"/>
                        <a:pt x="22181" y="185281"/>
                        <a:pt x="13219" y="175679"/>
                      </a:cubicBezTo>
                      <a:cubicBezTo>
                        <a:pt x="4257" y="166076"/>
                        <a:pt x="-437" y="153615"/>
                        <a:pt x="32" y="140556"/>
                      </a:cubicBezTo>
                      <a:lnTo>
                        <a:pt x="3275" y="47352"/>
                      </a:lnTo>
                      <a:cubicBezTo>
                        <a:pt x="4214" y="20339"/>
                        <a:pt x="27003" y="-829"/>
                        <a:pt x="53974" y="25"/>
                      </a:cubicBezTo>
                      <a:lnTo>
                        <a:pt x="79836" y="921"/>
                      </a:lnTo>
                      <a:cubicBezTo>
                        <a:pt x="92895" y="1391"/>
                        <a:pt x="104972" y="6896"/>
                        <a:pt x="113934" y="16498"/>
                      </a:cubicBezTo>
                      <a:cubicBezTo>
                        <a:pt x="122896" y="26100"/>
                        <a:pt x="127590" y="38561"/>
                        <a:pt x="127121" y="51620"/>
                      </a:cubicBezTo>
                      <a:lnTo>
                        <a:pt x="123877" y="144824"/>
                      </a:lnTo>
                      <a:cubicBezTo>
                        <a:pt x="122938" y="171283"/>
                        <a:pt x="101131" y="192151"/>
                        <a:pt x="74886" y="192151"/>
                      </a:cubicBezTo>
                      <a:cubicBezTo>
                        <a:pt x="74331" y="192151"/>
                        <a:pt x="73733" y="192151"/>
                        <a:pt x="73178" y="192151"/>
                      </a:cubicBezTo>
                      <a:close/>
                      <a:moveTo>
                        <a:pt x="10061" y="47566"/>
                      </a:moveTo>
                      <a:lnTo>
                        <a:pt x="6817" y="140770"/>
                      </a:lnTo>
                      <a:cubicBezTo>
                        <a:pt x="6433" y="151994"/>
                        <a:pt x="10487" y="162748"/>
                        <a:pt x="18169" y="171027"/>
                      </a:cubicBezTo>
                      <a:cubicBezTo>
                        <a:pt x="25893" y="179306"/>
                        <a:pt x="36307" y="184086"/>
                        <a:pt x="47530" y="184470"/>
                      </a:cubicBezTo>
                      <a:lnTo>
                        <a:pt x="73392" y="185366"/>
                      </a:lnTo>
                      <a:cubicBezTo>
                        <a:pt x="96650" y="186262"/>
                        <a:pt x="116281" y="167911"/>
                        <a:pt x="117091" y="144611"/>
                      </a:cubicBezTo>
                      <a:lnTo>
                        <a:pt x="120335" y="51407"/>
                      </a:lnTo>
                      <a:cubicBezTo>
                        <a:pt x="120719" y="40183"/>
                        <a:pt x="116708" y="29429"/>
                        <a:pt x="108984" y="21149"/>
                      </a:cubicBezTo>
                      <a:cubicBezTo>
                        <a:pt x="101259" y="12870"/>
                        <a:pt x="90846" y="8091"/>
                        <a:pt x="79623" y="7707"/>
                      </a:cubicBezTo>
                      <a:lnTo>
                        <a:pt x="53761" y="6810"/>
                      </a:lnTo>
                      <a:cubicBezTo>
                        <a:pt x="53249" y="6810"/>
                        <a:pt x="52779" y="6810"/>
                        <a:pt x="52267" y="6810"/>
                      </a:cubicBezTo>
                      <a:cubicBezTo>
                        <a:pt x="29649" y="6810"/>
                        <a:pt x="10872" y="24820"/>
                        <a:pt x="10061" y="47609"/>
                      </a:cubicBezTo>
                      <a:close/>
                    </a:path>
                  </a:pathLst>
                </a:custGeom>
                <a:solidFill>
                  <a:srgbClr val="060633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9746c439-40d3-4f10-9740-a742d77aa679" id="261" name="任意多边形: 形状 260">
                  <a:extLst>
                    <a:ext uri="{FF2B5EF4-FFF2-40B4-BE49-F238E27FC236}">
                      <a16:creationId id="{3426C809-7E57-6EDE-109C-9C18ECA4131B}"/>
                    </a:ext>
                  </a:extLst>
                </p:cNvPr>
                <p:cNvSpPr/>
                <p:nvPr/>
              </p:nvSpPr>
              <p:spPr>
                <a:xfrm flipV="false" flipH="false">
                  <a:off x="7604817" y="1260422"/>
                  <a:ext cx="264546" cy="319609"/>
                </a:xfrm>
                <a:custGeom>
                  <a:avLst/>
                  <a:gdLst>
                    <a:gd fmla="*/ 238542 w 264546" name="connsiteX0"/>
                    <a:gd fmla="*/ 217611 h 319609" name="connsiteY0"/>
                    <a:gd fmla="*/ 51025 w 264546" name="connsiteX1"/>
                    <a:gd fmla="*/ 308767 h 319609" name="connsiteY1"/>
                    <a:gd fmla="*/ 22262 w 264546" name="connsiteX2"/>
                    <a:gd fmla="*/ 102088 h 319609" name="connsiteY2"/>
                    <a:gd fmla="*/ 209779 w 264546" name="connsiteX3"/>
                    <a:gd fmla="*/ 10932 h 319609" name="connsiteY3"/>
                    <a:gd fmla="*/ 238542 w 264546" name="connsiteX4"/>
                    <a:gd fmla="*/ 217611 h 319609" name="connsiteY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b="b" l="l" r="r" t="t"/>
                  <a:pathLst>
                    <a:path h="319609" w="264546">
                      <a:moveTo>
                        <a:pt x="238542" y="217611"/>
                      </a:moveTo>
                      <a:cubicBezTo>
                        <a:pt x="194715" y="299848"/>
                        <a:pt x="110771" y="340646"/>
                        <a:pt x="51025" y="308767"/>
                      </a:cubicBezTo>
                      <a:cubicBezTo>
                        <a:pt x="-8678" y="276845"/>
                        <a:pt x="-12860" y="170625"/>
                        <a:pt x="22262" y="102088"/>
                      </a:cubicBezTo>
                      <a:cubicBezTo>
                        <a:pt x="64767" y="19126"/>
                        <a:pt x="150033" y="-20946"/>
                        <a:pt x="209779" y="10932"/>
                      </a:cubicBezTo>
                      <a:cubicBezTo>
                        <a:pt x="269482" y="42854"/>
                        <a:pt x="282371" y="135375"/>
                        <a:pt x="238542" y="2176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96f8ba10-ecef-4f28-b4a9-7e1cdcf8caaf" id="262" name="任意多边形: 形状 261">
                  <a:extLst>
                    <a:ext uri="{FF2B5EF4-FFF2-40B4-BE49-F238E27FC236}">
                      <a16:creationId id="{CC22A61E-681E-D88F-3C6C-D59F776AC79D}"/>
                    </a:ext>
                  </a:extLst>
                </p:cNvPr>
                <p:cNvSpPr/>
                <p:nvPr/>
              </p:nvSpPr>
              <p:spPr>
                <a:xfrm flipV="false" flipH="false">
                  <a:off x="7601390" y="1256966"/>
                  <a:ext cx="271313" cy="326518"/>
                </a:xfrm>
                <a:custGeom>
                  <a:avLst/>
                  <a:gdLst>
                    <a:gd fmla="*/ 52874 w 271313" name="connsiteX0"/>
                    <a:gd fmla="*/ 315209 h 326518" name="connsiteY0"/>
                    <a:gd fmla="*/ 22702 w 271313" name="connsiteX1"/>
                    <a:gd fmla="*/ 103964 h 326518" name="connsiteY1"/>
                    <a:gd fmla="*/ 131568 w 271313" name="connsiteX2"/>
                    <a:gd fmla="*/ 5895 h 326518" name="connsiteY2"/>
                    <a:gd fmla="*/ 214828 w 271313" name="connsiteX3"/>
                    <a:gd fmla="*/ 11400 h 326518" name="connsiteY3"/>
                    <a:gd fmla="*/ 245000 w 271313" name="connsiteX4"/>
                    <a:gd fmla="*/ 222688 h 326518" name="connsiteY4"/>
                    <a:gd fmla="*/ 245000 w 271313" name="connsiteX5"/>
                    <a:gd fmla="*/ 222688 h 326518" name="connsiteY5"/>
                    <a:gd fmla="*/ 134086 w 271313" name="connsiteX6"/>
                    <a:gd fmla="*/ 321056 h 326518" name="connsiteY6"/>
                    <a:gd fmla="*/ 98878 w 271313" name="connsiteX7"/>
                    <a:gd fmla="*/ 326519 h 326518" name="connsiteY7"/>
                    <a:gd fmla="*/ 52874 w 271313" name="connsiteX8"/>
                    <a:gd fmla="*/ 315209 h 326518" name="connsiteY8"/>
                    <a:gd fmla="*/ 238983 w 271313" name="connsiteX9"/>
                    <a:gd fmla="*/ 219488 h 326518" name="connsiteY9"/>
                    <a:gd fmla="*/ 211627 w 271313" name="connsiteX10"/>
                    <a:gd fmla="*/ 17375 h 326518" name="connsiteY10"/>
                    <a:gd fmla="*/ 133574 w 271313" name="connsiteX11"/>
                    <a:gd fmla="*/ 12382 h 326518" name="connsiteY11"/>
                    <a:gd fmla="*/ 28719 w 271313" name="connsiteX12"/>
                    <a:gd fmla="*/ 107080 h 326518" name="connsiteY12"/>
                    <a:gd fmla="*/ 7893 w 271313" name="connsiteX13"/>
                    <a:gd fmla="*/ 222262 h 326518" name="connsiteY13"/>
                    <a:gd fmla="*/ 56074 w 271313" name="connsiteX14"/>
                    <a:gd fmla="*/ 309235 h 326518" name="connsiteY14"/>
                    <a:gd fmla="*/ 132080 w 271313" name="connsiteX15"/>
                    <a:gd fmla="*/ 314527 h 326518" name="connsiteY15"/>
                    <a:gd fmla="*/ 238983 w 271313" name="connsiteX16"/>
                    <a:gd fmla="*/ 219488 h 326518" name="connsiteY16"/>
                    <a:gd fmla="*/ 238983 w 271313" name="connsiteX17"/>
                    <a:gd fmla="*/ 219488 h 326518" name="connsiteY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b="b" l="l" r="r" t="t"/>
                  <a:pathLst>
                    <a:path h="326518" w="271313">
                      <a:moveTo>
                        <a:pt x="52874" y="315209"/>
                      </a:moveTo>
                      <a:cubicBezTo>
                        <a:pt x="-8323" y="282520"/>
                        <a:pt x="-13615" y="174806"/>
                        <a:pt x="22702" y="103964"/>
                      </a:cubicBezTo>
                      <a:cubicBezTo>
                        <a:pt x="47155" y="56210"/>
                        <a:pt x="87868" y="19552"/>
                        <a:pt x="131568" y="5895"/>
                      </a:cubicBezTo>
                      <a:cubicBezTo>
                        <a:pt x="161654" y="-3536"/>
                        <a:pt x="190460" y="-1616"/>
                        <a:pt x="214828" y="11400"/>
                      </a:cubicBezTo>
                      <a:cubicBezTo>
                        <a:pt x="276111" y="44133"/>
                        <a:pt x="289639" y="138916"/>
                        <a:pt x="245000" y="222688"/>
                      </a:cubicBezTo>
                      <a:lnTo>
                        <a:pt x="245000" y="222688"/>
                      </a:lnTo>
                      <a:cubicBezTo>
                        <a:pt x="219267" y="270997"/>
                        <a:pt x="177786" y="307741"/>
                        <a:pt x="134086" y="321056"/>
                      </a:cubicBezTo>
                      <a:cubicBezTo>
                        <a:pt x="122094" y="324726"/>
                        <a:pt x="110272" y="326519"/>
                        <a:pt x="98878" y="326519"/>
                      </a:cubicBezTo>
                      <a:cubicBezTo>
                        <a:pt x="82448" y="326519"/>
                        <a:pt x="66914" y="322720"/>
                        <a:pt x="52874" y="315209"/>
                      </a:cubicBezTo>
                      <a:close/>
                      <a:moveTo>
                        <a:pt x="238983" y="219488"/>
                      </a:moveTo>
                      <a:cubicBezTo>
                        <a:pt x="281872" y="139044"/>
                        <a:pt x="269582" y="48358"/>
                        <a:pt x="211627" y="17375"/>
                      </a:cubicBezTo>
                      <a:cubicBezTo>
                        <a:pt x="188881" y="5255"/>
                        <a:pt x="161910" y="3505"/>
                        <a:pt x="133574" y="12382"/>
                      </a:cubicBezTo>
                      <a:cubicBezTo>
                        <a:pt x="91580" y="25526"/>
                        <a:pt x="52362" y="60947"/>
                        <a:pt x="28719" y="107080"/>
                      </a:cubicBezTo>
                      <a:cubicBezTo>
                        <a:pt x="11606" y="140495"/>
                        <a:pt x="3797" y="183555"/>
                        <a:pt x="7893" y="222262"/>
                      </a:cubicBezTo>
                      <a:cubicBezTo>
                        <a:pt x="12289" y="264084"/>
                        <a:pt x="29402" y="294981"/>
                        <a:pt x="56074" y="309235"/>
                      </a:cubicBezTo>
                      <a:cubicBezTo>
                        <a:pt x="78266" y="321099"/>
                        <a:pt x="104554" y="322934"/>
                        <a:pt x="132080" y="314527"/>
                      </a:cubicBezTo>
                      <a:cubicBezTo>
                        <a:pt x="174116" y="301767"/>
                        <a:pt x="214060" y="266218"/>
                        <a:pt x="238983" y="219488"/>
                      </a:cubicBezTo>
                      <a:lnTo>
                        <a:pt x="238983" y="219488"/>
                      </a:lnTo>
                      <a:close/>
                    </a:path>
                  </a:pathLst>
                </a:custGeom>
                <a:solidFill>
                  <a:srgbClr val="060633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7465ba5d-2d65-4566-a23a-6926dd36c9e8" id="263" name="任意多边形: 形状 262">
                  <a:extLst>
                    <a:ext uri="{FF2B5EF4-FFF2-40B4-BE49-F238E27FC236}">
                      <a16:creationId id="{A59BFAD8-6657-33D7-49ED-6EDC43C7A91C}"/>
                    </a:ext>
                  </a:extLst>
                </p:cNvPr>
                <p:cNvSpPr/>
                <p:nvPr/>
              </p:nvSpPr>
              <p:spPr>
                <a:xfrm flipV="false" flipH="false">
                  <a:off x="7755588" y="1305324"/>
                  <a:ext cx="100830" cy="136386"/>
                </a:xfrm>
                <a:custGeom>
                  <a:avLst/>
                  <a:gdLst>
                    <a:gd fmla="*/ 18551 w 100830" name="connsiteX0"/>
                    <a:gd fmla="*/ 0 h 136386" name="connsiteY0"/>
                    <a:gd fmla="*/ 9035 w 100830" name="connsiteX1"/>
                    <a:gd fmla="*/ 58637 h 136386" name="connsiteY1"/>
                    <a:gd fmla="*/ 55252 w 100830" name="connsiteX2"/>
                    <a:gd fmla="*/ 51424 h 136386" name="connsiteY2"/>
                    <a:gd fmla="*/ 32933 w 100830" name="connsiteX3"/>
                    <a:gd fmla="*/ 129606 h 136386" name="connsiteY3"/>
                    <a:gd fmla="*/ 100830 w 100830" name="connsiteX4"/>
                    <a:gd fmla="*/ 92521 h 136386" name="connsiteY4"/>
                    <a:gd fmla="*/ 95069 w 100830" name="connsiteX5"/>
                    <a:gd fmla="*/ 28251 h 136386" name="connsiteY5"/>
                    <a:gd fmla="*/ 18509 w 100830" name="connsiteX6"/>
                    <a:gd fmla="*/ 0 h 136386" name="connsiteY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b="b" l="l" r="r" t="t"/>
                  <a:pathLst>
                    <a:path h="136386" w="100830">
                      <a:moveTo>
                        <a:pt x="18551" y="0"/>
                      </a:moveTo>
                      <a:cubicBezTo>
                        <a:pt x="18551" y="0"/>
                        <a:pt x="-15845" y="39091"/>
                        <a:pt x="9035" y="58637"/>
                      </a:cubicBezTo>
                      <a:cubicBezTo>
                        <a:pt x="33914" y="78182"/>
                        <a:pt x="55252" y="51424"/>
                        <a:pt x="55252" y="51424"/>
                      </a:cubicBezTo>
                      <a:cubicBezTo>
                        <a:pt x="55252" y="51424"/>
                        <a:pt x="-781" y="102209"/>
                        <a:pt x="32933" y="129606"/>
                      </a:cubicBezTo>
                      <a:cubicBezTo>
                        <a:pt x="66647" y="157004"/>
                        <a:pt x="100830" y="92521"/>
                        <a:pt x="100830" y="92521"/>
                      </a:cubicBezTo>
                      <a:lnTo>
                        <a:pt x="95069" y="28251"/>
                      </a:lnTo>
                      <a:lnTo>
                        <a:pt x="18509" y="0"/>
                      </a:lnTo>
                      <a:close/>
                    </a:path>
                  </a:pathLst>
                </a:custGeom>
                <a:solidFill>
                  <a:srgbClr val="31313B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0c72f721-c9d7-4eb5-99cb-69c3f1c89519" id="264" name="任意多边形: 形状 263">
                  <a:extLst>
                    <a:ext uri="{FF2B5EF4-FFF2-40B4-BE49-F238E27FC236}">
                      <a16:creationId id="{13C227D6-F2DF-49E4-72E9-1D3D9E178A60}"/>
                    </a:ext>
                  </a:extLst>
                </p:cNvPr>
                <p:cNvSpPr/>
                <p:nvPr/>
              </p:nvSpPr>
              <p:spPr>
                <a:xfrm flipV="false" flipH="false">
                  <a:off x="7609911" y="1178064"/>
                  <a:ext cx="371622" cy="351709"/>
                </a:xfrm>
                <a:custGeom>
                  <a:avLst/>
                  <a:gdLst>
                    <a:gd fmla="*/ 166150 w 371622" name="connsiteX0"/>
                    <a:gd fmla="*/ 154999 h 351709" name="connsiteY0"/>
                    <a:gd fmla="*/ 7609 w 371622" name="connsiteX1"/>
                    <a:gd fmla="*/ 146549 h 351709" name="connsiteY1"/>
                    <a:gd fmla="*/ 72647 w 371622" name="connsiteX2"/>
                    <a:gd fmla="*/ 47115 h 351709" name="connsiteY2"/>
                    <a:gd fmla="*/ 131198 w 371622" name="connsiteX3"/>
                    <a:gd fmla="*/ 44554 h 351709" name="connsiteY3"/>
                    <a:gd fmla="*/ 118097 w 371622" name="connsiteX4"/>
                    <a:gd fmla="*/ 7810 h 351709" name="connsiteY4"/>
                    <a:gd fmla="*/ 232852 w 371622" name="connsiteX5"/>
                    <a:gd fmla="*/ 44085 h 351709" name="connsiteY5"/>
                    <a:gd fmla="*/ 255598 w 371622" name="connsiteX6"/>
                    <a:gd fmla="*/ 7597 h 351709" name="connsiteY6"/>
                    <a:gd fmla="*/ 322087 w 371622" name="connsiteX7"/>
                    <a:gd fmla="*/ 102892 h 351709" name="connsiteY7"/>
                    <a:gd fmla="*/ 344705 w 371622" name="connsiteX8"/>
                    <a:gd fmla="*/ 90516 h 351709" name="connsiteY8"/>
                    <a:gd fmla="*/ 335658 w 371622" name="connsiteX9"/>
                    <a:gd fmla="*/ 115097 h 351709" name="connsiteY9"/>
                    <a:gd fmla="*/ 371590 w 371622" name="connsiteX10"/>
                    <a:gd fmla="*/ 120304 h 351709" name="connsiteY10"/>
                    <a:gd fmla="*/ 340096 w 371622" name="connsiteX11"/>
                    <a:gd fmla="*/ 131100 h 351709" name="connsiteY11"/>
                    <a:gd fmla="*/ 275186 w 371622" name="connsiteX12"/>
                    <a:gd fmla="*/ 307096 h 351709" name="connsiteY12"/>
                    <a:gd fmla="*/ 237503 w 371622" name="connsiteX13"/>
                    <a:gd fmla="*/ 333042 h 351709" name="connsiteY13"/>
                    <a:gd fmla="*/ 207630 w 371622" name="connsiteX14"/>
                    <a:gd fmla="*/ 338633 h 351709" name="connsiteY14"/>
                    <a:gd fmla="*/ 212453 w 371622" name="connsiteX15"/>
                    <a:gd fmla="*/ 284264 h 351709" name="connsiteY15"/>
                    <a:gd fmla="*/ 166234 w 371622" name="connsiteX16"/>
                    <a:gd fmla="*/ 154999 h 351709" name="connsiteY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b="b" l="l" r="r" t="t"/>
                  <a:pathLst>
                    <a:path h="351709" w="371622">
                      <a:moveTo>
                        <a:pt x="166150" y="154999"/>
                      </a:moveTo>
                      <a:cubicBezTo>
                        <a:pt x="166150" y="154999"/>
                        <a:pt x="84895" y="219098"/>
                        <a:pt x="7609" y="146549"/>
                      </a:cubicBezTo>
                      <a:cubicBezTo>
                        <a:pt x="7609" y="146549"/>
                        <a:pt x="-32805" y="78993"/>
                        <a:pt x="72647" y="47115"/>
                      </a:cubicBezTo>
                      <a:cubicBezTo>
                        <a:pt x="72647" y="47115"/>
                        <a:pt x="103117" y="36787"/>
                        <a:pt x="131198" y="44554"/>
                      </a:cubicBezTo>
                      <a:cubicBezTo>
                        <a:pt x="131198" y="44554"/>
                        <a:pt x="91467" y="26417"/>
                        <a:pt x="118097" y="7810"/>
                      </a:cubicBezTo>
                      <a:cubicBezTo>
                        <a:pt x="144769" y="-10839"/>
                        <a:pt x="192224" y="4951"/>
                        <a:pt x="232852" y="44085"/>
                      </a:cubicBezTo>
                      <a:cubicBezTo>
                        <a:pt x="232852" y="44085"/>
                        <a:pt x="218769" y="4353"/>
                        <a:pt x="255598" y="7597"/>
                      </a:cubicBezTo>
                      <a:cubicBezTo>
                        <a:pt x="292427" y="10840"/>
                        <a:pt x="326098" y="43103"/>
                        <a:pt x="322087" y="102892"/>
                      </a:cubicBezTo>
                      <a:cubicBezTo>
                        <a:pt x="322087" y="102892"/>
                        <a:pt x="331006" y="88041"/>
                        <a:pt x="344705" y="90516"/>
                      </a:cubicBezTo>
                      <a:cubicBezTo>
                        <a:pt x="358404" y="92991"/>
                        <a:pt x="348546" y="111214"/>
                        <a:pt x="335658" y="115097"/>
                      </a:cubicBezTo>
                      <a:cubicBezTo>
                        <a:pt x="335658" y="115097"/>
                        <a:pt x="370396" y="104898"/>
                        <a:pt x="371590" y="120304"/>
                      </a:cubicBezTo>
                      <a:cubicBezTo>
                        <a:pt x="372785" y="135710"/>
                        <a:pt x="340096" y="131100"/>
                        <a:pt x="340096" y="131100"/>
                      </a:cubicBezTo>
                      <a:cubicBezTo>
                        <a:pt x="340096" y="131100"/>
                        <a:pt x="402658" y="269242"/>
                        <a:pt x="275186" y="307096"/>
                      </a:cubicBezTo>
                      <a:cubicBezTo>
                        <a:pt x="275186" y="307096"/>
                        <a:pt x="309626" y="356770"/>
                        <a:pt x="237503" y="333042"/>
                      </a:cubicBezTo>
                      <a:cubicBezTo>
                        <a:pt x="237503" y="333042"/>
                        <a:pt x="232083" y="371024"/>
                        <a:pt x="207630" y="338633"/>
                      </a:cubicBezTo>
                      <a:cubicBezTo>
                        <a:pt x="207630" y="338633"/>
                        <a:pt x="216080" y="330482"/>
                        <a:pt x="212453" y="284264"/>
                      </a:cubicBezTo>
                      <a:cubicBezTo>
                        <a:pt x="210746" y="262627"/>
                        <a:pt x="166234" y="154999"/>
                        <a:pt x="166234" y="154999"/>
                      </a:cubicBezTo>
                      <a:close/>
                    </a:path>
                  </a:pathLst>
                </a:custGeom>
                <a:solidFill>
                  <a:srgbClr val="31313B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grpSp>
              <p:nvGrpSpPr>
                <p:cNvPr descr="5438eb65-048f-4db0-b2a8-7d62690b91aa" id="265" name="图形 6643">
                  <a:extLst>
                    <a:ext uri="{FF2B5EF4-FFF2-40B4-BE49-F238E27FC236}">
                      <a16:creationId id="{CBBE7FDC-0430-1330-F6A2-CA1AF084AA52}"/>
                    </a:ext>
                  </a:extLst>
                </p:cNvPr>
                <p:cNvGrpSpPr/>
                <p:nvPr/>
              </p:nvGrpSpPr>
              <p:grpSpPr>
                <a:xfrm>
                  <a:off x="7650454" y="1475093"/>
                  <a:ext cx="64770" cy="23680"/>
                  <a:chOff x="7650454" y="1475093"/>
                  <a:chExt cx="64770" cy="23680"/>
                </a:xfrm>
                <a:solidFill>
                  <a:srgbClr val="060633"/>
                </a:solidFill>
              </p:grpSpPr>
              <p:sp>
                <p:nvSpPr>
                  <p:cNvPr descr="20e9a06a-d930-45b1-9d98-baf5fb0cbb1f" id="302" name="任意多边形: 形状 301">
                    <a:extLst>
                      <a:ext uri="{FF2B5EF4-FFF2-40B4-BE49-F238E27FC236}">
                        <a16:creationId id="{523D593B-74B5-7A1E-F038-6E6E1D238CA9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7650454" y="1478107"/>
                    <a:ext cx="64422" cy="14862"/>
                  </a:xfrm>
                  <a:custGeom>
                    <a:avLst/>
                    <a:gdLst>
                      <a:gd fmla="*/ 37822 w 64422" name="connsiteX0"/>
                      <a:gd fmla="*/ 14863 h 14862" name="connsiteY0"/>
                      <a:gd fmla="*/ 62915 w 64422" name="connsiteX1"/>
                      <a:gd fmla="*/ 9827 h 14862" name="connsiteY1"/>
                      <a:gd fmla="*/ 64239 w 64422" name="connsiteX2"/>
                      <a:gd fmla="*/ 6669 h 14862" name="connsiteY2"/>
                      <a:gd fmla="*/ 61081 w 64422" name="connsiteX3"/>
                      <a:gd fmla="*/ 5346 h 14862" name="connsiteY3"/>
                      <a:gd fmla="*/ 3767 w 64422" name="connsiteX4"/>
                      <a:gd fmla="*/ 395 h 14862" name="connsiteY4"/>
                      <a:gd fmla="*/ 395 w 64422" name="connsiteX5"/>
                      <a:gd fmla="*/ 1078 h 14862" name="connsiteY5"/>
                      <a:gd fmla="*/ 1078 w 64422" name="connsiteX6"/>
                      <a:gd fmla="*/ 4450 h 14862" name="connsiteY6"/>
                      <a:gd fmla="*/ 37822 w 64422" name="connsiteX7"/>
                      <a:gd fmla="*/ 14863 h 14862" name="connsiteY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b="b" l="l" r="r" t="t"/>
                    <a:pathLst>
                      <a:path h="14862" w="64422">
                        <a:moveTo>
                          <a:pt x="37822" y="14863"/>
                        </a:moveTo>
                        <a:cubicBezTo>
                          <a:pt x="45547" y="14863"/>
                          <a:pt x="54039" y="13497"/>
                          <a:pt x="62915" y="9827"/>
                        </a:cubicBezTo>
                        <a:cubicBezTo>
                          <a:pt x="64153" y="9315"/>
                          <a:pt x="64751" y="7906"/>
                          <a:pt x="64239" y="6669"/>
                        </a:cubicBezTo>
                        <a:cubicBezTo>
                          <a:pt x="63727" y="5431"/>
                          <a:pt x="62318" y="4834"/>
                          <a:pt x="61081" y="5346"/>
                        </a:cubicBezTo>
                        <a:cubicBezTo>
                          <a:pt x="30653" y="17935"/>
                          <a:pt x="4023" y="609"/>
                          <a:pt x="3767" y="395"/>
                        </a:cubicBezTo>
                        <a:cubicBezTo>
                          <a:pt x="2657" y="-330"/>
                          <a:pt x="1164" y="-31"/>
                          <a:pt x="395" y="1078"/>
                        </a:cubicBezTo>
                        <a:cubicBezTo>
                          <a:pt x="-330" y="2188"/>
                          <a:pt x="-31" y="3681"/>
                          <a:pt x="1078" y="4450"/>
                        </a:cubicBezTo>
                        <a:cubicBezTo>
                          <a:pt x="1932" y="5004"/>
                          <a:pt x="16996" y="14863"/>
                          <a:pt x="37822" y="14863"/>
                        </a:cubicBezTo>
                        <a:close/>
                      </a:path>
                    </a:pathLst>
                  </a:custGeom>
                  <a:solidFill>
                    <a:srgbClr val="060633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4b63d917-e965-40bf-83f9-d69d32c2c8e4" id="303" name="任意多边形: 形状 302">
                    <a:extLst>
                      <a:ext uri="{FF2B5EF4-FFF2-40B4-BE49-F238E27FC236}">
                        <a16:creationId id="{F5C5F4B8-CE32-77B5-C4A0-77F94DC8398F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7706086" y="1475093"/>
                    <a:ext cx="9138" cy="23680"/>
                  </a:xfrm>
                  <a:custGeom>
                    <a:avLst/>
                    <a:gdLst>
                      <a:gd fmla="*/ 2418 w 9138" name="connsiteX0"/>
                      <a:gd fmla="*/ 23681 h 23680" name="connsiteY0"/>
                      <a:gd fmla="*/ 4509 w 9138" name="connsiteX1"/>
                      <a:gd fmla="*/ 22443 h 23680" name="connsiteY1"/>
                      <a:gd fmla="*/ 8692 w 9138" name="connsiteX2"/>
                      <a:gd fmla="*/ 1788 h 23680" name="connsiteY2"/>
                      <a:gd fmla="*/ 5747 w 9138" name="connsiteX3"/>
                      <a:gd fmla="*/ 81 h 23680" name="connsiteY3"/>
                      <a:gd fmla="*/ 4040 w 9138" name="connsiteX4"/>
                      <a:gd fmla="*/ 3026 h 23680" name="connsiteY4"/>
                      <a:gd fmla="*/ 327 w 9138" name="connsiteX5"/>
                      <a:gd fmla="*/ 20053 h 23680" name="connsiteY5"/>
                      <a:gd fmla="*/ 1223 w 9138" name="connsiteX6"/>
                      <a:gd fmla="*/ 23339 h 23680" name="connsiteY6"/>
                      <a:gd fmla="*/ 2418 w 9138" name="connsiteX7"/>
                      <a:gd fmla="*/ 23638 h 23680" name="connsiteY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b="b" l="l" r="r" t="t"/>
                    <a:pathLst>
                      <a:path h="23680" w="9138">
                        <a:moveTo>
                          <a:pt x="2418" y="23681"/>
                        </a:moveTo>
                        <a:cubicBezTo>
                          <a:pt x="3272" y="23681"/>
                          <a:pt x="4083" y="23254"/>
                          <a:pt x="4509" y="22443"/>
                        </a:cubicBezTo>
                        <a:cubicBezTo>
                          <a:pt x="11039" y="11006"/>
                          <a:pt x="8777" y="2172"/>
                          <a:pt x="8692" y="1788"/>
                        </a:cubicBezTo>
                        <a:cubicBezTo>
                          <a:pt x="8350" y="508"/>
                          <a:pt x="7028" y="-260"/>
                          <a:pt x="5747" y="81"/>
                        </a:cubicBezTo>
                        <a:cubicBezTo>
                          <a:pt x="4467" y="422"/>
                          <a:pt x="3699" y="1745"/>
                          <a:pt x="4040" y="3026"/>
                        </a:cubicBezTo>
                        <a:cubicBezTo>
                          <a:pt x="4126" y="3324"/>
                          <a:pt x="5833" y="10451"/>
                          <a:pt x="327" y="20053"/>
                        </a:cubicBezTo>
                        <a:cubicBezTo>
                          <a:pt x="-356" y="21206"/>
                          <a:pt x="72" y="22699"/>
                          <a:pt x="1223" y="23339"/>
                        </a:cubicBezTo>
                        <a:cubicBezTo>
                          <a:pt x="1608" y="23553"/>
                          <a:pt x="2034" y="23638"/>
                          <a:pt x="2418" y="23638"/>
                        </a:cubicBezTo>
                        <a:close/>
                      </a:path>
                    </a:pathLst>
                  </a:custGeom>
                  <a:solidFill>
                    <a:srgbClr val="060633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</p:grpSp>
            <p:sp>
              <p:nvSpPr>
                <p:cNvPr descr="561601e7-267f-4416-b672-33e2480042a3" id="266" name="任意多边形: 形状 265">
                  <a:extLst>
                    <a:ext uri="{FF2B5EF4-FFF2-40B4-BE49-F238E27FC236}">
                      <a16:creationId id="{51D4B897-6D27-B193-46AE-88E5EE79539E}"/>
                    </a:ext>
                  </a:extLst>
                </p:cNvPr>
                <p:cNvSpPr/>
                <p:nvPr/>
              </p:nvSpPr>
              <p:spPr>
                <a:xfrm flipV="false" flipH="false">
                  <a:off x="7718590" y="1386221"/>
                  <a:ext cx="36788" cy="17058"/>
                </a:xfrm>
                <a:custGeom>
                  <a:avLst/>
                  <a:gdLst>
                    <a:gd fmla="*/ 1778 w 36788" name="connsiteX0"/>
                    <a:gd fmla="*/ 6973 h 17058" name="connsiteY0"/>
                    <a:gd fmla="*/ 114 w 36788" name="connsiteX1"/>
                    <a:gd fmla="*/ 5223 h 17058" name="connsiteY1"/>
                    <a:gd fmla="*/ 1906 w 36788" name="connsiteX2"/>
                    <a:gd fmla="*/ 1809 h 17058" name="connsiteY2"/>
                    <a:gd fmla="*/ 36217 w 36788" name="connsiteX3"/>
                    <a:gd fmla="*/ 12691 h 17058" name="connsiteY3"/>
                    <a:gd fmla="*/ 35791 w 36788" name="connsiteX4"/>
                    <a:gd fmla="*/ 16532 h 17058" name="connsiteY4"/>
                    <a:gd fmla="*/ 31993 w 36788" name="connsiteX5"/>
                    <a:gd fmla="*/ 16105 h 17058" name="connsiteY5"/>
                    <a:gd fmla="*/ 3485 w 36788" name="connsiteX6"/>
                    <a:gd fmla="*/ 7058 h 17058" name="connsiteY6"/>
                    <a:gd fmla="*/ 1778 w 36788" name="connsiteX7"/>
                    <a:gd fmla="*/ 7015 h 17058" name="connsiteY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b="b" l="l" r="r" t="t"/>
                  <a:pathLst>
                    <a:path h="17058" w="36788">
                      <a:moveTo>
                        <a:pt x="1778" y="6973"/>
                      </a:moveTo>
                      <a:cubicBezTo>
                        <a:pt x="1010" y="6674"/>
                        <a:pt x="370" y="6034"/>
                        <a:pt x="114" y="5223"/>
                      </a:cubicBezTo>
                      <a:cubicBezTo>
                        <a:pt x="-313" y="3772"/>
                        <a:pt x="498" y="2278"/>
                        <a:pt x="1906" y="1809"/>
                      </a:cubicBezTo>
                      <a:cubicBezTo>
                        <a:pt x="2760" y="1553"/>
                        <a:pt x="21793" y="-6257"/>
                        <a:pt x="36217" y="12691"/>
                      </a:cubicBezTo>
                      <a:cubicBezTo>
                        <a:pt x="37114" y="13886"/>
                        <a:pt x="36943" y="15593"/>
                        <a:pt x="35791" y="16532"/>
                      </a:cubicBezTo>
                      <a:cubicBezTo>
                        <a:pt x="34596" y="17471"/>
                        <a:pt x="33145" y="17044"/>
                        <a:pt x="31993" y="16105"/>
                      </a:cubicBezTo>
                      <a:cubicBezTo>
                        <a:pt x="20299" y="6631"/>
                        <a:pt x="4211" y="6845"/>
                        <a:pt x="3485" y="7058"/>
                      </a:cubicBezTo>
                      <a:cubicBezTo>
                        <a:pt x="2888" y="7229"/>
                        <a:pt x="2290" y="7186"/>
                        <a:pt x="1778" y="7015"/>
                      </a:cubicBezTo>
                      <a:close/>
                    </a:path>
                  </a:pathLst>
                </a:custGeom>
                <a:solidFill>
                  <a:srgbClr val="31313B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99da1511-422b-4c38-ae39-6a07e23bb628" id="267" name="任意多边形: 形状 266">
                  <a:extLst>
                    <a:ext uri="{FF2B5EF4-FFF2-40B4-BE49-F238E27FC236}">
                      <a16:creationId id="{A1CA376F-012A-B71D-8D10-16E51FF2DBB9}"/>
                    </a:ext>
                  </a:extLst>
                </p:cNvPr>
                <p:cNvSpPr/>
                <p:nvPr/>
              </p:nvSpPr>
              <p:spPr>
                <a:xfrm flipV="false" flipH="false">
                  <a:off x="7645828" y="1367315"/>
                  <a:ext cx="36788" cy="17058"/>
                </a:xfrm>
                <a:custGeom>
                  <a:avLst/>
                  <a:gdLst>
                    <a:gd fmla="*/ 1778 w 36788" name="connsiteX0"/>
                    <a:gd fmla="*/ 6973 h 17058" name="connsiteY0"/>
                    <a:gd fmla="*/ 114 w 36788" name="connsiteX1"/>
                    <a:gd fmla="*/ 5223 h 17058" name="connsiteY1"/>
                    <a:gd fmla="*/ 1906 w 36788" name="connsiteX2"/>
                    <a:gd fmla="*/ 1809 h 17058" name="connsiteY2"/>
                    <a:gd fmla="*/ 36218 w 36788" name="connsiteX3"/>
                    <a:gd fmla="*/ 12691 h 17058" name="connsiteY3"/>
                    <a:gd fmla="*/ 35791 w 36788" name="connsiteX4"/>
                    <a:gd fmla="*/ 16532 h 17058" name="connsiteY4"/>
                    <a:gd fmla="*/ 31993 w 36788" name="connsiteX5"/>
                    <a:gd fmla="*/ 16105 h 17058" name="connsiteY5"/>
                    <a:gd fmla="*/ 3485 w 36788" name="connsiteX6"/>
                    <a:gd fmla="*/ 7058 h 17058" name="connsiteY6"/>
                    <a:gd fmla="*/ 1778 w 36788" name="connsiteX7"/>
                    <a:gd fmla="*/ 7015 h 17058" name="connsiteY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b="b" l="l" r="r" t="t"/>
                  <a:pathLst>
                    <a:path h="17058" w="36788">
                      <a:moveTo>
                        <a:pt x="1778" y="6973"/>
                      </a:moveTo>
                      <a:cubicBezTo>
                        <a:pt x="1010" y="6674"/>
                        <a:pt x="370" y="6077"/>
                        <a:pt x="114" y="5223"/>
                      </a:cubicBezTo>
                      <a:cubicBezTo>
                        <a:pt x="-313" y="3772"/>
                        <a:pt x="498" y="2278"/>
                        <a:pt x="1906" y="1809"/>
                      </a:cubicBezTo>
                      <a:cubicBezTo>
                        <a:pt x="2760" y="1553"/>
                        <a:pt x="21793" y="-6257"/>
                        <a:pt x="36218" y="12691"/>
                      </a:cubicBezTo>
                      <a:cubicBezTo>
                        <a:pt x="37114" y="13886"/>
                        <a:pt x="36943" y="15593"/>
                        <a:pt x="35791" y="16532"/>
                      </a:cubicBezTo>
                      <a:cubicBezTo>
                        <a:pt x="34596" y="17471"/>
                        <a:pt x="33145" y="17044"/>
                        <a:pt x="31993" y="16105"/>
                      </a:cubicBezTo>
                      <a:cubicBezTo>
                        <a:pt x="20300" y="6631"/>
                        <a:pt x="4211" y="6845"/>
                        <a:pt x="3485" y="7058"/>
                      </a:cubicBezTo>
                      <a:cubicBezTo>
                        <a:pt x="2888" y="7229"/>
                        <a:pt x="2290" y="7186"/>
                        <a:pt x="1778" y="7015"/>
                      </a:cubicBezTo>
                      <a:close/>
                    </a:path>
                  </a:pathLst>
                </a:custGeom>
                <a:solidFill>
                  <a:srgbClr val="31313B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12eeaed5-c2d1-47e5-9d7b-29ece2086433" id="268" name="任意多边形: 形状 267">
                  <a:extLst>
                    <a:ext uri="{FF2B5EF4-FFF2-40B4-BE49-F238E27FC236}">
                      <a16:creationId id="{CCE71637-D7BB-E7BE-834A-411081D0B3D1}"/>
                    </a:ext>
                  </a:extLst>
                </p:cNvPr>
                <p:cNvSpPr/>
                <p:nvPr/>
              </p:nvSpPr>
              <p:spPr>
                <a:xfrm flipV="false" flipH="false">
                  <a:off x="7722132" y="1412644"/>
                  <a:ext cx="17042" cy="23490"/>
                </a:xfrm>
                <a:custGeom>
                  <a:avLst/>
                  <a:gdLst>
                    <a:gd fmla="*/ 17014 w 17042" name="connsiteX0"/>
                    <a:gd fmla="*/ 12215 h 23490" name="connsiteY0"/>
                    <a:gd fmla="*/ 7838 w 17042" name="connsiteX1"/>
                    <a:gd fmla="*/ 23481 h 23490" name="connsiteY1"/>
                    <a:gd fmla="*/ 29 w 17042" name="connsiteX2"/>
                    <a:gd fmla="*/ 11276 h 23490" name="connsiteY2"/>
                    <a:gd fmla="*/ 9204 w 17042" name="connsiteX3"/>
                    <a:gd fmla="*/ 9 h 23490" name="connsiteY3"/>
                    <a:gd fmla="*/ 17014 w 17042" name="connsiteX4"/>
                    <a:gd fmla="*/ 12215 h 23490" name="connsiteY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b="b" l="l" r="r" t="t"/>
                  <a:pathLst>
                    <a:path h="23490" w="17042">
                      <a:moveTo>
                        <a:pt x="17014" y="12215"/>
                      </a:moveTo>
                      <a:cubicBezTo>
                        <a:pt x="16629" y="18701"/>
                        <a:pt x="12533" y="23737"/>
                        <a:pt x="7838" y="23481"/>
                      </a:cubicBezTo>
                      <a:cubicBezTo>
                        <a:pt x="3144" y="23225"/>
                        <a:pt x="-356" y="17762"/>
                        <a:pt x="29" y="11276"/>
                      </a:cubicBezTo>
                      <a:cubicBezTo>
                        <a:pt x="413" y="4789"/>
                        <a:pt x="4510" y="-247"/>
                        <a:pt x="9204" y="9"/>
                      </a:cubicBezTo>
                      <a:cubicBezTo>
                        <a:pt x="13899" y="265"/>
                        <a:pt x="17398" y="5728"/>
                        <a:pt x="17014" y="12215"/>
                      </a:cubicBezTo>
                      <a:close/>
                    </a:path>
                  </a:pathLst>
                </a:custGeom>
                <a:solidFill>
                  <a:srgbClr val="31313B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318d7b79-4017-48a1-8c06-020f4719b14d" id="269" name="任意多边形: 形状 268">
                  <a:extLst>
                    <a:ext uri="{FF2B5EF4-FFF2-40B4-BE49-F238E27FC236}">
                      <a16:creationId id="{9A0FE55D-FC87-6457-137F-4F5AF5915402}"/>
                    </a:ext>
                  </a:extLst>
                </p:cNvPr>
                <p:cNvSpPr/>
                <p:nvPr/>
              </p:nvSpPr>
              <p:spPr>
                <a:xfrm flipV="false" flipH="false">
                  <a:off x="7644931" y="1394678"/>
                  <a:ext cx="17042" cy="23490"/>
                </a:xfrm>
                <a:custGeom>
                  <a:avLst/>
                  <a:gdLst>
                    <a:gd fmla="*/ 17014 w 17042" name="connsiteX0"/>
                    <a:gd fmla="*/ 12215 h 23490" name="connsiteY0"/>
                    <a:gd fmla="*/ 7839 w 17042" name="connsiteX1"/>
                    <a:gd fmla="*/ 23481 h 23490" name="connsiteY1"/>
                    <a:gd fmla="*/ 29 w 17042" name="connsiteX2"/>
                    <a:gd fmla="*/ 11276 h 23490" name="connsiteY2"/>
                    <a:gd fmla="*/ 9204 w 17042" name="connsiteX3"/>
                    <a:gd fmla="*/ 9 h 23490" name="connsiteY3"/>
                    <a:gd fmla="*/ 17014 w 17042" name="connsiteX4"/>
                    <a:gd fmla="*/ 12215 h 23490" name="connsiteY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b="b" l="l" r="r" t="t"/>
                  <a:pathLst>
                    <a:path h="23490" w="17042">
                      <a:moveTo>
                        <a:pt x="17014" y="12215"/>
                      </a:moveTo>
                      <a:cubicBezTo>
                        <a:pt x="16630" y="18701"/>
                        <a:pt x="12533" y="23737"/>
                        <a:pt x="7839" y="23481"/>
                      </a:cubicBezTo>
                      <a:cubicBezTo>
                        <a:pt x="3144" y="23225"/>
                        <a:pt x="-355" y="17762"/>
                        <a:pt x="29" y="11276"/>
                      </a:cubicBezTo>
                      <a:cubicBezTo>
                        <a:pt x="413" y="4789"/>
                        <a:pt x="4510" y="-247"/>
                        <a:pt x="9204" y="9"/>
                      </a:cubicBezTo>
                      <a:cubicBezTo>
                        <a:pt x="13898" y="265"/>
                        <a:pt x="17398" y="5728"/>
                        <a:pt x="17014" y="12215"/>
                      </a:cubicBezTo>
                      <a:close/>
                    </a:path>
                  </a:pathLst>
                </a:custGeom>
                <a:solidFill>
                  <a:srgbClr val="31313B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5dcc3e96-8c50-4ef0-8fba-f57fbd8b0fbf" id="270" name="任意多边形: 形状 269">
                  <a:extLst>
                    <a:ext uri="{FF2B5EF4-FFF2-40B4-BE49-F238E27FC236}">
                      <a16:creationId id="{A81EA50B-A7A7-F094-3325-C7258F146D9C}"/>
                    </a:ext>
                  </a:extLst>
                </p:cNvPr>
                <p:cNvSpPr/>
                <p:nvPr/>
              </p:nvSpPr>
              <p:spPr>
                <a:xfrm flipV="false" flipH="false">
                  <a:off x="7782015" y="1436576"/>
                  <a:ext cx="56915" cy="47398"/>
                </a:xfrm>
                <a:custGeom>
                  <a:avLst/>
                  <a:gdLst>
                    <a:gd fmla="*/ 37831 w 56915" name="connsiteX0"/>
                    <a:gd fmla="*/ 43420 h 47398" name="connsiteY0"/>
                    <a:gd fmla="*/ 1386 w 56915" name="connsiteX1"/>
                    <a:gd fmla="*/ 36848 h 47398" name="connsiteY1"/>
                    <a:gd fmla="*/ 18840 w 56915" name="connsiteX2"/>
                    <a:gd fmla="*/ 4073 h 47398" name="connsiteY2"/>
                    <a:gd fmla="*/ 55285 w 56915" name="connsiteX3"/>
                    <a:gd fmla="*/ 10645 h 47398" name="connsiteY3"/>
                    <a:gd fmla="*/ 37831 w 56915" name="connsiteX4"/>
                    <a:gd fmla="*/ 43420 h 47398" name="connsiteY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b="b" l="l" r="r" t="t"/>
                  <a:pathLst>
                    <a:path h="47398" w="56915">
                      <a:moveTo>
                        <a:pt x="37831" y="43420"/>
                      </a:moveTo>
                      <a:cubicBezTo>
                        <a:pt x="22937" y="50675"/>
                        <a:pt x="6635" y="47730"/>
                        <a:pt x="1386" y="36848"/>
                      </a:cubicBezTo>
                      <a:cubicBezTo>
                        <a:pt x="-3863" y="25965"/>
                        <a:pt x="6635" y="10218"/>
                        <a:pt x="18840" y="4073"/>
                      </a:cubicBezTo>
                      <a:cubicBezTo>
                        <a:pt x="33606" y="-3396"/>
                        <a:pt x="50036" y="-238"/>
                        <a:pt x="55285" y="10645"/>
                      </a:cubicBezTo>
                      <a:cubicBezTo>
                        <a:pt x="60534" y="21527"/>
                        <a:pt x="52682" y="36207"/>
                        <a:pt x="37831" y="434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d87020bf-5d60-460a-94c2-95bd447878e1" id="271" name="任意多边形: 形状 270">
                  <a:extLst>
                    <a:ext uri="{FF2B5EF4-FFF2-40B4-BE49-F238E27FC236}">
                      <a16:creationId id="{D4BCFF34-34B9-5C65-FE54-8AF8D67EE268}"/>
                    </a:ext>
                  </a:extLst>
                </p:cNvPr>
                <p:cNvSpPr/>
                <p:nvPr/>
              </p:nvSpPr>
              <p:spPr>
                <a:xfrm flipV="false" flipH="false">
                  <a:off x="7670902" y="1446870"/>
                  <a:ext cx="15485" cy="13879"/>
                </a:xfrm>
                <a:custGeom>
                  <a:avLst/>
                  <a:gdLst>
                    <a:gd fmla="*/ 13191 w 15485" name="connsiteX0"/>
                    <a:gd fmla="*/ 13836 h 13879" name="connsiteY0"/>
                    <a:gd fmla="*/ 15325 w 15485" name="connsiteX1"/>
                    <a:gd fmla="*/ 12385 h 13879" name="connsiteY1"/>
                    <a:gd fmla="*/ 14002 w 15485" name="connsiteX2"/>
                    <a:gd fmla="*/ 9398 h 13879" name="connsiteY2"/>
                    <a:gd fmla="*/ 4485 w 15485" name="connsiteX3"/>
                    <a:gd fmla="*/ 1503 h 13879" name="connsiteY3"/>
                    <a:gd fmla="*/ 1541 w 15485" name="connsiteX4"/>
                    <a:gd fmla="*/ 138 h 13879" name="connsiteY4"/>
                    <a:gd fmla="*/ 132 w 15485" name="connsiteX5"/>
                    <a:gd fmla="*/ 3082 h 13879" name="connsiteY5"/>
                    <a:gd fmla="*/ 12295 w 15485" name="connsiteX6"/>
                    <a:gd fmla="*/ 13708 h 13879" name="connsiteY6"/>
                    <a:gd fmla="*/ 13149 w 15485" name="connsiteX7"/>
                    <a:gd fmla="*/ 13879 h 13879" name="connsiteY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b="b" l="l" r="r" t="t"/>
                  <a:pathLst>
                    <a:path h="13879" w="15485">
                      <a:moveTo>
                        <a:pt x="13191" y="13836"/>
                      </a:moveTo>
                      <a:cubicBezTo>
                        <a:pt x="14130" y="13836"/>
                        <a:pt x="14984" y="13282"/>
                        <a:pt x="15325" y="12385"/>
                      </a:cubicBezTo>
                      <a:cubicBezTo>
                        <a:pt x="15795" y="11191"/>
                        <a:pt x="15197" y="9868"/>
                        <a:pt x="14002" y="9398"/>
                      </a:cubicBezTo>
                      <a:cubicBezTo>
                        <a:pt x="6406" y="6411"/>
                        <a:pt x="4571" y="1717"/>
                        <a:pt x="4485" y="1503"/>
                      </a:cubicBezTo>
                      <a:cubicBezTo>
                        <a:pt x="4059" y="308"/>
                        <a:pt x="2736" y="-289"/>
                        <a:pt x="1541" y="138"/>
                      </a:cubicBezTo>
                      <a:cubicBezTo>
                        <a:pt x="346" y="564"/>
                        <a:pt x="-294" y="1845"/>
                        <a:pt x="132" y="3082"/>
                      </a:cubicBezTo>
                      <a:cubicBezTo>
                        <a:pt x="218" y="3338"/>
                        <a:pt x="2608" y="9910"/>
                        <a:pt x="12295" y="13708"/>
                      </a:cubicBezTo>
                      <a:cubicBezTo>
                        <a:pt x="12594" y="13836"/>
                        <a:pt x="12850" y="13879"/>
                        <a:pt x="13149" y="13879"/>
                      </a:cubicBezTo>
                      <a:close/>
                    </a:path>
                  </a:pathLst>
                </a:custGeom>
                <a:solidFill>
                  <a:srgbClr val="31313B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grpSp>
              <p:nvGrpSpPr>
                <p:cNvPr descr="95833b0e-74cf-49e6-bec4-fa1adb57d6cf" id="272" name="图形 6643">
                  <a:extLst>
                    <a:ext uri="{FF2B5EF4-FFF2-40B4-BE49-F238E27FC236}">
                      <a16:creationId id="{7B929328-B916-7A9B-8D68-5AABBEBB1145}"/>
                    </a:ext>
                  </a:extLst>
                </p:cNvPr>
                <p:cNvGrpSpPr/>
                <p:nvPr/>
              </p:nvGrpSpPr>
              <p:grpSpPr>
                <a:xfrm>
                  <a:off x="7547451" y="1118940"/>
                  <a:ext cx="440120" cy="276063"/>
                  <a:chOff x="7547451" y="1118940"/>
                  <a:chExt cx="440120" cy="276063"/>
                </a:xfrm>
              </p:grpSpPr>
              <p:sp>
                <p:nvSpPr>
                  <p:cNvPr descr="716faedc-5e35-4136-9d2f-973a65abacfa" id="298" name="任意多边形: 形状 297">
                    <a:extLst>
                      <a:ext uri="{FF2B5EF4-FFF2-40B4-BE49-F238E27FC236}">
                        <a16:creationId id="{EA004F4D-5B1C-381E-924C-B679088AB8A8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7547451" y="1251510"/>
                    <a:ext cx="378613" cy="143493"/>
                  </a:xfrm>
                  <a:custGeom>
                    <a:avLst/>
                    <a:gdLst>
                      <a:gd fmla="*/ 378571 w 378613" name="connsiteX0"/>
                      <a:gd fmla="*/ 139251 h 143493" name="connsiteY0"/>
                      <a:gd fmla="*/ 108050 w 378613" name="connsiteX1"/>
                      <a:gd fmla="*/ 110061 h 143493" name="connsiteY1"/>
                      <a:gd fmla="*/ 11517 w 378613" name="connsiteX2"/>
                      <a:gd fmla="*/ 10242 h 143493" name="connsiteY2"/>
                      <a:gd fmla="*/ 50053 w 378613" name="connsiteX3"/>
                      <a:gd fmla="*/ 0 h 143493" name="connsiteY3"/>
                      <a:gd fmla="*/ 378614 w 378613" name="connsiteX4"/>
                      <a:gd fmla="*/ 139251 h 143493" name="connsiteY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b="b" l="l" r="r" t="t"/>
                    <a:pathLst>
                      <a:path h="143493" w="378613">
                        <a:moveTo>
                          <a:pt x="378571" y="139251"/>
                        </a:moveTo>
                        <a:cubicBezTo>
                          <a:pt x="378571" y="139251"/>
                          <a:pt x="241113" y="159906"/>
                          <a:pt x="108050" y="110061"/>
                        </a:cubicBezTo>
                        <a:cubicBezTo>
                          <a:pt x="-25014" y="60215"/>
                          <a:pt x="-4102" y="19631"/>
                          <a:pt x="11517" y="10242"/>
                        </a:cubicBezTo>
                        <a:cubicBezTo>
                          <a:pt x="27136" y="896"/>
                          <a:pt x="50053" y="0"/>
                          <a:pt x="50053" y="0"/>
                        </a:cubicBezTo>
                        <a:lnTo>
                          <a:pt x="378614" y="139251"/>
                        </a:lnTo>
                        <a:close/>
                      </a:path>
                    </a:pathLst>
                  </a:custGeom>
                  <a:solidFill>
                    <a:srgbClr val="EDAB6C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43d4e1cb-7154-4c38-a358-b50f6103734f" id="299" name="任意多边形: 形状 298">
                    <a:extLst>
                      <a:ext uri="{FF2B5EF4-FFF2-40B4-BE49-F238E27FC236}">
                        <a16:creationId id="{A71EB18C-BEC0-E179-FA34-59C3B8F36985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7597547" y="1118940"/>
                    <a:ext cx="390024" cy="273984"/>
                  </a:xfrm>
                  <a:custGeom>
                    <a:avLst/>
                    <a:gdLst>
                      <a:gd fmla="*/ 380241 w 390024" name="connsiteX0"/>
                      <a:gd fmla="*/ 273400 h 273984" name="connsiteY0"/>
                      <a:gd fmla="*/ 98624 w 390024" name="connsiteX1"/>
                      <a:gd fmla="*/ 194279 h 273984" name="connsiteY1"/>
                      <a:gd fmla="*/ 0 w 390024" name="connsiteX2"/>
                      <a:gd fmla="*/ 132612 h 273984" name="connsiteY2"/>
                      <a:gd fmla="*/ 312088 w 390024" name="connsiteX3"/>
                      <a:gd fmla="*/ 26520 h 273984" name="connsiteY3"/>
                      <a:gd fmla="*/ 380284 w 390024" name="connsiteX4"/>
                      <a:gd fmla="*/ 273443 h 273984" name="connsiteY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b="b" l="l" r="r" t="t"/>
                    <a:pathLst>
                      <a:path h="273984" w="390024">
                        <a:moveTo>
                          <a:pt x="380241" y="273400"/>
                        </a:moveTo>
                        <a:cubicBezTo>
                          <a:pt x="380241" y="273400"/>
                          <a:pt x="268729" y="285989"/>
                          <a:pt x="98624" y="194279"/>
                        </a:cubicBezTo>
                        <a:cubicBezTo>
                          <a:pt x="98624" y="194279"/>
                          <a:pt x="29062" y="156298"/>
                          <a:pt x="0" y="132612"/>
                        </a:cubicBezTo>
                        <a:cubicBezTo>
                          <a:pt x="0" y="132612"/>
                          <a:pt x="121626" y="-71207"/>
                          <a:pt x="312088" y="26520"/>
                        </a:cubicBezTo>
                        <a:cubicBezTo>
                          <a:pt x="369060" y="55753"/>
                          <a:pt x="409475" y="131631"/>
                          <a:pt x="380284" y="273443"/>
                        </a:cubicBezTo>
                        <a:close/>
                      </a:path>
                    </a:pathLst>
                  </a:custGeom>
                  <a:solidFill>
                    <a:srgbClr val="FFD47D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6e8d1587-96fc-4ad8-95d8-f60aa3dff190" id="300" name="任意多边形: 形状 299">
                    <a:extLst>
                      <a:ext uri="{FF2B5EF4-FFF2-40B4-BE49-F238E27FC236}">
                        <a16:creationId id="{DAB2DB05-A5D7-E30C-B2B1-542B7B9C0D2B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7741523" y="1200233"/>
                    <a:ext cx="219963" cy="126812"/>
                  </a:xfrm>
                  <a:custGeom>
                    <a:avLst/>
                    <a:gdLst>
                      <a:gd fmla="*/ 6968 w 219963" name="connsiteX0"/>
                      <a:gd fmla="*/ 126813 h 126812" name="connsiteY0"/>
                      <a:gd fmla="*/ 13412 w 219963" name="connsiteX1"/>
                      <a:gd fmla="*/ 122417 h 126812" name="connsiteY1"/>
                      <a:gd fmla="*/ 104525 w 219963" name="connsiteX2"/>
                      <a:gd fmla="*/ 22983 h 126812" name="connsiteY2"/>
                      <a:gd fmla="*/ 210276 w 219963" name="connsiteX3"/>
                      <a:gd fmla="*/ 27464 h 126812" name="connsiteY3"/>
                      <a:gd fmla="*/ 219408 w 219963" name="connsiteX4"/>
                      <a:gd fmla="*/ 23836 h 126812" name="connsiteY4"/>
                      <a:gd fmla="*/ 215781 w 219963" name="connsiteX5"/>
                      <a:gd fmla="*/ 14704 h 126812" name="connsiteY5"/>
                      <a:gd fmla="*/ 99106 w 219963" name="connsiteX6"/>
                      <a:gd fmla="*/ 10180 h 126812" name="connsiteY6"/>
                      <a:gd fmla="*/ 481 w 219963" name="connsiteX7"/>
                      <a:gd fmla="*/ 117339 h 126812" name="connsiteY7"/>
                      <a:gd fmla="*/ 4408 w 219963" name="connsiteX8"/>
                      <a:gd fmla="*/ 126301 h 126812" name="connsiteY8"/>
                      <a:gd fmla="*/ 6925 w 219963" name="connsiteX9"/>
                      <a:gd fmla="*/ 126770 h 126812" name="connsiteY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b="b" l="l" r="r" t="t"/>
                    <a:pathLst>
                      <a:path h="126812" w="219963">
                        <a:moveTo>
                          <a:pt x="6968" y="126813"/>
                        </a:moveTo>
                        <a:cubicBezTo>
                          <a:pt x="9742" y="126813"/>
                          <a:pt x="12345" y="125149"/>
                          <a:pt x="13412" y="122417"/>
                        </a:cubicBezTo>
                        <a:cubicBezTo>
                          <a:pt x="13711" y="121692"/>
                          <a:pt x="42816" y="48759"/>
                          <a:pt x="104525" y="22983"/>
                        </a:cubicBezTo>
                        <a:cubicBezTo>
                          <a:pt x="136575" y="9582"/>
                          <a:pt x="172167" y="11076"/>
                          <a:pt x="210276" y="27464"/>
                        </a:cubicBezTo>
                        <a:cubicBezTo>
                          <a:pt x="213818" y="28957"/>
                          <a:pt x="217872" y="27336"/>
                          <a:pt x="219408" y="23836"/>
                        </a:cubicBezTo>
                        <a:cubicBezTo>
                          <a:pt x="220902" y="20294"/>
                          <a:pt x="219280" y="16240"/>
                          <a:pt x="215781" y="14704"/>
                        </a:cubicBezTo>
                        <a:cubicBezTo>
                          <a:pt x="174044" y="-3263"/>
                          <a:pt x="134782" y="-4757"/>
                          <a:pt x="99106" y="10180"/>
                        </a:cubicBezTo>
                        <a:cubicBezTo>
                          <a:pt x="31933" y="38303"/>
                          <a:pt x="1762" y="114138"/>
                          <a:pt x="481" y="117339"/>
                        </a:cubicBezTo>
                        <a:cubicBezTo>
                          <a:pt x="-927" y="120924"/>
                          <a:pt x="866" y="124935"/>
                          <a:pt x="4408" y="126301"/>
                        </a:cubicBezTo>
                        <a:cubicBezTo>
                          <a:pt x="5219" y="126642"/>
                          <a:pt x="6072" y="126770"/>
                          <a:pt x="6925" y="126770"/>
                        </a:cubicBezTo>
                        <a:close/>
                      </a:path>
                    </a:pathLst>
                  </a:custGeom>
                  <a:solidFill>
                    <a:srgbClr val="EDAB6C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sp>
                <p:nvSpPr>
                  <p:cNvPr descr="14dbab0a-e455-487e-a2ee-00d823f949ca" id="301" name="任意多边形: 形状 300">
                    <a:extLst>
                      <a:ext uri="{FF2B5EF4-FFF2-40B4-BE49-F238E27FC236}">
                        <a16:creationId id="{034A5B2F-D16D-3D7A-3EE3-6BA4E1DB554C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7625966" y="1131443"/>
                    <a:ext cx="226344" cy="125017"/>
                  </a:xfrm>
                  <a:custGeom>
                    <a:avLst/>
                    <a:gdLst>
                      <a:gd fmla="*/ 6960 w 226344" name="connsiteX0"/>
                      <a:gd fmla="*/ 124975 h 125017" name="connsiteY0"/>
                      <a:gd fmla="*/ 12977 w 226344" name="connsiteX1"/>
                      <a:gd fmla="*/ 121475 h 125017" name="connsiteY1"/>
                      <a:gd fmla="*/ 218418 w 226344" name="connsiteX2"/>
                      <a:gd fmla="*/ 15895 h 125017" name="connsiteY2"/>
                      <a:gd fmla="*/ 226271 w 226344" name="connsiteX3"/>
                      <a:gd fmla="*/ 10049 h 125017" name="connsiteY3"/>
                      <a:gd fmla="*/ 220424 w 226344" name="connsiteX4"/>
                      <a:gd fmla="*/ 2197 h 125017" name="connsiteY4"/>
                      <a:gd fmla="*/ 900 w 226344" name="connsiteX5"/>
                      <a:gd fmla="*/ 114647 h 125017" name="connsiteY5"/>
                      <a:gd fmla="*/ 3503 w 226344" name="connsiteX6"/>
                      <a:gd fmla="*/ 124121 h 125017" name="connsiteY6"/>
                      <a:gd fmla="*/ 6917 w 226344" name="connsiteX7"/>
                      <a:gd fmla="*/ 125017 h 125017" name="connsiteY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b="b" l="l" r="r" t="t"/>
                    <a:pathLst>
                      <a:path h="125017" w="226344">
                        <a:moveTo>
                          <a:pt x="6960" y="124975"/>
                        </a:moveTo>
                        <a:cubicBezTo>
                          <a:pt x="9350" y="124975"/>
                          <a:pt x="11697" y="123694"/>
                          <a:pt x="12977" y="121475"/>
                        </a:cubicBezTo>
                        <a:cubicBezTo>
                          <a:pt x="13703" y="120238"/>
                          <a:pt x="85953" y="-3394"/>
                          <a:pt x="218418" y="15895"/>
                        </a:cubicBezTo>
                        <a:cubicBezTo>
                          <a:pt x="222259" y="16408"/>
                          <a:pt x="225716" y="13804"/>
                          <a:pt x="226271" y="10049"/>
                        </a:cubicBezTo>
                        <a:cubicBezTo>
                          <a:pt x="226826" y="6251"/>
                          <a:pt x="224180" y="2751"/>
                          <a:pt x="220424" y="2197"/>
                        </a:cubicBezTo>
                        <a:cubicBezTo>
                          <a:pt x="78399" y="-18459"/>
                          <a:pt x="1668" y="113324"/>
                          <a:pt x="900" y="114647"/>
                        </a:cubicBezTo>
                        <a:cubicBezTo>
                          <a:pt x="-978" y="117976"/>
                          <a:pt x="175" y="122201"/>
                          <a:pt x="3503" y="124121"/>
                        </a:cubicBezTo>
                        <a:cubicBezTo>
                          <a:pt x="4570" y="124719"/>
                          <a:pt x="5765" y="125017"/>
                          <a:pt x="6917" y="125017"/>
                        </a:cubicBezTo>
                        <a:close/>
                      </a:path>
                    </a:pathLst>
                  </a:custGeom>
                  <a:solidFill>
                    <a:srgbClr val="EDAB6C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</p:grpSp>
            <p:sp>
              <p:nvSpPr>
                <p:cNvPr descr="f5b22fba-3a3b-4b04-b538-0f503cd46936" id="273" name="任意多边形: 形状 272">
                  <a:extLst>
                    <a:ext uri="{FF2B5EF4-FFF2-40B4-BE49-F238E27FC236}">
                      <a16:creationId id="{0D2E8E15-BDB5-685F-5E3D-DB343687A1E1}"/>
                    </a:ext>
                  </a:extLst>
                </p:cNvPr>
                <p:cNvSpPr/>
                <p:nvPr/>
              </p:nvSpPr>
              <p:spPr>
                <a:xfrm flipV="false" flipH="false">
                  <a:off x="7336243" y="1874448"/>
                  <a:ext cx="768462" cy="891027"/>
                </a:xfrm>
                <a:custGeom>
                  <a:avLst/>
                  <a:gdLst>
                    <a:gd fmla="*/ 0 w 768462" name="connsiteX0"/>
                    <a:gd fmla="*/ 779687 h 891027" name="connsiteY0"/>
                    <a:gd fmla="*/ 109164 w 768462" name="connsiteX1"/>
                    <a:gd fmla="*/ 63331 h 891027" name="connsiteY1"/>
                    <a:gd fmla="*/ 121797 w 768462" name="connsiteX2"/>
                    <a:gd fmla="*/ 0 h 891027" name="connsiteY2"/>
                    <a:gd fmla="*/ 285202 w 768462" name="connsiteX3"/>
                    <a:gd fmla="*/ 11693 h 891027" name="connsiteY3"/>
                    <a:gd fmla="*/ 374096 w 768462" name="connsiteX4"/>
                    <a:gd fmla="*/ 195839 h 891027" name="connsiteY4"/>
                    <a:gd fmla="*/ 768463 w 768462" name="connsiteX5"/>
                    <a:gd fmla="*/ 379004 h 891027" name="connsiteY5"/>
                    <a:gd fmla="*/ 739828 w 768462" name="connsiteX6"/>
                    <a:gd fmla="*/ 891028 h 891027" name="connsiteY6"/>
                    <a:gd fmla="*/ 0 w 768462" name="connsiteX7"/>
                    <a:gd fmla="*/ 779687 h 891027" name="connsiteY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b="b" l="l" r="r" t="t"/>
                  <a:pathLst>
                    <a:path h="891027" w="768462">
                      <a:moveTo>
                        <a:pt x="0" y="779687"/>
                      </a:moveTo>
                      <a:cubicBezTo>
                        <a:pt x="3115" y="764025"/>
                        <a:pt x="109164" y="63331"/>
                        <a:pt x="109164" y="63331"/>
                      </a:cubicBezTo>
                      <a:lnTo>
                        <a:pt x="121797" y="0"/>
                      </a:lnTo>
                      <a:lnTo>
                        <a:pt x="285202" y="11693"/>
                      </a:lnTo>
                      <a:cubicBezTo>
                        <a:pt x="285202" y="11693"/>
                        <a:pt x="322416" y="151243"/>
                        <a:pt x="374096" y="195839"/>
                      </a:cubicBezTo>
                      <a:cubicBezTo>
                        <a:pt x="425734" y="240435"/>
                        <a:pt x="578214" y="414211"/>
                        <a:pt x="768463" y="379004"/>
                      </a:cubicBezTo>
                      <a:lnTo>
                        <a:pt x="739828" y="891028"/>
                      </a:lnTo>
                      <a:lnTo>
                        <a:pt x="0" y="779687"/>
                      </a:lnTo>
                      <a:close/>
                    </a:path>
                  </a:pathLst>
                </a:custGeom>
                <a:solidFill>
                  <a:srgbClr val="FFD47D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ecaad0e4-9ba0-40f5-9e59-625da4c5d829" id="274" name="任意多边形: 形状 273">
                  <a:extLst>
                    <a:ext uri="{FF2B5EF4-FFF2-40B4-BE49-F238E27FC236}">
                      <a16:creationId id="{3E606525-572D-44D5-5441-78C4B8681394}"/>
                    </a:ext>
                  </a:extLst>
                </p:cNvPr>
                <p:cNvSpPr/>
                <p:nvPr/>
              </p:nvSpPr>
              <p:spPr>
                <a:xfrm flipV="false" flipH="false">
                  <a:off x="7150402" y="2393599"/>
                  <a:ext cx="977178" cy="216366"/>
                </a:xfrm>
                <a:custGeom>
                  <a:avLst/>
                  <a:gdLst>
                    <a:gd fmla="*/ 145385 w 977178" name="connsiteX0"/>
                    <a:gd fmla="*/ 216366 h 216366" name="connsiteY0"/>
                    <a:gd fmla="*/ 8182 w 977178" name="connsiteX1"/>
                    <a:gd fmla="*/ 207831 h 216366" name="connsiteY1"/>
                    <a:gd fmla="*/ 73 w 977178" name="connsiteX2"/>
                    <a:gd fmla="*/ 197290 h 216366" name="connsiteY2"/>
                    <a:gd fmla="*/ 10615 w 977178" name="connsiteX3"/>
                    <a:gd fmla="*/ 189182 h 216366" name="connsiteY3"/>
                    <a:gd fmla="*/ 963778 w 977178" name="connsiteX4"/>
                    <a:gd fmla="*/ 896 h 216366" name="connsiteY4"/>
                    <a:gd fmla="*/ 976282 w 977178" name="connsiteX5"/>
                    <a:gd fmla="*/ 5420 h 216366" name="connsiteY5"/>
                    <a:gd fmla="*/ 971759 w 977178" name="connsiteX6"/>
                    <a:gd fmla="*/ 17924 h 216366" name="connsiteY6"/>
                    <a:gd fmla="*/ 653994 w 977178" name="connsiteX7"/>
                    <a:gd fmla="*/ 134343 h 216366" name="connsiteY7"/>
                    <a:gd fmla="*/ 145385 w 977178" name="connsiteX8"/>
                    <a:gd fmla="*/ 216366 h 216366" name="connsiteY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b="b" l="l" r="r" t="t"/>
                  <a:pathLst>
                    <a:path h="216366" w="977178">
                      <a:moveTo>
                        <a:pt x="145385" y="216366"/>
                      </a:moveTo>
                      <a:cubicBezTo>
                        <a:pt x="99209" y="216366"/>
                        <a:pt x="53248" y="213763"/>
                        <a:pt x="8182" y="207831"/>
                      </a:cubicBezTo>
                      <a:cubicBezTo>
                        <a:pt x="3061" y="207148"/>
                        <a:pt x="-567" y="202454"/>
                        <a:pt x="73" y="197290"/>
                      </a:cubicBezTo>
                      <a:cubicBezTo>
                        <a:pt x="756" y="192127"/>
                        <a:pt x="5493" y="188542"/>
                        <a:pt x="10615" y="189182"/>
                      </a:cubicBezTo>
                      <a:cubicBezTo>
                        <a:pt x="437031" y="245130"/>
                        <a:pt x="958529" y="3329"/>
                        <a:pt x="963778" y="896"/>
                      </a:cubicBezTo>
                      <a:cubicBezTo>
                        <a:pt x="968473" y="-1323"/>
                        <a:pt x="974063" y="726"/>
                        <a:pt x="976282" y="5420"/>
                      </a:cubicBezTo>
                      <a:cubicBezTo>
                        <a:pt x="978501" y="10114"/>
                        <a:pt x="976453" y="15705"/>
                        <a:pt x="971759" y="17924"/>
                      </a:cubicBezTo>
                      <a:cubicBezTo>
                        <a:pt x="970435" y="18564"/>
                        <a:pt x="837885" y="80359"/>
                        <a:pt x="653994" y="134343"/>
                      </a:cubicBezTo>
                      <a:cubicBezTo>
                        <a:pt x="517944" y="174288"/>
                        <a:pt x="330555" y="216366"/>
                        <a:pt x="145385" y="216366"/>
                      </a:cubicBezTo>
                      <a:close/>
                    </a:path>
                  </a:pathLst>
                </a:custGeom>
                <a:solidFill>
                  <a:srgbClr val="31313B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bf17f6df-1276-49bd-ba0e-66e2979d2657" id="275" name="任意多边形: 形状 274">
                  <a:extLst>
                    <a:ext uri="{FF2B5EF4-FFF2-40B4-BE49-F238E27FC236}">
                      <a16:creationId id="{FF9947A8-A4CC-5C9A-21F6-968803E091EB}"/>
                    </a:ext>
                  </a:extLst>
                </p:cNvPr>
                <p:cNvSpPr/>
                <p:nvPr/>
              </p:nvSpPr>
              <p:spPr>
                <a:xfrm flipV="false" flipH="false">
                  <a:off x="6665935" y="2337950"/>
                  <a:ext cx="1410641" cy="570916"/>
                </a:xfrm>
                <a:custGeom>
                  <a:avLst/>
                  <a:gdLst>
                    <a:gd fmla="*/ 0 w 1410641" name="connsiteX0"/>
                    <a:gd fmla="*/ 65081 h 570916" name="connsiteY0"/>
                    <a:gd fmla="*/ 1335880 w 1410641" name="connsiteX1"/>
                    <a:gd fmla="*/ 570917 h 570916" name="connsiteY1"/>
                    <a:gd fmla="*/ 1408685 w 1410641" name="connsiteX2"/>
                    <a:gd fmla="*/ 378748 h 570916" name="connsiteY2"/>
                    <a:gd fmla="*/ 43 w 1410641" name="connsiteX3"/>
                    <a:gd fmla="*/ 0 h 570916" name="connsiteY3"/>
                    <a:gd fmla="*/ 43 w 1410641" name="connsiteX4"/>
                    <a:gd fmla="*/ 65081 h 570916" name="connsiteY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b="b" l="l" r="r" t="t"/>
                  <a:pathLst>
                    <a:path h="570916" w="1410641">
                      <a:moveTo>
                        <a:pt x="0" y="65081"/>
                      </a:moveTo>
                      <a:cubicBezTo>
                        <a:pt x="0" y="65081"/>
                        <a:pt x="880444" y="557132"/>
                        <a:pt x="1335880" y="570917"/>
                      </a:cubicBezTo>
                      <a:cubicBezTo>
                        <a:pt x="1335880" y="570917"/>
                        <a:pt x="1424817" y="519706"/>
                        <a:pt x="1408685" y="378748"/>
                      </a:cubicBezTo>
                      <a:cubicBezTo>
                        <a:pt x="1408685" y="378748"/>
                        <a:pt x="664078" y="359245"/>
                        <a:pt x="43" y="0"/>
                      </a:cubicBezTo>
                      <a:lnTo>
                        <a:pt x="43" y="65081"/>
                      </a:lnTo>
                      <a:close/>
                    </a:path>
                  </a:pathLst>
                </a:custGeom>
                <a:solidFill>
                  <a:srgbClr val="ED856C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f4fa3ece-74ed-4ba8-a3f3-205244e15197" id="276" name="任意多边形: 形状 275">
                  <a:extLst>
                    <a:ext uri="{FF2B5EF4-FFF2-40B4-BE49-F238E27FC236}">
                      <a16:creationId id="{25862932-5B30-EEE5-A2CB-49D4C8CDE928}"/>
                    </a:ext>
                  </a:extLst>
                </p:cNvPr>
                <p:cNvSpPr/>
                <p:nvPr/>
              </p:nvSpPr>
              <p:spPr>
                <a:xfrm flipV="false" flipH="false">
                  <a:off x="7147103" y="1855362"/>
                  <a:ext cx="781644" cy="563478"/>
                </a:xfrm>
                <a:custGeom>
                  <a:avLst/>
                  <a:gdLst>
                    <a:gd fmla="*/ 781096 w 781644" name="connsiteX0"/>
                    <a:gd fmla="*/ 145834 h 563478" name="connsiteY0"/>
                    <a:gd fmla="*/ 528796 w 781644" name="connsiteX1"/>
                    <a:gd fmla="*/ 556716 h 563478" name="connsiteY1"/>
                    <a:gd fmla="*/ 1 w 781644" name="connsiteX2"/>
                    <a:gd fmla="*/ 161709 h 563478" name="connsiteY2"/>
                    <a:gd fmla="*/ 96406 w 781644" name="connsiteX3"/>
                    <a:gd fmla="*/ 92617 h 563478" name="connsiteY3"/>
                    <a:gd fmla="*/ 426162 w 781644" name="connsiteX4"/>
                    <a:gd fmla="*/ 272367 h 563478" name="connsiteY4"/>
                    <a:gd fmla="*/ 552780 w 781644" name="connsiteX5"/>
                    <a:gd fmla="*/ 53 h 563478" name="connsiteY5"/>
                    <a:gd fmla="*/ 781096 w 781644" name="connsiteX6"/>
                    <a:gd fmla="*/ 145834 h 563478" name="connsiteY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b="b" l="l" r="r" t="t"/>
                  <a:pathLst>
                    <a:path h="563478" w="781644">
                      <a:moveTo>
                        <a:pt x="781096" y="145834"/>
                      </a:moveTo>
                      <a:cubicBezTo>
                        <a:pt x="781096" y="145834"/>
                        <a:pt x="697409" y="490483"/>
                        <a:pt x="528796" y="556716"/>
                      </a:cubicBezTo>
                      <a:cubicBezTo>
                        <a:pt x="360184" y="622949"/>
                        <a:pt x="-725" y="181340"/>
                        <a:pt x="1" y="161709"/>
                      </a:cubicBezTo>
                      <a:cubicBezTo>
                        <a:pt x="726" y="142078"/>
                        <a:pt x="77159" y="96159"/>
                        <a:pt x="96406" y="92617"/>
                      </a:cubicBezTo>
                      <a:cubicBezTo>
                        <a:pt x="115652" y="89075"/>
                        <a:pt x="406189" y="325798"/>
                        <a:pt x="426162" y="272367"/>
                      </a:cubicBezTo>
                      <a:cubicBezTo>
                        <a:pt x="446133" y="218937"/>
                        <a:pt x="491285" y="2870"/>
                        <a:pt x="552780" y="53"/>
                      </a:cubicBezTo>
                      <a:cubicBezTo>
                        <a:pt x="614319" y="-2721"/>
                        <a:pt x="792789" y="103926"/>
                        <a:pt x="781096" y="145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b636145b-665e-4f19-a5e1-e98a2fad39dd" id="277" name="任意多边形: 形状 276">
                  <a:extLst>
                    <a:ext uri="{FF2B5EF4-FFF2-40B4-BE49-F238E27FC236}">
                      <a16:creationId id="{003A66E6-EDB8-93D0-DD71-E13461547B1D}"/>
                    </a:ext>
                  </a:extLst>
                </p:cNvPr>
                <p:cNvSpPr/>
                <p:nvPr/>
              </p:nvSpPr>
              <p:spPr>
                <a:xfrm flipV="false" flipH="false">
                  <a:off x="7142750" y="1854126"/>
                  <a:ext cx="791914" cy="568109"/>
                </a:xfrm>
                <a:custGeom>
                  <a:avLst/>
                  <a:gdLst>
                    <a:gd fmla="*/ 499394 w 791914" name="connsiteX0"/>
                    <a:gd fmla="*/ 568067 h 568109" name="connsiteY0"/>
                    <a:gd fmla="*/ 328477 w 791914" name="connsiteX1"/>
                    <a:gd fmla="*/ 495262 h 568109" name="connsiteY1"/>
                    <a:gd fmla="*/ 2 w 791914" name="connsiteX2"/>
                    <a:gd fmla="*/ 156501 h 568109" name="connsiteY2"/>
                    <a:gd fmla="*/ 2434 w 791914" name="connsiteX3"/>
                    <a:gd fmla="*/ 154239 h 568109" name="connsiteY3"/>
                    <a:gd fmla="*/ 4696 w 791914" name="connsiteX4"/>
                    <a:gd fmla="*/ 156672 h 568109" name="connsiteY4"/>
                    <a:gd fmla="*/ 364709 w 791914" name="connsiteX5"/>
                    <a:gd fmla="*/ 513783 h 568109" name="connsiteY5"/>
                    <a:gd fmla="*/ 535882 w 791914" name="connsiteX6"/>
                    <a:gd fmla="*/ 556843 h 568109" name="connsiteY6"/>
                    <a:gd fmla="*/ 786730 w 791914" name="connsiteX7"/>
                    <a:gd fmla="*/ 147582 h 568109" name="connsiteY7"/>
                    <a:gd fmla="*/ 776445 w 791914" name="connsiteX8"/>
                    <a:gd fmla="*/ 121208 h 568109" name="connsiteY8"/>
                    <a:gd fmla="*/ 560804 w 791914" name="connsiteX9"/>
                    <a:gd fmla="*/ 4703 h 568109" name="connsiteY9"/>
                    <a:gd fmla="*/ 448396 w 791914" name="connsiteX10"/>
                    <a:gd fmla="*/ 224569 h 568109" name="connsiteY10"/>
                    <a:gd fmla="*/ 432692 w 791914" name="connsiteX11"/>
                    <a:gd fmla="*/ 274372 h 568109" name="connsiteY11"/>
                    <a:gd fmla="*/ 410500 w 791914" name="connsiteX12"/>
                    <a:gd fmla="*/ 283291 h 568109" name="connsiteY12"/>
                    <a:gd fmla="*/ 192213 w 791914" name="connsiteX13"/>
                    <a:gd fmla="*/ 153813 h 568109" name="connsiteY13"/>
                    <a:gd fmla="*/ 104771 w 791914" name="connsiteX14"/>
                    <a:gd fmla="*/ 97225 h 568109" name="connsiteY14"/>
                    <a:gd fmla="*/ 102082 w 791914" name="connsiteX15"/>
                    <a:gd fmla="*/ 95261 h 568109" name="connsiteY15"/>
                    <a:gd fmla="*/ 103917 w 791914" name="connsiteX16"/>
                    <a:gd fmla="*/ 92616 h 568109" name="connsiteY16"/>
                    <a:gd fmla="*/ 194902 w 791914" name="connsiteX17"/>
                    <a:gd fmla="*/ 150014 h 568109" name="connsiteY17"/>
                    <a:gd fmla="*/ 411183 w 791914" name="connsiteX18"/>
                    <a:gd fmla="*/ 278682 h 568109" name="connsiteY18"/>
                    <a:gd fmla="*/ 428253 w 791914" name="connsiteX19"/>
                    <a:gd fmla="*/ 272750 h 568109" name="connsiteY19"/>
                    <a:gd fmla="*/ 443873 w 791914" name="connsiteX20"/>
                    <a:gd fmla="*/ 223246 h 568109" name="connsiteY20"/>
                    <a:gd fmla="*/ 560591 w 791914" name="connsiteX21"/>
                    <a:gd fmla="*/ 52 h 568109" name="connsiteY21"/>
                    <a:gd fmla="*/ 780115 w 791914" name="connsiteX22"/>
                    <a:gd fmla="*/ 118349 h 568109" name="connsiteY22"/>
                    <a:gd fmla="*/ 791296 w 791914" name="connsiteX23"/>
                    <a:gd fmla="*/ 148820 h 568109" name="connsiteY23"/>
                    <a:gd fmla="*/ 537589 w 791914" name="connsiteX24"/>
                    <a:gd fmla="*/ 561281 h 568109" name="connsiteY24"/>
                    <a:gd fmla="*/ 499394 w 791914" name="connsiteX25"/>
                    <a:gd fmla="*/ 568109 h 568109" name="connsiteY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b="b" l="l" r="r" t="t"/>
                  <a:pathLst>
                    <a:path h="568109" w="791914">
                      <a:moveTo>
                        <a:pt x="499394" y="568067"/>
                      </a:moveTo>
                      <a:cubicBezTo>
                        <a:pt x="454030" y="568067"/>
                        <a:pt x="396801" y="543699"/>
                        <a:pt x="328477" y="495262"/>
                      </a:cubicBezTo>
                      <a:cubicBezTo>
                        <a:pt x="170961" y="383537"/>
                        <a:pt x="-638" y="173529"/>
                        <a:pt x="2" y="156501"/>
                      </a:cubicBezTo>
                      <a:cubicBezTo>
                        <a:pt x="45" y="155221"/>
                        <a:pt x="1069" y="154069"/>
                        <a:pt x="2434" y="154239"/>
                      </a:cubicBezTo>
                      <a:cubicBezTo>
                        <a:pt x="3715" y="154282"/>
                        <a:pt x="4739" y="155392"/>
                        <a:pt x="4696" y="156672"/>
                      </a:cubicBezTo>
                      <a:cubicBezTo>
                        <a:pt x="5934" y="171950"/>
                        <a:pt x="198572" y="410166"/>
                        <a:pt x="364709" y="513783"/>
                      </a:cubicBezTo>
                      <a:cubicBezTo>
                        <a:pt x="436703" y="558678"/>
                        <a:pt x="494315" y="573188"/>
                        <a:pt x="535882" y="556843"/>
                      </a:cubicBezTo>
                      <a:cubicBezTo>
                        <a:pt x="701421" y="491805"/>
                        <a:pt x="785919" y="151039"/>
                        <a:pt x="786730" y="147582"/>
                      </a:cubicBezTo>
                      <a:cubicBezTo>
                        <a:pt x="788565" y="141053"/>
                        <a:pt x="784980" y="131963"/>
                        <a:pt x="776445" y="121208"/>
                      </a:cubicBezTo>
                      <a:cubicBezTo>
                        <a:pt x="737482" y="72217"/>
                        <a:pt x="608430" y="2399"/>
                        <a:pt x="560804" y="4703"/>
                      </a:cubicBezTo>
                      <a:cubicBezTo>
                        <a:pt x="513477" y="6837"/>
                        <a:pt x="472722" y="143144"/>
                        <a:pt x="448396" y="224569"/>
                      </a:cubicBezTo>
                      <a:cubicBezTo>
                        <a:pt x="442166" y="245395"/>
                        <a:pt x="436788" y="263404"/>
                        <a:pt x="432692" y="274372"/>
                      </a:cubicBezTo>
                      <a:cubicBezTo>
                        <a:pt x="429832" y="282053"/>
                        <a:pt x="422364" y="285041"/>
                        <a:pt x="410500" y="283291"/>
                      </a:cubicBezTo>
                      <a:cubicBezTo>
                        <a:pt x="367227" y="276847"/>
                        <a:pt x="266085" y="205749"/>
                        <a:pt x="192213" y="153813"/>
                      </a:cubicBezTo>
                      <a:cubicBezTo>
                        <a:pt x="152098" y="125604"/>
                        <a:pt x="110617" y="96499"/>
                        <a:pt x="104771" y="97225"/>
                      </a:cubicBezTo>
                      <a:cubicBezTo>
                        <a:pt x="103491" y="97353"/>
                        <a:pt x="102296" y="96499"/>
                        <a:pt x="102082" y="95261"/>
                      </a:cubicBezTo>
                      <a:cubicBezTo>
                        <a:pt x="101869" y="94024"/>
                        <a:pt x="102679" y="92829"/>
                        <a:pt x="103917" y="92616"/>
                      </a:cubicBezTo>
                      <a:cubicBezTo>
                        <a:pt x="111002" y="91335"/>
                        <a:pt x="138442" y="110326"/>
                        <a:pt x="194902" y="150014"/>
                      </a:cubicBezTo>
                      <a:cubicBezTo>
                        <a:pt x="268390" y="201652"/>
                        <a:pt x="369019" y="272409"/>
                        <a:pt x="411183" y="278682"/>
                      </a:cubicBezTo>
                      <a:cubicBezTo>
                        <a:pt x="425223" y="280773"/>
                        <a:pt x="427528" y="274756"/>
                        <a:pt x="428253" y="272750"/>
                      </a:cubicBezTo>
                      <a:cubicBezTo>
                        <a:pt x="432307" y="261910"/>
                        <a:pt x="437642" y="243987"/>
                        <a:pt x="443873" y="223246"/>
                      </a:cubicBezTo>
                      <a:cubicBezTo>
                        <a:pt x="468582" y="140626"/>
                        <a:pt x="509935" y="2314"/>
                        <a:pt x="560591" y="52"/>
                      </a:cubicBezTo>
                      <a:cubicBezTo>
                        <a:pt x="610394" y="-2167"/>
                        <a:pt x="739658" y="67437"/>
                        <a:pt x="780115" y="118349"/>
                      </a:cubicBezTo>
                      <a:cubicBezTo>
                        <a:pt x="789760" y="130512"/>
                        <a:pt x="793515" y="140754"/>
                        <a:pt x="791296" y="148820"/>
                      </a:cubicBezTo>
                      <a:cubicBezTo>
                        <a:pt x="790485" y="152191"/>
                        <a:pt x="705432" y="495347"/>
                        <a:pt x="537589" y="561281"/>
                      </a:cubicBezTo>
                      <a:cubicBezTo>
                        <a:pt x="525981" y="565847"/>
                        <a:pt x="513221" y="568109"/>
                        <a:pt x="499394" y="568109"/>
                      </a:cubicBezTo>
                      <a:close/>
                    </a:path>
                  </a:pathLst>
                </a:custGeom>
                <a:solidFill>
                  <a:srgbClr val="31313B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grpSp>
              <p:nvGrpSpPr>
                <p:cNvPr descr="21bc9e63-9240-4e7b-8b42-8f442530efff" id="278" name="图形 6643">
                  <a:extLst>
                    <a:ext uri="{FF2B5EF4-FFF2-40B4-BE49-F238E27FC236}">
                      <a16:creationId id="{05875E13-F899-B88B-98A3-4204B37FC82B}"/>
                    </a:ext>
                  </a:extLst>
                </p:cNvPr>
                <p:cNvGrpSpPr/>
                <p:nvPr/>
              </p:nvGrpSpPr>
              <p:grpSpPr>
                <a:xfrm>
                  <a:off x="7041969" y="1787854"/>
                  <a:ext cx="211977" cy="230755"/>
                  <a:chOff x="7041969" y="1787854"/>
                  <a:chExt cx="211977" cy="230755"/>
                </a:xfrm>
              </p:grpSpPr>
              <p:sp>
                <p:nvSpPr>
                  <p:cNvPr descr="2566c3df-9731-4dd6-958b-2babf6c8a849" id="281" name="任意多边形: 形状 280">
                    <a:extLst>
                      <a:ext uri="{FF2B5EF4-FFF2-40B4-BE49-F238E27FC236}">
                        <a16:creationId id="{CC3CDBD0-3162-9039-BBC3-78EB4F4C8B50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7045326" y="1790815"/>
                    <a:ext cx="205039" cy="224292"/>
                  </a:xfrm>
                  <a:custGeom>
                    <a:avLst/>
                    <a:gdLst>
                      <a:gd fmla="*/ 194811 w 205039" name="connsiteX0"/>
                      <a:gd fmla="*/ 66776 h 224292" name="connsiteY0"/>
                      <a:gd fmla="*/ 158153 w 205039" name="connsiteX1"/>
                      <a:gd fmla="*/ 25893 h 224292" name="connsiteY1"/>
                      <a:gd fmla="*/ 161609 w 205039" name="connsiteX2"/>
                      <a:gd fmla="*/ 83847 h 224292" name="connsiteY2"/>
                      <a:gd fmla="*/ 123586 w 205039" name="connsiteX3"/>
                      <a:gd fmla="*/ 27685 h 224292" name="connsiteY3"/>
                      <a:gd fmla="*/ 66614 w 205039" name="connsiteX4"/>
                      <a:gd fmla="*/ 1312 h 224292" name="connsiteY4"/>
                      <a:gd fmla="*/ 80056 w 205039" name="connsiteX5"/>
                      <a:gd fmla="*/ 34471 h 224292" name="connsiteY5"/>
                      <a:gd fmla="*/ 43611 w 205039" name="connsiteX6"/>
                      <a:gd fmla="*/ 45481 h 224292" name="connsiteY6"/>
                      <a:gd fmla="*/ 43611 w 205039" name="connsiteX7"/>
                      <a:gd fmla="*/ 45481 h 224292" name="connsiteY7"/>
                      <a:gd fmla="*/ 8148 w 205039" name="connsiteX8"/>
                      <a:gd fmla="*/ 63875 h 224292" name="connsiteY8"/>
                      <a:gd fmla="*/ 24023 w 205039" name="connsiteX9"/>
                      <a:gd fmla="*/ 69593 h 224292" name="connsiteY9"/>
                      <a:gd fmla="*/ 3581 w 205039" name="connsiteX10"/>
                      <a:gd fmla="*/ 79664 h 224292" name="connsiteY10"/>
                      <a:gd fmla="*/ 37253 w 205039" name="connsiteX11"/>
                      <a:gd fmla="*/ 113933 h 224292" name="connsiteY11"/>
                      <a:gd fmla="*/ 103485 w 205039" name="connsiteX12"/>
                      <a:gd fmla="*/ 224293 h 224292" name="connsiteY12"/>
                      <a:gd fmla="*/ 177571 w 205039" name="connsiteX13"/>
                      <a:gd fmla="*/ 197108 h 224292" name="connsiteY13"/>
                      <a:gd fmla="*/ 197329 w 205039" name="connsiteX14"/>
                      <a:gd fmla="*/ 176752 h 224292" name="connsiteY14"/>
                      <a:gd fmla="*/ 201298 w 205039" name="connsiteX15"/>
                      <a:gd fmla="*/ 168558 h 224292" name="connsiteY15"/>
                      <a:gd fmla="*/ 201597 w 205039" name="connsiteX16"/>
                      <a:gd fmla="*/ 167790 h 224292" name="connsiteY16"/>
                      <a:gd fmla="*/ 203688 w 205039" name="connsiteX17"/>
                      <a:gd fmla="*/ 131302 h 224292" name="connsiteY17"/>
                      <a:gd fmla="*/ 194769 w 205039" name="connsiteX18"/>
                      <a:gd fmla="*/ 66776 h 224292" name="connsiteY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b="b" l="l" r="r" t="t"/>
                    <a:pathLst>
                      <a:path h="224292" w="205039">
                        <a:moveTo>
                          <a:pt x="194811" y="66776"/>
                        </a:moveTo>
                        <a:cubicBezTo>
                          <a:pt x="184014" y="41768"/>
                          <a:pt x="168481" y="16974"/>
                          <a:pt x="158153" y="25893"/>
                        </a:cubicBezTo>
                        <a:cubicBezTo>
                          <a:pt x="151026" y="32081"/>
                          <a:pt x="162421" y="66648"/>
                          <a:pt x="161609" y="83847"/>
                        </a:cubicBezTo>
                        <a:cubicBezTo>
                          <a:pt x="150215" y="63533"/>
                          <a:pt x="137199" y="43219"/>
                          <a:pt x="123586" y="27685"/>
                        </a:cubicBezTo>
                        <a:cubicBezTo>
                          <a:pt x="108350" y="10274"/>
                          <a:pt x="81550" y="-4577"/>
                          <a:pt x="66614" y="1312"/>
                        </a:cubicBezTo>
                        <a:cubicBezTo>
                          <a:pt x="47153" y="8993"/>
                          <a:pt x="80056" y="34471"/>
                          <a:pt x="80056" y="34471"/>
                        </a:cubicBezTo>
                        <a:cubicBezTo>
                          <a:pt x="42117" y="5579"/>
                          <a:pt x="-11441" y="25978"/>
                          <a:pt x="43611" y="45481"/>
                        </a:cubicBezTo>
                        <a:lnTo>
                          <a:pt x="43611" y="45481"/>
                        </a:lnTo>
                        <a:cubicBezTo>
                          <a:pt x="4435" y="35068"/>
                          <a:pt x="-10886" y="57558"/>
                          <a:pt x="8148" y="63875"/>
                        </a:cubicBezTo>
                        <a:cubicBezTo>
                          <a:pt x="13311" y="65582"/>
                          <a:pt x="19628" y="68313"/>
                          <a:pt x="24023" y="69593"/>
                        </a:cubicBezTo>
                        <a:cubicBezTo>
                          <a:pt x="23511" y="69593"/>
                          <a:pt x="2770" y="67673"/>
                          <a:pt x="3581" y="79664"/>
                        </a:cubicBezTo>
                        <a:cubicBezTo>
                          <a:pt x="4435" y="92169"/>
                          <a:pt x="17067" y="91315"/>
                          <a:pt x="37253" y="113933"/>
                        </a:cubicBezTo>
                        <a:cubicBezTo>
                          <a:pt x="78733" y="160407"/>
                          <a:pt x="28419" y="163224"/>
                          <a:pt x="103485" y="224293"/>
                        </a:cubicBezTo>
                        <a:lnTo>
                          <a:pt x="177571" y="197108"/>
                        </a:lnTo>
                        <a:cubicBezTo>
                          <a:pt x="177571" y="197108"/>
                          <a:pt x="197756" y="177221"/>
                          <a:pt x="197329" y="176752"/>
                        </a:cubicBezTo>
                        <a:lnTo>
                          <a:pt x="201298" y="168558"/>
                        </a:lnTo>
                        <a:cubicBezTo>
                          <a:pt x="201298" y="168558"/>
                          <a:pt x="201896" y="168558"/>
                          <a:pt x="201597" y="167790"/>
                        </a:cubicBezTo>
                        <a:cubicBezTo>
                          <a:pt x="201639" y="156097"/>
                          <a:pt x="202109" y="142441"/>
                          <a:pt x="203688" y="131302"/>
                        </a:cubicBezTo>
                        <a:cubicBezTo>
                          <a:pt x="207145" y="106294"/>
                          <a:pt x="203901" y="87944"/>
                          <a:pt x="194769" y="667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  <p:grpSp>
                <p:nvGrpSpPr>
                  <p:cNvPr descr="5038c4fc-cb4d-48ec-a37a-a4cce3bc4a8f" id="282" name="图形 6643">
                    <a:extLst>
                      <a:ext uri="{FF2B5EF4-FFF2-40B4-BE49-F238E27FC236}">
                        <a16:creationId id="{AB3B1006-B397-20E8-EBC3-E0413FB508B8}"/>
                      </a:ext>
                    </a:extLst>
                  </p:cNvPr>
                  <p:cNvGrpSpPr/>
                  <p:nvPr/>
                </p:nvGrpSpPr>
                <p:grpSpPr>
                  <a:xfrm>
                    <a:off x="7041969" y="1828896"/>
                    <a:ext cx="70308" cy="68422"/>
                    <a:chOff x="7041969" y="1828896"/>
                    <a:chExt cx="70308" cy="68422"/>
                  </a:xfrm>
                </p:grpSpPr>
                <p:sp>
                  <p:nvSpPr>
                    <p:cNvPr descr="4ab8b467-9252-403d-bec0-408b3a4e1a93" id="296" name="任意多边形: 形状 295">
                      <a:extLst>
                        <a:ext uri="{FF2B5EF4-FFF2-40B4-BE49-F238E27FC236}">
                          <a16:creationId id="{B72C3B13-FBE1-8B5E-3FBA-D5F97A1CD1E6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7045616" y="1832469"/>
                      <a:ext cx="63123" cy="61226"/>
                    </a:xfrm>
                    <a:custGeom>
                      <a:avLst/>
                      <a:gdLst>
                        <a:gd fmla="*/ 63080 w 63123" name="connsiteX0"/>
                        <a:gd fmla="*/ 61226 h 61226" name="connsiteY0"/>
                        <a:gd fmla="*/ 14473 w 63123" name="connsiteX1"/>
                        <a:gd fmla="*/ 24354 h 61226" name="connsiteY1"/>
                        <a:gd fmla="*/ 39694 w 63123" name="connsiteX2"/>
                        <a:gd fmla="*/ 2419 h 61226" name="connsiteY2"/>
                        <a:gd fmla="*/ 63123 w 63123" name="connsiteX3"/>
                        <a:gd fmla="*/ 61183 h 61226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61226" w="63123">
                          <a:moveTo>
                            <a:pt x="63080" y="61226"/>
                          </a:moveTo>
                          <a:cubicBezTo>
                            <a:pt x="50235" y="43516"/>
                            <a:pt x="40889" y="30244"/>
                            <a:pt x="14473" y="24354"/>
                          </a:cubicBezTo>
                          <a:cubicBezTo>
                            <a:pt x="-13054" y="18209"/>
                            <a:pt x="517" y="-7994"/>
                            <a:pt x="39694" y="2419"/>
                          </a:cubicBezTo>
                          <a:lnTo>
                            <a:pt x="63123" y="61183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fa2be29a-68c8-4ccb-b2fa-4a67e3dde3dc" id="297" name="任意多边形: 形状 296">
                      <a:extLst>
                        <a:ext uri="{FF2B5EF4-FFF2-40B4-BE49-F238E27FC236}">
                          <a16:creationId id="{FC5B9798-5D06-2EE2-8052-F467DA5C76A8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7041969" y="1828896"/>
                      <a:ext cx="70308" cy="68422"/>
                    </a:xfrm>
                    <a:custGeom>
                      <a:avLst/>
                      <a:gdLst>
                        <a:gd fmla="*/ 68562 w 70308" name="connsiteX0"/>
                        <a:gd fmla="*/ 67872 h 68422" name="connsiteY0"/>
                        <a:gd fmla="*/ 68818 w 70308" name="connsiteX1"/>
                        <a:gd fmla="*/ 67701 h 68422" name="connsiteY1"/>
                        <a:gd fmla="*/ 69629 w 70308" name="connsiteX2"/>
                        <a:gd fmla="*/ 62708 h 68422" name="connsiteY2"/>
                        <a:gd fmla="*/ 69159 w 70308" name="connsiteX3"/>
                        <a:gd fmla="*/ 62068 h 68422" name="connsiteY3"/>
                        <a:gd fmla="*/ 18887 w 70308" name="connsiteX4"/>
                        <a:gd fmla="*/ 24471 h 68422" name="connsiteY4"/>
                        <a:gd fmla="*/ 7365 w 70308" name="connsiteX5"/>
                        <a:gd fmla="*/ 17344 h 68422" name="connsiteY5"/>
                        <a:gd fmla="*/ 8987 w 70308" name="connsiteX6"/>
                        <a:gd fmla="*/ 12436 h 68422" name="connsiteY6"/>
                        <a:gd fmla="*/ 42359 w 70308" name="connsiteX7"/>
                        <a:gd fmla="*/ 9491 h 68422" name="connsiteY7"/>
                        <a:gd fmla="*/ 46755 w 70308" name="connsiteX8"/>
                        <a:gd fmla="*/ 6931 h 68422" name="connsiteY8"/>
                        <a:gd fmla="*/ 44194 w 70308" name="connsiteX9"/>
                        <a:gd fmla="*/ 2535 h 68422" name="connsiteY9"/>
                        <a:gd fmla="*/ 3823 w 70308" name="connsiteX10"/>
                        <a:gd fmla="*/ 7400 h 68422" name="connsiteY10"/>
                        <a:gd fmla="*/ 452 w 70308" name="connsiteX11"/>
                        <a:gd fmla="*/ 19349 h 68422" name="connsiteY11"/>
                        <a:gd fmla="*/ 17266 w 70308" name="connsiteX12"/>
                        <a:gd fmla="*/ 31427 h 68422" name="connsiteY12"/>
                        <a:gd fmla="*/ 63270 w 70308" name="connsiteX13"/>
                        <a:gd fmla="*/ 66250 h 68422" name="connsiteY13"/>
                        <a:gd fmla="*/ 63740 w 70308" name="connsiteX14"/>
                        <a:gd fmla="*/ 66933 h 68422" name="connsiteY14"/>
                        <a:gd fmla="*/ 68477 w 70308" name="connsiteX15"/>
                        <a:gd fmla="*/ 67914 h 68422" name="connsiteY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b="b" l="l" r="r" t="t"/>
                      <a:pathLst>
                        <a:path h="68422" w="70308">
                          <a:moveTo>
                            <a:pt x="68562" y="67872"/>
                          </a:moveTo>
                          <a:cubicBezTo>
                            <a:pt x="68562" y="67872"/>
                            <a:pt x="68733" y="67786"/>
                            <a:pt x="68818" y="67701"/>
                          </a:cubicBezTo>
                          <a:cubicBezTo>
                            <a:pt x="70440" y="66549"/>
                            <a:pt x="70781" y="64287"/>
                            <a:pt x="69629" y="62708"/>
                          </a:cubicBezTo>
                          <a:lnTo>
                            <a:pt x="69159" y="62068"/>
                          </a:lnTo>
                          <a:cubicBezTo>
                            <a:pt x="56399" y="44485"/>
                            <a:pt x="46328" y="30573"/>
                            <a:pt x="18887" y="24471"/>
                          </a:cubicBezTo>
                          <a:cubicBezTo>
                            <a:pt x="12614" y="23062"/>
                            <a:pt x="8304" y="20416"/>
                            <a:pt x="7365" y="17344"/>
                          </a:cubicBezTo>
                          <a:cubicBezTo>
                            <a:pt x="6767" y="15295"/>
                            <a:pt x="7920" y="13546"/>
                            <a:pt x="8987" y="12436"/>
                          </a:cubicBezTo>
                          <a:cubicBezTo>
                            <a:pt x="13169" y="8083"/>
                            <a:pt x="24478" y="4712"/>
                            <a:pt x="42359" y="9491"/>
                          </a:cubicBezTo>
                          <a:cubicBezTo>
                            <a:pt x="44280" y="10003"/>
                            <a:pt x="46243" y="8851"/>
                            <a:pt x="46755" y="6931"/>
                          </a:cubicBezTo>
                          <a:cubicBezTo>
                            <a:pt x="47267" y="5010"/>
                            <a:pt x="46114" y="3047"/>
                            <a:pt x="44194" y="2535"/>
                          </a:cubicBezTo>
                          <a:cubicBezTo>
                            <a:pt x="23326" y="-3013"/>
                            <a:pt x="9670" y="1426"/>
                            <a:pt x="3823" y="7400"/>
                          </a:cubicBezTo>
                          <a:cubicBezTo>
                            <a:pt x="452" y="10857"/>
                            <a:pt x="-744" y="15210"/>
                            <a:pt x="452" y="19349"/>
                          </a:cubicBezTo>
                          <a:cubicBezTo>
                            <a:pt x="1433" y="22678"/>
                            <a:pt x="4975" y="28695"/>
                            <a:pt x="17266" y="31427"/>
                          </a:cubicBezTo>
                          <a:cubicBezTo>
                            <a:pt x="42060" y="36932"/>
                            <a:pt x="50937" y="49222"/>
                            <a:pt x="63270" y="66250"/>
                          </a:cubicBezTo>
                          <a:lnTo>
                            <a:pt x="63740" y="66933"/>
                          </a:lnTo>
                          <a:cubicBezTo>
                            <a:pt x="64849" y="68469"/>
                            <a:pt x="66940" y="68853"/>
                            <a:pt x="68477" y="67914"/>
                          </a:cubicBezTo>
                          <a:close/>
                        </a:path>
                      </a:pathLst>
                    </a:custGeom>
                    <a:solidFill>
                      <a:srgbClr val="31313B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</p:grpSp>
              <p:grpSp>
                <p:nvGrpSpPr>
                  <p:cNvPr descr="4bbab0ac-e22c-4d7c-a5d2-f4063927494d" id="283" name="图形 6643">
                    <a:extLst>
                      <a:ext uri="{FF2B5EF4-FFF2-40B4-BE49-F238E27FC236}">
                        <a16:creationId id="{C212837F-0DCE-A4DD-B06A-95FF7D9F5AA9}"/>
                      </a:ext>
                    </a:extLst>
                  </p:cNvPr>
                  <p:cNvGrpSpPr/>
                  <p:nvPr/>
                </p:nvGrpSpPr>
                <p:grpSpPr>
                  <a:xfrm>
                    <a:off x="7102757" y="1787854"/>
                    <a:ext cx="118108" cy="111329"/>
                    <a:chOff x="7102757" y="1787854"/>
                    <a:chExt cx="118108" cy="111329"/>
                  </a:xfrm>
                </p:grpSpPr>
                <p:sp>
                  <p:nvSpPr>
                    <p:cNvPr descr="1f3233f3-59c5-4fb6-b02a-c4f96a7c36ee" id="294" name="任意多边形: 形状 293">
                      <a:extLst>
                        <a:ext uri="{FF2B5EF4-FFF2-40B4-BE49-F238E27FC236}">
                          <a16:creationId id="{961E09BD-7D78-3A85-7BC6-E67BE9AA7B3A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7106333" y="1791375"/>
                      <a:ext cx="110930" cy="104198"/>
                    </a:xfrm>
                    <a:custGeom>
                      <a:avLst/>
                      <a:gdLst>
                        <a:gd fmla="*/ 110930 w 110930" name="connsiteX0"/>
                        <a:gd fmla="*/ 104198 h 104198" name="connsiteY0"/>
                        <a:gd fmla="*/ 62579 w 110930" name="connsiteX1"/>
                        <a:gd fmla="*/ 27083 h 104198" name="connsiteY1"/>
                        <a:gd fmla="*/ 5607 w 110930" name="connsiteX2"/>
                        <a:gd fmla="*/ 709 h 104198" name="connsiteY2"/>
                        <a:gd fmla="*/ 20458 w 110930" name="connsiteX3"/>
                        <a:gd fmla="*/ 35063 h 104198" name="connsiteY3"/>
                        <a:gd fmla="*/ 54044 w 110930" name="connsiteX4"/>
                        <a:gd fmla="*/ 73386 h 104198" name="connsiteY4"/>
                        <a:gd fmla="*/ 110930 w 110930" name="connsiteX5"/>
                        <a:gd fmla="*/ 104155 h 104198" name="connsiteY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b="b" l="l" r="r" t="t"/>
                      <a:pathLst>
                        <a:path h="104198" w="110930">
                          <a:moveTo>
                            <a:pt x="110930" y="104198"/>
                          </a:moveTo>
                          <a:cubicBezTo>
                            <a:pt x="110930" y="104198"/>
                            <a:pt x="98256" y="74069"/>
                            <a:pt x="62579" y="27083"/>
                          </a:cubicBezTo>
                          <a:cubicBezTo>
                            <a:pt x="46362" y="5702"/>
                            <a:pt x="13800" y="-2619"/>
                            <a:pt x="5607" y="709"/>
                          </a:cubicBezTo>
                          <a:cubicBezTo>
                            <a:pt x="-5490" y="5190"/>
                            <a:pt x="101" y="18078"/>
                            <a:pt x="20458" y="35063"/>
                          </a:cubicBezTo>
                          <a:cubicBezTo>
                            <a:pt x="41070" y="52219"/>
                            <a:pt x="54044" y="73386"/>
                            <a:pt x="54044" y="73386"/>
                          </a:cubicBezTo>
                          <a:lnTo>
                            <a:pt x="110930" y="10415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ecc8881e-b376-4fe5-91f7-61181a213865" id="295" name="任意多边形: 形状 294">
                      <a:extLst>
                        <a:ext uri="{FF2B5EF4-FFF2-40B4-BE49-F238E27FC236}">
                          <a16:creationId id="{8FE41535-D2A7-EB26-797D-64E7A6588478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7102757" y="1787854"/>
                      <a:ext cx="118108" cy="111329"/>
                    </a:xfrm>
                    <a:custGeom>
                      <a:avLst/>
                      <a:gdLst>
                        <a:gd fmla="*/ 116385 w 118108" name="connsiteX0"/>
                        <a:gd fmla="*/ 110791 h 111329" name="connsiteY0"/>
                        <a:gd fmla="*/ 117835 w 118108" name="connsiteX1"/>
                        <a:gd fmla="*/ 106353 h 111329" name="connsiteY1"/>
                        <a:gd fmla="*/ 69057 w 118108" name="connsiteX2"/>
                        <a:gd fmla="*/ 28470 h 111329" name="connsiteY2"/>
                        <a:gd fmla="*/ 7860 w 118108" name="connsiteX3"/>
                        <a:gd fmla="*/ 944 h 111329" name="connsiteY3"/>
                        <a:gd fmla="*/ 135 w 118108" name="connsiteX4"/>
                        <a:gd fmla="*/ 9778 h 111329" name="connsiteY4"/>
                        <a:gd fmla="*/ 21772 w 118108" name="connsiteX5"/>
                        <a:gd fmla="*/ 41358 h 111329" name="connsiteY5"/>
                        <a:gd fmla="*/ 54590 w 118108" name="connsiteX6"/>
                        <a:gd fmla="*/ 78827 h 111329" name="connsiteY6"/>
                        <a:gd fmla="*/ 59497 w 118108" name="connsiteX7"/>
                        <a:gd fmla="*/ 80022 h 111329" name="connsiteY7"/>
                        <a:gd fmla="*/ 59497 w 118108" name="connsiteX8"/>
                        <a:gd fmla="*/ 80022 h 111329" name="connsiteY8"/>
                        <a:gd fmla="*/ 60692 w 118108" name="connsiteX9"/>
                        <a:gd fmla="*/ 75114 h 111329" name="connsiteY9"/>
                        <a:gd fmla="*/ 26338 w 118108" name="connsiteX10"/>
                        <a:gd fmla="*/ 35895 h 111329" name="connsiteY10"/>
                        <a:gd fmla="*/ 7220 w 118108" name="connsiteX11"/>
                        <a:gd fmla="*/ 10930 h 111329" name="connsiteY11"/>
                        <a:gd fmla="*/ 10548 w 118108" name="connsiteX12"/>
                        <a:gd fmla="*/ 7644 h 111329" name="connsiteY12"/>
                        <a:gd fmla="*/ 63338 w 118108" name="connsiteX13"/>
                        <a:gd fmla="*/ 32823 h 111329" name="connsiteY13"/>
                        <a:gd fmla="*/ 111220 w 118108" name="connsiteX14"/>
                        <a:gd fmla="*/ 109127 h 111329" name="connsiteY14"/>
                        <a:gd fmla="*/ 115915 w 118108" name="connsiteX15"/>
                        <a:gd fmla="*/ 111047 h 111329" name="connsiteY15"/>
                        <a:gd fmla="*/ 116385 w 118108" name="connsiteX16"/>
                        <a:gd fmla="*/ 110791 h 111329" name="connsiteY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b="b" l="l" r="r" t="t"/>
                      <a:pathLst>
                        <a:path h="111329" w="118108">
                          <a:moveTo>
                            <a:pt x="116385" y="110791"/>
                          </a:moveTo>
                          <a:cubicBezTo>
                            <a:pt x="117878" y="109895"/>
                            <a:pt x="118518" y="108017"/>
                            <a:pt x="117835" y="106353"/>
                          </a:cubicBezTo>
                          <a:cubicBezTo>
                            <a:pt x="117323" y="105115"/>
                            <a:pt x="104606" y="75285"/>
                            <a:pt x="69057" y="28470"/>
                          </a:cubicBezTo>
                          <a:cubicBezTo>
                            <a:pt x="52413" y="6577"/>
                            <a:pt x="18272" y="-3239"/>
                            <a:pt x="7860" y="944"/>
                          </a:cubicBezTo>
                          <a:cubicBezTo>
                            <a:pt x="2269" y="3206"/>
                            <a:pt x="605" y="7004"/>
                            <a:pt x="135" y="9778"/>
                          </a:cubicBezTo>
                          <a:cubicBezTo>
                            <a:pt x="-1102" y="17758"/>
                            <a:pt x="6153" y="28384"/>
                            <a:pt x="21772" y="41358"/>
                          </a:cubicBezTo>
                          <a:cubicBezTo>
                            <a:pt x="41659" y="57916"/>
                            <a:pt x="54462" y="78614"/>
                            <a:pt x="54590" y="78827"/>
                          </a:cubicBezTo>
                          <a:cubicBezTo>
                            <a:pt x="55614" y="80491"/>
                            <a:pt x="57833" y="81046"/>
                            <a:pt x="59497" y="80022"/>
                          </a:cubicBezTo>
                          <a:cubicBezTo>
                            <a:pt x="59497" y="80022"/>
                            <a:pt x="59497" y="80022"/>
                            <a:pt x="59497" y="80022"/>
                          </a:cubicBezTo>
                          <a:cubicBezTo>
                            <a:pt x="61205" y="78998"/>
                            <a:pt x="61717" y="76779"/>
                            <a:pt x="60692" y="75114"/>
                          </a:cubicBezTo>
                          <a:cubicBezTo>
                            <a:pt x="60138" y="74218"/>
                            <a:pt x="47207" y="53222"/>
                            <a:pt x="26338" y="35895"/>
                          </a:cubicBezTo>
                          <a:cubicBezTo>
                            <a:pt x="11317" y="23391"/>
                            <a:pt x="6622" y="14813"/>
                            <a:pt x="7220" y="10930"/>
                          </a:cubicBezTo>
                          <a:cubicBezTo>
                            <a:pt x="7305" y="10375"/>
                            <a:pt x="7561" y="8839"/>
                            <a:pt x="10548" y="7644"/>
                          </a:cubicBezTo>
                          <a:cubicBezTo>
                            <a:pt x="16566" y="5211"/>
                            <a:pt x="47804" y="12381"/>
                            <a:pt x="63338" y="32823"/>
                          </a:cubicBezTo>
                          <a:cubicBezTo>
                            <a:pt x="98290" y="78827"/>
                            <a:pt x="111092" y="108828"/>
                            <a:pt x="111220" y="109127"/>
                          </a:cubicBezTo>
                          <a:cubicBezTo>
                            <a:pt x="111989" y="110962"/>
                            <a:pt x="114080" y="111815"/>
                            <a:pt x="115915" y="111047"/>
                          </a:cubicBezTo>
                          <a:cubicBezTo>
                            <a:pt x="116086" y="110962"/>
                            <a:pt x="116256" y="110877"/>
                            <a:pt x="116385" y="110791"/>
                          </a:cubicBezTo>
                          <a:close/>
                        </a:path>
                      </a:pathLst>
                    </a:custGeom>
                    <a:solidFill>
                      <a:srgbClr val="31313B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</p:grpSp>
              <p:grpSp>
                <p:nvGrpSpPr>
                  <p:cNvPr descr="bb557eca-3077-4d7a-baba-702138b5de56" id="284" name="图形 6643">
                    <a:extLst>
                      <a:ext uri="{FF2B5EF4-FFF2-40B4-BE49-F238E27FC236}">
                        <a16:creationId id="{F8C41EF4-ED46-FA94-9F0B-2706EB6EB326}"/>
                      </a:ext>
                    </a:extLst>
                  </p:cNvPr>
                  <p:cNvGrpSpPr/>
                  <p:nvPr/>
                </p:nvGrpSpPr>
                <p:grpSpPr>
                  <a:xfrm>
                    <a:off x="7062208" y="1807142"/>
                    <a:ext cx="72456" cy="70830"/>
                    <a:chOff x="7062208" y="1807142"/>
                    <a:chExt cx="72456" cy="70830"/>
                  </a:xfrm>
                </p:grpSpPr>
                <p:sp>
                  <p:nvSpPr>
                    <p:cNvPr descr="040de906-03e5-449d-b5d3-e3bc0fede473" id="292" name="任意多边形: 形状 291">
                      <a:extLst>
                        <a:ext uri="{FF2B5EF4-FFF2-40B4-BE49-F238E27FC236}">
                          <a16:creationId id="{E2096385-F05C-4ADF-AD33-162DCB30C30A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7065804" y="1810768"/>
                      <a:ext cx="65254" cy="63680"/>
                    </a:xfrm>
                    <a:custGeom>
                      <a:avLst/>
                      <a:gdLst>
                        <a:gd fmla="*/ 65254 w 65254" name="connsiteX0"/>
                        <a:gd fmla="*/ 63680 h 63680" name="connsiteY0"/>
                        <a:gd fmla="*/ 23133 w 65254" name="connsiteX1"/>
                        <a:gd fmla="*/ 25485 h 63680" name="connsiteY1"/>
                        <a:gd fmla="*/ 59578 w 65254" name="connsiteX2"/>
                        <a:gd fmla="*/ 14475 h 63680" name="connsiteY2"/>
                        <a:gd fmla="*/ 65254 w 65254" name="connsiteX3"/>
                        <a:gd fmla="*/ 63680 h 63680" name="connsiteY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b="b" l="l" r="r" t="t"/>
                      <a:pathLst>
                        <a:path h="63680" w="65254">
                          <a:moveTo>
                            <a:pt x="65254" y="63680"/>
                          </a:moveTo>
                          <a:cubicBezTo>
                            <a:pt x="65254" y="63680"/>
                            <a:pt x="56122" y="37178"/>
                            <a:pt x="23133" y="25485"/>
                          </a:cubicBezTo>
                          <a:cubicBezTo>
                            <a:pt x="-31918" y="5982"/>
                            <a:pt x="23987" y="-14630"/>
                            <a:pt x="59578" y="14475"/>
                          </a:cubicBezTo>
                          <a:lnTo>
                            <a:pt x="65254" y="6368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e963c47b-5486-4eab-b5a1-ecf669a8021f" id="293" name="任意多边形: 形状 292">
                      <a:extLst>
                        <a:ext uri="{FF2B5EF4-FFF2-40B4-BE49-F238E27FC236}">
                          <a16:creationId id="{AA1FBBDF-04F7-19CF-BB63-CC8E2954ED42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7062208" y="1807142"/>
                      <a:ext cx="72456" cy="70830"/>
                    </a:xfrm>
                    <a:custGeom>
                      <a:avLst/>
                      <a:gdLst>
                        <a:gd fmla="*/ 70728 w 72456" name="connsiteX0"/>
                        <a:gd fmla="*/ 70379 h 70830" name="connsiteY0"/>
                        <a:gd fmla="*/ 72264 w 72456" name="connsiteX1"/>
                        <a:gd fmla="*/ 66154 h 70830" name="connsiteY1"/>
                        <a:gd fmla="*/ 27966 w 72456" name="connsiteX2"/>
                        <a:gd fmla="*/ 25740 h 70830" name="connsiteY2"/>
                        <a:gd fmla="*/ 7226 w 72456" name="connsiteX3"/>
                        <a:gd fmla="*/ 12639 h 70830" name="connsiteY3"/>
                        <a:gd fmla="*/ 10000 w 72456" name="connsiteX4"/>
                        <a:gd fmla="*/ 9651 h 70830" name="connsiteY4"/>
                        <a:gd fmla="*/ 60912 w 72456" name="connsiteX5"/>
                        <a:gd fmla="*/ 20833 h 70830" name="connsiteY5"/>
                        <a:gd fmla="*/ 65948 w 72456" name="connsiteX6"/>
                        <a:gd fmla="*/ 20320 h 70830" name="connsiteY6"/>
                        <a:gd fmla="*/ 65436 w 72456" name="connsiteX7"/>
                        <a:gd fmla="*/ 15285 h 70830" name="connsiteY7"/>
                        <a:gd fmla="*/ 6671 w 72456" name="connsiteX8"/>
                        <a:gd fmla="*/ 3250 h 70830" name="connsiteY8"/>
                        <a:gd fmla="*/ 14 w 72456" name="connsiteX9"/>
                        <a:gd fmla="*/ 13065 h 70830" name="connsiteY9"/>
                        <a:gd fmla="*/ 25534 w 72456" name="connsiteX10"/>
                        <a:gd fmla="*/ 32440 h 70830" name="connsiteY10"/>
                        <a:gd fmla="*/ 65479 w 72456" name="connsiteX11"/>
                        <a:gd fmla="*/ 68416 h 70830" name="connsiteY11"/>
                        <a:gd fmla="*/ 70045 w 72456" name="connsiteX12"/>
                        <a:gd fmla="*/ 70635 h 70830" name="connsiteY12"/>
                        <a:gd fmla="*/ 70728 w 72456" name="connsiteX13"/>
                        <a:gd fmla="*/ 70294 h 70830" name="connsiteY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b="b" l="l" r="r" t="t"/>
                      <a:pathLst>
                        <a:path h="70830" w="72456">
                          <a:moveTo>
                            <a:pt x="70728" y="70379"/>
                          </a:moveTo>
                          <a:cubicBezTo>
                            <a:pt x="72136" y="69526"/>
                            <a:pt x="72819" y="67776"/>
                            <a:pt x="72264" y="66154"/>
                          </a:cubicBezTo>
                          <a:cubicBezTo>
                            <a:pt x="71880" y="65002"/>
                            <a:pt x="62150" y="37860"/>
                            <a:pt x="27966" y="25740"/>
                          </a:cubicBezTo>
                          <a:cubicBezTo>
                            <a:pt x="11920" y="20064"/>
                            <a:pt x="7354" y="14858"/>
                            <a:pt x="7226" y="12639"/>
                          </a:cubicBezTo>
                          <a:cubicBezTo>
                            <a:pt x="7141" y="11316"/>
                            <a:pt x="9147" y="10121"/>
                            <a:pt x="10000" y="9651"/>
                          </a:cubicBezTo>
                          <a:cubicBezTo>
                            <a:pt x="19346" y="4829"/>
                            <a:pt x="42860" y="6067"/>
                            <a:pt x="60912" y="20833"/>
                          </a:cubicBezTo>
                          <a:cubicBezTo>
                            <a:pt x="62449" y="22070"/>
                            <a:pt x="64710" y="21857"/>
                            <a:pt x="65948" y="20320"/>
                          </a:cubicBezTo>
                          <a:cubicBezTo>
                            <a:pt x="67186" y="18784"/>
                            <a:pt x="66972" y="16522"/>
                            <a:pt x="65436" y="15285"/>
                          </a:cubicBezTo>
                          <a:cubicBezTo>
                            <a:pt x="44738" y="-1658"/>
                            <a:pt x="18023" y="-2596"/>
                            <a:pt x="6671" y="3250"/>
                          </a:cubicBezTo>
                          <a:cubicBezTo>
                            <a:pt x="526" y="6408"/>
                            <a:pt x="-114" y="10761"/>
                            <a:pt x="14" y="13065"/>
                          </a:cubicBezTo>
                          <a:cubicBezTo>
                            <a:pt x="483" y="20107"/>
                            <a:pt x="9061" y="26594"/>
                            <a:pt x="25534" y="32440"/>
                          </a:cubicBezTo>
                          <a:cubicBezTo>
                            <a:pt x="56346" y="43365"/>
                            <a:pt x="65350" y="68160"/>
                            <a:pt x="65479" y="68416"/>
                          </a:cubicBezTo>
                          <a:cubicBezTo>
                            <a:pt x="66119" y="70294"/>
                            <a:pt x="68167" y="71275"/>
                            <a:pt x="70045" y="70635"/>
                          </a:cubicBezTo>
                          <a:cubicBezTo>
                            <a:pt x="70301" y="70550"/>
                            <a:pt x="70514" y="70422"/>
                            <a:pt x="70728" y="70294"/>
                          </a:cubicBezTo>
                          <a:close/>
                        </a:path>
                      </a:pathLst>
                    </a:custGeom>
                    <a:solidFill>
                      <a:srgbClr val="31313B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</p:grpSp>
              <p:grpSp>
                <p:nvGrpSpPr>
                  <p:cNvPr descr="226d6461-ce55-4bef-bb30-642538ab8240" id="285" name="图形 6643">
                    <a:extLst>
                      <a:ext uri="{FF2B5EF4-FFF2-40B4-BE49-F238E27FC236}">
                        <a16:creationId id="{9C88626F-97A8-0166-B516-E68B2C4794B9}"/>
                      </a:ext>
                    </a:extLst>
                  </p:cNvPr>
                  <p:cNvGrpSpPr/>
                  <p:nvPr/>
                </p:nvGrpSpPr>
                <p:grpSpPr>
                  <a:xfrm>
                    <a:off x="7045338" y="1856859"/>
                    <a:ext cx="106559" cy="161750"/>
                    <a:chOff x="7045338" y="1856859"/>
                    <a:chExt cx="106559" cy="161750"/>
                  </a:xfrm>
                </p:grpSpPr>
                <p:sp>
                  <p:nvSpPr>
                    <p:cNvPr descr="27adaa32-d464-441c-95df-66328d4d0470" id="290" name="任意多边形: 形状 289">
                      <a:extLst>
                        <a:ext uri="{FF2B5EF4-FFF2-40B4-BE49-F238E27FC236}">
                          <a16:creationId id="{9C0C272A-F927-E4C0-352D-2FD3AEF802D7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7048931" y="1860558"/>
                      <a:ext cx="99923" cy="154549"/>
                    </a:xfrm>
                    <a:custGeom>
                      <a:avLst/>
                      <a:gdLst>
                        <a:gd fmla="*/ 99923 w 99923" name="connsiteX0"/>
                        <a:gd fmla="*/ 154550 h 154549" name="connsiteY0"/>
                        <a:gd fmla="*/ 33690 w 99923" name="connsiteX1"/>
                        <a:gd fmla="*/ 44190 h 154549" name="connsiteY1"/>
                        <a:gd fmla="*/ 20 w 99923" name="connsiteX2"/>
                        <a:gd fmla="*/ 9921 h 154549" name="connsiteY2"/>
                        <a:gd fmla="*/ 23875 w 99923" name="connsiteX3"/>
                        <a:gd fmla="*/ 191 h 154549" name="connsiteY3"/>
                        <a:gd fmla="*/ 99923 w 99923" name="connsiteX4"/>
                        <a:gd fmla="*/ 154550 h 154549" name="connsiteY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b="b" l="l" r="r" t="t"/>
                      <a:pathLst>
                        <a:path h="154549" w="99923">
                          <a:moveTo>
                            <a:pt x="99923" y="154550"/>
                          </a:moveTo>
                          <a:cubicBezTo>
                            <a:pt x="24857" y="93438"/>
                            <a:pt x="72355" y="93011"/>
                            <a:pt x="33690" y="44190"/>
                          </a:cubicBezTo>
                          <a:cubicBezTo>
                            <a:pt x="15724" y="21444"/>
                            <a:pt x="873" y="22425"/>
                            <a:pt x="20" y="9921"/>
                          </a:cubicBezTo>
                          <a:cubicBezTo>
                            <a:pt x="-792" y="-2199"/>
                            <a:pt x="23875" y="191"/>
                            <a:pt x="23875" y="191"/>
                          </a:cubicBezTo>
                          <a:lnTo>
                            <a:pt x="99923" y="15455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a39f25a4-232f-409b-a0b5-88cb04e48729" id="291" name="任意多边形: 形状 290">
                      <a:extLst>
                        <a:ext uri="{FF2B5EF4-FFF2-40B4-BE49-F238E27FC236}">
                          <a16:creationId id="{9B331355-10DD-E3D3-F8A4-1D858418C783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7045338" y="1856859"/>
                      <a:ext cx="106559" cy="161750"/>
                    </a:xfrm>
                    <a:custGeom>
                      <a:avLst/>
                      <a:gdLst>
                        <a:gd fmla="*/ 105351 w 106559" name="connsiteX0"/>
                        <a:gd fmla="*/ 161321 h 161750" name="connsiteY0"/>
                        <a:gd fmla="*/ 106289 w 106559" name="connsiteX1"/>
                        <a:gd fmla="*/ 160511 h 161750" name="connsiteY1"/>
                        <a:gd fmla="*/ 102662 w 106559" name="connsiteX2"/>
                        <a:gd fmla="*/ 156499 h 161750" name="connsiteY2"/>
                        <a:gd fmla="*/ 59346 w 106559" name="connsiteX3"/>
                        <a:gd fmla="*/ 90693 h 161750" name="connsiteY3"/>
                        <a:gd fmla="*/ 40099 w 106559" name="connsiteX4"/>
                        <a:gd fmla="*/ 45627 h 161750" name="connsiteY4"/>
                        <a:gd fmla="*/ 16670 w 106559" name="connsiteX5"/>
                        <a:gd fmla="*/ 24332 h 161750" name="connsiteY5"/>
                        <a:gd fmla="*/ 7196 w 106559" name="connsiteX6"/>
                        <a:gd fmla="*/ 13322 h 161750" name="connsiteY6"/>
                        <a:gd fmla="*/ 8221 w 106559" name="connsiteX7"/>
                        <a:gd fmla="*/ 10548 h 161750" name="connsiteY7"/>
                        <a:gd fmla="*/ 27126 w 106559" name="connsiteX8"/>
                        <a:gd fmla="*/ 7390 h 161750" name="connsiteY8"/>
                        <a:gd fmla="*/ 31052 w 106559" name="connsiteX9"/>
                        <a:gd fmla="*/ 4146 h 161750" name="connsiteY9"/>
                        <a:gd fmla="*/ 27809 w 106559" name="connsiteX10"/>
                        <a:gd fmla="*/ 220 h 161750" name="connsiteY10"/>
                        <a:gd fmla="*/ 3185 w 106559" name="connsiteX11"/>
                        <a:gd fmla="*/ 5341 h 161750" name="connsiteY11"/>
                        <a:gd fmla="*/ 27 w 106559" name="connsiteX12"/>
                        <a:gd fmla="*/ 13748 h 161750" name="connsiteY12"/>
                        <a:gd fmla="*/ 12616 w 106559" name="connsiteX13"/>
                        <a:gd fmla="*/ 30179 h 161750" name="connsiteY13"/>
                        <a:gd fmla="*/ 34466 w 106559" name="connsiteX14"/>
                        <a:gd fmla="*/ 49980 h 161750" name="connsiteY14"/>
                        <a:gd fmla="*/ 52219 w 106559" name="connsiteX15"/>
                        <a:gd fmla="*/ 91418 h 161750" name="connsiteY15"/>
                        <a:gd fmla="*/ 101254 w 106559" name="connsiteX16"/>
                        <a:gd fmla="*/ 160937 h 161750" name="connsiteY16"/>
                        <a:gd fmla="*/ 105393 w 106559" name="connsiteX17"/>
                        <a:gd fmla="*/ 161236 h 161750" name="connsiteY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b="b" l="l" r="r" t="t"/>
                      <a:pathLst>
                        <a:path h="161750" w="106559">
                          <a:moveTo>
                            <a:pt x="105351" y="161321"/>
                          </a:moveTo>
                          <a:cubicBezTo>
                            <a:pt x="105692" y="161108"/>
                            <a:pt x="105991" y="160852"/>
                            <a:pt x="106289" y="160511"/>
                          </a:cubicBezTo>
                          <a:cubicBezTo>
                            <a:pt x="107527" y="158974"/>
                            <a:pt x="104198" y="157779"/>
                            <a:pt x="102662" y="156499"/>
                          </a:cubicBezTo>
                          <a:cubicBezTo>
                            <a:pt x="59560" y="121419"/>
                            <a:pt x="61053" y="105971"/>
                            <a:pt x="59346" y="90693"/>
                          </a:cubicBezTo>
                          <a:cubicBezTo>
                            <a:pt x="58066" y="79341"/>
                            <a:pt x="56615" y="66496"/>
                            <a:pt x="40099" y="45627"/>
                          </a:cubicBezTo>
                          <a:cubicBezTo>
                            <a:pt x="31095" y="34233"/>
                            <a:pt x="22773" y="28514"/>
                            <a:pt x="16670" y="24332"/>
                          </a:cubicBezTo>
                          <a:cubicBezTo>
                            <a:pt x="10141" y="19851"/>
                            <a:pt x="7495" y="17845"/>
                            <a:pt x="7196" y="13322"/>
                          </a:cubicBezTo>
                          <a:cubicBezTo>
                            <a:pt x="7111" y="12127"/>
                            <a:pt x="7409" y="11316"/>
                            <a:pt x="8221" y="10548"/>
                          </a:cubicBezTo>
                          <a:cubicBezTo>
                            <a:pt x="11762" y="7134"/>
                            <a:pt x="22474" y="6963"/>
                            <a:pt x="27126" y="7390"/>
                          </a:cubicBezTo>
                          <a:cubicBezTo>
                            <a:pt x="29089" y="7560"/>
                            <a:pt x="30839" y="6152"/>
                            <a:pt x="31052" y="4146"/>
                          </a:cubicBezTo>
                          <a:cubicBezTo>
                            <a:pt x="31223" y="2183"/>
                            <a:pt x="29814" y="434"/>
                            <a:pt x="27809" y="220"/>
                          </a:cubicBezTo>
                          <a:cubicBezTo>
                            <a:pt x="26017" y="49"/>
                            <a:pt x="10056" y="-1273"/>
                            <a:pt x="3185" y="5341"/>
                          </a:cubicBezTo>
                          <a:cubicBezTo>
                            <a:pt x="880" y="7560"/>
                            <a:pt x="-186" y="10462"/>
                            <a:pt x="27" y="13748"/>
                          </a:cubicBezTo>
                          <a:cubicBezTo>
                            <a:pt x="581" y="21942"/>
                            <a:pt x="5873" y="25570"/>
                            <a:pt x="12616" y="30179"/>
                          </a:cubicBezTo>
                          <a:cubicBezTo>
                            <a:pt x="18633" y="34318"/>
                            <a:pt x="26101" y="39439"/>
                            <a:pt x="34466" y="49980"/>
                          </a:cubicBezTo>
                          <a:cubicBezTo>
                            <a:pt x="49701" y="69227"/>
                            <a:pt x="50982" y="80493"/>
                            <a:pt x="52219" y="91418"/>
                          </a:cubicBezTo>
                          <a:cubicBezTo>
                            <a:pt x="54097" y="108190"/>
                            <a:pt x="55890" y="123980"/>
                            <a:pt x="101254" y="160937"/>
                          </a:cubicBezTo>
                          <a:cubicBezTo>
                            <a:pt x="102449" y="161919"/>
                            <a:pt x="104113" y="162004"/>
                            <a:pt x="105393" y="161236"/>
                          </a:cubicBezTo>
                          <a:close/>
                        </a:path>
                      </a:pathLst>
                    </a:custGeom>
                    <a:solidFill>
                      <a:srgbClr val="31313B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</p:grpSp>
              <p:grpSp>
                <p:nvGrpSpPr>
                  <p:cNvPr descr="0be49d1c-967d-450d-9f0a-ce43687ceaf1" id="286" name="图形 6643">
                    <a:extLst>
                      <a:ext uri="{FF2B5EF4-FFF2-40B4-BE49-F238E27FC236}">
                        <a16:creationId id="{153703C3-8ACA-E534-E040-B6975817532B}"/>
                      </a:ext>
                    </a:extLst>
                  </p:cNvPr>
                  <p:cNvGrpSpPr/>
                  <p:nvPr/>
                </p:nvGrpSpPr>
                <p:grpSpPr>
                  <a:xfrm>
                    <a:off x="7197631" y="1811283"/>
                    <a:ext cx="56315" cy="156284"/>
                    <a:chOff x="7197631" y="1811283"/>
                    <a:chExt cx="56315" cy="156284"/>
                  </a:xfrm>
                </p:grpSpPr>
                <p:sp>
                  <p:nvSpPr>
                    <p:cNvPr descr="c72fc44e-087b-4865-a006-c0bac04bde0f" id="288" name="任意多边形: 形状 287">
                      <a:extLst>
                        <a:ext uri="{FF2B5EF4-FFF2-40B4-BE49-F238E27FC236}">
                          <a16:creationId id="{14DD0AB3-1541-574D-805E-85E570458BB2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7201203" y="1814852"/>
                      <a:ext cx="49205" cy="149130"/>
                    </a:xfrm>
                    <a:custGeom>
                      <a:avLst/>
                      <a:gdLst>
                        <a:gd fmla="*/ 43629 w 49205" name="connsiteX0"/>
                        <a:gd fmla="*/ 149130 h 149130" name="connsiteY0"/>
                        <a:gd fmla="*/ 47854 w 49205" name="connsiteX1"/>
                        <a:gd fmla="*/ 107265 h 149130" name="connsiteY1"/>
                        <a:gd fmla="*/ 38935 w 49205" name="connsiteX2"/>
                        <a:gd fmla="*/ 42739 h 149130" name="connsiteY2"/>
                        <a:gd fmla="*/ 2276 w 49205" name="connsiteX3"/>
                        <a:gd fmla="*/ 1856 h 149130" name="connsiteY3"/>
                        <a:gd fmla="*/ 5989 w 49205" name="connsiteX4"/>
                        <a:gd fmla="*/ 58103 h 149130" name="connsiteY4"/>
                        <a:gd fmla="*/ 43586 w 49205" name="connsiteX5"/>
                        <a:gd fmla="*/ 149130 h 149130" name="connsiteY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b="b" l="l" r="r" t="t"/>
                      <a:pathLst>
                        <a:path h="149130" w="49205">
                          <a:moveTo>
                            <a:pt x="43629" y="149130"/>
                          </a:moveTo>
                          <a:cubicBezTo>
                            <a:pt x="43629" y="149130"/>
                            <a:pt x="44354" y="132231"/>
                            <a:pt x="47854" y="107265"/>
                          </a:cubicBezTo>
                          <a:cubicBezTo>
                            <a:pt x="51311" y="82257"/>
                            <a:pt x="48067" y="63907"/>
                            <a:pt x="38935" y="42739"/>
                          </a:cubicBezTo>
                          <a:cubicBezTo>
                            <a:pt x="28137" y="17732"/>
                            <a:pt x="12604" y="-7063"/>
                            <a:pt x="2276" y="1856"/>
                          </a:cubicBezTo>
                          <a:cubicBezTo>
                            <a:pt x="-5448" y="8556"/>
                            <a:pt x="9232" y="42868"/>
                            <a:pt x="5989" y="58103"/>
                          </a:cubicBezTo>
                          <a:lnTo>
                            <a:pt x="43586" y="14913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  <p:sp>
                  <p:nvSpPr>
                    <p:cNvPr descr="e3acda53-f3f9-4215-b601-55768621083c" id="289" name="任意多边形: 形状 288">
                      <a:extLst>
                        <a:ext uri="{FF2B5EF4-FFF2-40B4-BE49-F238E27FC236}">
                          <a16:creationId id="{DFCF5AA5-83AA-7BE0-740D-C2DFC03845D8}"/>
                        </a:ext>
                      </a:extLst>
                    </p:cNvPr>
                    <p:cNvSpPr/>
                    <p:nvPr/>
                  </p:nvSpPr>
                  <p:spPr>
                    <a:xfrm flipV="false" flipH="false">
                      <a:off x="7197631" y="1811283"/>
                      <a:ext cx="56315" cy="156284"/>
                    </a:xfrm>
                    <a:custGeom>
                      <a:avLst/>
                      <a:gdLst>
                        <a:gd fmla="*/ 49036 w 56315" name="connsiteX0"/>
                        <a:gd fmla="*/ 155772 h 156284" name="connsiteY0"/>
                        <a:gd fmla="*/ 50743 w 56315" name="connsiteX1"/>
                        <a:gd fmla="*/ 152870 h 156284" name="connsiteY1"/>
                        <a:gd fmla="*/ 54925 w 56315" name="connsiteX2"/>
                        <a:gd fmla="*/ 111346 h 156284" name="connsiteY2"/>
                        <a:gd fmla="*/ 45750 w 56315" name="connsiteX3"/>
                        <a:gd fmla="*/ 44900 h 156284" name="connsiteY3"/>
                        <a:gd fmla="*/ 13060 w 56315" name="connsiteX4"/>
                        <a:gd fmla="*/ 304 h 156284" name="connsiteY4"/>
                        <a:gd fmla="*/ 3500 w 56315" name="connsiteX5"/>
                        <a:gd fmla="*/ 2737 h 156284" name="connsiteY5"/>
                        <a:gd fmla="*/ 3159 w 56315" name="connsiteX6"/>
                        <a:gd fmla="*/ 34146 h 156284" name="connsiteY6"/>
                        <a:gd fmla="*/ 6104 w 56315" name="connsiteX7"/>
                        <a:gd fmla="*/ 60946 h 156284" name="connsiteY7"/>
                        <a:gd fmla="*/ 8878 w 56315" name="connsiteX8"/>
                        <a:gd fmla="*/ 65214 h 156284" name="connsiteY8"/>
                        <a:gd fmla="*/ 13145 w 56315" name="connsiteX9"/>
                        <a:gd fmla="*/ 62440 h 156284" name="connsiteY9"/>
                        <a:gd fmla="*/ 10244 w 56315" name="connsiteX10"/>
                        <a:gd fmla="*/ 32695 h 156284" name="connsiteY10"/>
                        <a:gd fmla="*/ 8280 w 56315" name="connsiteX11"/>
                        <a:gd fmla="*/ 8156 h 156284" name="connsiteY11"/>
                        <a:gd fmla="*/ 11566 w 56315" name="connsiteX12"/>
                        <a:gd fmla="*/ 7260 h 156284" name="connsiteY12"/>
                        <a:gd fmla="*/ 39305 w 56315" name="connsiteX13"/>
                        <a:gd fmla="*/ 47717 h 156284" name="connsiteY13"/>
                        <a:gd fmla="*/ 47969 w 56315" name="connsiteX14"/>
                        <a:gd fmla="*/ 110322 h 156284" name="connsiteY14"/>
                        <a:gd fmla="*/ 43701 w 56315" name="connsiteX15"/>
                        <a:gd fmla="*/ 152529 h 156284" name="connsiteY15"/>
                        <a:gd fmla="*/ 47115 w 56315" name="connsiteX16"/>
                        <a:gd fmla="*/ 156284 h 156284" name="connsiteY16"/>
                        <a:gd fmla="*/ 49121 w 56315" name="connsiteX17"/>
                        <a:gd fmla="*/ 155772 h 156284" name="connsiteY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b="b" l="l" r="r" t="t"/>
                      <a:pathLst>
                        <a:path h="156284" w="56315">
                          <a:moveTo>
                            <a:pt x="49036" y="155772"/>
                          </a:moveTo>
                          <a:cubicBezTo>
                            <a:pt x="50017" y="155175"/>
                            <a:pt x="50700" y="154108"/>
                            <a:pt x="50743" y="152870"/>
                          </a:cubicBezTo>
                          <a:cubicBezTo>
                            <a:pt x="50743" y="152699"/>
                            <a:pt x="51511" y="135842"/>
                            <a:pt x="54925" y="111346"/>
                          </a:cubicBezTo>
                          <a:cubicBezTo>
                            <a:pt x="58296" y="87107"/>
                            <a:pt x="55651" y="67860"/>
                            <a:pt x="45750" y="44900"/>
                          </a:cubicBezTo>
                          <a:cubicBezTo>
                            <a:pt x="39135" y="29537"/>
                            <a:pt x="26076" y="3249"/>
                            <a:pt x="13060" y="304"/>
                          </a:cubicBezTo>
                          <a:cubicBezTo>
                            <a:pt x="9561" y="-507"/>
                            <a:pt x="6274" y="304"/>
                            <a:pt x="3500" y="2737"/>
                          </a:cubicBezTo>
                          <a:cubicBezTo>
                            <a:pt x="-2303" y="7772"/>
                            <a:pt x="214" y="19978"/>
                            <a:pt x="3159" y="34146"/>
                          </a:cubicBezTo>
                          <a:cubicBezTo>
                            <a:pt x="5165" y="43791"/>
                            <a:pt x="7384" y="54758"/>
                            <a:pt x="6104" y="60946"/>
                          </a:cubicBezTo>
                          <a:cubicBezTo>
                            <a:pt x="5677" y="62867"/>
                            <a:pt x="6915" y="64787"/>
                            <a:pt x="8878" y="65214"/>
                          </a:cubicBezTo>
                          <a:cubicBezTo>
                            <a:pt x="10798" y="65641"/>
                            <a:pt x="12719" y="64403"/>
                            <a:pt x="13145" y="62440"/>
                          </a:cubicBezTo>
                          <a:cubicBezTo>
                            <a:pt x="14767" y="54758"/>
                            <a:pt x="12463" y="43535"/>
                            <a:pt x="10244" y="32695"/>
                          </a:cubicBezTo>
                          <a:cubicBezTo>
                            <a:pt x="8408" y="23818"/>
                            <a:pt x="5677" y="10418"/>
                            <a:pt x="8280" y="8156"/>
                          </a:cubicBezTo>
                          <a:cubicBezTo>
                            <a:pt x="9304" y="7260"/>
                            <a:pt x="10286" y="7004"/>
                            <a:pt x="11566" y="7260"/>
                          </a:cubicBezTo>
                          <a:cubicBezTo>
                            <a:pt x="18480" y="8839"/>
                            <a:pt x="29362" y="24715"/>
                            <a:pt x="39305" y="47717"/>
                          </a:cubicBezTo>
                          <a:cubicBezTo>
                            <a:pt x="48737" y="69652"/>
                            <a:pt x="51169" y="87192"/>
                            <a:pt x="47969" y="110322"/>
                          </a:cubicBezTo>
                          <a:cubicBezTo>
                            <a:pt x="44512" y="135202"/>
                            <a:pt x="43744" y="152358"/>
                            <a:pt x="43701" y="152529"/>
                          </a:cubicBezTo>
                          <a:cubicBezTo>
                            <a:pt x="43616" y="154492"/>
                            <a:pt x="45152" y="156199"/>
                            <a:pt x="47115" y="156284"/>
                          </a:cubicBezTo>
                          <a:cubicBezTo>
                            <a:pt x="47841" y="156284"/>
                            <a:pt x="48524" y="156113"/>
                            <a:pt x="49121" y="155772"/>
                          </a:cubicBezTo>
                          <a:close/>
                        </a:path>
                      </a:pathLst>
                    </a:custGeom>
                    <a:solidFill>
                      <a:srgbClr val="31313B"/>
                    </a:solidFill>
                    <a:ln cap="flat" w="4266">
                      <a:noFill/>
                      <a:prstDash val="solid"/>
                      <a:miter/>
                    </a:ln>
                  </p:spPr>
                  <p:txBody>
                    <a:bodyPr anchor="ctr" rtlCol="0"/>
                    <a:lstStyle/>
                    <a:p>
                      <a:pPr algn="l"/>
                    </a:p>
                  </p:txBody>
                </p:sp>
              </p:grpSp>
              <p:sp>
                <p:nvSpPr>
                  <p:cNvPr descr="2a405f5b-30ba-400f-927b-5c9292fef90e" id="287" name="任意多边形: 形状 286">
                    <a:extLst>
                      <a:ext uri="{FF2B5EF4-FFF2-40B4-BE49-F238E27FC236}">
                        <a16:creationId id="{8D6D6554-C7EC-1F9B-E273-8F5389C89C0A}"/>
                      </a:ext>
                    </a:extLst>
                  </p:cNvPr>
                  <p:cNvSpPr/>
                  <p:nvPr/>
                </p:nvSpPr>
                <p:spPr>
                  <a:xfrm flipV="false" flipH="false">
                    <a:off x="7203254" y="1868163"/>
                    <a:ext cx="16242" cy="29683"/>
                  </a:xfrm>
                  <a:custGeom>
                    <a:avLst/>
                    <a:gdLst>
                      <a:gd fmla="*/ 15162 w 16242" name="connsiteX0"/>
                      <a:gd fmla="*/ 29330 h 29683" name="connsiteY0"/>
                      <a:gd fmla="*/ 16015 w 16242" name="connsiteX1"/>
                      <a:gd fmla="*/ 26471 h 29683" name="connsiteY1"/>
                      <a:gd fmla="*/ 4279 w 16242" name="connsiteX2"/>
                      <a:gd fmla="*/ 1292 h 29683" name="connsiteY2"/>
                      <a:gd fmla="*/ 1292 w 16242" name="connsiteX3"/>
                      <a:gd fmla="*/ 225 h 29683" name="connsiteY3"/>
                      <a:gd fmla="*/ 225 w 16242" name="connsiteX4"/>
                      <a:gd fmla="*/ 3213 h 29683" name="connsiteY4"/>
                      <a:gd fmla="*/ 11961 w 16242" name="connsiteX5"/>
                      <a:gd fmla="*/ 28391 h 29683" name="connsiteY5"/>
                      <a:gd fmla="*/ 14948 w 16242" name="connsiteX6"/>
                      <a:gd fmla="*/ 29458 h 29683" name="connsiteY6"/>
                      <a:gd fmla="*/ 15162 w 16242" name="connsiteX7"/>
                      <a:gd fmla="*/ 29330 h 29683" name="connsiteY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b="b" l="l" r="r" t="t"/>
                    <a:pathLst>
                      <a:path h="29683" w="16242">
                        <a:moveTo>
                          <a:pt x="15162" y="29330"/>
                        </a:moveTo>
                        <a:cubicBezTo>
                          <a:pt x="16143" y="28733"/>
                          <a:pt x="16527" y="27495"/>
                          <a:pt x="16015" y="26471"/>
                        </a:cubicBezTo>
                        <a:lnTo>
                          <a:pt x="4279" y="1292"/>
                        </a:lnTo>
                        <a:cubicBezTo>
                          <a:pt x="3767" y="183"/>
                          <a:pt x="2445" y="-329"/>
                          <a:pt x="1292" y="225"/>
                        </a:cubicBezTo>
                        <a:cubicBezTo>
                          <a:pt x="183" y="738"/>
                          <a:pt x="-329" y="2060"/>
                          <a:pt x="225" y="3213"/>
                        </a:cubicBezTo>
                        <a:lnTo>
                          <a:pt x="11961" y="28391"/>
                        </a:lnTo>
                        <a:cubicBezTo>
                          <a:pt x="12473" y="29501"/>
                          <a:pt x="13796" y="30013"/>
                          <a:pt x="14948" y="29458"/>
                        </a:cubicBezTo>
                        <a:cubicBezTo>
                          <a:pt x="15034" y="29458"/>
                          <a:pt x="15077" y="29373"/>
                          <a:pt x="15162" y="29330"/>
                        </a:cubicBezTo>
                        <a:close/>
                      </a:path>
                    </a:pathLst>
                  </a:custGeom>
                  <a:solidFill>
                    <a:srgbClr val="111111"/>
                  </a:solidFill>
                  <a:ln cap="flat" w="4266">
                    <a:noFill/>
                    <a:prstDash val="solid"/>
                    <a:miter/>
                  </a:ln>
                </p:spPr>
                <p:txBody>
                  <a:bodyPr anchor="ctr" rtlCol="0"/>
                  <a:lstStyle/>
                  <a:p>
                    <a:pPr algn="l"/>
                  </a:p>
                </p:txBody>
              </p:sp>
            </p:grpSp>
            <p:sp>
              <p:nvSpPr>
                <p:cNvPr descr="ef45cb9f-ffbb-4b6c-aa87-412b171e2003" id="279" name="任意多边形: 形状 278">
                  <a:extLst>
                    <a:ext uri="{FF2B5EF4-FFF2-40B4-BE49-F238E27FC236}">
                      <a16:creationId id="{43A5AD38-43BA-E376-8296-8A3F9A68E2DD}"/>
                    </a:ext>
                  </a:extLst>
                </p:cNvPr>
                <p:cNvSpPr/>
                <p:nvPr/>
              </p:nvSpPr>
              <p:spPr>
                <a:xfrm flipV="false" flipH="false">
                  <a:off x="7551288" y="2132766"/>
                  <a:ext cx="119854" cy="115735"/>
                </a:xfrm>
                <a:custGeom>
                  <a:avLst/>
                  <a:gdLst>
                    <a:gd fmla="*/ 117486 w 119854" name="connsiteX0"/>
                    <a:gd fmla="*/ 115736 h 115735" name="connsiteY0"/>
                    <a:gd fmla="*/ 115224 w 119854" name="connsiteX1"/>
                    <a:gd fmla="*/ 113943 h 115735" name="connsiteY1"/>
                    <a:gd fmla="*/ 1706 w 119854" name="connsiteX2"/>
                    <a:gd fmla="*/ 4608 h 115735" name="connsiteY2"/>
                    <a:gd fmla="*/ 84 w 119854" name="connsiteX3"/>
                    <a:gd fmla="*/ 1706 h 115735" name="connsiteY3"/>
                    <a:gd fmla="*/ 2986 w 119854" name="connsiteX4"/>
                    <a:gd fmla="*/ 84 h 115735" name="connsiteY4"/>
                    <a:gd fmla="*/ 119790 w 119854" name="connsiteX5"/>
                    <a:gd fmla="*/ 112791 h 115735" name="connsiteY5"/>
                    <a:gd fmla="*/ 118083 w 119854" name="connsiteX6"/>
                    <a:gd fmla="*/ 115608 h 115735" name="connsiteY6"/>
                    <a:gd fmla="*/ 117528 w 119854" name="connsiteX7"/>
                    <a:gd fmla="*/ 115693 h 115735" name="connsiteY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b="b" l="l" r="r" t="t"/>
                  <a:pathLst>
                    <a:path h="115735" w="119854">
                      <a:moveTo>
                        <a:pt x="117486" y="115736"/>
                      </a:moveTo>
                      <a:cubicBezTo>
                        <a:pt x="116419" y="115736"/>
                        <a:pt x="115479" y="115010"/>
                        <a:pt x="115224" y="113943"/>
                      </a:cubicBezTo>
                      <a:cubicBezTo>
                        <a:pt x="115010" y="113133"/>
                        <a:pt x="93715" y="30427"/>
                        <a:pt x="1706" y="4608"/>
                      </a:cubicBezTo>
                      <a:cubicBezTo>
                        <a:pt x="468" y="4267"/>
                        <a:pt x="-257" y="2944"/>
                        <a:pt x="84" y="1706"/>
                      </a:cubicBezTo>
                      <a:cubicBezTo>
                        <a:pt x="426" y="468"/>
                        <a:pt x="1749" y="-257"/>
                        <a:pt x="2986" y="84"/>
                      </a:cubicBezTo>
                      <a:cubicBezTo>
                        <a:pt x="97684" y="26629"/>
                        <a:pt x="119577" y="111938"/>
                        <a:pt x="119790" y="112791"/>
                      </a:cubicBezTo>
                      <a:cubicBezTo>
                        <a:pt x="120089" y="114071"/>
                        <a:pt x="119320" y="115309"/>
                        <a:pt x="118083" y="115608"/>
                      </a:cubicBezTo>
                      <a:cubicBezTo>
                        <a:pt x="117912" y="115650"/>
                        <a:pt x="117699" y="115693"/>
                        <a:pt x="117528" y="115693"/>
                      </a:cubicBezTo>
                      <a:close/>
                    </a:path>
                  </a:pathLst>
                </a:custGeom>
                <a:solidFill>
                  <a:srgbClr val="31313B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  <p:sp>
              <p:nvSpPr>
                <p:cNvPr descr="e5891cba-9233-4ce2-add3-f36ead27041f" id="280" name="任意多边形: 形状 279">
                  <a:extLst>
                    <a:ext uri="{FF2B5EF4-FFF2-40B4-BE49-F238E27FC236}">
                      <a16:creationId id="{77022C04-74CB-1984-C14A-B0C62654A148}"/>
                    </a:ext>
                  </a:extLst>
                </p:cNvPr>
                <p:cNvSpPr/>
                <p:nvPr/>
              </p:nvSpPr>
              <p:spPr>
                <a:xfrm flipV="false" flipH="false">
                  <a:off x="7593877" y="1734228"/>
                  <a:ext cx="426416" cy="461185"/>
                </a:xfrm>
                <a:custGeom>
                  <a:avLst/>
                  <a:gdLst>
                    <a:gd fmla="*/ 426417 w 426416" name="connsiteX0"/>
                    <a:gd fmla="*/ 257792 h 461185" name="connsiteY0"/>
                    <a:gd fmla="*/ 313881 w 426416" name="connsiteX1"/>
                    <a:gd fmla="*/ 461185 h 461185" name="connsiteY1"/>
                    <a:gd fmla="*/ 0 w 426416" name="connsiteX2"/>
                    <a:gd fmla="*/ 257792 h 461185" name="connsiteY2"/>
                    <a:gd fmla="*/ 161699 w 426416" name="connsiteX3"/>
                    <a:gd fmla="*/ 22435 h 461185" name="connsiteY3"/>
                    <a:gd fmla="*/ 355959 w 426416" name="connsiteX4"/>
                    <a:gd fmla="*/ 73006 h 461185" name="connsiteY4"/>
                    <a:gd fmla="*/ 426417 w 426416" name="connsiteX5"/>
                    <a:gd fmla="*/ 257835 h 461185" name="connsiteY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b="b" l="l" r="r" t="t"/>
                  <a:pathLst>
                    <a:path h="461185" w="426416">
                      <a:moveTo>
                        <a:pt x="426417" y="257792"/>
                      </a:moveTo>
                      <a:lnTo>
                        <a:pt x="313881" y="461185"/>
                      </a:lnTo>
                      <a:cubicBezTo>
                        <a:pt x="313881" y="461185"/>
                        <a:pt x="83431" y="410742"/>
                        <a:pt x="0" y="257792"/>
                      </a:cubicBezTo>
                      <a:cubicBezTo>
                        <a:pt x="0" y="257792"/>
                        <a:pt x="30044" y="93875"/>
                        <a:pt x="161699" y="22435"/>
                      </a:cubicBezTo>
                      <a:cubicBezTo>
                        <a:pt x="293353" y="-49004"/>
                        <a:pt x="355959" y="73006"/>
                        <a:pt x="355959" y="73006"/>
                      </a:cubicBezTo>
                      <a:lnTo>
                        <a:pt x="426417" y="257835"/>
                      </a:lnTo>
                      <a:close/>
                    </a:path>
                  </a:pathLst>
                </a:custGeom>
                <a:solidFill>
                  <a:srgbClr val="E37761"/>
                </a:solidFill>
                <a:ln cap="flat" w="4266">
                  <a:noFill/>
                  <a:prstDash val="solid"/>
                  <a:miter/>
                </a:ln>
              </p:spPr>
              <p:txBody>
                <a:bodyPr anchor="ctr" rtlCol="0"/>
                <a:lstStyle/>
                <a:p>
                  <a:pPr algn="l"/>
                </a:p>
              </p:txBody>
            </p:sp>
          </p:grpSp>
        </p:grpSp>
      </p:grpSp>
    </p:spTree>
  </p:cSld>
  <p:clrMapOvr>
    <a:masterClrMapping/>
  </p:clrMapOvr>
</p:sld>
</file>

<file path=ppt/slides/slide58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免疫抑制者</a:t>
            </a:r>
          </a:p>
        </p:txBody>
      </p:sp>
      <p:grpSp>
        <p:nvGrpSpPr>
          <p:cNvPr descr="392a5d12-66d0-49f5-a43c-dc4446ac5066" id="6" name="75746ef1-1c3c-43b0-9ec6-f9d79e4b0336.source.2.zh-Hans.pptx">
            <a:extLst>
              <a:ext uri="{FF2B5EF4-FFF2-40B4-BE49-F238E27FC236}">
                <a16:creationId id="{2C8FA97F-AB90-329D-3613-F22D2ED000C8}"/>
              </a:ext>
            </a:extLst>
          </p:cNvPr>
          <p:cNvGrpSpPr/>
          <p:nvPr/>
        </p:nvGrpSpPr>
        <p:grpSpPr>
          <a:xfrm>
            <a:off x="666750" y="1130301"/>
            <a:ext cx="10858500" cy="4417458"/>
            <a:chOff x="666750" y="1130301"/>
            <a:chExt cx="10858500" cy="4417458"/>
          </a:xfrm>
        </p:grpSpPr>
        <p:sp>
          <p:nvSpPr>
            <p:cNvPr descr="d807bb71-be14-4e90-bee2-42c51559e1f8" id="30" name="Title">
              <a:extLst>
                <a:ext uri="{FF2B5EF4-FFF2-40B4-BE49-F238E27FC236}">
                  <a16:creationId id="{DE44F044-FAAA-54E1-042F-4BA16DFA9560}"/>
                </a:ext>
              </a:extLst>
            </p:cNvPr>
            <p:cNvSpPr>
              <a:spLocks noChangeAspect="1"/>
            </p:cNvSpPr>
            <p:nvPr/>
          </p:nvSpPr>
          <p:spPr>
            <a:xfrm flipV="false" flipH="false">
              <a:off x="666750" y="1130301"/>
              <a:ext cx="10858500" cy="736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anchorCtr="0" bIns="45720" lIns="91440" rIns="91440" rtlCol="0" tIns="45720" wrap="square">
              <a:normAutofit/>
            </a:bodyPr>
            <a:lstStyle/>
            <a:p>
              <a:pPr algn="ctr"/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免疫抑制者舔脚的防护要求</a:t>
              </a:r>
            </a:p>
          </p:txBody>
        </p:sp>
        <p:grpSp>
          <p:nvGrpSpPr>
            <p:cNvPr descr="024a6e39-c1ab-4dcb-b14d-3a444b92d8ab" id="4" name="组合 3">
              <a:extLst>
                <a:ext uri="{FF2B5EF4-FFF2-40B4-BE49-F238E27FC236}">
                  <a16:creationId id="{B701AFB0-2A00-31C9-9429-1E381A805098}"/>
                </a:ext>
              </a:extLst>
            </p:cNvPr>
            <p:cNvGrpSpPr/>
            <p:nvPr/>
          </p:nvGrpSpPr>
          <p:grpSpPr>
            <a:xfrm>
              <a:off x="666750" y="2690574"/>
              <a:ext cx="5242487" cy="2857185"/>
              <a:chOff x="666750" y="2690574"/>
              <a:chExt cx="5242487" cy="2857185"/>
            </a:xfrm>
          </p:grpSpPr>
          <p:sp>
            <p:nvSpPr>
              <p:cNvPr descr="3c044861-1629-4474-bd82-1a3bd1ea5fd9" id="39" name="ComponentBackground1">
                <a:extLst>
                  <a:ext uri="{FF2B5EF4-FFF2-40B4-BE49-F238E27FC236}">
                    <a16:creationId id="{8134E12D-EE3A-A678-8E55-8AE25698F0C9}"/>
                  </a:ext>
                </a:extLst>
              </p:cNvPr>
              <p:cNvSpPr/>
              <p:nvPr/>
            </p:nvSpPr>
            <p:spPr bwMode="auto">
              <a:xfrm flipV="false" flipH="false">
                <a:off x="666750" y="3138310"/>
                <a:ext cx="5242487" cy="2409449"/>
              </a:xfrm>
              <a:prstGeom prst="cloud">
                <a:avLst/>
              </a:prstGeom>
              <a:solidFill>
                <a:srgbClr val="FFFFFF"/>
              </a:solidFill>
              <a:ln w="6350">
                <a:solidFill>
                  <a:schemeClr val="tx1">
                    <a:alpha val="50000"/>
                  </a:schemeClr>
                </a:solidFill>
              </a:ln>
              <a:effectLst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square">
                <a:noAutofit/>
              </a:bodyPr>
              <a:lstStyle/>
              <a:p>
                <a:pPr algn="l"/>
              </a:p>
            </p:txBody>
          </p:sp>
          <p:sp>
            <p:nvSpPr>
              <p:cNvPr descr="e7a52337-9681-4f6c-9cfc-3aafae818e7d" id="41" name="Number1">
                <a:extLst>
                  <a:ext uri="{FF2B5EF4-FFF2-40B4-BE49-F238E27FC236}">
                    <a16:creationId id="{FE2E70B1-8B39-24CF-2DED-5BEB0A297B3E}"/>
                  </a:ext>
                </a:extLst>
              </p:cNvPr>
              <p:cNvSpPr/>
              <p:nvPr/>
            </p:nvSpPr>
            <p:spPr>
              <a:xfrm flipV="false" flipH="false">
                <a:off x="2553246" y="2690574"/>
                <a:ext cx="1469494" cy="731061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bIns="45720" lIns="91440" rIns="91440" tIns="45720" wrap="squar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1</a:t>
                </a:r>
              </a:p>
            </p:txBody>
          </p:sp>
          <p:sp>
            <p:nvSpPr>
              <p:cNvPr descr="b8e35b30-16be-4438-89de-d38b992d4636" id="43" name="Text1">
                <a:extLst>
                  <a:ext uri="{FF2B5EF4-FFF2-40B4-BE49-F238E27FC236}">
                    <a16:creationId id="{5479B081-C24C-7DEC-9DBD-C2891D863D86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1498882" y="4179655"/>
                <a:ext cx="3578220" cy="7821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000000"/>
                    </a:solidFill>
                    <a:ea typeface="微软雅黑"/>
                  </a:rPr>
                  <a:t>口腔黏膜容易受损，增加感染风险。</a:t>
                </a:r>
              </a:p>
            </p:txBody>
          </p:sp>
          <p:sp>
            <p:nvSpPr>
              <p:cNvPr descr="0d125cfd-5d68-4f8a-9d51-9387b2072f78" id="44" name="Bullet1">
                <a:extLst>
                  <a:ext uri="{FF2B5EF4-FFF2-40B4-BE49-F238E27FC236}">
                    <a16:creationId id="{DA591AC1-9461-C66B-026C-56D7939A0642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1498882" y="3501275"/>
                <a:ext cx="3578220" cy="67837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</a:pPr>
                <a:r>
                  <a:rPr lang="en-US" b="true" i="false" u="none" sz="1800">
                    <a:solidFill>
                      <a:srgbClr val="000000"/>
                    </a:solidFill>
                    <a:ea typeface="微软雅黑"/>
                  </a:rPr>
                  <a:t>黏膜受损</a:t>
                </a:r>
              </a:p>
            </p:txBody>
          </p:sp>
        </p:grpSp>
        <p:grpSp>
          <p:nvGrpSpPr>
            <p:cNvPr descr="55133322-e5be-4f5e-b83b-d10ccae19769" id="5" name="组合 4">
              <a:extLst>
                <a:ext uri="{FF2B5EF4-FFF2-40B4-BE49-F238E27FC236}">
                  <a16:creationId id="{02A5368E-7361-0C71-BEBF-5E59618B79D8}"/>
                </a:ext>
              </a:extLst>
            </p:cNvPr>
            <p:cNvGrpSpPr/>
            <p:nvPr/>
          </p:nvGrpSpPr>
          <p:grpSpPr>
            <a:xfrm>
              <a:off x="6276413" y="2690574"/>
              <a:ext cx="5242487" cy="2857185"/>
              <a:chOff x="6276413" y="2690574"/>
              <a:chExt cx="5242487" cy="2857185"/>
            </a:xfrm>
          </p:grpSpPr>
          <p:sp>
            <p:nvSpPr>
              <p:cNvPr descr="075631e9-3162-421d-be67-474eaf2d75b6" id="33" name="ComponentBackground2">
                <a:extLst>
                  <a:ext uri="{FF2B5EF4-FFF2-40B4-BE49-F238E27FC236}">
                    <a16:creationId id="{B0055934-78F0-B1CB-4BBE-ABE556A8846A}"/>
                  </a:ext>
                </a:extLst>
              </p:cNvPr>
              <p:cNvSpPr/>
              <p:nvPr/>
            </p:nvSpPr>
            <p:spPr bwMode="auto">
              <a:xfrm flipV="false" flipH="false">
                <a:off x="6276413" y="3138310"/>
                <a:ext cx="5242487" cy="2409449"/>
              </a:xfrm>
              <a:prstGeom prst="cloud">
                <a:avLst/>
              </a:prstGeom>
              <a:solidFill>
                <a:srgbClr val="FFFFFF"/>
              </a:solidFill>
              <a:ln w="6350">
                <a:solidFill>
                  <a:schemeClr val="tx1">
                    <a:alpha val="50000"/>
                  </a:schemeClr>
                </a:solidFill>
              </a:ln>
              <a:effectLst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 wrap="square">
                <a:noAutofit/>
              </a:bodyPr>
              <a:lstStyle/>
              <a:p>
                <a:pPr algn="l"/>
              </a:p>
            </p:txBody>
          </p:sp>
          <p:sp>
            <p:nvSpPr>
              <p:cNvPr descr="70cfe8be-f4f3-486d-bd0b-3a45d38cea5f" id="35" name="Number2">
                <a:extLst>
                  <a:ext uri="{FF2B5EF4-FFF2-40B4-BE49-F238E27FC236}">
                    <a16:creationId id="{FC35D370-C8B5-C467-4398-0CFE234BC837}"/>
                  </a:ext>
                </a:extLst>
              </p:cNvPr>
              <p:cNvSpPr/>
              <p:nvPr/>
            </p:nvSpPr>
            <p:spPr>
              <a:xfrm flipV="false" flipH="false">
                <a:off x="8162909" y="2690574"/>
                <a:ext cx="1469494" cy="731061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bIns="45720" lIns="91440" rIns="91440" tIns="45720" wrap="square">
                <a:normAutofit/>
              </a:bodyPr>
              <a:lstStyle/>
              <a:p>
                <a:pPr algn="ctr"/>
                <a:r>
                  <a:rPr lang="en-US" b="true" i="false" u="none" sz="1800">
                    <a:solidFill>
                      <a:srgbClr val="FFFFFF"/>
                    </a:solidFill>
                    <a:latin typeface="Arial"/>
                  </a:rPr>
                  <a:t>2</a:t>
                </a:r>
              </a:p>
            </p:txBody>
          </p:sp>
          <p:sp>
            <p:nvSpPr>
              <p:cNvPr descr="ddc8fed5-8a90-424e-9f76-f64ad83aa375" id="37" name="Text2">
                <a:extLst>
                  <a:ext uri="{FF2B5EF4-FFF2-40B4-BE49-F238E27FC236}">
                    <a16:creationId id="{06935E05-72CA-D717-E76B-B6B4B61EE9D9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7108545" y="4179655"/>
                <a:ext cx="3578220" cy="7821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t" anchorCtr="0" bIns="45720" lIns="91440" rIns="91440" tIns="45720" wrap="square">
                <a:normAutofit/>
              </a:bodyPr>
              <a:lstStyle/>
              <a:p>
                <a:pPr algn="l">
                  <a:lnSpc>
                    <a:spcPct val="120000"/>
                  </a:lnSpc>
                </a:pPr>
                <a:r>
                  <a:rPr lang="en-US" b="false" i="false" u="none" sz="1200">
                    <a:solidFill>
                      <a:srgbClr val="000000"/>
                    </a:solidFill>
                    <a:ea typeface="微软雅黑"/>
                  </a:rPr>
                  <a:t>推荐使用舌套 + 防护膜双层防护，保障安全。</a:t>
                </a:r>
              </a:p>
            </p:txBody>
          </p:sp>
          <p:sp>
            <p:nvSpPr>
              <p:cNvPr descr="258bcdad-3be7-4d41-a533-6a9a463817e6" id="38" name="Bullet2">
                <a:extLst>
                  <a:ext uri="{FF2B5EF4-FFF2-40B4-BE49-F238E27FC236}">
                    <a16:creationId id="{144938CB-7068-97D4-7368-F967A57FAFB4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7108545" y="3501275"/>
                <a:ext cx="3578220" cy="67837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b" anchorCtr="0" bIns="45720" lIns="91440" rIns="91440" tIns="45720" wrap="square">
                <a:normAutofit/>
              </a:bodyPr>
              <a:lstStyle/>
              <a:p>
                <a:pPr algn="l">
                  <a:spcBef>
                    <a:spcPct val="0"/>
                  </a:spcBef>
                </a:pPr>
                <a:r>
                  <a:rPr lang="en-US" b="true" i="false" u="none" sz="1800">
                    <a:solidFill>
                      <a:srgbClr val="000000"/>
                    </a:solidFill>
                    <a:ea typeface="微软雅黑"/>
                  </a:rPr>
                  <a:t>双层防护</a:t>
                </a:r>
              </a:p>
            </p:txBody>
          </p:sp>
        </p:grpSp>
      </p:grpSp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9737b96-c39d-48bf-ae58-b8b31ad95437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3200">
                <a:solidFill>
                  <a:srgbClr val="FFFFFF"/>
                </a:solidFill>
                <a:ea typeface="微软雅黑"/>
              </a:rPr>
              <a:t>情绪照护与收尾仪式</a:t>
            </a:r>
          </a:p>
        </p:txBody>
      </p:sp>
      <p:sp>
        <p:nvSpPr>
          <p:cNvPr descr="fa4b4619-0b88-44f9-babb-18cd9493b7a8" id="25" name=""/>
          <p:cNvSpPr>
            <a:spLocks noGrp="1"/>
          </p:cNvSpPr>
          <p:nvPr>
            <p:ph hasCustomPrompt="1" idx="1" sz="quarter" type="body"/>
          </p:nvPr>
        </p:nvSpPr>
        <p:spPr/>
        <p:txBody>
          <a:bodyPr/>
          <a:lstStyle/>
          <a:p>
            <a:pPr algn="l">
              <a:lnSpc>
                <a:spcPct val="120000"/>
              </a:lnSpc>
              <a:spcBef>
                <a:spcPts val="1000"/>
              </a:spcBef>
            </a:pPr>
            <a:r>
              <a:rPr lang="en-US" b="false" i="false" u="none" sz="2400">
                <a:solidFill>
                  <a:srgbClr val="FFFFFF"/>
                </a:solidFill>
                <a:ea typeface="微软雅黑"/>
              </a:rPr>
              <a:t>舔脚后的情感关怀与收尾工作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a16="http://schemas.microsoft.com/office/drawing/2014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028de0ae-9c32-40fb-8f92-cd17c2e4912f" id="2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2800">
                <a:solidFill>
                  <a:srgbClr val="2F2F2F"/>
                </a:solidFill>
                <a:ea typeface="微软雅黑"/>
              </a:rPr>
              <a:t>情感护理行为</a:t>
            </a:r>
          </a:p>
        </p:txBody>
      </p:sp>
      <p:grpSp>
        <p:nvGrpSpPr>
          <p:cNvPr descr="a97e405d-7b40-4531-97d1-230ead525196" id="13" name="5c9d359d-2176-4aa8-ad10-001d30d425f1.source.4.zh-Hans.pptx">
            <a:extLst>
              <a:ext uri="{FF2B5EF4-FFF2-40B4-BE49-F238E27FC236}">
                <a16:creationId id="{43743A5D-E283-C01A-7E4E-D33B0958D0BA}"/>
              </a:ext>
            </a:extLst>
          </p:cNvPr>
          <p:cNvGrpSpPr/>
          <p:nvPr/>
        </p:nvGrpSpPr>
        <p:grpSpPr>
          <a:xfrm>
            <a:off x="660400" y="1130300"/>
            <a:ext cx="10864851" cy="4806407"/>
            <a:chOff x="660400" y="1130300"/>
            <a:chExt cx="10864851" cy="4806407"/>
          </a:xfrm>
        </p:grpSpPr>
        <p:sp>
          <p:nvSpPr>
            <p:cNvPr descr="91d3b9d5-bd59-494b-b42e-44c11901252c" id="26" name="矩形: 圆顶角 25">
              <a:extLst>
                <a:ext uri="{FF2B5EF4-FFF2-40B4-BE49-F238E27FC236}">
                  <a16:creationId id="{019344F6-DFDB-4B70-AA4A-4B49B9CBDD45}"/>
                </a:ext>
              </a:extLst>
            </p:cNvPr>
            <p:cNvSpPr/>
            <p:nvPr/>
          </p:nvSpPr>
          <p:spPr>
            <a:xfrm flipV="false" flipH="false">
              <a:off x="5187112" y="2071767"/>
              <a:ext cx="1894163" cy="386494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chemeClr val="tx2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 wrap="square">
              <a:noAutofit/>
            </a:bodyPr>
            <a:lstStyle/>
            <a:p>
              <a:pPr algn="ctr"/>
            </a:p>
          </p:txBody>
        </p:sp>
        <p:sp>
          <p:nvSpPr>
            <p:cNvPr descr="56ee5c82-d461-4c99-b088-b760e0cb4cac" id="98" name="任意多边形: 形状 97">
              <a:extLst>
                <a:ext uri="{FF2B5EF4-FFF2-40B4-BE49-F238E27FC236}">
                  <a16:creationId id="{EA04ECD3-1B02-4C1A-9C54-EED3D9705E67}"/>
                </a:ext>
              </a:extLst>
            </p:cNvPr>
            <p:cNvSpPr/>
            <p:nvPr/>
          </p:nvSpPr>
          <p:spPr>
            <a:xfrm rot="21190573" flipV="false" flipH="false">
              <a:off x="5953249" y="3532204"/>
              <a:ext cx="220546" cy="256339"/>
            </a:xfrm>
            <a:custGeom>
              <a:avLst/>
              <a:gdLst>
                <a:gd fmla="*/ 163259 w 204876" name="connsiteX0"/>
                <a:gd fmla="*/ 135636 h 238125" name="connsiteY0"/>
                <a:gd fmla="*/ 0 w 204876" name="connsiteX1"/>
                <a:gd fmla="*/ 238125 h 238125" name="connsiteY1"/>
                <a:gd fmla="*/ 72676 w 204876" name="connsiteX2"/>
                <a:gd fmla="*/ 59817 h 238125" name="connsiteY2"/>
                <a:gd fmla="*/ 173260 w 204876" name="connsiteX3"/>
                <a:gd fmla="*/ 0 h 238125" name="connsiteY3"/>
                <a:gd fmla="*/ 204692 w 204876" name="connsiteX4"/>
                <a:gd fmla="*/ 26479 h 238125" name="connsiteY4"/>
                <a:gd fmla="*/ 163259 w 204876" name="connsiteX5"/>
                <a:gd fmla="*/ 135636 h 238125" name="connsiteY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b="b" l="l" r="r" t="t"/>
              <a:pathLst>
                <a:path h="238125" w="204876">
                  <a:moveTo>
                    <a:pt x="163259" y="135636"/>
                  </a:moveTo>
                  <a:cubicBezTo>
                    <a:pt x="116396" y="191453"/>
                    <a:pt x="0" y="238125"/>
                    <a:pt x="0" y="238125"/>
                  </a:cubicBezTo>
                  <a:cubicBezTo>
                    <a:pt x="0" y="238125"/>
                    <a:pt x="25813" y="115633"/>
                    <a:pt x="72676" y="59817"/>
                  </a:cubicBezTo>
                  <a:cubicBezTo>
                    <a:pt x="119539" y="4000"/>
                    <a:pt x="173260" y="0"/>
                    <a:pt x="173260" y="0"/>
                  </a:cubicBezTo>
                  <a:lnTo>
                    <a:pt x="204692" y="26479"/>
                  </a:lnTo>
                  <a:cubicBezTo>
                    <a:pt x="204692" y="26479"/>
                    <a:pt x="210026" y="79820"/>
                    <a:pt x="163259" y="135636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  <a:alpha val="80000"/>
              </a:schemeClr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1d871bf-a174-4aa5-ad7a-f9a2f93065b4" id="99" name="任意多边形: 形状 98">
              <a:extLst>
                <a:ext uri="{FF2B5EF4-FFF2-40B4-BE49-F238E27FC236}">
                  <a16:creationId id="{308FAF9C-7D40-40D3-9B65-D906F7D341F7}"/>
                </a:ext>
              </a:extLst>
            </p:cNvPr>
            <p:cNvSpPr/>
            <p:nvPr/>
          </p:nvSpPr>
          <p:spPr>
            <a:xfrm rot="21190573" flipV="false" flipH="false">
              <a:off x="6007588" y="3533059"/>
              <a:ext cx="157091" cy="182820"/>
            </a:xfrm>
            <a:custGeom>
              <a:avLst/>
              <a:gdLst>
                <a:gd fmla="*/ 116300 w 145929" name="connsiteX0"/>
                <a:gd fmla="*/ 96869 h 169830" name="connsiteY0"/>
                <a:gd fmla="*/ 0 w 145929" name="connsiteX1"/>
                <a:gd fmla="*/ 169831 h 169830" name="connsiteY1"/>
                <a:gd fmla="*/ 51816 w 145929" name="connsiteX2"/>
                <a:gd fmla="*/ 42672 h 169830" name="connsiteY2"/>
                <a:gd fmla="*/ 123444 w 145929" name="connsiteX3"/>
                <a:gd fmla="*/ 0 h 169830" name="connsiteY3"/>
                <a:gd fmla="*/ 145923 w 145929" name="connsiteX4"/>
                <a:gd fmla="*/ 19050 h 169830" name="connsiteY4"/>
                <a:gd fmla="*/ 116300 w 145929" name="connsiteX5"/>
                <a:gd fmla="*/ 96869 h 169830" name="connsiteY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b="b" l="l" r="r" t="t"/>
              <a:pathLst>
                <a:path h="169830" w="145929">
                  <a:moveTo>
                    <a:pt x="116300" y="96869"/>
                  </a:moveTo>
                  <a:cubicBezTo>
                    <a:pt x="82963" y="136684"/>
                    <a:pt x="0" y="169831"/>
                    <a:pt x="0" y="169831"/>
                  </a:cubicBezTo>
                  <a:cubicBezTo>
                    <a:pt x="0" y="169831"/>
                    <a:pt x="18383" y="82487"/>
                    <a:pt x="51816" y="42672"/>
                  </a:cubicBezTo>
                  <a:cubicBezTo>
                    <a:pt x="69466" y="19936"/>
                    <a:pt x="95050" y="4696"/>
                    <a:pt x="123444" y="0"/>
                  </a:cubicBezTo>
                  <a:lnTo>
                    <a:pt x="145923" y="19050"/>
                  </a:lnTo>
                  <a:cubicBezTo>
                    <a:pt x="146237" y="47806"/>
                    <a:pt x="135655" y="75609"/>
                    <a:pt x="116300" y="96869"/>
                  </a:cubicBezTo>
                  <a:close/>
                </a:path>
              </a:pathLst>
            </a:custGeom>
            <a:solidFill>
              <a:schemeClr val="accent2">
                <a:alpha val="80000"/>
              </a:schemeClr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d2bf3bce-434c-4621-a2b2-c89944f44c60" id="100" name="任意多边形: 形状 99">
              <a:extLst>
                <a:ext uri="{FF2B5EF4-FFF2-40B4-BE49-F238E27FC236}">
                  <a16:creationId id="{0364F897-A779-42F7-B89E-1E79AC599B22}"/>
                </a:ext>
              </a:extLst>
            </p:cNvPr>
            <p:cNvSpPr/>
            <p:nvPr/>
          </p:nvSpPr>
          <p:spPr>
            <a:xfrm rot="21190573" flipV="false" flipH="false">
              <a:off x="6068694" y="2666442"/>
              <a:ext cx="727372" cy="825303"/>
            </a:xfrm>
            <a:custGeom>
              <a:avLst/>
              <a:gdLst>
                <a:gd fmla="*/ 574834 w 675689" name="connsiteX0"/>
                <a:gd fmla="*/ 292985 h 766662" name="connsiteY0"/>
                <a:gd fmla="*/ 176974 w 675689" name="connsiteX1"/>
                <a:gd fmla="*/ 766663 h 766662" name="connsiteY1"/>
                <a:gd fmla="*/ 0 w 675689" name="connsiteX2"/>
                <a:gd fmla="*/ 618073 h 766662" name="connsiteY2"/>
                <a:gd fmla="*/ 397383 w 675689" name="connsiteX3"/>
                <a:gd fmla="*/ 143823 h 766662" name="connsiteY3"/>
                <a:gd fmla="*/ 565785 w 675689" name="connsiteX4"/>
                <a:gd fmla="*/ 13902 h 766662" name="connsiteY4"/>
                <a:gd fmla="*/ 665321 w 675689" name="connsiteX5"/>
                <a:gd fmla="*/ 4377 h 766662" name="connsiteY5"/>
                <a:gd fmla="*/ 673418 w 675689" name="connsiteX6"/>
                <a:gd fmla="*/ 104104 h 766662" name="connsiteY6"/>
                <a:gd fmla="*/ 574834 w 675689" name="connsiteX7"/>
                <a:gd fmla="*/ 292985 h 766662" name="connsiteY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b="b" l="l" r="r" t="t"/>
              <a:pathLst>
                <a:path h="766662" w="675689">
                  <a:moveTo>
                    <a:pt x="574834" y="292985"/>
                  </a:moveTo>
                  <a:lnTo>
                    <a:pt x="176974" y="766663"/>
                  </a:lnTo>
                  <a:lnTo>
                    <a:pt x="0" y="618073"/>
                  </a:lnTo>
                  <a:lnTo>
                    <a:pt x="397383" y="143823"/>
                  </a:lnTo>
                  <a:cubicBezTo>
                    <a:pt x="452628" y="78101"/>
                    <a:pt x="480155" y="36286"/>
                    <a:pt x="565785" y="13902"/>
                  </a:cubicBezTo>
                  <a:cubicBezTo>
                    <a:pt x="640271" y="-5148"/>
                    <a:pt x="659035" y="-671"/>
                    <a:pt x="665321" y="4377"/>
                  </a:cubicBezTo>
                  <a:cubicBezTo>
                    <a:pt x="671608" y="9425"/>
                    <a:pt x="679704" y="27332"/>
                    <a:pt x="673418" y="104104"/>
                  </a:cubicBezTo>
                  <a:cubicBezTo>
                    <a:pt x="666464" y="192401"/>
                    <a:pt x="629984" y="226786"/>
                    <a:pt x="574834" y="292985"/>
                  </a:cubicBezTo>
                  <a:close/>
                </a:path>
              </a:pathLst>
            </a:custGeom>
            <a:solidFill>
              <a:srgbClr val="DBDBDB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0c68edf0-f3bc-4fae-a76e-1841f49b9b83" id="101" name="任意多边形: 形状 100">
              <a:extLst>
                <a:ext uri="{FF2B5EF4-FFF2-40B4-BE49-F238E27FC236}">
                  <a16:creationId id="{85DD2092-CE34-45D5-8F68-AE548745664E}"/>
                </a:ext>
              </a:extLst>
            </p:cNvPr>
            <p:cNvSpPr/>
            <p:nvPr/>
          </p:nvSpPr>
          <p:spPr>
            <a:xfrm rot="21190573" flipV="false" flipH="false">
              <a:off x="6672292" y="2630308"/>
              <a:ext cx="77007" cy="69947"/>
            </a:xfrm>
            <a:custGeom>
              <a:avLst/>
              <a:gdLst>
                <a:gd fmla="*/ 71438 w 71535" name="connsiteX0"/>
                <a:gd fmla="*/ 64976 h 64976" name="connsiteY0"/>
                <a:gd fmla="*/ 0 w 71535" name="connsiteX1"/>
                <a:gd fmla="*/ 4969 h 64976" name="connsiteY1"/>
                <a:gd fmla="*/ 61151 w 71535" name="connsiteX2"/>
                <a:gd fmla="*/ 4969 h 64976" name="connsiteY2"/>
                <a:gd fmla="*/ 71438 w 71535" name="connsiteX3"/>
                <a:gd fmla="*/ 64976 h 64976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64976" w="71535">
                  <a:moveTo>
                    <a:pt x="71438" y="64976"/>
                  </a:moveTo>
                  <a:lnTo>
                    <a:pt x="0" y="4969"/>
                  </a:lnTo>
                  <a:cubicBezTo>
                    <a:pt x="43148" y="-3509"/>
                    <a:pt x="56102" y="492"/>
                    <a:pt x="61151" y="4969"/>
                  </a:cubicBezTo>
                  <a:cubicBezTo>
                    <a:pt x="66199" y="9445"/>
                    <a:pt x="72390" y="21066"/>
                    <a:pt x="71438" y="64976"/>
                  </a:cubicBezTo>
                  <a:close/>
                </a:path>
              </a:pathLst>
            </a:custGeom>
            <a:solidFill>
              <a:srgbClr val="C7C7C7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3706d053-8a49-4c4e-91ce-30b2b0e7bcf5" id="103" name="任意多边形: 形状 102">
              <a:extLst>
                <a:ext uri="{FF2B5EF4-FFF2-40B4-BE49-F238E27FC236}">
                  <a16:creationId id="{3A5132FB-8803-4302-ACA3-3975F6BFC90E}"/>
                </a:ext>
              </a:extLst>
            </p:cNvPr>
            <p:cNvSpPr/>
            <p:nvPr/>
          </p:nvSpPr>
          <p:spPr>
            <a:xfrm rot="21190573" flipV="false" flipH="false">
              <a:off x="6614797" y="2655481"/>
              <a:ext cx="134834" cy="113199"/>
            </a:xfrm>
            <a:custGeom>
              <a:avLst/>
              <a:gdLst>
                <a:gd fmla="*/ 0 w 125253" name="connsiteX0"/>
                <a:gd fmla="*/ 0 h 105156" name="connsiteY0"/>
                <a:gd fmla="*/ 63341 w 125253" name="connsiteX1"/>
                <a:gd fmla="*/ 51625 h 105156" name="connsiteY1"/>
                <a:gd fmla="*/ 125254 w 125253" name="connsiteX2"/>
                <a:gd fmla="*/ 105156 h 105156" name="connsiteY2"/>
                <a:gd fmla="*/ 61817 w 125253" name="connsiteX3"/>
                <a:gd fmla="*/ 53435 h 105156" name="connsiteY3"/>
                <a:gd fmla="*/ 0 w 125253" name="connsiteX4"/>
                <a:gd fmla="*/ 0 h 105156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105156" w="125253">
                  <a:moveTo>
                    <a:pt x="0" y="0"/>
                  </a:moveTo>
                  <a:cubicBezTo>
                    <a:pt x="21527" y="16764"/>
                    <a:pt x="42291" y="34481"/>
                    <a:pt x="63341" y="51625"/>
                  </a:cubicBezTo>
                  <a:cubicBezTo>
                    <a:pt x="84392" y="68771"/>
                    <a:pt x="104966" y="86773"/>
                    <a:pt x="125254" y="105156"/>
                  </a:cubicBezTo>
                  <a:cubicBezTo>
                    <a:pt x="103727" y="88392"/>
                    <a:pt x="82963" y="70675"/>
                    <a:pt x="61817" y="53435"/>
                  </a:cubicBezTo>
                  <a:cubicBezTo>
                    <a:pt x="40672" y="36195"/>
                    <a:pt x="20193" y="18288"/>
                    <a:pt x="0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4eda09e4-cf9f-4f9a-88fa-20d365a0f9d2" id="104" name="任意多边形: 形状 103">
              <a:extLst>
                <a:ext uri="{FF2B5EF4-FFF2-40B4-BE49-F238E27FC236}">
                  <a16:creationId id="{C62F1F47-E0C1-4AC2-8772-41BB5C268F64}"/>
                </a:ext>
              </a:extLst>
            </p:cNvPr>
            <p:cNvSpPr/>
            <p:nvPr/>
          </p:nvSpPr>
          <p:spPr>
            <a:xfrm rot="21190573" flipV="false" flipH="false">
              <a:off x="6509653" y="2750192"/>
              <a:ext cx="190614" cy="160058"/>
            </a:xfrm>
            <a:custGeom>
              <a:avLst/>
              <a:gdLst>
                <a:gd fmla="*/ 0 w 177070" name="connsiteX0"/>
                <a:gd fmla="*/ 0 h 148685" name="connsiteY0"/>
                <a:gd fmla="*/ 89345 w 177070" name="connsiteX1"/>
                <a:gd fmla="*/ 73438 h 148685" name="connsiteY1"/>
                <a:gd fmla="*/ 177070 w 177070" name="connsiteX2"/>
                <a:gd fmla="*/ 148685 h 148685" name="connsiteY2"/>
                <a:gd fmla="*/ 87821 w 177070" name="connsiteX3"/>
                <a:gd fmla="*/ 75248 h 148685" name="connsiteY3"/>
                <a:gd fmla="*/ 0 w 177070" name="connsiteX4"/>
                <a:gd fmla="*/ 0 h 148685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148685" w="177070">
                  <a:moveTo>
                    <a:pt x="0" y="0"/>
                  </a:moveTo>
                  <a:cubicBezTo>
                    <a:pt x="30194" y="24003"/>
                    <a:pt x="59531" y="48958"/>
                    <a:pt x="89345" y="73438"/>
                  </a:cubicBezTo>
                  <a:cubicBezTo>
                    <a:pt x="119158" y="97917"/>
                    <a:pt x="148209" y="123158"/>
                    <a:pt x="177070" y="148685"/>
                  </a:cubicBezTo>
                  <a:cubicBezTo>
                    <a:pt x="146876" y="124682"/>
                    <a:pt x="117539" y="99727"/>
                    <a:pt x="87821" y="75248"/>
                  </a:cubicBezTo>
                  <a:cubicBezTo>
                    <a:pt x="58103" y="50768"/>
                    <a:pt x="28861" y="25527"/>
                    <a:pt x="0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fd5d8b8-baab-485e-8c9d-b5a4f2bd0d4a" id="143" name="任意多边形: 形状 142">
              <a:extLst>
                <a:ext uri="{FF2B5EF4-FFF2-40B4-BE49-F238E27FC236}">
                  <a16:creationId id="{5F8FFC42-A02B-4189-8A1C-F8EE0FEF4F65}"/>
                </a:ext>
              </a:extLst>
            </p:cNvPr>
            <p:cNvSpPr/>
            <p:nvPr/>
          </p:nvSpPr>
          <p:spPr>
            <a:xfrm rot="21190573" flipV="false" flipH="false">
              <a:off x="6532032" y="2719279"/>
              <a:ext cx="187742" cy="157699"/>
            </a:xfrm>
            <a:custGeom>
              <a:avLst/>
              <a:gdLst>
                <a:gd fmla="*/ 0 w 174402" name="connsiteX0"/>
                <a:gd fmla="*/ 0 h 146494" name="connsiteY0"/>
                <a:gd fmla="*/ 87916 w 174402" name="connsiteX1"/>
                <a:gd fmla="*/ 72295 h 146494" name="connsiteY1"/>
                <a:gd fmla="*/ 174403 w 174402" name="connsiteX2"/>
                <a:gd fmla="*/ 146495 h 146494" name="connsiteY2"/>
                <a:gd fmla="*/ 86392 w 174402" name="connsiteX3"/>
                <a:gd fmla="*/ 74200 h 146494" name="connsiteY3"/>
                <a:gd fmla="*/ 0 w 174402" name="connsiteX4"/>
                <a:gd fmla="*/ 0 h 146494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146494" w="174402">
                  <a:moveTo>
                    <a:pt x="0" y="0"/>
                  </a:moveTo>
                  <a:cubicBezTo>
                    <a:pt x="29718" y="23622"/>
                    <a:pt x="58579" y="48292"/>
                    <a:pt x="87916" y="72295"/>
                  </a:cubicBezTo>
                  <a:cubicBezTo>
                    <a:pt x="117253" y="96298"/>
                    <a:pt x="145923" y="121253"/>
                    <a:pt x="174403" y="146495"/>
                  </a:cubicBezTo>
                  <a:cubicBezTo>
                    <a:pt x="144589" y="122873"/>
                    <a:pt x="115729" y="98203"/>
                    <a:pt x="86392" y="74200"/>
                  </a:cubicBezTo>
                  <a:cubicBezTo>
                    <a:pt x="57055" y="50197"/>
                    <a:pt x="28385" y="25241"/>
                    <a:pt x="0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cdcd757-088f-4c84-8f50-166456c01f32" id="144" name="任意多边形: 形状 143">
              <a:extLst>
                <a:ext uri="{FF2B5EF4-FFF2-40B4-BE49-F238E27FC236}">
                  <a16:creationId id="{F3793C35-78C1-4326-B306-3B36CC2AFC08}"/>
                </a:ext>
              </a:extLst>
            </p:cNvPr>
            <p:cNvSpPr/>
            <p:nvPr/>
          </p:nvSpPr>
          <p:spPr>
            <a:xfrm rot="21190573" flipV="false" flipH="false">
              <a:off x="6428468" y="2874327"/>
              <a:ext cx="190613" cy="160058"/>
            </a:xfrm>
            <a:custGeom>
              <a:avLst/>
              <a:gdLst>
                <a:gd fmla="*/ 0 w 177069" name="connsiteX0"/>
                <a:gd fmla="*/ 0 h 148685" name="connsiteY0"/>
                <a:gd fmla="*/ 89345 w 177069" name="connsiteX1"/>
                <a:gd fmla="*/ 73438 h 148685" name="connsiteY1"/>
                <a:gd fmla="*/ 177070 w 177069" name="connsiteX2"/>
                <a:gd fmla="*/ 148685 h 148685" name="connsiteY2"/>
                <a:gd fmla="*/ 87725 w 177069" name="connsiteX3"/>
                <a:gd fmla="*/ 75247 h 148685" name="connsiteY3"/>
                <a:gd fmla="*/ 0 w 177069" name="connsiteX4"/>
                <a:gd fmla="*/ 0 h 148685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148685" w="177069">
                  <a:moveTo>
                    <a:pt x="0" y="0"/>
                  </a:moveTo>
                  <a:cubicBezTo>
                    <a:pt x="30194" y="24003"/>
                    <a:pt x="59531" y="48958"/>
                    <a:pt x="89345" y="73438"/>
                  </a:cubicBezTo>
                  <a:cubicBezTo>
                    <a:pt x="119158" y="97917"/>
                    <a:pt x="148209" y="123063"/>
                    <a:pt x="177070" y="148685"/>
                  </a:cubicBezTo>
                  <a:cubicBezTo>
                    <a:pt x="146876" y="124682"/>
                    <a:pt x="117538" y="99631"/>
                    <a:pt x="87725" y="75247"/>
                  </a:cubicBezTo>
                  <a:cubicBezTo>
                    <a:pt x="57912" y="50863"/>
                    <a:pt x="28861" y="25527"/>
                    <a:pt x="0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e336a3aa-9b75-4732-9ff8-956641673d0d" id="145" name="任意多边形: 形状 144">
              <a:extLst>
                <a:ext uri="{FF2B5EF4-FFF2-40B4-BE49-F238E27FC236}">
                  <a16:creationId id="{E55F5B93-0ED8-4FD6-8E24-2FC32CA4EF75}"/>
                </a:ext>
              </a:extLst>
            </p:cNvPr>
            <p:cNvSpPr/>
            <p:nvPr/>
          </p:nvSpPr>
          <p:spPr>
            <a:xfrm rot="21190573" flipV="false" flipH="false">
              <a:off x="6347273" y="2998360"/>
              <a:ext cx="190613" cy="160058"/>
            </a:xfrm>
            <a:custGeom>
              <a:avLst/>
              <a:gdLst>
                <a:gd fmla="*/ 0 w 177069" name="connsiteX0"/>
                <a:gd fmla="*/ 0 h 148685" name="connsiteY0"/>
                <a:gd fmla="*/ 89249 w 177069" name="connsiteX1"/>
                <a:gd fmla="*/ 73438 h 148685" name="connsiteY1"/>
                <a:gd fmla="*/ 177070 w 177069" name="connsiteX2"/>
                <a:gd fmla="*/ 148685 h 148685" name="connsiteY2"/>
                <a:gd fmla="*/ 87725 w 177069" name="connsiteX3"/>
                <a:gd fmla="*/ 75248 h 148685" name="connsiteY3"/>
                <a:gd fmla="*/ 0 w 177069" name="connsiteX4"/>
                <a:gd fmla="*/ 0 h 148685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148685" w="177069">
                  <a:moveTo>
                    <a:pt x="0" y="0"/>
                  </a:moveTo>
                  <a:cubicBezTo>
                    <a:pt x="30194" y="24003"/>
                    <a:pt x="59531" y="49054"/>
                    <a:pt x="89249" y="73438"/>
                  </a:cubicBezTo>
                  <a:cubicBezTo>
                    <a:pt x="118967" y="97822"/>
                    <a:pt x="148209" y="123158"/>
                    <a:pt x="177070" y="148685"/>
                  </a:cubicBezTo>
                  <a:cubicBezTo>
                    <a:pt x="146875" y="124682"/>
                    <a:pt x="117538" y="99727"/>
                    <a:pt x="87725" y="75248"/>
                  </a:cubicBezTo>
                  <a:cubicBezTo>
                    <a:pt x="57912" y="50768"/>
                    <a:pt x="28861" y="25622"/>
                    <a:pt x="0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4831c83e-1982-4afb-8fe6-0fef842859e1" id="146" name="任意多边形: 形状 145">
              <a:extLst>
                <a:ext uri="{FF2B5EF4-FFF2-40B4-BE49-F238E27FC236}">
                  <a16:creationId id="{84E23221-4C18-460A-8050-4A548867A57C}"/>
                </a:ext>
              </a:extLst>
            </p:cNvPr>
            <p:cNvSpPr/>
            <p:nvPr/>
          </p:nvSpPr>
          <p:spPr>
            <a:xfrm rot="21190573" flipV="false" flipH="false">
              <a:off x="6266088" y="3122501"/>
              <a:ext cx="190511" cy="160058"/>
            </a:xfrm>
            <a:custGeom>
              <a:avLst/>
              <a:gdLst>
                <a:gd fmla="*/ 0 w 176974" name="connsiteX0"/>
                <a:gd fmla="*/ 0 h 148685" name="connsiteY0"/>
                <a:gd fmla="*/ 89249 w 176974" name="connsiteX1"/>
                <a:gd fmla="*/ 73438 h 148685" name="connsiteY1"/>
                <a:gd fmla="*/ 176975 w 176974" name="connsiteX2"/>
                <a:gd fmla="*/ 148685 h 148685" name="connsiteY2"/>
                <a:gd fmla="*/ 87725 w 176974" name="connsiteX3"/>
                <a:gd fmla="*/ 75248 h 148685" name="connsiteY3"/>
                <a:gd fmla="*/ 0 w 176974" name="connsiteX4"/>
                <a:gd fmla="*/ 0 h 148685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148685" w="176974">
                  <a:moveTo>
                    <a:pt x="0" y="0"/>
                  </a:moveTo>
                  <a:cubicBezTo>
                    <a:pt x="30099" y="24003"/>
                    <a:pt x="59436" y="48958"/>
                    <a:pt x="89249" y="73438"/>
                  </a:cubicBezTo>
                  <a:cubicBezTo>
                    <a:pt x="119063" y="97917"/>
                    <a:pt x="148209" y="123063"/>
                    <a:pt x="176975" y="148685"/>
                  </a:cubicBezTo>
                  <a:cubicBezTo>
                    <a:pt x="146876" y="124682"/>
                    <a:pt x="117538" y="99727"/>
                    <a:pt x="87725" y="75248"/>
                  </a:cubicBezTo>
                  <a:cubicBezTo>
                    <a:pt x="57912" y="50768"/>
                    <a:pt x="28861" y="25527"/>
                    <a:pt x="0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182fb5bf-cfff-4573-af4e-9f80637974e0" id="147" name="任意多边形: 形状 146">
              <a:extLst>
                <a:ext uri="{FF2B5EF4-FFF2-40B4-BE49-F238E27FC236}">
                  <a16:creationId id="{CFE4EE8C-37AD-4213-BF6C-31FE691BE93A}"/>
                </a:ext>
              </a:extLst>
            </p:cNvPr>
            <p:cNvSpPr/>
            <p:nvPr/>
          </p:nvSpPr>
          <p:spPr>
            <a:xfrm rot="21190573" flipV="false" flipH="false">
              <a:off x="6184899" y="3246636"/>
              <a:ext cx="190511" cy="159955"/>
            </a:xfrm>
            <a:custGeom>
              <a:avLst/>
              <a:gdLst>
                <a:gd fmla="*/ 0 w 176974" name="connsiteX0"/>
                <a:gd fmla="*/ 0 h 148590" name="connsiteY0"/>
                <a:gd fmla="*/ 89249 w 176974" name="connsiteX1"/>
                <a:gd fmla="*/ 73342 h 148590" name="connsiteY1"/>
                <a:gd fmla="*/ 176974 w 176974" name="connsiteX2"/>
                <a:gd fmla="*/ 148590 h 148590" name="connsiteY2"/>
                <a:gd fmla="*/ 87725 w 176974" name="connsiteX3"/>
                <a:gd fmla="*/ 75247 h 148590" name="connsiteY3"/>
                <a:gd fmla="*/ 0 w 176974" name="connsiteX4"/>
                <a:gd fmla="*/ 0 h 148590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148590" w="176974">
                  <a:moveTo>
                    <a:pt x="0" y="0"/>
                  </a:moveTo>
                  <a:cubicBezTo>
                    <a:pt x="30099" y="24003"/>
                    <a:pt x="59436" y="48958"/>
                    <a:pt x="89249" y="73342"/>
                  </a:cubicBezTo>
                  <a:cubicBezTo>
                    <a:pt x="119063" y="97726"/>
                    <a:pt x="148114" y="123063"/>
                    <a:pt x="176974" y="148590"/>
                  </a:cubicBezTo>
                  <a:cubicBezTo>
                    <a:pt x="146780" y="124682"/>
                    <a:pt x="117443" y="99632"/>
                    <a:pt x="87725" y="75247"/>
                  </a:cubicBezTo>
                  <a:cubicBezTo>
                    <a:pt x="58007" y="50863"/>
                    <a:pt x="28765" y="25527"/>
                    <a:pt x="0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e1de1726-7b39-4ec7-9f4b-fb62b71f0bb8" id="148" name="任意多边形: 形状 147">
              <a:extLst>
                <a:ext uri="{FF2B5EF4-FFF2-40B4-BE49-F238E27FC236}">
                  <a16:creationId id="{4D1D8304-C73A-4201-8C3C-AD0074F2DD9E}"/>
                </a:ext>
              </a:extLst>
            </p:cNvPr>
            <p:cNvSpPr/>
            <p:nvPr/>
          </p:nvSpPr>
          <p:spPr>
            <a:xfrm rot="21190573" flipV="false" flipH="false">
              <a:off x="6604443" y="2671489"/>
              <a:ext cx="7414" cy="7459"/>
            </a:xfrm>
            <a:custGeom>
              <a:avLst/>
              <a:gdLst>
                <a:gd fmla="*/ 6110 w 6887" name="connsiteX0"/>
                <a:gd fmla="*/ 5446 h 6929" name="connsiteY0"/>
                <a:gd fmla="*/ 1490 w 6887" name="connsiteX1"/>
                <a:gd fmla="*/ 6369 h 6929" name="connsiteY1"/>
                <a:gd fmla="*/ 557 w 6887" name="connsiteX2"/>
                <a:gd fmla="*/ 1750 h 6929" name="connsiteY2"/>
                <a:gd fmla="*/ 1062 w 6887" name="connsiteX3"/>
                <a:gd fmla="*/ 1159 h 6929" name="connsiteY3"/>
                <a:gd fmla="*/ 5901 w 6887" name="connsiteX4"/>
                <a:gd fmla="*/ 854 h 6929" name="connsiteY4"/>
                <a:gd fmla="*/ 6205 w 6887" name="connsiteX5"/>
                <a:gd fmla="*/ 1159 h 6929" name="connsiteY5"/>
                <a:gd fmla="*/ 6110 w 6887" name="connsiteX6"/>
                <a:gd fmla="*/ 5446 h 6929" name="connsiteY6"/>
                <a:gd fmla="*/ 6110 w 6887" name="connsiteX7"/>
                <a:gd fmla="*/ 5446 h 6929" name="connsiteY7"/>
                <a:gd fmla="*/ 5939 w 6887" name="connsiteX8"/>
                <a:gd fmla="*/ 2350 h 6929" name="connsiteY8"/>
                <a:gd fmla="*/ 5443 w 6887" name="connsiteX9"/>
                <a:gd fmla="*/ 2017 h 6929" name="connsiteY9"/>
                <a:gd fmla="*/ 2872 w 6887" name="connsiteX10"/>
                <a:gd fmla="*/ 2683 h 6929" name="connsiteY10"/>
                <a:gd fmla="*/ 2872 w 6887" name="connsiteX11"/>
                <a:gd fmla="*/ 5255 h 6929" name="connsiteY11"/>
                <a:gd fmla="*/ 5948 w 6887" name="connsiteX12"/>
                <a:gd fmla="*/ 5588 h 6929" name="connsiteY12"/>
                <a:gd fmla="*/ 6110 w 6887" name="connsiteX13"/>
                <a:gd fmla="*/ 5446 h 6929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929" w="6887">
                  <a:moveTo>
                    <a:pt x="6110" y="5446"/>
                  </a:moveTo>
                  <a:cubicBezTo>
                    <a:pt x="5091" y="6979"/>
                    <a:pt x="3024" y="7389"/>
                    <a:pt x="1490" y="6369"/>
                  </a:cubicBezTo>
                  <a:cubicBezTo>
                    <a:pt x="-43" y="5350"/>
                    <a:pt x="-462" y="3283"/>
                    <a:pt x="557" y="1750"/>
                  </a:cubicBezTo>
                  <a:cubicBezTo>
                    <a:pt x="709" y="1531"/>
                    <a:pt x="871" y="1340"/>
                    <a:pt x="1062" y="1159"/>
                  </a:cubicBezTo>
                  <a:cubicBezTo>
                    <a:pt x="2319" y="-260"/>
                    <a:pt x="4481" y="-393"/>
                    <a:pt x="5901" y="854"/>
                  </a:cubicBezTo>
                  <a:cubicBezTo>
                    <a:pt x="6005" y="950"/>
                    <a:pt x="6110" y="1054"/>
                    <a:pt x="6205" y="1159"/>
                  </a:cubicBezTo>
                  <a:cubicBezTo>
                    <a:pt x="7148" y="2445"/>
                    <a:pt x="7110" y="4207"/>
                    <a:pt x="6110" y="5446"/>
                  </a:cubicBezTo>
                  <a:close/>
                  <a:moveTo>
                    <a:pt x="6110" y="5446"/>
                  </a:moveTo>
                  <a:cubicBezTo>
                    <a:pt x="6920" y="4541"/>
                    <a:pt x="6843" y="3159"/>
                    <a:pt x="5939" y="2350"/>
                  </a:cubicBezTo>
                  <a:cubicBezTo>
                    <a:pt x="5796" y="2216"/>
                    <a:pt x="5624" y="2102"/>
                    <a:pt x="5443" y="2017"/>
                  </a:cubicBezTo>
                  <a:cubicBezTo>
                    <a:pt x="4538" y="1559"/>
                    <a:pt x="3434" y="1845"/>
                    <a:pt x="2872" y="2683"/>
                  </a:cubicBezTo>
                  <a:cubicBezTo>
                    <a:pt x="2243" y="3426"/>
                    <a:pt x="2243" y="4512"/>
                    <a:pt x="2872" y="5255"/>
                  </a:cubicBezTo>
                  <a:cubicBezTo>
                    <a:pt x="3633" y="6198"/>
                    <a:pt x="5015" y="6341"/>
                    <a:pt x="5948" y="5588"/>
                  </a:cubicBezTo>
                  <a:cubicBezTo>
                    <a:pt x="6005" y="5541"/>
                    <a:pt x="6062" y="5493"/>
                    <a:pt x="611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f1f5ddfe-5736-463a-a55b-e11902da0d98" id="149" name="任意多边形: 形状 148">
              <a:extLst>
                <a:ext uri="{FF2B5EF4-FFF2-40B4-BE49-F238E27FC236}">
                  <a16:creationId id="{31E9BC43-C5A7-4211-AF46-AE73D22F323E}"/>
                </a:ext>
              </a:extLst>
            </p:cNvPr>
            <p:cNvSpPr/>
            <p:nvPr/>
          </p:nvSpPr>
          <p:spPr>
            <a:xfrm rot="21190573" flipV="false" flipH="false">
              <a:off x="6631980" y="2689271"/>
              <a:ext cx="7184" cy="7155"/>
            </a:xfrm>
            <a:custGeom>
              <a:avLst/>
              <a:gdLst>
                <a:gd fmla="*/ 5896 w 6674" name="connsiteX0"/>
                <a:gd fmla="*/ 5446 h 6647" name="connsiteY0"/>
                <a:gd fmla="*/ 1610 w 6674" name="connsiteX1"/>
                <a:gd fmla="*/ 6208 h 6647" name="connsiteY1"/>
                <a:gd fmla="*/ 524 w 6674" name="connsiteX2"/>
                <a:gd fmla="*/ 1483 h 6647" name="connsiteY2"/>
                <a:gd fmla="*/ 753 w 6674" name="connsiteX3"/>
                <a:gd fmla="*/ 1159 h 6647" name="connsiteY3"/>
                <a:gd fmla="*/ 5592 w 6674" name="connsiteX4"/>
                <a:gd fmla="*/ 854 h 6647" name="connsiteY4"/>
                <a:gd fmla="*/ 5896 w 6674" name="connsiteX5"/>
                <a:gd fmla="*/ 1159 h 6647" name="connsiteY5"/>
                <a:gd fmla="*/ 5896 w 6674" name="connsiteX6"/>
                <a:gd fmla="*/ 5446 h 6647" name="connsiteY6"/>
                <a:gd fmla="*/ 5896 w 6674" name="connsiteX7"/>
                <a:gd fmla="*/ 5446 h 6647" name="connsiteY7"/>
                <a:gd fmla="*/ 5544 w 6674" name="connsiteX8"/>
                <a:gd fmla="*/ 2369 h 6647" name="connsiteY8"/>
                <a:gd fmla="*/ 5134 w 6674" name="connsiteX9"/>
                <a:gd fmla="*/ 2112 h 6647" name="connsiteY9"/>
                <a:gd fmla="*/ 2563 w 6674" name="connsiteX10"/>
                <a:gd fmla="*/ 2683 h 6647" name="connsiteY10"/>
                <a:gd fmla="*/ 2563 w 6674" name="connsiteX11"/>
                <a:gd fmla="*/ 5350 h 6647" name="connsiteY11"/>
                <a:gd fmla="*/ 5792 w 6674" name="connsiteX12"/>
                <a:gd fmla="*/ 5550 h 6647" name="connsiteY12"/>
                <a:gd fmla="*/ 5896 w 6674" name="connsiteX13"/>
                <a:gd fmla="*/ 5446 h 664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7" w="6674">
                  <a:moveTo>
                    <a:pt x="5896" y="5446"/>
                  </a:moveTo>
                  <a:cubicBezTo>
                    <a:pt x="4830" y="6693"/>
                    <a:pt x="3039" y="7008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10" y="-260"/>
                    <a:pt x="4172" y="-393"/>
                    <a:pt x="5592" y="854"/>
                  </a:cubicBezTo>
                  <a:cubicBezTo>
                    <a:pt x="5696" y="950"/>
                    <a:pt x="5801" y="1054"/>
                    <a:pt x="5896" y="1159"/>
                  </a:cubicBezTo>
                  <a:cubicBezTo>
                    <a:pt x="6935" y="2398"/>
                    <a:pt x="6935" y="4207"/>
                    <a:pt x="5896" y="5446"/>
                  </a:cubicBezTo>
                  <a:close/>
                  <a:moveTo>
                    <a:pt x="5896" y="5446"/>
                  </a:moveTo>
                  <a:cubicBezTo>
                    <a:pt x="6649" y="4493"/>
                    <a:pt x="6487" y="3121"/>
                    <a:pt x="5544" y="2369"/>
                  </a:cubicBezTo>
                  <a:cubicBezTo>
                    <a:pt x="5420" y="2264"/>
                    <a:pt x="5277" y="2178"/>
                    <a:pt x="5134" y="2112"/>
                  </a:cubicBezTo>
                  <a:cubicBezTo>
                    <a:pt x="4249" y="1674"/>
                    <a:pt x="3182" y="1912"/>
                    <a:pt x="2563" y="2683"/>
                  </a:cubicBezTo>
                  <a:cubicBezTo>
                    <a:pt x="1962" y="3474"/>
                    <a:pt x="1962" y="4560"/>
                    <a:pt x="2563" y="5350"/>
                  </a:cubicBezTo>
                  <a:cubicBezTo>
                    <a:pt x="3401" y="6293"/>
                    <a:pt x="4849" y="6379"/>
                    <a:pt x="5792" y="5550"/>
                  </a:cubicBezTo>
                  <a:cubicBezTo>
                    <a:pt x="5830" y="5512"/>
                    <a:pt x="5858" y="5484"/>
                    <a:pt x="5896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f6ac421-9931-43d2-9ea3-5d101905696b" id="150" name="任意多边形: 形状 149">
              <a:extLst>
                <a:ext uri="{FF2B5EF4-FFF2-40B4-BE49-F238E27FC236}">
                  <a16:creationId id="{D3509F4E-788D-4CC7-98E8-811282EB3DD3}"/>
                </a:ext>
              </a:extLst>
            </p:cNvPr>
            <p:cNvSpPr/>
            <p:nvPr/>
          </p:nvSpPr>
          <p:spPr>
            <a:xfrm rot="21190573" flipV="false" flipH="false">
              <a:off x="6659006" y="2707194"/>
              <a:ext cx="7436" cy="7459"/>
            </a:xfrm>
            <a:custGeom>
              <a:avLst/>
              <a:gdLst>
                <a:gd fmla="*/ 6110 w 6908" name="connsiteX0"/>
                <a:gd fmla="*/ 5446 h 6929" name="connsiteY0"/>
                <a:gd fmla="*/ 1490 w 6908" name="connsiteX1"/>
                <a:gd fmla="*/ 6369 h 6929" name="connsiteY1"/>
                <a:gd fmla="*/ 557 w 6908" name="connsiteX2"/>
                <a:gd fmla="*/ 1750 h 6929" name="connsiteY2"/>
                <a:gd fmla="*/ 1062 w 6908" name="connsiteX3"/>
                <a:gd fmla="*/ 1159 h 6929" name="connsiteY3"/>
                <a:gd fmla="*/ 5901 w 6908" name="connsiteX4"/>
                <a:gd fmla="*/ 854 h 6929" name="connsiteY4"/>
                <a:gd fmla="*/ 6205 w 6908" name="connsiteX5"/>
                <a:gd fmla="*/ 1159 h 6929" name="connsiteY5"/>
                <a:gd fmla="*/ 6110 w 6908" name="connsiteX6"/>
                <a:gd fmla="*/ 5446 h 6929" name="connsiteY6"/>
                <a:gd fmla="*/ 6110 w 6908" name="connsiteX7"/>
                <a:gd fmla="*/ 5446 h 6929" name="connsiteY7"/>
                <a:gd fmla="*/ 5939 w 6908" name="connsiteX8"/>
                <a:gd fmla="*/ 2350 h 6929" name="connsiteY8"/>
                <a:gd fmla="*/ 5443 w 6908" name="connsiteX9"/>
                <a:gd fmla="*/ 2017 h 6929" name="connsiteY9"/>
                <a:gd fmla="*/ 2872 w 6908" name="connsiteX10"/>
                <a:gd fmla="*/ 2683 h 6929" name="connsiteY10"/>
                <a:gd fmla="*/ 2872 w 6908" name="connsiteX11"/>
                <a:gd fmla="*/ 5255 h 6929" name="connsiteY11"/>
                <a:gd fmla="*/ 5948 w 6908" name="connsiteX12"/>
                <a:gd fmla="*/ 5588 h 6929" name="connsiteY12"/>
                <a:gd fmla="*/ 6110 w 6908" name="connsiteX13"/>
                <a:gd fmla="*/ 5446 h 6929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929" w="6908">
                  <a:moveTo>
                    <a:pt x="6110" y="5446"/>
                  </a:moveTo>
                  <a:cubicBezTo>
                    <a:pt x="5091" y="6979"/>
                    <a:pt x="3024" y="7389"/>
                    <a:pt x="1490" y="6369"/>
                  </a:cubicBezTo>
                  <a:cubicBezTo>
                    <a:pt x="-43" y="5350"/>
                    <a:pt x="-462" y="3283"/>
                    <a:pt x="557" y="1750"/>
                  </a:cubicBezTo>
                  <a:cubicBezTo>
                    <a:pt x="709" y="1531"/>
                    <a:pt x="871" y="1340"/>
                    <a:pt x="1062" y="1159"/>
                  </a:cubicBezTo>
                  <a:cubicBezTo>
                    <a:pt x="2319" y="-260"/>
                    <a:pt x="4481" y="-393"/>
                    <a:pt x="5901" y="854"/>
                  </a:cubicBezTo>
                  <a:cubicBezTo>
                    <a:pt x="6005" y="950"/>
                    <a:pt x="6110" y="1054"/>
                    <a:pt x="6205" y="1159"/>
                  </a:cubicBezTo>
                  <a:cubicBezTo>
                    <a:pt x="7177" y="2436"/>
                    <a:pt x="7139" y="4217"/>
                    <a:pt x="6110" y="5446"/>
                  </a:cubicBezTo>
                  <a:close/>
                  <a:moveTo>
                    <a:pt x="6110" y="5446"/>
                  </a:moveTo>
                  <a:cubicBezTo>
                    <a:pt x="6920" y="4541"/>
                    <a:pt x="6843" y="3160"/>
                    <a:pt x="5939" y="2350"/>
                  </a:cubicBezTo>
                  <a:cubicBezTo>
                    <a:pt x="5786" y="2217"/>
                    <a:pt x="5624" y="2102"/>
                    <a:pt x="5443" y="2017"/>
                  </a:cubicBezTo>
                  <a:cubicBezTo>
                    <a:pt x="4538" y="1559"/>
                    <a:pt x="3434" y="1845"/>
                    <a:pt x="2872" y="2683"/>
                  </a:cubicBezTo>
                  <a:cubicBezTo>
                    <a:pt x="2243" y="3426"/>
                    <a:pt x="2243" y="4512"/>
                    <a:pt x="2872" y="5255"/>
                  </a:cubicBezTo>
                  <a:cubicBezTo>
                    <a:pt x="3633" y="6198"/>
                    <a:pt x="5015" y="6341"/>
                    <a:pt x="5948" y="5588"/>
                  </a:cubicBezTo>
                  <a:cubicBezTo>
                    <a:pt x="6005" y="5541"/>
                    <a:pt x="6062" y="5493"/>
                    <a:pt x="611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97b31989-16f6-41d2-8e09-7400d1c15e5c" id="151" name="任意多边形: 形状 150">
              <a:extLst>
                <a:ext uri="{FF2B5EF4-FFF2-40B4-BE49-F238E27FC236}">
                  <a16:creationId id="{8B19DC1E-11E7-4921-A100-10BD4C528995}"/>
                </a:ext>
              </a:extLst>
            </p:cNvPr>
            <p:cNvSpPr/>
            <p:nvPr/>
          </p:nvSpPr>
          <p:spPr>
            <a:xfrm rot="21190573" flipV="false" flipH="false">
              <a:off x="6686147" y="2724995"/>
              <a:ext cx="7173" cy="7174"/>
            </a:xfrm>
            <a:custGeom>
              <a:avLst/>
              <a:gdLst>
                <a:gd fmla="*/ 5885 w 6663" name="connsiteX0"/>
                <a:gd fmla="*/ 5475 h 6664" name="connsiteY0"/>
                <a:gd fmla="*/ 1189 w 6663" name="connsiteX1"/>
                <a:gd fmla="*/ 5885 h 6664" name="connsiteY1"/>
                <a:gd fmla="*/ 779 w 6663" name="connsiteX2"/>
                <a:gd fmla="*/ 1189 h 6664" name="connsiteY2"/>
                <a:gd fmla="*/ 5475 w 6663" name="connsiteX3"/>
                <a:gd fmla="*/ 779 h 6664" name="connsiteY3"/>
                <a:gd fmla="*/ 5885 w 6663" name="connsiteX4"/>
                <a:gd fmla="*/ 1189 h 6664" name="connsiteY4"/>
                <a:gd fmla="*/ 5885 w 6663" name="connsiteX5"/>
                <a:gd fmla="*/ 5475 h 6664" name="connsiteY5"/>
                <a:gd fmla="*/ 5885 w 6663" name="connsiteX6"/>
                <a:gd fmla="*/ 5475 h 6664" name="connsiteY6"/>
                <a:gd fmla="*/ 5532 w 6663" name="connsiteX7"/>
                <a:gd fmla="*/ 2399 h 6664" name="connsiteY7"/>
                <a:gd fmla="*/ 5123 w 6663" name="connsiteX8"/>
                <a:gd fmla="*/ 2141 h 6664" name="connsiteY8"/>
                <a:gd fmla="*/ 2551 w 6663" name="connsiteX9"/>
                <a:gd fmla="*/ 2713 h 6664" name="connsiteY9"/>
                <a:gd fmla="*/ 2551 w 6663" name="connsiteX10"/>
                <a:gd fmla="*/ 5380 h 6664" name="connsiteY10"/>
                <a:gd fmla="*/ 5780 w 6663" name="connsiteX11"/>
                <a:gd fmla="*/ 5580 h 6664" name="connsiteY11"/>
                <a:gd fmla="*/ 5885 w 6663" name="connsiteX12"/>
                <a:gd fmla="*/ 5475 h 6664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664" w="6663">
                  <a:moveTo>
                    <a:pt x="5885" y="5475"/>
                  </a:moveTo>
                  <a:cubicBezTo>
                    <a:pt x="4704" y="6885"/>
                    <a:pt x="2599" y="7066"/>
                    <a:pt x="1189" y="5885"/>
                  </a:cubicBezTo>
                  <a:cubicBezTo>
                    <a:pt x="-221" y="4704"/>
                    <a:pt x="-402" y="2599"/>
                    <a:pt x="779" y="1189"/>
                  </a:cubicBezTo>
                  <a:cubicBezTo>
                    <a:pt x="1961" y="-221"/>
                    <a:pt x="4065" y="-402"/>
                    <a:pt x="5475" y="779"/>
                  </a:cubicBezTo>
                  <a:cubicBezTo>
                    <a:pt x="5628" y="903"/>
                    <a:pt x="5761" y="1036"/>
                    <a:pt x="5885" y="1189"/>
                  </a:cubicBezTo>
                  <a:cubicBezTo>
                    <a:pt x="6923" y="2427"/>
                    <a:pt x="6923" y="4237"/>
                    <a:pt x="5885" y="5475"/>
                  </a:cubicBezTo>
                  <a:close/>
                  <a:moveTo>
                    <a:pt x="5885" y="5475"/>
                  </a:moveTo>
                  <a:cubicBezTo>
                    <a:pt x="6637" y="4523"/>
                    <a:pt x="6475" y="3151"/>
                    <a:pt x="5532" y="2399"/>
                  </a:cubicBezTo>
                  <a:cubicBezTo>
                    <a:pt x="5409" y="2294"/>
                    <a:pt x="5266" y="2208"/>
                    <a:pt x="5123" y="2141"/>
                  </a:cubicBezTo>
                  <a:cubicBezTo>
                    <a:pt x="4237" y="1703"/>
                    <a:pt x="3170" y="1941"/>
                    <a:pt x="2551" y="2713"/>
                  </a:cubicBezTo>
                  <a:cubicBezTo>
                    <a:pt x="1951" y="3503"/>
                    <a:pt x="1951" y="4589"/>
                    <a:pt x="2551" y="5380"/>
                  </a:cubicBezTo>
                  <a:cubicBezTo>
                    <a:pt x="3389" y="6323"/>
                    <a:pt x="4837" y="6409"/>
                    <a:pt x="5780" y="5580"/>
                  </a:cubicBezTo>
                  <a:cubicBezTo>
                    <a:pt x="5818" y="5542"/>
                    <a:pt x="5847" y="5513"/>
                    <a:pt x="5885" y="547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da6c867e-40f3-4f4e-8fc7-28f3f6d93232" id="152" name="任意多边形: 形状 151">
              <a:extLst>
                <a:ext uri="{FF2B5EF4-FFF2-40B4-BE49-F238E27FC236}">
                  <a16:creationId id="{AE677DD6-B0E1-4382-937B-A580937FDAD4}"/>
                </a:ext>
              </a:extLst>
            </p:cNvPr>
            <p:cNvSpPr/>
            <p:nvPr/>
          </p:nvSpPr>
          <p:spPr>
            <a:xfrm rot="21190573" flipV="false" flipH="false">
              <a:off x="6713831" y="2742883"/>
              <a:ext cx="7189" cy="7174"/>
            </a:xfrm>
            <a:custGeom>
              <a:avLst/>
              <a:gdLst>
                <a:gd fmla="*/ 5851 w 6678" name="connsiteX0"/>
                <a:gd fmla="*/ 5446 h 6664" name="connsiteY0"/>
                <a:gd fmla="*/ 1660 w 6678" name="connsiteX1"/>
                <a:gd fmla="*/ 6208 h 6664" name="connsiteY1"/>
                <a:gd fmla="*/ 451 w 6678" name="connsiteX2"/>
                <a:gd fmla="*/ 1645 h 6664" name="connsiteY2"/>
                <a:gd fmla="*/ 803 w 6678" name="connsiteX3"/>
                <a:gd fmla="*/ 1159 h 6664" name="connsiteY3"/>
                <a:gd fmla="*/ 5642 w 6678" name="connsiteX4"/>
                <a:gd fmla="*/ 854 h 6664" name="connsiteY4"/>
                <a:gd fmla="*/ 5947 w 6678" name="connsiteX5"/>
                <a:gd fmla="*/ 1159 h 6664" name="connsiteY5"/>
                <a:gd fmla="*/ 5851 w 6678" name="connsiteX6"/>
                <a:gd fmla="*/ 5446 h 6664" name="connsiteY6"/>
                <a:gd fmla="*/ 5851 w 6678" name="connsiteX7"/>
                <a:gd fmla="*/ 5446 h 6664" name="connsiteY7"/>
                <a:gd fmla="*/ 5499 w 6678" name="connsiteX8"/>
                <a:gd fmla="*/ 2236 h 6664" name="connsiteY8"/>
                <a:gd fmla="*/ 5184 w 6678" name="connsiteX9"/>
                <a:gd fmla="*/ 2017 h 6664" name="connsiteY9"/>
                <a:gd fmla="*/ 2613 w 6678" name="connsiteX10"/>
                <a:gd fmla="*/ 2683 h 6664" name="connsiteY10"/>
                <a:gd fmla="*/ 2613 w 6678" name="connsiteX11"/>
                <a:gd fmla="*/ 5255 h 6664" name="connsiteY11"/>
                <a:gd fmla="*/ 5537 w 6678" name="connsiteX12"/>
                <a:gd fmla="*/ 5722 h 6664" name="connsiteY12"/>
                <a:gd fmla="*/ 5851 w 6678" name="connsiteX13"/>
                <a:gd fmla="*/ 5446 h 6664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4" w="6678">
                  <a:moveTo>
                    <a:pt x="5851" y="5446"/>
                  </a:moveTo>
                  <a:cubicBezTo>
                    <a:pt x="4842" y="6712"/>
                    <a:pt x="3051" y="7036"/>
                    <a:pt x="1660" y="6208"/>
                  </a:cubicBezTo>
                  <a:cubicBezTo>
                    <a:pt x="70" y="5284"/>
                    <a:pt x="-473" y="3245"/>
                    <a:pt x="451" y="1645"/>
                  </a:cubicBezTo>
                  <a:cubicBezTo>
                    <a:pt x="555" y="1474"/>
                    <a:pt x="669" y="1312"/>
                    <a:pt x="803" y="1159"/>
                  </a:cubicBezTo>
                  <a:cubicBezTo>
                    <a:pt x="2060" y="-260"/>
                    <a:pt x="4222" y="-393"/>
                    <a:pt x="5642" y="854"/>
                  </a:cubicBezTo>
                  <a:cubicBezTo>
                    <a:pt x="5747" y="950"/>
                    <a:pt x="5851" y="1054"/>
                    <a:pt x="5947" y="1159"/>
                  </a:cubicBezTo>
                  <a:cubicBezTo>
                    <a:pt x="6956" y="2426"/>
                    <a:pt x="6918" y="4226"/>
                    <a:pt x="5851" y="5446"/>
                  </a:cubicBezTo>
                  <a:close/>
                  <a:moveTo>
                    <a:pt x="5851" y="5446"/>
                  </a:moveTo>
                  <a:cubicBezTo>
                    <a:pt x="6642" y="4464"/>
                    <a:pt x="6489" y="3026"/>
                    <a:pt x="5499" y="2236"/>
                  </a:cubicBezTo>
                  <a:cubicBezTo>
                    <a:pt x="5404" y="2150"/>
                    <a:pt x="5299" y="2083"/>
                    <a:pt x="5184" y="2017"/>
                  </a:cubicBezTo>
                  <a:cubicBezTo>
                    <a:pt x="4279" y="1636"/>
                    <a:pt x="3222" y="1912"/>
                    <a:pt x="2613" y="2683"/>
                  </a:cubicBezTo>
                  <a:cubicBezTo>
                    <a:pt x="1984" y="3426"/>
                    <a:pt x="1984" y="4512"/>
                    <a:pt x="2613" y="5255"/>
                  </a:cubicBezTo>
                  <a:cubicBezTo>
                    <a:pt x="3289" y="6188"/>
                    <a:pt x="4603" y="6398"/>
                    <a:pt x="5537" y="5722"/>
                  </a:cubicBezTo>
                  <a:cubicBezTo>
                    <a:pt x="5651" y="5646"/>
                    <a:pt x="5756" y="5550"/>
                    <a:pt x="5851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34688c03-5007-42fa-bba7-02c80094ab5f" id="153" name="任意多边形: 形状 152">
              <a:extLst>
                <a:ext uri="{FF2B5EF4-FFF2-40B4-BE49-F238E27FC236}">
                  <a16:creationId id="{97D5A30B-88EE-4C45-B5BA-9AC6EE641A72}"/>
                </a:ext>
              </a:extLst>
            </p:cNvPr>
            <p:cNvSpPr/>
            <p:nvPr/>
          </p:nvSpPr>
          <p:spPr>
            <a:xfrm rot="21190573" flipV="false" flipH="false">
              <a:off x="6741254" y="2760781"/>
              <a:ext cx="7049" cy="7112"/>
            </a:xfrm>
            <a:custGeom>
              <a:avLst/>
              <a:gdLst>
                <a:gd fmla="*/ 5770 w 6548" name="connsiteX0"/>
                <a:gd fmla="*/ 5348 h 6607" name="connsiteY0"/>
                <a:gd fmla="*/ 1484 w 6548" name="connsiteX1"/>
                <a:gd fmla="*/ 6110 h 6607" name="connsiteY1"/>
                <a:gd fmla="*/ 560 w 6548" name="connsiteX2"/>
                <a:gd fmla="*/ 1490 h 6607" name="connsiteY2"/>
                <a:gd fmla="*/ 5179 w 6548" name="connsiteX3"/>
                <a:gd fmla="*/ 557 h 6607" name="connsiteY3"/>
                <a:gd fmla="*/ 5770 w 6548" name="connsiteX4"/>
                <a:gd fmla="*/ 1062 h 6607" name="connsiteY4"/>
                <a:gd fmla="*/ 5770 w 6548" name="connsiteX5"/>
                <a:gd fmla="*/ 5348 h 6607" name="connsiteY5"/>
                <a:gd fmla="*/ 5770 w 6548" name="connsiteX6"/>
                <a:gd fmla="*/ 5348 h 6607" name="connsiteY6"/>
                <a:gd fmla="*/ 5417 w 6548" name="connsiteX7"/>
                <a:gd fmla="*/ 2271 h 6607" name="connsiteY7"/>
                <a:gd fmla="*/ 5008 w 6548" name="connsiteX8"/>
                <a:gd fmla="*/ 2014 h 6607" name="connsiteY8"/>
                <a:gd fmla="*/ 2065 w 6548" name="connsiteX9"/>
                <a:gd fmla="*/ 2986 h 6607" name="connsiteY9"/>
                <a:gd fmla="*/ 2246 w 6548" name="connsiteX10"/>
                <a:gd fmla="*/ 5253 h 6607" name="connsiteY10"/>
                <a:gd fmla="*/ 5456 w 6548" name="connsiteX11"/>
                <a:gd fmla="*/ 5643 h 6607" name="connsiteY11"/>
                <a:gd fmla="*/ 5770 w 6548" name="connsiteX12"/>
                <a:gd fmla="*/ 5348 h 6607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607" w="6548">
                  <a:moveTo>
                    <a:pt x="5770" y="5348"/>
                  </a:moveTo>
                  <a:cubicBezTo>
                    <a:pt x="4751" y="6672"/>
                    <a:pt x="2893" y="6996"/>
                    <a:pt x="1484" y="6110"/>
                  </a:cubicBezTo>
                  <a:cubicBezTo>
                    <a:pt x="-50" y="5091"/>
                    <a:pt x="-459" y="3024"/>
                    <a:pt x="560" y="1490"/>
                  </a:cubicBezTo>
                  <a:cubicBezTo>
                    <a:pt x="1579" y="-43"/>
                    <a:pt x="3646" y="-462"/>
                    <a:pt x="5179" y="557"/>
                  </a:cubicBezTo>
                  <a:cubicBezTo>
                    <a:pt x="5399" y="700"/>
                    <a:pt x="5589" y="871"/>
                    <a:pt x="5770" y="1062"/>
                  </a:cubicBezTo>
                  <a:cubicBezTo>
                    <a:pt x="6808" y="2300"/>
                    <a:pt x="6808" y="4110"/>
                    <a:pt x="5770" y="5348"/>
                  </a:cubicBezTo>
                  <a:close/>
                  <a:moveTo>
                    <a:pt x="5770" y="5348"/>
                  </a:moveTo>
                  <a:cubicBezTo>
                    <a:pt x="6523" y="4396"/>
                    <a:pt x="6360" y="3024"/>
                    <a:pt x="5417" y="2271"/>
                  </a:cubicBezTo>
                  <a:cubicBezTo>
                    <a:pt x="5294" y="2167"/>
                    <a:pt x="5151" y="2081"/>
                    <a:pt x="5008" y="2014"/>
                  </a:cubicBezTo>
                  <a:cubicBezTo>
                    <a:pt x="3932" y="1471"/>
                    <a:pt x="2608" y="1900"/>
                    <a:pt x="2065" y="2986"/>
                  </a:cubicBezTo>
                  <a:cubicBezTo>
                    <a:pt x="1693" y="3719"/>
                    <a:pt x="1769" y="4586"/>
                    <a:pt x="2246" y="5253"/>
                  </a:cubicBezTo>
                  <a:cubicBezTo>
                    <a:pt x="3027" y="6243"/>
                    <a:pt x="4456" y="6424"/>
                    <a:pt x="5456" y="5643"/>
                  </a:cubicBezTo>
                  <a:cubicBezTo>
                    <a:pt x="5570" y="5558"/>
                    <a:pt x="5675" y="5453"/>
                    <a:pt x="5770" y="534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d75eca7-14a2-46a3-8ab6-b7aaa9cd90e5" id="154" name="任意多边形: 形状 153">
              <a:extLst>
                <a:ext uri="{FF2B5EF4-FFF2-40B4-BE49-F238E27FC236}">
                  <a16:creationId id="{7A29B9C5-51A8-4C95-B36D-BD4975A90B9A}"/>
                </a:ext>
              </a:extLst>
            </p:cNvPr>
            <p:cNvSpPr/>
            <p:nvPr/>
          </p:nvSpPr>
          <p:spPr>
            <a:xfrm rot="21190573" flipV="false" flipH="false">
              <a:off x="6528010" y="2788665"/>
              <a:ext cx="7169" cy="7174"/>
            </a:xfrm>
            <a:custGeom>
              <a:avLst/>
              <a:gdLst>
                <a:gd fmla="*/ 5801 w 6660" name="connsiteX0"/>
                <a:gd fmla="*/ 5446 h 6664" name="connsiteY0"/>
                <a:gd fmla="*/ 1610 w 6660" name="connsiteX1"/>
                <a:gd fmla="*/ 6208 h 6664" name="connsiteY1"/>
                <a:gd fmla="*/ 524 w 6660" name="connsiteX2"/>
                <a:gd fmla="*/ 1483 h 6664" name="connsiteY2"/>
                <a:gd fmla="*/ 753 w 6660" name="connsiteX3"/>
                <a:gd fmla="*/ 1159 h 6664" name="connsiteY3"/>
                <a:gd fmla="*/ 5592 w 6660" name="connsiteX4"/>
                <a:gd fmla="*/ 854 h 6664" name="connsiteY4"/>
                <a:gd fmla="*/ 5896 w 6660" name="connsiteX5"/>
                <a:gd fmla="*/ 1159 h 6664" name="connsiteY5"/>
                <a:gd fmla="*/ 5801 w 6660" name="connsiteX6"/>
                <a:gd fmla="*/ 5446 h 6664" name="connsiteY6"/>
                <a:gd fmla="*/ 5801 w 6660" name="connsiteX7"/>
                <a:gd fmla="*/ 5446 h 6664" name="connsiteY7"/>
                <a:gd fmla="*/ 5449 w 6660" name="connsiteX8"/>
                <a:gd fmla="*/ 2236 h 6664" name="connsiteY8"/>
                <a:gd fmla="*/ 5134 w 6660" name="connsiteX9"/>
                <a:gd fmla="*/ 2017 h 6664" name="connsiteY9"/>
                <a:gd fmla="*/ 2563 w 6660" name="connsiteX10"/>
                <a:gd fmla="*/ 2683 h 6664" name="connsiteY10"/>
                <a:gd fmla="*/ 2563 w 6660" name="connsiteX11"/>
                <a:gd fmla="*/ 5350 h 6664" name="connsiteY11"/>
                <a:gd fmla="*/ 5649 w 6660" name="connsiteX12"/>
                <a:gd fmla="*/ 5588 h 6664" name="connsiteY12"/>
                <a:gd fmla="*/ 5801 w 6660" name="connsiteX13"/>
                <a:gd fmla="*/ 5446 h 6664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4" w="6660">
                  <a:moveTo>
                    <a:pt x="5801" y="5446"/>
                  </a:moveTo>
                  <a:cubicBezTo>
                    <a:pt x="4792" y="6712"/>
                    <a:pt x="3001" y="7036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10" y="-260"/>
                    <a:pt x="4172" y="-393"/>
                    <a:pt x="5592" y="854"/>
                  </a:cubicBezTo>
                  <a:cubicBezTo>
                    <a:pt x="5696" y="950"/>
                    <a:pt x="5801" y="1055"/>
                    <a:pt x="5896" y="1159"/>
                  </a:cubicBezTo>
                  <a:cubicBezTo>
                    <a:pt x="6954" y="2407"/>
                    <a:pt x="6906" y="4245"/>
                    <a:pt x="5801" y="5446"/>
                  </a:cubicBezTo>
                  <a:close/>
                  <a:moveTo>
                    <a:pt x="5801" y="5446"/>
                  </a:moveTo>
                  <a:cubicBezTo>
                    <a:pt x="6592" y="4464"/>
                    <a:pt x="6439" y="3026"/>
                    <a:pt x="5449" y="2236"/>
                  </a:cubicBezTo>
                  <a:cubicBezTo>
                    <a:pt x="5353" y="2150"/>
                    <a:pt x="5249" y="2083"/>
                    <a:pt x="5134" y="2017"/>
                  </a:cubicBezTo>
                  <a:cubicBezTo>
                    <a:pt x="4229" y="1636"/>
                    <a:pt x="3172" y="1912"/>
                    <a:pt x="2563" y="2683"/>
                  </a:cubicBezTo>
                  <a:cubicBezTo>
                    <a:pt x="1924" y="3455"/>
                    <a:pt x="1924" y="4579"/>
                    <a:pt x="2563" y="5350"/>
                  </a:cubicBezTo>
                  <a:cubicBezTo>
                    <a:pt x="3353" y="6265"/>
                    <a:pt x="4734" y="6369"/>
                    <a:pt x="5649" y="5588"/>
                  </a:cubicBezTo>
                  <a:cubicBezTo>
                    <a:pt x="5706" y="5541"/>
                    <a:pt x="5753" y="5493"/>
                    <a:pt x="5801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51a6420d-f070-4809-805f-b23c1e23756f" id="155" name="任意多边形: 形状 154">
              <a:extLst>
                <a:ext uri="{FF2B5EF4-FFF2-40B4-BE49-F238E27FC236}">
                  <a16:creationId id="{8004BB79-91B5-4247-B9DB-893012BCB875}"/>
                </a:ext>
              </a:extLst>
            </p:cNvPr>
            <p:cNvSpPr/>
            <p:nvPr/>
          </p:nvSpPr>
          <p:spPr>
            <a:xfrm rot="21190573" flipV="false" flipH="false">
              <a:off x="6555479" y="2806663"/>
              <a:ext cx="6956" cy="7039"/>
            </a:xfrm>
            <a:custGeom>
              <a:avLst/>
              <a:gdLst>
                <a:gd fmla="*/ 5684 w 6462" name="connsiteX0"/>
                <a:gd fmla="*/ 5255 h 6539" name="connsiteY0"/>
                <a:gd fmla="*/ 1493 w 6462" name="connsiteX1"/>
                <a:gd fmla="*/ 6112 h 6539" name="connsiteY1"/>
                <a:gd fmla="*/ 550 w 6462" name="connsiteX2"/>
                <a:gd fmla="*/ 1493 h 6539" name="connsiteY2"/>
                <a:gd fmla="*/ 5169 w 6462" name="connsiteX3"/>
                <a:gd fmla="*/ 550 h 6539" name="connsiteY3"/>
                <a:gd fmla="*/ 5684 w 6462" name="connsiteX4"/>
                <a:gd fmla="*/ 969 h 6539" name="connsiteY4"/>
                <a:gd fmla="*/ 5684 w 6462" name="connsiteX5"/>
                <a:gd fmla="*/ 5255 h 6539" name="connsiteY5"/>
                <a:gd fmla="*/ 5684 w 6462" name="connsiteX6"/>
                <a:gd fmla="*/ 5255 h 6539" name="connsiteY6"/>
                <a:gd fmla="*/ 5522 w 6462" name="connsiteX7"/>
                <a:gd fmla="*/ 2293 h 6539" name="connsiteY7"/>
                <a:gd fmla="*/ 4922 w 6462" name="connsiteX8"/>
                <a:gd fmla="*/ 1921 h 6539" name="connsiteY8"/>
                <a:gd fmla="*/ 2445 w 6462" name="connsiteX9"/>
                <a:gd fmla="*/ 2588 h 6539" name="connsiteY9"/>
                <a:gd fmla="*/ 2445 w 6462" name="connsiteX10"/>
                <a:gd fmla="*/ 5160 h 6539" name="connsiteY10"/>
                <a:gd fmla="*/ 5532 w 6462" name="connsiteX11"/>
                <a:gd fmla="*/ 5398 h 6539" name="connsiteY11"/>
                <a:gd fmla="*/ 5684 w 6462" name="connsiteX12"/>
                <a:gd fmla="*/ 5255 h 6539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539" w="6462">
                  <a:moveTo>
                    <a:pt x="5684" y="5255"/>
                  </a:moveTo>
                  <a:cubicBezTo>
                    <a:pt x="4703" y="6551"/>
                    <a:pt x="2903" y="6922"/>
                    <a:pt x="1493" y="6112"/>
                  </a:cubicBezTo>
                  <a:cubicBezTo>
                    <a:pt x="-41" y="5093"/>
                    <a:pt x="-460" y="3026"/>
                    <a:pt x="550" y="1493"/>
                  </a:cubicBezTo>
                  <a:cubicBezTo>
                    <a:pt x="1569" y="-41"/>
                    <a:pt x="3636" y="-460"/>
                    <a:pt x="5169" y="550"/>
                  </a:cubicBezTo>
                  <a:cubicBezTo>
                    <a:pt x="5360" y="674"/>
                    <a:pt x="5532" y="817"/>
                    <a:pt x="5684" y="969"/>
                  </a:cubicBezTo>
                  <a:cubicBezTo>
                    <a:pt x="6722" y="2207"/>
                    <a:pt x="6722" y="4017"/>
                    <a:pt x="5684" y="5255"/>
                  </a:cubicBezTo>
                  <a:close/>
                  <a:moveTo>
                    <a:pt x="5684" y="5255"/>
                  </a:moveTo>
                  <a:cubicBezTo>
                    <a:pt x="6455" y="4388"/>
                    <a:pt x="6379" y="3064"/>
                    <a:pt x="5522" y="2293"/>
                  </a:cubicBezTo>
                  <a:cubicBezTo>
                    <a:pt x="5341" y="2141"/>
                    <a:pt x="5141" y="2007"/>
                    <a:pt x="4922" y="1921"/>
                  </a:cubicBezTo>
                  <a:cubicBezTo>
                    <a:pt x="4046" y="1474"/>
                    <a:pt x="2979" y="1760"/>
                    <a:pt x="2445" y="2588"/>
                  </a:cubicBezTo>
                  <a:cubicBezTo>
                    <a:pt x="1817" y="3331"/>
                    <a:pt x="1817" y="4417"/>
                    <a:pt x="2445" y="5160"/>
                  </a:cubicBezTo>
                  <a:cubicBezTo>
                    <a:pt x="3236" y="6074"/>
                    <a:pt x="4617" y="6179"/>
                    <a:pt x="5532" y="5398"/>
                  </a:cubicBezTo>
                  <a:cubicBezTo>
                    <a:pt x="5589" y="5350"/>
                    <a:pt x="5636" y="5303"/>
                    <a:pt x="5684" y="525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18eb2a11-a354-4118-8373-1f0815879867" id="156" name="任意多边形: 形状 155">
              <a:extLst>
                <a:ext uri="{FF2B5EF4-FFF2-40B4-BE49-F238E27FC236}">
                  <a16:creationId id="{9E182E1F-5168-4444-A696-A82D8FE49DC2}"/>
                </a:ext>
              </a:extLst>
            </p:cNvPr>
            <p:cNvSpPr/>
            <p:nvPr/>
          </p:nvSpPr>
          <p:spPr>
            <a:xfrm rot="21190573" flipV="false" flipH="false">
              <a:off x="6500633" y="2770461"/>
              <a:ext cx="7189" cy="7225"/>
            </a:xfrm>
            <a:custGeom>
              <a:avLst/>
              <a:gdLst>
                <a:gd fmla="*/ 5900 w 6678" name="connsiteX0"/>
                <a:gd fmla="*/ 5446 h 6712" name="connsiteY0"/>
                <a:gd fmla="*/ 1614 w 6678" name="connsiteX1"/>
                <a:gd fmla="*/ 6303 h 6712" name="connsiteY1"/>
                <a:gd fmla="*/ 566 w 6678" name="connsiteX2"/>
                <a:gd fmla="*/ 1436 h 6712" name="connsiteY2"/>
                <a:gd fmla="*/ 756 w 6678" name="connsiteX3"/>
                <a:gd fmla="*/ 1159 h 6712" name="connsiteY3"/>
                <a:gd fmla="*/ 5595 w 6678" name="connsiteX4"/>
                <a:gd fmla="*/ 854 h 6712" name="connsiteY4"/>
                <a:gd fmla="*/ 5900 w 6678" name="connsiteX5"/>
                <a:gd fmla="*/ 1159 h 6712" name="connsiteY5"/>
                <a:gd fmla="*/ 5900 w 6678" name="connsiteX6"/>
                <a:gd fmla="*/ 5446 h 6712" name="connsiteY6"/>
                <a:gd fmla="*/ 5900 w 6678" name="connsiteX7"/>
                <a:gd fmla="*/ 5446 h 6712" name="connsiteY7"/>
                <a:gd fmla="*/ 5547 w 6678" name="connsiteX8"/>
                <a:gd fmla="*/ 2369 h 6712" name="connsiteY8"/>
                <a:gd fmla="*/ 5138 w 6678" name="connsiteX9"/>
                <a:gd fmla="*/ 2112 h 6712" name="connsiteY9"/>
                <a:gd fmla="*/ 2233 w 6678" name="connsiteX10"/>
                <a:gd fmla="*/ 3531 h 6712" name="connsiteY10"/>
                <a:gd fmla="*/ 2376 w 6678" name="connsiteX11"/>
                <a:gd fmla="*/ 5350 h 6712" name="connsiteY11"/>
                <a:gd fmla="*/ 5585 w 6678" name="connsiteX12"/>
                <a:gd fmla="*/ 5741 h 6712" name="connsiteY12"/>
                <a:gd fmla="*/ 5900 w 6678" name="connsiteX13"/>
                <a:gd fmla="*/ 5446 h 6712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12" w="6678">
                  <a:moveTo>
                    <a:pt x="5900" y="5446"/>
                  </a:moveTo>
                  <a:cubicBezTo>
                    <a:pt x="4862" y="6722"/>
                    <a:pt x="3061" y="7084"/>
                    <a:pt x="1614" y="6303"/>
                  </a:cubicBezTo>
                  <a:cubicBezTo>
                    <a:pt x="-25" y="5245"/>
                    <a:pt x="-492" y="3064"/>
                    <a:pt x="566" y="1436"/>
                  </a:cubicBezTo>
                  <a:cubicBezTo>
                    <a:pt x="623" y="1340"/>
                    <a:pt x="690" y="1245"/>
                    <a:pt x="756" y="1159"/>
                  </a:cubicBezTo>
                  <a:cubicBezTo>
                    <a:pt x="2014" y="-260"/>
                    <a:pt x="4176" y="-393"/>
                    <a:pt x="5595" y="854"/>
                  </a:cubicBezTo>
                  <a:cubicBezTo>
                    <a:pt x="5700" y="950"/>
                    <a:pt x="5805" y="1054"/>
                    <a:pt x="5900" y="1159"/>
                  </a:cubicBezTo>
                  <a:cubicBezTo>
                    <a:pt x="6938" y="2398"/>
                    <a:pt x="6938" y="4207"/>
                    <a:pt x="5900" y="5446"/>
                  </a:cubicBezTo>
                  <a:close/>
                  <a:moveTo>
                    <a:pt x="5900" y="5446"/>
                  </a:moveTo>
                  <a:cubicBezTo>
                    <a:pt x="6652" y="4493"/>
                    <a:pt x="6490" y="3121"/>
                    <a:pt x="5547" y="2369"/>
                  </a:cubicBezTo>
                  <a:cubicBezTo>
                    <a:pt x="5423" y="2264"/>
                    <a:pt x="5281" y="2178"/>
                    <a:pt x="5138" y="2112"/>
                  </a:cubicBezTo>
                  <a:cubicBezTo>
                    <a:pt x="3947" y="1702"/>
                    <a:pt x="2642" y="2331"/>
                    <a:pt x="2233" y="3531"/>
                  </a:cubicBezTo>
                  <a:cubicBezTo>
                    <a:pt x="2023" y="4131"/>
                    <a:pt x="2080" y="4788"/>
                    <a:pt x="2376" y="5350"/>
                  </a:cubicBezTo>
                  <a:cubicBezTo>
                    <a:pt x="3156" y="6341"/>
                    <a:pt x="4585" y="6522"/>
                    <a:pt x="5585" y="5741"/>
                  </a:cubicBezTo>
                  <a:cubicBezTo>
                    <a:pt x="5700" y="5655"/>
                    <a:pt x="5805" y="5550"/>
                    <a:pt x="590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43d06733-4c95-4222-94cc-c7fff9525d49" id="157" name="任意多边形: 形状 156">
              <a:extLst>
                <a:ext uri="{FF2B5EF4-FFF2-40B4-BE49-F238E27FC236}">
                  <a16:creationId id="{E3BB8522-D868-4B44-A052-160E726B14A2}"/>
                </a:ext>
              </a:extLst>
            </p:cNvPr>
            <p:cNvSpPr/>
            <p:nvPr/>
          </p:nvSpPr>
          <p:spPr>
            <a:xfrm rot="21190573" flipV="false" flipH="false">
              <a:off x="6582574" y="2824372"/>
              <a:ext cx="7169" cy="7174"/>
            </a:xfrm>
            <a:custGeom>
              <a:avLst/>
              <a:gdLst>
                <a:gd fmla="*/ 5801 w 6660" name="connsiteX0"/>
                <a:gd fmla="*/ 5445 h 6664" name="connsiteY0"/>
                <a:gd fmla="*/ 1610 w 6660" name="connsiteX1"/>
                <a:gd fmla="*/ 6208 h 6664" name="connsiteY1"/>
                <a:gd fmla="*/ 524 w 6660" name="connsiteX2"/>
                <a:gd fmla="*/ 1483 h 6664" name="connsiteY2"/>
                <a:gd fmla="*/ 753 w 6660" name="connsiteX3"/>
                <a:gd fmla="*/ 1159 h 6664" name="connsiteY3"/>
                <a:gd fmla="*/ 5591 w 6660" name="connsiteX4"/>
                <a:gd fmla="*/ 854 h 6664" name="connsiteY4"/>
                <a:gd fmla="*/ 5896 w 6660" name="connsiteX5"/>
                <a:gd fmla="*/ 1159 h 6664" name="connsiteY5"/>
                <a:gd fmla="*/ 5801 w 6660" name="connsiteX6"/>
                <a:gd fmla="*/ 5445 h 6664" name="connsiteY6"/>
                <a:gd fmla="*/ 5801 w 6660" name="connsiteX7"/>
                <a:gd fmla="*/ 5445 h 6664" name="connsiteY7"/>
                <a:gd fmla="*/ 5449 w 6660" name="connsiteX8"/>
                <a:gd fmla="*/ 2236 h 6664" name="connsiteY8"/>
                <a:gd fmla="*/ 5134 w 6660" name="connsiteX9"/>
                <a:gd fmla="*/ 2016 h 6664" name="connsiteY9"/>
                <a:gd fmla="*/ 2563 w 6660" name="connsiteX10"/>
                <a:gd fmla="*/ 2683 h 6664" name="connsiteY10"/>
                <a:gd fmla="*/ 2563 w 6660" name="connsiteX11"/>
                <a:gd fmla="*/ 5350 h 6664" name="connsiteY11"/>
                <a:gd fmla="*/ 5649 w 6660" name="connsiteX12"/>
                <a:gd fmla="*/ 5588 h 6664" name="connsiteY12"/>
                <a:gd fmla="*/ 5801 w 6660" name="connsiteX13"/>
                <a:gd fmla="*/ 5445 h 6664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4" w="6660">
                  <a:moveTo>
                    <a:pt x="5801" y="5445"/>
                  </a:moveTo>
                  <a:cubicBezTo>
                    <a:pt x="4792" y="6712"/>
                    <a:pt x="3001" y="7036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01" y="-260"/>
                    <a:pt x="4172" y="-393"/>
                    <a:pt x="5591" y="854"/>
                  </a:cubicBezTo>
                  <a:cubicBezTo>
                    <a:pt x="5696" y="950"/>
                    <a:pt x="5801" y="1054"/>
                    <a:pt x="5896" y="1159"/>
                  </a:cubicBezTo>
                  <a:cubicBezTo>
                    <a:pt x="6954" y="2407"/>
                    <a:pt x="6906" y="4245"/>
                    <a:pt x="5801" y="5445"/>
                  </a:cubicBezTo>
                  <a:close/>
                  <a:moveTo>
                    <a:pt x="5801" y="5445"/>
                  </a:moveTo>
                  <a:cubicBezTo>
                    <a:pt x="6592" y="4464"/>
                    <a:pt x="6439" y="3026"/>
                    <a:pt x="5449" y="2236"/>
                  </a:cubicBezTo>
                  <a:cubicBezTo>
                    <a:pt x="5353" y="2150"/>
                    <a:pt x="5249" y="2083"/>
                    <a:pt x="5134" y="2016"/>
                  </a:cubicBezTo>
                  <a:cubicBezTo>
                    <a:pt x="4229" y="1635"/>
                    <a:pt x="3172" y="1912"/>
                    <a:pt x="2563" y="2683"/>
                  </a:cubicBezTo>
                  <a:cubicBezTo>
                    <a:pt x="1963" y="3474"/>
                    <a:pt x="1963" y="4560"/>
                    <a:pt x="2563" y="5350"/>
                  </a:cubicBezTo>
                  <a:cubicBezTo>
                    <a:pt x="3353" y="6265"/>
                    <a:pt x="4734" y="6369"/>
                    <a:pt x="5649" y="5588"/>
                  </a:cubicBezTo>
                  <a:cubicBezTo>
                    <a:pt x="5706" y="5541"/>
                    <a:pt x="5753" y="5493"/>
                    <a:pt x="5801" y="544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a564c641-032a-428a-8556-c179107f92ff" id="158" name="任意多边形: 形状 157">
              <a:extLst>
                <a:ext uri="{FF2B5EF4-FFF2-40B4-BE49-F238E27FC236}">
                  <a16:creationId id="{267AFCC2-DA3F-48A4-B076-45D643021C0E}"/>
                </a:ext>
              </a:extLst>
            </p:cNvPr>
            <p:cNvSpPr/>
            <p:nvPr/>
          </p:nvSpPr>
          <p:spPr>
            <a:xfrm rot="21190573" flipV="false" flipH="false">
              <a:off x="6609616" y="2841996"/>
              <a:ext cx="7381" cy="7439"/>
            </a:xfrm>
            <a:custGeom>
              <a:avLst/>
              <a:gdLst>
                <a:gd fmla="*/ 6060 w 6857" name="connsiteX0"/>
                <a:gd fmla="*/ 5626 h 6910" name="connsiteY0"/>
                <a:gd fmla="*/ 1869 w 6857" name="connsiteX1"/>
                <a:gd fmla="*/ 6484 h 6910" name="connsiteY1"/>
                <a:gd fmla="*/ 374 w 6857" name="connsiteX2"/>
                <a:gd fmla="*/ 1873 h 6910" name="connsiteY2"/>
                <a:gd fmla="*/ 4984 w 6857" name="connsiteX3"/>
                <a:gd fmla="*/ 378 h 6910" name="connsiteY3"/>
                <a:gd fmla="*/ 6479 w 6857" name="connsiteX4"/>
                <a:gd fmla="*/ 4988 h 6910" name="connsiteY4"/>
                <a:gd fmla="*/ 6060 w 6857" name="connsiteX5"/>
                <a:gd fmla="*/ 5626 h 6910" name="connsiteY5"/>
                <a:gd fmla="*/ 6060 w 6857" name="connsiteX6"/>
                <a:gd fmla="*/ 5626 h 6910" name="connsiteY6"/>
                <a:gd fmla="*/ 5898 w 6857" name="connsiteX7"/>
                <a:gd fmla="*/ 2664 h 6910" name="connsiteY7"/>
                <a:gd fmla="*/ 5298 w 6857" name="connsiteX8"/>
                <a:gd fmla="*/ 2292 h 6910" name="connsiteY8"/>
                <a:gd fmla="*/ 2822 w 6857" name="connsiteX9"/>
                <a:gd fmla="*/ 2959 h 6910" name="connsiteY9"/>
                <a:gd fmla="*/ 2822 w 6857" name="connsiteX10"/>
                <a:gd fmla="*/ 5531 h 6910" name="connsiteY10"/>
                <a:gd fmla="*/ 5765 w 6857" name="connsiteX11"/>
                <a:gd fmla="*/ 5912 h 6910" name="connsiteY11"/>
                <a:gd fmla="*/ 6060 w 6857" name="connsiteX12"/>
                <a:gd fmla="*/ 5626 h 6910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910" w="6857">
                  <a:moveTo>
                    <a:pt x="6060" y="5626"/>
                  </a:moveTo>
                  <a:cubicBezTo>
                    <a:pt x="5079" y="6922"/>
                    <a:pt x="3279" y="7293"/>
                    <a:pt x="1869" y="6484"/>
                  </a:cubicBezTo>
                  <a:cubicBezTo>
                    <a:pt x="183" y="5626"/>
                    <a:pt x="-484" y="3559"/>
                    <a:pt x="374" y="1873"/>
                  </a:cubicBezTo>
                  <a:cubicBezTo>
                    <a:pt x="1231" y="187"/>
                    <a:pt x="3298" y="-489"/>
                    <a:pt x="4984" y="378"/>
                  </a:cubicBezTo>
                  <a:cubicBezTo>
                    <a:pt x="6670" y="1235"/>
                    <a:pt x="7346" y="3302"/>
                    <a:pt x="6479" y="4988"/>
                  </a:cubicBezTo>
                  <a:cubicBezTo>
                    <a:pt x="6365" y="5217"/>
                    <a:pt x="6222" y="5426"/>
                    <a:pt x="6060" y="5626"/>
                  </a:cubicBezTo>
                  <a:close/>
                  <a:moveTo>
                    <a:pt x="6060" y="5626"/>
                  </a:moveTo>
                  <a:cubicBezTo>
                    <a:pt x="6832" y="4759"/>
                    <a:pt x="6755" y="3436"/>
                    <a:pt x="5898" y="2664"/>
                  </a:cubicBezTo>
                  <a:cubicBezTo>
                    <a:pt x="5717" y="2512"/>
                    <a:pt x="5517" y="2378"/>
                    <a:pt x="5298" y="2292"/>
                  </a:cubicBezTo>
                  <a:cubicBezTo>
                    <a:pt x="4422" y="1845"/>
                    <a:pt x="3355" y="2131"/>
                    <a:pt x="2822" y="2959"/>
                  </a:cubicBezTo>
                  <a:cubicBezTo>
                    <a:pt x="2193" y="3702"/>
                    <a:pt x="2193" y="4788"/>
                    <a:pt x="2822" y="5531"/>
                  </a:cubicBezTo>
                  <a:cubicBezTo>
                    <a:pt x="3527" y="6445"/>
                    <a:pt x="4841" y="6617"/>
                    <a:pt x="5765" y="5912"/>
                  </a:cubicBezTo>
                  <a:cubicBezTo>
                    <a:pt x="5870" y="5826"/>
                    <a:pt x="5974" y="5731"/>
                    <a:pt x="6060" y="562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0e55739-868b-4677-95df-b7550d68574b" id="159" name="任意多边形: 形状 158">
              <a:extLst>
                <a:ext uri="{FF2B5EF4-FFF2-40B4-BE49-F238E27FC236}">
                  <a16:creationId id="{598457F3-8ECE-4093-9F73-A15DCD1D7C9F}"/>
                </a:ext>
              </a:extLst>
            </p:cNvPr>
            <p:cNvSpPr/>
            <p:nvPr/>
          </p:nvSpPr>
          <p:spPr>
            <a:xfrm rot="21190573" flipV="false" flipH="false">
              <a:off x="6637136" y="2860079"/>
              <a:ext cx="7186" cy="7155"/>
            </a:xfrm>
            <a:custGeom>
              <a:avLst/>
              <a:gdLst>
                <a:gd fmla="*/ 5896 w 6675" name="connsiteX0"/>
                <a:gd fmla="*/ 5446 h 6647" name="connsiteY0"/>
                <a:gd fmla="*/ 1610 w 6675" name="connsiteX1"/>
                <a:gd fmla="*/ 6207 h 6647" name="connsiteY1"/>
                <a:gd fmla="*/ 524 w 6675" name="connsiteX2"/>
                <a:gd fmla="*/ 1483 h 6647" name="connsiteY2"/>
                <a:gd fmla="*/ 753 w 6675" name="connsiteX3"/>
                <a:gd fmla="*/ 1159 h 6647" name="connsiteY3"/>
                <a:gd fmla="*/ 5591 w 6675" name="connsiteX4"/>
                <a:gd fmla="*/ 854 h 6647" name="connsiteY4"/>
                <a:gd fmla="*/ 5896 w 6675" name="connsiteX5"/>
                <a:gd fmla="*/ 1159 h 6647" name="connsiteY5"/>
                <a:gd fmla="*/ 5896 w 6675" name="connsiteX6"/>
                <a:gd fmla="*/ 5446 h 6647" name="connsiteY6"/>
                <a:gd fmla="*/ 5896 w 6675" name="connsiteX7"/>
                <a:gd fmla="*/ 5446 h 6647" name="connsiteY7"/>
                <a:gd fmla="*/ 5315 w 6675" name="connsiteX8"/>
                <a:gd fmla="*/ 2131 h 6647" name="connsiteY8"/>
                <a:gd fmla="*/ 5134 w 6675" name="connsiteX9"/>
                <a:gd fmla="*/ 2017 h 6647" name="connsiteY9"/>
                <a:gd fmla="*/ 2182 w 6675" name="connsiteX10"/>
                <a:gd fmla="*/ 3340 h 6647" name="connsiteY10"/>
                <a:gd fmla="*/ 2372 w 6675" name="connsiteX11"/>
                <a:gd fmla="*/ 5350 h 6647" name="connsiteY11"/>
                <a:gd fmla="*/ 5582 w 6675" name="connsiteX12"/>
                <a:gd fmla="*/ 5741 h 6647" name="connsiteY12"/>
                <a:gd fmla="*/ 5896 w 6675" name="connsiteX13"/>
                <a:gd fmla="*/ 5446 h 664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7" w="6675">
                  <a:moveTo>
                    <a:pt x="5896" y="5446"/>
                  </a:moveTo>
                  <a:cubicBezTo>
                    <a:pt x="4830" y="6693"/>
                    <a:pt x="3039" y="7008"/>
                    <a:pt x="1610" y="6207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01" y="-260"/>
                    <a:pt x="4172" y="-393"/>
                    <a:pt x="5591" y="854"/>
                  </a:cubicBezTo>
                  <a:cubicBezTo>
                    <a:pt x="5696" y="950"/>
                    <a:pt x="5801" y="1055"/>
                    <a:pt x="5896" y="1159"/>
                  </a:cubicBezTo>
                  <a:cubicBezTo>
                    <a:pt x="6935" y="2398"/>
                    <a:pt x="6935" y="4207"/>
                    <a:pt x="5896" y="5446"/>
                  </a:cubicBezTo>
                  <a:close/>
                  <a:moveTo>
                    <a:pt x="5896" y="5446"/>
                  </a:moveTo>
                  <a:cubicBezTo>
                    <a:pt x="6649" y="4369"/>
                    <a:pt x="6392" y="2883"/>
                    <a:pt x="5315" y="2131"/>
                  </a:cubicBezTo>
                  <a:cubicBezTo>
                    <a:pt x="5258" y="2093"/>
                    <a:pt x="5192" y="2055"/>
                    <a:pt x="5134" y="2017"/>
                  </a:cubicBezTo>
                  <a:cubicBezTo>
                    <a:pt x="3953" y="1569"/>
                    <a:pt x="2629" y="2159"/>
                    <a:pt x="2182" y="3340"/>
                  </a:cubicBezTo>
                  <a:cubicBezTo>
                    <a:pt x="1934" y="3998"/>
                    <a:pt x="2001" y="4741"/>
                    <a:pt x="2372" y="5350"/>
                  </a:cubicBezTo>
                  <a:cubicBezTo>
                    <a:pt x="3153" y="6341"/>
                    <a:pt x="4582" y="6522"/>
                    <a:pt x="5582" y="5741"/>
                  </a:cubicBezTo>
                  <a:cubicBezTo>
                    <a:pt x="5696" y="5655"/>
                    <a:pt x="5801" y="5550"/>
                    <a:pt x="5896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740a9733-6b50-41f3-bc84-7d887318ec62" id="160" name="任意多边形: 形状 159">
              <a:extLst>
                <a:ext uri="{FF2B5EF4-FFF2-40B4-BE49-F238E27FC236}">
                  <a16:creationId id="{7C734D5E-1BF1-45D9-9C1C-106AD4EB1B92}"/>
                </a:ext>
              </a:extLst>
            </p:cNvPr>
            <p:cNvSpPr/>
            <p:nvPr/>
          </p:nvSpPr>
          <p:spPr>
            <a:xfrm rot="21190573" flipV="false" flipH="false">
              <a:off x="6664162" y="2878002"/>
              <a:ext cx="7414" cy="7459"/>
            </a:xfrm>
            <a:custGeom>
              <a:avLst/>
              <a:gdLst>
                <a:gd fmla="*/ 6110 w 6887" name="connsiteX0"/>
                <a:gd fmla="*/ 5445 h 6929" name="connsiteY0"/>
                <a:gd fmla="*/ 1491 w 6887" name="connsiteX1"/>
                <a:gd fmla="*/ 6369 h 6929" name="connsiteY1"/>
                <a:gd fmla="*/ 557 w 6887" name="connsiteX2"/>
                <a:gd fmla="*/ 1750 h 6929" name="connsiteY2"/>
                <a:gd fmla="*/ 1062 w 6887" name="connsiteX3"/>
                <a:gd fmla="*/ 1159 h 6929" name="connsiteY3"/>
                <a:gd fmla="*/ 5900 w 6887" name="connsiteX4"/>
                <a:gd fmla="*/ 854 h 6929" name="connsiteY4"/>
                <a:gd fmla="*/ 6205 w 6887" name="connsiteX5"/>
                <a:gd fmla="*/ 1159 h 6929" name="connsiteY5"/>
                <a:gd fmla="*/ 6110 w 6887" name="connsiteX6"/>
                <a:gd fmla="*/ 5445 h 6929" name="connsiteY6"/>
                <a:gd fmla="*/ 6110 w 6887" name="connsiteX7"/>
                <a:gd fmla="*/ 5445 h 6929" name="connsiteY7"/>
                <a:gd fmla="*/ 5053 w 6887" name="connsiteX8"/>
                <a:gd fmla="*/ 2531 h 6929" name="connsiteY8"/>
                <a:gd fmla="*/ 4967 w 6887" name="connsiteX9"/>
                <a:gd fmla="*/ 2493 h 6929" name="connsiteY9"/>
                <a:gd fmla="*/ 2491 w 6887" name="connsiteX10"/>
                <a:gd fmla="*/ 3160 h 6929" name="connsiteY10"/>
                <a:gd fmla="*/ 2491 w 6887" name="connsiteX11"/>
                <a:gd fmla="*/ 5731 h 6929" name="connsiteY11"/>
                <a:gd fmla="*/ 5567 w 6887" name="connsiteX12"/>
                <a:gd fmla="*/ 6084 h 6929" name="connsiteY12"/>
                <a:gd fmla="*/ 6110 w 6887" name="connsiteX13"/>
                <a:gd fmla="*/ 5445 h 6929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929" w="6887">
                  <a:moveTo>
                    <a:pt x="6110" y="5445"/>
                  </a:moveTo>
                  <a:cubicBezTo>
                    <a:pt x="5091" y="6979"/>
                    <a:pt x="3024" y="7389"/>
                    <a:pt x="1491" y="6369"/>
                  </a:cubicBezTo>
                  <a:cubicBezTo>
                    <a:pt x="-43" y="5350"/>
                    <a:pt x="-462" y="3283"/>
                    <a:pt x="557" y="1750"/>
                  </a:cubicBezTo>
                  <a:cubicBezTo>
                    <a:pt x="700" y="1531"/>
                    <a:pt x="871" y="1340"/>
                    <a:pt x="1062" y="1159"/>
                  </a:cubicBezTo>
                  <a:cubicBezTo>
                    <a:pt x="2310" y="-260"/>
                    <a:pt x="4481" y="-393"/>
                    <a:pt x="5900" y="854"/>
                  </a:cubicBezTo>
                  <a:cubicBezTo>
                    <a:pt x="6005" y="950"/>
                    <a:pt x="6110" y="1054"/>
                    <a:pt x="6205" y="1159"/>
                  </a:cubicBezTo>
                  <a:cubicBezTo>
                    <a:pt x="7148" y="2445"/>
                    <a:pt x="7110" y="4207"/>
                    <a:pt x="6110" y="5445"/>
                  </a:cubicBezTo>
                  <a:close/>
                  <a:moveTo>
                    <a:pt x="6110" y="5445"/>
                  </a:moveTo>
                  <a:cubicBezTo>
                    <a:pt x="6625" y="4350"/>
                    <a:pt x="6148" y="3045"/>
                    <a:pt x="5053" y="2531"/>
                  </a:cubicBezTo>
                  <a:cubicBezTo>
                    <a:pt x="5024" y="2521"/>
                    <a:pt x="4996" y="2502"/>
                    <a:pt x="4967" y="2493"/>
                  </a:cubicBezTo>
                  <a:cubicBezTo>
                    <a:pt x="4091" y="2045"/>
                    <a:pt x="3024" y="2331"/>
                    <a:pt x="2491" y="3160"/>
                  </a:cubicBezTo>
                  <a:cubicBezTo>
                    <a:pt x="1862" y="3902"/>
                    <a:pt x="1862" y="4988"/>
                    <a:pt x="2491" y="5731"/>
                  </a:cubicBezTo>
                  <a:cubicBezTo>
                    <a:pt x="3243" y="6674"/>
                    <a:pt x="4624" y="6836"/>
                    <a:pt x="5567" y="6084"/>
                  </a:cubicBezTo>
                  <a:cubicBezTo>
                    <a:pt x="5786" y="5903"/>
                    <a:pt x="5967" y="5693"/>
                    <a:pt x="6110" y="544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32ae7568-1e82-4f76-a642-4d066288a47b" id="161" name="任意多边形: 形状 160">
              <a:extLst>
                <a:ext uri="{FF2B5EF4-FFF2-40B4-BE49-F238E27FC236}">
                  <a16:creationId id="{0A0F4431-C767-43BB-8933-EC180356E4EE}"/>
                </a:ext>
              </a:extLst>
            </p:cNvPr>
            <p:cNvSpPr/>
            <p:nvPr/>
          </p:nvSpPr>
          <p:spPr>
            <a:xfrm rot="21190573" flipV="false" flipH="false">
              <a:off x="6691698" y="2895786"/>
              <a:ext cx="7188" cy="7155"/>
            </a:xfrm>
            <a:custGeom>
              <a:avLst/>
              <a:gdLst>
                <a:gd fmla="*/ 5899 w 6677" name="connsiteX0"/>
                <a:gd fmla="*/ 5446 h 6647" name="connsiteY0"/>
                <a:gd fmla="*/ 1612 w 6677" name="connsiteX1"/>
                <a:gd fmla="*/ 6207 h 6647" name="connsiteY1"/>
                <a:gd fmla="*/ 526 w 6677" name="connsiteX2"/>
                <a:gd fmla="*/ 1483 h 6647" name="connsiteY2"/>
                <a:gd fmla="*/ 755 w 6677" name="connsiteX3"/>
                <a:gd fmla="*/ 1159 h 6647" name="connsiteY3"/>
                <a:gd fmla="*/ 5594 w 6677" name="connsiteX4"/>
                <a:gd fmla="*/ 854 h 6647" name="connsiteY4"/>
                <a:gd fmla="*/ 5899 w 6677" name="connsiteX5"/>
                <a:gd fmla="*/ 1159 h 6647" name="connsiteY5"/>
                <a:gd fmla="*/ 5899 w 6677" name="connsiteX6"/>
                <a:gd fmla="*/ 5446 h 6647" name="connsiteY6"/>
                <a:gd fmla="*/ 5899 w 6677" name="connsiteX7"/>
                <a:gd fmla="*/ 5446 h 6647" name="connsiteY7"/>
                <a:gd fmla="*/ 5317 w 6677" name="connsiteX8"/>
                <a:gd fmla="*/ 2131 h 6647" name="connsiteY8"/>
                <a:gd fmla="*/ 5137 w 6677" name="connsiteX9"/>
                <a:gd fmla="*/ 2017 h 6647" name="connsiteY9"/>
                <a:gd fmla="*/ 2184 w 6677" name="connsiteX10"/>
                <a:gd fmla="*/ 3340 h 6647" name="connsiteY10"/>
                <a:gd fmla="*/ 2374 w 6677" name="connsiteX11"/>
                <a:gd fmla="*/ 5350 h 6647" name="connsiteY11"/>
                <a:gd fmla="*/ 5584 w 6677" name="connsiteX12"/>
                <a:gd fmla="*/ 5741 h 6647" name="connsiteY12"/>
                <a:gd fmla="*/ 5899 w 6677" name="connsiteX13"/>
                <a:gd fmla="*/ 5446 h 664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7" w="6677">
                  <a:moveTo>
                    <a:pt x="5899" y="5446"/>
                  </a:moveTo>
                  <a:cubicBezTo>
                    <a:pt x="4832" y="6693"/>
                    <a:pt x="3041" y="7008"/>
                    <a:pt x="1612" y="6207"/>
                  </a:cubicBezTo>
                  <a:cubicBezTo>
                    <a:pt x="3" y="5198"/>
                    <a:pt x="-483" y="3083"/>
                    <a:pt x="526" y="1483"/>
                  </a:cubicBezTo>
                  <a:cubicBezTo>
                    <a:pt x="593" y="1369"/>
                    <a:pt x="669" y="1264"/>
                    <a:pt x="755" y="1159"/>
                  </a:cubicBezTo>
                  <a:cubicBezTo>
                    <a:pt x="2003" y="-260"/>
                    <a:pt x="4175" y="-393"/>
                    <a:pt x="5594" y="854"/>
                  </a:cubicBezTo>
                  <a:cubicBezTo>
                    <a:pt x="5699" y="950"/>
                    <a:pt x="5803" y="1055"/>
                    <a:pt x="5899" y="1159"/>
                  </a:cubicBezTo>
                  <a:cubicBezTo>
                    <a:pt x="6937" y="2397"/>
                    <a:pt x="6937" y="4207"/>
                    <a:pt x="5899" y="5446"/>
                  </a:cubicBezTo>
                  <a:close/>
                  <a:moveTo>
                    <a:pt x="5899" y="5446"/>
                  </a:moveTo>
                  <a:cubicBezTo>
                    <a:pt x="6651" y="4369"/>
                    <a:pt x="6394" y="2883"/>
                    <a:pt x="5317" y="2131"/>
                  </a:cubicBezTo>
                  <a:cubicBezTo>
                    <a:pt x="5260" y="2093"/>
                    <a:pt x="5194" y="2055"/>
                    <a:pt x="5137" y="2017"/>
                  </a:cubicBezTo>
                  <a:cubicBezTo>
                    <a:pt x="3955" y="1569"/>
                    <a:pt x="2632" y="2159"/>
                    <a:pt x="2184" y="3340"/>
                  </a:cubicBezTo>
                  <a:cubicBezTo>
                    <a:pt x="1936" y="3998"/>
                    <a:pt x="2003" y="4741"/>
                    <a:pt x="2374" y="5350"/>
                  </a:cubicBezTo>
                  <a:cubicBezTo>
                    <a:pt x="3155" y="6341"/>
                    <a:pt x="4584" y="6522"/>
                    <a:pt x="5584" y="5741"/>
                  </a:cubicBezTo>
                  <a:cubicBezTo>
                    <a:pt x="5699" y="5655"/>
                    <a:pt x="5803" y="5550"/>
                    <a:pt x="5899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c1e8e73-3357-4939-aea0-9960c40b98c3" id="162" name="任意多边形: 形状 161">
              <a:extLst>
                <a:ext uri="{FF2B5EF4-FFF2-40B4-BE49-F238E27FC236}">
                  <a16:creationId id="{6A53DEFA-D468-4E76-A087-4E99849BDA15}"/>
                </a:ext>
              </a:extLst>
            </p:cNvPr>
            <p:cNvSpPr/>
            <p:nvPr/>
          </p:nvSpPr>
          <p:spPr>
            <a:xfrm rot="21190573" flipV="false" flipH="false">
              <a:off x="6548213" y="2757743"/>
              <a:ext cx="7223" cy="7174"/>
            </a:xfrm>
            <a:custGeom>
              <a:avLst/>
              <a:gdLst>
                <a:gd fmla="*/ 5851 w 6710" name="connsiteX0"/>
                <a:gd fmla="*/ 5446 h 6664" name="connsiteY0"/>
                <a:gd fmla="*/ 1660 w 6710" name="connsiteX1"/>
                <a:gd fmla="*/ 6208 h 6664" name="connsiteY1"/>
                <a:gd fmla="*/ 450 w 6710" name="connsiteX2"/>
                <a:gd fmla="*/ 1645 h 6664" name="connsiteY2"/>
                <a:gd fmla="*/ 803 w 6710" name="connsiteX3"/>
                <a:gd fmla="*/ 1159 h 6664" name="connsiteY3"/>
                <a:gd fmla="*/ 5642 w 6710" name="connsiteX4"/>
                <a:gd fmla="*/ 854 h 6664" name="connsiteY4"/>
                <a:gd fmla="*/ 5946 w 6710" name="connsiteX5"/>
                <a:gd fmla="*/ 1159 h 6664" name="connsiteY5"/>
                <a:gd fmla="*/ 5851 w 6710" name="connsiteX6"/>
                <a:gd fmla="*/ 5446 h 6664" name="connsiteY6"/>
                <a:gd fmla="*/ 5851 w 6710" name="connsiteX7"/>
                <a:gd fmla="*/ 5446 h 6664" name="connsiteY7"/>
                <a:gd fmla="*/ 5499 w 6710" name="connsiteX8"/>
                <a:gd fmla="*/ 2236 h 6664" name="connsiteY8"/>
                <a:gd fmla="*/ 5184 w 6710" name="connsiteX9"/>
                <a:gd fmla="*/ 2017 h 6664" name="connsiteY9"/>
                <a:gd fmla="*/ 2613 w 6710" name="connsiteX10"/>
                <a:gd fmla="*/ 2683 h 6664" name="connsiteY10"/>
                <a:gd fmla="*/ 2613 w 6710" name="connsiteX11"/>
                <a:gd fmla="*/ 5255 h 6664" name="connsiteY11"/>
                <a:gd fmla="*/ 5537 w 6710" name="connsiteX12"/>
                <a:gd fmla="*/ 5722 h 6664" name="connsiteY12"/>
                <a:gd fmla="*/ 5851 w 6710" name="connsiteX13"/>
                <a:gd fmla="*/ 5446 h 6664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4" w="6710">
                  <a:moveTo>
                    <a:pt x="5851" y="5446"/>
                  </a:moveTo>
                  <a:cubicBezTo>
                    <a:pt x="4841" y="6712"/>
                    <a:pt x="3051" y="7036"/>
                    <a:pt x="1660" y="6208"/>
                  </a:cubicBezTo>
                  <a:cubicBezTo>
                    <a:pt x="70" y="5284"/>
                    <a:pt x="-473" y="3245"/>
                    <a:pt x="450" y="1645"/>
                  </a:cubicBezTo>
                  <a:cubicBezTo>
                    <a:pt x="555" y="1474"/>
                    <a:pt x="670" y="1312"/>
                    <a:pt x="803" y="1159"/>
                  </a:cubicBezTo>
                  <a:cubicBezTo>
                    <a:pt x="2060" y="-260"/>
                    <a:pt x="4222" y="-393"/>
                    <a:pt x="5642" y="854"/>
                  </a:cubicBezTo>
                  <a:cubicBezTo>
                    <a:pt x="5746" y="950"/>
                    <a:pt x="5851" y="1054"/>
                    <a:pt x="5946" y="1159"/>
                  </a:cubicBezTo>
                  <a:cubicBezTo>
                    <a:pt x="7004" y="2407"/>
                    <a:pt x="6956" y="4245"/>
                    <a:pt x="5851" y="5446"/>
                  </a:cubicBezTo>
                  <a:close/>
                  <a:moveTo>
                    <a:pt x="5851" y="5446"/>
                  </a:moveTo>
                  <a:cubicBezTo>
                    <a:pt x="6642" y="4464"/>
                    <a:pt x="6489" y="3026"/>
                    <a:pt x="5499" y="2236"/>
                  </a:cubicBezTo>
                  <a:cubicBezTo>
                    <a:pt x="5404" y="2150"/>
                    <a:pt x="5299" y="2083"/>
                    <a:pt x="5184" y="2017"/>
                  </a:cubicBezTo>
                  <a:cubicBezTo>
                    <a:pt x="4280" y="1635"/>
                    <a:pt x="3222" y="1912"/>
                    <a:pt x="2613" y="2683"/>
                  </a:cubicBezTo>
                  <a:cubicBezTo>
                    <a:pt x="1984" y="3426"/>
                    <a:pt x="1984" y="4512"/>
                    <a:pt x="2613" y="5255"/>
                  </a:cubicBezTo>
                  <a:cubicBezTo>
                    <a:pt x="3289" y="6188"/>
                    <a:pt x="4603" y="6398"/>
                    <a:pt x="5537" y="5722"/>
                  </a:cubicBezTo>
                  <a:cubicBezTo>
                    <a:pt x="5651" y="5646"/>
                    <a:pt x="5756" y="5550"/>
                    <a:pt x="5851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a52ce05-e54d-41df-ad79-8fc1c0f26413" id="163" name="任意多边形: 形状 162">
              <a:extLst>
                <a:ext uri="{FF2B5EF4-FFF2-40B4-BE49-F238E27FC236}">
                  <a16:creationId id="{841AD7C0-8838-4DA3-AD20-38282503E5E5}"/>
                </a:ext>
              </a:extLst>
            </p:cNvPr>
            <p:cNvSpPr/>
            <p:nvPr/>
          </p:nvSpPr>
          <p:spPr>
            <a:xfrm rot="21190573" flipV="false" flipH="false">
              <a:off x="6575491" y="2775547"/>
              <a:ext cx="7189" cy="7225"/>
            </a:xfrm>
            <a:custGeom>
              <a:avLst/>
              <a:gdLst>
                <a:gd fmla="*/ 5900 w 6678" name="connsiteX0"/>
                <a:gd fmla="*/ 5446 h 6712" name="connsiteY0"/>
                <a:gd fmla="*/ 1614 w 6678" name="connsiteX1"/>
                <a:gd fmla="*/ 6303 h 6712" name="connsiteY1"/>
                <a:gd fmla="*/ 566 w 6678" name="connsiteX2"/>
                <a:gd fmla="*/ 1436 h 6712" name="connsiteY2"/>
                <a:gd fmla="*/ 756 w 6678" name="connsiteX3"/>
                <a:gd fmla="*/ 1159 h 6712" name="connsiteY3"/>
                <a:gd fmla="*/ 5595 w 6678" name="connsiteX4"/>
                <a:gd fmla="*/ 854 h 6712" name="connsiteY4"/>
                <a:gd fmla="*/ 5900 w 6678" name="connsiteX5"/>
                <a:gd fmla="*/ 1159 h 6712" name="connsiteY5"/>
                <a:gd fmla="*/ 5900 w 6678" name="connsiteX6"/>
                <a:gd fmla="*/ 5446 h 6712" name="connsiteY6"/>
                <a:gd fmla="*/ 5900 w 6678" name="connsiteX7"/>
                <a:gd fmla="*/ 5446 h 6712" name="connsiteY7"/>
                <a:gd fmla="*/ 5547 w 6678" name="connsiteX8"/>
                <a:gd fmla="*/ 2369 h 6712" name="connsiteY8"/>
                <a:gd fmla="*/ 5138 w 6678" name="connsiteX9"/>
                <a:gd fmla="*/ 2112 h 6712" name="connsiteY9"/>
                <a:gd fmla="*/ 2566 w 6678" name="connsiteX10"/>
                <a:gd fmla="*/ 2683 h 6712" name="connsiteY10"/>
                <a:gd fmla="*/ 2566 w 6678" name="connsiteX11"/>
                <a:gd fmla="*/ 5350 h 6712" name="connsiteY11"/>
                <a:gd fmla="*/ 5795 w 6678" name="connsiteX12"/>
                <a:gd fmla="*/ 5550 h 6712" name="connsiteY12"/>
                <a:gd fmla="*/ 5900 w 6678" name="connsiteX13"/>
                <a:gd fmla="*/ 5446 h 6712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12" w="6678">
                  <a:moveTo>
                    <a:pt x="5900" y="5446"/>
                  </a:moveTo>
                  <a:cubicBezTo>
                    <a:pt x="4862" y="6722"/>
                    <a:pt x="3061" y="7084"/>
                    <a:pt x="1614" y="6303"/>
                  </a:cubicBezTo>
                  <a:cubicBezTo>
                    <a:pt x="-25" y="5245"/>
                    <a:pt x="-492" y="3064"/>
                    <a:pt x="566" y="1436"/>
                  </a:cubicBezTo>
                  <a:cubicBezTo>
                    <a:pt x="623" y="1340"/>
                    <a:pt x="690" y="1245"/>
                    <a:pt x="756" y="1159"/>
                  </a:cubicBezTo>
                  <a:cubicBezTo>
                    <a:pt x="2014" y="-260"/>
                    <a:pt x="4176" y="-393"/>
                    <a:pt x="5595" y="854"/>
                  </a:cubicBezTo>
                  <a:cubicBezTo>
                    <a:pt x="5700" y="950"/>
                    <a:pt x="5805" y="1054"/>
                    <a:pt x="5900" y="1159"/>
                  </a:cubicBezTo>
                  <a:cubicBezTo>
                    <a:pt x="6938" y="2398"/>
                    <a:pt x="6938" y="4207"/>
                    <a:pt x="5900" y="5446"/>
                  </a:cubicBezTo>
                  <a:close/>
                  <a:moveTo>
                    <a:pt x="5900" y="5446"/>
                  </a:moveTo>
                  <a:cubicBezTo>
                    <a:pt x="6652" y="4493"/>
                    <a:pt x="6490" y="3121"/>
                    <a:pt x="5547" y="2369"/>
                  </a:cubicBezTo>
                  <a:cubicBezTo>
                    <a:pt x="5423" y="2264"/>
                    <a:pt x="5281" y="2178"/>
                    <a:pt x="5138" y="2112"/>
                  </a:cubicBezTo>
                  <a:cubicBezTo>
                    <a:pt x="4252" y="1712"/>
                    <a:pt x="3204" y="1940"/>
                    <a:pt x="2566" y="2683"/>
                  </a:cubicBezTo>
                  <a:cubicBezTo>
                    <a:pt x="1995" y="3483"/>
                    <a:pt x="1995" y="4550"/>
                    <a:pt x="2566" y="5350"/>
                  </a:cubicBezTo>
                  <a:cubicBezTo>
                    <a:pt x="3404" y="6293"/>
                    <a:pt x="4852" y="6379"/>
                    <a:pt x="5795" y="5550"/>
                  </a:cubicBezTo>
                  <a:cubicBezTo>
                    <a:pt x="5833" y="5512"/>
                    <a:pt x="5862" y="5484"/>
                    <a:pt x="590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f69d17a-03c9-4396-8f23-e845a40994d3" id="164" name="任意多边形: 形状 163">
              <a:extLst>
                <a:ext uri="{FF2B5EF4-FFF2-40B4-BE49-F238E27FC236}">
                  <a16:creationId id="{B6D15DC7-615B-4878-98B5-2520BC4ACAA8}"/>
                </a:ext>
              </a:extLst>
            </p:cNvPr>
            <p:cNvSpPr/>
            <p:nvPr/>
          </p:nvSpPr>
          <p:spPr>
            <a:xfrm rot="21190573" flipV="false" flipH="false">
              <a:off x="6521072" y="2739936"/>
              <a:ext cx="7049" cy="7112"/>
            </a:xfrm>
            <a:custGeom>
              <a:avLst/>
              <a:gdLst>
                <a:gd fmla="*/ 5770 w 6548" name="connsiteX0"/>
                <a:gd fmla="*/ 5348 h 6607" name="connsiteY0"/>
                <a:gd fmla="*/ 1484 w 6548" name="connsiteX1"/>
                <a:gd fmla="*/ 6110 h 6607" name="connsiteY1"/>
                <a:gd fmla="*/ 560 w 6548" name="connsiteX2"/>
                <a:gd fmla="*/ 1490 h 6607" name="connsiteY2"/>
                <a:gd fmla="*/ 5180 w 6548" name="connsiteX3"/>
                <a:gd fmla="*/ 557 h 6607" name="connsiteY3"/>
                <a:gd fmla="*/ 5770 w 6548" name="connsiteX4"/>
                <a:gd fmla="*/ 1062 h 6607" name="connsiteY4"/>
                <a:gd fmla="*/ 5770 w 6548" name="connsiteX5"/>
                <a:gd fmla="*/ 5348 h 6607" name="connsiteY5"/>
                <a:gd fmla="*/ 5770 w 6548" name="connsiteX6"/>
                <a:gd fmla="*/ 5348 h 6607" name="connsiteY6"/>
                <a:gd fmla="*/ 5418 w 6548" name="connsiteX7"/>
                <a:gd fmla="*/ 2271 h 6607" name="connsiteY7"/>
                <a:gd fmla="*/ 5008 w 6548" name="connsiteX8"/>
                <a:gd fmla="*/ 2014 h 6607" name="connsiteY8"/>
                <a:gd fmla="*/ 2437 w 6548" name="connsiteX9"/>
                <a:gd fmla="*/ 2586 h 6607" name="connsiteY9"/>
                <a:gd fmla="*/ 2437 w 6548" name="connsiteX10"/>
                <a:gd fmla="*/ 5253 h 6607" name="connsiteY10"/>
                <a:gd fmla="*/ 5665 w 6548" name="connsiteX11"/>
                <a:gd fmla="*/ 5453 h 6607" name="connsiteY11"/>
                <a:gd fmla="*/ 5770 w 6548" name="connsiteX12"/>
                <a:gd fmla="*/ 5348 h 6607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607" w="6548">
                  <a:moveTo>
                    <a:pt x="5770" y="5348"/>
                  </a:moveTo>
                  <a:cubicBezTo>
                    <a:pt x="4751" y="6672"/>
                    <a:pt x="2894" y="6996"/>
                    <a:pt x="1484" y="6110"/>
                  </a:cubicBezTo>
                  <a:cubicBezTo>
                    <a:pt x="-50" y="5091"/>
                    <a:pt x="-459" y="3024"/>
                    <a:pt x="560" y="1490"/>
                  </a:cubicBezTo>
                  <a:cubicBezTo>
                    <a:pt x="1579" y="-43"/>
                    <a:pt x="3646" y="-462"/>
                    <a:pt x="5180" y="557"/>
                  </a:cubicBezTo>
                  <a:cubicBezTo>
                    <a:pt x="5399" y="700"/>
                    <a:pt x="5589" y="871"/>
                    <a:pt x="5770" y="1062"/>
                  </a:cubicBezTo>
                  <a:cubicBezTo>
                    <a:pt x="6808" y="2300"/>
                    <a:pt x="6808" y="4110"/>
                    <a:pt x="5770" y="5348"/>
                  </a:cubicBezTo>
                  <a:close/>
                  <a:moveTo>
                    <a:pt x="5770" y="5348"/>
                  </a:moveTo>
                  <a:cubicBezTo>
                    <a:pt x="6523" y="4396"/>
                    <a:pt x="6361" y="3024"/>
                    <a:pt x="5418" y="2271"/>
                  </a:cubicBezTo>
                  <a:cubicBezTo>
                    <a:pt x="5294" y="2167"/>
                    <a:pt x="5151" y="2081"/>
                    <a:pt x="5008" y="2014"/>
                  </a:cubicBezTo>
                  <a:cubicBezTo>
                    <a:pt x="4122" y="1614"/>
                    <a:pt x="3075" y="1843"/>
                    <a:pt x="2437" y="2586"/>
                  </a:cubicBezTo>
                  <a:cubicBezTo>
                    <a:pt x="1865" y="3386"/>
                    <a:pt x="1865" y="4453"/>
                    <a:pt x="2437" y="5253"/>
                  </a:cubicBezTo>
                  <a:cubicBezTo>
                    <a:pt x="3275" y="6196"/>
                    <a:pt x="4722" y="6281"/>
                    <a:pt x="5665" y="5453"/>
                  </a:cubicBezTo>
                  <a:cubicBezTo>
                    <a:pt x="5703" y="5415"/>
                    <a:pt x="5732" y="5386"/>
                    <a:pt x="5770" y="534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f7b0586a-7c7f-4bed-9a78-450509154761" id="165" name="任意多边形: 形状 164">
              <a:extLst>
                <a:ext uri="{FF2B5EF4-FFF2-40B4-BE49-F238E27FC236}">
                  <a16:creationId id="{3EA39E7F-A221-4FB9-8661-E1B1B956C0B1}"/>
                </a:ext>
              </a:extLst>
            </p:cNvPr>
            <p:cNvSpPr/>
            <p:nvPr/>
          </p:nvSpPr>
          <p:spPr>
            <a:xfrm rot="21190573" flipV="false" flipH="false">
              <a:off x="6602831" y="2793446"/>
              <a:ext cx="7169" cy="7174"/>
            </a:xfrm>
            <a:custGeom>
              <a:avLst/>
              <a:gdLst>
                <a:gd fmla="*/ 5801 w 6660" name="connsiteX0"/>
                <a:gd fmla="*/ 5446 h 6664" name="connsiteY0"/>
                <a:gd fmla="*/ 1610 w 6660" name="connsiteX1"/>
                <a:gd fmla="*/ 6208 h 6664" name="connsiteY1"/>
                <a:gd fmla="*/ 524 w 6660" name="connsiteX2"/>
                <a:gd fmla="*/ 1483 h 6664" name="connsiteY2"/>
                <a:gd fmla="*/ 753 w 6660" name="connsiteX3"/>
                <a:gd fmla="*/ 1159 h 6664" name="connsiteY3"/>
                <a:gd fmla="*/ 5592 w 6660" name="connsiteX4"/>
                <a:gd fmla="*/ 854 h 6664" name="connsiteY4"/>
                <a:gd fmla="*/ 5896 w 6660" name="connsiteX5"/>
                <a:gd fmla="*/ 1159 h 6664" name="connsiteY5"/>
                <a:gd fmla="*/ 5801 w 6660" name="connsiteX6"/>
                <a:gd fmla="*/ 5446 h 6664" name="connsiteY6"/>
                <a:gd fmla="*/ 5801 w 6660" name="connsiteX7"/>
                <a:gd fmla="*/ 5446 h 6664" name="connsiteY7"/>
                <a:gd fmla="*/ 5449 w 6660" name="connsiteX8"/>
                <a:gd fmla="*/ 2236 h 6664" name="connsiteY8"/>
                <a:gd fmla="*/ 5134 w 6660" name="connsiteX9"/>
                <a:gd fmla="*/ 2017 h 6664" name="connsiteY9"/>
                <a:gd fmla="*/ 2563 w 6660" name="connsiteX10"/>
                <a:gd fmla="*/ 2683 h 6664" name="connsiteY10"/>
                <a:gd fmla="*/ 2563 w 6660" name="connsiteX11"/>
                <a:gd fmla="*/ 5350 h 6664" name="connsiteY11"/>
                <a:gd fmla="*/ 5649 w 6660" name="connsiteX12"/>
                <a:gd fmla="*/ 5588 h 6664" name="connsiteY12"/>
                <a:gd fmla="*/ 5801 w 6660" name="connsiteX13"/>
                <a:gd fmla="*/ 5446 h 6664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4" w="6660">
                  <a:moveTo>
                    <a:pt x="5801" y="5446"/>
                  </a:moveTo>
                  <a:cubicBezTo>
                    <a:pt x="4791" y="6712"/>
                    <a:pt x="3001" y="7036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10" y="-260"/>
                    <a:pt x="4172" y="-393"/>
                    <a:pt x="5592" y="854"/>
                  </a:cubicBezTo>
                  <a:cubicBezTo>
                    <a:pt x="5696" y="950"/>
                    <a:pt x="5801" y="1054"/>
                    <a:pt x="5896" y="1159"/>
                  </a:cubicBezTo>
                  <a:cubicBezTo>
                    <a:pt x="6954" y="2407"/>
                    <a:pt x="6906" y="4245"/>
                    <a:pt x="5801" y="5446"/>
                  </a:cubicBezTo>
                  <a:close/>
                  <a:moveTo>
                    <a:pt x="5801" y="5446"/>
                  </a:moveTo>
                  <a:cubicBezTo>
                    <a:pt x="6592" y="4464"/>
                    <a:pt x="6439" y="3026"/>
                    <a:pt x="5449" y="2236"/>
                  </a:cubicBezTo>
                  <a:cubicBezTo>
                    <a:pt x="5353" y="2150"/>
                    <a:pt x="5249" y="2083"/>
                    <a:pt x="5134" y="2017"/>
                  </a:cubicBezTo>
                  <a:cubicBezTo>
                    <a:pt x="4229" y="1636"/>
                    <a:pt x="3172" y="1912"/>
                    <a:pt x="2563" y="2683"/>
                  </a:cubicBezTo>
                  <a:cubicBezTo>
                    <a:pt x="1924" y="3455"/>
                    <a:pt x="1924" y="4579"/>
                    <a:pt x="2563" y="5350"/>
                  </a:cubicBezTo>
                  <a:cubicBezTo>
                    <a:pt x="3353" y="6265"/>
                    <a:pt x="4734" y="6369"/>
                    <a:pt x="5649" y="5588"/>
                  </a:cubicBezTo>
                  <a:cubicBezTo>
                    <a:pt x="5706" y="5541"/>
                    <a:pt x="5753" y="5493"/>
                    <a:pt x="5801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4a0b1c7-5953-41e9-aedf-eb6f6b83f2d8" id="166" name="任意多边形: 形状 165">
              <a:extLst>
                <a:ext uri="{FF2B5EF4-FFF2-40B4-BE49-F238E27FC236}">
                  <a16:creationId id="{879FD097-1DB1-48DF-A074-D2201D5E3084}"/>
                </a:ext>
              </a:extLst>
            </p:cNvPr>
            <p:cNvSpPr/>
            <p:nvPr/>
          </p:nvSpPr>
          <p:spPr>
            <a:xfrm rot="21190573" flipV="false" flipH="false">
              <a:off x="6630090" y="2811252"/>
              <a:ext cx="7153" cy="7214"/>
            </a:xfrm>
            <a:custGeom>
              <a:avLst/>
              <a:gdLst>
                <a:gd fmla="*/ 5867 w 6645" name="connsiteX0"/>
                <a:gd fmla="*/ 5445 h 6701" name="connsiteY0"/>
                <a:gd fmla="*/ 1676 w 6645" name="connsiteX1"/>
                <a:gd fmla="*/ 6303 h 6701" name="connsiteY1"/>
                <a:gd fmla="*/ 523 w 6645" name="connsiteX2"/>
                <a:gd fmla="*/ 1455 h 6701" name="connsiteY2"/>
                <a:gd fmla="*/ 723 w 6645" name="connsiteX3"/>
                <a:gd fmla="*/ 1159 h 6701" name="connsiteY3"/>
                <a:gd fmla="*/ 5562 w 6645" name="connsiteX4"/>
                <a:gd fmla="*/ 854 h 6701" name="connsiteY4"/>
                <a:gd fmla="*/ 5867 w 6645" name="connsiteX5"/>
                <a:gd fmla="*/ 1159 h 6701" name="connsiteY5"/>
                <a:gd fmla="*/ 5867 w 6645" name="connsiteX6"/>
                <a:gd fmla="*/ 5445 h 6701" name="connsiteY6"/>
                <a:gd fmla="*/ 5867 w 6645" name="connsiteX7"/>
                <a:gd fmla="*/ 5445 h 6701" name="connsiteY7"/>
                <a:gd fmla="*/ 5705 w 6645" name="connsiteX8"/>
                <a:gd fmla="*/ 2483 h 6701" name="connsiteY8"/>
                <a:gd fmla="*/ 5105 w 6645" name="connsiteX9"/>
                <a:gd fmla="*/ 2112 h 6701" name="connsiteY9"/>
                <a:gd fmla="*/ 2628 w 6645" name="connsiteX10"/>
                <a:gd fmla="*/ 2683 h 6701" name="connsiteY10"/>
                <a:gd fmla="*/ 2628 w 6645" name="connsiteX11"/>
                <a:gd fmla="*/ 5350 h 6701" name="connsiteY11"/>
                <a:gd fmla="*/ 5714 w 6645" name="connsiteX12"/>
                <a:gd fmla="*/ 5588 h 6701" name="connsiteY12"/>
                <a:gd fmla="*/ 5867 w 6645" name="connsiteX13"/>
                <a:gd fmla="*/ 5445 h 6701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01" w="6645">
                  <a:moveTo>
                    <a:pt x="5867" y="5445"/>
                  </a:moveTo>
                  <a:cubicBezTo>
                    <a:pt x="4857" y="6712"/>
                    <a:pt x="3095" y="7065"/>
                    <a:pt x="1676" y="6303"/>
                  </a:cubicBezTo>
                  <a:cubicBezTo>
                    <a:pt x="18" y="5284"/>
                    <a:pt x="-496" y="3112"/>
                    <a:pt x="523" y="1455"/>
                  </a:cubicBezTo>
                  <a:cubicBezTo>
                    <a:pt x="581" y="1350"/>
                    <a:pt x="647" y="1255"/>
                    <a:pt x="723" y="1159"/>
                  </a:cubicBezTo>
                  <a:cubicBezTo>
                    <a:pt x="1971" y="-260"/>
                    <a:pt x="4143" y="-393"/>
                    <a:pt x="5562" y="854"/>
                  </a:cubicBezTo>
                  <a:cubicBezTo>
                    <a:pt x="5667" y="950"/>
                    <a:pt x="5772" y="1054"/>
                    <a:pt x="5867" y="1159"/>
                  </a:cubicBezTo>
                  <a:cubicBezTo>
                    <a:pt x="6905" y="2398"/>
                    <a:pt x="6905" y="4207"/>
                    <a:pt x="5867" y="5445"/>
                  </a:cubicBezTo>
                  <a:close/>
                  <a:moveTo>
                    <a:pt x="5867" y="5445"/>
                  </a:moveTo>
                  <a:cubicBezTo>
                    <a:pt x="6638" y="4579"/>
                    <a:pt x="6562" y="3255"/>
                    <a:pt x="5705" y="2483"/>
                  </a:cubicBezTo>
                  <a:cubicBezTo>
                    <a:pt x="5524" y="2331"/>
                    <a:pt x="5324" y="2198"/>
                    <a:pt x="5105" y="2112"/>
                  </a:cubicBezTo>
                  <a:cubicBezTo>
                    <a:pt x="4248" y="1683"/>
                    <a:pt x="3209" y="1921"/>
                    <a:pt x="2628" y="2683"/>
                  </a:cubicBezTo>
                  <a:cubicBezTo>
                    <a:pt x="1990" y="3455"/>
                    <a:pt x="1990" y="4579"/>
                    <a:pt x="2628" y="5350"/>
                  </a:cubicBezTo>
                  <a:cubicBezTo>
                    <a:pt x="3419" y="6265"/>
                    <a:pt x="4800" y="6369"/>
                    <a:pt x="5714" y="5588"/>
                  </a:cubicBezTo>
                  <a:cubicBezTo>
                    <a:pt x="5772" y="5541"/>
                    <a:pt x="5819" y="5493"/>
                    <a:pt x="5867" y="544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74f43490-bd96-4a12-8eb4-e98f796473ad" id="167" name="任意多边形: 形状 166">
              <a:extLst>
                <a:ext uri="{FF2B5EF4-FFF2-40B4-BE49-F238E27FC236}">
                  <a16:creationId id="{161A73D5-06C5-4B1E-AC1D-0F4F946D620D}"/>
                </a:ext>
              </a:extLst>
            </p:cNvPr>
            <p:cNvSpPr/>
            <p:nvPr/>
          </p:nvSpPr>
          <p:spPr>
            <a:xfrm rot="21190573" flipV="false" flipH="false">
              <a:off x="6657394" y="2829153"/>
              <a:ext cx="7169" cy="7174"/>
            </a:xfrm>
            <a:custGeom>
              <a:avLst/>
              <a:gdLst>
                <a:gd fmla="*/ 5801 w 6660" name="connsiteX0"/>
                <a:gd fmla="*/ 5446 h 6664" name="connsiteY0"/>
                <a:gd fmla="*/ 1610 w 6660" name="connsiteX1"/>
                <a:gd fmla="*/ 6208 h 6664" name="connsiteY1"/>
                <a:gd fmla="*/ 524 w 6660" name="connsiteX2"/>
                <a:gd fmla="*/ 1483 h 6664" name="connsiteY2"/>
                <a:gd fmla="*/ 753 w 6660" name="connsiteX3"/>
                <a:gd fmla="*/ 1159 h 6664" name="connsiteY3"/>
                <a:gd fmla="*/ 5591 w 6660" name="connsiteX4"/>
                <a:gd fmla="*/ 854 h 6664" name="connsiteY4"/>
                <a:gd fmla="*/ 5896 w 6660" name="connsiteX5"/>
                <a:gd fmla="*/ 1159 h 6664" name="connsiteY5"/>
                <a:gd fmla="*/ 5801 w 6660" name="connsiteX6"/>
                <a:gd fmla="*/ 5446 h 6664" name="connsiteY6"/>
                <a:gd fmla="*/ 5801 w 6660" name="connsiteX7"/>
                <a:gd fmla="*/ 5446 h 6664" name="connsiteY7"/>
                <a:gd fmla="*/ 5449 w 6660" name="connsiteX8"/>
                <a:gd fmla="*/ 2236 h 6664" name="connsiteY8"/>
                <a:gd fmla="*/ 5134 w 6660" name="connsiteX9"/>
                <a:gd fmla="*/ 2017 h 6664" name="connsiteY9"/>
                <a:gd fmla="*/ 2563 w 6660" name="connsiteX10"/>
                <a:gd fmla="*/ 2683 h 6664" name="connsiteY10"/>
                <a:gd fmla="*/ 2563 w 6660" name="connsiteX11"/>
                <a:gd fmla="*/ 5350 h 6664" name="connsiteY11"/>
                <a:gd fmla="*/ 5649 w 6660" name="connsiteX12"/>
                <a:gd fmla="*/ 5588 h 6664" name="connsiteY12"/>
                <a:gd fmla="*/ 5801 w 6660" name="connsiteX13"/>
                <a:gd fmla="*/ 5446 h 6664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4" w="6660">
                  <a:moveTo>
                    <a:pt x="5801" y="5446"/>
                  </a:moveTo>
                  <a:cubicBezTo>
                    <a:pt x="4792" y="6712"/>
                    <a:pt x="3001" y="7036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10" y="-260"/>
                    <a:pt x="4172" y="-393"/>
                    <a:pt x="5591" y="854"/>
                  </a:cubicBezTo>
                  <a:cubicBezTo>
                    <a:pt x="5696" y="950"/>
                    <a:pt x="5801" y="1054"/>
                    <a:pt x="5896" y="1159"/>
                  </a:cubicBezTo>
                  <a:cubicBezTo>
                    <a:pt x="6954" y="2407"/>
                    <a:pt x="6906" y="4245"/>
                    <a:pt x="5801" y="5446"/>
                  </a:cubicBezTo>
                  <a:close/>
                  <a:moveTo>
                    <a:pt x="5801" y="5446"/>
                  </a:moveTo>
                  <a:cubicBezTo>
                    <a:pt x="6592" y="4464"/>
                    <a:pt x="6439" y="3026"/>
                    <a:pt x="5449" y="2236"/>
                  </a:cubicBezTo>
                  <a:cubicBezTo>
                    <a:pt x="5353" y="2150"/>
                    <a:pt x="5248" y="2083"/>
                    <a:pt x="5134" y="2017"/>
                  </a:cubicBezTo>
                  <a:cubicBezTo>
                    <a:pt x="4229" y="1635"/>
                    <a:pt x="3172" y="1912"/>
                    <a:pt x="2563" y="2683"/>
                  </a:cubicBezTo>
                  <a:cubicBezTo>
                    <a:pt x="1962" y="3474"/>
                    <a:pt x="1962" y="4560"/>
                    <a:pt x="2563" y="5350"/>
                  </a:cubicBezTo>
                  <a:cubicBezTo>
                    <a:pt x="3353" y="6265"/>
                    <a:pt x="4734" y="6369"/>
                    <a:pt x="5649" y="5588"/>
                  </a:cubicBezTo>
                  <a:cubicBezTo>
                    <a:pt x="5706" y="5541"/>
                    <a:pt x="5753" y="5493"/>
                    <a:pt x="5801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21d4f0a-526f-4316-874c-4d1792a9662c" id="168" name="任意多边形: 形状 167">
              <a:extLst>
                <a:ext uri="{FF2B5EF4-FFF2-40B4-BE49-F238E27FC236}">
                  <a16:creationId id="{BC6E02D1-E582-4E04-BDCB-2F2C89D4C0DC}"/>
                </a:ext>
              </a:extLst>
            </p:cNvPr>
            <p:cNvSpPr/>
            <p:nvPr/>
          </p:nvSpPr>
          <p:spPr>
            <a:xfrm rot="21190573" flipV="false" flipH="false">
              <a:off x="6684675" y="2847008"/>
              <a:ext cx="7098" cy="7196"/>
            </a:xfrm>
            <a:custGeom>
              <a:avLst/>
              <a:gdLst>
                <a:gd fmla="*/ 5851 w 6594" name="connsiteX0"/>
                <a:gd fmla="*/ 5401 h 6685" name="connsiteY0"/>
                <a:gd fmla="*/ 1660 w 6594" name="connsiteX1"/>
                <a:gd fmla="*/ 6258 h 6685" name="connsiteY1"/>
                <a:gd fmla="*/ 450 w 6594" name="connsiteX2"/>
                <a:gd fmla="*/ 1696 h 6685" name="connsiteY2"/>
                <a:gd fmla="*/ 803 w 6594" name="connsiteX3"/>
                <a:gd fmla="*/ 1210 h 6685" name="connsiteY3"/>
                <a:gd fmla="*/ 5356 w 6594" name="connsiteX4"/>
                <a:gd fmla="*/ 715 h 6685" name="connsiteY4"/>
                <a:gd fmla="*/ 5851 w 6594" name="connsiteX5"/>
                <a:gd fmla="*/ 1210 h 6685" name="connsiteY5"/>
                <a:gd fmla="*/ 5851 w 6594" name="connsiteX6"/>
                <a:gd fmla="*/ 5401 h 6685" name="connsiteY6"/>
                <a:gd fmla="*/ 5851 w 6594" name="connsiteX7"/>
                <a:gd fmla="*/ 5401 h 6685" name="connsiteY7"/>
                <a:gd fmla="*/ 5689 w 6594" name="connsiteX8"/>
                <a:gd fmla="*/ 2439 h 6685" name="connsiteY8"/>
                <a:gd fmla="*/ 5089 w 6594" name="connsiteX9"/>
                <a:gd fmla="*/ 2067 h 6685" name="connsiteY9"/>
                <a:gd fmla="*/ 2613 w 6594" name="connsiteX10"/>
                <a:gd fmla="*/ 2734 h 6685" name="connsiteY10"/>
                <a:gd fmla="*/ 2613 w 6594" name="connsiteX11"/>
                <a:gd fmla="*/ 5306 h 6685" name="connsiteY11"/>
                <a:gd fmla="*/ 5699 w 6594" name="connsiteX12"/>
                <a:gd fmla="*/ 5544 h 6685" name="connsiteY12"/>
                <a:gd fmla="*/ 5851 w 6594" name="connsiteX13"/>
                <a:gd fmla="*/ 5401 h 6685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85" w="6594">
                  <a:moveTo>
                    <a:pt x="5851" y="5401"/>
                  </a:moveTo>
                  <a:cubicBezTo>
                    <a:pt x="4870" y="6697"/>
                    <a:pt x="3070" y="7068"/>
                    <a:pt x="1660" y="6258"/>
                  </a:cubicBezTo>
                  <a:cubicBezTo>
                    <a:pt x="70" y="5334"/>
                    <a:pt x="-473" y="3296"/>
                    <a:pt x="450" y="1696"/>
                  </a:cubicBezTo>
                  <a:cubicBezTo>
                    <a:pt x="555" y="1524"/>
                    <a:pt x="670" y="1362"/>
                    <a:pt x="803" y="1210"/>
                  </a:cubicBezTo>
                  <a:cubicBezTo>
                    <a:pt x="1927" y="-181"/>
                    <a:pt x="3965" y="-409"/>
                    <a:pt x="5356" y="715"/>
                  </a:cubicBezTo>
                  <a:cubicBezTo>
                    <a:pt x="5537" y="858"/>
                    <a:pt x="5708" y="1029"/>
                    <a:pt x="5851" y="1210"/>
                  </a:cubicBezTo>
                  <a:cubicBezTo>
                    <a:pt x="6842" y="2429"/>
                    <a:pt x="6842" y="4182"/>
                    <a:pt x="5851" y="5401"/>
                  </a:cubicBezTo>
                  <a:close/>
                  <a:moveTo>
                    <a:pt x="5851" y="5401"/>
                  </a:moveTo>
                  <a:cubicBezTo>
                    <a:pt x="6623" y="4534"/>
                    <a:pt x="6547" y="3210"/>
                    <a:pt x="5689" y="2439"/>
                  </a:cubicBezTo>
                  <a:cubicBezTo>
                    <a:pt x="5508" y="2286"/>
                    <a:pt x="5308" y="2153"/>
                    <a:pt x="5089" y="2067"/>
                  </a:cubicBezTo>
                  <a:cubicBezTo>
                    <a:pt x="4213" y="1620"/>
                    <a:pt x="3146" y="1905"/>
                    <a:pt x="2613" y="2734"/>
                  </a:cubicBezTo>
                  <a:cubicBezTo>
                    <a:pt x="1984" y="3477"/>
                    <a:pt x="1984" y="4563"/>
                    <a:pt x="2613" y="5306"/>
                  </a:cubicBezTo>
                  <a:cubicBezTo>
                    <a:pt x="3403" y="6220"/>
                    <a:pt x="4784" y="6325"/>
                    <a:pt x="5699" y="5544"/>
                  </a:cubicBezTo>
                  <a:cubicBezTo>
                    <a:pt x="5756" y="5496"/>
                    <a:pt x="5804" y="5449"/>
                    <a:pt x="5851" y="5401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1676ce57-2101-41b4-a028-65bfb30a8285" id="169" name="任意多边形: 形状 168">
              <a:extLst>
                <a:ext uri="{FF2B5EF4-FFF2-40B4-BE49-F238E27FC236}">
                  <a16:creationId id="{2E2FC734-CE1F-4E55-84FD-0E949E8E62D9}"/>
                </a:ext>
              </a:extLst>
            </p:cNvPr>
            <p:cNvSpPr/>
            <p:nvPr/>
          </p:nvSpPr>
          <p:spPr>
            <a:xfrm rot="21190573" flipV="false" flipH="false">
              <a:off x="6711957" y="2864860"/>
              <a:ext cx="7186" cy="7155"/>
            </a:xfrm>
            <a:custGeom>
              <a:avLst/>
              <a:gdLst>
                <a:gd fmla="*/ 5896 w 6675" name="connsiteX0"/>
                <a:gd fmla="*/ 5445 h 6647" name="connsiteY0"/>
                <a:gd fmla="*/ 1610 w 6675" name="connsiteX1"/>
                <a:gd fmla="*/ 6208 h 6647" name="connsiteY1"/>
                <a:gd fmla="*/ 524 w 6675" name="connsiteX2"/>
                <a:gd fmla="*/ 1483 h 6647" name="connsiteY2"/>
                <a:gd fmla="*/ 753 w 6675" name="connsiteX3"/>
                <a:gd fmla="*/ 1159 h 6647" name="connsiteY3"/>
                <a:gd fmla="*/ 5591 w 6675" name="connsiteX4"/>
                <a:gd fmla="*/ 854 h 6647" name="connsiteY4"/>
                <a:gd fmla="*/ 5896 w 6675" name="connsiteX5"/>
                <a:gd fmla="*/ 1159 h 6647" name="connsiteY5"/>
                <a:gd fmla="*/ 5896 w 6675" name="connsiteX6"/>
                <a:gd fmla="*/ 5445 h 6647" name="connsiteY6"/>
                <a:gd fmla="*/ 5896 w 6675" name="connsiteX7"/>
                <a:gd fmla="*/ 5445 h 6647" name="connsiteY7"/>
                <a:gd fmla="*/ 5315 w 6675" name="connsiteX8"/>
                <a:gd fmla="*/ 2131 h 6647" name="connsiteY8"/>
                <a:gd fmla="*/ 5134 w 6675" name="connsiteX9"/>
                <a:gd fmla="*/ 2016 h 6647" name="connsiteY9"/>
                <a:gd fmla="*/ 2182 w 6675" name="connsiteX10"/>
                <a:gd fmla="*/ 3341 h 6647" name="connsiteY10"/>
                <a:gd fmla="*/ 2372 w 6675" name="connsiteX11"/>
                <a:gd fmla="*/ 5350 h 6647" name="connsiteY11"/>
                <a:gd fmla="*/ 5582 w 6675" name="connsiteX12"/>
                <a:gd fmla="*/ 5741 h 6647" name="connsiteY12"/>
                <a:gd fmla="*/ 5896 w 6675" name="connsiteX13"/>
                <a:gd fmla="*/ 5445 h 664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7" w="6675">
                  <a:moveTo>
                    <a:pt x="5896" y="5445"/>
                  </a:moveTo>
                  <a:cubicBezTo>
                    <a:pt x="4830" y="6693"/>
                    <a:pt x="3039" y="7008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01" y="-260"/>
                    <a:pt x="4172" y="-393"/>
                    <a:pt x="5591" y="854"/>
                  </a:cubicBezTo>
                  <a:cubicBezTo>
                    <a:pt x="5696" y="950"/>
                    <a:pt x="5801" y="1054"/>
                    <a:pt x="5896" y="1159"/>
                  </a:cubicBezTo>
                  <a:cubicBezTo>
                    <a:pt x="6935" y="2398"/>
                    <a:pt x="6935" y="4207"/>
                    <a:pt x="5896" y="5445"/>
                  </a:cubicBezTo>
                  <a:close/>
                  <a:moveTo>
                    <a:pt x="5896" y="5445"/>
                  </a:moveTo>
                  <a:cubicBezTo>
                    <a:pt x="6649" y="4369"/>
                    <a:pt x="6392" y="2883"/>
                    <a:pt x="5315" y="2131"/>
                  </a:cubicBezTo>
                  <a:cubicBezTo>
                    <a:pt x="5258" y="2093"/>
                    <a:pt x="5192" y="2055"/>
                    <a:pt x="5134" y="2016"/>
                  </a:cubicBezTo>
                  <a:cubicBezTo>
                    <a:pt x="3953" y="1569"/>
                    <a:pt x="2629" y="2159"/>
                    <a:pt x="2182" y="3341"/>
                  </a:cubicBezTo>
                  <a:cubicBezTo>
                    <a:pt x="1934" y="3998"/>
                    <a:pt x="2001" y="4741"/>
                    <a:pt x="2372" y="5350"/>
                  </a:cubicBezTo>
                  <a:cubicBezTo>
                    <a:pt x="3153" y="6341"/>
                    <a:pt x="4582" y="6522"/>
                    <a:pt x="5582" y="5741"/>
                  </a:cubicBezTo>
                  <a:cubicBezTo>
                    <a:pt x="5696" y="5655"/>
                    <a:pt x="5801" y="5550"/>
                    <a:pt x="5896" y="544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3c19362-4b6b-4cdb-8253-ad28fc09686e" id="170" name="任意多边形: 形状 169">
              <a:extLst>
                <a:ext uri="{FF2B5EF4-FFF2-40B4-BE49-F238E27FC236}">
                  <a16:creationId id="{773AD9DB-96D6-4D6B-92F3-9160E6EB862F}"/>
                </a:ext>
              </a:extLst>
            </p:cNvPr>
            <p:cNvSpPr/>
            <p:nvPr/>
          </p:nvSpPr>
          <p:spPr>
            <a:xfrm rot="21190573" flipV="false" flipH="false">
              <a:off x="6445438" y="2914029"/>
              <a:ext cx="7720" cy="7808"/>
            </a:xfrm>
            <a:custGeom>
              <a:avLst/>
              <a:gdLst>
                <a:gd fmla="*/ 6110 w 7171" name="connsiteX0"/>
                <a:gd fmla="*/ 5770 h 7253" name="connsiteY0"/>
                <a:gd fmla="*/ 1491 w 7171" name="connsiteX1"/>
                <a:gd fmla="*/ 6694 h 7253" name="connsiteY1"/>
                <a:gd fmla="*/ 557 w 7171" name="connsiteX2"/>
                <a:gd fmla="*/ 2074 h 7253" name="connsiteY2"/>
                <a:gd fmla="*/ 1062 w 7171" name="connsiteX3"/>
                <a:gd fmla="*/ 1484 h 7253" name="connsiteY3"/>
                <a:gd fmla="*/ 5682 w 7171" name="connsiteX4"/>
                <a:gd fmla="*/ 560 h 7253" name="connsiteY4"/>
                <a:gd fmla="*/ 6615 w 7171" name="connsiteX5"/>
                <a:gd fmla="*/ 5180 h 7253" name="connsiteY5"/>
                <a:gd fmla="*/ 6110 w 7171" name="connsiteX6"/>
                <a:gd fmla="*/ 5770 h 7253" name="connsiteY6"/>
                <a:gd fmla="*/ 6110 w 7171" name="connsiteX7"/>
                <a:gd fmla="*/ 5770 h 7253" name="connsiteY7"/>
                <a:gd fmla="*/ 5758 w 7171" name="connsiteX8"/>
                <a:gd fmla="*/ 2560 h 7253" name="connsiteY8"/>
                <a:gd fmla="*/ 5443 w 7171" name="connsiteX9"/>
                <a:gd fmla="*/ 2341 h 7253" name="connsiteY9"/>
                <a:gd fmla="*/ 2872 w 7171" name="connsiteX10"/>
                <a:gd fmla="*/ 3008 h 7253" name="connsiteY10"/>
                <a:gd fmla="*/ 2872 w 7171" name="connsiteX11"/>
                <a:gd fmla="*/ 5675 h 7253" name="connsiteY11"/>
                <a:gd fmla="*/ 5958 w 7171" name="connsiteX12"/>
                <a:gd fmla="*/ 5913 h 7253" name="connsiteY12"/>
                <a:gd fmla="*/ 6110 w 7171" name="connsiteX13"/>
                <a:gd fmla="*/ 5770 h 7253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7253" w="7171">
                  <a:moveTo>
                    <a:pt x="6110" y="5770"/>
                  </a:moveTo>
                  <a:cubicBezTo>
                    <a:pt x="5091" y="7304"/>
                    <a:pt x="3024" y="7713"/>
                    <a:pt x="1491" y="6694"/>
                  </a:cubicBezTo>
                  <a:cubicBezTo>
                    <a:pt x="-43" y="5675"/>
                    <a:pt x="-462" y="3608"/>
                    <a:pt x="557" y="2074"/>
                  </a:cubicBezTo>
                  <a:cubicBezTo>
                    <a:pt x="700" y="1855"/>
                    <a:pt x="871" y="1665"/>
                    <a:pt x="1062" y="1484"/>
                  </a:cubicBezTo>
                  <a:cubicBezTo>
                    <a:pt x="2081" y="-50"/>
                    <a:pt x="4148" y="-459"/>
                    <a:pt x="5682" y="560"/>
                  </a:cubicBezTo>
                  <a:cubicBezTo>
                    <a:pt x="7215" y="1579"/>
                    <a:pt x="7634" y="3646"/>
                    <a:pt x="6615" y="5180"/>
                  </a:cubicBezTo>
                  <a:cubicBezTo>
                    <a:pt x="6463" y="5399"/>
                    <a:pt x="6301" y="5589"/>
                    <a:pt x="6110" y="5770"/>
                  </a:cubicBezTo>
                  <a:close/>
                  <a:moveTo>
                    <a:pt x="6110" y="5770"/>
                  </a:moveTo>
                  <a:cubicBezTo>
                    <a:pt x="6901" y="4789"/>
                    <a:pt x="6748" y="3351"/>
                    <a:pt x="5758" y="2560"/>
                  </a:cubicBezTo>
                  <a:cubicBezTo>
                    <a:pt x="5662" y="2474"/>
                    <a:pt x="5558" y="2408"/>
                    <a:pt x="5443" y="2341"/>
                  </a:cubicBezTo>
                  <a:cubicBezTo>
                    <a:pt x="4529" y="1960"/>
                    <a:pt x="3481" y="2236"/>
                    <a:pt x="2872" y="3008"/>
                  </a:cubicBezTo>
                  <a:cubicBezTo>
                    <a:pt x="2233" y="3779"/>
                    <a:pt x="2233" y="4903"/>
                    <a:pt x="2872" y="5675"/>
                  </a:cubicBezTo>
                  <a:cubicBezTo>
                    <a:pt x="3662" y="6589"/>
                    <a:pt x="5043" y="6704"/>
                    <a:pt x="5958" y="5913"/>
                  </a:cubicBezTo>
                  <a:cubicBezTo>
                    <a:pt x="6015" y="5865"/>
                    <a:pt x="6063" y="5818"/>
                    <a:pt x="6110" y="577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7f3d4ba5-cedc-4aff-ab8b-243f408acde2" id="171" name="任意多边形: 形状 170">
              <a:extLst>
                <a:ext uri="{FF2B5EF4-FFF2-40B4-BE49-F238E27FC236}">
                  <a16:creationId id="{C77ACEDF-4547-415F-BBF2-098EC35C0C40}"/>
                </a:ext>
              </a:extLst>
            </p:cNvPr>
            <p:cNvSpPr/>
            <p:nvPr/>
          </p:nvSpPr>
          <p:spPr>
            <a:xfrm rot="21190573" flipV="false" flipH="false">
              <a:off x="6473395" y="2931862"/>
              <a:ext cx="7390" cy="7511"/>
            </a:xfrm>
            <a:custGeom>
              <a:avLst/>
              <a:gdLst>
                <a:gd fmla="*/ 5896 w 6865" name="connsiteX0"/>
                <a:gd fmla="*/ 5684 h 6977" name="connsiteY0"/>
                <a:gd fmla="*/ 1610 w 6865" name="connsiteX1"/>
                <a:gd fmla="*/ 6541 h 6977" name="connsiteY1"/>
                <a:gd fmla="*/ 524 w 6865" name="connsiteX2"/>
                <a:gd fmla="*/ 1817 h 6977" name="connsiteY2"/>
                <a:gd fmla="*/ 753 w 6865" name="connsiteX3"/>
                <a:gd fmla="*/ 1493 h 6977" name="connsiteY3"/>
                <a:gd fmla="*/ 5373 w 6865" name="connsiteX4"/>
                <a:gd fmla="*/ 550 h 6977" name="connsiteY4"/>
                <a:gd fmla="*/ 6316 w 6865" name="connsiteX5"/>
                <a:gd fmla="*/ 5169 h 6977" name="connsiteY5"/>
                <a:gd fmla="*/ 5896 w 6865" name="connsiteX6"/>
                <a:gd fmla="*/ 5684 h 6977" name="connsiteY6"/>
                <a:gd fmla="*/ 5896 w 6865" name="connsiteX7"/>
                <a:gd fmla="*/ 5684 h 6977" name="connsiteY7"/>
                <a:gd fmla="*/ 5544 w 6865" name="connsiteX8"/>
                <a:gd fmla="*/ 2607 h 6977" name="connsiteY8"/>
                <a:gd fmla="*/ 5135 w 6865" name="connsiteX9"/>
                <a:gd fmla="*/ 2350 h 6977" name="connsiteY9"/>
                <a:gd fmla="*/ 2229 w 6865" name="connsiteX10"/>
                <a:gd fmla="*/ 3769 h 6977" name="connsiteY10"/>
                <a:gd fmla="*/ 2372 w 6865" name="connsiteX11"/>
                <a:gd fmla="*/ 5589 h 6977" name="connsiteY11"/>
                <a:gd fmla="*/ 5582 w 6865" name="connsiteX12"/>
                <a:gd fmla="*/ 5979 h 6977" name="connsiteY12"/>
                <a:gd fmla="*/ 5896 w 6865" name="connsiteX13"/>
                <a:gd fmla="*/ 5684 h 697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977" w="6865">
                  <a:moveTo>
                    <a:pt x="5896" y="5684"/>
                  </a:moveTo>
                  <a:cubicBezTo>
                    <a:pt x="4877" y="6998"/>
                    <a:pt x="3048" y="7360"/>
                    <a:pt x="1610" y="6541"/>
                  </a:cubicBezTo>
                  <a:cubicBezTo>
                    <a:pt x="10" y="5531"/>
                    <a:pt x="-485" y="3417"/>
                    <a:pt x="524" y="1817"/>
                  </a:cubicBezTo>
                  <a:cubicBezTo>
                    <a:pt x="591" y="1702"/>
                    <a:pt x="667" y="1598"/>
                    <a:pt x="753" y="1493"/>
                  </a:cubicBezTo>
                  <a:cubicBezTo>
                    <a:pt x="1772" y="-41"/>
                    <a:pt x="3839" y="-460"/>
                    <a:pt x="5373" y="550"/>
                  </a:cubicBezTo>
                  <a:cubicBezTo>
                    <a:pt x="6906" y="1569"/>
                    <a:pt x="7325" y="3636"/>
                    <a:pt x="6316" y="5169"/>
                  </a:cubicBezTo>
                  <a:cubicBezTo>
                    <a:pt x="6192" y="5360"/>
                    <a:pt x="6049" y="5531"/>
                    <a:pt x="5896" y="5684"/>
                  </a:cubicBezTo>
                  <a:close/>
                  <a:moveTo>
                    <a:pt x="5896" y="5684"/>
                  </a:moveTo>
                  <a:cubicBezTo>
                    <a:pt x="6649" y="4731"/>
                    <a:pt x="6487" y="3360"/>
                    <a:pt x="5544" y="2607"/>
                  </a:cubicBezTo>
                  <a:cubicBezTo>
                    <a:pt x="5420" y="2502"/>
                    <a:pt x="5277" y="2417"/>
                    <a:pt x="5135" y="2350"/>
                  </a:cubicBezTo>
                  <a:cubicBezTo>
                    <a:pt x="3944" y="1941"/>
                    <a:pt x="2639" y="2569"/>
                    <a:pt x="2229" y="3769"/>
                  </a:cubicBezTo>
                  <a:cubicBezTo>
                    <a:pt x="2020" y="4369"/>
                    <a:pt x="2077" y="5027"/>
                    <a:pt x="2372" y="5589"/>
                  </a:cubicBezTo>
                  <a:cubicBezTo>
                    <a:pt x="3153" y="6579"/>
                    <a:pt x="4582" y="6760"/>
                    <a:pt x="5582" y="5979"/>
                  </a:cubicBezTo>
                  <a:cubicBezTo>
                    <a:pt x="5696" y="5893"/>
                    <a:pt x="5801" y="5789"/>
                    <a:pt x="5896" y="5684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f1f9cb34-99ee-4af2-b2f8-d28aea4b74bf" id="172" name="任意多边形: 形状 171">
              <a:extLst>
                <a:ext uri="{FF2B5EF4-FFF2-40B4-BE49-F238E27FC236}">
                  <a16:creationId id="{F33E05F1-55E3-48BA-A9DE-A79AE00F58E6}"/>
                </a:ext>
              </a:extLst>
            </p:cNvPr>
            <p:cNvSpPr/>
            <p:nvPr/>
          </p:nvSpPr>
          <p:spPr>
            <a:xfrm rot="21190573" flipV="false" flipH="false">
              <a:off x="6418435" y="2896472"/>
              <a:ext cx="7189" cy="7225"/>
            </a:xfrm>
            <a:custGeom>
              <a:avLst/>
              <a:gdLst>
                <a:gd fmla="*/ 5900 w 6678" name="connsiteX0"/>
                <a:gd fmla="*/ 5446 h 6712" name="connsiteY0"/>
                <a:gd fmla="*/ 1614 w 6678" name="connsiteX1"/>
                <a:gd fmla="*/ 6303 h 6712" name="connsiteY1"/>
                <a:gd fmla="*/ 566 w 6678" name="connsiteX2"/>
                <a:gd fmla="*/ 1436 h 6712" name="connsiteY2"/>
                <a:gd fmla="*/ 756 w 6678" name="connsiteX3"/>
                <a:gd fmla="*/ 1159 h 6712" name="connsiteY3"/>
                <a:gd fmla="*/ 5595 w 6678" name="connsiteX4"/>
                <a:gd fmla="*/ 854 h 6712" name="connsiteY4"/>
                <a:gd fmla="*/ 5900 w 6678" name="connsiteX5"/>
                <a:gd fmla="*/ 1159 h 6712" name="connsiteY5"/>
                <a:gd fmla="*/ 5900 w 6678" name="connsiteX6"/>
                <a:gd fmla="*/ 5446 h 6712" name="connsiteY6"/>
                <a:gd fmla="*/ 5900 w 6678" name="connsiteX7"/>
                <a:gd fmla="*/ 5446 h 6712" name="connsiteY7"/>
                <a:gd fmla="*/ 5547 w 6678" name="connsiteX8"/>
                <a:gd fmla="*/ 2369 h 6712" name="connsiteY8"/>
                <a:gd fmla="*/ 5138 w 6678" name="connsiteX9"/>
                <a:gd fmla="*/ 2112 h 6712" name="connsiteY9"/>
                <a:gd fmla="*/ 2233 w 6678" name="connsiteX10"/>
                <a:gd fmla="*/ 3531 h 6712" name="connsiteY10"/>
                <a:gd fmla="*/ 2376 w 6678" name="connsiteX11"/>
                <a:gd fmla="*/ 5350 h 6712" name="connsiteY11"/>
                <a:gd fmla="*/ 5586 w 6678" name="connsiteX12"/>
                <a:gd fmla="*/ 5741 h 6712" name="connsiteY12"/>
                <a:gd fmla="*/ 5900 w 6678" name="connsiteX13"/>
                <a:gd fmla="*/ 5446 h 6712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12" w="6678">
                  <a:moveTo>
                    <a:pt x="5900" y="5446"/>
                  </a:moveTo>
                  <a:cubicBezTo>
                    <a:pt x="4861" y="6722"/>
                    <a:pt x="3061" y="7084"/>
                    <a:pt x="1614" y="6303"/>
                  </a:cubicBezTo>
                  <a:cubicBezTo>
                    <a:pt x="-25" y="5246"/>
                    <a:pt x="-491" y="3064"/>
                    <a:pt x="566" y="1436"/>
                  </a:cubicBezTo>
                  <a:cubicBezTo>
                    <a:pt x="623" y="1340"/>
                    <a:pt x="690" y="1245"/>
                    <a:pt x="756" y="1159"/>
                  </a:cubicBezTo>
                  <a:cubicBezTo>
                    <a:pt x="2004" y="-260"/>
                    <a:pt x="4176" y="-393"/>
                    <a:pt x="5595" y="854"/>
                  </a:cubicBezTo>
                  <a:cubicBezTo>
                    <a:pt x="5700" y="950"/>
                    <a:pt x="5804" y="1054"/>
                    <a:pt x="5900" y="1159"/>
                  </a:cubicBezTo>
                  <a:cubicBezTo>
                    <a:pt x="6938" y="2398"/>
                    <a:pt x="6938" y="4207"/>
                    <a:pt x="5900" y="5446"/>
                  </a:cubicBezTo>
                  <a:close/>
                  <a:moveTo>
                    <a:pt x="5900" y="5446"/>
                  </a:moveTo>
                  <a:cubicBezTo>
                    <a:pt x="6652" y="4493"/>
                    <a:pt x="6490" y="3121"/>
                    <a:pt x="5547" y="2369"/>
                  </a:cubicBezTo>
                  <a:cubicBezTo>
                    <a:pt x="5424" y="2264"/>
                    <a:pt x="5281" y="2178"/>
                    <a:pt x="5138" y="2112"/>
                  </a:cubicBezTo>
                  <a:cubicBezTo>
                    <a:pt x="3947" y="1702"/>
                    <a:pt x="2642" y="2331"/>
                    <a:pt x="2233" y="3531"/>
                  </a:cubicBezTo>
                  <a:cubicBezTo>
                    <a:pt x="2023" y="4131"/>
                    <a:pt x="2080" y="4788"/>
                    <a:pt x="2376" y="5350"/>
                  </a:cubicBezTo>
                  <a:cubicBezTo>
                    <a:pt x="3157" y="6341"/>
                    <a:pt x="4585" y="6522"/>
                    <a:pt x="5586" y="5741"/>
                  </a:cubicBezTo>
                  <a:cubicBezTo>
                    <a:pt x="5700" y="5655"/>
                    <a:pt x="5804" y="5550"/>
                    <a:pt x="590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c545e82-2845-4c57-bfe2-2031e6fa7f7e" id="173" name="任意多边形: 形状 172">
              <a:extLst>
                <a:ext uri="{FF2B5EF4-FFF2-40B4-BE49-F238E27FC236}">
                  <a16:creationId id="{7A064E0B-48BA-4923-A7F1-B28FAED0F43E}"/>
                </a:ext>
              </a:extLst>
            </p:cNvPr>
            <p:cNvSpPr/>
            <p:nvPr/>
          </p:nvSpPr>
          <p:spPr>
            <a:xfrm rot="21190573" flipV="false" flipH="false">
              <a:off x="6500024" y="2950100"/>
              <a:ext cx="7468" cy="7459"/>
            </a:xfrm>
            <a:custGeom>
              <a:avLst/>
              <a:gdLst>
                <a:gd fmla="*/ 6110 w 6937" name="connsiteX0"/>
                <a:gd fmla="*/ 5446 h 6929" name="connsiteY0"/>
                <a:gd fmla="*/ 1490 w 6937" name="connsiteX1"/>
                <a:gd fmla="*/ 6369 h 6929" name="connsiteY1"/>
                <a:gd fmla="*/ 557 w 6937" name="connsiteX2"/>
                <a:gd fmla="*/ 1750 h 6929" name="connsiteY2"/>
                <a:gd fmla="*/ 1062 w 6937" name="connsiteX3"/>
                <a:gd fmla="*/ 1159 h 6929" name="connsiteY3"/>
                <a:gd fmla="*/ 5901 w 6937" name="connsiteX4"/>
                <a:gd fmla="*/ 855 h 6929" name="connsiteY4"/>
                <a:gd fmla="*/ 6205 w 6937" name="connsiteX5"/>
                <a:gd fmla="*/ 1159 h 6929" name="connsiteY5"/>
                <a:gd fmla="*/ 6110 w 6937" name="connsiteX6"/>
                <a:gd fmla="*/ 5446 h 6929" name="connsiteY6"/>
                <a:gd fmla="*/ 6110 w 6937" name="connsiteX7"/>
                <a:gd fmla="*/ 5446 h 6929" name="connsiteY7"/>
                <a:gd fmla="*/ 5758 w 6937" name="connsiteX8"/>
                <a:gd fmla="*/ 2236 h 6929" name="connsiteY8"/>
                <a:gd fmla="*/ 5443 w 6937" name="connsiteX9"/>
                <a:gd fmla="*/ 2017 h 6929" name="connsiteY9"/>
                <a:gd fmla="*/ 2871 w 6937" name="connsiteX10"/>
                <a:gd fmla="*/ 2683 h 6929" name="connsiteY10"/>
                <a:gd fmla="*/ 2871 w 6937" name="connsiteX11"/>
                <a:gd fmla="*/ 5350 h 6929" name="connsiteY11"/>
                <a:gd fmla="*/ 5958 w 6937" name="connsiteX12"/>
                <a:gd fmla="*/ 5588 h 6929" name="connsiteY12"/>
                <a:gd fmla="*/ 6110 w 6937" name="connsiteX13"/>
                <a:gd fmla="*/ 5446 h 6929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929" w="6937">
                  <a:moveTo>
                    <a:pt x="6110" y="5446"/>
                  </a:moveTo>
                  <a:cubicBezTo>
                    <a:pt x="5091" y="6979"/>
                    <a:pt x="3024" y="7389"/>
                    <a:pt x="1490" y="6369"/>
                  </a:cubicBezTo>
                  <a:cubicBezTo>
                    <a:pt x="-43" y="5350"/>
                    <a:pt x="-462" y="3283"/>
                    <a:pt x="557" y="1750"/>
                  </a:cubicBezTo>
                  <a:cubicBezTo>
                    <a:pt x="709" y="1531"/>
                    <a:pt x="871" y="1340"/>
                    <a:pt x="1062" y="1159"/>
                  </a:cubicBezTo>
                  <a:cubicBezTo>
                    <a:pt x="2319" y="-260"/>
                    <a:pt x="4481" y="-393"/>
                    <a:pt x="5901" y="855"/>
                  </a:cubicBezTo>
                  <a:cubicBezTo>
                    <a:pt x="6005" y="950"/>
                    <a:pt x="6110" y="1055"/>
                    <a:pt x="6205" y="1159"/>
                  </a:cubicBezTo>
                  <a:cubicBezTo>
                    <a:pt x="7215" y="2426"/>
                    <a:pt x="7177" y="4226"/>
                    <a:pt x="6110" y="5446"/>
                  </a:cubicBezTo>
                  <a:close/>
                  <a:moveTo>
                    <a:pt x="6110" y="5446"/>
                  </a:moveTo>
                  <a:cubicBezTo>
                    <a:pt x="6901" y="4464"/>
                    <a:pt x="6748" y="3026"/>
                    <a:pt x="5758" y="2236"/>
                  </a:cubicBezTo>
                  <a:cubicBezTo>
                    <a:pt x="5662" y="2150"/>
                    <a:pt x="5558" y="2083"/>
                    <a:pt x="5443" y="2017"/>
                  </a:cubicBezTo>
                  <a:cubicBezTo>
                    <a:pt x="4538" y="1636"/>
                    <a:pt x="3481" y="1912"/>
                    <a:pt x="2871" y="2683"/>
                  </a:cubicBezTo>
                  <a:cubicBezTo>
                    <a:pt x="2233" y="3455"/>
                    <a:pt x="2233" y="4579"/>
                    <a:pt x="2871" y="5350"/>
                  </a:cubicBezTo>
                  <a:cubicBezTo>
                    <a:pt x="3662" y="6265"/>
                    <a:pt x="5043" y="6379"/>
                    <a:pt x="5958" y="5588"/>
                  </a:cubicBezTo>
                  <a:cubicBezTo>
                    <a:pt x="6015" y="5541"/>
                    <a:pt x="6062" y="5493"/>
                    <a:pt x="611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1c639bca-eced-4d2f-ad86-ba1f5dbb6556" id="174" name="任意多边形: 形状 173">
              <a:extLst>
                <a:ext uri="{FF2B5EF4-FFF2-40B4-BE49-F238E27FC236}">
                  <a16:creationId id="{8F2DA8ED-8CFA-439B-9344-E21727921716}"/>
                </a:ext>
              </a:extLst>
            </p:cNvPr>
            <p:cNvSpPr/>
            <p:nvPr/>
          </p:nvSpPr>
          <p:spPr>
            <a:xfrm rot="21190573" flipV="false" flipH="false">
              <a:off x="6527572" y="2967990"/>
              <a:ext cx="7149" cy="7151"/>
            </a:xfrm>
            <a:custGeom>
              <a:avLst/>
              <a:gdLst>
                <a:gd fmla="*/ 5899 w 6641" name="connsiteX0"/>
                <a:gd fmla="*/ 5350 h 6643" name="connsiteY0"/>
                <a:gd fmla="*/ 1612 w 6641" name="connsiteX1"/>
                <a:gd fmla="*/ 6208 h 6643" name="connsiteY1"/>
                <a:gd fmla="*/ 526 w 6641" name="connsiteX2"/>
                <a:gd fmla="*/ 1483 h 6643" name="connsiteY2"/>
                <a:gd fmla="*/ 755 w 6641" name="connsiteX3"/>
                <a:gd fmla="*/ 1159 h 6643" name="connsiteY3"/>
                <a:gd fmla="*/ 5594 w 6641" name="connsiteX4"/>
                <a:gd fmla="*/ 854 h 6643" name="connsiteY4"/>
                <a:gd fmla="*/ 5899 w 6641" name="connsiteX5"/>
                <a:gd fmla="*/ 1159 h 6643" name="connsiteY5"/>
                <a:gd fmla="*/ 5899 w 6641" name="connsiteX6"/>
                <a:gd fmla="*/ 5350 h 6643" name="connsiteY6"/>
                <a:gd fmla="*/ 5899 w 6641" name="connsiteX7"/>
                <a:gd fmla="*/ 5350 h 6643" name="connsiteY7"/>
                <a:gd fmla="*/ 5546 w 6641" name="connsiteX8"/>
                <a:gd fmla="*/ 2274 h 6643" name="connsiteY8"/>
                <a:gd fmla="*/ 5137 w 6641" name="connsiteX9"/>
                <a:gd fmla="*/ 2017 h 6643" name="connsiteY9"/>
                <a:gd fmla="*/ 2232 w 6641" name="connsiteX10"/>
                <a:gd fmla="*/ 3436 h 6643" name="connsiteY10"/>
                <a:gd fmla="*/ 2374 w 6641" name="connsiteX11"/>
                <a:gd fmla="*/ 5255 h 6643" name="connsiteY11"/>
                <a:gd fmla="*/ 5584 w 6641" name="connsiteX12"/>
                <a:gd fmla="*/ 5646 h 6643" name="connsiteY12"/>
                <a:gd fmla="*/ 5899 w 6641" name="connsiteX13"/>
                <a:gd fmla="*/ 5350 h 6643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3" w="6641">
                  <a:moveTo>
                    <a:pt x="5899" y="5350"/>
                  </a:moveTo>
                  <a:cubicBezTo>
                    <a:pt x="4879" y="6665"/>
                    <a:pt x="3051" y="7027"/>
                    <a:pt x="1612" y="6208"/>
                  </a:cubicBezTo>
                  <a:cubicBezTo>
                    <a:pt x="3" y="5198"/>
                    <a:pt x="-483" y="3083"/>
                    <a:pt x="526" y="1483"/>
                  </a:cubicBezTo>
                  <a:cubicBezTo>
                    <a:pt x="593" y="1369"/>
                    <a:pt x="669" y="1264"/>
                    <a:pt x="755" y="1159"/>
                  </a:cubicBezTo>
                  <a:cubicBezTo>
                    <a:pt x="2003" y="-260"/>
                    <a:pt x="4174" y="-393"/>
                    <a:pt x="5594" y="854"/>
                  </a:cubicBezTo>
                  <a:cubicBezTo>
                    <a:pt x="5699" y="950"/>
                    <a:pt x="5803" y="1055"/>
                    <a:pt x="5899" y="1159"/>
                  </a:cubicBezTo>
                  <a:cubicBezTo>
                    <a:pt x="6889" y="2378"/>
                    <a:pt x="6889" y="4131"/>
                    <a:pt x="5899" y="5350"/>
                  </a:cubicBezTo>
                  <a:close/>
                  <a:moveTo>
                    <a:pt x="5899" y="5350"/>
                  </a:moveTo>
                  <a:cubicBezTo>
                    <a:pt x="6651" y="4398"/>
                    <a:pt x="6489" y="3026"/>
                    <a:pt x="5546" y="2274"/>
                  </a:cubicBezTo>
                  <a:cubicBezTo>
                    <a:pt x="5422" y="2169"/>
                    <a:pt x="5280" y="2083"/>
                    <a:pt x="5137" y="2017"/>
                  </a:cubicBezTo>
                  <a:cubicBezTo>
                    <a:pt x="3946" y="1607"/>
                    <a:pt x="2641" y="2236"/>
                    <a:pt x="2232" y="3436"/>
                  </a:cubicBezTo>
                  <a:cubicBezTo>
                    <a:pt x="2022" y="4036"/>
                    <a:pt x="2070" y="4693"/>
                    <a:pt x="2374" y="5255"/>
                  </a:cubicBezTo>
                  <a:cubicBezTo>
                    <a:pt x="3155" y="6246"/>
                    <a:pt x="4584" y="6427"/>
                    <a:pt x="5584" y="5646"/>
                  </a:cubicBezTo>
                  <a:cubicBezTo>
                    <a:pt x="5699" y="5560"/>
                    <a:pt x="5803" y="5455"/>
                    <a:pt x="5899" y="535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2434fb4d-ee9e-4d5f-b52a-324ee3a99da6" id="175" name="任意多边形: 形状 174">
              <a:extLst>
                <a:ext uri="{FF2B5EF4-FFF2-40B4-BE49-F238E27FC236}">
                  <a16:creationId id="{0541BA87-05D3-4EAD-B1FF-8E74C5D166C8}"/>
                </a:ext>
              </a:extLst>
            </p:cNvPr>
            <p:cNvSpPr/>
            <p:nvPr/>
          </p:nvSpPr>
          <p:spPr>
            <a:xfrm rot="21190573" flipV="false" flipH="false">
              <a:off x="6554849" y="2985789"/>
              <a:ext cx="7223" cy="7174"/>
            </a:xfrm>
            <a:custGeom>
              <a:avLst/>
              <a:gdLst>
                <a:gd fmla="*/ 5851 w 6710" name="connsiteX0"/>
                <a:gd fmla="*/ 5445 h 6664" name="connsiteY0"/>
                <a:gd fmla="*/ 1660 w 6710" name="connsiteX1"/>
                <a:gd fmla="*/ 6207 h 6664" name="connsiteY1"/>
                <a:gd fmla="*/ 450 w 6710" name="connsiteX2"/>
                <a:gd fmla="*/ 1645 h 6664" name="connsiteY2"/>
                <a:gd fmla="*/ 803 w 6710" name="connsiteX3"/>
                <a:gd fmla="*/ 1159 h 6664" name="connsiteY3"/>
                <a:gd fmla="*/ 5642 w 6710" name="connsiteX4"/>
                <a:gd fmla="*/ 854 h 6664" name="connsiteY4"/>
                <a:gd fmla="*/ 5946 w 6710" name="connsiteX5"/>
                <a:gd fmla="*/ 1159 h 6664" name="connsiteY5"/>
                <a:gd fmla="*/ 5851 w 6710" name="connsiteX6"/>
                <a:gd fmla="*/ 5445 h 6664" name="connsiteY6"/>
                <a:gd fmla="*/ 5851 w 6710" name="connsiteX7"/>
                <a:gd fmla="*/ 5445 h 6664" name="connsiteY7"/>
                <a:gd fmla="*/ 5499 w 6710" name="connsiteX8"/>
                <a:gd fmla="*/ 2236 h 6664" name="connsiteY8"/>
                <a:gd fmla="*/ 5184 w 6710" name="connsiteX9"/>
                <a:gd fmla="*/ 2016 h 6664" name="connsiteY9"/>
                <a:gd fmla="*/ 2613 w 6710" name="connsiteX10"/>
                <a:gd fmla="*/ 2683 h 6664" name="connsiteY10"/>
                <a:gd fmla="*/ 2613 w 6710" name="connsiteX11"/>
                <a:gd fmla="*/ 5350 h 6664" name="connsiteY11"/>
                <a:gd fmla="*/ 5699 w 6710" name="connsiteX12"/>
                <a:gd fmla="*/ 5588 h 6664" name="connsiteY12"/>
                <a:gd fmla="*/ 5851 w 6710" name="connsiteX13"/>
                <a:gd fmla="*/ 5445 h 6664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4" w="6710">
                  <a:moveTo>
                    <a:pt x="5851" y="5445"/>
                  </a:moveTo>
                  <a:cubicBezTo>
                    <a:pt x="4841" y="6712"/>
                    <a:pt x="3051" y="7036"/>
                    <a:pt x="1660" y="6207"/>
                  </a:cubicBezTo>
                  <a:cubicBezTo>
                    <a:pt x="70" y="5284"/>
                    <a:pt x="-473" y="3245"/>
                    <a:pt x="450" y="1645"/>
                  </a:cubicBezTo>
                  <a:cubicBezTo>
                    <a:pt x="555" y="1474"/>
                    <a:pt x="670" y="1312"/>
                    <a:pt x="803" y="1159"/>
                  </a:cubicBezTo>
                  <a:cubicBezTo>
                    <a:pt x="2060" y="-260"/>
                    <a:pt x="4222" y="-393"/>
                    <a:pt x="5642" y="854"/>
                  </a:cubicBezTo>
                  <a:cubicBezTo>
                    <a:pt x="5746" y="950"/>
                    <a:pt x="5851" y="1054"/>
                    <a:pt x="5946" y="1159"/>
                  </a:cubicBezTo>
                  <a:cubicBezTo>
                    <a:pt x="7004" y="2407"/>
                    <a:pt x="6956" y="4245"/>
                    <a:pt x="5851" y="5445"/>
                  </a:cubicBezTo>
                  <a:close/>
                  <a:moveTo>
                    <a:pt x="5851" y="5445"/>
                  </a:moveTo>
                  <a:cubicBezTo>
                    <a:pt x="6642" y="4464"/>
                    <a:pt x="6489" y="3026"/>
                    <a:pt x="5499" y="2236"/>
                  </a:cubicBezTo>
                  <a:cubicBezTo>
                    <a:pt x="5404" y="2150"/>
                    <a:pt x="5299" y="2083"/>
                    <a:pt x="5184" y="2016"/>
                  </a:cubicBezTo>
                  <a:cubicBezTo>
                    <a:pt x="4280" y="1636"/>
                    <a:pt x="3222" y="1912"/>
                    <a:pt x="2613" y="2683"/>
                  </a:cubicBezTo>
                  <a:cubicBezTo>
                    <a:pt x="1974" y="3455"/>
                    <a:pt x="1974" y="4579"/>
                    <a:pt x="2613" y="5350"/>
                  </a:cubicBezTo>
                  <a:cubicBezTo>
                    <a:pt x="3403" y="6265"/>
                    <a:pt x="4784" y="6369"/>
                    <a:pt x="5699" y="5588"/>
                  </a:cubicBezTo>
                  <a:cubicBezTo>
                    <a:pt x="5756" y="5541"/>
                    <a:pt x="5804" y="5493"/>
                    <a:pt x="5851" y="544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e87b518b-2758-43fc-82ea-9595af68dac9" id="176" name="任意多边形: 形状 175">
              <a:extLst>
                <a:ext uri="{FF2B5EF4-FFF2-40B4-BE49-F238E27FC236}">
                  <a16:creationId id="{E436EDAE-E492-4004-8D6E-90D6558BD91B}"/>
                </a:ext>
              </a:extLst>
            </p:cNvPr>
            <p:cNvSpPr/>
            <p:nvPr/>
          </p:nvSpPr>
          <p:spPr>
            <a:xfrm rot="21190573" flipV="false" flipH="false">
              <a:off x="6581974" y="3003472"/>
              <a:ext cx="7386" cy="7385"/>
            </a:xfrm>
            <a:custGeom>
              <a:avLst/>
              <a:gdLst>
                <a:gd fmla="*/ 6037 w 6861" name="connsiteX0"/>
                <a:gd fmla="*/ 5658 h 6860" name="connsiteY0"/>
                <a:gd fmla="*/ 1751 w 6861" name="connsiteX1"/>
                <a:gd fmla="*/ 6420 h 6860" name="connsiteY1"/>
                <a:gd fmla="*/ 437 w 6861" name="connsiteX2"/>
                <a:gd fmla="*/ 1753 h 6860" name="connsiteY2"/>
                <a:gd fmla="*/ 5113 w 6861" name="connsiteX3"/>
                <a:gd fmla="*/ 439 h 6860" name="connsiteY3"/>
                <a:gd fmla="*/ 6418 w 6861" name="connsiteX4"/>
                <a:gd fmla="*/ 5106 h 6860" name="connsiteY4"/>
                <a:gd fmla="*/ 6037 w 6861" name="connsiteX5"/>
                <a:gd fmla="*/ 5658 h 6860" name="connsiteY5"/>
                <a:gd fmla="*/ 6037 w 6861" name="connsiteX6"/>
                <a:gd fmla="*/ 5658 h 6860" name="connsiteY6"/>
                <a:gd fmla="*/ 5628 w 6861" name="connsiteX7"/>
                <a:gd fmla="*/ 2448 h 6860" name="connsiteY7"/>
                <a:gd fmla="*/ 5275 w 6861" name="connsiteX8"/>
                <a:gd fmla="*/ 2229 h 6860" name="connsiteY8"/>
                <a:gd fmla="*/ 2370 w 6861" name="connsiteX9"/>
                <a:gd fmla="*/ 3649 h 6860" name="connsiteY9"/>
                <a:gd fmla="*/ 2513 w 6861" name="connsiteX10"/>
                <a:gd fmla="*/ 5468 h 6860" name="connsiteY10"/>
                <a:gd fmla="*/ 5713 w 6861" name="connsiteX11"/>
                <a:gd fmla="*/ 5954 h 6860" name="connsiteY11"/>
                <a:gd fmla="*/ 6037 w 6861" name="connsiteX12"/>
                <a:gd fmla="*/ 5658 h 6860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860" w="6861">
                  <a:moveTo>
                    <a:pt x="6037" y="5658"/>
                  </a:moveTo>
                  <a:cubicBezTo>
                    <a:pt x="4971" y="6906"/>
                    <a:pt x="3180" y="7221"/>
                    <a:pt x="1751" y="6420"/>
                  </a:cubicBezTo>
                  <a:cubicBezTo>
                    <a:pt x="103" y="5497"/>
                    <a:pt x="-487" y="3401"/>
                    <a:pt x="437" y="1753"/>
                  </a:cubicBezTo>
                  <a:cubicBezTo>
                    <a:pt x="1370" y="96"/>
                    <a:pt x="3456" y="-485"/>
                    <a:pt x="5113" y="439"/>
                  </a:cubicBezTo>
                  <a:cubicBezTo>
                    <a:pt x="6761" y="1372"/>
                    <a:pt x="7352" y="3458"/>
                    <a:pt x="6418" y="5106"/>
                  </a:cubicBezTo>
                  <a:cubicBezTo>
                    <a:pt x="6314" y="5306"/>
                    <a:pt x="6180" y="5487"/>
                    <a:pt x="6037" y="5658"/>
                  </a:cubicBezTo>
                  <a:close/>
                  <a:moveTo>
                    <a:pt x="6037" y="5658"/>
                  </a:moveTo>
                  <a:cubicBezTo>
                    <a:pt x="6809" y="4658"/>
                    <a:pt x="6628" y="3220"/>
                    <a:pt x="5628" y="2448"/>
                  </a:cubicBezTo>
                  <a:cubicBezTo>
                    <a:pt x="5513" y="2363"/>
                    <a:pt x="5399" y="2296"/>
                    <a:pt x="5275" y="2229"/>
                  </a:cubicBezTo>
                  <a:cubicBezTo>
                    <a:pt x="4085" y="1820"/>
                    <a:pt x="2780" y="2448"/>
                    <a:pt x="2370" y="3649"/>
                  </a:cubicBezTo>
                  <a:cubicBezTo>
                    <a:pt x="2161" y="4249"/>
                    <a:pt x="2208" y="4906"/>
                    <a:pt x="2513" y="5468"/>
                  </a:cubicBezTo>
                  <a:cubicBezTo>
                    <a:pt x="3266" y="6487"/>
                    <a:pt x="4694" y="6706"/>
                    <a:pt x="5713" y="5954"/>
                  </a:cubicBezTo>
                  <a:cubicBezTo>
                    <a:pt x="5828" y="5868"/>
                    <a:pt x="5942" y="5763"/>
                    <a:pt x="6037" y="565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95ac5416-962f-46b1-9db4-b66e8e39a001" id="177" name="任意多边形: 形状 176">
              <a:extLst>
                <a:ext uri="{FF2B5EF4-FFF2-40B4-BE49-F238E27FC236}">
                  <a16:creationId id="{E76362F1-57BB-416F-8634-61E354E8F8CC}"/>
                </a:ext>
              </a:extLst>
            </p:cNvPr>
            <p:cNvSpPr/>
            <p:nvPr/>
          </p:nvSpPr>
          <p:spPr>
            <a:xfrm rot="21190573" flipV="false" flipH="false">
              <a:off x="6609467" y="3021492"/>
              <a:ext cx="7169" cy="7174"/>
            </a:xfrm>
            <a:custGeom>
              <a:avLst/>
              <a:gdLst>
                <a:gd fmla="*/ 5801 w 6660" name="connsiteX0"/>
                <a:gd fmla="*/ 5446 h 6664" name="connsiteY0"/>
                <a:gd fmla="*/ 1610 w 6660" name="connsiteX1"/>
                <a:gd fmla="*/ 6207 h 6664" name="connsiteY1"/>
                <a:gd fmla="*/ 524 w 6660" name="connsiteX2"/>
                <a:gd fmla="*/ 1483 h 6664" name="connsiteY2"/>
                <a:gd fmla="*/ 753 w 6660" name="connsiteX3"/>
                <a:gd fmla="*/ 1159 h 6664" name="connsiteY3"/>
                <a:gd fmla="*/ 5592 w 6660" name="connsiteX4"/>
                <a:gd fmla="*/ 854 h 6664" name="connsiteY4"/>
                <a:gd fmla="*/ 5896 w 6660" name="connsiteX5"/>
                <a:gd fmla="*/ 1159 h 6664" name="connsiteY5"/>
                <a:gd fmla="*/ 5801 w 6660" name="connsiteX6"/>
                <a:gd fmla="*/ 5446 h 6664" name="connsiteY6"/>
                <a:gd fmla="*/ 5801 w 6660" name="connsiteX7"/>
                <a:gd fmla="*/ 5446 h 6664" name="connsiteY7"/>
                <a:gd fmla="*/ 5449 w 6660" name="connsiteX8"/>
                <a:gd fmla="*/ 2236 h 6664" name="connsiteY8"/>
                <a:gd fmla="*/ 5134 w 6660" name="connsiteX9"/>
                <a:gd fmla="*/ 2017 h 6664" name="connsiteY9"/>
                <a:gd fmla="*/ 2563 w 6660" name="connsiteX10"/>
                <a:gd fmla="*/ 2683 h 6664" name="connsiteY10"/>
                <a:gd fmla="*/ 2563 w 6660" name="connsiteX11"/>
                <a:gd fmla="*/ 5350 h 6664" name="connsiteY11"/>
                <a:gd fmla="*/ 5649 w 6660" name="connsiteX12"/>
                <a:gd fmla="*/ 5588 h 6664" name="connsiteY12"/>
                <a:gd fmla="*/ 5801 w 6660" name="connsiteX13"/>
                <a:gd fmla="*/ 5446 h 6664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4" w="6660">
                  <a:moveTo>
                    <a:pt x="5801" y="5446"/>
                  </a:moveTo>
                  <a:cubicBezTo>
                    <a:pt x="4791" y="6712"/>
                    <a:pt x="3001" y="7036"/>
                    <a:pt x="1610" y="6207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10" y="-260"/>
                    <a:pt x="4172" y="-393"/>
                    <a:pt x="5592" y="854"/>
                  </a:cubicBezTo>
                  <a:cubicBezTo>
                    <a:pt x="5696" y="950"/>
                    <a:pt x="5801" y="1054"/>
                    <a:pt x="5896" y="1159"/>
                  </a:cubicBezTo>
                  <a:cubicBezTo>
                    <a:pt x="6954" y="2407"/>
                    <a:pt x="6906" y="4245"/>
                    <a:pt x="5801" y="5446"/>
                  </a:cubicBezTo>
                  <a:close/>
                  <a:moveTo>
                    <a:pt x="5801" y="5446"/>
                  </a:moveTo>
                  <a:cubicBezTo>
                    <a:pt x="6592" y="4464"/>
                    <a:pt x="6439" y="3026"/>
                    <a:pt x="5449" y="2236"/>
                  </a:cubicBezTo>
                  <a:cubicBezTo>
                    <a:pt x="5353" y="2150"/>
                    <a:pt x="5249" y="2083"/>
                    <a:pt x="5134" y="2017"/>
                  </a:cubicBezTo>
                  <a:cubicBezTo>
                    <a:pt x="4229" y="1636"/>
                    <a:pt x="3172" y="1912"/>
                    <a:pt x="2563" y="2683"/>
                  </a:cubicBezTo>
                  <a:cubicBezTo>
                    <a:pt x="1924" y="3455"/>
                    <a:pt x="1924" y="4579"/>
                    <a:pt x="2563" y="5350"/>
                  </a:cubicBezTo>
                  <a:cubicBezTo>
                    <a:pt x="3353" y="6265"/>
                    <a:pt x="4734" y="6379"/>
                    <a:pt x="5649" y="5588"/>
                  </a:cubicBezTo>
                  <a:cubicBezTo>
                    <a:pt x="5706" y="5541"/>
                    <a:pt x="5753" y="5493"/>
                    <a:pt x="5801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fe2e410c-aa05-4b22-8fb2-a87a97a5b9b5" id="178" name="任意多边形: 形状 177">
              <a:extLst>
                <a:ext uri="{FF2B5EF4-FFF2-40B4-BE49-F238E27FC236}">
                  <a16:creationId id="{18E7F25B-C524-4585-A176-9F2507B79557}"/>
                </a:ext>
              </a:extLst>
            </p:cNvPr>
            <p:cNvSpPr/>
            <p:nvPr/>
          </p:nvSpPr>
          <p:spPr>
            <a:xfrm rot="21190573" flipV="false" flipH="false">
              <a:off x="6363437" y="3040089"/>
              <a:ext cx="7186" cy="7155"/>
            </a:xfrm>
            <a:custGeom>
              <a:avLst/>
              <a:gdLst>
                <a:gd fmla="*/ 5896 w 6675" name="connsiteX0"/>
                <a:gd fmla="*/ 5446 h 6647" name="connsiteY0"/>
                <a:gd fmla="*/ 1610 w 6675" name="connsiteX1"/>
                <a:gd fmla="*/ 6208 h 6647" name="connsiteY1"/>
                <a:gd fmla="*/ 524 w 6675" name="connsiteX2"/>
                <a:gd fmla="*/ 1483 h 6647" name="connsiteY2"/>
                <a:gd fmla="*/ 753 w 6675" name="connsiteX3"/>
                <a:gd fmla="*/ 1159 h 6647" name="connsiteY3"/>
                <a:gd fmla="*/ 5591 w 6675" name="connsiteX4"/>
                <a:gd fmla="*/ 854 h 6647" name="connsiteY4"/>
                <a:gd fmla="*/ 5896 w 6675" name="connsiteX5"/>
                <a:gd fmla="*/ 1159 h 6647" name="connsiteY5"/>
                <a:gd fmla="*/ 5896 w 6675" name="connsiteX6"/>
                <a:gd fmla="*/ 5446 h 6647" name="connsiteY6"/>
                <a:gd fmla="*/ 5896 w 6675" name="connsiteX7"/>
                <a:gd fmla="*/ 5446 h 6647" name="connsiteY7"/>
                <a:gd fmla="*/ 5487 w 6675" name="connsiteX8"/>
                <a:gd fmla="*/ 2236 h 6647" name="connsiteY8"/>
                <a:gd fmla="*/ 5134 w 6675" name="connsiteX9"/>
                <a:gd fmla="*/ 2017 h 6647" name="connsiteY9"/>
                <a:gd fmla="*/ 2563 w 6675" name="connsiteX10"/>
                <a:gd fmla="*/ 2683 h 6647" name="connsiteY10"/>
                <a:gd fmla="*/ 2563 w 6675" name="connsiteX11"/>
                <a:gd fmla="*/ 5350 h 6647" name="connsiteY11"/>
                <a:gd fmla="*/ 5791 w 6675" name="connsiteX12"/>
                <a:gd fmla="*/ 5550 h 6647" name="connsiteY12"/>
                <a:gd fmla="*/ 5896 w 6675" name="connsiteX13"/>
                <a:gd fmla="*/ 5446 h 664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7" w="6675">
                  <a:moveTo>
                    <a:pt x="5896" y="5446"/>
                  </a:moveTo>
                  <a:cubicBezTo>
                    <a:pt x="4830" y="6693"/>
                    <a:pt x="3039" y="7008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01" y="-260"/>
                    <a:pt x="4172" y="-393"/>
                    <a:pt x="5591" y="854"/>
                  </a:cubicBezTo>
                  <a:cubicBezTo>
                    <a:pt x="5696" y="950"/>
                    <a:pt x="5801" y="1055"/>
                    <a:pt x="5896" y="1159"/>
                  </a:cubicBezTo>
                  <a:cubicBezTo>
                    <a:pt x="6935" y="2397"/>
                    <a:pt x="6935" y="4207"/>
                    <a:pt x="5896" y="5446"/>
                  </a:cubicBezTo>
                  <a:close/>
                  <a:moveTo>
                    <a:pt x="5896" y="5446"/>
                  </a:moveTo>
                  <a:cubicBezTo>
                    <a:pt x="6668" y="4445"/>
                    <a:pt x="6487" y="3007"/>
                    <a:pt x="5487" y="2236"/>
                  </a:cubicBezTo>
                  <a:cubicBezTo>
                    <a:pt x="5373" y="2150"/>
                    <a:pt x="5258" y="2083"/>
                    <a:pt x="5134" y="2017"/>
                  </a:cubicBezTo>
                  <a:cubicBezTo>
                    <a:pt x="4220" y="1664"/>
                    <a:pt x="3191" y="1931"/>
                    <a:pt x="2563" y="2683"/>
                  </a:cubicBezTo>
                  <a:cubicBezTo>
                    <a:pt x="2020" y="3493"/>
                    <a:pt x="2020" y="4541"/>
                    <a:pt x="2563" y="5350"/>
                  </a:cubicBezTo>
                  <a:cubicBezTo>
                    <a:pt x="3401" y="6293"/>
                    <a:pt x="4849" y="6379"/>
                    <a:pt x="5791" y="5550"/>
                  </a:cubicBezTo>
                  <a:cubicBezTo>
                    <a:pt x="5830" y="5512"/>
                    <a:pt x="5858" y="5484"/>
                    <a:pt x="5896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7c334623-33b5-4b6d-8886-85fb23eac15c" id="179" name="任意多边形: 形状 178">
              <a:extLst>
                <a:ext uri="{FF2B5EF4-FFF2-40B4-BE49-F238E27FC236}">
                  <a16:creationId id="{89AFC97C-662F-4A55-9124-2A1131EC2255}"/>
                </a:ext>
              </a:extLst>
            </p:cNvPr>
            <p:cNvSpPr/>
            <p:nvPr/>
          </p:nvSpPr>
          <p:spPr>
            <a:xfrm rot="21190573" flipV="false" flipH="false">
              <a:off x="6390774" y="3057934"/>
              <a:ext cx="7158" cy="7232"/>
            </a:xfrm>
            <a:custGeom>
              <a:avLst/>
              <a:gdLst>
                <a:gd fmla="*/ 5801 w 6649" name="connsiteX0"/>
                <a:gd fmla="*/ 5402 h 6718" name="connsiteY0"/>
                <a:gd fmla="*/ 1610 w 6649" name="connsiteX1"/>
                <a:gd fmla="*/ 6259 h 6718" name="connsiteY1"/>
                <a:gd fmla="*/ 524 w 6649" name="connsiteX2"/>
                <a:gd fmla="*/ 1534 h 6718" name="connsiteY2"/>
                <a:gd fmla="*/ 753 w 6649" name="connsiteX3"/>
                <a:gd fmla="*/ 1211 h 6718" name="connsiteY3"/>
                <a:gd fmla="*/ 5449 w 6649" name="connsiteX4"/>
                <a:gd fmla="*/ 763 h 6718" name="connsiteY4"/>
                <a:gd fmla="*/ 5896 w 6649" name="connsiteX5"/>
                <a:gd fmla="*/ 1211 h 6718" name="connsiteY5"/>
                <a:gd fmla="*/ 5801 w 6649" name="connsiteX6"/>
                <a:gd fmla="*/ 5402 h 6718" name="connsiteY6"/>
                <a:gd fmla="*/ 5801 w 6649" name="connsiteX7"/>
                <a:gd fmla="*/ 5402 h 6718" name="connsiteY7"/>
                <a:gd fmla="*/ 5506 w 6649" name="connsiteX8"/>
                <a:gd fmla="*/ 2315 h 6718" name="connsiteY8"/>
                <a:gd fmla="*/ 5134 w 6649" name="connsiteX9"/>
                <a:gd fmla="*/ 2068 h 6718" name="connsiteY9"/>
                <a:gd fmla="*/ 2563 w 6649" name="connsiteX10"/>
                <a:gd fmla="*/ 2735 h 6718" name="connsiteY10"/>
                <a:gd fmla="*/ 2563 w 6649" name="connsiteX11"/>
                <a:gd fmla="*/ 5306 h 6718" name="connsiteY11"/>
                <a:gd fmla="*/ 5649 w 6649" name="connsiteX12"/>
                <a:gd fmla="*/ 5544 h 6718" name="connsiteY12"/>
                <a:gd fmla="*/ 5801 w 6649" name="connsiteX13"/>
                <a:gd fmla="*/ 5402 h 6718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18" w="6649">
                  <a:moveTo>
                    <a:pt x="5801" y="5402"/>
                  </a:moveTo>
                  <a:cubicBezTo>
                    <a:pt x="4849" y="6745"/>
                    <a:pt x="3020" y="7116"/>
                    <a:pt x="1610" y="6259"/>
                  </a:cubicBezTo>
                  <a:cubicBezTo>
                    <a:pt x="10" y="5249"/>
                    <a:pt x="-485" y="3135"/>
                    <a:pt x="524" y="1534"/>
                  </a:cubicBezTo>
                  <a:cubicBezTo>
                    <a:pt x="591" y="1420"/>
                    <a:pt x="667" y="1315"/>
                    <a:pt x="753" y="1211"/>
                  </a:cubicBezTo>
                  <a:cubicBezTo>
                    <a:pt x="1924" y="-209"/>
                    <a:pt x="4029" y="-409"/>
                    <a:pt x="5449" y="763"/>
                  </a:cubicBezTo>
                  <a:cubicBezTo>
                    <a:pt x="5611" y="896"/>
                    <a:pt x="5763" y="1049"/>
                    <a:pt x="5896" y="1211"/>
                  </a:cubicBezTo>
                  <a:cubicBezTo>
                    <a:pt x="6934" y="2430"/>
                    <a:pt x="6896" y="4230"/>
                    <a:pt x="5801" y="5402"/>
                  </a:cubicBezTo>
                  <a:close/>
                  <a:moveTo>
                    <a:pt x="5801" y="5402"/>
                  </a:moveTo>
                  <a:cubicBezTo>
                    <a:pt x="6573" y="4468"/>
                    <a:pt x="6439" y="3087"/>
                    <a:pt x="5506" y="2315"/>
                  </a:cubicBezTo>
                  <a:cubicBezTo>
                    <a:pt x="5391" y="2220"/>
                    <a:pt x="5268" y="2134"/>
                    <a:pt x="5134" y="2068"/>
                  </a:cubicBezTo>
                  <a:cubicBezTo>
                    <a:pt x="4229" y="1649"/>
                    <a:pt x="3153" y="1925"/>
                    <a:pt x="2563" y="2735"/>
                  </a:cubicBezTo>
                  <a:cubicBezTo>
                    <a:pt x="1934" y="3478"/>
                    <a:pt x="1934" y="4563"/>
                    <a:pt x="2563" y="5306"/>
                  </a:cubicBezTo>
                  <a:cubicBezTo>
                    <a:pt x="3353" y="6221"/>
                    <a:pt x="4734" y="6335"/>
                    <a:pt x="5649" y="5544"/>
                  </a:cubicBezTo>
                  <a:cubicBezTo>
                    <a:pt x="5706" y="5497"/>
                    <a:pt x="5753" y="5449"/>
                    <a:pt x="5801" y="5402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5d335e73-ec2d-423c-a58c-61b88574f5ac" id="180" name="任意多边形: 形状 179">
              <a:extLst>
                <a:ext uri="{FF2B5EF4-FFF2-40B4-BE49-F238E27FC236}">
                  <a16:creationId id="{BF201BFD-3556-477F-A1A9-67F736FCEBC3}"/>
                </a:ext>
              </a:extLst>
            </p:cNvPr>
            <p:cNvSpPr/>
            <p:nvPr/>
          </p:nvSpPr>
          <p:spPr>
            <a:xfrm rot="21190573" flipV="false" flipH="false">
              <a:off x="6335927" y="3022005"/>
              <a:ext cx="7471" cy="7433"/>
            </a:xfrm>
            <a:custGeom>
              <a:avLst/>
              <a:gdLst>
                <a:gd fmla="*/ 6049 w 6940" name="connsiteX0"/>
                <a:gd fmla="*/ 5621 h 6905" name="connsiteY0"/>
                <a:gd fmla="*/ 1858 w 6940" name="connsiteX1"/>
                <a:gd fmla="*/ 6478 h 6905" name="connsiteY1"/>
                <a:gd fmla="*/ 382 w 6940" name="connsiteX2"/>
                <a:gd fmla="*/ 1858 h 6905" name="connsiteY2"/>
                <a:gd fmla="*/ 5002 w 6940" name="connsiteX3"/>
                <a:gd fmla="*/ 382 h 6905" name="connsiteY3"/>
                <a:gd fmla="*/ 6145 w 6940" name="connsiteX4"/>
                <a:gd fmla="*/ 1335 h 6905" name="connsiteY4"/>
                <a:gd fmla="*/ 6049 w 6940" name="connsiteX5"/>
                <a:gd fmla="*/ 5621 h 6905" name="connsiteY5"/>
                <a:gd fmla="*/ 6049 w 6940" name="connsiteX6"/>
                <a:gd fmla="*/ 5621 h 6905" name="connsiteY6"/>
                <a:gd fmla="*/ 5754 w 6940" name="connsiteX7"/>
                <a:gd fmla="*/ 2535 h 6905" name="connsiteY7"/>
                <a:gd fmla="*/ 5383 w 6940" name="connsiteX8"/>
                <a:gd fmla="*/ 2287 h 6905" name="connsiteY8"/>
                <a:gd fmla="*/ 2811 w 6940" name="connsiteX9"/>
                <a:gd fmla="*/ 2954 h 6905" name="connsiteY9"/>
                <a:gd fmla="*/ 2811 w 6940" name="connsiteX10"/>
                <a:gd fmla="*/ 5526 h 6905" name="connsiteY10"/>
                <a:gd fmla="*/ 5897 w 6940" name="connsiteX11"/>
                <a:gd fmla="*/ 5764 h 6905" name="connsiteY11"/>
                <a:gd fmla="*/ 6049 w 6940" name="connsiteX12"/>
                <a:gd fmla="*/ 5621 h 6905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905" w="6940">
                  <a:moveTo>
                    <a:pt x="6049" y="5621"/>
                  </a:moveTo>
                  <a:cubicBezTo>
                    <a:pt x="5068" y="6916"/>
                    <a:pt x="3268" y="7288"/>
                    <a:pt x="1858" y="6478"/>
                  </a:cubicBezTo>
                  <a:cubicBezTo>
                    <a:pt x="172" y="5611"/>
                    <a:pt x="-485" y="3544"/>
                    <a:pt x="382" y="1858"/>
                  </a:cubicBezTo>
                  <a:cubicBezTo>
                    <a:pt x="1249" y="172"/>
                    <a:pt x="3325" y="-485"/>
                    <a:pt x="5002" y="382"/>
                  </a:cubicBezTo>
                  <a:cubicBezTo>
                    <a:pt x="5449" y="611"/>
                    <a:pt x="5840" y="934"/>
                    <a:pt x="6145" y="1335"/>
                  </a:cubicBezTo>
                  <a:cubicBezTo>
                    <a:pt x="7240" y="2563"/>
                    <a:pt x="7202" y="4440"/>
                    <a:pt x="6049" y="5621"/>
                  </a:cubicBezTo>
                  <a:close/>
                  <a:moveTo>
                    <a:pt x="6049" y="5621"/>
                  </a:moveTo>
                  <a:cubicBezTo>
                    <a:pt x="6821" y="4687"/>
                    <a:pt x="6687" y="3306"/>
                    <a:pt x="5754" y="2535"/>
                  </a:cubicBezTo>
                  <a:cubicBezTo>
                    <a:pt x="5640" y="2439"/>
                    <a:pt x="5516" y="2354"/>
                    <a:pt x="5383" y="2287"/>
                  </a:cubicBezTo>
                  <a:cubicBezTo>
                    <a:pt x="4478" y="1868"/>
                    <a:pt x="3401" y="2144"/>
                    <a:pt x="2811" y="2954"/>
                  </a:cubicBezTo>
                  <a:cubicBezTo>
                    <a:pt x="2182" y="3697"/>
                    <a:pt x="2182" y="4783"/>
                    <a:pt x="2811" y="5526"/>
                  </a:cubicBezTo>
                  <a:cubicBezTo>
                    <a:pt x="3602" y="6440"/>
                    <a:pt x="4983" y="6554"/>
                    <a:pt x="5897" y="5764"/>
                  </a:cubicBezTo>
                  <a:cubicBezTo>
                    <a:pt x="5954" y="5716"/>
                    <a:pt x="6002" y="5668"/>
                    <a:pt x="6049" y="5621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022b1ea3-89ea-4a1d-ac3e-2d963ee2330d" id="181" name="任意多边形: 形状 180">
              <a:extLst>
                <a:ext uri="{FF2B5EF4-FFF2-40B4-BE49-F238E27FC236}">
                  <a16:creationId id="{591C751B-810C-4EAF-AAB3-92C850AA5D4E}"/>
                </a:ext>
              </a:extLst>
            </p:cNvPr>
            <p:cNvSpPr/>
            <p:nvPr/>
          </p:nvSpPr>
          <p:spPr>
            <a:xfrm rot="21190573" flipV="false" flipH="false">
              <a:off x="6418314" y="3075724"/>
              <a:ext cx="7176" cy="7209"/>
            </a:xfrm>
            <a:custGeom>
              <a:avLst/>
              <a:gdLst>
                <a:gd fmla="*/ 5888 w 6666" name="connsiteX0"/>
                <a:gd fmla="*/ 5478 h 6697" name="connsiteY0"/>
                <a:gd fmla="*/ 1697 w 6666" name="connsiteX1"/>
                <a:gd fmla="*/ 6240 h 6697" name="connsiteY1"/>
                <a:gd fmla="*/ 430 w 6666" name="connsiteX2"/>
                <a:gd fmla="*/ 1697 h 6697" name="connsiteY2"/>
                <a:gd fmla="*/ 4973 w 6666" name="connsiteX3"/>
                <a:gd fmla="*/ 430 h 6697" name="connsiteY3"/>
                <a:gd fmla="*/ 5888 w 6666" name="connsiteX4"/>
                <a:gd fmla="*/ 1192 h 6697" name="connsiteY4"/>
                <a:gd fmla="*/ 5888 w 6666" name="connsiteX5"/>
                <a:gd fmla="*/ 5478 h 6697" name="connsiteY5"/>
                <a:gd fmla="*/ 5888 w 6666" name="connsiteX6"/>
                <a:gd fmla="*/ 5478 h 6697" name="connsiteY6"/>
                <a:gd fmla="*/ 5659 w 6666" name="connsiteX7"/>
                <a:gd fmla="*/ 2392 h 6697" name="connsiteY7"/>
                <a:gd fmla="*/ 5126 w 6666" name="connsiteX8"/>
                <a:gd fmla="*/ 2049 h 6697" name="connsiteY8"/>
                <a:gd fmla="*/ 2649 w 6666" name="connsiteX9"/>
                <a:gd fmla="*/ 2716 h 6697" name="connsiteY9"/>
                <a:gd fmla="*/ 2649 w 6666" name="connsiteX10"/>
                <a:gd fmla="*/ 5383 h 6697" name="connsiteY10"/>
                <a:gd fmla="*/ 5735 w 6666" name="connsiteX11"/>
                <a:gd fmla="*/ 5621 h 6697" name="connsiteY11"/>
                <a:gd fmla="*/ 5888 w 6666" name="connsiteX12"/>
                <a:gd fmla="*/ 5478 h 6697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697" w="6666">
                  <a:moveTo>
                    <a:pt x="5888" y="5478"/>
                  </a:moveTo>
                  <a:cubicBezTo>
                    <a:pt x="4878" y="6745"/>
                    <a:pt x="3087" y="7069"/>
                    <a:pt x="1697" y="6240"/>
                  </a:cubicBezTo>
                  <a:cubicBezTo>
                    <a:pt x="96" y="5335"/>
                    <a:pt x="-475" y="3297"/>
                    <a:pt x="430" y="1697"/>
                  </a:cubicBezTo>
                  <a:cubicBezTo>
                    <a:pt x="1335" y="96"/>
                    <a:pt x="3373" y="-475"/>
                    <a:pt x="4973" y="430"/>
                  </a:cubicBezTo>
                  <a:cubicBezTo>
                    <a:pt x="5326" y="630"/>
                    <a:pt x="5630" y="887"/>
                    <a:pt x="5888" y="1192"/>
                  </a:cubicBezTo>
                  <a:cubicBezTo>
                    <a:pt x="6926" y="2430"/>
                    <a:pt x="6926" y="4240"/>
                    <a:pt x="5888" y="5478"/>
                  </a:cubicBezTo>
                  <a:close/>
                  <a:moveTo>
                    <a:pt x="5888" y="5478"/>
                  </a:moveTo>
                  <a:cubicBezTo>
                    <a:pt x="6678" y="4564"/>
                    <a:pt x="6573" y="3183"/>
                    <a:pt x="5659" y="2392"/>
                  </a:cubicBezTo>
                  <a:cubicBezTo>
                    <a:pt x="5497" y="2249"/>
                    <a:pt x="5316" y="2135"/>
                    <a:pt x="5126" y="2049"/>
                  </a:cubicBezTo>
                  <a:cubicBezTo>
                    <a:pt x="4249" y="1678"/>
                    <a:pt x="3230" y="1954"/>
                    <a:pt x="2649" y="2716"/>
                  </a:cubicBezTo>
                  <a:cubicBezTo>
                    <a:pt x="2011" y="3487"/>
                    <a:pt x="2011" y="4611"/>
                    <a:pt x="2649" y="5383"/>
                  </a:cubicBezTo>
                  <a:cubicBezTo>
                    <a:pt x="3440" y="6297"/>
                    <a:pt x="4821" y="6411"/>
                    <a:pt x="5735" y="5621"/>
                  </a:cubicBezTo>
                  <a:cubicBezTo>
                    <a:pt x="5792" y="5573"/>
                    <a:pt x="5840" y="5526"/>
                    <a:pt x="5888" y="547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add2c88-7186-4cb4-88e8-1ff15b39af49" id="182" name="任意多边形: 形状 181">
              <a:extLst>
                <a:ext uri="{FF2B5EF4-FFF2-40B4-BE49-F238E27FC236}">
                  <a16:creationId id="{B1E277F1-F013-428E-BB35-DEB760220FCC}"/>
                </a:ext>
              </a:extLst>
            </p:cNvPr>
            <p:cNvSpPr/>
            <p:nvPr/>
          </p:nvSpPr>
          <p:spPr>
            <a:xfrm rot="21190573" flipV="false" flipH="false">
              <a:off x="6445340" y="3093695"/>
              <a:ext cx="7158" cy="7177"/>
            </a:xfrm>
            <a:custGeom>
              <a:avLst/>
              <a:gdLst>
                <a:gd fmla="*/ 5801 w 6649" name="connsiteX0"/>
                <a:gd fmla="*/ 5350 h 6667" name="connsiteY0"/>
                <a:gd fmla="*/ 1610 w 6649" name="connsiteX1"/>
                <a:gd fmla="*/ 6208 h 6667" name="connsiteY1"/>
                <a:gd fmla="*/ 524 w 6649" name="connsiteX2"/>
                <a:gd fmla="*/ 1483 h 6667" name="connsiteY2"/>
                <a:gd fmla="*/ 753 w 6649" name="connsiteX3"/>
                <a:gd fmla="*/ 1159 h 6667" name="connsiteY3"/>
                <a:gd fmla="*/ 5591 w 6649" name="connsiteX4"/>
                <a:gd fmla="*/ 854 h 6667" name="connsiteY4"/>
                <a:gd fmla="*/ 5896 w 6649" name="connsiteX5"/>
                <a:gd fmla="*/ 1159 h 6667" name="connsiteY5"/>
                <a:gd fmla="*/ 5801 w 6649" name="connsiteX6"/>
                <a:gd fmla="*/ 5350 h 6667" name="connsiteY6"/>
                <a:gd fmla="*/ 5801 w 6649" name="connsiteX7"/>
                <a:gd fmla="*/ 5350 h 6667" name="connsiteY7"/>
                <a:gd fmla="*/ 5506 w 6649" name="connsiteX8"/>
                <a:gd fmla="*/ 2264 h 6667" name="connsiteY8"/>
                <a:gd fmla="*/ 5134 w 6649" name="connsiteX9"/>
                <a:gd fmla="*/ 2017 h 6667" name="connsiteY9"/>
                <a:gd fmla="*/ 2229 w 6649" name="connsiteX10"/>
                <a:gd fmla="*/ 3436 h 6667" name="connsiteY10"/>
                <a:gd fmla="*/ 2372 w 6649" name="connsiteX11"/>
                <a:gd fmla="*/ 5255 h 6667" name="connsiteY11"/>
                <a:gd fmla="*/ 5439 w 6649" name="connsiteX12"/>
                <a:gd fmla="*/ 5693 h 6667" name="connsiteY12"/>
                <a:gd fmla="*/ 5801 w 6649" name="connsiteX13"/>
                <a:gd fmla="*/ 5350 h 666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7" w="6649">
                  <a:moveTo>
                    <a:pt x="5801" y="5350"/>
                  </a:moveTo>
                  <a:cubicBezTo>
                    <a:pt x="4839" y="6693"/>
                    <a:pt x="3020" y="7065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01" y="-260"/>
                    <a:pt x="4172" y="-393"/>
                    <a:pt x="5591" y="854"/>
                  </a:cubicBezTo>
                  <a:cubicBezTo>
                    <a:pt x="5696" y="950"/>
                    <a:pt x="5801" y="1055"/>
                    <a:pt x="5896" y="1159"/>
                  </a:cubicBezTo>
                  <a:cubicBezTo>
                    <a:pt x="6935" y="2378"/>
                    <a:pt x="6897" y="4179"/>
                    <a:pt x="5801" y="5350"/>
                  </a:cubicBezTo>
                  <a:close/>
                  <a:moveTo>
                    <a:pt x="5801" y="5350"/>
                  </a:moveTo>
                  <a:cubicBezTo>
                    <a:pt x="6573" y="4417"/>
                    <a:pt x="6439" y="3036"/>
                    <a:pt x="5506" y="2264"/>
                  </a:cubicBezTo>
                  <a:cubicBezTo>
                    <a:pt x="5391" y="2169"/>
                    <a:pt x="5268" y="2083"/>
                    <a:pt x="5134" y="2017"/>
                  </a:cubicBezTo>
                  <a:cubicBezTo>
                    <a:pt x="3944" y="1607"/>
                    <a:pt x="2639" y="2236"/>
                    <a:pt x="2229" y="3436"/>
                  </a:cubicBezTo>
                  <a:cubicBezTo>
                    <a:pt x="2020" y="4036"/>
                    <a:pt x="2067" y="4693"/>
                    <a:pt x="2372" y="5255"/>
                  </a:cubicBezTo>
                  <a:cubicBezTo>
                    <a:pt x="3096" y="6227"/>
                    <a:pt x="4468" y="6417"/>
                    <a:pt x="5439" y="5693"/>
                  </a:cubicBezTo>
                  <a:cubicBezTo>
                    <a:pt x="5573" y="5588"/>
                    <a:pt x="5696" y="5474"/>
                    <a:pt x="5801" y="535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6f4027e-9329-4807-89ac-d632decd76ec" id="183" name="任意多边形: 形状 182">
              <a:extLst>
                <a:ext uri="{FF2B5EF4-FFF2-40B4-BE49-F238E27FC236}">
                  <a16:creationId id="{F386A5AF-0854-466F-8637-5C7CC62F631D}"/>
                </a:ext>
              </a:extLst>
            </p:cNvPr>
            <p:cNvSpPr/>
            <p:nvPr/>
          </p:nvSpPr>
          <p:spPr>
            <a:xfrm rot="21190573" flipV="false" flipH="false">
              <a:off x="6472574" y="3111469"/>
              <a:ext cx="7204" cy="7174"/>
            </a:xfrm>
            <a:custGeom>
              <a:avLst/>
              <a:gdLst>
                <a:gd fmla="*/ 5885 w 6692" name="connsiteX0"/>
                <a:gd fmla="*/ 5475 h 6664" name="connsiteY0"/>
                <a:gd fmla="*/ 1189 w 6692" name="connsiteX1"/>
                <a:gd fmla="*/ 5885 h 6664" name="connsiteY1"/>
                <a:gd fmla="*/ 779 w 6692" name="connsiteX2"/>
                <a:gd fmla="*/ 1189 h 6664" name="connsiteY2"/>
                <a:gd fmla="*/ 5475 w 6692" name="connsiteX3"/>
                <a:gd fmla="*/ 779 h 6664" name="connsiteY3"/>
                <a:gd fmla="*/ 5885 w 6692" name="connsiteX4"/>
                <a:gd fmla="*/ 1189 h 6664" name="connsiteY4"/>
                <a:gd fmla="*/ 5885 w 6692" name="connsiteX5"/>
                <a:gd fmla="*/ 5475 h 6664" name="connsiteY5"/>
                <a:gd fmla="*/ 5885 w 6692" name="connsiteX6"/>
                <a:gd fmla="*/ 5475 h 6664" name="connsiteY6"/>
                <a:gd fmla="*/ 5656 w 6692" name="connsiteX7"/>
                <a:gd fmla="*/ 2389 h 6664" name="connsiteY7"/>
                <a:gd fmla="*/ 5123 w 6692" name="connsiteX8"/>
                <a:gd fmla="*/ 2046 h 6664" name="connsiteY8"/>
                <a:gd fmla="*/ 2646 w 6692" name="connsiteX9"/>
                <a:gd fmla="*/ 2713 h 6664" name="connsiteY9"/>
                <a:gd fmla="*/ 2646 w 6692" name="connsiteX10"/>
                <a:gd fmla="*/ 5380 h 6664" name="connsiteY10"/>
                <a:gd fmla="*/ 5732 w 6692" name="connsiteX11"/>
                <a:gd fmla="*/ 5618 h 6664" name="connsiteY11"/>
                <a:gd fmla="*/ 5885 w 6692" name="connsiteX12"/>
                <a:gd fmla="*/ 5475 h 6664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664" w="6692">
                  <a:moveTo>
                    <a:pt x="5885" y="5475"/>
                  </a:moveTo>
                  <a:cubicBezTo>
                    <a:pt x="4704" y="6885"/>
                    <a:pt x="2599" y="7066"/>
                    <a:pt x="1189" y="5885"/>
                  </a:cubicBezTo>
                  <a:cubicBezTo>
                    <a:pt x="-221" y="4704"/>
                    <a:pt x="-402" y="2599"/>
                    <a:pt x="779" y="1189"/>
                  </a:cubicBezTo>
                  <a:cubicBezTo>
                    <a:pt x="1961" y="-221"/>
                    <a:pt x="4065" y="-402"/>
                    <a:pt x="5475" y="779"/>
                  </a:cubicBezTo>
                  <a:cubicBezTo>
                    <a:pt x="5618" y="903"/>
                    <a:pt x="5761" y="1036"/>
                    <a:pt x="5885" y="1189"/>
                  </a:cubicBezTo>
                  <a:cubicBezTo>
                    <a:pt x="6961" y="2418"/>
                    <a:pt x="6961" y="4246"/>
                    <a:pt x="5885" y="5475"/>
                  </a:cubicBezTo>
                  <a:close/>
                  <a:moveTo>
                    <a:pt x="5885" y="5475"/>
                  </a:moveTo>
                  <a:cubicBezTo>
                    <a:pt x="6675" y="4561"/>
                    <a:pt x="6570" y="3180"/>
                    <a:pt x="5656" y="2389"/>
                  </a:cubicBezTo>
                  <a:cubicBezTo>
                    <a:pt x="5494" y="2246"/>
                    <a:pt x="5313" y="2132"/>
                    <a:pt x="5123" y="2046"/>
                  </a:cubicBezTo>
                  <a:cubicBezTo>
                    <a:pt x="4246" y="1675"/>
                    <a:pt x="3227" y="1951"/>
                    <a:pt x="2646" y="2713"/>
                  </a:cubicBezTo>
                  <a:cubicBezTo>
                    <a:pt x="2008" y="3484"/>
                    <a:pt x="2008" y="4608"/>
                    <a:pt x="2646" y="5380"/>
                  </a:cubicBezTo>
                  <a:cubicBezTo>
                    <a:pt x="3437" y="6294"/>
                    <a:pt x="4818" y="6409"/>
                    <a:pt x="5732" y="5618"/>
                  </a:cubicBezTo>
                  <a:cubicBezTo>
                    <a:pt x="5789" y="5571"/>
                    <a:pt x="5837" y="5523"/>
                    <a:pt x="5885" y="547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54c7c9f7-a6ca-4492-8eb3-07eee3bc8ccc" id="184" name="任意多边形: 形状 183">
              <a:extLst>
                <a:ext uri="{FF2B5EF4-FFF2-40B4-BE49-F238E27FC236}">
                  <a16:creationId id="{A9142117-C355-49E7-BC6D-ECE1BA3611AF}"/>
                </a:ext>
              </a:extLst>
            </p:cNvPr>
            <p:cNvSpPr/>
            <p:nvPr/>
          </p:nvSpPr>
          <p:spPr>
            <a:xfrm rot="21190573" flipV="false" flipH="false">
              <a:off x="6499901" y="3129404"/>
              <a:ext cx="7149" cy="7151"/>
            </a:xfrm>
            <a:custGeom>
              <a:avLst/>
              <a:gdLst>
                <a:gd fmla="*/ 5899 w 6641" name="connsiteX0"/>
                <a:gd fmla="*/ 5350 h 6643" name="connsiteY0"/>
                <a:gd fmla="*/ 1612 w 6641" name="connsiteX1"/>
                <a:gd fmla="*/ 6208 h 6643" name="connsiteY1"/>
                <a:gd fmla="*/ 527 w 6641" name="connsiteX2"/>
                <a:gd fmla="*/ 1483 h 6643" name="connsiteY2"/>
                <a:gd fmla="*/ 755 w 6641" name="connsiteX3"/>
                <a:gd fmla="*/ 1159 h 6643" name="connsiteY3"/>
                <a:gd fmla="*/ 5594 w 6641" name="connsiteX4"/>
                <a:gd fmla="*/ 855 h 6643" name="connsiteY4"/>
                <a:gd fmla="*/ 5899 w 6641" name="connsiteX5"/>
                <a:gd fmla="*/ 1159 h 6643" name="connsiteY5"/>
                <a:gd fmla="*/ 5899 w 6641" name="connsiteX6"/>
                <a:gd fmla="*/ 5350 h 6643" name="connsiteY6"/>
                <a:gd fmla="*/ 5899 w 6641" name="connsiteX7"/>
                <a:gd fmla="*/ 5350 h 6643" name="connsiteY7"/>
                <a:gd fmla="*/ 5546 w 6641" name="connsiteX8"/>
                <a:gd fmla="*/ 2274 h 6643" name="connsiteY8"/>
                <a:gd fmla="*/ 5137 w 6641" name="connsiteX9"/>
                <a:gd fmla="*/ 2017 h 6643" name="connsiteY9"/>
                <a:gd fmla="*/ 2231 w 6641" name="connsiteX10"/>
                <a:gd fmla="*/ 3436 h 6643" name="connsiteY10"/>
                <a:gd fmla="*/ 2374 w 6641" name="connsiteX11"/>
                <a:gd fmla="*/ 5255 h 6643" name="connsiteY11"/>
                <a:gd fmla="*/ 5423 w 6641" name="connsiteX12"/>
                <a:gd fmla="*/ 5798 h 6643" name="connsiteY12"/>
                <a:gd fmla="*/ 5899 w 6641" name="connsiteX13"/>
                <a:gd fmla="*/ 5350 h 6643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3" w="6641">
                  <a:moveTo>
                    <a:pt x="5899" y="5350"/>
                  </a:moveTo>
                  <a:cubicBezTo>
                    <a:pt x="4880" y="6665"/>
                    <a:pt x="3051" y="7027"/>
                    <a:pt x="1612" y="6208"/>
                  </a:cubicBezTo>
                  <a:cubicBezTo>
                    <a:pt x="3" y="5198"/>
                    <a:pt x="-483" y="3083"/>
                    <a:pt x="527" y="1483"/>
                  </a:cubicBezTo>
                  <a:cubicBezTo>
                    <a:pt x="593" y="1369"/>
                    <a:pt x="669" y="1264"/>
                    <a:pt x="755" y="1159"/>
                  </a:cubicBezTo>
                  <a:cubicBezTo>
                    <a:pt x="2003" y="-260"/>
                    <a:pt x="4175" y="-393"/>
                    <a:pt x="5594" y="855"/>
                  </a:cubicBezTo>
                  <a:cubicBezTo>
                    <a:pt x="5699" y="950"/>
                    <a:pt x="5803" y="1055"/>
                    <a:pt x="5899" y="1159"/>
                  </a:cubicBezTo>
                  <a:cubicBezTo>
                    <a:pt x="6889" y="2378"/>
                    <a:pt x="6889" y="4131"/>
                    <a:pt x="5899" y="5350"/>
                  </a:cubicBezTo>
                  <a:close/>
                  <a:moveTo>
                    <a:pt x="5899" y="5350"/>
                  </a:moveTo>
                  <a:cubicBezTo>
                    <a:pt x="6651" y="4407"/>
                    <a:pt x="6489" y="3026"/>
                    <a:pt x="5546" y="2274"/>
                  </a:cubicBezTo>
                  <a:cubicBezTo>
                    <a:pt x="5423" y="2169"/>
                    <a:pt x="5280" y="2083"/>
                    <a:pt x="5137" y="2017"/>
                  </a:cubicBezTo>
                  <a:cubicBezTo>
                    <a:pt x="3946" y="1607"/>
                    <a:pt x="2641" y="2236"/>
                    <a:pt x="2231" y="3436"/>
                  </a:cubicBezTo>
                  <a:cubicBezTo>
                    <a:pt x="2022" y="4036"/>
                    <a:pt x="2079" y="4693"/>
                    <a:pt x="2374" y="5255"/>
                  </a:cubicBezTo>
                  <a:cubicBezTo>
                    <a:pt x="3070" y="6246"/>
                    <a:pt x="4432" y="6493"/>
                    <a:pt x="5423" y="5798"/>
                  </a:cubicBezTo>
                  <a:cubicBezTo>
                    <a:pt x="5603" y="5674"/>
                    <a:pt x="5765" y="5522"/>
                    <a:pt x="5899" y="535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e6a5e87-9a15-4c4c-a7df-0bc4b0f71dc6" id="185" name="任意多边形: 形状 184">
              <a:extLst>
                <a:ext uri="{FF2B5EF4-FFF2-40B4-BE49-F238E27FC236}">
                  <a16:creationId id="{97CA167D-6A9B-4BC6-B673-2BED7DE74F61}"/>
                </a:ext>
              </a:extLst>
            </p:cNvPr>
            <p:cNvSpPr/>
            <p:nvPr/>
          </p:nvSpPr>
          <p:spPr>
            <a:xfrm rot="21190573" flipV="false" flipH="false">
              <a:off x="6526895" y="3146856"/>
              <a:ext cx="7720" cy="7808"/>
            </a:xfrm>
            <a:custGeom>
              <a:avLst/>
              <a:gdLst>
                <a:gd fmla="*/ 6110 w 7171" name="connsiteX0"/>
                <a:gd fmla="*/ 5770 h 7253" name="connsiteY0"/>
                <a:gd fmla="*/ 1491 w 7171" name="connsiteX1"/>
                <a:gd fmla="*/ 6694 h 7253" name="connsiteY1"/>
                <a:gd fmla="*/ 557 w 7171" name="connsiteX2"/>
                <a:gd fmla="*/ 2074 h 7253" name="connsiteY2"/>
                <a:gd fmla="*/ 1062 w 7171" name="connsiteX3"/>
                <a:gd fmla="*/ 1484 h 7253" name="connsiteY3"/>
                <a:gd fmla="*/ 5682 w 7171" name="connsiteX4"/>
                <a:gd fmla="*/ 560 h 7253" name="connsiteY4"/>
                <a:gd fmla="*/ 6615 w 7171" name="connsiteX5"/>
                <a:gd fmla="*/ 5180 h 7253" name="connsiteY5"/>
                <a:gd fmla="*/ 6110 w 7171" name="connsiteX6"/>
                <a:gd fmla="*/ 5770 h 7253" name="connsiteY6"/>
                <a:gd fmla="*/ 6110 w 7171" name="connsiteX7"/>
                <a:gd fmla="*/ 5770 h 7253" name="connsiteY7"/>
                <a:gd fmla="*/ 5882 w 7171" name="connsiteX8"/>
                <a:gd fmla="*/ 2684 h 7253" name="connsiteY8"/>
                <a:gd fmla="*/ 5348 w 7171" name="connsiteX9"/>
                <a:gd fmla="*/ 2341 h 7253" name="connsiteY9"/>
                <a:gd fmla="*/ 2872 w 7171" name="connsiteX10"/>
                <a:gd fmla="*/ 3008 h 7253" name="connsiteY10"/>
                <a:gd fmla="*/ 2872 w 7171" name="connsiteX11"/>
                <a:gd fmla="*/ 5675 h 7253" name="connsiteY11"/>
                <a:gd fmla="*/ 5958 w 7171" name="connsiteX12"/>
                <a:gd fmla="*/ 5913 h 7253" name="connsiteY12"/>
                <a:gd fmla="*/ 6110 w 7171" name="connsiteX13"/>
                <a:gd fmla="*/ 5770 h 7253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7253" w="7171">
                  <a:moveTo>
                    <a:pt x="6110" y="5770"/>
                  </a:moveTo>
                  <a:cubicBezTo>
                    <a:pt x="5091" y="7304"/>
                    <a:pt x="3024" y="7713"/>
                    <a:pt x="1491" y="6694"/>
                  </a:cubicBezTo>
                  <a:cubicBezTo>
                    <a:pt x="-43" y="5675"/>
                    <a:pt x="-462" y="3608"/>
                    <a:pt x="557" y="2074"/>
                  </a:cubicBezTo>
                  <a:cubicBezTo>
                    <a:pt x="700" y="1855"/>
                    <a:pt x="871" y="1665"/>
                    <a:pt x="1062" y="1484"/>
                  </a:cubicBezTo>
                  <a:cubicBezTo>
                    <a:pt x="2081" y="-50"/>
                    <a:pt x="4148" y="-459"/>
                    <a:pt x="5682" y="560"/>
                  </a:cubicBezTo>
                  <a:cubicBezTo>
                    <a:pt x="7215" y="1579"/>
                    <a:pt x="7634" y="3646"/>
                    <a:pt x="6615" y="5180"/>
                  </a:cubicBezTo>
                  <a:cubicBezTo>
                    <a:pt x="6463" y="5399"/>
                    <a:pt x="6301" y="5589"/>
                    <a:pt x="6110" y="5770"/>
                  </a:cubicBezTo>
                  <a:close/>
                  <a:moveTo>
                    <a:pt x="6110" y="5770"/>
                  </a:moveTo>
                  <a:cubicBezTo>
                    <a:pt x="6901" y="4856"/>
                    <a:pt x="6796" y="3475"/>
                    <a:pt x="5882" y="2684"/>
                  </a:cubicBezTo>
                  <a:cubicBezTo>
                    <a:pt x="5720" y="2541"/>
                    <a:pt x="5539" y="2427"/>
                    <a:pt x="5348" y="2341"/>
                  </a:cubicBezTo>
                  <a:cubicBezTo>
                    <a:pt x="4472" y="1970"/>
                    <a:pt x="3453" y="2246"/>
                    <a:pt x="2872" y="3008"/>
                  </a:cubicBezTo>
                  <a:cubicBezTo>
                    <a:pt x="2233" y="3779"/>
                    <a:pt x="2233" y="4903"/>
                    <a:pt x="2872" y="5675"/>
                  </a:cubicBezTo>
                  <a:cubicBezTo>
                    <a:pt x="3662" y="6589"/>
                    <a:pt x="5043" y="6694"/>
                    <a:pt x="5958" y="5913"/>
                  </a:cubicBezTo>
                  <a:cubicBezTo>
                    <a:pt x="6015" y="5865"/>
                    <a:pt x="6062" y="5818"/>
                    <a:pt x="6110" y="577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dda8343b-474a-4831-95d0-f6ca68cec8a8" id="186" name="任意多边形: 形状 185">
              <a:extLst>
                <a:ext uri="{FF2B5EF4-FFF2-40B4-BE49-F238E27FC236}">
                  <a16:creationId id="{5627C681-5C2F-41FC-9112-75E34E58EDEB}"/>
                </a:ext>
              </a:extLst>
            </p:cNvPr>
            <p:cNvSpPr/>
            <p:nvPr/>
          </p:nvSpPr>
          <p:spPr>
            <a:xfrm rot="21190573" flipV="false" flipH="false">
              <a:off x="6281199" y="3165795"/>
              <a:ext cx="7188" cy="7155"/>
            </a:xfrm>
            <a:custGeom>
              <a:avLst/>
              <a:gdLst>
                <a:gd fmla="*/ 5899 w 6677" name="connsiteX0"/>
                <a:gd fmla="*/ 5446 h 6647" name="connsiteY0"/>
                <a:gd fmla="*/ 1612 w 6677" name="connsiteX1"/>
                <a:gd fmla="*/ 6208 h 6647" name="connsiteY1"/>
                <a:gd fmla="*/ 526 w 6677" name="connsiteX2"/>
                <a:gd fmla="*/ 1483 h 6647" name="connsiteY2"/>
                <a:gd fmla="*/ 755 w 6677" name="connsiteX3"/>
                <a:gd fmla="*/ 1159 h 6647" name="connsiteY3"/>
                <a:gd fmla="*/ 5594 w 6677" name="connsiteX4"/>
                <a:gd fmla="*/ 854 h 6647" name="connsiteY4"/>
                <a:gd fmla="*/ 5899 w 6677" name="connsiteX5"/>
                <a:gd fmla="*/ 1159 h 6647" name="connsiteY5"/>
                <a:gd fmla="*/ 5899 w 6677" name="connsiteX6"/>
                <a:gd fmla="*/ 5446 h 6647" name="connsiteY6"/>
                <a:gd fmla="*/ 5899 w 6677" name="connsiteX7"/>
                <a:gd fmla="*/ 5446 h 6647" name="connsiteY7"/>
                <a:gd fmla="*/ 5317 w 6677" name="connsiteX8"/>
                <a:gd fmla="*/ 2131 h 6647" name="connsiteY8"/>
                <a:gd fmla="*/ 5137 w 6677" name="connsiteX9"/>
                <a:gd fmla="*/ 2017 h 6647" name="connsiteY9"/>
                <a:gd fmla="*/ 2184 w 6677" name="connsiteX10"/>
                <a:gd fmla="*/ 3340 h 6647" name="connsiteY10"/>
                <a:gd fmla="*/ 2374 w 6677" name="connsiteX11"/>
                <a:gd fmla="*/ 5350 h 6647" name="connsiteY11"/>
                <a:gd fmla="*/ 5584 w 6677" name="connsiteX12"/>
                <a:gd fmla="*/ 5741 h 6647" name="connsiteY12"/>
                <a:gd fmla="*/ 5899 w 6677" name="connsiteX13"/>
                <a:gd fmla="*/ 5446 h 664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7" w="6677">
                  <a:moveTo>
                    <a:pt x="5899" y="5446"/>
                  </a:moveTo>
                  <a:cubicBezTo>
                    <a:pt x="4832" y="6693"/>
                    <a:pt x="3041" y="7008"/>
                    <a:pt x="1612" y="6208"/>
                  </a:cubicBezTo>
                  <a:cubicBezTo>
                    <a:pt x="3" y="5198"/>
                    <a:pt x="-483" y="3083"/>
                    <a:pt x="526" y="1483"/>
                  </a:cubicBezTo>
                  <a:cubicBezTo>
                    <a:pt x="593" y="1369"/>
                    <a:pt x="669" y="1264"/>
                    <a:pt x="755" y="1159"/>
                  </a:cubicBezTo>
                  <a:cubicBezTo>
                    <a:pt x="2003" y="-260"/>
                    <a:pt x="4174" y="-393"/>
                    <a:pt x="5594" y="854"/>
                  </a:cubicBezTo>
                  <a:cubicBezTo>
                    <a:pt x="5699" y="950"/>
                    <a:pt x="5803" y="1055"/>
                    <a:pt x="5899" y="1159"/>
                  </a:cubicBezTo>
                  <a:cubicBezTo>
                    <a:pt x="6937" y="2397"/>
                    <a:pt x="6937" y="4207"/>
                    <a:pt x="5899" y="5446"/>
                  </a:cubicBezTo>
                  <a:close/>
                  <a:moveTo>
                    <a:pt x="5899" y="5446"/>
                  </a:moveTo>
                  <a:cubicBezTo>
                    <a:pt x="6651" y="4369"/>
                    <a:pt x="6394" y="2883"/>
                    <a:pt x="5317" y="2131"/>
                  </a:cubicBezTo>
                  <a:cubicBezTo>
                    <a:pt x="5260" y="2093"/>
                    <a:pt x="5194" y="2055"/>
                    <a:pt x="5137" y="2017"/>
                  </a:cubicBezTo>
                  <a:cubicBezTo>
                    <a:pt x="3956" y="1569"/>
                    <a:pt x="2632" y="2159"/>
                    <a:pt x="2184" y="3340"/>
                  </a:cubicBezTo>
                  <a:cubicBezTo>
                    <a:pt x="1936" y="3998"/>
                    <a:pt x="2003" y="4741"/>
                    <a:pt x="2374" y="5350"/>
                  </a:cubicBezTo>
                  <a:cubicBezTo>
                    <a:pt x="3155" y="6341"/>
                    <a:pt x="4584" y="6522"/>
                    <a:pt x="5584" y="5741"/>
                  </a:cubicBezTo>
                  <a:cubicBezTo>
                    <a:pt x="5699" y="5655"/>
                    <a:pt x="5803" y="5550"/>
                    <a:pt x="5899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85e4b20-b496-4ea1-979d-f154bbfe4213" id="187" name="任意多边形: 形状 186">
              <a:extLst>
                <a:ext uri="{FF2B5EF4-FFF2-40B4-BE49-F238E27FC236}">
                  <a16:creationId id="{16D2D6CD-7A46-4FC3-94DC-D7BF29A9A0E2}"/>
                </a:ext>
              </a:extLst>
            </p:cNvPr>
            <p:cNvSpPr/>
            <p:nvPr/>
          </p:nvSpPr>
          <p:spPr>
            <a:xfrm rot="21190573" flipV="false" flipH="false">
              <a:off x="6308242" y="3183419"/>
              <a:ext cx="7381" cy="7408"/>
            </a:xfrm>
            <a:custGeom>
              <a:avLst/>
              <a:gdLst>
                <a:gd fmla="*/ 6060 w 6857" name="connsiteX0"/>
                <a:gd fmla="*/ 5626 h 6882" name="connsiteY0"/>
                <a:gd fmla="*/ 1869 w 6857" name="connsiteX1"/>
                <a:gd fmla="*/ 6483 h 6882" name="connsiteY1"/>
                <a:gd fmla="*/ 374 w 6857" name="connsiteX2"/>
                <a:gd fmla="*/ 1873 h 6882" name="connsiteY2"/>
                <a:gd fmla="*/ 4984 w 6857" name="connsiteX3"/>
                <a:gd fmla="*/ 378 h 6882" name="connsiteY3"/>
                <a:gd fmla="*/ 6479 w 6857" name="connsiteX4"/>
                <a:gd fmla="*/ 4988 h 6882" name="connsiteY4"/>
                <a:gd fmla="*/ 6060 w 6857" name="connsiteX5"/>
                <a:gd fmla="*/ 5626 h 6882" name="connsiteY5"/>
                <a:gd fmla="*/ 6060 w 6857" name="connsiteX6"/>
                <a:gd fmla="*/ 5626 h 6882" name="connsiteY6"/>
                <a:gd fmla="*/ 5765 w 6857" name="connsiteX7"/>
                <a:gd fmla="*/ 2540 h 6882" name="connsiteY7"/>
                <a:gd fmla="*/ 5393 w 6857" name="connsiteX8"/>
                <a:gd fmla="*/ 2292 h 6882" name="connsiteY8"/>
                <a:gd fmla="*/ 2822 w 6857" name="connsiteX9"/>
                <a:gd fmla="*/ 2959 h 6882" name="connsiteY9"/>
                <a:gd fmla="*/ 2822 w 6857" name="connsiteX10"/>
                <a:gd fmla="*/ 5531 h 6882" name="connsiteY10"/>
                <a:gd fmla="*/ 5908 w 6857" name="connsiteX11"/>
                <a:gd fmla="*/ 5769 h 6882" name="connsiteY11"/>
                <a:gd fmla="*/ 6060 w 6857" name="connsiteX12"/>
                <a:gd fmla="*/ 5626 h 6882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882" w="6857">
                  <a:moveTo>
                    <a:pt x="6060" y="5626"/>
                  </a:moveTo>
                  <a:cubicBezTo>
                    <a:pt x="5050" y="6893"/>
                    <a:pt x="3288" y="7245"/>
                    <a:pt x="1869" y="6483"/>
                  </a:cubicBezTo>
                  <a:cubicBezTo>
                    <a:pt x="183" y="5626"/>
                    <a:pt x="-484" y="3559"/>
                    <a:pt x="374" y="1873"/>
                  </a:cubicBezTo>
                  <a:cubicBezTo>
                    <a:pt x="1231" y="187"/>
                    <a:pt x="3298" y="-489"/>
                    <a:pt x="4984" y="378"/>
                  </a:cubicBezTo>
                  <a:cubicBezTo>
                    <a:pt x="6670" y="1235"/>
                    <a:pt x="7346" y="3302"/>
                    <a:pt x="6479" y="4988"/>
                  </a:cubicBezTo>
                  <a:cubicBezTo>
                    <a:pt x="6365" y="5217"/>
                    <a:pt x="6222" y="5426"/>
                    <a:pt x="6060" y="5626"/>
                  </a:cubicBezTo>
                  <a:close/>
                  <a:moveTo>
                    <a:pt x="6060" y="5626"/>
                  </a:moveTo>
                  <a:cubicBezTo>
                    <a:pt x="6832" y="4693"/>
                    <a:pt x="6698" y="3312"/>
                    <a:pt x="5765" y="2540"/>
                  </a:cubicBezTo>
                  <a:cubicBezTo>
                    <a:pt x="5650" y="2445"/>
                    <a:pt x="5527" y="2359"/>
                    <a:pt x="5393" y="2292"/>
                  </a:cubicBezTo>
                  <a:cubicBezTo>
                    <a:pt x="4489" y="1835"/>
                    <a:pt x="3384" y="2121"/>
                    <a:pt x="2822" y="2959"/>
                  </a:cubicBezTo>
                  <a:cubicBezTo>
                    <a:pt x="2193" y="3702"/>
                    <a:pt x="2193" y="4788"/>
                    <a:pt x="2822" y="5531"/>
                  </a:cubicBezTo>
                  <a:cubicBezTo>
                    <a:pt x="3612" y="6445"/>
                    <a:pt x="4993" y="6560"/>
                    <a:pt x="5908" y="5769"/>
                  </a:cubicBezTo>
                  <a:cubicBezTo>
                    <a:pt x="5965" y="5721"/>
                    <a:pt x="6013" y="5674"/>
                    <a:pt x="6060" y="562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636364d5-c275-4318-897e-aeef14c98a44" id="188" name="任意多边形: 形状 187">
              <a:extLst>
                <a:ext uri="{FF2B5EF4-FFF2-40B4-BE49-F238E27FC236}">
                  <a16:creationId id="{E29748EF-87AE-452A-A2F3-24D38F3AAC40}"/>
                </a:ext>
              </a:extLst>
            </p:cNvPr>
            <p:cNvSpPr/>
            <p:nvPr/>
          </p:nvSpPr>
          <p:spPr>
            <a:xfrm rot="21190573" flipV="false" flipH="false">
              <a:off x="6253678" y="3147713"/>
              <a:ext cx="7381" cy="7408"/>
            </a:xfrm>
            <a:custGeom>
              <a:avLst/>
              <a:gdLst>
                <a:gd fmla="*/ 6060 w 6857" name="connsiteX0"/>
                <a:gd fmla="*/ 5626 h 6882" name="connsiteY0"/>
                <a:gd fmla="*/ 1869 w 6857" name="connsiteX1"/>
                <a:gd fmla="*/ 6483 h 6882" name="connsiteY1"/>
                <a:gd fmla="*/ 374 w 6857" name="connsiteX2"/>
                <a:gd fmla="*/ 1873 h 6882" name="connsiteY2"/>
                <a:gd fmla="*/ 4984 w 6857" name="connsiteX3"/>
                <a:gd fmla="*/ 378 h 6882" name="connsiteY3"/>
                <a:gd fmla="*/ 6479 w 6857" name="connsiteX4"/>
                <a:gd fmla="*/ 4988 h 6882" name="connsiteY4"/>
                <a:gd fmla="*/ 6060 w 6857" name="connsiteX5"/>
                <a:gd fmla="*/ 5626 h 6882" name="connsiteY5"/>
                <a:gd fmla="*/ 6060 w 6857" name="connsiteX6"/>
                <a:gd fmla="*/ 5626 h 6882" name="connsiteY6"/>
                <a:gd fmla="*/ 5898 w 6857" name="connsiteX7"/>
                <a:gd fmla="*/ 2664 h 6882" name="connsiteY7"/>
                <a:gd fmla="*/ 5298 w 6857" name="connsiteX8"/>
                <a:gd fmla="*/ 2292 h 6882" name="connsiteY8"/>
                <a:gd fmla="*/ 2822 w 6857" name="connsiteX9"/>
                <a:gd fmla="*/ 2864 h 6882" name="connsiteY9"/>
                <a:gd fmla="*/ 2822 w 6857" name="connsiteX10"/>
                <a:gd fmla="*/ 5531 h 6882" name="connsiteY10"/>
                <a:gd fmla="*/ 5908 w 6857" name="connsiteX11"/>
                <a:gd fmla="*/ 5769 h 6882" name="connsiteY11"/>
                <a:gd fmla="*/ 6060 w 6857" name="connsiteX12"/>
                <a:gd fmla="*/ 5626 h 6882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882" w="6857">
                  <a:moveTo>
                    <a:pt x="6060" y="5626"/>
                  </a:moveTo>
                  <a:cubicBezTo>
                    <a:pt x="5051" y="6893"/>
                    <a:pt x="3288" y="7245"/>
                    <a:pt x="1869" y="6483"/>
                  </a:cubicBezTo>
                  <a:cubicBezTo>
                    <a:pt x="183" y="5626"/>
                    <a:pt x="-483" y="3559"/>
                    <a:pt x="374" y="1873"/>
                  </a:cubicBezTo>
                  <a:cubicBezTo>
                    <a:pt x="1231" y="187"/>
                    <a:pt x="3298" y="-489"/>
                    <a:pt x="4984" y="378"/>
                  </a:cubicBezTo>
                  <a:cubicBezTo>
                    <a:pt x="6670" y="1235"/>
                    <a:pt x="7346" y="3302"/>
                    <a:pt x="6479" y="4988"/>
                  </a:cubicBezTo>
                  <a:cubicBezTo>
                    <a:pt x="6365" y="5217"/>
                    <a:pt x="6222" y="5426"/>
                    <a:pt x="6060" y="5626"/>
                  </a:cubicBezTo>
                  <a:close/>
                  <a:moveTo>
                    <a:pt x="6060" y="5626"/>
                  </a:moveTo>
                  <a:cubicBezTo>
                    <a:pt x="6832" y="4759"/>
                    <a:pt x="6755" y="3435"/>
                    <a:pt x="5898" y="2664"/>
                  </a:cubicBezTo>
                  <a:cubicBezTo>
                    <a:pt x="5717" y="2512"/>
                    <a:pt x="5517" y="2378"/>
                    <a:pt x="5298" y="2292"/>
                  </a:cubicBezTo>
                  <a:cubicBezTo>
                    <a:pt x="4441" y="1864"/>
                    <a:pt x="3403" y="2102"/>
                    <a:pt x="2822" y="2864"/>
                  </a:cubicBezTo>
                  <a:cubicBezTo>
                    <a:pt x="2184" y="3635"/>
                    <a:pt x="2184" y="4759"/>
                    <a:pt x="2822" y="5531"/>
                  </a:cubicBezTo>
                  <a:cubicBezTo>
                    <a:pt x="3612" y="6445"/>
                    <a:pt x="4993" y="6560"/>
                    <a:pt x="5908" y="5769"/>
                  </a:cubicBezTo>
                  <a:cubicBezTo>
                    <a:pt x="5965" y="5721"/>
                    <a:pt x="6012" y="5674"/>
                    <a:pt x="6060" y="562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456e9d1f-124a-44ec-8d2c-7e8f5c19c179" id="189" name="任意多边形: 形状 188">
              <a:extLst>
                <a:ext uri="{FF2B5EF4-FFF2-40B4-BE49-F238E27FC236}">
                  <a16:creationId id="{B8B8C04E-4090-4EE0-80AA-D92CDA9FD4FF}"/>
                </a:ext>
              </a:extLst>
            </p:cNvPr>
            <p:cNvSpPr/>
            <p:nvPr/>
          </p:nvSpPr>
          <p:spPr>
            <a:xfrm rot="21190573" flipV="false" flipH="false">
              <a:off x="6335763" y="3201503"/>
              <a:ext cx="7188" cy="7155"/>
            </a:xfrm>
            <a:custGeom>
              <a:avLst/>
              <a:gdLst>
                <a:gd fmla="*/ 5899 w 6677" name="connsiteX0"/>
                <a:gd fmla="*/ 5446 h 6647" name="connsiteY0"/>
                <a:gd fmla="*/ 1612 w 6677" name="connsiteX1"/>
                <a:gd fmla="*/ 6208 h 6647" name="connsiteY1"/>
                <a:gd fmla="*/ 526 w 6677" name="connsiteX2"/>
                <a:gd fmla="*/ 1483 h 6647" name="connsiteY2"/>
                <a:gd fmla="*/ 755 w 6677" name="connsiteX3"/>
                <a:gd fmla="*/ 1159 h 6647" name="connsiteY3"/>
                <a:gd fmla="*/ 5594 w 6677" name="connsiteX4"/>
                <a:gd fmla="*/ 855 h 6647" name="connsiteY4"/>
                <a:gd fmla="*/ 5899 w 6677" name="connsiteX5"/>
                <a:gd fmla="*/ 1159 h 6647" name="connsiteY5"/>
                <a:gd fmla="*/ 5899 w 6677" name="connsiteX6"/>
                <a:gd fmla="*/ 5446 h 6647" name="connsiteY6"/>
                <a:gd fmla="*/ 5899 w 6677" name="connsiteX7"/>
                <a:gd fmla="*/ 5446 h 6647" name="connsiteY7"/>
                <a:gd fmla="*/ 5489 w 6677" name="connsiteX8"/>
                <a:gd fmla="*/ 2236 h 6647" name="connsiteY8"/>
                <a:gd fmla="*/ 5137 w 6677" name="connsiteX9"/>
                <a:gd fmla="*/ 2017 h 6647" name="connsiteY9"/>
                <a:gd fmla="*/ 2184 w 6677" name="connsiteX10"/>
                <a:gd fmla="*/ 3340 h 6647" name="connsiteY10"/>
                <a:gd fmla="*/ 2374 w 6677" name="connsiteX11"/>
                <a:gd fmla="*/ 5350 h 6647" name="connsiteY11"/>
                <a:gd fmla="*/ 5584 w 6677" name="connsiteX12"/>
                <a:gd fmla="*/ 5741 h 6647" name="connsiteY12"/>
                <a:gd fmla="*/ 5899 w 6677" name="connsiteX13"/>
                <a:gd fmla="*/ 5446 h 664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7" w="6677">
                  <a:moveTo>
                    <a:pt x="5899" y="5446"/>
                  </a:moveTo>
                  <a:cubicBezTo>
                    <a:pt x="4832" y="6693"/>
                    <a:pt x="3041" y="7008"/>
                    <a:pt x="1612" y="6208"/>
                  </a:cubicBezTo>
                  <a:cubicBezTo>
                    <a:pt x="3" y="5198"/>
                    <a:pt x="-483" y="3083"/>
                    <a:pt x="526" y="1483"/>
                  </a:cubicBezTo>
                  <a:cubicBezTo>
                    <a:pt x="593" y="1369"/>
                    <a:pt x="669" y="1264"/>
                    <a:pt x="755" y="1159"/>
                  </a:cubicBezTo>
                  <a:cubicBezTo>
                    <a:pt x="2003" y="-260"/>
                    <a:pt x="4174" y="-393"/>
                    <a:pt x="5594" y="855"/>
                  </a:cubicBezTo>
                  <a:cubicBezTo>
                    <a:pt x="5699" y="950"/>
                    <a:pt x="5803" y="1055"/>
                    <a:pt x="5899" y="1159"/>
                  </a:cubicBezTo>
                  <a:cubicBezTo>
                    <a:pt x="6937" y="2397"/>
                    <a:pt x="6937" y="4207"/>
                    <a:pt x="5899" y="5446"/>
                  </a:cubicBezTo>
                  <a:close/>
                  <a:moveTo>
                    <a:pt x="5899" y="5446"/>
                  </a:moveTo>
                  <a:cubicBezTo>
                    <a:pt x="6670" y="4445"/>
                    <a:pt x="6489" y="3007"/>
                    <a:pt x="5489" y="2236"/>
                  </a:cubicBezTo>
                  <a:cubicBezTo>
                    <a:pt x="5375" y="2150"/>
                    <a:pt x="5260" y="2083"/>
                    <a:pt x="5137" y="2017"/>
                  </a:cubicBezTo>
                  <a:cubicBezTo>
                    <a:pt x="3956" y="1569"/>
                    <a:pt x="2632" y="2159"/>
                    <a:pt x="2184" y="3340"/>
                  </a:cubicBezTo>
                  <a:cubicBezTo>
                    <a:pt x="1936" y="3998"/>
                    <a:pt x="2003" y="4741"/>
                    <a:pt x="2374" y="5350"/>
                  </a:cubicBezTo>
                  <a:cubicBezTo>
                    <a:pt x="3155" y="6341"/>
                    <a:pt x="4584" y="6522"/>
                    <a:pt x="5584" y="5741"/>
                  </a:cubicBezTo>
                  <a:cubicBezTo>
                    <a:pt x="5699" y="5655"/>
                    <a:pt x="5803" y="5550"/>
                    <a:pt x="5899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19193ed3-c668-457d-bf58-1faa0946601f" id="190" name="任意多边形: 形状 189">
              <a:extLst>
                <a:ext uri="{FF2B5EF4-FFF2-40B4-BE49-F238E27FC236}">
                  <a16:creationId id="{C8B37014-859F-489E-B3B2-C86B5A21E11A}"/>
                </a:ext>
              </a:extLst>
            </p:cNvPr>
            <p:cNvSpPr/>
            <p:nvPr/>
          </p:nvSpPr>
          <p:spPr>
            <a:xfrm rot="21190573" flipV="false" flipH="false">
              <a:off x="6363253" y="3219385"/>
              <a:ext cx="7150" cy="7141"/>
            </a:xfrm>
            <a:custGeom>
              <a:avLst/>
              <a:gdLst>
                <a:gd fmla="*/ 5851 w 6642" name="connsiteX0"/>
                <a:gd fmla="*/ 5350 h 6634" name="connsiteY0"/>
                <a:gd fmla="*/ 1660 w 6642" name="connsiteX1"/>
                <a:gd fmla="*/ 6208 h 6634" name="connsiteY1"/>
                <a:gd fmla="*/ 451 w 6642" name="connsiteX2"/>
                <a:gd fmla="*/ 1645 h 6634" name="connsiteY2"/>
                <a:gd fmla="*/ 803 w 6642" name="connsiteX3"/>
                <a:gd fmla="*/ 1159 h 6634" name="connsiteY3"/>
                <a:gd fmla="*/ 5642 w 6642" name="connsiteX4"/>
                <a:gd fmla="*/ 854 h 6634" name="connsiteY4"/>
                <a:gd fmla="*/ 5947 w 6642" name="connsiteX5"/>
                <a:gd fmla="*/ 1159 h 6634" name="connsiteY5"/>
                <a:gd fmla="*/ 5851 w 6642" name="connsiteX6"/>
                <a:gd fmla="*/ 5350 h 6634" name="connsiteY6"/>
                <a:gd fmla="*/ 5851 w 6642" name="connsiteX7"/>
                <a:gd fmla="*/ 5350 h 6634" name="connsiteY7"/>
                <a:gd fmla="*/ 5556 w 6642" name="connsiteX8"/>
                <a:gd fmla="*/ 2264 h 6634" name="connsiteY8"/>
                <a:gd fmla="*/ 5184 w 6642" name="connsiteX9"/>
                <a:gd fmla="*/ 2017 h 6634" name="connsiteY9"/>
                <a:gd fmla="*/ 2613 w 6642" name="connsiteX10"/>
                <a:gd fmla="*/ 2683 h 6634" name="connsiteY10"/>
                <a:gd fmla="*/ 2613 w 6642" name="connsiteX11"/>
                <a:gd fmla="*/ 5255 h 6634" name="connsiteY11"/>
                <a:gd fmla="*/ 5699 w 6642" name="connsiteX12"/>
                <a:gd fmla="*/ 5493 h 6634" name="connsiteY12"/>
                <a:gd fmla="*/ 5851 w 6642" name="connsiteX13"/>
                <a:gd fmla="*/ 5350 h 6634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34" w="6642">
                  <a:moveTo>
                    <a:pt x="5851" y="5350"/>
                  </a:moveTo>
                  <a:cubicBezTo>
                    <a:pt x="4870" y="6646"/>
                    <a:pt x="3070" y="7017"/>
                    <a:pt x="1660" y="6208"/>
                  </a:cubicBezTo>
                  <a:cubicBezTo>
                    <a:pt x="70" y="5284"/>
                    <a:pt x="-473" y="3245"/>
                    <a:pt x="451" y="1645"/>
                  </a:cubicBezTo>
                  <a:cubicBezTo>
                    <a:pt x="555" y="1474"/>
                    <a:pt x="669" y="1312"/>
                    <a:pt x="803" y="1159"/>
                  </a:cubicBezTo>
                  <a:cubicBezTo>
                    <a:pt x="2060" y="-260"/>
                    <a:pt x="4222" y="-393"/>
                    <a:pt x="5642" y="854"/>
                  </a:cubicBezTo>
                  <a:cubicBezTo>
                    <a:pt x="5747" y="950"/>
                    <a:pt x="5851" y="1055"/>
                    <a:pt x="5947" y="1159"/>
                  </a:cubicBezTo>
                  <a:cubicBezTo>
                    <a:pt x="6908" y="2407"/>
                    <a:pt x="6870" y="4150"/>
                    <a:pt x="5851" y="5350"/>
                  </a:cubicBezTo>
                  <a:close/>
                  <a:moveTo>
                    <a:pt x="5851" y="5350"/>
                  </a:moveTo>
                  <a:cubicBezTo>
                    <a:pt x="6623" y="4417"/>
                    <a:pt x="6489" y="3036"/>
                    <a:pt x="5556" y="2264"/>
                  </a:cubicBezTo>
                  <a:cubicBezTo>
                    <a:pt x="5442" y="2169"/>
                    <a:pt x="5318" y="2083"/>
                    <a:pt x="5184" y="2017"/>
                  </a:cubicBezTo>
                  <a:cubicBezTo>
                    <a:pt x="4279" y="1559"/>
                    <a:pt x="3175" y="1845"/>
                    <a:pt x="2613" y="2683"/>
                  </a:cubicBezTo>
                  <a:cubicBezTo>
                    <a:pt x="1984" y="3426"/>
                    <a:pt x="1984" y="4512"/>
                    <a:pt x="2613" y="5255"/>
                  </a:cubicBezTo>
                  <a:cubicBezTo>
                    <a:pt x="3403" y="6169"/>
                    <a:pt x="4784" y="6274"/>
                    <a:pt x="5699" y="5493"/>
                  </a:cubicBezTo>
                  <a:cubicBezTo>
                    <a:pt x="5756" y="5446"/>
                    <a:pt x="5803" y="5398"/>
                    <a:pt x="5851" y="535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a7215fd8-7302-4854-b215-68d81c5ce2a4" id="191" name="任意多边形: 形状 190">
              <a:extLst>
                <a:ext uri="{FF2B5EF4-FFF2-40B4-BE49-F238E27FC236}">
                  <a16:creationId id="{18196D08-E225-4917-825C-2746B6E13D49}"/>
                </a:ext>
              </a:extLst>
            </p:cNvPr>
            <p:cNvSpPr/>
            <p:nvPr/>
          </p:nvSpPr>
          <p:spPr>
            <a:xfrm rot="21190573" flipV="false" flipH="false">
              <a:off x="6390329" y="3237209"/>
              <a:ext cx="7184" cy="7155"/>
            </a:xfrm>
            <a:custGeom>
              <a:avLst/>
              <a:gdLst>
                <a:gd fmla="*/ 5896 w 6674" name="connsiteX0"/>
                <a:gd fmla="*/ 5445 h 6647" name="connsiteY0"/>
                <a:gd fmla="*/ 1610 w 6674" name="connsiteX1"/>
                <a:gd fmla="*/ 6207 h 6647" name="connsiteY1"/>
                <a:gd fmla="*/ 524 w 6674" name="connsiteX2"/>
                <a:gd fmla="*/ 1483 h 6647" name="connsiteY2"/>
                <a:gd fmla="*/ 753 w 6674" name="connsiteX3"/>
                <a:gd fmla="*/ 1159 h 6647" name="connsiteY3"/>
                <a:gd fmla="*/ 5592 w 6674" name="connsiteX4"/>
                <a:gd fmla="*/ 854 h 6647" name="connsiteY4"/>
                <a:gd fmla="*/ 5896 w 6674" name="connsiteX5"/>
                <a:gd fmla="*/ 1159 h 6647" name="connsiteY5"/>
                <a:gd fmla="*/ 5896 w 6674" name="connsiteX6"/>
                <a:gd fmla="*/ 5445 h 6647" name="connsiteY6"/>
                <a:gd fmla="*/ 5896 w 6674" name="connsiteX7"/>
                <a:gd fmla="*/ 5445 h 6647" name="connsiteY7"/>
                <a:gd fmla="*/ 5487 w 6674" name="connsiteX8"/>
                <a:gd fmla="*/ 2235 h 6647" name="connsiteY8"/>
                <a:gd fmla="*/ 5134 w 6674" name="connsiteX9"/>
                <a:gd fmla="*/ 2016 h 6647" name="connsiteY9"/>
                <a:gd fmla="*/ 2182 w 6674" name="connsiteX10"/>
                <a:gd fmla="*/ 3341 h 6647" name="connsiteY10"/>
                <a:gd fmla="*/ 2372 w 6674" name="connsiteX11"/>
                <a:gd fmla="*/ 5350 h 6647" name="connsiteY11"/>
                <a:gd fmla="*/ 5582 w 6674" name="connsiteX12"/>
                <a:gd fmla="*/ 5741 h 6647" name="connsiteY12"/>
                <a:gd fmla="*/ 5896 w 6674" name="connsiteX13"/>
                <a:gd fmla="*/ 5445 h 664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7" w="6674">
                  <a:moveTo>
                    <a:pt x="5896" y="5445"/>
                  </a:moveTo>
                  <a:cubicBezTo>
                    <a:pt x="4830" y="6693"/>
                    <a:pt x="3039" y="7008"/>
                    <a:pt x="1610" y="6207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10" y="-260"/>
                    <a:pt x="4172" y="-393"/>
                    <a:pt x="5592" y="854"/>
                  </a:cubicBezTo>
                  <a:cubicBezTo>
                    <a:pt x="5696" y="950"/>
                    <a:pt x="5801" y="1054"/>
                    <a:pt x="5896" y="1159"/>
                  </a:cubicBezTo>
                  <a:cubicBezTo>
                    <a:pt x="6935" y="2398"/>
                    <a:pt x="6935" y="4207"/>
                    <a:pt x="5896" y="5445"/>
                  </a:cubicBezTo>
                  <a:close/>
                  <a:moveTo>
                    <a:pt x="5896" y="5445"/>
                  </a:moveTo>
                  <a:cubicBezTo>
                    <a:pt x="6668" y="4445"/>
                    <a:pt x="6487" y="3007"/>
                    <a:pt x="5487" y="2235"/>
                  </a:cubicBezTo>
                  <a:cubicBezTo>
                    <a:pt x="5372" y="2150"/>
                    <a:pt x="5258" y="2083"/>
                    <a:pt x="5134" y="2016"/>
                  </a:cubicBezTo>
                  <a:cubicBezTo>
                    <a:pt x="3953" y="1569"/>
                    <a:pt x="2629" y="2159"/>
                    <a:pt x="2182" y="3341"/>
                  </a:cubicBezTo>
                  <a:cubicBezTo>
                    <a:pt x="1934" y="3998"/>
                    <a:pt x="2001" y="4741"/>
                    <a:pt x="2372" y="5350"/>
                  </a:cubicBezTo>
                  <a:cubicBezTo>
                    <a:pt x="3153" y="6341"/>
                    <a:pt x="4582" y="6522"/>
                    <a:pt x="5582" y="5741"/>
                  </a:cubicBezTo>
                  <a:cubicBezTo>
                    <a:pt x="5696" y="5655"/>
                    <a:pt x="5801" y="5550"/>
                    <a:pt x="5896" y="544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a7c346bd-fd9a-460c-ae8b-54f97aa2c9e7" id="192" name="任意多边形: 形状 191">
              <a:extLst>
                <a:ext uri="{FF2B5EF4-FFF2-40B4-BE49-F238E27FC236}">
                  <a16:creationId id="{0832AADE-7DAA-4B1A-B181-72BADB1231EB}"/>
                </a:ext>
              </a:extLst>
            </p:cNvPr>
            <p:cNvSpPr/>
            <p:nvPr/>
          </p:nvSpPr>
          <p:spPr>
            <a:xfrm rot="21190573" flipV="false" flipH="false">
              <a:off x="6417665" y="3255519"/>
              <a:ext cx="7211" cy="7177"/>
            </a:xfrm>
            <a:custGeom>
              <a:avLst/>
              <a:gdLst>
                <a:gd fmla="*/ 5851 w 6699" name="connsiteX0"/>
                <a:gd fmla="*/ 5350 h 6667" name="connsiteY0"/>
                <a:gd fmla="*/ 1660 w 6699" name="connsiteX1"/>
                <a:gd fmla="*/ 6207 h 6667" name="connsiteY1"/>
                <a:gd fmla="*/ 450 w 6699" name="connsiteX2"/>
                <a:gd fmla="*/ 1645 h 6667" name="connsiteY2"/>
                <a:gd fmla="*/ 803 w 6699" name="connsiteX3"/>
                <a:gd fmla="*/ 1159 h 6667" name="connsiteY3"/>
                <a:gd fmla="*/ 5642 w 6699" name="connsiteX4"/>
                <a:gd fmla="*/ 854 h 6667" name="connsiteY4"/>
                <a:gd fmla="*/ 5946 w 6699" name="connsiteX5"/>
                <a:gd fmla="*/ 1159 h 6667" name="connsiteY5"/>
                <a:gd fmla="*/ 5851 w 6699" name="connsiteX6"/>
                <a:gd fmla="*/ 5350 h 6667" name="connsiteY6"/>
                <a:gd fmla="*/ 5851 w 6699" name="connsiteX7"/>
                <a:gd fmla="*/ 5350 h 6667" name="connsiteY7"/>
                <a:gd fmla="*/ 5556 w 6699" name="connsiteX8"/>
                <a:gd fmla="*/ 2264 h 6667" name="connsiteY8"/>
                <a:gd fmla="*/ 5184 w 6699" name="connsiteX9"/>
                <a:gd fmla="*/ 2016 h 6667" name="connsiteY9"/>
                <a:gd fmla="*/ 2613 w 6699" name="connsiteX10"/>
                <a:gd fmla="*/ 2683 h 6667" name="connsiteY10"/>
                <a:gd fmla="*/ 2613 w 6699" name="connsiteX11"/>
                <a:gd fmla="*/ 5255 h 6667" name="connsiteY11"/>
                <a:gd fmla="*/ 5556 w 6699" name="connsiteX12"/>
                <a:gd fmla="*/ 5636 h 6667" name="connsiteY12"/>
                <a:gd fmla="*/ 5851 w 6699" name="connsiteX13"/>
                <a:gd fmla="*/ 5350 h 666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7" w="6699">
                  <a:moveTo>
                    <a:pt x="5851" y="5350"/>
                  </a:moveTo>
                  <a:cubicBezTo>
                    <a:pt x="4899" y="6693"/>
                    <a:pt x="3070" y="7065"/>
                    <a:pt x="1660" y="6207"/>
                  </a:cubicBezTo>
                  <a:cubicBezTo>
                    <a:pt x="70" y="5284"/>
                    <a:pt x="-473" y="3245"/>
                    <a:pt x="450" y="1645"/>
                  </a:cubicBezTo>
                  <a:cubicBezTo>
                    <a:pt x="555" y="1474"/>
                    <a:pt x="670" y="1312"/>
                    <a:pt x="803" y="1159"/>
                  </a:cubicBezTo>
                  <a:cubicBezTo>
                    <a:pt x="2060" y="-260"/>
                    <a:pt x="4222" y="-393"/>
                    <a:pt x="5642" y="854"/>
                  </a:cubicBezTo>
                  <a:cubicBezTo>
                    <a:pt x="5746" y="950"/>
                    <a:pt x="5851" y="1054"/>
                    <a:pt x="5946" y="1159"/>
                  </a:cubicBezTo>
                  <a:cubicBezTo>
                    <a:pt x="6985" y="2379"/>
                    <a:pt x="6947" y="4179"/>
                    <a:pt x="5851" y="5350"/>
                  </a:cubicBezTo>
                  <a:close/>
                  <a:moveTo>
                    <a:pt x="5851" y="5350"/>
                  </a:moveTo>
                  <a:cubicBezTo>
                    <a:pt x="6623" y="4417"/>
                    <a:pt x="6489" y="3036"/>
                    <a:pt x="5556" y="2264"/>
                  </a:cubicBezTo>
                  <a:cubicBezTo>
                    <a:pt x="5442" y="2169"/>
                    <a:pt x="5318" y="2083"/>
                    <a:pt x="5184" y="2016"/>
                  </a:cubicBezTo>
                  <a:cubicBezTo>
                    <a:pt x="4280" y="1597"/>
                    <a:pt x="3203" y="1874"/>
                    <a:pt x="2613" y="2683"/>
                  </a:cubicBezTo>
                  <a:cubicBezTo>
                    <a:pt x="1984" y="3426"/>
                    <a:pt x="1984" y="4512"/>
                    <a:pt x="2613" y="5255"/>
                  </a:cubicBezTo>
                  <a:cubicBezTo>
                    <a:pt x="3318" y="6169"/>
                    <a:pt x="4632" y="6341"/>
                    <a:pt x="5556" y="5636"/>
                  </a:cubicBezTo>
                  <a:cubicBezTo>
                    <a:pt x="5661" y="5550"/>
                    <a:pt x="5765" y="5455"/>
                    <a:pt x="5851" y="535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ab0947e5-1020-4b8e-9ba6-4c7622628aec" id="193" name="任意多边形: 形状 192">
              <a:extLst>
                <a:ext uri="{FF2B5EF4-FFF2-40B4-BE49-F238E27FC236}">
                  <a16:creationId id="{949B63FF-B5D2-4D83-9EC0-73D2169E5940}"/>
                </a:ext>
              </a:extLst>
            </p:cNvPr>
            <p:cNvSpPr/>
            <p:nvPr/>
          </p:nvSpPr>
          <p:spPr>
            <a:xfrm rot="21190573" flipV="false" flipH="false">
              <a:off x="6444880" y="3272814"/>
              <a:ext cx="7184" cy="7155"/>
            </a:xfrm>
            <a:custGeom>
              <a:avLst/>
              <a:gdLst>
                <a:gd fmla="*/ 5896 w 6674" name="connsiteX0"/>
                <a:gd fmla="*/ 5446 h 6647" name="connsiteY0"/>
                <a:gd fmla="*/ 1610 w 6674" name="connsiteX1"/>
                <a:gd fmla="*/ 6208 h 6647" name="connsiteY1"/>
                <a:gd fmla="*/ 524 w 6674" name="connsiteX2"/>
                <a:gd fmla="*/ 1483 h 6647" name="connsiteY2"/>
                <a:gd fmla="*/ 753 w 6674" name="connsiteX3"/>
                <a:gd fmla="*/ 1159 h 6647" name="connsiteY3"/>
                <a:gd fmla="*/ 5591 w 6674" name="connsiteX4"/>
                <a:gd fmla="*/ 855 h 6647" name="connsiteY4"/>
                <a:gd fmla="*/ 5896 w 6674" name="connsiteX5"/>
                <a:gd fmla="*/ 1159 h 6647" name="connsiteY5"/>
                <a:gd fmla="*/ 5896 w 6674" name="connsiteX6"/>
                <a:gd fmla="*/ 5446 h 6647" name="connsiteY6"/>
                <a:gd fmla="*/ 5896 w 6674" name="connsiteX7"/>
                <a:gd fmla="*/ 5446 h 6647" name="connsiteY7"/>
                <a:gd fmla="*/ 5487 w 6674" name="connsiteX8"/>
                <a:gd fmla="*/ 2236 h 6647" name="connsiteY8"/>
                <a:gd fmla="*/ 5134 w 6674" name="connsiteX9"/>
                <a:gd fmla="*/ 2017 h 6647" name="connsiteY9"/>
                <a:gd fmla="*/ 2182 w 6674" name="connsiteX10"/>
                <a:gd fmla="*/ 3341 h 6647" name="connsiteY10"/>
                <a:gd fmla="*/ 2372 w 6674" name="connsiteX11"/>
                <a:gd fmla="*/ 5350 h 6647" name="connsiteY11"/>
                <a:gd fmla="*/ 5582 w 6674" name="connsiteX12"/>
                <a:gd fmla="*/ 5741 h 6647" name="connsiteY12"/>
                <a:gd fmla="*/ 5896 w 6674" name="connsiteX13"/>
                <a:gd fmla="*/ 5446 h 664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7" w="6674">
                  <a:moveTo>
                    <a:pt x="5896" y="5446"/>
                  </a:moveTo>
                  <a:cubicBezTo>
                    <a:pt x="4830" y="6693"/>
                    <a:pt x="3039" y="7008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10" y="-260"/>
                    <a:pt x="4172" y="-393"/>
                    <a:pt x="5591" y="855"/>
                  </a:cubicBezTo>
                  <a:cubicBezTo>
                    <a:pt x="5696" y="950"/>
                    <a:pt x="5801" y="1055"/>
                    <a:pt x="5896" y="1159"/>
                  </a:cubicBezTo>
                  <a:cubicBezTo>
                    <a:pt x="6934" y="2397"/>
                    <a:pt x="6934" y="4207"/>
                    <a:pt x="5896" y="5446"/>
                  </a:cubicBezTo>
                  <a:close/>
                  <a:moveTo>
                    <a:pt x="5896" y="5446"/>
                  </a:moveTo>
                  <a:cubicBezTo>
                    <a:pt x="6668" y="4445"/>
                    <a:pt x="6487" y="3007"/>
                    <a:pt x="5487" y="2236"/>
                  </a:cubicBezTo>
                  <a:cubicBezTo>
                    <a:pt x="5372" y="2150"/>
                    <a:pt x="5258" y="2083"/>
                    <a:pt x="5134" y="2017"/>
                  </a:cubicBezTo>
                  <a:cubicBezTo>
                    <a:pt x="3953" y="1569"/>
                    <a:pt x="2629" y="2159"/>
                    <a:pt x="2182" y="3341"/>
                  </a:cubicBezTo>
                  <a:cubicBezTo>
                    <a:pt x="1934" y="3998"/>
                    <a:pt x="2001" y="4741"/>
                    <a:pt x="2372" y="5350"/>
                  </a:cubicBezTo>
                  <a:cubicBezTo>
                    <a:pt x="3153" y="6341"/>
                    <a:pt x="4582" y="6522"/>
                    <a:pt x="5582" y="5741"/>
                  </a:cubicBezTo>
                  <a:cubicBezTo>
                    <a:pt x="5696" y="5655"/>
                    <a:pt x="5801" y="5550"/>
                    <a:pt x="5896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7fa3af07-7115-48a5-9c24-7cd1033ac3ef" id="194" name="任意多边形: 形状 193">
              <a:extLst>
                <a:ext uri="{FF2B5EF4-FFF2-40B4-BE49-F238E27FC236}">
                  <a16:creationId id="{F81C5AF6-AFDB-494A-82D8-710195AF94C5}"/>
                </a:ext>
              </a:extLst>
            </p:cNvPr>
            <p:cNvSpPr/>
            <p:nvPr/>
          </p:nvSpPr>
          <p:spPr>
            <a:xfrm rot="21190573" flipV="false" flipH="false">
              <a:off x="6199157" y="3292006"/>
              <a:ext cx="7034" cy="7069"/>
            </a:xfrm>
            <a:custGeom>
              <a:avLst/>
              <a:gdLst>
                <a:gd fmla="*/ 5675 w 6534" name="connsiteX0"/>
                <a:gd fmla="*/ 5348 h 6567" name="connsiteY0"/>
                <a:gd fmla="*/ 1484 w 6534" name="connsiteX1"/>
                <a:gd fmla="*/ 6110 h 6567" name="connsiteY1"/>
                <a:gd fmla="*/ 560 w 6534" name="connsiteX2"/>
                <a:gd fmla="*/ 1490 h 6567" name="connsiteY2"/>
                <a:gd fmla="*/ 5180 w 6534" name="connsiteX3"/>
                <a:gd fmla="*/ 557 h 6567" name="connsiteY3"/>
                <a:gd fmla="*/ 5770 w 6534" name="connsiteX4"/>
                <a:gd fmla="*/ 1062 h 6567" name="connsiteY4"/>
                <a:gd fmla="*/ 5675 w 6534" name="connsiteX5"/>
                <a:gd fmla="*/ 5348 h 6567" name="connsiteY5"/>
                <a:gd fmla="*/ 5675 w 6534" name="connsiteX6"/>
                <a:gd fmla="*/ 5348 h 6567" name="connsiteY6"/>
                <a:gd fmla="*/ 5323 w 6534" name="connsiteX7"/>
                <a:gd fmla="*/ 2138 h 6567" name="connsiteY7"/>
                <a:gd fmla="*/ 5008 w 6534" name="connsiteX8"/>
                <a:gd fmla="*/ 1919 h 6567" name="connsiteY8"/>
                <a:gd fmla="*/ 2436 w 6534" name="connsiteX9"/>
                <a:gd fmla="*/ 2586 h 6567" name="connsiteY9"/>
                <a:gd fmla="*/ 2436 w 6534" name="connsiteX10"/>
                <a:gd fmla="*/ 5253 h 6567" name="connsiteY10"/>
                <a:gd fmla="*/ 5523 w 6534" name="connsiteX11"/>
                <a:gd fmla="*/ 5491 h 6567" name="connsiteY11"/>
                <a:gd fmla="*/ 5675 w 6534" name="connsiteX12"/>
                <a:gd fmla="*/ 5348 h 6567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567" w="6534">
                  <a:moveTo>
                    <a:pt x="5675" y="5348"/>
                  </a:moveTo>
                  <a:cubicBezTo>
                    <a:pt x="4665" y="6615"/>
                    <a:pt x="2875" y="6939"/>
                    <a:pt x="1484" y="6110"/>
                  </a:cubicBezTo>
                  <a:cubicBezTo>
                    <a:pt x="-50" y="5091"/>
                    <a:pt x="-459" y="3024"/>
                    <a:pt x="560" y="1490"/>
                  </a:cubicBezTo>
                  <a:cubicBezTo>
                    <a:pt x="1579" y="-43"/>
                    <a:pt x="3646" y="-462"/>
                    <a:pt x="5180" y="557"/>
                  </a:cubicBezTo>
                  <a:cubicBezTo>
                    <a:pt x="5399" y="700"/>
                    <a:pt x="5589" y="871"/>
                    <a:pt x="5770" y="1062"/>
                  </a:cubicBezTo>
                  <a:cubicBezTo>
                    <a:pt x="6827" y="2310"/>
                    <a:pt x="6780" y="4148"/>
                    <a:pt x="5675" y="5348"/>
                  </a:cubicBezTo>
                  <a:close/>
                  <a:moveTo>
                    <a:pt x="5675" y="5348"/>
                  </a:moveTo>
                  <a:cubicBezTo>
                    <a:pt x="6466" y="4367"/>
                    <a:pt x="6313" y="2929"/>
                    <a:pt x="5323" y="2138"/>
                  </a:cubicBezTo>
                  <a:cubicBezTo>
                    <a:pt x="5227" y="2052"/>
                    <a:pt x="5122" y="1986"/>
                    <a:pt x="5008" y="1919"/>
                  </a:cubicBezTo>
                  <a:cubicBezTo>
                    <a:pt x="4103" y="1538"/>
                    <a:pt x="3046" y="1814"/>
                    <a:pt x="2436" y="2586"/>
                  </a:cubicBezTo>
                  <a:cubicBezTo>
                    <a:pt x="1798" y="3357"/>
                    <a:pt x="1798" y="4481"/>
                    <a:pt x="2436" y="5253"/>
                  </a:cubicBezTo>
                  <a:cubicBezTo>
                    <a:pt x="3227" y="6167"/>
                    <a:pt x="4608" y="6282"/>
                    <a:pt x="5523" y="5491"/>
                  </a:cubicBezTo>
                  <a:cubicBezTo>
                    <a:pt x="5580" y="5443"/>
                    <a:pt x="5627" y="5396"/>
                    <a:pt x="5675" y="534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0501f184-94ff-45c8-b32a-0336672abc92" id="195" name="任意多边形: 形状 194">
              <a:extLst>
                <a:ext uri="{FF2B5EF4-FFF2-40B4-BE49-F238E27FC236}">
                  <a16:creationId id="{D5B9B391-6209-4803-85EC-2F90E03950EA}"/>
                </a:ext>
              </a:extLst>
            </p:cNvPr>
            <p:cNvSpPr/>
            <p:nvPr/>
          </p:nvSpPr>
          <p:spPr>
            <a:xfrm rot="21190573" flipV="false" flipH="false">
              <a:off x="6226191" y="3309310"/>
              <a:ext cx="7189" cy="7225"/>
            </a:xfrm>
            <a:custGeom>
              <a:avLst/>
              <a:gdLst>
                <a:gd fmla="*/ 5900 w 6678" name="connsiteX0"/>
                <a:gd fmla="*/ 5446 h 6712" name="connsiteY0"/>
                <a:gd fmla="*/ 1613 w 6678" name="connsiteX1"/>
                <a:gd fmla="*/ 6303 h 6712" name="connsiteY1"/>
                <a:gd fmla="*/ 566 w 6678" name="connsiteX2"/>
                <a:gd fmla="*/ 1435 h 6712" name="connsiteY2"/>
                <a:gd fmla="*/ 756 w 6678" name="connsiteX3"/>
                <a:gd fmla="*/ 1159 h 6712" name="connsiteY3"/>
                <a:gd fmla="*/ 5595 w 6678" name="connsiteX4"/>
                <a:gd fmla="*/ 855 h 6712" name="connsiteY4"/>
                <a:gd fmla="*/ 5900 w 6678" name="connsiteX5"/>
                <a:gd fmla="*/ 1159 h 6712" name="connsiteY5"/>
                <a:gd fmla="*/ 5900 w 6678" name="connsiteX6"/>
                <a:gd fmla="*/ 5446 h 6712" name="connsiteY6"/>
                <a:gd fmla="*/ 5900 w 6678" name="connsiteX7"/>
                <a:gd fmla="*/ 5446 h 6712" name="connsiteY7"/>
                <a:gd fmla="*/ 5547 w 6678" name="connsiteX8"/>
                <a:gd fmla="*/ 2369 h 6712" name="connsiteY8"/>
                <a:gd fmla="*/ 5138 w 6678" name="connsiteX9"/>
                <a:gd fmla="*/ 2112 h 6712" name="connsiteY9"/>
                <a:gd fmla="*/ 2566 w 6678" name="connsiteX10"/>
                <a:gd fmla="*/ 2779 h 6712" name="connsiteY10"/>
                <a:gd fmla="*/ 2566 w 6678" name="connsiteX11"/>
                <a:gd fmla="*/ 5350 h 6712" name="connsiteY11"/>
                <a:gd fmla="*/ 5795 w 6678" name="connsiteX12"/>
                <a:gd fmla="*/ 5550 h 6712" name="connsiteY12"/>
                <a:gd fmla="*/ 5900 w 6678" name="connsiteX13"/>
                <a:gd fmla="*/ 5446 h 6712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12" w="6678">
                  <a:moveTo>
                    <a:pt x="5900" y="5446"/>
                  </a:moveTo>
                  <a:cubicBezTo>
                    <a:pt x="4861" y="6722"/>
                    <a:pt x="3061" y="7084"/>
                    <a:pt x="1613" y="6303"/>
                  </a:cubicBezTo>
                  <a:cubicBezTo>
                    <a:pt x="-25" y="5246"/>
                    <a:pt x="-491" y="3064"/>
                    <a:pt x="566" y="1435"/>
                  </a:cubicBezTo>
                  <a:cubicBezTo>
                    <a:pt x="623" y="1340"/>
                    <a:pt x="690" y="1245"/>
                    <a:pt x="756" y="1159"/>
                  </a:cubicBezTo>
                  <a:cubicBezTo>
                    <a:pt x="2004" y="-260"/>
                    <a:pt x="4176" y="-393"/>
                    <a:pt x="5595" y="855"/>
                  </a:cubicBezTo>
                  <a:cubicBezTo>
                    <a:pt x="5700" y="950"/>
                    <a:pt x="5804" y="1055"/>
                    <a:pt x="5900" y="1159"/>
                  </a:cubicBezTo>
                  <a:cubicBezTo>
                    <a:pt x="6938" y="2397"/>
                    <a:pt x="6938" y="4207"/>
                    <a:pt x="5900" y="5446"/>
                  </a:cubicBezTo>
                  <a:close/>
                  <a:moveTo>
                    <a:pt x="5900" y="5446"/>
                  </a:moveTo>
                  <a:cubicBezTo>
                    <a:pt x="6652" y="4493"/>
                    <a:pt x="6490" y="3121"/>
                    <a:pt x="5547" y="2369"/>
                  </a:cubicBezTo>
                  <a:cubicBezTo>
                    <a:pt x="5424" y="2264"/>
                    <a:pt x="5281" y="2178"/>
                    <a:pt x="5138" y="2112"/>
                  </a:cubicBezTo>
                  <a:cubicBezTo>
                    <a:pt x="4233" y="1693"/>
                    <a:pt x="3157" y="1969"/>
                    <a:pt x="2566" y="2779"/>
                  </a:cubicBezTo>
                  <a:cubicBezTo>
                    <a:pt x="2014" y="3550"/>
                    <a:pt x="2014" y="4579"/>
                    <a:pt x="2566" y="5350"/>
                  </a:cubicBezTo>
                  <a:cubicBezTo>
                    <a:pt x="3404" y="6293"/>
                    <a:pt x="4852" y="6379"/>
                    <a:pt x="5795" y="5550"/>
                  </a:cubicBezTo>
                  <a:cubicBezTo>
                    <a:pt x="5833" y="5512"/>
                    <a:pt x="5862" y="5484"/>
                    <a:pt x="590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d32145ac-74fa-4b27-a065-5ed449dc0546" id="196" name="任意多边形: 形状 195">
              <a:extLst>
                <a:ext uri="{FF2B5EF4-FFF2-40B4-BE49-F238E27FC236}">
                  <a16:creationId id="{C3269046-15E8-4248-9E0C-DF3259668309}"/>
                </a:ext>
              </a:extLst>
            </p:cNvPr>
            <p:cNvSpPr/>
            <p:nvPr/>
          </p:nvSpPr>
          <p:spPr>
            <a:xfrm rot="21190573" flipV="false" flipH="false">
              <a:off x="6171627" y="3273604"/>
              <a:ext cx="7189" cy="7225"/>
            </a:xfrm>
            <a:custGeom>
              <a:avLst/>
              <a:gdLst>
                <a:gd fmla="*/ 5900 w 6678" name="connsiteX0"/>
                <a:gd fmla="*/ 5446 h 6712" name="connsiteY0"/>
                <a:gd fmla="*/ 1614 w 6678" name="connsiteX1"/>
                <a:gd fmla="*/ 6303 h 6712" name="connsiteY1"/>
                <a:gd fmla="*/ 566 w 6678" name="connsiteX2"/>
                <a:gd fmla="*/ 1435 h 6712" name="connsiteY2"/>
                <a:gd fmla="*/ 756 w 6678" name="connsiteX3"/>
                <a:gd fmla="*/ 1159 h 6712" name="connsiteY3"/>
                <a:gd fmla="*/ 5595 w 6678" name="connsiteX4"/>
                <a:gd fmla="*/ 854 h 6712" name="connsiteY4"/>
                <a:gd fmla="*/ 5900 w 6678" name="connsiteX5"/>
                <a:gd fmla="*/ 1159 h 6712" name="connsiteY5"/>
                <a:gd fmla="*/ 5900 w 6678" name="connsiteX6"/>
                <a:gd fmla="*/ 5446 h 6712" name="connsiteY6"/>
                <a:gd fmla="*/ 5900 w 6678" name="connsiteX7"/>
                <a:gd fmla="*/ 5446 h 6712" name="connsiteY7"/>
                <a:gd fmla="*/ 5547 w 6678" name="connsiteX8"/>
                <a:gd fmla="*/ 2369 h 6712" name="connsiteY8"/>
                <a:gd fmla="*/ 5138 w 6678" name="connsiteX9"/>
                <a:gd fmla="*/ 2112 h 6712" name="connsiteY9"/>
                <a:gd fmla="*/ 2566 w 6678" name="connsiteX10"/>
                <a:gd fmla="*/ 2683 h 6712" name="connsiteY10"/>
                <a:gd fmla="*/ 2566 w 6678" name="connsiteX11"/>
                <a:gd fmla="*/ 5350 h 6712" name="connsiteY11"/>
                <a:gd fmla="*/ 5795 w 6678" name="connsiteX12"/>
                <a:gd fmla="*/ 5550 h 6712" name="connsiteY12"/>
                <a:gd fmla="*/ 5900 w 6678" name="connsiteX13"/>
                <a:gd fmla="*/ 5446 h 6712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12" w="6678">
                  <a:moveTo>
                    <a:pt x="5900" y="5446"/>
                  </a:moveTo>
                  <a:cubicBezTo>
                    <a:pt x="4862" y="6722"/>
                    <a:pt x="3061" y="7084"/>
                    <a:pt x="1614" y="6303"/>
                  </a:cubicBezTo>
                  <a:cubicBezTo>
                    <a:pt x="-25" y="5246"/>
                    <a:pt x="-492" y="3064"/>
                    <a:pt x="566" y="1435"/>
                  </a:cubicBezTo>
                  <a:cubicBezTo>
                    <a:pt x="623" y="1340"/>
                    <a:pt x="690" y="1245"/>
                    <a:pt x="756" y="1159"/>
                  </a:cubicBezTo>
                  <a:cubicBezTo>
                    <a:pt x="2004" y="-260"/>
                    <a:pt x="4176" y="-393"/>
                    <a:pt x="5595" y="854"/>
                  </a:cubicBezTo>
                  <a:cubicBezTo>
                    <a:pt x="5700" y="950"/>
                    <a:pt x="5805" y="1055"/>
                    <a:pt x="5900" y="1159"/>
                  </a:cubicBezTo>
                  <a:cubicBezTo>
                    <a:pt x="6938" y="2397"/>
                    <a:pt x="6938" y="4207"/>
                    <a:pt x="5900" y="5446"/>
                  </a:cubicBezTo>
                  <a:close/>
                  <a:moveTo>
                    <a:pt x="5900" y="5446"/>
                  </a:moveTo>
                  <a:cubicBezTo>
                    <a:pt x="6652" y="4503"/>
                    <a:pt x="6490" y="3121"/>
                    <a:pt x="5547" y="2369"/>
                  </a:cubicBezTo>
                  <a:cubicBezTo>
                    <a:pt x="5423" y="2264"/>
                    <a:pt x="5281" y="2178"/>
                    <a:pt x="5138" y="2112"/>
                  </a:cubicBezTo>
                  <a:cubicBezTo>
                    <a:pt x="4252" y="1712"/>
                    <a:pt x="3204" y="1940"/>
                    <a:pt x="2566" y="2683"/>
                  </a:cubicBezTo>
                  <a:cubicBezTo>
                    <a:pt x="1995" y="3483"/>
                    <a:pt x="1995" y="4550"/>
                    <a:pt x="2566" y="5350"/>
                  </a:cubicBezTo>
                  <a:cubicBezTo>
                    <a:pt x="3404" y="6293"/>
                    <a:pt x="4852" y="6379"/>
                    <a:pt x="5795" y="5550"/>
                  </a:cubicBezTo>
                  <a:cubicBezTo>
                    <a:pt x="5833" y="5512"/>
                    <a:pt x="5862" y="5484"/>
                    <a:pt x="590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21b7d971-c140-4c67-91b1-baf9107c012a" id="197" name="任意多边形: 形状 196">
              <a:extLst>
                <a:ext uri="{FF2B5EF4-FFF2-40B4-BE49-F238E27FC236}">
                  <a16:creationId id="{1506CFEF-799D-4BE0-95A2-4AF4E2110850}"/>
                </a:ext>
              </a:extLst>
            </p:cNvPr>
            <p:cNvSpPr/>
            <p:nvPr/>
          </p:nvSpPr>
          <p:spPr>
            <a:xfrm rot="21190573" flipV="false" flipH="false">
              <a:off x="6253530" y="3327209"/>
              <a:ext cx="7169" cy="7174"/>
            </a:xfrm>
            <a:custGeom>
              <a:avLst/>
              <a:gdLst>
                <a:gd fmla="*/ 5801 w 6660" name="connsiteX0"/>
                <a:gd fmla="*/ 5446 h 6664" name="connsiteY0"/>
                <a:gd fmla="*/ 1610 w 6660" name="connsiteX1"/>
                <a:gd fmla="*/ 6208 h 6664" name="connsiteY1"/>
                <a:gd fmla="*/ 524 w 6660" name="connsiteX2"/>
                <a:gd fmla="*/ 1483 h 6664" name="connsiteY2"/>
                <a:gd fmla="*/ 753 w 6660" name="connsiteX3"/>
                <a:gd fmla="*/ 1159 h 6664" name="connsiteY3"/>
                <a:gd fmla="*/ 5591 w 6660" name="connsiteX4"/>
                <a:gd fmla="*/ 854 h 6664" name="connsiteY4"/>
                <a:gd fmla="*/ 5896 w 6660" name="connsiteX5"/>
                <a:gd fmla="*/ 1159 h 6664" name="connsiteY5"/>
                <a:gd fmla="*/ 5801 w 6660" name="connsiteX6"/>
                <a:gd fmla="*/ 5446 h 6664" name="connsiteY6"/>
                <a:gd fmla="*/ 5801 w 6660" name="connsiteX7"/>
                <a:gd fmla="*/ 5446 h 6664" name="connsiteY7"/>
                <a:gd fmla="*/ 5449 w 6660" name="connsiteX8"/>
                <a:gd fmla="*/ 2236 h 6664" name="connsiteY8"/>
                <a:gd fmla="*/ 5134 w 6660" name="connsiteX9"/>
                <a:gd fmla="*/ 2017 h 6664" name="connsiteY9"/>
                <a:gd fmla="*/ 2563 w 6660" name="connsiteX10"/>
                <a:gd fmla="*/ 2683 h 6664" name="connsiteY10"/>
                <a:gd fmla="*/ 2563 w 6660" name="connsiteX11"/>
                <a:gd fmla="*/ 5350 h 6664" name="connsiteY11"/>
                <a:gd fmla="*/ 5649 w 6660" name="connsiteX12"/>
                <a:gd fmla="*/ 5588 h 6664" name="connsiteY12"/>
                <a:gd fmla="*/ 5801 w 6660" name="connsiteX13"/>
                <a:gd fmla="*/ 5446 h 6664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4" w="6660">
                  <a:moveTo>
                    <a:pt x="5801" y="5446"/>
                  </a:moveTo>
                  <a:cubicBezTo>
                    <a:pt x="4792" y="6712"/>
                    <a:pt x="3001" y="7036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01" y="-260"/>
                    <a:pt x="4172" y="-393"/>
                    <a:pt x="5591" y="854"/>
                  </a:cubicBezTo>
                  <a:cubicBezTo>
                    <a:pt x="5696" y="950"/>
                    <a:pt x="5801" y="1055"/>
                    <a:pt x="5896" y="1159"/>
                  </a:cubicBezTo>
                  <a:cubicBezTo>
                    <a:pt x="6954" y="2407"/>
                    <a:pt x="6906" y="4245"/>
                    <a:pt x="5801" y="5446"/>
                  </a:cubicBezTo>
                  <a:close/>
                  <a:moveTo>
                    <a:pt x="5801" y="5446"/>
                  </a:moveTo>
                  <a:cubicBezTo>
                    <a:pt x="6592" y="4465"/>
                    <a:pt x="6439" y="3026"/>
                    <a:pt x="5449" y="2236"/>
                  </a:cubicBezTo>
                  <a:cubicBezTo>
                    <a:pt x="5353" y="2150"/>
                    <a:pt x="5249" y="2083"/>
                    <a:pt x="5134" y="2017"/>
                  </a:cubicBezTo>
                  <a:cubicBezTo>
                    <a:pt x="4220" y="1635"/>
                    <a:pt x="3172" y="1912"/>
                    <a:pt x="2563" y="2683"/>
                  </a:cubicBezTo>
                  <a:cubicBezTo>
                    <a:pt x="1925" y="3455"/>
                    <a:pt x="1925" y="4579"/>
                    <a:pt x="2563" y="5350"/>
                  </a:cubicBezTo>
                  <a:cubicBezTo>
                    <a:pt x="3353" y="6265"/>
                    <a:pt x="4734" y="6379"/>
                    <a:pt x="5649" y="5588"/>
                  </a:cubicBezTo>
                  <a:cubicBezTo>
                    <a:pt x="5706" y="5541"/>
                    <a:pt x="5753" y="5493"/>
                    <a:pt x="5801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fa1792f8-6fe7-4e39-be0a-e42842f1a100" id="198" name="任意多边形: 形状 197">
              <a:extLst>
                <a:ext uri="{FF2B5EF4-FFF2-40B4-BE49-F238E27FC236}">
                  <a16:creationId id="{1F278B49-826F-4F8C-90AA-4D55BCF9F27C}"/>
                </a:ext>
              </a:extLst>
            </p:cNvPr>
            <p:cNvSpPr/>
            <p:nvPr/>
          </p:nvSpPr>
          <p:spPr>
            <a:xfrm rot="21190573" flipV="false" flipH="false">
              <a:off x="6281001" y="3345208"/>
              <a:ext cx="6956" cy="7039"/>
            </a:xfrm>
            <a:custGeom>
              <a:avLst/>
              <a:gdLst>
                <a:gd fmla="*/ 5684 w 6462" name="connsiteX0"/>
                <a:gd fmla="*/ 5255 h 6539" name="connsiteY0"/>
                <a:gd fmla="*/ 1493 w 6462" name="connsiteX1"/>
                <a:gd fmla="*/ 6112 h 6539" name="connsiteY1"/>
                <a:gd fmla="*/ 550 w 6462" name="connsiteX2"/>
                <a:gd fmla="*/ 1493 h 6539" name="connsiteY2"/>
                <a:gd fmla="*/ 5170 w 6462" name="connsiteX3"/>
                <a:gd fmla="*/ 550 h 6539" name="connsiteY3"/>
                <a:gd fmla="*/ 5684 w 6462" name="connsiteX4"/>
                <a:gd fmla="*/ 969 h 6539" name="connsiteY4"/>
                <a:gd fmla="*/ 5684 w 6462" name="connsiteX5"/>
                <a:gd fmla="*/ 5255 h 6539" name="connsiteY5"/>
                <a:gd fmla="*/ 5684 w 6462" name="connsiteX6"/>
                <a:gd fmla="*/ 5255 h 6539" name="connsiteY6"/>
                <a:gd fmla="*/ 5522 w 6462" name="connsiteX7"/>
                <a:gd fmla="*/ 2293 h 6539" name="connsiteY7"/>
                <a:gd fmla="*/ 4922 w 6462" name="connsiteX8"/>
                <a:gd fmla="*/ 1922 h 6539" name="connsiteY8"/>
                <a:gd fmla="*/ 2445 w 6462" name="connsiteX9"/>
                <a:gd fmla="*/ 2588 h 6539" name="connsiteY9"/>
                <a:gd fmla="*/ 2445 w 6462" name="connsiteX10"/>
                <a:gd fmla="*/ 5160 h 6539" name="connsiteY10"/>
                <a:gd fmla="*/ 5531 w 6462" name="connsiteX11"/>
                <a:gd fmla="*/ 5398 h 6539" name="connsiteY11"/>
                <a:gd fmla="*/ 5684 w 6462" name="connsiteX12"/>
                <a:gd fmla="*/ 5255 h 6539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539" w="6462">
                  <a:moveTo>
                    <a:pt x="5684" y="5255"/>
                  </a:moveTo>
                  <a:cubicBezTo>
                    <a:pt x="4703" y="6551"/>
                    <a:pt x="2903" y="6922"/>
                    <a:pt x="1493" y="6112"/>
                  </a:cubicBezTo>
                  <a:cubicBezTo>
                    <a:pt x="-41" y="5093"/>
                    <a:pt x="-460" y="3026"/>
                    <a:pt x="550" y="1493"/>
                  </a:cubicBezTo>
                  <a:cubicBezTo>
                    <a:pt x="1569" y="-41"/>
                    <a:pt x="3636" y="-460"/>
                    <a:pt x="5170" y="550"/>
                  </a:cubicBezTo>
                  <a:cubicBezTo>
                    <a:pt x="5360" y="674"/>
                    <a:pt x="5531" y="816"/>
                    <a:pt x="5684" y="969"/>
                  </a:cubicBezTo>
                  <a:cubicBezTo>
                    <a:pt x="6722" y="2207"/>
                    <a:pt x="6722" y="4017"/>
                    <a:pt x="5684" y="5255"/>
                  </a:cubicBezTo>
                  <a:close/>
                  <a:moveTo>
                    <a:pt x="5684" y="5255"/>
                  </a:moveTo>
                  <a:cubicBezTo>
                    <a:pt x="6455" y="4388"/>
                    <a:pt x="6379" y="3064"/>
                    <a:pt x="5522" y="2293"/>
                  </a:cubicBezTo>
                  <a:cubicBezTo>
                    <a:pt x="5341" y="2141"/>
                    <a:pt x="5141" y="2007"/>
                    <a:pt x="4922" y="1922"/>
                  </a:cubicBezTo>
                  <a:cubicBezTo>
                    <a:pt x="4045" y="1474"/>
                    <a:pt x="2979" y="1760"/>
                    <a:pt x="2445" y="2588"/>
                  </a:cubicBezTo>
                  <a:cubicBezTo>
                    <a:pt x="1817" y="3331"/>
                    <a:pt x="1817" y="4417"/>
                    <a:pt x="2445" y="5160"/>
                  </a:cubicBezTo>
                  <a:cubicBezTo>
                    <a:pt x="3236" y="6074"/>
                    <a:pt x="4617" y="6189"/>
                    <a:pt x="5531" y="5398"/>
                  </a:cubicBezTo>
                  <a:cubicBezTo>
                    <a:pt x="5588" y="5351"/>
                    <a:pt x="5636" y="5303"/>
                    <a:pt x="5684" y="525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4c63f5c2-2ecb-4483-8948-419aa77da605" id="199" name="任意多边形: 形状 198">
              <a:extLst>
                <a:ext uri="{FF2B5EF4-FFF2-40B4-BE49-F238E27FC236}">
                  <a16:creationId id="{D142231F-9139-40BC-92C5-77B95CA3B5A9}"/>
                </a:ext>
              </a:extLst>
            </p:cNvPr>
            <p:cNvSpPr/>
            <p:nvPr/>
          </p:nvSpPr>
          <p:spPr>
            <a:xfrm rot="21190573" flipV="false" flipH="false">
              <a:off x="6308196" y="3362904"/>
              <a:ext cx="7169" cy="7174"/>
            </a:xfrm>
            <a:custGeom>
              <a:avLst/>
              <a:gdLst>
                <a:gd fmla="*/ 5801 w 6660" name="connsiteX0"/>
                <a:gd fmla="*/ 5446 h 6664" name="connsiteY0"/>
                <a:gd fmla="*/ 1610 w 6660" name="connsiteX1"/>
                <a:gd fmla="*/ 6208 h 6664" name="connsiteY1"/>
                <a:gd fmla="*/ 524 w 6660" name="connsiteX2"/>
                <a:gd fmla="*/ 1483 h 6664" name="connsiteY2"/>
                <a:gd fmla="*/ 753 w 6660" name="connsiteX3"/>
                <a:gd fmla="*/ 1159 h 6664" name="connsiteY3"/>
                <a:gd fmla="*/ 5591 w 6660" name="connsiteX4"/>
                <a:gd fmla="*/ 855 h 6664" name="connsiteY4"/>
                <a:gd fmla="*/ 5896 w 6660" name="connsiteX5"/>
                <a:gd fmla="*/ 1159 h 6664" name="connsiteY5"/>
                <a:gd fmla="*/ 5801 w 6660" name="connsiteX6"/>
                <a:gd fmla="*/ 5446 h 6664" name="connsiteY6"/>
                <a:gd fmla="*/ 5801 w 6660" name="connsiteX7"/>
                <a:gd fmla="*/ 5446 h 6664" name="connsiteY7"/>
                <a:gd fmla="*/ 5449 w 6660" name="connsiteX8"/>
                <a:gd fmla="*/ 2236 h 6664" name="connsiteY8"/>
                <a:gd fmla="*/ 5134 w 6660" name="connsiteX9"/>
                <a:gd fmla="*/ 2017 h 6664" name="connsiteY9"/>
                <a:gd fmla="*/ 2563 w 6660" name="connsiteX10"/>
                <a:gd fmla="*/ 2683 h 6664" name="connsiteY10"/>
                <a:gd fmla="*/ 2563 w 6660" name="connsiteX11"/>
                <a:gd fmla="*/ 5350 h 6664" name="connsiteY11"/>
                <a:gd fmla="*/ 5649 w 6660" name="connsiteX12"/>
                <a:gd fmla="*/ 5588 h 6664" name="connsiteY12"/>
                <a:gd fmla="*/ 5801 w 6660" name="connsiteX13"/>
                <a:gd fmla="*/ 5446 h 6664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4" w="6660">
                  <a:moveTo>
                    <a:pt x="5801" y="5446"/>
                  </a:moveTo>
                  <a:cubicBezTo>
                    <a:pt x="4792" y="6712"/>
                    <a:pt x="3001" y="7036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10" y="-260"/>
                    <a:pt x="4172" y="-393"/>
                    <a:pt x="5591" y="855"/>
                  </a:cubicBezTo>
                  <a:cubicBezTo>
                    <a:pt x="5696" y="950"/>
                    <a:pt x="5801" y="1055"/>
                    <a:pt x="5896" y="1159"/>
                  </a:cubicBezTo>
                  <a:cubicBezTo>
                    <a:pt x="6954" y="2407"/>
                    <a:pt x="6906" y="4245"/>
                    <a:pt x="5801" y="5446"/>
                  </a:cubicBezTo>
                  <a:close/>
                  <a:moveTo>
                    <a:pt x="5801" y="5446"/>
                  </a:moveTo>
                  <a:cubicBezTo>
                    <a:pt x="6592" y="4464"/>
                    <a:pt x="6439" y="3026"/>
                    <a:pt x="5449" y="2236"/>
                  </a:cubicBezTo>
                  <a:cubicBezTo>
                    <a:pt x="5353" y="2150"/>
                    <a:pt x="5248" y="2083"/>
                    <a:pt x="5134" y="2017"/>
                  </a:cubicBezTo>
                  <a:cubicBezTo>
                    <a:pt x="4229" y="1636"/>
                    <a:pt x="3172" y="1912"/>
                    <a:pt x="2563" y="2683"/>
                  </a:cubicBezTo>
                  <a:cubicBezTo>
                    <a:pt x="1962" y="3474"/>
                    <a:pt x="1962" y="4560"/>
                    <a:pt x="2563" y="5350"/>
                  </a:cubicBezTo>
                  <a:cubicBezTo>
                    <a:pt x="3353" y="6265"/>
                    <a:pt x="4734" y="6379"/>
                    <a:pt x="5649" y="5588"/>
                  </a:cubicBezTo>
                  <a:cubicBezTo>
                    <a:pt x="5706" y="5541"/>
                    <a:pt x="5753" y="5493"/>
                    <a:pt x="5801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ee3b0f61-1a06-4c9d-af6d-32b9d5ac93e7" id="200" name="任意多边形: 形状 199">
              <a:extLst>
                <a:ext uri="{FF2B5EF4-FFF2-40B4-BE49-F238E27FC236}">
                  <a16:creationId id="{2F8982D2-C962-440E-89C1-0B4326C49B69}"/>
                </a:ext>
              </a:extLst>
            </p:cNvPr>
            <p:cNvSpPr/>
            <p:nvPr/>
          </p:nvSpPr>
          <p:spPr>
            <a:xfrm rot="21190573" flipV="false" flipH="false">
              <a:off x="6335137" y="3380539"/>
              <a:ext cx="7381" cy="7439"/>
            </a:xfrm>
            <a:custGeom>
              <a:avLst/>
              <a:gdLst>
                <a:gd fmla="*/ 6060 w 6857" name="connsiteX0"/>
                <a:gd fmla="*/ 5626 h 6910" name="connsiteY0"/>
                <a:gd fmla="*/ 1869 w 6857" name="connsiteX1"/>
                <a:gd fmla="*/ 6484 h 6910" name="connsiteY1"/>
                <a:gd fmla="*/ 374 w 6857" name="connsiteX2"/>
                <a:gd fmla="*/ 1873 h 6910" name="connsiteY2"/>
                <a:gd fmla="*/ 4984 w 6857" name="connsiteX3"/>
                <a:gd fmla="*/ 378 h 6910" name="connsiteY3"/>
                <a:gd fmla="*/ 6479 w 6857" name="connsiteX4"/>
                <a:gd fmla="*/ 4988 h 6910" name="connsiteY4"/>
                <a:gd fmla="*/ 6060 w 6857" name="connsiteX5"/>
                <a:gd fmla="*/ 5626 h 6910" name="connsiteY5"/>
                <a:gd fmla="*/ 6060 w 6857" name="connsiteX6"/>
                <a:gd fmla="*/ 5626 h 6910" name="connsiteY6"/>
                <a:gd fmla="*/ 5898 w 6857" name="connsiteX7"/>
                <a:gd fmla="*/ 2664 h 6910" name="connsiteY7"/>
                <a:gd fmla="*/ 5298 w 6857" name="connsiteX8"/>
                <a:gd fmla="*/ 2293 h 6910" name="connsiteY8"/>
                <a:gd fmla="*/ 2822 w 6857" name="connsiteX9"/>
                <a:gd fmla="*/ 2959 h 6910" name="connsiteY9"/>
                <a:gd fmla="*/ 2822 w 6857" name="connsiteX10"/>
                <a:gd fmla="*/ 5531 h 6910" name="connsiteY10"/>
                <a:gd fmla="*/ 5765 w 6857" name="connsiteX11"/>
                <a:gd fmla="*/ 5912 h 6910" name="connsiteY11"/>
                <a:gd fmla="*/ 6060 w 6857" name="connsiteX12"/>
                <a:gd fmla="*/ 5626 h 6910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910" w="6857">
                  <a:moveTo>
                    <a:pt x="6060" y="5626"/>
                  </a:moveTo>
                  <a:cubicBezTo>
                    <a:pt x="5079" y="6922"/>
                    <a:pt x="3279" y="7293"/>
                    <a:pt x="1869" y="6484"/>
                  </a:cubicBezTo>
                  <a:cubicBezTo>
                    <a:pt x="183" y="5626"/>
                    <a:pt x="-483" y="3559"/>
                    <a:pt x="374" y="1873"/>
                  </a:cubicBezTo>
                  <a:cubicBezTo>
                    <a:pt x="1231" y="187"/>
                    <a:pt x="3298" y="-489"/>
                    <a:pt x="4984" y="378"/>
                  </a:cubicBezTo>
                  <a:cubicBezTo>
                    <a:pt x="6670" y="1235"/>
                    <a:pt x="7346" y="3302"/>
                    <a:pt x="6479" y="4988"/>
                  </a:cubicBezTo>
                  <a:cubicBezTo>
                    <a:pt x="6365" y="5217"/>
                    <a:pt x="6222" y="5426"/>
                    <a:pt x="6060" y="5626"/>
                  </a:cubicBezTo>
                  <a:close/>
                  <a:moveTo>
                    <a:pt x="6060" y="5626"/>
                  </a:moveTo>
                  <a:cubicBezTo>
                    <a:pt x="6832" y="4760"/>
                    <a:pt x="6755" y="3435"/>
                    <a:pt x="5898" y="2664"/>
                  </a:cubicBezTo>
                  <a:cubicBezTo>
                    <a:pt x="5717" y="2512"/>
                    <a:pt x="5517" y="2378"/>
                    <a:pt x="5298" y="2293"/>
                  </a:cubicBezTo>
                  <a:cubicBezTo>
                    <a:pt x="4422" y="1845"/>
                    <a:pt x="3355" y="2131"/>
                    <a:pt x="2822" y="2959"/>
                  </a:cubicBezTo>
                  <a:cubicBezTo>
                    <a:pt x="2193" y="3702"/>
                    <a:pt x="2193" y="4788"/>
                    <a:pt x="2822" y="5531"/>
                  </a:cubicBezTo>
                  <a:cubicBezTo>
                    <a:pt x="3526" y="6445"/>
                    <a:pt x="4841" y="6617"/>
                    <a:pt x="5765" y="5912"/>
                  </a:cubicBezTo>
                  <a:cubicBezTo>
                    <a:pt x="5870" y="5826"/>
                    <a:pt x="5974" y="5731"/>
                    <a:pt x="6060" y="562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907423a5-eb16-4b6c-9f1f-e2f5f8209c8b" id="201" name="任意多边形: 形状 200">
              <a:extLst>
                <a:ext uri="{FF2B5EF4-FFF2-40B4-BE49-F238E27FC236}">
                  <a16:creationId id="{A697D935-DD4A-4DA9-980A-1EA4508163E6}"/>
                </a:ext>
              </a:extLst>
            </p:cNvPr>
            <p:cNvSpPr/>
            <p:nvPr/>
          </p:nvSpPr>
          <p:spPr>
            <a:xfrm rot="21190573" flipV="false" flipH="false">
              <a:off x="6362656" y="3398623"/>
              <a:ext cx="7188" cy="7155"/>
            </a:xfrm>
            <a:custGeom>
              <a:avLst/>
              <a:gdLst>
                <a:gd fmla="*/ 5899 w 6677" name="connsiteX0"/>
                <a:gd fmla="*/ 5445 h 6647" name="connsiteY0"/>
                <a:gd fmla="*/ 1612 w 6677" name="connsiteX1"/>
                <a:gd fmla="*/ 6207 h 6647" name="connsiteY1"/>
                <a:gd fmla="*/ 526 w 6677" name="connsiteX2"/>
                <a:gd fmla="*/ 1483 h 6647" name="connsiteY2"/>
                <a:gd fmla="*/ 755 w 6677" name="connsiteX3"/>
                <a:gd fmla="*/ 1159 h 6647" name="connsiteY3"/>
                <a:gd fmla="*/ 5594 w 6677" name="connsiteX4"/>
                <a:gd fmla="*/ 854 h 6647" name="connsiteY4"/>
                <a:gd fmla="*/ 5899 w 6677" name="connsiteX5"/>
                <a:gd fmla="*/ 1159 h 6647" name="connsiteY5"/>
                <a:gd fmla="*/ 5899 w 6677" name="connsiteX6"/>
                <a:gd fmla="*/ 5445 h 6647" name="connsiteY6"/>
                <a:gd fmla="*/ 5899 w 6677" name="connsiteX7"/>
                <a:gd fmla="*/ 5445 h 6647" name="connsiteY7"/>
                <a:gd fmla="*/ 5317 w 6677" name="connsiteX8"/>
                <a:gd fmla="*/ 2131 h 6647" name="connsiteY8"/>
                <a:gd fmla="*/ 5137 w 6677" name="connsiteX9"/>
                <a:gd fmla="*/ 2016 h 6647" name="connsiteY9"/>
                <a:gd fmla="*/ 2184 w 6677" name="connsiteX10"/>
                <a:gd fmla="*/ 3341 h 6647" name="connsiteY10"/>
                <a:gd fmla="*/ 2374 w 6677" name="connsiteX11"/>
                <a:gd fmla="*/ 5350 h 6647" name="connsiteY11"/>
                <a:gd fmla="*/ 5584 w 6677" name="connsiteX12"/>
                <a:gd fmla="*/ 5741 h 6647" name="connsiteY12"/>
                <a:gd fmla="*/ 5899 w 6677" name="connsiteX13"/>
                <a:gd fmla="*/ 5445 h 664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7" w="6677">
                  <a:moveTo>
                    <a:pt x="5899" y="5445"/>
                  </a:moveTo>
                  <a:cubicBezTo>
                    <a:pt x="4832" y="6693"/>
                    <a:pt x="3041" y="7008"/>
                    <a:pt x="1612" y="6207"/>
                  </a:cubicBezTo>
                  <a:cubicBezTo>
                    <a:pt x="3" y="5198"/>
                    <a:pt x="-483" y="3083"/>
                    <a:pt x="526" y="1483"/>
                  </a:cubicBezTo>
                  <a:cubicBezTo>
                    <a:pt x="593" y="1369"/>
                    <a:pt x="669" y="1264"/>
                    <a:pt x="755" y="1159"/>
                  </a:cubicBezTo>
                  <a:cubicBezTo>
                    <a:pt x="2003" y="-260"/>
                    <a:pt x="4174" y="-393"/>
                    <a:pt x="5594" y="854"/>
                  </a:cubicBezTo>
                  <a:cubicBezTo>
                    <a:pt x="5699" y="950"/>
                    <a:pt x="5803" y="1054"/>
                    <a:pt x="5899" y="1159"/>
                  </a:cubicBezTo>
                  <a:cubicBezTo>
                    <a:pt x="6937" y="2398"/>
                    <a:pt x="6937" y="4207"/>
                    <a:pt x="5899" y="5445"/>
                  </a:cubicBezTo>
                  <a:close/>
                  <a:moveTo>
                    <a:pt x="5899" y="5445"/>
                  </a:moveTo>
                  <a:cubicBezTo>
                    <a:pt x="6651" y="4369"/>
                    <a:pt x="6394" y="2883"/>
                    <a:pt x="5317" y="2131"/>
                  </a:cubicBezTo>
                  <a:cubicBezTo>
                    <a:pt x="5260" y="2093"/>
                    <a:pt x="5194" y="2055"/>
                    <a:pt x="5137" y="2016"/>
                  </a:cubicBezTo>
                  <a:cubicBezTo>
                    <a:pt x="3955" y="1569"/>
                    <a:pt x="2632" y="2159"/>
                    <a:pt x="2184" y="3341"/>
                  </a:cubicBezTo>
                  <a:cubicBezTo>
                    <a:pt x="1936" y="3998"/>
                    <a:pt x="2003" y="4741"/>
                    <a:pt x="2374" y="5350"/>
                  </a:cubicBezTo>
                  <a:cubicBezTo>
                    <a:pt x="3155" y="6341"/>
                    <a:pt x="4584" y="6522"/>
                    <a:pt x="5584" y="5741"/>
                  </a:cubicBezTo>
                  <a:cubicBezTo>
                    <a:pt x="5699" y="5655"/>
                    <a:pt x="5803" y="5550"/>
                    <a:pt x="5899" y="544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95460f68-934d-4137-9c71-5275526c3abb" id="202" name="任意多边形: 形状 201">
              <a:extLst>
                <a:ext uri="{FF2B5EF4-FFF2-40B4-BE49-F238E27FC236}">
                  <a16:creationId id="{652FA539-6717-4A18-AC97-2F99A1654BDF}"/>
                </a:ext>
              </a:extLst>
            </p:cNvPr>
            <p:cNvSpPr/>
            <p:nvPr/>
          </p:nvSpPr>
          <p:spPr>
            <a:xfrm rot="21190573" flipV="false" flipH="false">
              <a:off x="6099951" y="2669990"/>
              <a:ext cx="677966" cy="692877"/>
            </a:xfrm>
            <a:custGeom>
              <a:avLst/>
              <a:gdLst>
                <a:gd fmla="*/ 629793 w 629793" name="connsiteX0"/>
                <a:gd fmla="*/ 137 h 643645" name="connsiteY0"/>
                <a:gd fmla="*/ 442055 w 629793" name="connsiteX1"/>
                <a:gd fmla="*/ 119009 h 643645" name="connsiteY1"/>
                <a:gd fmla="*/ 295275 w 629793" name="connsiteX2"/>
                <a:gd fmla="*/ 294269 h 643645" name="connsiteY2"/>
                <a:gd fmla="*/ 0 w 629793" name="connsiteX3"/>
                <a:gd fmla="*/ 643646 h 643645" name="connsiteY3"/>
                <a:gd fmla="*/ 293084 w 629793" name="connsiteX4"/>
                <a:gd fmla="*/ 292745 h 643645" name="connsiteY4"/>
                <a:gd fmla="*/ 440436 w 629793" name="connsiteX5"/>
                <a:gd fmla="*/ 117961 h 643645" name="connsiteY5"/>
                <a:gd fmla="*/ 477584 w 629793" name="connsiteX6"/>
                <a:gd fmla="*/ 74432 h 643645" name="connsiteY6"/>
                <a:gd fmla="*/ 523113 w 629793" name="connsiteX7"/>
                <a:gd fmla="*/ 40047 h 643645" name="connsiteY7"/>
                <a:gd fmla="*/ 574643 w 629793" name="connsiteX8"/>
                <a:gd fmla="*/ 15281 h 643645" name="connsiteY8"/>
                <a:gd fmla="*/ 601599 w 629793" name="connsiteX9"/>
                <a:gd fmla="*/ 5756 h 643645" name="connsiteY9"/>
                <a:gd fmla="*/ 615410 w 629793" name="connsiteX10"/>
                <a:gd fmla="*/ 1851 h 643645" name="connsiteY10"/>
                <a:gd fmla="*/ 629793 w 629793" name="connsiteX11"/>
                <a:gd fmla="*/ 137 h 643645" name="connsiteY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b="b" l="l" r="r" t="t"/>
              <a:pathLst>
                <a:path h="643645" w="629793">
                  <a:moveTo>
                    <a:pt x="629793" y="137"/>
                  </a:moveTo>
                  <a:cubicBezTo>
                    <a:pt x="555975" y="14710"/>
                    <a:pt x="484537" y="54905"/>
                    <a:pt x="442055" y="119009"/>
                  </a:cubicBezTo>
                  <a:lnTo>
                    <a:pt x="295275" y="294269"/>
                  </a:lnTo>
                  <a:lnTo>
                    <a:pt x="0" y="643646"/>
                  </a:lnTo>
                  <a:lnTo>
                    <a:pt x="293084" y="292745"/>
                  </a:lnTo>
                  <a:lnTo>
                    <a:pt x="440436" y="117961"/>
                  </a:lnTo>
                  <a:cubicBezTo>
                    <a:pt x="452819" y="103483"/>
                    <a:pt x="464725" y="88624"/>
                    <a:pt x="477584" y="74432"/>
                  </a:cubicBezTo>
                  <a:cubicBezTo>
                    <a:pt x="491157" y="60982"/>
                    <a:pt x="506463" y="49419"/>
                    <a:pt x="523113" y="40047"/>
                  </a:cubicBezTo>
                  <a:cubicBezTo>
                    <a:pt x="539668" y="30550"/>
                    <a:pt x="556889" y="22273"/>
                    <a:pt x="574643" y="15281"/>
                  </a:cubicBezTo>
                  <a:cubicBezTo>
                    <a:pt x="583597" y="11757"/>
                    <a:pt x="592550" y="8519"/>
                    <a:pt x="601599" y="5756"/>
                  </a:cubicBezTo>
                  <a:cubicBezTo>
                    <a:pt x="606171" y="4328"/>
                    <a:pt x="611124" y="2994"/>
                    <a:pt x="615410" y="1851"/>
                  </a:cubicBezTo>
                  <a:cubicBezTo>
                    <a:pt x="620030" y="289"/>
                    <a:pt x="624935" y="-292"/>
                    <a:pt x="629793" y="137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6411184-4824-4379-9139-7d0d76f01c67" id="203" name="任意多边形: 形状 202">
              <a:extLst>
                <a:ext uri="{FF2B5EF4-FFF2-40B4-BE49-F238E27FC236}">
                  <a16:creationId id="{EBF0E55A-674F-4C73-AA66-DF77270EE241}"/>
                </a:ext>
              </a:extLst>
            </p:cNvPr>
            <p:cNvSpPr/>
            <p:nvPr/>
          </p:nvSpPr>
          <p:spPr>
            <a:xfrm rot="21190573" flipV="false" flipH="false">
              <a:off x="6217404" y="2662778"/>
              <a:ext cx="566516" cy="787062"/>
            </a:xfrm>
            <a:custGeom>
              <a:avLst/>
              <a:gdLst>
                <a:gd fmla="*/ 525113 w 526262" name="connsiteX0"/>
                <a:gd fmla="*/ 0 h 731138" name="connsiteY0"/>
                <a:gd fmla="*/ 525875 w 526262" name="connsiteX1"/>
                <a:gd fmla="*/ 14097 h 731138" name="connsiteY1"/>
                <a:gd fmla="*/ 524447 w 526262" name="connsiteX2"/>
                <a:gd fmla="*/ 28384 h 731138" name="connsiteY2"/>
                <a:gd fmla="*/ 519684 w 526262" name="connsiteX3"/>
                <a:gd fmla="*/ 56959 h 731138" name="connsiteY3"/>
                <a:gd fmla="*/ 504254 w 526262" name="connsiteX4"/>
                <a:gd fmla="*/ 112014 h 731138" name="connsiteY4"/>
                <a:gd fmla="*/ 478250 w 526262" name="connsiteX5"/>
                <a:gd fmla="*/ 162877 h 731138" name="connsiteY5"/>
                <a:gd fmla="*/ 441770 w 526262" name="connsiteX6"/>
                <a:gd fmla="*/ 206978 h 731138" name="connsiteY6"/>
                <a:gd fmla="*/ 295275 w 526262" name="connsiteX7"/>
                <a:gd fmla="*/ 381857 h 731138" name="connsiteY7"/>
                <a:gd fmla="*/ 0 w 526262" name="connsiteX8"/>
                <a:gd fmla="*/ 731139 h 731138" name="connsiteY8"/>
                <a:gd fmla="*/ 293180 w 526262" name="connsiteX9"/>
                <a:gd fmla="*/ 380333 h 731138" name="connsiteY9"/>
                <a:gd fmla="*/ 440436 w 526262" name="connsiteX10"/>
                <a:gd fmla="*/ 205454 h 731138" name="connsiteY10"/>
                <a:gd fmla="*/ 525113 w 526262" name="connsiteX11"/>
                <a:gd fmla="*/ 0 h 731138" name="connsiteY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b="b" l="l" r="r" t="t"/>
              <a:pathLst>
                <a:path h="731138" w="526262">
                  <a:moveTo>
                    <a:pt x="525113" y="0"/>
                  </a:moveTo>
                  <a:cubicBezTo>
                    <a:pt x="526323" y="4601"/>
                    <a:pt x="526580" y="9392"/>
                    <a:pt x="525875" y="14097"/>
                  </a:cubicBezTo>
                  <a:cubicBezTo>
                    <a:pt x="525875" y="18859"/>
                    <a:pt x="525399" y="23622"/>
                    <a:pt x="524447" y="28384"/>
                  </a:cubicBezTo>
                  <a:cubicBezTo>
                    <a:pt x="523304" y="37909"/>
                    <a:pt x="521589" y="47434"/>
                    <a:pt x="519684" y="56959"/>
                  </a:cubicBezTo>
                  <a:cubicBezTo>
                    <a:pt x="515884" y="75657"/>
                    <a:pt x="510721" y="94059"/>
                    <a:pt x="504254" y="112014"/>
                  </a:cubicBezTo>
                  <a:cubicBezTo>
                    <a:pt x="497881" y="130045"/>
                    <a:pt x="489137" y="147152"/>
                    <a:pt x="478250" y="162877"/>
                  </a:cubicBezTo>
                  <a:cubicBezTo>
                    <a:pt x="466439" y="178022"/>
                    <a:pt x="453866" y="192310"/>
                    <a:pt x="441770" y="206978"/>
                  </a:cubicBezTo>
                  <a:lnTo>
                    <a:pt x="295275" y="381857"/>
                  </a:lnTo>
                  <a:lnTo>
                    <a:pt x="0" y="731139"/>
                  </a:lnTo>
                  <a:lnTo>
                    <a:pt x="293180" y="380333"/>
                  </a:lnTo>
                  <a:lnTo>
                    <a:pt x="440436" y="205454"/>
                  </a:lnTo>
                  <a:cubicBezTo>
                    <a:pt x="496348" y="152590"/>
                    <a:pt x="523875" y="75247"/>
                    <a:pt x="525113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497a05f8-f00e-4bdd-a9d8-19b2781b3456" id="204" name="任意多边形: 形状 203">
              <a:extLst>
                <a:ext uri="{FF2B5EF4-FFF2-40B4-BE49-F238E27FC236}">
                  <a16:creationId id="{6A92BEE6-B670-4544-8C3E-4D90CE06251D}"/>
                </a:ext>
              </a:extLst>
            </p:cNvPr>
            <p:cNvSpPr/>
            <p:nvPr/>
          </p:nvSpPr>
          <p:spPr>
            <a:xfrm rot="1991773" flipV="false" flipH="false">
              <a:off x="6119954" y="3437401"/>
              <a:ext cx="149086" cy="40398"/>
            </a:xfrm>
            <a:custGeom>
              <a:avLst/>
              <a:gdLst>
                <a:gd fmla="*/ 0 w 138493" name="connsiteX0"/>
                <a:gd fmla="*/ 0 h 37528" name="connsiteY0"/>
                <a:gd fmla="*/ 138494 w 138493" name="connsiteX1"/>
                <a:gd fmla="*/ 0 h 37528" name="connsiteY1"/>
                <a:gd fmla="*/ 138494 w 138493" name="connsiteX2"/>
                <a:gd fmla="*/ 37528 h 37528" name="connsiteY2"/>
                <a:gd fmla="*/ 0 w 138493" name="connsiteX3"/>
                <a:gd fmla="*/ 37528 h 37528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37528" w="138493">
                  <a:moveTo>
                    <a:pt x="0" y="0"/>
                  </a:moveTo>
                  <a:lnTo>
                    <a:pt x="138494" y="0"/>
                  </a:lnTo>
                  <a:lnTo>
                    <a:pt x="138494" y="37528"/>
                  </a:lnTo>
                  <a:lnTo>
                    <a:pt x="0" y="37528"/>
                  </a:ln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3ae136e1-ca93-4412-9f84-3a7f56386dec" id="205" name="任意多边形: 形状 204">
              <a:extLst>
                <a:ext uri="{FF2B5EF4-FFF2-40B4-BE49-F238E27FC236}">
                  <a16:creationId id="{68445293-1CE3-4BD4-9A1D-93DF2E60B8D8}"/>
                </a:ext>
              </a:extLst>
            </p:cNvPr>
            <p:cNvSpPr/>
            <p:nvPr/>
          </p:nvSpPr>
          <p:spPr>
            <a:xfrm rot="1991773" flipV="false" flipH="false">
              <a:off x="6113085" y="3472882"/>
              <a:ext cx="129707" cy="20200"/>
            </a:xfrm>
            <a:custGeom>
              <a:avLst/>
              <a:gdLst>
                <a:gd fmla="*/ 0 w 120491" name="connsiteX0"/>
                <a:gd fmla="*/ 0 h 18764" name="connsiteY0"/>
                <a:gd fmla="*/ 120491 w 120491" name="connsiteX1"/>
                <a:gd fmla="*/ 0 h 18764" name="connsiteY1"/>
                <a:gd fmla="*/ 120491 w 120491" name="connsiteX2"/>
                <a:gd fmla="*/ 18764 h 18764" name="connsiteY2"/>
                <a:gd fmla="*/ 0 w 120491" name="connsiteX3"/>
                <a:gd fmla="*/ 18764 h 18764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18764" w="120491">
                  <a:moveTo>
                    <a:pt x="0" y="0"/>
                  </a:moveTo>
                  <a:lnTo>
                    <a:pt x="120491" y="0"/>
                  </a:lnTo>
                  <a:lnTo>
                    <a:pt x="120491" y="18764"/>
                  </a:lnTo>
                  <a:lnTo>
                    <a:pt x="0" y="18764"/>
                  </a:lnTo>
                  <a:close/>
                </a:path>
              </a:pathLst>
            </a:custGeom>
            <a:solidFill>
              <a:srgbClr val="37474F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7f285b3-d6bf-4a87-ae8e-9e8815eeb3c9" id="206" name="任意多边形: 形状 205">
              <a:extLst>
                <a:ext uri="{FF2B5EF4-FFF2-40B4-BE49-F238E27FC236}">
                  <a16:creationId id="{913A54D9-1E92-4E8C-97D1-C3F15BD7017A}"/>
                </a:ext>
              </a:extLst>
            </p:cNvPr>
            <p:cNvSpPr/>
            <p:nvPr/>
          </p:nvSpPr>
          <p:spPr>
            <a:xfrm rot="1991773" flipV="false" flipH="false">
              <a:off x="6113467" y="3490152"/>
              <a:ext cx="108995" cy="15790"/>
            </a:xfrm>
            <a:custGeom>
              <a:avLst/>
              <a:gdLst>
                <a:gd fmla="*/ 0 w 101250" name="connsiteX0"/>
                <a:gd fmla="*/ 0 h 14668" name="connsiteY0"/>
                <a:gd fmla="*/ 101251 w 101250" name="connsiteX1"/>
                <a:gd fmla="*/ 0 h 14668" name="connsiteY1"/>
                <a:gd fmla="*/ 101251 w 101250" name="connsiteX2"/>
                <a:gd fmla="*/ 14668 h 14668" name="connsiteY2"/>
                <a:gd fmla="*/ 0 w 101250" name="connsiteX3"/>
                <a:gd fmla="*/ 14668 h 14668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14668" w="101250">
                  <a:moveTo>
                    <a:pt x="0" y="0"/>
                  </a:moveTo>
                  <a:lnTo>
                    <a:pt x="101251" y="0"/>
                  </a:lnTo>
                  <a:lnTo>
                    <a:pt x="101251" y="14668"/>
                  </a:lnTo>
                  <a:lnTo>
                    <a:pt x="0" y="14668"/>
                  </a:ln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00385e0e-d2bd-4ddb-b8d2-d11ea23c6194" id="207" name="任意多边形: 形状 206">
              <a:extLst>
                <a:ext uri="{FF2B5EF4-FFF2-40B4-BE49-F238E27FC236}">
                  <a16:creationId id="{E84968A0-F8F1-43C7-AA06-C5C5C5FAEBB3}"/>
                </a:ext>
              </a:extLst>
            </p:cNvPr>
            <p:cNvSpPr/>
            <p:nvPr/>
          </p:nvSpPr>
          <p:spPr>
            <a:xfrm rot="1991773" flipV="false" flipH="false">
              <a:off x="6041433" y="3544796"/>
              <a:ext cx="180463" cy="17636"/>
            </a:xfrm>
            <a:custGeom>
              <a:avLst/>
              <a:gdLst>
                <a:gd fmla="*/ 0 w 167640" name="connsiteX0"/>
                <a:gd fmla="*/ 0 h 16383" name="connsiteY0"/>
                <a:gd fmla="*/ 167640 w 167640" name="connsiteX1"/>
                <a:gd fmla="*/ 0 h 16383" name="connsiteY1"/>
                <a:gd fmla="*/ 167640 w 167640" name="connsiteX2"/>
                <a:gd fmla="*/ 16383 h 16383" name="connsiteY2"/>
                <a:gd fmla="*/ 0 w 167640" name="connsiteX3"/>
                <a:gd fmla="*/ 16383 h 16383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16383" w="167640">
                  <a:moveTo>
                    <a:pt x="0" y="0"/>
                  </a:moveTo>
                  <a:lnTo>
                    <a:pt x="167640" y="0"/>
                  </a:lnTo>
                  <a:lnTo>
                    <a:pt x="167640" y="16383"/>
                  </a:lnTo>
                  <a:lnTo>
                    <a:pt x="0" y="16383"/>
                  </a:ln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a18bf221-2318-4c15-948f-67f47f96c4b2" id="208" name="任意多边形: 形状 207">
              <a:extLst>
                <a:ext uri="{FF2B5EF4-FFF2-40B4-BE49-F238E27FC236}">
                  <a16:creationId id="{F38D80B3-2B92-464D-BD7A-1D11542D6A82}"/>
                </a:ext>
              </a:extLst>
            </p:cNvPr>
            <p:cNvSpPr/>
            <p:nvPr/>
          </p:nvSpPr>
          <p:spPr>
            <a:xfrm rot="21190573" flipV="false" flipH="false">
              <a:off x="6073782" y="3486776"/>
              <a:ext cx="126476" cy="111532"/>
            </a:xfrm>
            <a:custGeom>
              <a:avLst/>
              <a:gdLst>
                <a:gd fmla="*/ 115253 w 117489" name="connsiteX0"/>
                <a:gd fmla="*/ 103608 h 103607" name="connsiteY0"/>
                <a:gd fmla="*/ 0 w 117489" name="connsiteX1"/>
                <a:gd fmla="*/ 6834 h 103607" name="connsiteY1"/>
                <a:gd fmla="*/ 110681 w 117489" name="connsiteX2"/>
                <a:gd fmla="*/ 51125 h 103607" name="connsiteY2"/>
                <a:gd fmla="*/ 115253 w 117489" name="connsiteX3"/>
                <a:gd fmla="*/ 103608 h 103607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103607" w="117489">
                  <a:moveTo>
                    <a:pt x="115253" y="103608"/>
                  </a:moveTo>
                  <a:lnTo>
                    <a:pt x="0" y="6834"/>
                  </a:lnTo>
                  <a:cubicBezTo>
                    <a:pt x="42796" y="-11502"/>
                    <a:pt x="92345" y="8329"/>
                    <a:pt x="110681" y="51125"/>
                  </a:cubicBezTo>
                  <a:cubicBezTo>
                    <a:pt x="117767" y="67680"/>
                    <a:pt x="119377" y="86072"/>
                    <a:pt x="115253" y="103608"/>
                  </a:cubicBezTo>
                  <a:close/>
                </a:path>
              </a:pathLst>
            </a:custGeom>
            <a:solidFill>
              <a:srgbClr val="37474F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117c036a-af8c-4097-9433-5663b9cc0275" id="209" name="任意多边形: 形状 208">
              <a:extLst>
                <a:ext uri="{FF2B5EF4-FFF2-40B4-BE49-F238E27FC236}">
                  <a16:creationId id="{0623ED35-243A-48CD-96B0-4365117E0546}"/>
                </a:ext>
              </a:extLst>
            </p:cNvPr>
            <p:cNvSpPr/>
            <p:nvPr/>
          </p:nvSpPr>
          <p:spPr>
            <a:xfrm rot="21190573" flipV="false" flipH="false">
              <a:off x="5824486" y="3451988"/>
              <a:ext cx="220546" cy="256441"/>
            </a:xfrm>
            <a:custGeom>
              <a:avLst/>
              <a:gdLst>
                <a:gd fmla="*/ 163259 w 204876" name="connsiteX0"/>
                <a:gd fmla="*/ 135826 h 238220" name="connsiteY0"/>
                <a:gd fmla="*/ 0 w 204876" name="connsiteX1"/>
                <a:gd fmla="*/ 238220 h 238220" name="connsiteY1"/>
                <a:gd fmla="*/ 72771 w 204876" name="connsiteX2"/>
                <a:gd fmla="*/ 59817 h 238220" name="connsiteY2"/>
                <a:gd fmla="*/ 173260 w 204876" name="connsiteX3"/>
                <a:gd fmla="*/ 0 h 238220" name="connsiteY3"/>
                <a:gd fmla="*/ 204692 w 204876" name="connsiteX4"/>
                <a:gd fmla="*/ 26384 h 238220" name="connsiteY4"/>
                <a:gd fmla="*/ 163259 w 204876" name="connsiteX5"/>
                <a:gd fmla="*/ 135826 h 238220" name="connsiteY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b="b" l="l" r="r" t="t"/>
              <a:pathLst>
                <a:path h="238220" w="204876">
                  <a:moveTo>
                    <a:pt x="163259" y="135826"/>
                  </a:moveTo>
                  <a:cubicBezTo>
                    <a:pt x="116396" y="191643"/>
                    <a:pt x="0" y="238220"/>
                    <a:pt x="0" y="238220"/>
                  </a:cubicBezTo>
                  <a:cubicBezTo>
                    <a:pt x="0" y="238220"/>
                    <a:pt x="25813" y="115633"/>
                    <a:pt x="72771" y="59817"/>
                  </a:cubicBezTo>
                  <a:cubicBezTo>
                    <a:pt x="119729" y="4000"/>
                    <a:pt x="173260" y="0"/>
                    <a:pt x="173260" y="0"/>
                  </a:cubicBezTo>
                  <a:lnTo>
                    <a:pt x="204692" y="26384"/>
                  </a:lnTo>
                  <a:cubicBezTo>
                    <a:pt x="204692" y="26384"/>
                    <a:pt x="210026" y="80200"/>
                    <a:pt x="163259" y="135826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  <a:alpha val="80000"/>
              </a:schemeClr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0b636c92-b886-47f0-abf3-bd242ef43a7f" id="210" name="任意多边形: 形状 209">
              <a:extLst>
                <a:ext uri="{FF2B5EF4-FFF2-40B4-BE49-F238E27FC236}">
                  <a16:creationId id="{182ECFF7-695F-4764-9807-7D0CCC8A73C2}"/>
                </a:ext>
              </a:extLst>
            </p:cNvPr>
            <p:cNvSpPr/>
            <p:nvPr/>
          </p:nvSpPr>
          <p:spPr>
            <a:xfrm rot="21190573" flipV="false" flipH="false">
              <a:off x="5878862" y="3453249"/>
              <a:ext cx="157089" cy="182717"/>
            </a:xfrm>
            <a:custGeom>
              <a:avLst/>
              <a:gdLst>
                <a:gd fmla="*/ 116396 w 145927" name="connsiteX0"/>
                <a:gd fmla="*/ 96774 h 169735" name="connsiteY0"/>
                <a:gd fmla="*/ 0 w 145927" name="connsiteX1"/>
                <a:gd fmla="*/ 169736 h 169735" name="connsiteY1"/>
                <a:gd fmla="*/ 51816 w 145927" name="connsiteX2"/>
                <a:gd fmla="*/ 42577 h 169735" name="connsiteY2"/>
                <a:gd fmla="*/ 123539 w 145927" name="connsiteX3"/>
                <a:gd fmla="*/ 0 h 169735" name="connsiteY3"/>
                <a:gd fmla="*/ 145923 w 145927" name="connsiteX4"/>
                <a:gd fmla="*/ 19050 h 169735" name="connsiteY4"/>
                <a:gd fmla="*/ 116396 w 145927" name="connsiteX5"/>
                <a:gd fmla="*/ 96774 h 169735" name="connsiteY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b="b" l="l" r="r" t="t"/>
              <a:pathLst>
                <a:path h="169735" w="145927">
                  <a:moveTo>
                    <a:pt x="116396" y="96774"/>
                  </a:moveTo>
                  <a:cubicBezTo>
                    <a:pt x="82963" y="136589"/>
                    <a:pt x="0" y="169736"/>
                    <a:pt x="0" y="169736"/>
                  </a:cubicBezTo>
                  <a:cubicBezTo>
                    <a:pt x="0" y="169736"/>
                    <a:pt x="18383" y="82391"/>
                    <a:pt x="51816" y="42577"/>
                  </a:cubicBezTo>
                  <a:cubicBezTo>
                    <a:pt x="69504" y="19860"/>
                    <a:pt x="95126" y="4648"/>
                    <a:pt x="123539" y="0"/>
                  </a:cubicBezTo>
                  <a:lnTo>
                    <a:pt x="145923" y="19050"/>
                  </a:lnTo>
                  <a:cubicBezTo>
                    <a:pt x="146190" y="47749"/>
                    <a:pt x="135646" y="75495"/>
                    <a:pt x="116396" y="96774"/>
                  </a:cubicBezTo>
                  <a:close/>
                </a:path>
              </a:pathLst>
            </a:custGeom>
            <a:solidFill>
              <a:schemeClr val="accent2">
                <a:alpha val="80000"/>
              </a:schemeClr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5cd69e8a-340d-421b-9d35-3e602364ad47" id="211" name="任意多边形: 形状 210">
              <a:extLst>
                <a:ext uri="{FF2B5EF4-FFF2-40B4-BE49-F238E27FC236}">
                  <a16:creationId id="{7D0F5058-9F54-4199-9E1B-7ECEAFCFB74D}"/>
                </a:ext>
              </a:extLst>
            </p:cNvPr>
            <p:cNvSpPr/>
            <p:nvPr/>
          </p:nvSpPr>
          <p:spPr>
            <a:xfrm rot="21190573" flipV="false" flipH="false">
              <a:off x="5939935" y="2586509"/>
              <a:ext cx="727781" cy="824893"/>
            </a:xfrm>
            <a:custGeom>
              <a:avLst/>
              <a:gdLst>
                <a:gd fmla="*/ 574834 w 676070" name="connsiteX0"/>
                <a:gd fmla="*/ 292508 h 766281" name="connsiteY0"/>
                <a:gd fmla="*/ 176975 w 676070" name="connsiteX1"/>
                <a:gd fmla="*/ 766282 h 766281" name="connsiteY1"/>
                <a:gd fmla="*/ 0 w 676070" name="connsiteX2"/>
                <a:gd fmla="*/ 617597 h 766281" name="connsiteY2"/>
                <a:gd fmla="*/ 397859 w 676070" name="connsiteX3"/>
                <a:gd fmla="*/ 143918 h 766281" name="connsiteY3"/>
                <a:gd fmla="*/ 566166 w 676070" name="connsiteX4"/>
                <a:gd fmla="*/ 13902 h 766281" name="connsiteY4"/>
                <a:gd fmla="*/ 665702 w 676070" name="connsiteX5"/>
                <a:gd fmla="*/ 4377 h 766281" name="connsiteY5"/>
                <a:gd fmla="*/ 673799 w 676070" name="connsiteX6"/>
                <a:gd fmla="*/ 104104 h 766281" name="connsiteY6"/>
                <a:gd fmla="*/ 574834 w 676070" name="connsiteX7"/>
                <a:gd fmla="*/ 292508 h 766281" name="connsiteY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b="b" l="l" r="r" t="t"/>
              <a:pathLst>
                <a:path h="766281" w="676070">
                  <a:moveTo>
                    <a:pt x="574834" y="292508"/>
                  </a:moveTo>
                  <a:lnTo>
                    <a:pt x="176975" y="766282"/>
                  </a:lnTo>
                  <a:lnTo>
                    <a:pt x="0" y="617597"/>
                  </a:lnTo>
                  <a:cubicBezTo>
                    <a:pt x="0" y="617597"/>
                    <a:pt x="342900" y="209546"/>
                    <a:pt x="397859" y="143918"/>
                  </a:cubicBezTo>
                  <a:cubicBezTo>
                    <a:pt x="452819" y="78291"/>
                    <a:pt x="480536" y="36286"/>
                    <a:pt x="566166" y="13902"/>
                  </a:cubicBezTo>
                  <a:cubicBezTo>
                    <a:pt x="640652" y="-5148"/>
                    <a:pt x="659416" y="-671"/>
                    <a:pt x="665702" y="4377"/>
                  </a:cubicBezTo>
                  <a:cubicBezTo>
                    <a:pt x="671989" y="9425"/>
                    <a:pt x="680085" y="27332"/>
                    <a:pt x="673799" y="104104"/>
                  </a:cubicBezTo>
                  <a:cubicBezTo>
                    <a:pt x="666464" y="192401"/>
                    <a:pt x="629984" y="226786"/>
                    <a:pt x="574834" y="292508"/>
                  </a:cubicBezTo>
                  <a:close/>
                </a:path>
              </a:pathLst>
            </a:custGeom>
            <a:solidFill>
              <a:srgbClr val="EBEBEB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df92668c-c028-415c-b069-cc7f7312f066" id="212" name="任意多边形: 形状 211">
              <a:extLst>
                <a:ext uri="{FF2B5EF4-FFF2-40B4-BE49-F238E27FC236}">
                  <a16:creationId id="{7B062AF1-12AC-47CC-8AC7-44916FC59C3F}"/>
                </a:ext>
              </a:extLst>
            </p:cNvPr>
            <p:cNvSpPr/>
            <p:nvPr/>
          </p:nvSpPr>
          <p:spPr>
            <a:xfrm rot="21190573" flipV="false" flipH="false">
              <a:off x="6543662" y="2550390"/>
              <a:ext cx="76902" cy="69947"/>
            </a:xfrm>
            <a:custGeom>
              <a:avLst/>
              <a:gdLst>
                <a:gd fmla="*/ 71342 w 71438" name="connsiteX0"/>
                <a:gd fmla="*/ 64976 h 64976" name="connsiteY0"/>
                <a:gd fmla="*/ 0 w 71438" name="connsiteX1"/>
                <a:gd fmla="*/ 4969 h 64976" name="connsiteY1"/>
                <a:gd fmla="*/ 61055 w 71438" name="connsiteX2"/>
                <a:gd fmla="*/ 4969 h 64976" name="connsiteY2"/>
                <a:gd fmla="*/ 71342 w 71438" name="connsiteX3"/>
                <a:gd fmla="*/ 64976 h 64976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64976" w="71438">
                  <a:moveTo>
                    <a:pt x="71342" y="64976"/>
                  </a:moveTo>
                  <a:lnTo>
                    <a:pt x="0" y="4969"/>
                  </a:lnTo>
                  <a:cubicBezTo>
                    <a:pt x="43053" y="-3509"/>
                    <a:pt x="56102" y="492"/>
                    <a:pt x="61055" y="4969"/>
                  </a:cubicBezTo>
                  <a:cubicBezTo>
                    <a:pt x="66008" y="9445"/>
                    <a:pt x="72295" y="21066"/>
                    <a:pt x="71342" y="64976"/>
                  </a:cubicBezTo>
                  <a:close/>
                </a:path>
              </a:pathLst>
            </a:custGeom>
            <a:solidFill>
              <a:srgbClr val="DBDBDB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01a9bd67-226b-4f24-bc89-414150c02ecc" id="214" name="任意多边形: 形状 213">
              <a:extLst>
                <a:ext uri="{FF2B5EF4-FFF2-40B4-BE49-F238E27FC236}">
                  <a16:creationId id="{AAED2BAD-6E18-40E5-ADDD-8533F318A5C6}"/>
                </a:ext>
              </a:extLst>
            </p:cNvPr>
            <p:cNvSpPr/>
            <p:nvPr/>
          </p:nvSpPr>
          <p:spPr>
            <a:xfrm rot="21190573" flipV="false" flipH="false">
              <a:off x="6486062" y="2575571"/>
              <a:ext cx="134834" cy="113199"/>
            </a:xfrm>
            <a:custGeom>
              <a:avLst/>
              <a:gdLst>
                <a:gd fmla="*/ 0 w 125253" name="connsiteX0"/>
                <a:gd fmla="*/ 0 h 105156" name="connsiteY0"/>
                <a:gd fmla="*/ 63437 w 125253" name="connsiteX1"/>
                <a:gd fmla="*/ 51626 h 105156" name="connsiteY1"/>
                <a:gd fmla="*/ 125254 w 125253" name="connsiteX2"/>
                <a:gd fmla="*/ 105156 h 105156" name="connsiteY2"/>
                <a:gd fmla="*/ 61913 w 125253" name="connsiteX3"/>
                <a:gd fmla="*/ 53531 h 105156" name="connsiteY3"/>
                <a:gd fmla="*/ 0 w 125253" name="connsiteX4"/>
                <a:gd fmla="*/ 0 h 105156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105156" w="125253">
                  <a:moveTo>
                    <a:pt x="0" y="0"/>
                  </a:moveTo>
                  <a:cubicBezTo>
                    <a:pt x="21527" y="16764"/>
                    <a:pt x="42291" y="34481"/>
                    <a:pt x="63437" y="51626"/>
                  </a:cubicBezTo>
                  <a:cubicBezTo>
                    <a:pt x="84582" y="68771"/>
                    <a:pt x="105061" y="86868"/>
                    <a:pt x="125254" y="105156"/>
                  </a:cubicBezTo>
                  <a:cubicBezTo>
                    <a:pt x="103727" y="88392"/>
                    <a:pt x="82963" y="70676"/>
                    <a:pt x="61913" y="53531"/>
                  </a:cubicBezTo>
                  <a:cubicBezTo>
                    <a:pt x="40862" y="36386"/>
                    <a:pt x="20288" y="18193"/>
                    <a:pt x="0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9a585256-2094-4eeb-9c2f-01ac865e90f3" id="215" name="任意多边形: 形状 214">
              <a:extLst>
                <a:ext uri="{FF2B5EF4-FFF2-40B4-BE49-F238E27FC236}">
                  <a16:creationId id="{35B67D07-164C-44DD-9780-BB6A94248EB9}"/>
                </a:ext>
              </a:extLst>
            </p:cNvPr>
            <p:cNvSpPr/>
            <p:nvPr/>
          </p:nvSpPr>
          <p:spPr>
            <a:xfrm rot="21190573" flipV="false" flipH="false">
              <a:off x="6381020" y="2670275"/>
              <a:ext cx="190511" cy="160058"/>
            </a:xfrm>
            <a:custGeom>
              <a:avLst/>
              <a:gdLst>
                <a:gd fmla="*/ 0 w 176974" name="connsiteX0"/>
                <a:gd fmla="*/ 0 h 148685" name="connsiteY0"/>
                <a:gd fmla="*/ 89249 w 176974" name="connsiteX1"/>
                <a:gd fmla="*/ 73438 h 148685" name="connsiteY1"/>
                <a:gd fmla="*/ 176975 w 176974" name="connsiteX2"/>
                <a:gd fmla="*/ 148685 h 148685" name="connsiteY2"/>
                <a:gd fmla="*/ 87725 w 176974" name="connsiteX3"/>
                <a:gd fmla="*/ 75248 h 148685" name="connsiteY3"/>
                <a:gd fmla="*/ 0 w 176974" name="connsiteX4"/>
                <a:gd fmla="*/ 0 h 148685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148685" w="176974">
                  <a:moveTo>
                    <a:pt x="0" y="0"/>
                  </a:moveTo>
                  <a:cubicBezTo>
                    <a:pt x="30099" y="24003"/>
                    <a:pt x="59436" y="49054"/>
                    <a:pt x="89249" y="73438"/>
                  </a:cubicBezTo>
                  <a:cubicBezTo>
                    <a:pt x="119063" y="97822"/>
                    <a:pt x="148114" y="123158"/>
                    <a:pt x="176975" y="148685"/>
                  </a:cubicBezTo>
                  <a:cubicBezTo>
                    <a:pt x="146780" y="124682"/>
                    <a:pt x="117443" y="99727"/>
                    <a:pt x="87725" y="75248"/>
                  </a:cubicBezTo>
                  <a:cubicBezTo>
                    <a:pt x="58007" y="50768"/>
                    <a:pt x="28766" y="25241"/>
                    <a:pt x="0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55d01264-0f9c-4552-8736-af1d349c1201" id="216" name="任意多边形: 形状 215">
              <a:extLst>
                <a:ext uri="{FF2B5EF4-FFF2-40B4-BE49-F238E27FC236}">
                  <a16:creationId id="{36EB9495-34C1-4CC5-8CE2-C493D38876D8}"/>
                </a:ext>
              </a:extLst>
            </p:cNvPr>
            <p:cNvSpPr/>
            <p:nvPr/>
          </p:nvSpPr>
          <p:spPr>
            <a:xfrm rot="21190573" flipV="false" flipH="false">
              <a:off x="6403298" y="2639367"/>
              <a:ext cx="187742" cy="157699"/>
            </a:xfrm>
            <a:custGeom>
              <a:avLst/>
              <a:gdLst>
                <a:gd fmla="*/ 0 w 174402" name="connsiteX0"/>
                <a:gd fmla="*/ 0 h 146494" name="connsiteY0"/>
                <a:gd fmla="*/ 87916 w 174402" name="connsiteX1"/>
                <a:gd fmla="*/ 72390 h 146494" name="connsiteY1"/>
                <a:gd fmla="*/ 174403 w 174402" name="connsiteX2"/>
                <a:gd fmla="*/ 146495 h 146494" name="connsiteY2"/>
                <a:gd fmla="*/ 86392 w 174402" name="connsiteX3"/>
                <a:gd fmla="*/ 74200 h 146494" name="connsiteY3"/>
                <a:gd fmla="*/ 0 w 174402" name="connsiteX4"/>
                <a:gd fmla="*/ 0 h 146494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146494" w="174402">
                  <a:moveTo>
                    <a:pt x="0" y="0"/>
                  </a:moveTo>
                  <a:cubicBezTo>
                    <a:pt x="29718" y="23717"/>
                    <a:pt x="58579" y="48292"/>
                    <a:pt x="87916" y="72390"/>
                  </a:cubicBezTo>
                  <a:cubicBezTo>
                    <a:pt x="117253" y="96488"/>
                    <a:pt x="145923" y="121348"/>
                    <a:pt x="174403" y="146495"/>
                  </a:cubicBezTo>
                  <a:cubicBezTo>
                    <a:pt x="144685" y="122873"/>
                    <a:pt x="115729" y="98298"/>
                    <a:pt x="86392" y="74200"/>
                  </a:cubicBezTo>
                  <a:cubicBezTo>
                    <a:pt x="57055" y="50102"/>
                    <a:pt x="28099" y="25241"/>
                    <a:pt x="0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29202356-09d0-4037-a4cf-491d95d70670" id="217" name="任意多边形: 形状 216">
              <a:extLst>
                <a:ext uri="{FF2B5EF4-FFF2-40B4-BE49-F238E27FC236}">
                  <a16:creationId id="{9A7AAC9F-D3BC-40CB-804F-5DC9E922A77D}"/>
                </a:ext>
              </a:extLst>
            </p:cNvPr>
            <p:cNvSpPr/>
            <p:nvPr/>
          </p:nvSpPr>
          <p:spPr>
            <a:xfrm rot="21190573" flipV="false" flipH="false">
              <a:off x="6299735" y="2794415"/>
              <a:ext cx="190613" cy="160058"/>
            </a:xfrm>
            <a:custGeom>
              <a:avLst/>
              <a:gdLst>
                <a:gd fmla="*/ 0 w 177069" name="connsiteX0"/>
                <a:gd fmla="*/ 0 h 148685" name="connsiteY0"/>
                <a:gd fmla="*/ 89345 w 177069" name="connsiteX1"/>
                <a:gd fmla="*/ 73438 h 148685" name="connsiteY1"/>
                <a:gd fmla="*/ 177070 w 177069" name="connsiteX2"/>
                <a:gd fmla="*/ 148685 h 148685" name="connsiteY2"/>
                <a:gd fmla="*/ 87821 w 177069" name="connsiteX3"/>
                <a:gd fmla="*/ 75248 h 148685" name="connsiteY3"/>
                <a:gd fmla="*/ 0 w 177069" name="connsiteX4"/>
                <a:gd fmla="*/ 0 h 148685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148685" w="177069">
                  <a:moveTo>
                    <a:pt x="0" y="0"/>
                  </a:moveTo>
                  <a:cubicBezTo>
                    <a:pt x="30194" y="24003"/>
                    <a:pt x="59531" y="48958"/>
                    <a:pt x="89345" y="73438"/>
                  </a:cubicBezTo>
                  <a:cubicBezTo>
                    <a:pt x="119158" y="97917"/>
                    <a:pt x="148209" y="123158"/>
                    <a:pt x="177070" y="148685"/>
                  </a:cubicBezTo>
                  <a:cubicBezTo>
                    <a:pt x="146876" y="124682"/>
                    <a:pt x="117538" y="99727"/>
                    <a:pt x="87821" y="75248"/>
                  </a:cubicBezTo>
                  <a:cubicBezTo>
                    <a:pt x="58103" y="50768"/>
                    <a:pt x="28861" y="25527"/>
                    <a:pt x="0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47ce299f-fd76-4b6a-a581-fa1d2b2026d4" id="218" name="任意多边形: 形状 217">
              <a:extLst>
                <a:ext uri="{FF2B5EF4-FFF2-40B4-BE49-F238E27FC236}">
                  <a16:creationId id="{98B036FA-8ED1-4033-B8FB-48F98796C434}"/>
                </a:ext>
              </a:extLst>
            </p:cNvPr>
            <p:cNvSpPr/>
            <p:nvPr/>
          </p:nvSpPr>
          <p:spPr>
            <a:xfrm rot="21190573" flipV="false" flipH="false">
              <a:off x="6218550" y="2918550"/>
              <a:ext cx="190613" cy="160058"/>
            </a:xfrm>
            <a:custGeom>
              <a:avLst/>
              <a:gdLst>
                <a:gd fmla="*/ 0 w 177069" name="connsiteX0"/>
                <a:gd fmla="*/ 0 h 148685" name="connsiteY0"/>
                <a:gd fmla="*/ 89249 w 177069" name="connsiteX1"/>
                <a:gd fmla="*/ 73438 h 148685" name="connsiteY1"/>
                <a:gd fmla="*/ 177070 w 177069" name="connsiteX2"/>
                <a:gd fmla="*/ 148685 h 148685" name="connsiteY2"/>
                <a:gd fmla="*/ 87725 w 177069" name="connsiteX3"/>
                <a:gd fmla="*/ 75248 h 148685" name="connsiteY3"/>
                <a:gd fmla="*/ 0 w 177069" name="connsiteX4"/>
                <a:gd fmla="*/ 0 h 148685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148685" w="177069">
                  <a:moveTo>
                    <a:pt x="0" y="0"/>
                  </a:moveTo>
                  <a:cubicBezTo>
                    <a:pt x="30194" y="24003"/>
                    <a:pt x="59531" y="48958"/>
                    <a:pt x="89249" y="73438"/>
                  </a:cubicBezTo>
                  <a:cubicBezTo>
                    <a:pt x="118967" y="97917"/>
                    <a:pt x="148209" y="123063"/>
                    <a:pt x="177070" y="148685"/>
                  </a:cubicBezTo>
                  <a:cubicBezTo>
                    <a:pt x="146875" y="124682"/>
                    <a:pt x="117538" y="99632"/>
                    <a:pt x="87725" y="75248"/>
                  </a:cubicBezTo>
                  <a:cubicBezTo>
                    <a:pt x="57912" y="50864"/>
                    <a:pt x="28861" y="25527"/>
                    <a:pt x="0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79e0a84a-0b21-4dea-a445-4f95ef110276" id="219" name="任意多边形: 形状 218">
              <a:extLst>
                <a:ext uri="{FF2B5EF4-FFF2-40B4-BE49-F238E27FC236}">
                  <a16:creationId id="{A565C216-FCDC-4B71-AA86-F9D3C05AD1A7}"/>
                </a:ext>
              </a:extLst>
            </p:cNvPr>
            <p:cNvSpPr/>
            <p:nvPr/>
          </p:nvSpPr>
          <p:spPr>
            <a:xfrm rot="21190573" flipV="false" flipH="false">
              <a:off x="6137355" y="3042583"/>
              <a:ext cx="190614" cy="160058"/>
            </a:xfrm>
            <a:custGeom>
              <a:avLst/>
              <a:gdLst>
                <a:gd fmla="*/ 0 w 177070" name="connsiteX0"/>
                <a:gd fmla="*/ 0 h 148685" name="connsiteY0"/>
                <a:gd fmla="*/ 89249 w 177070" name="connsiteX1"/>
                <a:gd fmla="*/ 73438 h 148685" name="connsiteY1"/>
                <a:gd fmla="*/ 177070 w 177070" name="connsiteX2"/>
                <a:gd fmla="*/ 148685 h 148685" name="connsiteY2"/>
                <a:gd fmla="*/ 87725 w 177070" name="connsiteX3"/>
                <a:gd fmla="*/ 75247 h 148685" name="connsiteY3"/>
                <a:gd fmla="*/ 0 w 177070" name="connsiteX4"/>
                <a:gd fmla="*/ 0 h 148685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148685" w="177070">
                  <a:moveTo>
                    <a:pt x="0" y="0"/>
                  </a:moveTo>
                  <a:cubicBezTo>
                    <a:pt x="30194" y="24003"/>
                    <a:pt x="59531" y="48958"/>
                    <a:pt x="89249" y="73438"/>
                  </a:cubicBezTo>
                  <a:cubicBezTo>
                    <a:pt x="118967" y="97917"/>
                    <a:pt x="148209" y="123158"/>
                    <a:pt x="177070" y="148685"/>
                  </a:cubicBezTo>
                  <a:cubicBezTo>
                    <a:pt x="146876" y="124682"/>
                    <a:pt x="117539" y="99727"/>
                    <a:pt x="87725" y="75247"/>
                  </a:cubicBezTo>
                  <a:cubicBezTo>
                    <a:pt x="57912" y="50768"/>
                    <a:pt x="28861" y="25622"/>
                    <a:pt x="0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18299b2f-b101-4dd0-b739-c147ad54fbeb" id="220" name="任意多边形: 形状 219">
              <a:extLst>
                <a:ext uri="{FF2B5EF4-FFF2-40B4-BE49-F238E27FC236}">
                  <a16:creationId id="{D294C080-D80A-4997-982E-A85B9E693E20}"/>
                </a:ext>
              </a:extLst>
            </p:cNvPr>
            <p:cNvSpPr/>
            <p:nvPr/>
          </p:nvSpPr>
          <p:spPr>
            <a:xfrm rot="21190573" flipV="false" flipH="false">
              <a:off x="6056170" y="3166724"/>
              <a:ext cx="190511" cy="160058"/>
            </a:xfrm>
            <a:custGeom>
              <a:avLst/>
              <a:gdLst>
                <a:gd fmla="*/ 0 w 176974" name="connsiteX0"/>
                <a:gd fmla="*/ 0 h 148685" name="connsiteY0"/>
                <a:gd fmla="*/ 89249 w 176974" name="connsiteX1"/>
                <a:gd fmla="*/ 73438 h 148685" name="connsiteY1"/>
                <a:gd fmla="*/ 176975 w 176974" name="connsiteX2"/>
                <a:gd fmla="*/ 148685 h 148685" name="connsiteY2"/>
                <a:gd fmla="*/ 87725 w 176974" name="connsiteX3"/>
                <a:gd fmla="*/ 75247 h 148685" name="connsiteY3"/>
                <a:gd fmla="*/ 0 w 176974" name="connsiteX4"/>
                <a:gd fmla="*/ 0 h 148685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148685" w="176974">
                  <a:moveTo>
                    <a:pt x="0" y="0"/>
                  </a:moveTo>
                  <a:cubicBezTo>
                    <a:pt x="30099" y="24003"/>
                    <a:pt x="59436" y="48958"/>
                    <a:pt x="89249" y="73438"/>
                  </a:cubicBezTo>
                  <a:cubicBezTo>
                    <a:pt x="119063" y="97917"/>
                    <a:pt x="148114" y="123063"/>
                    <a:pt x="176975" y="148685"/>
                  </a:cubicBezTo>
                  <a:cubicBezTo>
                    <a:pt x="146876" y="124682"/>
                    <a:pt x="117538" y="99727"/>
                    <a:pt x="87725" y="75247"/>
                  </a:cubicBezTo>
                  <a:cubicBezTo>
                    <a:pt x="57912" y="50768"/>
                    <a:pt x="28861" y="25527"/>
                    <a:pt x="0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6fc22bc1-6bdb-4ee7-94fd-f5390227010c" id="221" name="任意多边形: 形状 220">
              <a:extLst>
                <a:ext uri="{FF2B5EF4-FFF2-40B4-BE49-F238E27FC236}">
                  <a16:creationId id="{6E6EA116-7B81-4F70-8D45-70E4971EDE07}"/>
                </a:ext>
              </a:extLst>
            </p:cNvPr>
            <p:cNvSpPr/>
            <p:nvPr/>
          </p:nvSpPr>
          <p:spPr>
            <a:xfrm rot="21190573" flipV="false" flipH="false">
              <a:off x="6475708" y="2591572"/>
              <a:ext cx="7468" cy="7463"/>
            </a:xfrm>
            <a:custGeom>
              <a:avLst/>
              <a:gdLst>
                <a:gd fmla="*/ 6110 w 6937" name="connsiteX0"/>
                <a:gd fmla="*/ 5447 h 6933" name="connsiteY0"/>
                <a:gd fmla="*/ 1490 w 6937" name="connsiteX1"/>
                <a:gd fmla="*/ 6374 h 6933" name="connsiteY1"/>
                <a:gd fmla="*/ 557 w 6937" name="connsiteX2"/>
                <a:gd fmla="*/ 1751 h 6933" name="connsiteY2"/>
                <a:gd fmla="*/ 1062 w 6937" name="connsiteX3"/>
                <a:gd fmla="*/ 1161 h 6933" name="connsiteY3"/>
                <a:gd fmla="*/ 5901 w 6937" name="connsiteX4"/>
                <a:gd fmla="*/ 857 h 6933" name="connsiteY4"/>
                <a:gd fmla="*/ 6205 w 6937" name="connsiteX5"/>
                <a:gd fmla="*/ 1161 h 6933" name="connsiteY5"/>
                <a:gd fmla="*/ 6110 w 6937" name="connsiteX6"/>
                <a:gd fmla="*/ 5447 h 6933" name="connsiteY6"/>
                <a:gd fmla="*/ 6110 w 6937" name="connsiteX7"/>
                <a:gd fmla="*/ 5447 h 6933" name="connsiteY7"/>
                <a:gd fmla="*/ 5758 w 6937" name="connsiteX8"/>
                <a:gd fmla="*/ 2233 h 6933" name="connsiteY8"/>
                <a:gd fmla="*/ 5443 w 6937" name="connsiteX9"/>
                <a:gd fmla="*/ 2018 h 6933" name="connsiteY9"/>
                <a:gd fmla="*/ 2872 w 6937" name="connsiteX10"/>
                <a:gd fmla="*/ 2685 h 6933" name="connsiteY10"/>
                <a:gd fmla="*/ 2872 w 6937" name="connsiteX11"/>
                <a:gd fmla="*/ 5352 h 6933" name="connsiteY11"/>
                <a:gd fmla="*/ 5958 w 6937" name="connsiteX12"/>
                <a:gd fmla="*/ 5588 h 6933" name="connsiteY12"/>
                <a:gd fmla="*/ 6110 w 6937" name="connsiteX13"/>
                <a:gd fmla="*/ 5447 h 6933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933" w="6937">
                  <a:moveTo>
                    <a:pt x="6110" y="5447"/>
                  </a:moveTo>
                  <a:cubicBezTo>
                    <a:pt x="5091" y="6980"/>
                    <a:pt x="3024" y="7394"/>
                    <a:pt x="1490" y="6374"/>
                  </a:cubicBezTo>
                  <a:cubicBezTo>
                    <a:pt x="-43" y="5353"/>
                    <a:pt x="-462" y="3283"/>
                    <a:pt x="557" y="1751"/>
                  </a:cubicBezTo>
                  <a:cubicBezTo>
                    <a:pt x="700" y="1535"/>
                    <a:pt x="871" y="1337"/>
                    <a:pt x="1062" y="1161"/>
                  </a:cubicBezTo>
                  <a:cubicBezTo>
                    <a:pt x="2319" y="-259"/>
                    <a:pt x="4481" y="-395"/>
                    <a:pt x="5901" y="857"/>
                  </a:cubicBezTo>
                  <a:cubicBezTo>
                    <a:pt x="6005" y="952"/>
                    <a:pt x="6110" y="1053"/>
                    <a:pt x="6205" y="1161"/>
                  </a:cubicBezTo>
                  <a:cubicBezTo>
                    <a:pt x="7215" y="2423"/>
                    <a:pt x="7177" y="4231"/>
                    <a:pt x="6110" y="5447"/>
                  </a:cubicBezTo>
                  <a:close/>
                  <a:moveTo>
                    <a:pt x="6110" y="5447"/>
                  </a:moveTo>
                  <a:cubicBezTo>
                    <a:pt x="6901" y="4463"/>
                    <a:pt x="6748" y="3025"/>
                    <a:pt x="5758" y="2233"/>
                  </a:cubicBezTo>
                  <a:cubicBezTo>
                    <a:pt x="5662" y="2152"/>
                    <a:pt x="5558" y="2081"/>
                    <a:pt x="5443" y="2018"/>
                  </a:cubicBezTo>
                  <a:cubicBezTo>
                    <a:pt x="4538" y="1636"/>
                    <a:pt x="3481" y="1909"/>
                    <a:pt x="2872" y="2685"/>
                  </a:cubicBezTo>
                  <a:cubicBezTo>
                    <a:pt x="2233" y="3459"/>
                    <a:pt x="2233" y="4578"/>
                    <a:pt x="2872" y="5352"/>
                  </a:cubicBezTo>
                  <a:cubicBezTo>
                    <a:pt x="3662" y="6270"/>
                    <a:pt x="5043" y="6376"/>
                    <a:pt x="5958" y="5588"/>
                  </a:cubicBezTo>
                  <a:cubicBezTo>
                    <a:pt x="6015" y="5543"/>
                    <a:pt x="6062" y="5497"/>
                    <a:pt x="6110" y="5447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3caf229d-16c3-47ab-b74d-d9484449bd38" id="222" name="任意多边形: 形状 221">
              <a:extLst>
                <a:ext uri="{FF2B5EF4-FFF2-40B4-BE49-F238E27FC236}">
                  <a16:creationId id="{D4C5743D-B01A-454E-A56C-41B48D4826D9}"/>
                </a:ext>
              </a:extLst>
            </p:cNvPr>
            <p:cNvSpPr/>
            <p:nvPr/>
          </p:nvSpPr>
          <p:spPr>
            <a:xfrm rot="21190573" flipV="false" flipH="false">
              <a:off x="6503237" y="2609092"/>
              <a:ext cx="7390" cy="7511"/>
            </a:xfrm>
            <a:custGeom>
              <a:avLst/>
              <a:gdLst>
                <a:gd fmla="*/ 5896 w 6865" name="connsiteX0"/>
                <a:gd fmla="*/ 5684 h 6977" name="connsiteY0"/>
                <a:gd fmla="*/ 1610 w 6865" name="connsiteX1"/>
                <a:gd fmla="*/ 6541 h 6977" name="connsiteY1"/>
                <a:gd fmla="*/ 524 w 6865" name="connsiteX2"/>
                <a:gd fmla="*/ 1817 h 6977" name="connsiteY2"/>
                <a:gd fmla="*/ 753 w 6865" name="connsiteX3"/>
                <a:gd fmla="*/ 1493 h 6977" name="connsiteY3"/>
                <a:gd fmla="*/ 5373 w 6865" name="connsiteX4"/>
                <a:gd fmla="*/ 550 h 6977" name="connsiteY4"/>
                <a:gd fmla="*/ 6316 w 6865" name="connsiteX5"/>
                <a:gd fmla="*/ 5169 h 6977" name="connsiteY5"/>
                <a:gd fmla="*/ 5896 w 6865" name="connsiteX6"/>
                <a:gd fmla="*/ 5684 h 6977" name="connsiteY6"/>
                <a:gd fmla="*/ 5896 w 6865" name="connsiteX7"/>
                <a:gd fmla="*/ 5684 h 6977" name="connsiteY7"/>
                <a:gd fmla="*/ 5544 w 6865" name="connsiteX8"/>
                <a:gd fmla="*/ 2607 h 6977" name="connsiteY8"/>
                <a:gd fmla="*/ 5134 w 6865" name="connsiteX9"/>
                <a:gd fmla="*/ 2350 h 6977" name="connsiteY9"/>
                <a:gd fmla="*/ 2229 w 6865" name="connsiteX10"/>
                <a:gd fmla="*/ 3769 h 6977" name="connsiteY10"/>
                <a:gd fmla="*/ 2372 w 6865" name="connsiteX11"/>
                <a:gd fmla="*/ 5589 h 6977" name="connsiteY11"/>
                <a:gd fmla="*/ 5582 w 6865" name="connsiteX12"/>
                <a:gd fmla="*/ 5979 h 6977" name="connsiteY12"/>
                <a:gd fmla="*/ 5896 w 6865" name="connsiteX13"/>
                <a:gd fmla="*/ 5684 h 697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977" w="6865">
                  <a:moveTo>
                    <a:pt x="5896" y="5684"/>
                  </a:moveTo>
                  <a:cubicBezTo>
                    <a:pt x="4877" y="6998"/>
                    <a:pt x="3048" y="7360"/>
                    <a:pt x="1610" y="6541"/>
                  </a:cubicBezTo>
                  <a:cubicBezTo>
                    <a:pt x="10" y="5531"/>
                    <a:pt x="-485" y="3417"/>
                    <a:pt x="524" y="1817"/>
                  </a:cubicBezTo>
                  <a:cubicBezTo>
                    <a:pt x="591" y="1702"/>
                    <a:pt x="667" y="1598"/>
                    <a:pt x="753" y="1493"/>
                  </a:cubicBezTo>
                  <a:cubicBezTo>
                    <a:pt x="1772" y="-41"/>
                    <a:pt x="3839" y="-460"/>
                    <a:pt x="5373" y="550"/>
                  </a:cubicBezTo>
                  <a:cubicBezTo>
                    <a:pt x="6906" y="1569"/>
                    <a:pt x="7325" y="3636"/>
                    <a:pt x="6316" y="5169"/>
                  </a:cubicBezTo>
                  <a:cubicBezTo>
                    <a:pt x="6192" y="5360"/>
                    <a:pt x="6049" y="5531"/>
                    <a:pt x="5896" y="5684"/>
                  </a:cubicBezTo>
                  <a:close/>
                  <a:moveTo>
                    <a:pt x="5896" y="5684"/>
                  </a:moveTo>
                  <a:cubicBezTo>
                    <a:pt x="6649" y="4731"/>
                    <a:pt x="6487" y="3360"/>
                    <a:pt x="5544" y="2607"/>
                  </a:cubicBezTo>
                  <a:cubicBezTo>
                    <a:pt x="5420" y="2502"/>
                    <a:pt x="5277" y="2417"/>
                    <a:pt x="5134" y="2350"/>
                  </a:cubicBezTo>
                  <a:cubicBezTo>
                    <a:pt x="3944" y="1941"/>
                    <a:pt x="2639" y="2569"/>
                    <a:pt x="2229" y="3769"/>
                  </a:cubicBezTo>
                  <a:cubicBezTo>
                    <a:pt x="2020" y="4369"/>
                    <a:pt x="2077" y="5027"/>
                    <a:pt x="2372" y="5589"/>
                  </a:cubicBezTo>
                  <a:cubicBezTo>
                    <a:pt x="3153" y="6579"/>
                    <a:pt x="4582" y="6760"/>
                    <a:pt x="5582" y="5979"/>
                  </a:cubicBezTo>
                  <a:cubicBezTo>
                    <a:pt x="5696" y="5893"/>
                    <a:pt x="5801" y="5789"/>
                    <a:pt x="5896" y="5684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e37be44-5d72-47dc-b295-5c359a514ef7" id="223" name="任意多边形: 形状 222">
              <a:extLst>
                <a:ext uri="{FF2B5EF4-FFF2-40B4-BE49-F238E27FC236}">
                  <a16:creationId id="{20B271FC-855D-4E56-BFF5-C1F41C7D22BE}"/>
                </a:ext>
              </a:extLst>
            </p:cNvPr>
            <p:cNvSpPr/>
            <p:nvPr/>
          </p:nvSpPr>
          <p:spPr>
            <a:xfrm rot="21190573" flipV="false" flipH="false">
              <a:off x="6530728" y="2627356"/>
              <a:ext cx="7034" cy="7069"/>
            </a:xfrm>
            <a:custGeom>
              <a:avLst/>
              <a:gdLst>
                <a:gd fmla="*/ 5675 w 6534" name="connsiteX0"/>
                <a:gd fmla="*/ 5348 h 6567" name="connsiteY0"/>
                <a:gd fmla="*/ 1484 w 6534" name="connsiteX1"/>
                <a:gd fmla="*/ 6110 h 6567" name="connsiteY1"/>
                <a:gd fmla="*/ 560 w 6534" name="connsiteX2"/>
                <a:gd fmla="*/ 1490 h 6567" name="connsiteY2"/>
                <a:gd fmla="*/ 5180 w 6534" name="connsiteX3"/>
                <a:gd fmla="*/ 557 h 6567" name="connsiteY3"/>
                <a:gd fmla="*/ 5770 w 6534" name="connsiteX4"/>
                <a:gd fmla="*/ 1062 h 6567" name="connsiteY4"/>
                <a:gd fmla="*/ 5675 w 6534" name="connsiteX5"/>
                <a:gd fmla="*/ 5348 h 6567" name="connsiteY5"/>
                <a:gd fmla="*/ 5675 w 6534" name="connsiteX6"/>
                <a:gd fmla="*/ 5348 h 6567" name="connsiteY6"/>
                <a:gd fmla="*/ 5323 w 6534" name="connsiteX7"/>
                <a:gd fmla="*/ 2138 h 6567" name="connsiteY7"/>
                <a:gd fmla="*/ 5008 w 6534" name="connsiteX8"/>
                <a:gd fmla="*/ 1919 h 6567" name="connsiteY8"/>
                <a:gd fmla="*/ 2436 w 6534" name="connsiteX9"/>
                <a:gd fmla="*/ 2586 h 6567" name="connsiteY9"/>
                <a:gd fmla="*/ 2436 w 6534" name="connsiteX10"/>
                <a:gd fmla="*/ 5253 h 6567" name="connsiteY10"/>
                <a:gd fmla="*/ 5523 w 6534" name="connsiteX11"/>
                <a:gd fmla="*/ 5491 h 6567" name="connsiteY11"/>
                <a:gd fmla="*/ 5675 w 6534" name="connsiteX12"/>
                <a:gd fmla="*/ 5348 h 6567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567" w="6534">
                  <a:moveTo>
                    <a:pt x="5675" y="5348"/>
                  </a:moveTo>
                  <a:cubicBezTo>
                    <a:pt x="4665" y="6615"/>
                    <a:pt x="2874" y="6939"/>
                    <a:pt x="1484" y="6110"/>
                  </a:cubicBezTo>
                  <a:cubicBezTo>
                    <a:pt x="-50" y="5091"/>
                    <a:pt x="-459" y="3024"/>
                    <a:pt x="560" y="1490"/>
                  </a:cubicBezTo>
                  <a:cubicBezTo>
                    <a:pt x="1579" y="-43"/>
                    <a:pt x="3646" y="-462"/>
                    <a:pt x="5180" y="557"/>
                  </a:cubicBezTo>
                  <a:cubicBezTo>
                    <a:pt x="5399" y="700"/>
                    <a:pt x="5589" y="871"/>
                    <a:pt x="5770" y="1062"/>
                  </a:cubicBezTo>
                  <a:cubicBezTo>
                    <a:pt x="6827" y="2310"/>
                    <a:pt x="6780" y="4148"/>
                    <a:pt x="5675" y="5348"/>
                  </a:cubicBezTo>
                  <a:close/>
                  <a:moveTo>
                    <a:pt x="5675" y="5348"/>
                  </a:moveTo>
                  <a:cubicBezTo>
                    <a:pt x="6465" y="4367"/>
                    <a:pt x="6313" y="2929"/>
                    <a:pt x="5323" y="2138"/>
                  </a:cubicBezTo>
                  <a:cubicBezTo>
                    <a:pt x="5227" y="2052"/>
                    <a:pt x="5123" y="1986"/>
                    <a:pt x="5008" y="1919"/>
                  </a:cubicBezTo>
                  <a:cubicBezTo>
                    <a:pt x="4103" y="1538"/>
                    <a:pt x="3046" y="1814"/>
                    <a:pt x="2436" y="2586"/>
                  </a:cubicBezTo>
                  <a:cubicBezTo>
                    <a:pt x="1798" y="3357"/>
                    <a:pt x="1798" y="4481"/>
                    <a:pt x="2436" y="5253"/>
                  </a:cubicBezTo>
                  <a:cubicBezTo>
                    <a:pt x="3227" y="6167"/>
                    <a:pt x="4608" y="6272"/>
                    <a:pt x="5523" y="5491"/>
                  </a:cubicBezTo>
                  <a:cubicBezTo>
                    <a:pt x="5580" y="5443"/>
                    <a:pt x="5627" y="5396"/>
                    <a:pt x="5675" y="534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651a43c0-58a4-4bc1-9c2b-b29f75534e57" id="224" name="任意多边形: 形状 223">
              <a:extLst>
                <a:ext uri="{FF2B5EF4-FFF2-40B4-BE49-F238E27FC236}">
                  <a16:creationId id="{F3344232-DDFB-4DBC-8DA3-8072AA115462}"/>
                </a:ext>
              </a:extLst>
            </p:cNvPr>
            <p:cNvSpPr/>
            <p:nvPr/>
          </p:nvSpPr>
          <p:spPr>
            <a:xfrm rot="21190573" flipV="false" flipH="false">
              <a:off x="6557823" y="2645172"/>
              <a:ext cx="7147" cy="7151"/>
            </a:xfrm>
            <a:custGeom>
              <a:avLst/>
              <a:gdLst>
                <a:gd fmla="*/ 5896 w 6639" name="connsiteX0"/>
                <a:gd fmla="*/ 5350 h 6643" name="connsiteY0"/>
                <a:gd fmla="*/ 1610 w 6639" name="connsiteX1"/>
                <a:gd fmla="*/ 6208 h 6643" name="connsiteY1"/>
                <a:gd fmla="*/ 524 w 6639" name="connsiteX2"/>
                <a:gd fmla="*/ 1483 h 6643" name="connsiteY2"/>
                <a:gd fmla="*/ 753 w 6639" name="connsiteX3"/>
                <a:gd fmla="*/ 1159 h 6643" name="connsiteY3"/>
                <a:gd fmla="*/ 5591 w 6639" name="connsiteX4"/>
                <a:gd fmla="*/ 854 h 6643" name="connsiteY4"/>
                <a:gd fmla="*/ 5896 w 6639" name="connsiteX5"/>
                <a:gd fmla="*/ 1159 h 6643" name="connsiteY5"/>
                <a:gd fmla="*/ 5896 w 6639" name="connsiteX6"/>
                <a:gd fmla="*/ 5350 h 6643" name="connsiteY6"/>
                <a:gd fmla="*/ 5896 w 6639" name="connsiteX7"/>
                <a:gd fmla="*/ 5350 h 6643" name="connsiteY7"/>
                <a:gd fmla="*/ 5544 w 6639" name="connsiteX8"/>
                <a:gd fmla="*/ 2274 h 6643" name="connsiteY8"/>
                <a:gd fmla="*/ 5135 w 6639" name="connsiteX9"/>
                <a:gd fmla="*/ 2017 h 6643" name="connsiteY9"/>
                <a:gd fmla="*/ 2563 w 6639" name="connsiteX10"/>
                <a:gd fmla="*/ 2683 h 6643" name="connsiteY10"/>
                <a:gd fmla="*/ 2563 w 6639" name="connsiteX11"/>
                <a:gd fmla="*/ 5255 h 6643" name="connsiteY11"/>
                <a:gd fmla="*/ 5792 w 6639" name="connsiteX12"/>
                <a:gd fmla="*/ 5455 h 6643" name="connsiteY12"/>
                <a:gd fmla="*/ 5896 w 6639" name="connsiteX13"/>
                <a:gd fmla="*/ 5350 h 6643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3" w="6639">
                  <a:moveTo>
                    <a:pt x="5896" y="5350"/>
                  </a:moveTo>
                  <a:cubicBezTo>
                    <a:pt x="4877" y="6665"/>
                    <a:pt x="3048" y="7027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01" y="-260"/>
                    <a:pt x="4172" y="-393"/>
                    <a:pt x="5591" y="854"/>
                  </a:cubicBezTo>
                  <a:cubicBezTo>
                    <a:pt x="5696" y="950"/>
                    <a:pt x="5801" y="1054"/>
                    <a:pt x="5896" y="1159"/>
                  </a:cubicBezTo>
                  <a:cubicBezTo>
                    <a:pt x="6887" y="2378"/>
                    <a:pt x="6887" y="4131"/>
                    <a:pt x="5896" y="5350"/>
                  </a:cubicBezTo>
                  <a:close/>
                  <a:moveTo>
                    <a:pt x="5896" y="5350"/>
                  </a:moveTo>
                  <a:cubicBezTo>
                    <a:pt x="6649" y="4398"/>
                    <a:pt x="6487" y="3026"/>
                    <a:pt x="5544" y="2274"/>
                  </a:cubicBezTo>
                  <a:cubicBezTo>
                    <a:pt x="5420" y="2169"/>
                    <a:pt x="5277" y="2083"/>
                    <a:pt x="5135" y="2017"/>
                  </a:cubicBezTo>
                  <a:cubicBezTo>
                    <a:pt x="4230" y="1597"/>
                    <a:pt x="3153" y="1874"/>
                    <a:pt x="2563" y="2683"/>
                  </a:cubicBezTo>
                  <a:cubicBezTo>
                    <a:pt x="2010" y="3455"/>
                    <a:pt x="2010" y="4484"/>
                    <a:pt x="2563" y="5255"/>
                  </a:cubicBezTo>
                  <a:cubicBezTo>
                    <a:pt x="3401" y="6198"/>
                    <a:pt x="4849" y="6284"/>
                    <a:pt x="5792" y="5455"/>
                  </a:cubicBezTo>
                  <a:cubicBezTo>
                    <a:pt x="5830" y="5417"/>
                    <a:pt x="5858" y="5388"/>
                    <a:pt x="5896" y="535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9928de5-3bc8-44bd-b4d2-7acab34500c2" id="225" name="任意多边形: 形状 224">
              <a:extLst>
                <a:ext uri="{FF2B5EF4-FFF2-40B4-BE49-F238E27FC236}">
                  <a16:creationId id="{4B646D65-E373-4DAD-AF12-B92BB924A3C7}"/>
                </a:ext>
              </a:extLst>
            </p:cNvPr>
            <p:cNvSpPr/>
            <p:nvPr/>
          </p:nvSpPr>
          <p:spPr>
            <a:xfrm rot="21190573" flipV="false" flipH="false">
              <a:off x="6585151" y="2662967"/>
              <a:ext cx="7169" cy="7174"/>
            </a:xfrm>
            <a:custGeom>
              <a:avLst/>
              <a:gdLst>
                <a:gd fmla="*/ 5801 w 6660" name="connsiteX0"/>
                <a:gd fmla="*/ 5446 h 6664" name="connsiteY0"/>
                <a:gd fmla="*/ 1610 w 6660" name="connsiteX1"/>
                <a:gd fmla="*/ 6208 h 6664" name="connsiteY1"/>
                <a:gd fmla="*/ 524 w 6660" name="connsiteX2"/>
                <a:gd fmla="*/ 1483 h 6664" name="connsiteY2"/>
                <a:gd fmla="*/ 753 w 6660" name="connsiteX3"/>
                <a:gd fmla="*/ 1159 h 6664" name="connsiteY3"/>
                <a:gd fmla="*/ 5591 w 6660" name="connsiteX4"/>
                <a:gd fmla="*/ 854 h 6664" name="connsiteY4"/>
                <a:gd fmla="*/ 5896 w 6660" name="connsiteX5"/>
                <a:gd fmla="*/ 1159 h 6664" name="connsiteY5"/>
                <a:gd fmla="*/ 5801 w 6660" name="connsiteX6"/>
                <a:gd fmla="*/ 5446 h 6664" name="connsiteY6"/>
                <a:gd fmla="*/ 5801 w 6660" name="connsiteX7"/>
                <a:gd fmla="*/ 5446 h 6664" name="connsiteY7"/>
                <a:gd fmla="*/ 5449 w 6660" name="connsiteX8"/>
                <a:gd fmla="*/ 2236 h 6664" name="connsiteY8"/>
                <a:gd fmla="*/ 5134 w 6660" name="connsiteX9"/>
                <a:gd fmla="*/ 2017 h 6664" name="connsiteY9"/>
                <a:gd fmla="*/ 2563 w 6660" name="connsiteX10"/>
                <a:gd fmla="*/ 2683 h 6664" name="connsiteY10"/>
                <a:gd fmla="*/ 2563 w 6660" name="connsiteX11"/>
                <a:gd fmla="*/ 5350 h 6664" name="connsiteY11"/>
                <a:gd fmla="*/ 5649 w 6660" name="connsiteX12"/>
                <a:gd fmla="*/ 5588 h 6664" name="connsiteY12"/>
                <a:gd fmla="*/ 5801 w 6660" name="connsiteX13"/>
                <a:gd fmla="*/ 5446 h 6664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4" w="6660">
                  <a:moveTo>
                    <a:pt x="5801" y="5446"/>
                  </a:moveTo>
                  <a:cubicBezTo>
                    <a:pt x="4792" y="6712"/>
                    <a:pt x="3001" y="7036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01" y="-260"/>
                    <a:pt x="4172" y="-393"/>
                    <a:pt x="5591" y="854"/>
                  </a:cubicBezTo>
                  <a:cubicBezTo>
                    <a:pt x="5696" y="950"/>
                    <a:pt x="5801" y="1054"/>
                    <a:pt x="5896" y="1159"/>
                  </a:cubicBezTo>
                  <a:cubicBezTo>
                    <a:pt x="6954" y="2407"/>
                    <a:pt x="6906" y="4245"/>
                    <a:pt x="5801" y="5446"/>
                  </a:cubicBezTo>
                  <a:close/>
                  <a:moveTo>
                    <a:pt x="5801" y="5446"/>
                  </a:moveTo>
                  <a:cubicBezTo>
                    <a:pt x="6592" y="4464"/>
                    <a:pt x="6439" y="3026"/>
                    <a:pt x="5449" y="2236"/>
                  </a:cubicBezTo>
                  <a:cubicBezTo>
                    <a:pt x="5353" y="2150"/>
                    <a:pt x="5249" y="2083"/>
                    <a:pt x="5134" y="2017"/>
                  </a:cubicBezTo>
                  <a:cubicBezTo>
                    <a:pt x="4220" y="1635"/>
                    <a:pt x="3172" y="1912"/>
                    <a:pt x="2563" y="2683"/>
                  </a:cubicBezTo>
                  <a:cubicBezTo>
                    <a:pt x="1925" y="3455"/>
                    <a:pt x="1925" y="4579"/>
                    <a:pt x="2563" y="5350"/>
                  </a:cubicBezTo>
                  <a:cubicBezTo>
                    <a:pt x="3353" y="6265"/>
                    <a:pt x="4734" y="6369"/>
                    <a:pt x="5649" y="5588"/>
                  </a:cubicBezTo>
                  <a:cubicBezTo>
                    <a:pt x="5706" y="5541"/>
                    <a:pt x="5753" y="5493"/>
                    <a:pt x="5801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402ac366-99e7-4d8c-b84b-14a3e9a4456b" id="226" name="任意多边形: 形状 225">
              <a:extLst>
                <a:ext uri="{FF2B5EF4-FFF2-40B4-BE49-F238E27FC236}">
                  <a16:creationId id="{DD68E718-B63A-4BFE-AF97-6C8B435DECE0}"/>
                </a:ext>
              </a:extLst>
            </p:cNvPr>
            <p:cNvSpPr/>
            <p:nvPr/>
          </p:nvSpPr>
          <p:spPr>
            <a:xfrm rot="21190573" flipV="false" flipH="false">
              <a:off x="6612622" y="2680964"/>
              <a:ext cx="6971" cy="7071"/>
            </a:xfrm>
            <a:custGeom>
              <a:avLst/>
              <a:gdLst>
                <a:gd fmla="*/ 5684 w 6476" name="connsiteX0"/>
                <a:gd fmla="*/ 5350 h 6569" name="connsiteY0"/>
                <a:gd fmla="*/ 1493 w 6476" name="connsiteX1"/>
                <a:gd fmla="*/ 6112 h 6569" name="connsiteY1"/>
                <a:gd fmla="*/ 550 w 6476" name="connsiteX2"/>
                <a:gd fmla="*/ 1493 h 6569" name="connsiteY2"/>
                <a:gd fmla="*/ 5170 w 6476" name="connsiteX3"/>
                <a:gd fmla="*/ 550 h 6569" name="connsiteY3"/>
                <a:gd fmla="*/ 5684 w 6476" name="connsiteX4"/>
                <a:gd fmla="*/ 969 h 6569" name="connsiteY4"/>
                <a:gd fmla="*/ 5684 w 6476" name="connsiteX5"/>
                <a:gd fmla="*/ 5350 h 6569" name="connsiteY5"/>
                <a:gd fmla="*/ 5684 w 6476" name="connsiteX6"/>
                <a:gd fmla="*/ 5350 h 6569" name="connsiteY6"/>
                <a:gd fmla="*/ 5455 w 6476" name="connsiteX7"/>
                <a:gd fmla="*/ 2264 h 6569" name="connsiteY7"/>
                <a:gd fmla="*/ 4922 w 6476" name="connsiteX8"/>
                <a:gd fmla="*/ 1921 h 6569" name="connsiteY8"/>
                <a:gd fmla="*/ 2445 w 6476" name="connsiteX9"/>
                <a:gd fmla="*/ 2588 h 6569" name="connsiteY9"/>
                <a:gd fmla="*/ 2445 w 6476" name="connsiteX10"/>
                <a:gd fmla="*/ 5160 h 6569" name="connsiteY10"/>
                <a:gd fmla="*/ 5522 w 6476" name="connsiteX11"/>
                <a:gd fmla="*/ 5493 h 6569" name="connsiteY11"/>
                <a:gd fmla="*/ 5684 w 6476" name="connsiteX12"/>
                <a:gd fmla="*/ 5350 h 6569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569" w="6476">
                  <a:moveTo>
                    <a:pt x="5684" y="5350"/>
                  </a:moveTo>
                  <a:cubicBezTo>
                    <a:pt x="4674" y="6617"/>
                    <a:pt x="2883" y="6941"/>
                    <a:pt x="1493" y="6112"/>
                  </a:cubicBezTo>
                  <a:cubicBezTo>
                    <a:pt x="-41" y="5093"/>
                    <a:pt x="-460" y="3026"/>
                    <a:pt x="550" y="1493"/>
                  </a:cubicBezTo>
                  <a:cubicBezTo>
                    <a:pt x="1569" y="-41"/>
                    <a:pt x="3636" y="-460"/>
                    <a:pt x="5170" y="550"/>
                  </a:cubicBezTo>
                  <a:cubicBezTo>
                    <a:pt x="5360" y="674"/>
                    <a:pt x="5531" y="817"/>
                    <a:pt x="5684" y="969"/>
                  </a:cubicBezTo>
                  <a:cubicBezTo>
                    <a:pt x="6741" y="2236"/>
                    <a:pt x="6741" y="4084"/>
                    <a:pt x="5684" y="5350"/>
                  </a:cubicBezTo>
                  <a:close/>
                  <a:moveTo>
                    <a:pt x="5684" y="5350"/>
                  </a:moveTo>
                  <a:cubicBezTo>
                    <a:pt x="6474" y="4436"/>
                    <a:pt x="6369" y="3055"/>
                    <a:pt x="5455" y="2264"/>
                  </a:cubicBezTo>
                  <a:cubicBezTo>
                    <a:pt x="5293" y="2121"/>
                    <a:pt x="5112" y="2007"/>
                    <a:pt x="4922" y="1921"/>
                  </a:cubicBezTo>
                  <a:cubicBezTo>
                    <a:pt x="4045" y="1474"/>
                    <a:pt x="2979" y="1759"/>
                    <a:pt x="2445" y="2588"/>
                  </a:cubicBezTo>
                  <a:cubicBezTo>
                    <a:pt x="1817" y="3331"/>
                    <a:pt x="1817" y="4417"/>
                    <a:pt x="2445" y="5160"/>
                  </a:cubicBezTo>
                  <a:cubicBezTo>
                    <a:pt x="3207" y="6103"/>
                    <a:pt x="4588" y="6246"/>
                    <a:pt x="5522" y="5493"/>
                  </a:cubicBezTo>
                  <a:cubicBezTo>
                    <a:pt x="5579" y="5446"/>
                    <a:pt x="5636" y="5398"/>
                    <a:pt x="5684" y="535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45c6bb48-eb2b-4f28-a569-eee8b6022ecb" id="227" name="任意多边形: 形状 226">
              <a:extLst>
                <a:ext uri="{FF2B5EF4-FFF2-40B4-BE49-F238E27FC236}">
                  <a16:creationId id="{BF85AE96-2F27-4810-ACAC-B362449BB4CB}"/>
                </a:ext>
              </a:extLst>
            </p:cNvPr>
            <p:cNvSpPr/>
            <p:nvPr/>
          </p:nvSpPr>
          <p:spPr>
            <a:xfrm rot="21190573" flipV="false" flipH="false">
              <a:off x="6399420" y="2708849"/>
              <a:ext cx="7068" cy="7103"/>
            </a:xfrm>
            <a:custGeom>
              <a:avLst/>
              <a:gdLst>
                <a:gd fmla="*/ 5675 w 6566" name="connsiteX0"/>
                <a:gd fmla="*/ 5348 h 6598" name="connsiteY0"/>
                <a:gd fmla="*/ 1484 w 6566" name="connsiteX1"/>
                <a:gd fmla="*/ 6110 h 6598" name="connsiteY1"/>
                <a:gd fmla="*/ 560 w 6566" name="connsiteX2"/>
                <a:gd fmla="*/ 1490 h 6598" name="connsiteY2"/>
                <a:gd fmla="*/ 5179 w 6566" name="connsiteX3"/>
                <a:gd fmla="*/ 557 h 6598" name="connsiteY3"/>
                <a:gd fmla="*/ 5770 w 6566" name="connsiteX4"/>
                <a:gd fmla="*/ 1062 h 6598" name="connsiteY4"/>
                <a:gd fmla="*/ 5675 w 6566" name="connsiteX5"/>
                <a:gd fmla="*/ 5348 h 6598" name="connsiteY5"/>
                <a:gd fmla="*/ 5675 w 6566" name="connsiteX6"/>
                <a:gd fmla="*/ 5348 h 6598" name="connsiteY6"/>
                <a:gd fmla="*/ 5379 w 6566" name="connsiteX7"/>
                <a:gd fmla="*/ 2262 h 6598" name="connsiteY7"/>
                <a:gd fmla="*/ 5008 w 6566" name="connsiteX8"/>
                <a:gd fmla="*/ 2014 h 6598" name="connsiteY8"/>
                <a:gd fmla="*/ 2436 w 6566" name="connsiteX9"/>
                <a:gd fmla="*/ 2586 h 6598" name="connsiteY9"/>
                <a:gd fmla="*/ 2436 w 6566" name="connsiteX10"/>
                <a:gd fmla="*/ 5253 h 6598" name="connsiteY10"/>
                <a:gd fmla="*/ 5522 w 6566" name="connsiteX11"/>
                <a:gd fmla="*/ 5491 h 6598" name="connsiteY11"/>
                <a:gd fmla="*/ 5675 w 6566" name="connsiteX12"/>
                <a:gd fmla="*/ 5348 h 6598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598" w="6566">
                  <a:moveTo>
                    <a:pt x="5675" y="5348"/>
                  </a:moveTo>
                  <a:cubicBezTo>
                    <a:pt x="4694" y="6653"/>
                    <a:pt x="2865" y="6986"/>
                    <a:pt x="1484" y="6110"/>
                  </a:cubicBezTo>
                  <a:cubicBezTo>
                    <a:pt x="-50" y="5091"/>
                    <a:pt x="-459" y="3024"/>
                    <a:pt x="560" y="1490"/>
                  </a:cubicBezTo>
                  <a:cubicBezTo>
                    <a:pt x="1579" y="-43"/>
                    <a:pt x="3646" y="-462"/>
                    <a:pt x="5179" y="557"/>
                  </a:cubicBezTo>
                  <a:cubicBezTo>
                    <a:pt x="5399" y="700"/>
                    <a:pt x="5589" y="871"/>
                    <a:pt x="5770" y="1062"/>
                  </a:cubicBezTo>
                  <a:cubicBezTo>
                    <a:pt x="6865" y="2291"/>
                    <a:pt x="6827" y="4167"/>
                    <a:pt x="5675" y="5348"/>
                  </a:cubicBezTo>
                  <a:close/>
                  <a:moveTo>
                    <a:pt x="5675" y="5348"/>
                  </a:moveTo>
                  <a:cubicBezTo>
                    <a:pt x="6446" y="4415"/>
                    <a:pt x="6313" y="3034"/>
                    <a:pt x="5379" y="2262"/>
                  </a:cubicBezTo>
                  <a:cubicBezTo>
                    <a:pt x="5265" y="2167"/>
                    <a:pt x="5141" y="2081"/>
                    <a:pt x="5008" y="2014"/>
                  </a:cubicBezTo>
                  <a:cubicBezTo>
                    <a:pt x="4122" y="1614"/>
                    <a:pt x="3075" y="1843"/>
                    <a:pt x="2436" y="2586"/>
                  </a:cubicBezTo>
                  <a:cubicBezTo>
                    <a:pt x="1836" y="3376"/>
                    <a:pt x="1836" y="4462"/>
                    <a:pt x="2436" y="5253"/>
                  </a:cubicBezTo>
                  <a:cubicBezTo>
                    <a:pt x="3227" y="6167"/>
                    <a:pt x="4608" y="6272"/>
                    <a:pt x="5522" y="5491"/>
                  </a:cubicBezTo>
                  <a:cubicBezTo>
                    <a:pt x="5580" y="5443"/>
                    <a:pt x="5627" y="5396"/>
                    <a:pt x="5675" y="534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cc537d0-b2e3-40b0-9406-8688da39733c" id="228" name="任意多边形: 形状 227">
              <a:extLst>
                <a:ext uri="{FF2B5EF4-FFF2-40B4-BE49-F238E27FC236}">
                  <a16:creationId id="{CC1C248B-C367-41A2-A78C-81506B5401B9}"/>
                </a:ext>
              </a:extLst>
            </p:cNvPr>
            <p:cNvSpPr/>
            <p:nvPr/>
          </p:nvSpPr>
          <p:spPr>
            <a:xfrm rot="21190573" flipV="false" flipH="false">
              <a:off x="6426278" y="2726310"/>
              <a:ext cx="7720" cy="7808"/>
            </a:xfrm>
            <a:custGeom>
              <a:avLst/>
              <a:gdLst>
                <a:gd fmla="*/ 6110 w 7171" name="connsiteX0"/>
                <a:gd fmla="*/ 5770 h 7253" name="connsiteY0"/>
                <a:gd fmla="*/ 1491 w 7171" name="connsiteX1"/>
                <a:gd fmla="*/ 6694 h 7253" name="connsiteY1"/>
                <a:gd fmla="*/ 557 w 7171" name="connsiteX2"/>
                <a:gd fmla="*/ 2074 h 7253" name="connsiteY2"/>
                <a:gd fmla="*/ 1062 w 7171" name="connsiteX3"/>
                <a:gd fmla="*/ 1484 h 7253" name="connsiteY3"/>
                <a:gd fmla="*/ 5682 w 7171" name="connsiteX4"/>
                <a:gd fmla="*/ 560 h 7253" name="connsiteY4"/>
                <a:gd fmla="*/ 6615 w 7171" name="connsiteX5"/>
                <a:gd fmla="*/ 5180 h 7253" name="connsiteY5"/>
                <a:gd fmla="*/ 6110 w 7171" name="connsiteX6"/>
                <a:gd fmla="*/ 5770 h 7253" name="connsiteY6"/>
                <a:gd fmla="*/ 6110 w 7171" name="connsiteX7"/>
                <a:gd fmla="*/ 5770 h 7253" name="connsiteY7"/>
                <a:gd fmla="*/ 5882 w 7171" name="connsiteX8"/>
                <a:gd fmla="*/ 2684 h 7253" name="connsiteY8"/>
                <a:gd fmla="*/ 5348 w 7171" name="connsiteX9"/>
                <a:gd fmla="*/ 2341 h 7253" name="connsiteY9"/>
                <a:gd fmla="*/ 2872 w 7171" name="connsiteX10"/>
                <a:gd fmla="*/ 3008 h 7253" name="connsiteY10"/>
                <a:gd fmla="*/ 2872 w 7171" name="connsiteX11"/>
                <a:gd fmla="*/ 5580 h 7253" name="connsiteY11"/>
                <a:gd fmla="*/ 5796 w 7171" name="connsiteX12"/>
                <a:gd fmla="*/ 6046 h 7253" name="connsiteY12"/>
                <a:gd fmla="*/ 6110 w 7171" name="connsiteX13"/>
                <a:gd fmla="*/ 5770 h 7253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7253" w="7171">
                  <a:moveTo>
                    <a:pt x="6110" y="5770"/>
                  </a:moveTo>
                  <a:cubicBezTo>
                    <a:pt x="5091" y="7304"/>
                    <a:pt x="3024" y="7713"/>
                    <a:pt x="1491" y="6694"/>
                  </a:cubicBezTo>
                  <a:cubicBezTo>
                    <a:pt x="-43" y="5675"/>
                    <a:pt x="-462" y="3608"/>
                    <a:pt x="557" y="2074"/>
                  </a:cubicBezTo>
                  <a:cubicBezTo>
                    <a:pt x="700" y="1855"/>
                    <a:pt x="871" y="1665"/>
                    <a:pt x="1062" y="1484"/>
                  </a:cubicBezTo>
                  <a:cubicBezTo>
                    <a:pt x="2081" y="-50"/>
                    <a:pt x="4148" y="-459"/>
                    <a:pt x="5682" y="560"/>
                  </a:cubicBezTo>
                  <a:cubicBezTo>
                    <a:pt x="7215" y="1579"/>
                    <a:pt x="7634" y="3646"/>
                    <a:pt x="6615" y="5180"/>
                  </a:cubicBezTo>
                  <a:cubicBezTo>
                    <a:pt x="6472" y="5399"/>
                    <a:pt x="6300" y="5589"/>
                    <a:pt x="6110" y="5770"/>
                  </a:cubicBezTo>
                  <a:close/>
                  <a:moveTo>
                    <a:pt x="6110" y="5770"/>
                  </a:moveTo>
                  <a:cubicBezTo>
                    <a:pt x="6901" y="4856"/>
                    <a:pt x="6796" y="3475"/>
                    <a:pt x="5882" y="2684"/>
                  </a:cubicBezTo>
                  <a:cubicBezTo>
                    <a:pt x="5720" y="2541"/>
                    <a:pt x="5539" y="2427"/>
                    <a:pt x="5348" y="2341"/>
                  </a:cubicBezTo>
                  <a:cubicBezTo>
                    <a:pt x="4472" y="1970"/>
                    <a:pt x="3453" y="2246"/>
                    <a:pt x="2872" y="3008"/>
                  </a:cubicBezTo>
                  <a:cubicBezTo>
                    <a:pt x="2243" y="3751"/>
                    <a:pt x="2243" y="4837"/>
                    <a:pt x="2872" y="5580"/>
                  </a:cubicBezTo>
                  <a:cubicBezTo>
                    <a:pt x="3548" y="6513"/>
                    <a:pt x="4862" y="6723"/>
                    <a:pt x="5796" y="6046"/>
                  </a:cubicBezTo>
                  <a:cubicBezTo>
                    <a:pt x="5910" y="5970"/>
                    <a:pt x="6015" y="5875"/>
                    <a:pt x="6110" y="577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ea0b79e-cf32-4143-80ab-808f58ffcf2c" id="229" name="任意多边形: 形状 228">
              <a:extLst>
                <a:ext uri="{FF2B5EF4-FFF2-40B4-BE49-F238E27FC236}">
                  <a16:creationId id="{9FEA4BCC-9358-4724-8E31-1B342E302CE7}"/>
                </a:ext>
              </a:extLst>
            </p:cNvPr>
            <p:cNvSpPr/>
            <p:nvPr/>
          </p:nvSpPr>
          <p:spPr>
            <a:xfrm rot="21190573" flipV="false" flipH="false">
              <a:off x="6372283" y="2690871"/>
              <a:ext cx="7149" cy="7221"/>
            </a:xfrm>
            <a:custGeom>
              <a:avLst/>
              <a:gdLst>
                <a:gd fmla="*/ 5867 w 6641" name="connsiteX0"/>
                <a:gd fmla="*/ 5489 h 6708" name="connsiteY0"/>
                <a:gd fmla="*/ 1676 w 6641" name="connsiteX1"/>
                <a:gd fmla="*/ 6251 h 6708" name="connsiteY1"/>
                <a:gd fmla="*/ 485 w 6641" name="connsiteX2"/>
                <a:gd fmla="*/ 1546 h 6708" name="connsiteY2"/>
                <a:gd fmla="*/ 723 w 6641" name="connsiteX3"/>
                <a:gd fmla="*/ 1203 h 6708" name="connsiteY3"/>
                <a:gd fmla="*/ 5438 w 6641" name="connsiteX4"/>
                <a:gd fmla="*/ 775 h 6708" name="connsiteY4"/>
                <a:gd fmla="*/ 5867 w 6641" name="connsiteX5"/>
                <a:gd fmla="*/ 5489 h 6708" name="connsiteY5"/>
                <a:gd fmla="*/ 5867 w 6641" name="connsiteX6"/>
                <a:gd fmla="*/ 5489 h 6708" name="connsiteY6"/>
                <a:gd fmla="*/ 5638 w 6641" name="connsiteX7"/>
                <a:gd fmla="*/ 2403 h 6708" name="connsiteY7"/>
                <a:gd fmla="*/ 5105 w 6641" name="connsiteX8"/>
                <a:gd fmla="*/ 2060 h 6708" name="connsiteY8"/>
                <a:gd fmla="*/ 2628 w 6641" name="connsiteX9"/>
                <a:gd fmla="*/ 2727 h 6708" name="connsiteY9"/>
                <a:gd fmla="*/ 2628 w 6641" name="connsiteX10"/>
                <a:gd fmla="*/ 5299 h 6708" name="connsiteY10"/>
                <a:gd fmla="*/ 5553 w 6641" name="connsiteX11"/>
                <a:gd fmla="*/ 5766 h 6708" name="connsiteY11"/>
                <a:gd fmla="*/ 5867 w 6641" name="connsiteX12"/>
                <a:gd fmla="*/ 5489 h 6708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708" w="6641">
                  <a:moveTo>
                    <a:pt x="5867" y="5489"/>
                  </a:moveTo>
                  <a:cubicBezTo>
                    <a:pt x="4857" y="6756"/>
                    <a:pt x="3066" y="7080"/>
                    <a:pt x="1676" y="6251"/>
                  </a:cubicBezTo>
                  <a:cubicBezTo>
                    <a:pt x="47" y="5280"/>
                    <a:pt x="-486" y="3175"/>
                    <a:pt x="485" y="1546"/>
                  </a:cubicBezTo>
                  <a:cubicBezTo>
                    <a:pt x="561" y="1432"/>
                    <a:pt x="637" y="1318"/>
                    <a:pt x="723" y="1203"/>
                  </a:cubicBezTo>
                  <a:cubicBezTo>
                    <a:pt x="1904" y="-216"/>
                    <a:pt x="4019" y="-406"/>
                    <a:pt x="5438" y="775"/>
                  </a:cubicBezTo>
                  <a:cubicBezTo>
                    <a:pt x="6857" y="1956"/>
                    <a:pt x="7048" y="4070"/>
                    <a:pt x="5867" y="5489"/>
                  </a:cubicBezTo>
                  <a:close/>
                  <a:moveTo>
                    <a:pt x="5867" y="5489"/>
                  </a:moveTo>
                  <a:cubicBezTo>
                    <a:pt x="6657" y="4575"/>
                    <a:pt x="6552" y="3194"/>
                    <a:pt x="5638" y="2403"/>
                  </a:cubicBezTo>
                  <a:cubicBezTo>
                    <a:pt x="5476" y="2260"/>
                    <a:pt x="5295" y="2146"/>
                    <a:pt x="5105" y="2060"/>
                  </a:cubicBezTo>
                  <a:cubicBezTo>
                    <a:pt x="4228" y="1689"/>
                    <a:pt x="3209" y="1965"/>
                    <a:pt x="2628" y="2727"/>
                  </a:cubicBezTo>
                  <a:cubicBezTo>
                    <a:pt x="2000" y="3470"/>
                    <a:pt x="2000" y="4556"/>
                    <a:pt x="2628" y="5299"/>
                  </a:cubicBezTo>
                  <a:cubicBezTo>
                    <a:pt x="3304" y="6232"/>
                    <a:pt x="4619" y="6442"/>
                    <a:pt x="5553" y="5766"/>
                  </a:cubicBezTo>
                  <a:cubicBezTo>
                    <a:pt x="5667" y="5690"/>
                    <a:pt x="5771" y="5594"/>
                    <a:pt x="5867" y="5489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0a869111-e41b-4966-a6ce-db907f18c569" id="230" name="任意多边形: 形状 229">
              <a:extLst>
                <a:ext uri="{FF2B5EF4-FFF2-40B4-BE49-F238E27FC236}">
                  <a16:creationId id="{0A37A6FB-AB5E-41B5-838A-C69FDE3AF609}"/>
                </a:ext>
              </a:extLst>
            </p:cNvPr>
            <p:cNvSpPr/>
            <p:nvPr/>
          </p:nvSpPr>
          <p:spPr>
            <a:xfrm rot="21190573" flipV="false" flipH="false">
              <a:off x="6453839" y="2744461"/>
              <a:ext cx="7189" cy="7225"/>
            </a:xfrm>
            <a:custGeom>
              <a:avLst/>
              <a:gdLst>
                <a:gd fmla="*/ 5900 w 6678" name="connsiteX0"/>
                <a:gd fmla="*/ 5446 h 6712" name="connsiteY0"/>
                <a:gd fmla="*/ 1613 w 6678" name="connsiteX1"/>
                <a:gd fmla="*/ 6303 h 6712" name="connsiteY1"/>
                <a:gd fmla="*/ 566 w 6678" name="connsiteX2"/>
                <a:gd fmla="*/ 1435 h 6712" name="connsiteY2"/>
                <a:gd fmla="*/ 756 w 6678" name="connsiteX3"/>
                <a:gd fmla="*/ 1159 h 6712" name="connsiteY3"/>
                <a:gd fmla="*/ 5595 w 6678" name="connsiteX4"/>
                <a:gd fmla="*/ 854 h 6712" name="connsiteY4"/>
                <a:gd fmla="*/ 5900 w 6678" name="connsiteX5"/>
                <a:gd fmla="*/ 1159 h 6712" name="connsiteY5"/>
                <a:gd fmla="*/ 5900 w 6678" name="connsiteX6"/>
                <a:gd fmla="*/ 5446 h 6712" name="connsiteY6"/>
                <a:gd fmla="*/ 5900 w 6678" name="connsiteX7"/>
                <a:gd fmla="*/ 5446 h 6712" name="connsiteY7"/>
                <a:gd fmla="*/ 5443 w 6678" name="connsiteX8"/>
                <a:gd fmla="*/ 2378 h 6712" name="connsiteY8"/>
                <a:gd fmla="*/ 2376 w 6678" name="connsiteX9"/>
                <a:gd fmla="*/ 2845 h 6712" name="connsiteY9"/>
                <a:gd fmla="*/ 2376 w 6678" name="connsiteX10"/>
                <a:gd fmla="*/ 5446 h 6712" name="connsiteY10"/>
                <a:gd fmla="*/ 5595 w 6678" name="connsiteX11"/>
                <a:gd fmla="*/ 5750 h 6712" name="connsiteY11"/>
                <a:gd fmla="*/ 5900 w 6678" name="connsiteX12"/>
                <a:gd fmla="*/ 5446 h 6712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712" w="6678">
                  <a:moveTo>
                    <a:pt x="5900" y="5446"/>
                  </a:moveTo>
                  <a:cubicBezTo>
                    <a:pt x="4861" y="6722"/>
                    <a:pt x="3061" y="7084"/>
                    <a:pt x="1613" y="6303"/>
                  </a:cubicBezTo>
                  <a:cubicBezTo>
                    <a:pt x="-25" y="5245"/>
                    <a:pt x="-491" y="3064"/>
                    <a:pt x="566" y="1435"/>
                  </a:cubicBezTo>
                  <a:cubicBezTo>
                    <a:pt x="623" y="1340"/>
                    <a:pt x="690" y="1245"/>
                    <a:pt x="756" y="1159"/>
                  </a:cubicBezTo>
                  <a:cubicBezTo>
                    <a:pt x="2004" y="-260"/>
                    <a:pt x="4176" y="-393"/>
                    <a:pt x="5595" y="854"/>
                  </a:cubicBezTo>
                  <a:cubicBezTo>
                    <a:pt x="5700" y="950"/>
                    <a:pt x="5804" y="1054"/>
                    <a:pt x="5900" y="1159"/>
                  </a:cubicBezTo>
                  <a:cubicBezTo>
                    <a:pt x="6938" y="2398"/>
                    <a:pt x="6938" y="4207"/>
                    <a:pt x="5900" y="5446"/>
                  </a:cubicBezTo>
                  <a:close/>
                  <a:moveTo>
                    <a:pt x="5900" y="5446"/>
                  </a:moveTo>
                  <a:cubicBezTo>
                    <a:pt x="6614" y="4474"/>
                    <a:pt x="6414" y="3102"/>
                    <a:pt x="5443" y="2378"/>
                  </a:cubicBezTo>
                  <a:cubicBezTo>
                    <a:pt x="4461" y="1664"/>
                    <a:pt x="3090" y="1874"/>
                    <a:pt x="2376" y="2845"/>
                  </a:cubicBezTo>
                  <a:cubicBezTo>
                    <a:pt x="1804" y="3617"/>
                    <a:pt x="1804" y="4674"/>
                    <a:pt x="2376" y="5446"/>
                  </a:cubicBezTo>
                  <a:cubicBezTo>
                    <a:pt x="3176" y="6417"/>
                    <a:pt x="4623" y="6560"/>
                    <a:pt x="5595" y="5750"/>
                  </a:cubicBezTo>
                  <a:cubicBezTo>
                    <a:pt x="5709" y="5655"/>
                    <a:pt x="5804" y="5560"/>
                    <a:pt x="590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7932e835-fad1-4583-9874-3a965c87e03c" id="231" name="任意多边形: 形状 230">
              <a:extLst>
                <a:ext uri="{FF2B5EF4-FFF2-40B4-BE49-F238E27FC236}">
                  <a16:creationId id="{58A2E306-F152-48D9-81B9-E523A28EAF6B}"/>
                </a:ext>
              </a:extLst>
            </p:cNvPr>
            <p:cNvSpPr/>
            <p:nvPr/>
          </p:nvSpPr>
          <p:spPr>
            <a:xfrm rot="21190573" flipV="false" flipH="false">
              <a:off x="6480876" y="2762482"/>
              <a:ext cx="7468" cy="7459"/>
            </a:xfrm>
            <a:custGeom>
              <a:avLst/>
              <a:gdLst>
                <a:gd fmla="*/ 6110 w 6937" name="connsiteX0"/>
                <a:gd fmla="*/ 5446 h 6929" name="connsiteY0"/>
                <a:gd fmla="*/ 1491 w 6937" name="connsiteX1"/>
                <a:gd fmla="*/ 6369 h 6929" name="connsiteY1"/>
                <a:gd fmla="*/ 557 w 6937" name="connsiteX2"/>
                <a:gd fmla="*/ 1750 h 6929" name="connsiteY2"/>
                <a:gd fmla="*/ 1062 w 6937" name="connsiteX3"/>
                <a:gd fmla="*/ 1159 h 6929" name="connsiteY3"/>
                <a:gd fmla="*/ 5900 w 6937" name="connsiteX4"/>
                <a:gd fmla="*/ 854 h 6929" name="connsiteY4"/>
                <a:gd fmla="*/ 6205 w 6937" name="connsiteX5"/>
                <a:gd fmla="*/ 1159 h 6929" name="connsiteY5"/>
                <a:gd fmla="*/ 6110 w 6937" name="connsiteX6"/>
                <a:gd fmla="*/ 5446 h 6929" name="connsiteY6"/>
                <a:gd fmla="*/ 6110 w 6937" name="connsiteX7"/>
                <a:gd fmla="*/ 5446 h 6929" name="connsiteY7"/>
                <a:gd fmla="*/ 5758 w 6937" name="connsiteX8"/>
                <a:gd fmla="*/ 2236 h 6929" name="connsiteY8"/>
                <a:gd fmla="*/ 5443 w 6937" name="connsiteX9"/>
                <a:gd fmla="*/ 2017 h 6929" name="connsiteY9"/>
                <a:gd fmla="*/ 2872 w 6937" name="connsiteX10"/>
                <a:gd fmla="*/ 2683 h 6929" name="connsiteY10"/>
                <a:gd fmla="*/ 2872 w 6937" name="connsiteX11"/>
                <a:gd fmla="*/ 5350 h 6929" name="connsiteY11"/>
                <a:gd fmla="*/ 5958 w 6937" name="connsiteX12"/>
                <a:gd fmla="*/ 5588 h 6929" name="connsiteY12"/>
                <a:gd fmla="*/ 6110 w 6937" name="connsiteX13"/>
                <a:gd fmla="*/ 5446 h 6929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929" w="6937">
                  <a:moveTo>
                    <a:pt x="6110" y="5446"/>
                  </a:moveTo>
                  <a:cubicBezTo>
                    <a:pt x="5091" y="6979"/>
                    <a:pt x="3024" y="7389"/>
                    <a:pt x="1491" y="6369"/>
                  </a:cubicBezTo>
                  <a:cubicBezTo>
                    <a:pt x="-43" y="5350"/>
                    <a:pt x="-462" y="3283"/>
                    <a:pt x="557" y="1750"/>
                  </a:cubicBezTo>
                  <a:cubicBezTo>
                    <a:pt x="700" y="1531"/>
                    <a:pt x="871" y="1340"/>
                    <a:pt x="1062" y="1159"/>
                  </a:cubicBezTo>
                  <a:cubicBezTo>
                    <a:pt x="2310" y="-260"/>
                    <a:pt x="4481" y="-393"/>
                    <a:pt x="5900" y="854"/>
                  </a:cubicBezTo>
                  <a:cubicBezTo>
                    <a:pt x="6005" y="950"/>
                    <a:pt x="6110" y="1054"/>
                    <a:pt x="6205" y="1159"/>
                  </a:cubicBezTo>
                  <a:cubicBezTo>
                    <a:pt x="7215" y="2426"/>
                    <a:pt x="7177" y="4226"/>
                    <a:pt x="6110" y="5446"/>
                  </a:cubicBezTo>
                  <a:close/>
                  <a:moveTo>
                    <a:pt x="6110" y="5446"/>
                  </a:moveTo>
                  <a:cubicBezTo>
                    <a:pt x="6901" y="4464"/>
                    <a:pt x="6748" y="3026"/>
                    <a:pt x="5758" y="2236"/>
                  </a:cubicBezTo>
                  <a:cubicBezTo>
                    <a:pt x="5662" y="2150"/>
                    <a:pt x="5558" y="2083"/>
                    <a:pt x="5443" y="2017"/>
                  </a:cubicBezTo>
                  <a:cubicBezTo>
                    <a:pt x="4529" y="1635"/>
                    <a:pt x="3481" y="1912"/>
                    <a:pt x="2872" y="2683"/>
                  </a:cubicBezTo>
                  <a:cubicBezTo>
                    <a:pt x="2233" y="3455"/>
                    <a:pt x="2233" y="4579"/>
                    <a:pt x="2872" y="5350"/>
                  </a:cubicBezTo>
                  <a:cubicBezTo>
                    <a:pt x="3662" y="6265"/>
                    <a:pt x="5043" y="6369"/>
                    <a:pt x="5958" y="5588"/>
                  </a:cubicBezTo>
                  <a:cubicBezTo>
                    <a:pt x="6015" y="5541"/>
                    <a:pt x="6062" y="5493"/>
                    <a:pt x="611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f6e99f01-510a-4569-abbc-ec25a6ec350b" id="232" name="任意多边形: 形状 231">
              <a:extLst>
                <a:ext uri="{FF2B5EF4-FFF2-40B4-BE49-F238E27FC236}">
                  <a16:creationId id="{21F76AB7-1824-47D2-9FC4-51CA3F09475F}"/>
                </a:ext>
              </a:extLst>
            </p:cNvPr>
            <p:cNvSpPr/>
            <p:nvPr/>
          </p:nvSpPr>
          <p:spPr>
            <a:xfrm rot="21190573" flipV="false" flipH="false">
              <a:off x="6508367" y="2779862"/>
              <a:ext cx="7189" cy="7225"/>
            </a:xfrm>
            <a:custGeom>
              <a:avLst/>
              <a:gdLst>
                <a:gd fmla="*/ 5900 w 6678" name="connsiteX0"/>
                <a:gd fmla="*/ 5446 h 6712" name="connsiteY0"/>
                <a:gd fmla="*/ 1614 w 6678" name="connsiteX1"/>
                <a:gd fmla="*/ 6303 h 6712" name="connsiteY1"/>
                <a:gd fmla="*/ 566 w 6678" name="connsiteX2"/>
                <a:gd fmla="*/ 1436 h 6712" name="connsiteY2"/>
                <a:gd fmla="*/ 756 w 6678" name="connsiteX3"/>
                <a:gd fmla="*/ 1159 h 6712" name="connsiteY3"/>
                <a:gd fmla="*/ 5595 w 6678" name="connsiteX4"/>
                <a:gd fmla="*/ 854 h 6712" name="connsiteY4"/>
                <a:gd fmla="*/ 5900 w 6678" name="connsiteX5"/>
                <a:gd fmla="*/ 1159 h 6712" name="connsiteY5"/>
                <a:gd fmla="*/ 5900 w 6678" name="connsiteX6"/>
                <a:gd fmla="*/ 5446 h 6712" name="connsiteY6"/>
                <a:gd fmla="*/ 5900 w 6678" name="connsiteX7"/>
                <a:gd fmla="*/ 5446 h 6712" name="connsiteY7"/>
                <a:gd fmla="*/ 5547 w 6678" name="connsiteX8"/>
                <a:gd fmla="*/ 2369 h 6712" name="connsiteY8"/>
                <a:gd fmla="*/ 5138 w 6678" name="connsiteX9"/>
                <a:gd fmla="*/ 2112 h 6712" name="connsiteY9"/>
                <a:gd fmla="*/ 2566 w 6678" name="connsiteX10"/>
                <a:gd fmla="*/ 2683 h 6712" name="connsiteY10"/>
                <a:gd fmla="*/ 2566 w 6678" name="connsiteX11"/>
                <a:gd fmla="*/ 5350 h 6712" name="connsiteY11"/>
                <a:gd fmla="*/ 5795 w 6678" name="connsiteX12"/>
                <a:gd fmla="*/ 5550 h 6712" name="connsiteY12"/>
                <a:gd fmla="*/ 5900 w 6678" name="connsiteX13"/>
                <a:gd fmla="*/ 5446 h 6712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12" w="6678">
                  <a:moveTo>
                    <a:pt x="5900" y="5446"/>
                  </a:moveTo>
                  <a:cubicBezTo>
                    <a:pt x="4861" y="6722"/>
                    <a:pt x="3061" y="7084"/>
                    <a:pt x="1614" y="6303"/>
                  </a:cubicBezTo>
                  <a:cubicBezTo>
                    <a:pt x="-25" y="5245"/>
                    <a:pt x="-492" y="3064"/>
                    <a:pt x="566" y="1436"/>
                  </a:cubicBezTo>
                  <a:cubicBezTo>
                    <a:pt x="623" y="1340"/>
                    <a:pt x="690" y="1245"/>
                    <a:pt x="756" y="1159"/>
                  </a:cubicBezTo>
                  <a:cubicBezTo>
                    <a:pt x="2004" y="-260"/>
                    <a:pt x="4176" y="-393"/>
                    <a:pt x="5595" y="854"/>
                  </a:cubicBezTo>
                  <a:cubicBezTo>
                    <a:pt x="5700" y="950"/>
                    <a:pt x="5805" y="1054"/>
                    <a:pt x="5900" y="1159"/>
                  </a:cubicBezTo>
                  <a:cubicBezTo>
                    <a:pt x="6938" y="2398"/>
                    <a:pt x="6938" y="4207"/>
                    <a:pt x="5900" y="5446"/>
                  </a:cubicBezTo>
                  <a:close/>
                  <a:moveTo>
                    <a:pt x="5900" y="5446"/>
                  </a:moveTo>
                  <a:cubicBezTo>
                    <a:pt x="6652" y="4493"/>
                    <a:pt x="6490" y="3121"/>
                    <a:pt x="5547" y="2369"/>
                  </a:cubicBezTo>
                  <a:cubicBezTo>
                    <a:pt x="5424" y="2264"/>
                    <a:pt x="5281" y="2178"/>
                    <a:pt x="5138" y="2112"/>
                  </a:cubicBezTo>
                  <a:cubicBezTo>
                    <a:pt x="4252" y="1712"/>
                    <a:pt x="3204" y="1940"/>
                    <a:pt x="2566" y="2683"/>
                  </a:cubicBezTo>
                  <a:cubicBezTo>
                    <a:pt x="1994" y="3483"/>
                    <a:pt x="1994" y="4550"/>
                    <a:pt x="2566" y="5350"/>
                  </a:cubicBezTo>
                  <a:cubicBezTo>
                    <a:pt x="3404" y="6293"/>
                    <a:pt x="4852" y="6379"/>
                    <a:pt x="5795" y="5550"/>
                  </a:cubicBezTo>
                  <a:cubicBezTo>
                    <a:pt x="5833" y="5512"/>
                    <a:pt x="5862" y="5484"/>
                    <a:pt x="590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7ad7be1-a6fc-4534-b6df-c5b515ef3bf1" id="233" name="任意多边形: 形状 232">
              <a:extLst>
                <a:ext uri="{FF2B5EF4-FFF2-40B4-BE49-F238E27FC236}">
                  <a16:creationId id="{4997DA32-083C-4AB7-B9D6-DB97B2BA493E}"/>
                </a:ext>
              </a:extLst>
            </p:cNvPr>
            <p:cNvSpPr/>
            <p:nvPr/>
          </p:nvSpPr>
          <p:spPr>
            <a:xfrm rot="21190573" flipV="false" flipH="false">
              <a:off x="6535428" y="2798087"/>
              <a:ext cx="7468" cy="7459"/>
            </a:xfrm>
            <a:custGeom>
              <a:avLst/>
              <a:gdLst>
                <a:gd fmla="*/ 6110 w 6937" name="connsiteX0"/>
                <a:gd fmla="*/ 5446 h 6929" name="connsiteY0"/>
                <a:gd fmla="*/ 1490 w 6937" name="connsiteX1"/>
                <a:gd fmla="*/ 6369 h 6929" name="connsiteY1"/>
                <a:gd fmla="*/ 557 w 6937" name="connsiteX2"/>
                <a:gd fmla="*/ 1750 h 6929" name="connsiteY2"/>
                <a:gd fmla="*/ 1062 w 6937" name="connsiteX3"/>
                <a:gd fmla="*/ 1159 h 6929" name="connsiteY3"/>
                <a:gd fmla="*/ 5901 w 6937" name="connsiteX4"/>
                <a:gd fmla="*/ 854 h 6929" name="connsiteY4"/>
                <a:gd fmla="*/ 6205 w 6937" name="connsiteX5"/>
                <a:gd fmla="*/ 1159 h 6929" name="connsiteY5"/>
                <a:gd fmla="*/ 6110 w 6937" name="connsiteX6"/>
                <a:gd fmla="*/ 5446 h 6929" name="connsiteY6"/>
                <a:gd fmla="*/ 6110 w 6937" name="connsiteX7"/>
                <a:gd fmla="*/ 5446 h 6929" name="connsiteY7"/>
                <a:gd fmla="*/ 5758 w 6937" name="connsiteX8"/>
                <a:gd fmla="*/ 2236 h 6929" name="connsiteY8"/>
                <a:gd fmla="*/ 5443 w 6937" name="connsiteX9"/>
                <a:gd fmla="*/ 2017 h 6929" name="connsiteY9"/>
                <a:gd fmla="*/ 2871 w 6937" name="connsiteX10"/>
                <a:gd fmla="*/ 2683 h 6929" name="connsiteY10"/>
                <a:gd fmla="*/ 2871 w 6937" name="connsiteX11"/>
                <a:gd fmla="*/ 5350 h 6929" name="connsiteY11"/>
                <a:gd fmla="*/ 5958 w 6937" name="connsiteX12"/>
                <a:gd fmla="*/ 5588 h 6929" name="connsiteY12"/>
                <a:gd fmla="*/ 6110 w 6937" name="connsiteX13"/>
                <a:gd fmla="*/ 5446 h 6929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929" w="6937">
                  <a:moveTo>
                    <a:pt x="6110" y="5446"/>
                  </a:moveTo>
                  <a:cubicBezTo>
                    <a:pt x="5091" y="6979"/>
                    <a:pt x="3024" y="7389"/>
                    <a:pt x="1490" y="6369"/>
                  </a:cubicBezTo>
                  <a:cubicBezTo>
                    <a:pt x="-43" y="5350"/>
                    <a:pt x="-462" y="3283"/>
                    <a:pt x="557" y="1750"/>
                  </a:cubicBezTo>
                  <a:cubicBezTo>
                    <a:pt x="700" y="1531"/>
                    <a:pt x="871" y="1340"/>
                    <a:pt x="1062" y="1159"/>
                  </a:cubicBezTo>
                  <a:cubicBezTo>
                    <a:pt x="2310" y="-260"/>
                    <a:pt x="4481" y="-393"/>
                    <a:pt x="5901" y="854"/>
                  </a:cubicBezTo>
                  <a:cubicBezTo>
                    <a:pt x="6005" y="950"/>
                    <a:pt x="6110" y="1055"/>
                    <a:pt x="6205" y="1159"/>
                  </a:cubicBezTo>
                  <a:cubicBezTo>
                    <a:pt x="7215" y="2426"/>
                    <a:pt x="7177" y="4226"/>
                    <a:pt x="6110" y="5446"/>
                  </a:cubicBezTo>
                  <a:close/>
                  <a:moveTo>
                    <a:pt x="6110" y="5446"/>
                  </a:moveTo>
                  <a:cubicBezTo>
                    <a:pt x="6901" y="4464"/>
                    <a:pt x="6748" y="3026"/>
                    <a:pt x="5758" y="2236"/>
                  </a:cubicBezTo>
                  <a:cubicBezTo>
                    <a:pt x="5662" y="2150"/>
                    <a:pt x="5558" y="2083"/>
                    <a:pt x="5443" y="2017"/>
                  </a:cubicBezTo>
                  <a:cubicBezTo>
                    <a:pt x="4529" y="1636"/>
                    <a:pt x="3481" y="1912"/>
                    <a:pt x="2871" y="2683"/>
                  </a:cubicBezTo>
                  <a:cubicBezTo>
                    <a:pt x="2233" y="3455"/>
                    <a:pt x="2233" y="4579"/>
                    <a:pt x="2871" y="5350"/>
                  </a:cubicBezTo>
                  <a:cubicBezTo>
                    <a:pt x="3662" y="6265"/>
                    <a:pt x="5043" y="6369"/>
                    <a:pt x="5958" y="5588"/>
                  </a:cubicBezTo>
                  <a:cubicBezTo>
                    <a:pt x="6015" y="5541"/>
                    <a:pt x="6062" y="5493"/>
                    <a:pt x="611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d1facd47-00d9-4e1a-bc3f-59d5108f11dd" id="234" name="任意多边形: 形状 233">
              <a:extLst>
                <a:ext uri="{FF2B5EF4-FFF2-40B4-BE49-F238E27FC236}">
                  <a16:creationId id="{E42F7C23-BD1E-4641-AB2C-F6C92814D187}"/>
                </a:ext>
              </a:extLst>
            </p:cNvPr>
            <p:cNvSpPr/>
            <p:nvPr/>
          </p:nvSpPr>
          <p:spPr>
            <a:xfrm rot="21190573" flipV="false" flipH="false">
              <a:off x="6562764" y="2815898"/>
              <a:ext cx="7189" cy="7225"/>
            </a:xfrm>
            <a:custGeom>
              <a:avLst/>
              <a:gdLst>
                <a:gd fmla="*/ 5900 w 6678" name="connsiteX0"/>
                <a:gd fmla="*/ 5446 h 6712" name="connsiteY0"/>
                <a:gd fmla="*/ 1613 w 6678" name="connsiteX1"/>
                <a:gd fmla="*/ 6303 h 6712" name="connsiteY1"/>
                <a:gd fmla="*/ 566 w 6678" name="connsiteX2"/>
                <a:gd fmla="*/ 1435 h 6712" name="connsiteY2"/>
                <a:gd fmla="*/ 756 w 6678" name="connsiteX3"/>
                <a:gd fmla="*/ 1159 h 6712" name="connsiteY3"/>
                <a:gd fmla="*/ 5595 w 6678" name="connsiteX4"/>
                <a:gd fmla="*/ 854 h 6712" name="connsiteY4"/>
                <a:gd fmla="*/ 5900 w 6678" name="connsiteX5"/>
                <a:gd fmla="*/ 1159 h 6712" name="connsiteY5"/>
                <a:gd fmla="*/ 5900 w 6678" name="connsiteX6"/>
                <a:gd fmla="*/ 5446 h 6712" name="connsiteY6"/>
                <a:gd fmla="*/ 5900 w 6678" name="connsiteX7"/>
                <a:gd fmla="*/ 5446 h 6712" name="connsiteY7"/>
                <a:gd fmla="*/ 5547 w 6678" name="connsiteX8"/>
                <a:gd fmla="*/ 2369 h 6712" name="connsiteY8"/>
                <a:gd fmla="*/ 5138 w 6678" name="connsiteX9"/>
                <a:gd fmla="*/ 2112 h 6712" name="connsiteY9"/>
                <a:gd fmla="*/ 2233 w 6678" name="connsiteX10"/>
                <a:gd fmla="*/ 3531 h 6712" name="connsiteY10"/>
                <a:gd fmla="*/ 2376 w 6678" name="connsiteX11"/>
                <a:gd fmla="*/ 5350 h 6712" name="connsiteY11"/>
                <a:gd fmla="*/ 5586 w 6678" name="connsiteX12"/>
                <a:gd fmla="*/ 5741 h 6712" name="connsiteY12"/>
                <a:gd fmla="*/ 5900 w 6678" name="connsiteX13"/>
                <a:gd fmla="*/ 5446 h 6712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12" w="6678">
                  <a:moveTo>
                    <a:pt x="5900" y="5446"/>
                  </a:moveTo>
                  <a:cubicBezTo>
                    <a:pt x="4861" y="6722"/>
                    <a:pt x="3061" y="7084"/>
                    <a:pt x="1613" y="6303"/>
                  </a:cubicBezTo>
                  <a:cubicBezTo>
                    <a:pt x="-25" y="5245"/>
                    <a:pt x="-491" y="3064"/>
                    <a:pt x="566" y="1435"/>
                  </a:cubicBezTo>
                  <a:cubicBezTo>
                    <a:pt x="623" y="1340"/>
                    <a:pt x="690" y="1245"/>
                    <a:pt x="756" y="1159"/>
                  </a:cubicBezTo>
                  <a:cubicBezTo>
                    <a:pt x="2004" y="-260"/>
                    <a:pt x="4176" y="-393"/>
                    <a:pt x="5595" y="854"/>
                  </a:cubicBezTo>
                  <a:cubicBezTo>
                    <a:pt x="5700" y="950"/>
                    <a:pt x="5804" y="1054"/>
                    <a:pt x="5900" y="1159"/>
                  </a:cubicBezTo>
                  <a:cubicBezTo>
                    <a:pt x="6938" y="2398"/>
                    <a:pt x="6938" y="4207"/>
                    <a:pt x="5900" y="5446"/>
                  </a:cubicBezTo>
                  <a:close/>
                  <a:moveTo>
                    <a:pt x="5900" y="5446"/>
                  </a:moveTo>
                  <a:cubicBezTo>
                    <a:pt x="6652" y="4493"/>
                    <a:pt x="6490" y="3121"/>
                    <a:pt x="5547" y="2369"/>
                  </a:cubicBezTo>
                  <a:cubicBezTo>
                    <a:pt x="5424" y="2264"/>
                    <a:pt x="5281" y="2178"/>
                    <a:pt x="5138" y="2112"/>
                  </a:cubicBezTo>
                  <a:cubicBezTo>
                    <a:pt x="3947" y="1702"/>
                    <a:pt x="2642" y="2331"/>
                    <a:pt x="2233" y="3531"/>
                  </a:cubicBezTo>
                  <a:cubicBezTo>
                    <a:pt x="2023" y="4131"/>
                    <a:pt x="2080" y="4788"/>
                    <a:pt x="2376" y="5350"/>
                  </a:cubicBezTo>
                  <a:cubicBezTo>
                    <a:pt x="3157" y="6341"/>
                    <a:pt x="4585" y="6522"/>
                    <a:pt x="5586" y="5741"/>
                  </a:cubicBezTo>
                  <a:cubicBezTo>
                    <a:pt x="5700" y="5655"/>
                    <a:pt x="5804" y="5550"/>
                    <a:pt x="590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f16c4e92-71d1-417a-a770-449ea654e9dd" id="235" name="任意多边形: 形状 234">
              <a:extLst>
                <a:ext uri="{FF2B5EF4-FFF2-40B4-BE49-F238E27FC236}">
                  <a16:creationId id="{FA6EED50-0471-448F-9297-BD7BC76EDD06}"/>
                </a:ext>
              </a:extLst>
            </p:cNvPr>
            <p:cNvSpPr/>
            <p:nvPr/>
          </p:nvSpPr>
          <p:spPr>
            <a:xfrm rot="21190573" flipV="false" flipH="false">
              <a:off x="6419533" y="2677828"/>
              <a:ext cx="7169" cy="7174"/>
            </a:xfrm>
            <a:custGeom>
              <a:avLst/>
              <a:gdLst>
                <a:gd fmla="*/ 5801 w 6660" name="connsiteX0"/>
                <a:gd fmla="*/ 5445 h 6664" name="connsiteY0"/>
                <a:gd fmla="*/ 1610 w 6660" name="connsiteX1"/>
                <a:gd fmla="*/ 6208 h 6664" name="connsiteY1"/>
                <a:gd fmla="*/ 524 w 6660" name="connsiteX2"/>
                <a:gd fmla="*/ 1483 h 6664" name="connsiteY2"/>
                <a:gd fmla="*/ 753 w 6660" name="connsiteX3"/>
                <a:gd fmla="*/ 1159 h 6664" name="connsiteY3"/>
                <a:gd fmla="*/ 5592 w 6660" name="connsiteX4"/>
                <a:gd fmla="*/ 854 h 6664" name="connsiteY4"/>
                <a:gd fmla="*/ 5896 w 6660" name="connsiteX5"/>
                <a:gd fmla="*/ 1159 h 6664" name="connsiteY5"/>
                <a:gd fmla="*/ 5801 w 6660" name="connsiteX6"/>
                <a:gd fmla="*/ 5445 h 6664" name="connsiteY6"/>
                <a:gd fmla="*/ 5801 w 6660" name="connsiteX7"/>
                <a:gd fmla="*/ 5445 h 6664" name="connsiteY7"/>
                <a:gd fmla="*/ 5449 w 6660" name="connsiteX8"/>
                <a:gd fmla="*/ 2236 h 6664" name="connsiteY8"/>
                <a:gd fmla="*/ 5134 w 6660" name="connsiteX9"/>
                <a:gd fmla="*/ 2017 h 6664" name="connsiteY9"/>
                <a:gd fmla="*/ 2563 w 6660" name="connsiteX10"/>
                <a:gd fmla="*/ 2683 h 6664" name="connsiteY10"/>
                <a:gd fmla="*/ 2563 w 6660" name="connsiteX11"/>
                <a:gd fmla="*/ 5350 h 6664" name="connsiteY11"/>
                <a:gd fmla="*/ 5649 w 6660" name="connsiteX12"/>
                <a:gd fmla="*/ 5588 h 6664" name="connsiteY12"/>
                <a:gd fmla="*/ 5801 w 6660" name="connsiteX13"/>
                <a:gd fmla="*/ 5445 h 6664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4" w="6660">
                  <a:moveTo>
                    <a:pt x="5801" y="5445"/>
                  </a:moveTo>
                  <a:cubicBezTo>
                    <a:pt x="4792" y="6712"/>
                    <a:pt x="3001" y="7036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10" y="-260"/>
                    <a:pt x="4172" y="-393"/>
                    <a:pt x="5592" y="854"/>
                  </a:cubicBezTo>
                  <a:cubicBezTo>
                    <a:pt x="5696" y="950"/>
                    <a:pt x="5801" y="1054"/>
                    <a:pt x="5896" y="1159"/>
                  </a:cubicBezTo>
                  <a:cubicBezTo>
                    <a:pt x="6954" y="2407"/>
                    <a:pt x="6906" y="4245"/>
                    <a:pt x="5801" y="5445"/>
                  </a:cubicBezTo>
                  <a:close/>
                  <a:moveTo>
                    <a:pt x="5801" y="5445"/>
                  </a:moveTo>
                  <a:cubicBezTo>
                    <a:pt x="6592" y="4464"/>
                    <a:pt x="6439" y="3026"/>
                    <a:pt x="5449" y="2236"/>
                  </a:cubicBezTo>
                  <a:cubicBezTo>
                    <a:pt x="5353" y="2150"/>
                    <a:pt x="5249" y="2083"/>
                    <a:pt x="5134" y="2017"/>
                  </a:cubicBezTo>
                  <a:cubicBezTo>
                    <a:pt x="4229" y="1636"/>
                    <a:pt x="3172" y="1912"/>
                    <a:pt x="2563" y="2683"/>
                  </a:cubicBezTo>
                  <a:cubicBezTo>
                    <a:pt x="1924" y="3455"/>
                    <a:pt x="1924" y="4579"/>
                    <a:pt x="2563" y="5350"/>
                  </a:cubicBezTo>
                  <a:cubicBezTo>
                    <a:pt x="3353" y="6265"/>
                    <a:pt x="4734" y="6369"/>
                    <a:pt x="5649" y="5588"/>
                  </a:cubicBezTo>
                  <a:cubicBezTo>
                    <a:pt x="5706" y="5541"/>
                    <a:pt x="5753" y="5493"/>
                    <a:pt x="5801" y="544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09677a9d-2db5-4e49-bc2e-b6a69bfb986f" id="236" name="任意多边形: 形状 235">
              <a:extLst>
                <a:ext uri="{FF2B5EF4-FFF2-40B4-BE49-F238E27FC236}">
                  <a16:creationId id="{CABCE96D-A633-436E-8F24-518AFE08349F}"/>
                </a:ext>
              </a:extLst>
            </p:cNvPr>
            <p:cNvSpPr/>
            <p:nvPr/>
          </p:nvSpPr>
          <p:spPr>
            <a:xfrm rot="21190573" flipV="false" flipH="false">
              <a:off x="6446799" y="2695690"/>
              <a:ext cx="7149" cy="7221"/>
            </a:xfrm>
            <a:custGeom>
              <a:avLst/>
              <a:gdLst>
                <a:gd fmla="*/ 5867 w 6641" name="connsiteX0"/>
                <a:gd fmla="*/ 5489 h 6708" name="connsiteY0"/>
                <a:gd fmla="*/ 1676 w 6641" name="connsiteX1"/>
                <a:gd fmla="*/ 6251 h 6708" name="connsiteY1"/>
                <a:gd fmla="*/ 485 w 6641" name="connsiteX2"/>
                <a:gd fmla="*/ 1546 h 6708" name="connsiteY2"/>
                <a:gd fmla="*/ 723 w 6641" name="connsiteX3"/>
                <a:gd fmla="*/ 1203 h 6708" name="connsiteY3"/>
                <a:gd fmla="*/ 5438 w 6641" name="connsiteX4"/>
                <a:gd fmla="*/ 775 h 6708" name="connsiteY4"/>
                <a:gd fmla="*/ 5867 w 6641" name="connsiteX5"/>
                <a:gd fmla="*/ 5489 h 6708" name="connsiteY5"/>
                <a:gd fmla="*/ 5867 w 6641" name="connsiteX6"/>
                <a:gd fmla="*/ 5489 h 6708" name="connsiteY6"/>
                <a:gd fmla="*/ 5638 w 6641" name="connsiteX7"/>
                <a:gd fmla="*/ 2403 h 6708" name="connsiteY7"/>
                <a:gd fmla="*/ 5105 w 6641" name="connsiteX8"/>
                <a:gd fmla="*/ 2060 h 6708" name="connsiteY8"/>
                <a:gd fmla="*/ 2628 w 6641" name="connsiteX9"/>
                <a:gd fmla="*/ 2727 h 6708" name="connsiteY9"/>
                <a:gd fmla="*/ 2628 w 6641" name="connsiteX10"/>
                <a:gd fmla="*/ 5299 h 6708" name="connsiteY10"/>
                <a:gd fmla="*/ 5705 w 6641" name="connsiteX11"/>
                <a:gd fmla="*/ 5632 h 6708" name="connsiteY11"/>
                <a:gd fmla="*/ 5867 w 6641" name="connsiteX12"/>
                <a:gd fmla="*/ 5489 h 6708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708" w="6641">
                  <a:moveTo>
                    <a:pt x="5867" y="5489"/>
                  </a:moveTo>
                  <a:cubicBezTo>
                    <a:pt x="4857" y="6756"/>
                    <a:pt x="3066" y="7080"/>
                    <a:pt x="1676" y="6251"/>
                  </a:cubicBezTo>
                  <a:cubicBezTo>
                    <a:pt x="47" y="5280"/>
                    <a:pt x="-486" y="3175"/>
                    <a:pt x="485" y="1546"/>
                  </a:cubicBezTo>
                  <a:cubicBezTo>
                    <a:pt x="561" y="1432"/>
                    <a:pt x="637" y="1318"/>
                    <a:pt x="723" y="1203"/>
                  </a:cubicBezTo>
                  <a:cubicBezTo>
                    <a:pt x="1904" y="-216"/>
                    <a:pt x="4019" y="-406"/>
                    <a:pt x="5438" y="775"/>
                  </a:cubicBezTo>
                  <a:cubicBezTo>
                    <a:pt x="6857" y="1956"/>
                    <a:pt x="7048" y="4070"/>
                    <a:pt x="5867" y="5489"/>
                  </a:cubicBezTo>
                  <a:close/>
                  <a:moveTo>
                    <a:pt x="5867" y="5489"/>
                  </a:moveTo>
                  <a:cubicBezTo>
                    <a:pt x="6657" y="4575"/>
                    <a:pt x="6552" y="3194"/>
                    <a:pt x="5638" y="2403"/>
                  </a:cubicBezTo>
                  <a:cubicBezTo>
                    <a:pt x="5476" y="2261"/>
                    <a:pt x="5295" y="2146"/>
                    <a:pt x="5105" y="2060"/>
                  </a:cubicBezTo>
                  <a:cubicBezTo>
                    <a:pt x="4228" y="1613"/>
                    <a:pt x="3162" y="1899"/>
                    <a:pt x="2628" y="2727"/>
                  </a:cubicBezTo>
                  <a:cubicBezTo>
                    <a:pt x="2000" y="3470"/>
                    <a:pt x="2000" y="4556"/>
                    <a:pt x="2628" y="5299"/>
                  </a:cubicBezTo>
                  <a:cubicBezTo>
                    <a:pt x="3390" y="6242"/>
                    <a:pt x="4771" y="6385"/>
                    <a:pt x="5705" y="5632"/>
                  </a:cubicBezTo>
                  <a:cubicBezTo>
                    <a:pt x="5762" y="5585"/>
                    <a:pt x="5819" y="5537"/>
                    <a:pt x="5867" y="5489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e2754275-519c-4071-8407-c4bfc6975c92" id="237" name="任意多边形: 形状 236">
              <a:extLst>
                <a:ext uri="{FF2B5EF4-FFF2-40B4-BE49-F238E27FC236}">
                  <a16:creationId id="{CA9C5924-ED63-49F4-9131-0EDEB1CE1C12}"/>
                </a:ext>
              </a:extLst>
            </p:cNvPr>
            <p:cNvSpPr/>
            <p:nvPr/>
          </p:nvSpPr>
          <p:spPr>
            <a:xfrm rot="21190573" flipV="false" flipH="false">
              <a:off x="6392039" y="2659809"/>
              <a:ext cx="7386" cy="7384"/>
            </a:xfrm>
            <a:custGeom>
              <a:avLst/>
              <a:gdLst>
                <a:gd fmla="*/ 6037 w 6861" name="connsiteX0"/>
                <a:gd fmla="*/ 5658 h 6859" name="connsiteY0"/>
                <a:gd fmla="*/ 1751 w 6861" name="connsiteX1"/>
                <a:gd fmla="*/ 6420 h 6859" name="connsiteY1"/>
                <a:gd fmla="*/ 437 w 6861" name="connsiteX2"/>
                <a:gd fmla="*/ 1753 h 6859" name="connsiteY2"/>
                <a:gd fmla="*/ 5113 w 6861" name="connsiteX3"/>
                <a:gd fmla="*/ 439 h 6859" name="connsiteY3"/>
                <a:gd fmla="*/ 6418 w 6861" name="connsiteX4"/>
                <a:gd fmla="*/ 5106 h 6859" name="connsiteY4"/>
                <a:gd fmla="*/ 6037 w 6861" name="connsiteX5"/>
                <a:gd fmla="*/ 5658 h 6859" name="connsiteY5"/>
                <a:gd fmla="*/ 6037 w 6861" name="connsiteX6"/>
                <a:gd fmla="*/ 5658 h 6859" name="connsiteY6"/>
                <a:gd fmla="*/ 5809 w 6861" name="connsiteX7"/>
                <a:gd fmla="*/ 2572 h 6859" name="connsiteY7"/>
                <a:gd fmla="*/ 5275 w 6861" name="connsiteX8"/>
                <a:gd fmla="*/ 2229 h 6859" name="connsiteY8"/>
                <a:gd fmla="*/ 2799 w 6861" name="connsiteX9"/>
                <a:gd fmla="*/ 2896 h 6859" name="connsiteY9"/>
                <a:gd fmla="*/ 2799 w 6861" name="connsiteX10"/>
                <a:gd fmla="*/ 5468 h 6859" name="connsiteY10"/>
                <a:gd fmla="*/ 6028 w 6861" name="connsiteX11"/>
                <a:gd fmla="*/ 5668 h 6859" name="connsiteY11"/>
                <a:gd fmla="*/ 6037 w 6861" name="connsiteX12"/>
                <a:gd fmla="*/ 5658 h 6859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859" w="6861">
                  <a:moveTo>
                    <a:pt x="6037" y="5658"/>
                  </a:moveTo>
                  <a:cubicBezTo>
                    <a:pt x="4971" y="6906"/>
                    <a:pt x="3180" y="7220"/>
                    <a:pt x="1751" y="6420"/>
                  </a:cubicBezTo>
                  <a:cubicBezTo>
                    <a:pt x="103" y="5496"/>
                    <a:pt x="-487" y="3401"/>
                    <a:pt x="437" y="1753"/>
                  </a:cubicBezTo>
                  <a:cubicBezTo>
                    <a:pt x="1370" y="96"/>
                    <a:pt x="3456" y="-485"/>
                    <a:pt x="5113" y="439"/>
                  </a:cubicBezTo>
                  <a:cubicBezTo>
                    <a:pt x="6761" y="1372"/>
                    <a:pt x="7352" y="3458"/>
                    <a:pt x="6418" y="5106"/>
                  </a:cubicBezTo>
                  <a:cubicBezTo>
                    <a:pt x="6314" y="5306"/>
                    <a:pt x="6180" y="5487"/>
                    <a:pt x="6037" y="5658"/>
                  </a:cubicBezTo>
                  <a:close/>
                  <a:moveTo>
                    <a:pt x="6037" y="5658"/>
                  </a:moveTo>
                  <a:cubicBezTo>
                    <a:pt x="6828" y="4744"/>
                    <a:pt x="6723" y="3363"/>
                    <a:pt x="5809" y="2572"/>
                  </a:cubicBezTo>
                  <a:cubicBezTo>
                    <a:pt x="5647" y="2429"/>
                    <a:pt x="5466" y="2315"/>
                    <a:pt x="5275" y="2229"/>
                  </a:cubicBezTo>
                  <a:cubicBezTo>
                    <a:pt x="4399" y="1782"/>
                    <a:pt x="3332" y="2067"/>
                    <a:pt x="2799" y="2896"/>
                  </a:cubicBezTo>
                  <a:cubicBezTo>
                    <a:pt x="2208" y="3649"/>
                    <a:pt x="2208" y="4715"/>
                    <a:pt x="2799" y="5468"/>
                  </a:cubicBezTo>
                  <a:cubicBezTo>
                    <a:pt x="3637" y="6411"/>
                    <a:pt x="5075" y="6506"/>
                    <a:pt x="6028" y="5668"/>
                  </a:cubicBezTo>
                  <a:cubicBezTo>
                    <a:pt x="6028" y="5668"/>
                    <a:pt x="6037" y="5658"/>
                    <a:pt x="6037" y="565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939630f0-9ed0-45f5-8c8a-e67e5fa01680" id="238" name="任意多边形: 形状 237">
              <a:extLst>
                <a:ext uri="{FF2B5EF4-FFF2-40B4-BE49-F238E27FC236}">
                  <a16:creationId id="{19A84FB2-42DF-4A4C-B629-B31B0F2FCDFD}"/>
                </a:ext>
              </a:extLst>
            </p:cNvPr>
            <p:cNvSpPr/>
            <p:nvPr/>
          </p:nvSpPr>
          <p:spPr>
            <a:xfrm rot="21190573" flipV="false" flipH="false">
              <a:off x="6474097" y="2713535"/>
              <a:ext cx="7169" cy="7174"/>
            </a:xfrm>
            <a:custGeom>
              <a:avLst/>
              <a:gdLst>
                <a:gd fmla="*/ 5801 w 6660" name="connsiteX0"/>
                <a:gd fmla="*/ 5446 h 6664" name="connsiteY0"/>
                <a:gd fmla="*/ 1610 w 6660" name="connsiteX1"/>
                <a:gd fmla="*/ 6208 h 6664" name="connsiteY1"/>
                <a:gd fmla="*/ 524 w 6660" name="connsiteX2"/>
                <a:gd fmla="*/ 1483 h 6664" name="connsiteY2"/>
                <a:gd fmla="*/ 753 w 6660" name="connsiteX3"/>
                <a:gd fmla="*/ 1159 h 6664" name="connsiteY3"/>
                <a:gd fmla="*/ 5591 w 6660" name="connsiteX4"/>
                <a:gd fmla="*/ 854 h 6664" name="connsiteY4"/>
                <a:gd fmla="*/ 5896 w 6660" name="connsiteX5"/>
                <a:gd fmla="*/ 1159 h 6664" name="connsiteY5"/>
                <a:gd fmla="*/ 5801 w 6660" name="connsiteX6"/>
                <a:gd fmla="*/ 5446 h 6664" name="connsiteY6"/>
                <a:gd fmla="*/ 5801 w 6660" name="connsiteX7"/>
                <a:gd fmla="*/ 5446 h 6664" name="connsiteY7"/>
                <a:gd fmla="*/ 5506 w 6660" name="connsiteX8"/>
                <a:gd fmla="*/ 2359 h 6664" name="connsiteY8"/>
                <a:gd fmla="*/ 5134 w 6660" name="connsiteX9"/>
                <a:gd fmla="*/ 2112 h 6664" name="connsiteY9"/>
                <a:gd fmla="*/ 2563 w 6660" name="connsiteX10"/>
                <a:gd fmla="*/ 2683 h 6664" name="connsiteY10"/>
                <a:gd fmla="*/ 2563 w 6660" name="connsiteX11"/>
                <a:gd fmla="*/ 5350 h 6664" name="connsiteY11"/>
                <a:gd fmla="*/ 5649 w 6660" name="connsiteX12"/>
                <a:gd fmla="*/ 5588 h 6664" name="connsiteY12"/>
                <a:gd fmla="*/ 5801 w 6660" name="connsiteX13"/>
                <a:gd fmla="*/ 5446 h 6664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4" w="6660">
                  <a:moveTo>
                    <a:pt x="5801" y="5446"/>
                  </a:moveTo>
                  <a:cubicBezTo>
                    <a:pt x="4792" y="6712"/>
                    <a:pt x="3001" y="7036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01" y="-260"/>
                    <a:pt x="4172" y="-393"/>
                    <a:pt x="5591" y="854"/>
                  </a:cubicBezTo>
                  <a:cubicBezTo>
                    <a:pt x="5696" y="950"/>
                    <a:pt x="5801" y="1054"/>
                    <a:pt x="5896" y="1159"/>
                  </a:cubicBezTo>
                  <a:cubicBezTo>
                    <a:pt x="6954" y="2407"/>
                    <a:pt x="6906" y="4245"/>
                    <a:pt x="5801" y="5446"/>
                  </a:cubicBezTo>
                  <a:close/>
                  <a:moveTo>
                    <a:pt x="5801" y="5446"/>
                  </a:moveTo>
                  <a:cubicBezTo>
                    <a:pt x="6573" y="4512"/>
                    <a:pt x="6439" y="3131"/>
                    <a:pt x="5506" y="2359"/>
                  </a:cubicBezTo>
                  <a:cubicBezTo>
                    <a:pt x="5391" y="2264"/>
                    <a:pt x="5268" y="2178"/>
                    <a:pt x="5134" y="2112"/>
                  </a:cubicBezTo>
                  <a:cubicBezTo>
                    <a:pt x="4249" y="1674"/>
                    <a:pt x="3182" y="1912"/>
                    <a:pt x="2563" y="2683"/>
                  </a:cubicBezTo>
                  <a:cubicBezTo>
                    <a:pt x="1963" y="3474"/>
                    <a:pt x="1963" y="4560"/>
                    <a:pt x="2563" y="5350"/>
                  </a:cubicBezTo>
                  <a:cubicBezTo>
                    <a:pt x="3353" y="6265"/>
                    <a:pt x="4734" y="6369"/>
                    <a:pt x="5649" y="5588"/>
                  </a:cubicBezTo>
                  <a:cubicBezTo>
                    <a:pt x="5706" y="5541"/>
                    <a:pt x="5753" y="5493"/>
                    <a:pt x="5801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f49dffd-092c-4063-86f9-0f3cbdf744e5" id="239" name="任意多边形: 形状 238">
              <a:extLst>
                <a:ext uri="{FF2B5EF4-FFF2-40B4-BE49-F238E27FC236}">
                  <a16:creationId id="{EA8B7F81-02C8-47CD-B7F9-E42A27A015E6}"/>
                </a:ext>
              </a:extLst>
            </p:cNvPr>
            <p:cNvSpPr/>
            <p:nvPr/>
          </p:nvSpPr>
          <p:spPr>
            <a:xfrm rot="21190573" flipV="false" flipH="false">
              <a:off x="6500816" y="2731494"/>
              <a:ext cx="7414" cy="7459"/>
            </a:xfrm>
            <a:custGeom>
              <a:avLst/>
              <a:gdLst>
                <a:gd fmla="*/ 6110 w 6887" name="connsiteX0"/>
                <a:gd fmla="*/ 5446 h 6929" name="connsiteY0"/>
                <a:gd fmla="*/ 1491 w 6887" name="connsiteX1"/>
                <a:gd fmla="*/ 6369 h 6929" name="connsiteY1"/>
                <a:gd fmla="*/ 557 w 6887" name="connsiteX2"/>
                <a:gd fmla="*/ 1750 h 6929" name="connsiteY2"/>
                <a:gd fmla="*/ 1062 w 6887" name="connsiteX3"/>
                <a:gd fmla="*/ 1159 h 6929" name="connsiteY3"/>
                <a:gd fmla="*/ 5900 w 6887" name="connsiteX4"/>
                <a:gd fmla="*/ 854 h 6929" name="connsiteY4"/>
                <a:gd fmla="*/ 6205 w 6887" name="connsiteX5"/>
                <a:gd fmla="*/ 1159 h 6929" name="connsiteY5"/>
                <a:gd fmla="*/ 6110 w 6887" name="connsiteX6"/>
                <a:gd fmla="*/ 5446 h 6929" name="connsiteY6"/>
                <a:gd fmla="*/ 6110 w 6887" name="connsiteX7"/>
                <a:gd fmla="*/ 5446 h 6929" name="connsiteY7"/>
                <a:gd fmla="*/ 5882 w 6887" name="connsiteX8"/>
                <a:gd fmla="*/ 2359 h 6929" name="connsiteY8"/>
                <a:gd fmla="*/ 5348 w 6887" name="connsiteX9"/>
                <a:gd fmla="*/ 2017 h 6929" name="connsiteY9"/>
                <a:gd fmla="*/ 2872 w 6887" name="connsiteX10"/>
                <a:gd fmla="*/ 2683 h 6929" name="connsiteY10"/>
                <a:gd fmla="*/ 2872 w 6887" name="connsiteX11"/>
                <a:gd fmla="*/ 5255 h 6929" name="connsiteY11"/>
                <a:gd fmla="*/ 5948 w 6887" name="connsiteX12"/>
                <a:gd fmla="*/ 5588 h 6929" name="connsiteY12"/>
                <a:gd fmla="*/ 6110 w 6887" name="connsiteX13"/>
                <a:gd fmla="*/ 5446 h 6929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929" w="6887">
                  <a:moveTo>
                    <a:pt x="6110" y="5446"/>
                  </a:moveTo>
                  <a:cubicBezTo>
                    <a:pt x="5091" y="6979"/>
                    <a:pt x="3024" y="7389"/>
                    <a:pt x="1491" y="6369"/>
                  </a:cubicBezTo>
                  <a:cubicBezTo>
                    <a:pt x="-43" y="5350"/>
                    <a:pt x="-462" y="3283"/>
                    <a:pt x="557" y="1750"/>
                  </a:cubicBezTo>
                  <a:cubicBezTo>
                    <a:pt x="700" y="1531"/>
                    <a:pt x="871" y="1340"/>
                    <a:pt x="1062" y="1159"/>
                  </a:cubicBezTo>
                  <a:cubicBezTo>
                    <a:pt x="2319" y="-260"/>
                    <a:pt x="4481" y="-393"/>
                    <a:pt x="5900" y="854"/>
                  </a:cubicBezTo>
                  <a:cubicBezTo>
                    <a:pt x="6005" y="950"/>
                    <a:pt x="6110" y="1054"/>
                    <a:pt x="6205" y="1159"/>
                  </a:cubicBezTo>
                  <a:cubicBezTo>
                    <a:pt x="7148" y="2445"/>
                    <a:pt x="7110" y="4207"/>
                    <a:pt x="6110" y="5446"/>
                  </a:cubicBezTo>
                  <a:close/>
                  <a:moveTo>
                    <a:pt x="6110" y="5446"/>
                  </a:moveTo>
                  <a:cubicBezTo>
                    <a:pt x="6901" y="4531"/>
                    <a:pt x="6796" y="3150"/>
                    <a:pt x="5882" y="2359"/>
                  </a:cubicBezTo>
                  <a:cubicBezTo>
                    <a:pt x="5720" y="2217"/>
                    <a:pt x="5539" y="2102"/>
                    <a:pt x="5348" y="2017"/>
                  </a:cubicBezTo>
                  <a:cubicBezTo>
                    <a:pt x="4472" y="1569"/>
                    <a:pt x="3405" y="1855"/>
                    <a:pt x="2872" y="2683"/>
                  </a:cubicBezTo>
                  <a:cubicBezTo>
                    <a:pt x="2243" y="3426"/>
                    <a:pt x="2243" y="4512"/>
                    <a:pt x="2872" y="5255"/>
                  </a:cubicBezTo>
                  <a:cubicBezTo>
                    <a:pt x="3633" y="6198"/>
                    <a:pt x="5015" y="6341"/>
                    <a:pt x="5948" y="5588"/>
                  </a:cubicBezTo>
                  <a:cubicBezTo>
                    <a:pt x="6005" y="5541"/>
                    <a:pt x="6062" y="5493"/>
                    <a:pt x="611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ae1c70f-f6db-4251-8762-68c8d9083986" id="240" name="任意多边形: 形状 239">
              <a:extLst>
                <a:ext uri="{FF2B5EF4-FFF2-40B4-BE49-F238E27FC236}">
                  <a16:creationId id="{D6F5BABB-63B9-406C-8B69-B3C0F57BA815}"/>
                </a:ext>
              </a:extLst>
            </p:cNvPr>
            <p:cNvSpPr/>
            <p:nvPr/>
          </p:nvSpPr>
          <p:spPr>
            <a:xfrm rot="21190573" flipV="false" flipH="false">
              <a:off x="6528669" y="2749209"/>
              <a:ext cx="7173" cy="7174"/>
            </a:xfrm>
            <a:custGeom>
              <a:avLst/>
              <a:gdLst>
                <a:gd fmla="*/ 5885 w 6663" name="connsiteX0"/>
                <a:gd fmla="*/ 5475 h 6664" name="connsiteY0"/>
                <a:gd fmla="*/ 1189 w 6663" name="connsiteX1"/>
                <a:gd fmla="*/ 5885 h 6664" name="connsiteY1"/>
                <a:gd fmla="*/ 779 w 6663" name="connsiteX2"/>
                <a:gd fmla="*/ 1189 h 6664" name="connsiteY2"/>
                <a:gd fmla="*/ 5475 w 6663" name="connsiteX3"/>
                <a:gd fmla="*/ 779 h 6664" name="connsiteY3"/>
                <a:gd fmla="*/ 5885 w 6663" name="connsiteX4"/>
                <a:gd fmla="*/ 1189 h 6664" name="connsiteY4"/>
                <a:gd fmla="*/ 5885 w 6663" name="connsiteX5"/>
                <a:gd fmla="*/ 5475 h 6664" name="connsiteY5"/>
                <a:gd fmla="*/ 5885 w 6663" name="connsiteX6"/>
                <a:gd fmla="*/ 5475 h 6664" name="connsiteY6"/>
                <a:gd fmla="*/ 5428 w 6663" name="connsiteX7"/>
                <a:gd fmla="*/ 2408 h 6664" name="connsiteY7"/>
                <a:gd fmla="*/ 2361 w 6663" name="connsiteX8"/>
                <a:gd fmla="*/ 2875 h 6664" name="connsiteY8"/>
                <a:gd fmla="*/ 2361 w 6663" name="connsiteX9"/>
                <a:gd fmla="*/ 5475 h 6664" name="connsiteY9"/>
                <a:gd fmla="*/ 5580 w 6663" name="connsiteX10"/>
                <a:gd fmla="*/ 5780 h 6664" name="connsiteY10"/>
                <a:gd fmla="*/ 5885 w 6663" name="connsiteX11"/>
                <a:gd fmla="*/ 5475 h 6664" name="connsiteY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b="b" l="l" r="r" t="t"/>
              <a:pathLst>
                <a:path h="6664" w="6663">
                  <a:moveTo>
                    <a:pt x="5885" y="5475"/>
                  </a:moveTo>
                  <a:cubicBezTo>
                    <a:pt x="4704" y="6885"/>
                    <a:pt x="2599" y="7066"/>
                    <a:pt x="1189" y="5885"/>
                  </a:cubicBezTo>
                  <a:cubicBezTo>
                    <a:pt x="-221" y="4704"/>
                    <a:pt x="-402" y="2599"/>
                    <a:pt x="779" y="1189"/>
                  </a:cubicBezTo>
                  <a:cubicBezTo>
                    <a:pt x="1961" y="-221"/>
                    <a:pt x="4065" y="-402"/>
                    <a:pt x="5475" y="779"/>
                  </a:cubicBezTo>
                  <a:cubicBezTo>
                    <a:pt x="5628" y="903"/>
                    <a:pt x="5761" y="1037"/>
                    <a:pt x="5885" y="1189"/>
                  </a:cubicBezTo>
                  <a:cubicBezTo>
                    <a:pt x="6923" y="2427"/>
                    <a:pt x="6923" y="4237"/>
                    <a:pt x="5885" y="5475"/>
                  </a:cubicBezTo>
                  <a:close/>
                  <a:moveTo>
                    <a:pt x="5885" y="5475"/>
                  </a:moveTo>
                  <a:cubicBezTo>
                    <a:pt x="6599" y="4504"/>
                    <a:pt x="6399" y="3132"/>
                    <a:pt x="5428" y="2408"/>
                  </a:cubicBezTo>
                  <a:cubicBezTo>
                    <a:pt x="4446" y="1694"/>
                    <a:pt x="3075" y="1903"/>
                    <a:pt x="2361" y="2875"/>
                  </a:cubicBezTo>
                  <a:cubicBezTo>
                    <a:pt x="1789" y="3646"/>
                    <a:pt x="1789" y="4704"/>
                    <a:pt x="2361" y="5475"/>
                  </a:cubicBezTo>
                  <a:cubicBezTo>
                    <a:pt x="3161" y="6447"/>
                    <a:pt x="4608" y="6590"/>
                    <a:pt x="5580" y="5780"/>
                  </a:cubicBezTo>
                  <a:cubicBezTo>
                    <a:pt x="5694" y="5685"/>
                    <a:pt x="5789" y="5589"/>
                    <a:pt x="5885" y="547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30ecc957-169d-4d95-a146-4da14b9cd424" id="241" name="任意多边形: 形状 240">
              <a:extLst>
                <a:ext uri="{FF2B5EF4-FFF2-40B4-BE49-F238E27FC236}">
                  <a16:creationId id="{2FE37D9B-A8F3-4C24-AEA0-75448FB67D66}"/>
                </a:ext>
              </a:extLst>
            </p:cNvPr>
            <p:cNvSpPr/>
            <p:nvPr/>
          </p:nvSpPr>
          <p:spPr>
            <a:xfrm rot="21190573" flipV="false" flipH="false">
              <a:off x="6555664" y="2766798"/>
              <a:ext cx="7720" cy="7808"/>
            </a:xfrm>
            <a:custGeom>
              <a:avLst/>
              <a:gdLst>
                <a:gd fmla="*/ 6110 w 7171" name="connsiteX0"/>
                <a:gd fmla="*/ 5770 h 7253" name="connsiteY0"/>
                <a:gd fmla="*/ 1491 w 7171" name="connsiteX1"/>
                <a:gd fmla="*/ 6694 h 7253" name="connsiteY1"/>
                <a:gd fmla="*/ 557 w 7171" name="connsiteX2"/>
                <a:gd fmla="*/ 2074 h 7253" name="connsiteY2"/>
                <a:gd fmla="*/ 1062 w 7171" name="connsiteX3"/>
                <a:gd fmla="*/ 1484 h 7253" name="connsiteY3"/>
                <a:gd fmla="*/ 5682 w 7171" name="connsiteX4"/>
                <a:gd fmla="*/ 560 h 7253" name="connsiteY4"/>
                <a:gd fmla="*/ 6615 w 7171" name="connsiteX5"/>
                <a:gd fmla="*/ 5180 h 7253" name="connsiteY5"/>
                <a:gd fmla="*/ 6110 w 7171" name="connsiteX6"/>
                <a:gd fmla="*/ 5770 h 7253" name="connsiteY6"/>
                <a:gd fmla="*/ 6110 w 7171" name="connsiteX7"/>
                <a:gd fmla="*/ 5770 h 7253" name="connsiteY7"/>
                <a:gd fmla="*/ 5758 w 7171" name="connsiteX8"/>
                <a:gd fmla="*/ 2560 h 7253" name="connsiteY8"/>
                <a:gd fmla="*/ 5443 w 7171" name="connsiteX9"/>
                <a:gd fmla="*/ 2341 h 7253" name="connsiteY9"/>
                <a:gd fmla="*/ 2872 w 7171" name="connsiteX10"/>
                <a:gd fmla="*/ 3008 h 7253" name="connsiteY10"/>
                <a:gd fmla="*/ 2872 w 7171" name="connsiteX11"/>
                <a:gd fmla="*/ 5580 h 7253" name="connsiteY11"/>
                <a:gd fmla="*/ 5796 w 7171" name="connsiteX12"/>
                <a:gd fmla="*/ 6046 h 7253" name="connsiteY12"/>
                <a:gd fmla="*/ 6110 w 7171" name="connsiteX13"/>
                <a:gd fmla="*/ 5770 h 7253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7253" w="7171">
                  <a:moveTo>
                    <a:pt x="6110" y="5770"/>
                  </a:moveTo>
                  <a:cubicBezTo>
                    <a:pt x="5091" y="7304"/>
                    <a:pt x="3024" y="7713"/>
                    <a:pt x="1491" y="6694"/>
                  </a:cubicBezTo>
                  <a:cubicBezTo>
                    <a:pt x="-43" y="5675"/>
                    <a:pt x="-462" y="3608"/>
                    <a:pt x="557" y="2074"/>
                  </a:cubicBezTo>
                  <a:cubicBezTo>
                    <a:pt x="700" y="1855"/>
                    <a:pt x="871" y="1665"/>
                    <a:pt x="1062" y="1484"/>
                  </a:cubicBezTo>
                  <a:cubicBezTo>
                    <a:pt x="2081" y="-50"/>
                    <a:pt x="4148" y="-459"/>
                    <a:pt x="5682" y="560"/>
                  </a:cubicBezTo>
                  <a:cubicBezTo>
                    <a:pt x="7215" y="1579"/>
                    <a:pt x="7634" y="3646"/>
                    <a:pt x="6615" y="5180"/>
                  </a:cubicBezTo>
                  <a:cubicBezTo>
                    <a:pt x="6472" y="5399"/>
                    <a:pt x="6301" y="5589"/>
                    <a:pt x="6110" y="5770"/>
                  </a:cubicBezTo>
                  <a:close/>
                  <a:moveTo>
                    <a:pt x="6110" y="5770"/>
                  </a:moveTo>
                  <a:cubicBezTo>
                    <a:pt x="6901" y="4789"/>
                    <a:pt x="6748" y="3351"/>
                    <a:pt x="5758" y="2560"/>
                  </a:cubicBezTo>
                  <a:cubicBezTo>
                    <a:pt x="5662" y="2474"/>
                    <a:pt x="5558" y="2408"/>
                    <a:pt x="5443" y="2341"/>
                  </a:cubicBezTo>
                  <a:cubicBezTo>
                    <a:pt x="4529" y="1960"/>
                    <a:pt x="3481" y="2236"/>
                    <a:pt x="2872" y="3008"/>
                  </a:cubicBezTo>
                  <a:cubicBezTo>
                    <a:pt x="2243" y="3751"/>
                    <a:pt x="2243" y="4837"/>
                    <a:pt x="2872" y="5580"/>
                  </a:cubicBezTo>
                  <a:cubicBezTo>
                    <a:pt x="3548" y="6513"/>
                    <a:pt x="4862" y="6723"/>
                    <a:pt x="5796" y="6046"/>
                  </a:cubicBezTo>
                  <a:cubicBezTo>
                    <a:pt x="5910" y="5970"/>
                    <a:pt x="6015" y="5875"/>
                    <a:pt x="6110" y="577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0bd0e955-426e-486b-ba57-97d482580d85" id="242" name="任意多边形: 形状 241">
              <a:extLst>
                <a:ext uri="{FF2B5EF4-FFF2-40B4-BE49-F238E27FC236}">
                  <a16:creationId id="{24DE6EFB-42AD-4DF7-AB9F-B6C4945FDEB4}"/>
                </a:ext>
              </a:extLst>
            </p:cNvPr>
            <p:cNvSpPr/>
            <p:nvPr/>
          </p:nvSpPr>
          <p:spPr>
            <a:xfrm rot="21190573" flipV="false" flipH="false">
              <a:off x="6583224" y="2784948"/>
              <a:ext cx="7189" cy="7225"/>
            </a:xfrm>
            <a:custGeom>
              <a:avLst/>
              <a:gdLst>
                <a:gd fmla="*/ 5900 w 6678" name="connsiteX0"/>
                <a:gd fmla="*/ 5446 h 6712" name="connsiteY0"/>
                <a:gd fmla="*/ 1614 w 6678" name="connsiteX1"/>
                <a:gd fmla="*/ 6303 h 6712" name="connsiteY1"/>
                <a:gd fmla="*/ 566 w 6678" name="connsiteX2"/>
                <a:gd fmla="*/ 1436 h 6712" name="connsiteY2"/>
                <a:gd fmla="*/ 756 w 6678" name="connsiteX3"/>
                <a:gd fmla="*/ 1159 h 6712" name="connsiteY3"/>
                <a:gd fmla="*/ 5595 w 6678" name="connsiteX4"/>
                <a:gd fmla="*/ 854 h 6712" name="connsiteY4"/>
                <a:gd fmla="*/ 5900 w 6678" name="connsiteX5"/>
                <a:gd fmla="*/ 1159 h 6712" name="connsiteY5"/>
                <a:gd fmla="*/ 5900 w 6678" name="connsiteX6"/>
                <a:gd fmla="*/ 5446 h 6712" name="connsiteY6"/>
                <a:gd fmla="*/ 5900 w 6678" name="connsiteX7"/>
                <a:gd fmla="*/ 5446 h 6712" name="connsiteY7"/>
                <a:gd fmla="*/ 5547 w 6678" name="connsiteX8"/>
                <a:gd fmla="*/ 2369 h 6712" name="connsiteY8"/>
                <a:gd fmla="*/ 5138 w 6678" name="connsiteX9"/>
                <a:gd fmla="*/ 2112 h 6712" name="connsiteY9"/>
                <a:gd fmla="*/ 2566 w 6678" name="connsiteX10"/>
                <a:gd fmla="*/ 2683 h 6712" name="connsiteY10"/>
                <a:gd fmla="*/ 2566 w 6678" name="connsiteX11"/>
                <a:gd fmla="*/ 5350 h 6712" name="connsiteY11"/>
                <a:gd fmla="*/ 5795 w 6678" name="connsiteX12"/>
                <a:gd fmla="*/ 5550 h 6712" name="connsiteY12"/>
                <a:gd fmla="*/ 5900 w 6678" name="connsiteX13"/>
                <a:gd fmla="*/ 5446 h 6712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12" w="6678">
                  <a:moveTo>
                    <a:pt x="5900" y="5446"/>
                  </a:moveTo>
                  <a:cubicBezTo>
                    <a:pt x="4861" y="6722"/>
                    <a:pt x="3061" y="7084"/>
                    <a:pt x="1614" y="6303"/>
                  </a:cubicBezTo>
                  <a:cubicBezTo>
                    <a:pt x="-25" y="5245"/>
                    <a:pt x="-491" y="3064"/>
                    <a:pt x="566" y="1436"/>
                  </a:cubicBezTo>
                  <a:cubicBezTo>
                    <a:pt x="623" y="1340"/>
                    <a:pt x="690" y="1245"/>
                    <a:pt x="756" y="1159"/>
                  </a:cubicBezTo>
                  <a:cubicBezTo>
                    <a:pt x="2004" y="-260"/>
                    <a:pt x="4176" y="-393"/>
                    <a:pt x="5595" y="854"/>
                  </a:cubicBezTo>
                  <a:cubicBezTo>
                    <a:pt x="5700" y="950"/>
                    <a:pt x="5804" y="1054"/>
                    <a:pt x="5900" y="1159"/>
                  </a:cubicBezTo>
                  <a:cubicBezTo>
                    <a:pt x="6938" y="2398"/>
                    <a:pt x="6938" y="4207"/>
                    <a:pt x="5900" y="5446"/>
                  </a:cubicBezTo>
                  <a:close/>
                  <a:moveTo>
                    <a:pt x="5900" y="5446"/>
                  </a:moveTo>
                  <a:cubicBezTo>
                    <a:pt x="6652" y="4493"/>
                    <a:pt x="6490" y="3121"/>
                    <a:pt x="5547" y="2369"/>
                  </a:cubicBezTo>
                  <a:cubicBezTo>
                    <a:pt x="5424" y="2264"/>
                    <a:pt x="5281" y="2178"/>
                    <a:pt x="5138" y="2112"/>
                  </a:cubicBezTo>
                  <a:cubicBezTo>
                    <a:pt x="4252" y="1712"/>
                    <a:pt x="3204" y="1940"/>
                    <a:pt x="2566" y="2683"/>
                  </a:cubicBezTo>
                  <a:cubicBezTo>
                    <a:pt x="1994" y="3483"/>
                    <a:pt x="1994" y="4550"/>
                    <a:pt x="2566" y="5350"/>
                  </a:cubicBezTo>
                  <a:cubicBezTo>
                    <a:pt x="3404" y="6293"/>
                    <a:pt x="4852" y="6379"/>
                    <a:pt x="5795" y="5550"/>
                  </a:cubicBezTo>
                  <a:cubicBezTo>
                    <a:pt x="5833" y="5512"/>
                    <a:pt x="5862" y="5484"/>
                    <a:pt x="590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56f3edf0-b9cb-47a3-95c3-4acad3e240bb" id="243" name="任意多边形: 形状 242">
              <a:extLst>
                <a:ext uri="{FF2B5EF4-FFF2-40B4-BE49-F238E27FC236}">
                  <a16:creationId id="{53F6BD5C-11DF-40B8-9125-2CFADA5B18C5}"/>
                </a:ext>
              </a:extLst>
            </p:cNvPr>
            <p:cNvSpPr/>
            <p:nvPr/>
          </p:nvSpPr>
          <p:spPr>
            <a:xfrm rot="21190573" flipV="false" flipH="false">
              <a:off x="6316929" y="2834457"/>
              <a:ext cx="7468" cy="7459"/>
            </a:xfrm>
            <a:custGeom>
              <a:avLst/>
              <a:gdLst>
                <a:gd fmla="*/ 6110 w 6937" name="connsiteX0"/>
                <a:gd fmla="*/ 5446 h 6929" name="connsiteY0"/>
                <a:gd fmla="*/ 1491 w 6937" name="connsiteX1"/>
                <a:gd fmla="*/ 6369 h 6929" name="connsiteY1"/>
                <a:gd fmla="*/ 557 w 6937" name="connsiteX2"/>
                <a:gd fmla="*/ 1750 h 6929" name="connsiteY2"/>
                <a:gd fmla="*/ 1062 w 6937" name="connsiteX3"/>
                <a:gd fmla="*/ 1159 h 6929" name="connsiteY3"/>
                <a:gd fmla="*/ 5900 w 6937" name="connsiteX4"/>
                <a:gd fmla="*/ 854 h 6929" name="connsiteY4"/>
                <a:gd fmla="*/ 6205 w 6937" name="connsiteX5"/>
                <a:gd fmla="*/ 1159 h 6929" name="connsiteY5"/>
                <a:gd fmla="*/ 6110 w 6937" name="connsiteX6"/>
                <a:gd fmla="*/ 5446 h 6929" name="connsiteY6"/>
                <a:gd fmla="*/ 6110 w 6937" name="connsiteX7"/>
                <a:gd fmla="*/ 5446 h 6929" name="connsiteY7"/>
                <a:gd fmla="*/ 5872 w 6937" name="connsiteX8"/>
                <a:gd fmla="*/ 2445 h 6929" name="connsiteY8"/>
                <a:gd fmla="*/ 2872 w 6937" name="connsiteX9"/>
                <a:gd fmla="*/ 2683 h 6929" name="connsiteY9"/>
                <a:gd fmla="*/ 2872 w 6937" name="connsiteX10"/>
                <a:gd fmla="*/ 5350 h 6929" name="connsiteY10"/>
                <a:gd fmla="*/ 5958 w 6937" name="connsiteX11"/>
                <a:gd fmla="*/ 5588 h 6929" name="connsiteY11"/>
                <a:gd fmla="*/ 6110 w 6937" name="connsiteX12"/>
                <a:gd fmla="*/ 5446 h 6929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929" w="6937">
                  <a:moveTo>
                    <a:pt x="6110" y="5446"/>
                  </a:moveTo>
                  <a:cubicBezTo>
                    <a:pt x="5091" y="6979"/>
                    <a:pt x="3024" y="7389"/>
                    <a:pt x="1491" y="6369"/>
                  </a:cubicBezTo>
                  <a:cubicBezTo>
                    <a:pt x="-43" y="5350"/>
                    <a:pt x="-462" y="3283"/>
                    <a:pt x="557" y="1750"/>
                  </a:cubicBezTo>
                  <a:cubicBezTo>
                    <a:pt x="700" y="1531"/>
                    <a:pt x="871" y="1340"/>
                    <a:pt x="1062" y="1159"/>
                  </a:cubicBezTo>
                  <a:cubicBezTo>
                    <a:pt x="2319" y="-260"/>
                    <a:pt x="4481" y="-393"/>
                    <a:pt x="5900" y="854"/>
                  </a:cubicBezTo>
                  <a:cubicBezTo>
                    <a:pt x="6005" y="950"/>
                    <a:pt x="6110" y="1054"/>
                    <a:pt x="6205" y="1159"/>
                  </a:cubicBezTo>
                  <a:cubicBezTo>
                    <a:pt x="7215" y="2426"/>
                    <a:pt x="7177" y="4226"/>
                    <a:pt x="6110" y="5446"/>
                  </a:cubicBezTo>
                  <a:close/>
                  <a:moveTo>
                    <a:pt x="6110" y="5446"/>
                  </a:moveTo>
                  <a:cubicBezTo>
                    <a:pt x="6872" y="4550"/>
                    <a:pt x="6767" y="3207"/>
                    <a:pt x="5872" y="2445"/>
                  </a:cubicBezTo>
                  <a:cubicBezTo>
                    <a:pt x="4977" y="1683"/>
                    <a:pt x="3633" y="1788"/>
                    <a:pt x="2872" y="2683"/>
                  </a:cubicBezTo>
                  <a:cubicBezTo>
                    <a:pt x="2233" y="3455"/>
                    <a:pt x="2233" y="4579"/>
                    <a:pt x="2872" y="5350"/>
                  </a:cubicBezTo>
                  <a:cubicBezTo>
                    <a:pt x="3662" y="6265"/>
                    <a:pt x="5043" y="6369"/>
                    <a:pt x="5958" y="5588"/>
                  </a:cubicBezTo>
                  <a:cubicBezTo>
                    <a:pt x="6015" y="5541"/>
                    <a:pt x="6062" y="5493"/>
                    <a:pt x="611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584971d-9e4a-4511-9efa-3a65421d4f37" id="244" name="任意多边形: 形状 243">
              <a:extLst>
                <a:ext uri="{FF2B5EF4-FFF2-40B4-BE49-F238E27FC236}">
                  <a16:creationId id="{45E4186A-4899-4031-9CCB-CA005643DDC0}"/>
                </a:ext>
              </a:extLst>
            </p:cNvPr>
            <p:cNvSpPr/>
            <p:nvPr/>
          </p:nvSpPr>
          <p:spPr>
            <a:xfrm rot="21190573" flipV="false" flipH="false">
              <a:off x="6344277" y="2852370"/>
              <a:ext cx="7184" cy="7155"/>
            </a:xfrm>
            <a:custGeom>
              <a:avLst/>
              <a:gdLst>
                <a:gd fmla="*/ 5896 w 6674" name="connsiteX0"/>
                <a:gd fmla="*/ 5446 h 6647" name="connsiteY0"/>
                <a:gd fmla="*/ 1610 w 6674" name="connsiteX1"/>
                <a:gd fmla="*/ 6207 h 6647" name="connsiteY1"/>
                <a:gd fmla="*/ 524 w 6674" name="connsiteX2"/>
                <a:gd fmla="*/ 1483 h 6647" name="connsiteY2"/>
                <a:gd fmla="*/ 753 w 6674" name="connsiteX3"/>
                <a:gd fmla="*/ 1159 h 6647" name="connsiteY3"/>
                <a:gd fmla="*/ 5592 w 6674" name="connsiteX4"/>
                <a:gd fmla="*/ 854 h 6647" name="connsiteY4"/>
                <a:gd fmla="*/ 5896 w 6674" name="connsiteX5"/>
                <a:gd fmla="*/ 1159 h 6647" name="connsiteY5"/>
                <a:gd fmla="*/ 5896 w 6674" name="connsiteX6"/>
                <a:gd fmla="*/ 5446 h 6647" name="connsiteY6"/>
                <a:gd fmla="*/ 5896 w 6674" name="connsiteX7"/>
                <a:gd fmla="*/ 5446 h 6647" name="connsiteY7"/>
                <a:gd fmla="*/ 5487 w 6674" name="connsiteX8"/>
                <a:gd fmla="*/ 2236 h 6647" name="connsiteY8"/>
                <a:gd fmla="*/ 5134 w 6674" name="connsiteX9"/>
                <a:gd fmla="*/ 2017 h 6647" name="connsiteY9"/>
                <a:gd fmla="*/ 2563 w 6674" name="connsiteX10"/>
                <a:gd fmla="*/ 2683 h 6647" name="connsiteY10"/>
                <a:gd fmla="*/ 2563 w 6674" name="connsiteX11"/>
                <a:gd fmla="*/ 5255 h 6647" name="connsiteY11"/>
                <a:gd fmla="*/ 5630 w 6674" name="connsiteX12"/>
                <a:gd fmla="*/ 5684 h 6647" name="connsiteY12"/>
                <a:gd fmla="*/ 5896 w 6674" name="connsiteX13"/>
                <a:gd fmla="*/ 5446 h 664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7" w="6674">
                  <a:moveTo>
                    <a:pt x="5896" y="5446"/>
                  </a:moveTo>
                  <a:cubicBezTo>
                    <a:pt x="4830" y="6693"/>
                    <a:pt x="3039" y="7008"/>
                    <a:pt x="1610" y="6207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10" y="-260"/>
                    <a:pt x="4172" y="-393"/>
                    <a:pt x="5592" y="854"/>
                  </a:cubicBezTo>
                  <a:cubicBezTo>
                    <a:pt x="5696" y="950"/>
                    <a:pt x="5801" y="1054"/>
                    <a:pt x="5896" y="1159"/>
                  </a:cubicBezTo>
                  <a:cubicBezTo>
                    <a:pt x="6935" y="2398"/>
                    <a:pt x="6935" y="4207"/>
                    <a:pt x="5896" y="5446"/>
                  </a:cubicBezTo>
                  <a:close/>
                  <a:moveTo>
                    <a:pt x="5896" y="5446"/>
                  </a:moveTo>
                  <a:cubicBezTo>
                    <a:pt x="6668" y="4445"/>
                    <a:pt x="6487" y="3007"/>
                    <a:pt x="5487" y="2236"/>
                  </a:cubicBezTo>
                  <a:cubicBezTo>
                    <a:pt x="5372" y="2150"/>
                    <a:pt x="5258" y="2083"/>
                    <a:pt x="5134" y="2017"/>
                  </a:cubicBezTo>
                  <a:cubicBezTo>
                    <a:pt x="4220" y="1664"/>
                    <a:pt x="3191" y="1931"/>
                    <a:pt x="2563" y="2683"/>
                  </a:cubicBezTo>
                  <a:cubicBezTo>
                    <a:pt x="1972" y="3436"/>
                    <a:pt x="1972" y="4503"/>
                    <a:pt x="2563" y="5255"/>
                  </a:cubicBezTo>
                  <a:cubicBezTo>
                    <a:pt x="3296" y="6217"/>
                    <a:pt x="4667" y="6408"/>
                    <a:pt x="5630" y="5684"/>
                  </a:cubicBezTo>
                  <a:cubicBezTo>
                    <a:pt x="5725" y="5607"/>
                    <a:pt x="5811" y="5531"/>
                    <a:pt x="5896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2ddadba-6690-429b-b474-4aad3b193990" id="245" name="任意多边形: 形状 244">
              <a:extLst>
                <a:ext uri="{FF2B5EF4-FFF2-40B4-BE49-F238E27FC236}">
                  <a16:creationId id="{A617770D-2BEB-464D-9EA9-0DDC7ED6ED39}"/>
                </a:ext>
              </a:extLst>
            </p:cNvPr>
            <p:cNvSpPr/>
            <p:nvPr/>
          </p:nvSpPr>
          <p:spPr>
            <a:xfrm rot="21190573" flipV="false" flipH="false">
              <a:off x="6289511" y="2816135"/>
              <a:ext cx="7386" cy="7384"/>
            </a:xfrm>
            <a:custGeom>
              <a:avLst/>
              <a:gdLst>
                <a:gd fmla="*/ 6037 w 6861" name="connsiteX0"/>
                <a:gd fmla="*/ 5658 h 6859" name="connsiteY0"/>
                <a:gd fmla="*/ 1751 w 6861" name="connsiteX1"/>
                <a:gd fmla="*/ 6420 h 6859" name="connsiteY1"/>
                <a:gd fmla="*/ 437 w 6861" name="connsiteX2"/>
                <a:gd fmla="*/ 1753 h 6859" name="connsiteY2"/>
                <a:gd fmla="*/ 5114 w 6861" name="connsiteX3"/>
                <a:gd fmla="*/ 439 h 6859" name="connsiteY3"/>
                <a:gd fmla="*/ 6418 w 6861" name="connsiteX4"/>
                <a:gd fmla="*/ 5106 h 6859" name="connsiteY4"/>
                <a:gd fmla="*/ 6037 w 6861" name="connsiteX5"/>
                <a:gd fmla="*/ 5658 h 6859" name="connsiteY5"/>
                <a:gd fmla="*/ 6037 w 6861" name="connsiteX6"/>
                <a:gd fmla="*/ 5658 h 6859" name="connsiteY6"/>
                <a:gd fmla="*/ 5628 w 6861" name="connsiteX7"/>
                <a:gd fmla="*/ 2448 h 6859" name="connsiteY7"/>
                <a:gd fmla="*/ 5275 w 6861" name="connsiteX8"/>
                <a:gd fmla="*/ 2229 h 6859" name="connsiteY8"/>
                <a:gd fmla="*/ 2704 w 6861" name="connsiteX9"/>
                <a:gd fmla="*/ 2896 h 6859" name="connsiteY9"/>
                <a:gd fmla="*/ 2704 w 6861" name="connsiteX10"/>
                <a:gd fmla="*/ 5468 h 6859" name="connsiteY10"/>
                <a:gd fmla="*/ 5771 w 6861" name="connsiteX11"/>
                <a:gd fmla="*/ 5897 h 6859" name="connsiteY11"/>
                <a:gd fmla="*/ 6037 w 6861" name="connsiteX12"/>
                <a:gd fmla="*/ 5658 h 6859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859" w="6861">
                  <a:moveTo>
                    <a:pt x="6037" y="5658"/>
                  </a:moveTo>
                  <a:cubicBezTo>
                    <a:pt x="4971" y="6906"/>
                    <a:pt x="3180" y="7220"/>
                    <a:pt x="1751" y="6420"/>
                  </a:cubicBezTo>
                  <a:cubicBezTo>
                    <a:pt x="103" y="5496"/>
                    <a:pt x="-487" y="3401"/>
                    <a:pt x="437" y="1753"/>
                  </a:cubicBezTo>
                  <a:cubicBezTo>
                    <a:pt x="1370" y="96"/>
                    <a:pt x="3456" y="-485"/>
                    <a:pt x="5114" y="439"/>
                  </a:cubicBezTo>
                  <a:cubicBezTo>
                    <a:pt x="6761" y="1372"/>
                    <a:pt x="7352" y="3458"/>
                    <a:pt x="6418" y="5106"/>
                  </a:cubicBezTo>
                  <a:cubicBezTo>
                    <a:pt x="6314" y="5306"/>
                    <a:pt x="6180" y="5487"/>
                    <a:pt x="6037" y="5658"/>
                  </a:cubicBezTo>
                  <a:close/>
                  <a:moveTo>
                    <a:pt x="6037" y="5658"/>
                  </a:moveTo>
                  <a:cubicBezTo>
                    <a:pt x="6809" y="4658"/>
                    <a:pt x="6628" y="3220"/>
                    <a:pt x="5628" y="2448"/>
                  </a:cubicBezTo>
                  <a:cubicBezTo>
                    <a:pt x="5514" y="2363"/>
                    <a:pt x="5399" y="2296"/>
                    <a:pt x="5275" y="2229"/>
                  </a:cubicBezTo>
                  <a:cubicBezTo>
                    <a:pt x="4361" y="1877"/>
                    <a:pt x="3332" y="2144"/>
                    <a:pt x="2704" y="2896"/>
                  </a:cubicBezTo>
                  <a:cubicBezTo>
                    <a:pt x="2113" y="3649"/>
                    <a:pt x="2113" y="4715"/>
                    <a:pt x="2704" y="5468"/>
                  </a:cubicBezTo>
                  <a:cubicBezTo>
                    <a:pt x="3437" y="6430"/>
                    <a:pt x="4809" y="6620"/>
                    <a:pt x="5771" y="5897"/>
                  </a:cubicBezTo>
                  <a:cubicBezTo>
                    <a:pt x="5866" y="5820"/>
                    <a:pt x="5952" y="5744"/>
                    <a:pt x="6037" y="565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fd82b185-8ba5-43b9-92a2-c60f023c8a6a" id="246" name="任意多边形: 形状 245">
              <a:extLst>
                <a:ext uri="{FF2B5EF4-FFF2-40B4-BE49-F238E27FC236}">
                  <a16:creationId id="{82B8D4BA-5567-49FC-99A6-9576DECA00DA}"/>
                </a:ext>
              </a:extLst>
            </p:cNvPr>
            <p:cNvSpPr/>
            <p:nvPr/>
          </p:nvSpPr>
          <p:spPr>
            <a:xfrm rot="21190573" flipV="false" flipH="false">
              <a:off x="6371555" y="2870168"/>
              <a:ext cx="7258" cy="7244"/>
            </a:xfrm>
            <a:custGeom>
              <a:avLst/>
              <a:gdLst>
                <a:gd fmla="*/ 5851 w 6742" name="connsiteX0"/>
                <a:gd fmla="*/ 5446 h 6729" name="connsiteY0"/>
                <a:gd fmla="*/ 1660 w 6742" name="connsiteX1"/>
                <a:gd fmla="*/ 6303 h 6729" name="connsiteY1"/>
                <a:gd fmla="*/ 488 w 6742" name="connsiteX2"/>
                <a:gd fmla="*/ 1597 h 6729" name="connsiteY2"/>
                <a:gd fmla="*/ 803 w 6742" name="connsiteX3"/>
                <a:gd fmla="*/ 1159 h 6729" name="connsiteY3"/>
                <a:gd fmla="*/ 5641 w 6742" name="connsiteX4"/>
                <a:gd fmla="*/ 854 h 6729" name="connsiteY4"/>
                <a:gd fmla="*/ 5946 w 6742" name="connsiteX5"/>
                <a:gd fmla="*/ 1159 h 6729" name="connsiteY5"/>
                <a:gd fmla="*/ 5851 w 6742" name="connsiteX6"/>
                <a:gd fmla="*/ 5446 h 6729" name="connsiteY6"/>
                <a:gd fmla="*/ 5851 w 6742" name="connsiteX7"/>
                <a:gd fmla="*/ 5446 h 6729" name="connsiteY7"/>
                <a:gd fmla="*/ 5555 w 6742" name="connsiteX8"/>
                <a:gd fmla="*/ 2359 h 6729" name="connsiteY8"/>
                <a:gd fmla="*/ 5184 w 6742" name="connsiteX9"/>
                <a:gd fmla="*/ 2112 h 6729" name="connsiteY9"/>
                <a:gd fmla="*/ 2612 w 6742" name="connsiteX10"/>
                <a:gd fmla="*/ 2683 h 6729" name="connsiteY10"/>
                <a:gd fmla="*/ 2612 w 6742" name="connsiteX11"/>
                <a:gd fmla="*/ 5350 h 6729" name="connsiteY11"/>
                <a:gd fmla="*/ 5698 w 6742" name="connsiteX12"/>
                <a:gd fmla="*/ 5588 h 6729" name="connsiteY12"/>
                <a:gd fmla="*/ 5851 w 6742" name="connsiteX13"/>
                <a:gd fmla="*/ 5446 h 6729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29" w="6742">
                  <a:moveTo>
                    <a:pt x="5851" y="5446"/>
                  </a:moveTo>
                  <a:cubicBezTo>
                    <a:pt x="4870" y="6741"/>
                    <a:pt x="3070" y="7112"/>
                    <a:pt x="1660" y="6303"/>
                  </a:cubicBezTo>
                  <a:cubicBezTo>
                    <a:pt x="40" y="5322"/>
                    <a:pt x="-483" y="3217"/>
                    <a:pt x="488" y="1597"/>
                  </a:cubicBezTo>
                  <a:cubicBezTo>
                    <a:pt x="583" y="1445"/>
                    <a:pt x="688" y="1293"/>
                    <a:pt x="803" y="1159"/>
                  </a:cubicBezTo>
                  <a:cubicBezTo>
                    <a:pt x="2060" y="-260"/>
                    <a:pt x="4222" y="-393"/>
                    <a:pt x="5641" y="854"/>
                  </a:cubicBezTo>
                  <a:cubicBezTo>
                    <a:pt x="5746" y="950"/>
                    <a:pt x="5851" y="1054"/>
                    <a:pt x="5946" y="1159"/>
                  </a:cubicBezTo>
                  <a:cubicBezTo>
                    <a:pt x="7041" y="2388"/>
                    <a:pt x="7003" y="4264"/>
                    <a:pt x="5851" y="5446"/>
                  </a:cubicBezTo>
                  <a:close/>
                  <a:moveTo>
                    <a:pt x="5851" y="5446"/>
                  </a:moveTo>
                  <a:cubicBezTo>
                    <a:pt x="6622" y="4512"/>
                    <a:pt x="6489" y="3131"/>
                    <a:pt x="5555" y="2359"/>
                  </a:cubicBezTo>
                  <a:cubicBezTo>
                    <a:pt x="5441" y="2264"/>
                    <a:pt x="5317" y="2178"/>
                    <a:pt x="5184" y="2112"/>
                  </a:cubicBezTo>
                  <a:cubicBezTo>
                    <a:pt x="4298" y="1712"/>
                    <a:pt x="3250" y="1940"/>
                    <a:pt x="2612" y="2683"/>
                  </a:cubicBezTo>
                  <a:cubicBezTo>
                    <a:pt x="1974" y="3455"/>
                    <a:pt x="1974" y="4579"/>
                    <a:pt x="2612" y="5350"/>
                  </a:cubicBezTo>
                  <a:cubicBezTo>
                    <a:pt x="3403" y="6265"/>
                    <a:pt x="4784" y="6369"/>
                    <a:pt x="5698" y="5588"/>
                  </a:cubicBezTo>
                  <a:cubicBezTo>
                    <a:pt x="5755" y="5541"/>
                    <a:pt x="5803" y="5493"/>
                    <a:pt x="5851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2b17ca7-8ed5-446e-82f4-5cd55c8763c3" id="247" name="任意多边形: 形状 246">
              <a:extLst>
                <a:ext uri="{FF2B5EF4-FFF2-40B4-BE49-F238E27FC236}">
                  <a16:creationId id="{896192CA-743B-43B7-8FAD-03A4D50AF95E}"/>
                </a:ext>
              </a:extLst>
            </p:cNvPr>
            <p:cNvSpPr/>
            <p:nvPr/>
          </p:nvSpPr>
          <p:spPr>
            <a:xfrm rot="21190573" flipV="false" flipH="false">
              <a:off x="6398840" y="2888077"/>
              <a:ext cx="7184" cy="7155"/>
            </a:xfrm>
            <a:custGeom>
              <a:avLst/>
              <a:gdLst>
                <a:gd fmla="*/ 5896 w 6674" name="connsiteX0"/>
                <a:gd fmla="*/ 5446 h 6647" name="connsiteY0"/>
                <a:gd fmla="*/ 1610 w 6674" name="connsiteX1"/>
                <a:gd fmla="*/ 6208 h 6647" name="connsiteY1"/>
                <a:gd fmla="*/ 524 w 6674" name="connsiteX2"/>
                <a:gd fmla="*/ 1483 h 6647" name="connsiteY2"/>
                <a:gd fmla="*/ 753 w 6674" name="connsiteX3"/>
                <a:gd fmla="*/ 1159 h 6647" name="connsiteY3"/>
                <a:gd fmla="*/ 5591 w 6674" name="connsiteX4"/>
                <a:gd fmla="*/ 854 h 6647" name="connsiteY4"/>
                <a:gd fmla="*/ 5896 w 6674" name="connsiteX5"/>
                <a:gd fmla="*/ 1159 h 6647" name="connsiteY5"/>
                <a:gd fmla="*/ 5896 w 6674" name="connsiteX6"/>
                <a:gd fmla="*/ 5446 h 6647" name="connsiteY6"/>
                <a:gd fmla="*/ 5896 w 6674" name="connsiteX7"/>
                <a:gd fmla="*/ 5446 h 6647" name="connsiteY7"/>
                <a:gd fmla="*/ 5487 w 6674" name="connsiteX8"/>
                <a:gd fmla="*/ 2236 h 6647" name="connsiteY8"/>
                <a:gd fmla="*/ 5134 w 6674" name="connsiteX9"/>
                <a:gd fmla="*/ 2017 h 6647" name="connsiteY9"/>
                <a:gd fmla="*/ 2563 w 6674" name="connsiteX10"/>
                <a:gd fmla="*/ 2683 h 6647" name="connsiteY10"/>
                <a:gd fmla="*/ 2563 w 6674" name="connsiteX11"/>
                <a:gd fmla="*/ 5350 h 6647" name="connsiteY11"/>
                <a:gd fmla="*/ 5791 w 6674" name="connsiteX12"/>
                <a:gd fmla="*/ 5550 h 6647" name="connsiteY12"/>
                <a:gd fmla="*/ 5896 w 6674" name="connsiteX13"/>
                <a:gd fmla="*/ 5446 h 664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7" w="6674">
                  <a:moveTo>
                    <a:pt x="5896" y="5446"/>
                  </a:moveTo>
                  <a:cubicBezTo>
                    <a:pt x="4830" y="6693"/>
                    <a:pt x="3039" y="7008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10" y="-260"/>
                    <a:pt x="4172" y="-393"/>
                    <a:pt x="5591" y="854"/>
                  </a:cubicBezTo>
                  <a:cubicBezTo>
                    <a:pt x="5696" y="950"/>
                    <a:pt x="5801" y="1054"/>
                    <a:pt x="5896" y="1159"/>
                  </a:cubicBezTo>
                  <a:cubicBezTo>
                    <a:pt x="6934" y="2398"/>
                    <a:pt x="6934" y="4207"/>
                    <a:pt x="5896" y="5446"/>
                  </a:cubicBezTo>
                  <a:close/>
                  <a:moveTo>
                    <a:pt x="5896" y="5446"/>
                  </a:moveTo>
                  <a:cubicBezTo>
                    <a:pt x="6668" y="4445"/>
                    <a:pt x="6487" y="3007"/>
                    <a:pt x="5487" y="2236"/>
                  </a:cubicBezTo>
                  <a:cubicBezTo>
                    <a:pt x="5372" y="2150"/>
                    <a:pt x="5258" y="2083"/>
                    <a:pt x="5134" y="2017"/>
                  </a:cubicBezTo>
                  <a:cubicBezTo>
                    <a:pt x="4220" y="1664"/>
                    <a:pt x="3191" y="1931"/>
                    <a:pt x="2563" y="2683"/>
                  </a:cubicBezTo>
                  <a:cubicBezTo>
                    <a:pt x="2020" y="3493"/>
                    <a:pt x="2020" y="4541"/>
                    <a:pt x="2563" y="5350"/>
                  </a:cubicBezTo>
                  <a:cubicBezTo>
                    <a:pt x="3401" y="6293"/>
                    <a:pt x="4849" y="6379"/>
                    <a:pt x="5791" y="5550"/>
                  </a:cubicBezTo>
                  <a:cubicBezTo>
                    <a:pt x="5830" y="5512"/>
                    <a:pt x="5858" y="5484"/>
                    <a:pt x="5896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76df87c5-0c19-4927-9d8b-d050fb6ec0be" id="248" name="任意多边形: 形状 247">
              <a:extLst>
                <a:ext uri="{FF2B5EF4-FFF2-40B4-BE49-F238E27FC236}">
                  <a16:creationId id="{858A95E9-DB53-42D2-97B4-456B3FF93D63}"/>
                </a:ext>
              </a:extLst>
            </p:cNvPr>
            <p:cNvSpPr/>
            <p:nvPr/>
          </p:nvSpPr>
          <p:spPr>
            <a:xfrm rot="21190573" flipV="false" flipH="false">
              <a:off x="6426169" y="2905872"/>
              <a:ext cx="7207" cy="7245"/>
            </a:xfrm>
            <a:custGeom>
              <a:avLst/>
              <a:gdLst>
                <a:gd fmla="*/ 5805 w 6695" name="connsiteX0"/>
                <a:gd fmla="*/ 5446 h 6730" name="connsiteY0"/>
                <a:gd fmla="*/ 1614 w 6695" name="connsiteX1"/>
                <a:gd fmla="*/ 6303 h 6730" name="connsiteY1"/>
                <a:gd fmla="*/ 566 w 6695" name="connsiteX2"/>
                <a:gd fmla="*/ 1435 h 6730" name="connsiteY2"/>
                <a:gd fmla="*/ 756 w 6695" name="connsiteX3"/>
                <a:gd fmla="*/ 1159 h 6730" name="connsiteY3"/>
                <a:gd fmla="*/ 5595 w 6695" name="connsiteX4"/>
                <a:gd fmla="*/ 855 h 6730" name="connsiteY4"/>
                <a:gd fmla="*/ 5900 w 6695" name="connsiteX5"/>
                <a:gd fmla="*/ 1159 h 6730" name="connsiteY5"/>
                <a:gd fmla="*/ 5805 w 6695" name="connsiteX6"/>
                <a:gd fmla="*/ 5446 h 6730" name="connsiteY6"/>
                <a:gd fmla="*/ 5805 w 6695" name="connsiteX7"/>
                <a:gd fmla="*/ 5446 h 6730" name="connsiteY7"/>
                <a:gd fmla="*/ 5509 w 6695" name="connsiteX8"/>
                <a:gd fmla="*/ 2359 h 6730" name="connsiteY8"/>
                <a:gd fmla="*/ 5138 w 6695" name="connsiteX9"/>
                <a:gd fmla="*/ 2112 h 6730" name="connsiteY9"/>
                <a:gd fmla="*/ 2566 w 6695" name="connsiteX10"/>
                <a:gd fmla="*/ 2683 h 6730" name="connsiteY10"/>
                <a:gd fmla="*/ 2566 w 6695" name="connsiteX11"/>
                <a:gd fmla="*/ 5350 h 6730" name="connsiteY11"/>
                <a:gd fmla="*/ 5652 w 6695" name="connsiteX12"/>
                <a:gd fmla="*/ 5588 h 6730" name="connsiteY12"/>
                <a:gd fmla="*/ 5805 w 6695" name="connsiteX13"/>
                <a:gd fmla="*/ 5446 h 6730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30" w="6695">
                  <a:moveTo>
                    <a:pt x="5805" y="5446"/>
                  </a:moveTo>
                  <a:cubicBezTo>
                    <a:pt x="4824" y="6741"/>
                    <a:pt x="3023" y="7112"/>
                    <a:pt x="1614" y="6303"/>
                  </a:cubicBezTo>
                  <a:cubicBezTo>
                    <a:pt x="-25" y="5246"/>
                    <a:pt x="-492" y="3064"/>
                    <a:pt x="566" y="1435"/>
                  </a:cubicBezTo>
                  <a:cubicBezTo>
                    <a:pt x="623" y="1340"/>
                    <a:pt x="690" y="1245"/>
                    <a:pt x="756" y="1159"/>
                  </a:cubicBezTo>
                  <a:cubicBezTo>
                    <a:pt x="2014" y="-260"/>
                    <a:pt x="4176" y="-393"/>
                    <a:pt x="5595" y="855"/>
                  </a:cubicBezTo>
                  <a:cubicBezTo>
                    <a:pt x="5700" y="950"/>
                    <a:pt x="5805" y="1055"/>
                    <a:pt x="5900" y="1159"/>
                  </a:cubicBezTo>
                  <a:cubicBezTo>
                    <a:pt x="6995" y="2388"/>
                    <a:pt x="6957" y="4264"/>
                    <a:pt x="5805" y="5446"/>
                  </a:cubicBezTo>
                  <a:close/>
                  <a:moveTo>
                    <a:pt x="5805" y="5446"/>
                  </a:moveTo>
                  <a:cubicBezTo>
                    <a:pt x="6576" y="4512"/>
                    <a:pt x="6443" y="3131"/>
                    <a:pt x="5509" y="2359"/>
                  </a:cubicBezTo>
                  <a:cubicBezTo>
                    <a:pt x="5395" y="2264"/>
                    <a:pt x="5271" y="2178"/>
                    <a:pt x="5138" y="2112"/>
                  </a:cubicBezTo>
                  <a:cubicBezTo>
                    <a:pt x="4252" y="1712"/>
                    <a:pt x="3204" y="1940"/>
                    <a:pt x="2566" y="2683"/>
                  </a:cubicBezTo>
                  <a:cubicBezTo>
                    <a:pt x="1928" y="3455"/>
                    <a:pt x="1928" y="4579"/>
                    <a:pt x="2566" y="5350"/>
                  </a:cubicBezTo>
                  <a:cubicBezTo>
                    <a:pt x="3357" y="6265"/>
                    <a:pt x="4738" y="6369"/>
                    <a:pt x="5652" y="5588"/>
                  </a:cubicBezTo>
                  <a:cubicBezTo>
                    <a:pt x="5709" y="5541"/>
                    <a:pt x="5757" y="5493"/>
                    <a:pt x="5805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336f7eee-3288-4df4-b21a-6551d078d309" id="249" name="任意多边形: 形状 248">
              <a:extLst>
                <a:ext uri="{FF2B5EF4-FFF2-40B4-BE49-F238E27FC236}">
                  <a16:creationId id="{41F3161C-CC22-4673-90F0-4368162F26EC}"/>
                </a:ext>
              </a:extLst>
            </p:cNvPr>
            <p:cNvSpPr/>
            <p:nvPr/>
          </p:nvSpPr>
          <p:spPr>
            <a:xfrm rot="21190573" flipV="false" flipH="false">
              <a:off x="6453413" y="2923748"/>
              <a:ext cx="7176" cy="7209"/>
            </a:xfrm>
            <a:custGeom>
              <a:avLst/>
              <a:gdLst>
                <a:gd fmla="*/ 5888 w 6666" name="connsiteX0"/>
                <a:gd fmla="*/ 5478 h 6697" name="connsiteY0"/>
                <a:gd fmla="*/ 1697 w 6666" name="connsiteX1"/>
                <a:gd fmla="*/ 6240 h 6697" name="connsiteY1"/>
                <a:gd fmla="*/ 430 w 6666" name="connsiteX2"/>
                <a:gd fmla="*/ 1697 h 6697" name="connsiteY2"/>
                <a:gd fmla="*/ 4973 w 6666" name="connsiteX3"/>
                <a:gd fmla="*/ 430 h 6697" name="connsiteY3"/>
                <a:gd fmla="*/ 5888 w 6666" name="connsiteX4"/>
                <a:gd fmla="*/ 1192 h 6697" name="connsiteY4"/>
                <a:gd fmla="*/ 5888 w 6666" name="connsiteX5"/>
                <a:gd fmla="*/ 5478 h 6697" name="connsiteY5"/>
                <a:gd fmla="*/ 5888 w 6666" name="connsiteX6"/>
                <a:gd fmla="*/ 5478 h 6697" name="connsiteY6"/>
                <a:gd fmla="*/ 5659 w 6666" name="connsiteX7"/>
                <a:gd fmla="*/ 2392 h 6697" name="connsiteY7"/>
                <a:gd fmla="*/ 5125 w 6666" name="connsiteX8"/>
                <a:gd fmla="*/ 2049 h 6697" name="connsiteY8"/>
                <a:gd fmla="*/ 2649 w 6666" name="connsiteX9"/>
                <a:gd fmla="*/ 2716 h 6697" name="connsiteY9"/>
                <a:gd fmla="*/ 2649 w 6666" name="connsiteX10"/>
                <a:gd fmla="*/ 5383 h 6697" name="connsiteY10"/>
                <a:gd fmla="*/ 5735 w 6666" name="connsiteX11"/>
                <a:gd fmla="*/ 5621 h 6697" name="connsiteY11"/>
                <a:gd fmla="*/ 5888 w 6666" name="connsiteX12"/>
                <a:gd fmla="*/ 5478 h 6697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697" w="6666">
                  <a:moveTo>
                    <a:pt x="5888" y="5478"/>
                  </a:moveTo>
                  <a:cubicBezTo>
                    <a:pt x="4878" y="6745"/>
                    <a:pt x="3087" y="7069"/>
                    <a:pt x="1697" y="6240"/>
                  </a:cubicBezTo>
                  <a:cubicBezTo>
                    <a:pt x="96" y="5335"/>
                    <a:pt x="-475" y="3297"/>
                    <a:pt x="430" y="1697"/>
                  </a:cubicBezTo>
                  <a:cubicBezTo>
                    <a:pt x="1335" y="96"/>
                    <a:pt x="3373" y="-475"/>
                    <a:pt x="4973" y="430"/>
                  </a:cubicBezTo>
                  <a:cubicBezTo>
                    <a:pt x="5326" y="630"/>
                    <a:pt x="5630" y="887"/>
                    <a:pt x="5888" y="1192"/>
                  </a:cubicBezTo>
                  <a:cubicBezTo>
                    <a:pt x="6926" y="2430"/>
                    <a:pt x="6926" y="4240"/>
                    <a:pt x="5888" y="5478"/>
                  </a:cubicBezTo>
                  <a:close/>
                  <a:moveTo>
                    <a:pt x="5888" y="5478"/>
                  </a:moveTo>
                  <a:cubicBezTo>
                    <a:pt x="6678" y="4564"/>
                    <a:pt x="6573" y="3183"/>
                    <a:pt x="5659" y="2392"/>
                  </a:cubicBezTo>
                  <a:cubicBezTo>
                    <a:pt x="5497" y="2249"/>
                    <a:pt x="5316" y="2135"/>
                    <a:pt x="5125" y="2049"/>
                  </a:cubicBezTo>
                  <a:cubicBezTo>
                    <a:pt x="4249" y="1678"/>
                    <a:pt x="3230" y="1954"/>
                    <a:pt x="2649" y="2716"/>
                  </a:cubicBezTo>
                  <a:cubicBezTo>
                    <a:pt x="2011" y="3487"/>
                    <a:pt x="2011" y="4611"/>
                    <a:pt x="2649" y="5383"/>
                  </a:cubicBezTo>
                  <a:cubicBezTo>
                    <a:pt x="3440" y="6297"/>
                    <a:pt x="4821" y="6411"/>
                    <a:pt x="5735" y="5621"/>
                  </a:cubicBezTo>
                  <a:cubicBezTo>
                    <a:pt x="5792" y="5573"/>
                    <a:pt x="5840" y="5526"/>
                    <a:pt x="5888" y="547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efc83d2-c93a-463c-94c4-61f89c972ce1" id="250" name="任意多边形: 形状 249">
              <a:extLst>
                <a:ext uri="{FF2B5EF4-FFF2-40B4-BE49-F238E27FC236}">
                  <a16:creationId id="{929D44FE-00D2-442D-9385-9B4C0C27EF16}"/>
                </a:ext>
              </a:extLst>
            </p:cNvPr>
            <p:cNvSpPr/>
            <p:nvPr/>
          </p:nvSpPr>
          <p:spPr>
            <a:xfrm rot="21190573" flipV="false" flipH="false">
              <a:off x="6480733" y="2941578"/>
              <a:ext cx="7207" cy="7244"/>
            </a:xfrm>
            <a:custGeom>
              <a:avLst/>
              <a:gdLst>
                <a:gd fmla="*/ 5805 w 6695" name="connsiteX0"/>
                <a:gd fmla="*/ 5445 h 6729" name="connsiteY0"/>
                <a:gd fmla="*/ 1614 w 6695" name="connsiteX1"/>
                <a:gd fmla="*/ 6303 h 6729" name="connsiteY1"/>
                <a:gd fmla="*/ 566 w 6695" name="connsiteX2"/>
                <a:gd fmla="*/ 1436 h 6729" name="connsiteY2"/>
                <a:gd fmla="*/ 756 w 6695" name="connsiteX3"/>
                <a:gd fmla="*/ 1159 h 6729" name="connsiteY3"/>
                <a:gd fmla="*/ 5595 w 6695" name="connsiteX4"/>
                <a:gd fmla="*/ 854 h 6729" name="connsiteY4"/>
                <a:gd fmla="*/ 5900 w 6695" name="connsiteX5"/>
                <a:gd fmla="*/ 1159 h 6729" name="connsiteY5"/>
                <a:gd fmla="*/ 5805 w 6695" name="connsiteX6"/>
                <a:gd fmla="*/ 5445 h 6729" name="connsiteY6"/>
                <a:gd fmla="*/ 5805 w 6695" name="connsiteX7"/>
                <a:gd fmla="*/ 5445 h 6729" name="connsiteY7"/>
                <a:gd fmla="*/ 5509 w 6695" name="connsiteX8"/>
                <a:gd fmla="*/ 2359 h 6729" name="connsiteY8"/>
                <a:gd fmla="*/ 5138 w 6695" name="connsiteX9"/>
                <a:gd fmla="*/ 2112 h 6729" name="connsiteY9"/>
                <a:gd fmla="*/ 2233 w 6695" name="connsiteX10"/>
                <a:gd fmla="*/ 3531 h 6729" name="connsiteY10"/>
                <a:gd fmla="*/ 2376 w 6695" name="connsiteX11"/>
                <a:gd fmla="*/ 5350 h 6729" name="connsiteY11"/>
                <a:gd fmla="*/ 5443 w 6695" name="connsiteX12"/>
                <a:gd fmla="*/ 5788 h 6729" name="connsiteY12"/>
                <a:gd fmla="*/ 5805 w 6695" name="connsiteX13"/>
                <a:gd fmla="*/ 5445 h 6729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29" w="6695">
                  <a:moveTo>
                    <a:pt x="5805" y="5445"/>
                  </a:moveTo>
                  <a:cubicBezTo>
                    <a:pt x="4824" y="6741"/>
                    <a:pt x="3023" y="7112"/>
                    <a:pt x="1614" y="6303"/>
                  </a:cubicBezTo>
                  <a:cubicBezTo>
                    <a:pt x="-25" y="5245"/>
                    <a:pt x="-492" y="3064"/>
                    <a:pt x="566" y="1436"/>
                  </a:cubicBezTo>
                  <a:cubicBezTo>
                    <a:pt x="623" y="1340"/>
                    <a:pt x="690" y="1245"/>
                    <a:pt x="756" y="1159"/>
                  </a:cubicBezTo>
                  <a:cubicBezTo>
                    <a:pt x="2004" y="-260"/>
                    <a:pt x="4176" y="-393"/>
                    <a:pt x="5595" y="854"/>
                  </a:cubicBezTo>
                  <a:cubicBezTo>
                    <a:pt x="5700" y="950"/>
                    <a:pt x="5805" y="1054"/>
                    <a:pt x="5900" y="1159"/>
                  </a:cubicBezTo>
                  <a:cubicBezTo>
                    <a:pt x="6995" y="2388"/>
                    <a:pt x="6957" y="4264"/>
                    <a:pt x="5805" y="5445"/>
                  </a:cubicBezTo>
                  <a:close/>
                  <a:moveTo>
                    <a:pt x="5805" y="5445"/>
                  </a:moveTo>
                  <a:cubicBezTo>
                    <a:pt x="6576" y="4512"/>
                    <a:pt x="6443" y="3131"/>
                    <a:pt x="5509" y="2359"/>
                  </a:cubicBezTo>
                  <a:cubicBezTo>
                    <a:pt x="5395" y="2264"/>
                    <a:pt x="5271" y="2178"/>
                    <a:pt x="5138" y="2112"/>
                  </a:cubicBezTo>
                  <a:cubicBezTo>
                    <a:pt x="3947" y="1702"/>
                    <a:pt x="2642" y="2331"/>
                    <a:pt x="2233" y="3531"/>
                  </a:cubicBezTo>
                  <a:cubicBezTo>
                    <a:pt x="2023" y="4131"/>
                    <a:pt x="2071" y="4788"/>
                    <a:pt x="2376" y="5350"/>
                  </a:cubicBezTo>
                  <a:cubicBezTo>
                    <a:pt x="3099" y="6322"/>
                    <a:pt x="4471" y="6512"/>
                    <a:pt x="5443" y="5788"/>
                  </a:cubicBezTo>
                  <a:cubicBezTo>
                    <a:pt x="5576" y="5684"/>
                    <a:pt x="5700" y="5569"/>
                    <a:pt x="5805" y="544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0ccd9c6c-3c23-4766-bf16-8fc334ad23f7" id="251" name="任意多边形: 形状 250">
              <a:extLst>
                <a:ext uri="{FF2B5EF4-FFF2-40B4-BE49-F238E27FC236}">
                  <a16:creationId id="{34E05B65-D0F1-4418-9499-4F44CBCEF1DC}"/>
                </a:ext>
              </a:extLst>
            </p:cNvPr>
            <p:cNvSpPr/>
            <p:nvPr/>
          </p:nvSpPr>
          <p:spPr>
            <a:xfrm rot="21190573" flipV="false" flipH="false">
              <a:off x="6234711" y="2960143"/>
              <a:ext cx="7176" cy="7209"/>
            </a:xfrm>
            <a:custGeom>
              <a:avLst/>
              <a:gdLst>
                <a:gd fmla="*/ 5888 w 6666" name="connsiteX0"/>
                <a:gd fmla="*/ 5478 h 6697" name="connsiteY0"/>
                <a:gd fmla="*/ 1697 w 6666" name="connsiteX1"/>
                <a:gd fmla="*/ 6240 h 6697" name="connsiteY1"/>
                <a:gd fmla="*/ 430 w 6666" name="connsiteX2"/>
                <a:gd fmla="*/ 1697 h 6697" name="connsiteY2"/>
                <a:gd fmla="*/ 4973 w 6666" name="connsiteX3"/>
                <a:gd fmla="*/ 430 h 6697" name="connsiteY3"/>
                <a:gd fmla="*/ 5888 w 6666" name="connsiteX4"/>
                <a:gd fmla="*/ 1192 h 6697" name="connsiteY4"/>
                <a:gd fmla="*/ 5888 w 6666" name="connsiteX5"/>
                <a:gd fmla="*/ 5478 h 6697" name="connsiteY5"/>
                <a:gd fmla="*/ 5888 w 6666" name="connsiteX6"/>
                <a:gd fmla="*/ 5478 h 6697" name="connsiteY6"/>
                <a:gd fmla="*/ 5726 w 6666" name="connsiteX7"/>
                <a:gd fmla="*/ 2516 h 6697" name="connsiteY7"/>
                <a:gd fmla="*/ 5126 w 6666" name="connsiteX8"/>
                <a:gd fmla="*/ 2144 h 6697" name="connsiteY8"/>
                <a:gd fmla="*/ 2649 w 6666" name="connsiteX9"/>
                <a:gd fmla="*/ 2716 h 6697" name="connsiteY9"/>
                <a:gd fmla="*/ 2649 w 6666" name="connsiteX10"/>
                <a:gd fmla="*/ 5383 h 6697" name="connsiteY10"/>
                <a:gd fmla="*/ 5735 w 6666" name="connsiteX11"/>
                <a:gd fmla="*/ 5621 h 6697" name="connsiteY11"/>
                <a:gd fmla="*/ 5888 w 6666" name="connsiteX12"/>
                <a:gd fmla="*/ 5478 h 6697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697" w="6666">
                  <a:moveTo>
                    <a:pt x="5888" y="5478"/>
                  </a:moveTo>
                  <a:cubicBezTo>
                    <a:pt x="4878" y="6745"/>
                    <a:pt x="3087" y="7069"/>
                    <a:pt x="1697" y="6240"/>
                  </a:cubicBezTo>
                  <a:cubicBezTo>
                    <a:pt x="96" y="5335"/>
                    <a:pt x="-475" y="3297"/>
                    <a:pt x="430" y="1697"/>
                  </a:cubicBezTo>
                  <a:cubicBezTo>
                    <a:pt x="1335" y="97"/>
                    <a:pt x="3373" y="-475"/>
                    <a:pt x="4973" y="430"/>
                  </a:cubicBezTo>
                  <a:cubicBezTo>
                    <a:pt x="5326" y="630"/>
                    <a:pt x="5630" y="887"/>
                    <a:pt x="5888" y="1192"/>
                  </a:cubicBezTo>
                  <a:cubicBezTo>
                    <a:pt x="6926" y="2430"/>
                    <a:pt x="6926" y="4240"/>
                    <a:pt x="5888" y="5478"/>
                  </a:cubicBezTo>
                  <a:close/>
                  <a:moveTo>
                    <a:pt x="5888" y="5478"/>
                  </a:moveTo>
                  <a:cubicBezTo>
                    <a:pt x="6659" y="4611"/>
                    <a:pt x="6583" y="3287"/>
                    <a:pt x="5726" y="2516"/>
                  </a:cubicBezTo>
                  <a:cubicBezTo>
                    <a:pt x="5545" y="2363"/>
                    <a:pt x="5345" y="2230"/>
                    <a:pt x="5126" y="2144"/>
                  </a:cubicBezTo>
                  <a:cubicBezTo>
                    <a:pt x="4269" y="1716"/>
                    <a:pt x="3230" y="1954"/>
                    <a:pt x="2649" y="2716"/>
                  </a:cubicBezTo>
                  <a:cubicBezTo>
                    <a:pt x="2011" y="3487"/>
                    <a:pt x="2011" y="4611"/>
                    <a:pt x="2649" y="5383"/>
                  </a:cubicBezTo>
                  <a:cubicBezTo>
                    <a:pt x="3440" y="6297"/>
                    <a:pt x="4821" y="6402"/>
                    <a:pt x="5735" y="5621"/>
                  </a:cubicBezTo>
                  <a:cubicBezTo>
                    <a:pt x="5792" y="5573"/>
                    <a:pt x="5840" y="5526"/>
                    <a:pt x="5888" y="547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7df93ee5-b6be-44e7-a231-b06c0c869397" id="252" name="任意多边形: 形状 251">
              <a:extLst>
                <a:ext uri="{FF2B5EF4-FFF2-40B4-BE49-F238E27FC236}">
                  <a16:creationId id="{9D759755-30BC-45B8-813F-3AF2D6C1240B}"/>
                </a:ext>
              </a:extLst>
            </p:cNvPr>
            <p:cNvSpPr/>
            <p:nvPr/>
          </p:nvSpPr>
          <p:spPr>
            <a:xfrm rot="21190573" flipV="false" flipH="false">
              <a:off x="6262144" y="2978064"/>
              <a:ext cx="7169" cy="7174"/>
            </a:xfrm>
            <a:custGeom>
              <a:avLst/>
              <a:gdLst>
                <a:gd fmla="*/ 5801 w 6660" name="connsiteX0"/>
                <a:gd fmla="*/ 5445 h 6664" name="connsiteY0"/>
                <a:gd fmla="*/ 1610 w 6660" name="connsiteX1"/>
                <a:gd fmla="*/ 6207 h 6664" name="connsiteY1"/>
                <a:gd fmla="*/ 524 w 6660" name="connsiteX2"/>
                <a:gd fmla="*/ 1483 h 6664" name="connsiteY2"/>
                <a:gd fmla="*/ 753 w 6660" name="connsiteX3"/>
                <a:gd fmla="*/ 1159 h 6664" name="connsiteY3"/>
                <a:gd fmla="*/ 5591 w 6660" name="connsiteX4"/>
                <a:gd fmla="*/ 854 h 6664" name="connsiteY4"/>
                <a:gd fmla="*/ 5896 w 6660" name="connsiteX5"/>
                <a:gd fmla="*/ 1159 h 6664" name="connsiteY5"/>
                <a:gd fmla="*/ 5801 w 6660" name="connsiteX6"/>
                <a:gd fmla="*/ 5445 h 6664" name="connsiteY6"/>
                <a:gd fmla="*/ 5801 w 6660" name="connsiteX7"/>
                <a:gd fmla="*/ 5445 h 6664" name="connsiteY7"/>
                <a:gd fmla="*/ 5563 w 6660" name="connsiteX8"/>
                <a:gd fmla="*/ 2445 h 6664" name="connsiteY8"/>
                <a:gd fmla="*/ 2563 w 6660" name="connsiteX9"/>
                <a:gd fmla="*/ 2683 h 6664" name="connsiteY9"/>
                <a:gd fmla="*/ 2563 w 6660" name="connsiteX10"/>
                <a:gd fmla="*/ 5255 h 6664" name="connsiteY10"/>
                <a:gd fmla="*/ 5487 w 6660" name="connsiteX11"/>
                <a:gd fmla="*/ 5722 h 6664" name="connsiteY11"/>
                <a:gd fmla="*/ 5801 w 6660" name="connsiteX12"/>
                <a:gd fmla="*/ 5445 h 6664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664" w="6660">
                  <a:moveTo>
                    <a:pt x="5801" y="5445"/>
                  </a:moveTo>
                  <a:cubicBezTo>
                    <a:pt x="4792" y="6712"/>
                    <a:pt x="3001" y="7036"/>
                    <a:pt x="1610" y="6207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10" y="-260"/>
                    <a:pt x="4172" y="-393"/>
                    <a:pt x="5591" y="854"/>
                  </a:cubicBezTo>
                  <a:cubicBezTo>
                    <a:pt x="5696" y="950"/>
                    <a:pt x="5801" y="1054"/>
                    <a:pt x="5896" y="1159"/>
                  </a:cubicBezTo>
                  <a:cubicBezTo>
                    <a:pt x="6954" y="2407"/>
                    <a:pt x="6906" y="4245"/>
                    <a:pt x="5801" y="5445"/>
                  </a:cubicBezTo>
                  <a:close/>
                  <a:moveTo>
                    <a:pt x="5801" y="5445"/>
                  </a:moveTo>
                  <a:cubicBezTo>
                    <a:pt x="6563" y="4550"/>
                    <a:pt x="6458" y="3207"/>
                    <a:pt x="5563" y="2445"/>
                  </a:cubicBezTo>
                  <a:cubicBezTo>
                    <a:pt x="4668" y="1683"/>
                    <a:pt x="3324" y="1788"/>
                    <a:pt x="2563" y="2683"/>
                  </a:cubicBezTo>
                  <a:cubicBezTo>
                    <a:pt x="1972" y="3436"/>
                    <a:pt x="1972" y="4503"/>
                    <a:pt x="2563" y="5255"/>
                  </a:cubicBezTo>
                  <a:cubicBezTo>
                    <a:pt x="3239" y="6188"/>
                    <a:pt x="4553" y="6398"/>
                    <a:pt x="5487" y="5722"/>
                  </a:cubicBezTo>
                  <a:cubicBezTo>
                    <a:pt x="5601" y="5645"/>
                    <a:pt x="5706" y="5550"/>
                    <a:pt x="5801" y="544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b927ec2-fcba-410a-9107-c353c1bf0d80" id="253" name="任意多边形: 形状 252">
              <a:extLst>
                <a:ext uri="{FF2B5EF4-FFF2-40B4-BE49-F238E27FC236}">
                  <a16:creationId id="{49D5DE15-2DE3-4CD8-8E4D-1154C74E28FD}"/>
                </a:ext>
              </a:extLst>
            </p:cNvPr>
            <p:cNvSpPr/>
            <p:nvPr/>
          </p:nvSpPr>
          <p:spPr>
            <a:xfrm rot="21190573" flipV="false" flipH="false">
              <a:off x="6207195" y="2942095"/>
              <a:ext cx="7448" cy="7465"/>
            </a:xfrm>
            <a:custGeom>
              <a:avLst/>
              <a:gdLst>
                <a:gd fmla="*/ 6049 w 6919" name="connsiteX0"/>
                <a:gd fmla="*/ 5716 h 6935" name="connsiteY0"/>
                <a:gd fmla="*/ 1858 w 6919" name="connsiteX1"/>
                <a:gd fmla="*/ 6478 h 6935" name="connsiteY1"/>
                <a:gd fmla="*/ 382 w 6919" name="connsiteX2"/>
                <a:gd fmla="*/ 1858 h 6935" name="connsiteY2"/>
                <a:gd fmla="*/ 5002 w 6919" name="connsiteX3"/>
                <a:gd fmla="*/ 382 h 6935" name="connsiteY3"/>
                <a:gd fmla="*/ 6145 w 6919" name="connsiteX4"/>
                <a:gd fmla="*/ 1334 h 6935" name="connsiteY4"/>
                <a:gd fmla="*/ 6049 w 6919" name="connsiteX5"/>
                <a:gd fmla="*/ 5716 h 6935" name="connsiteY5"/>
                <a:gd fmla="*/ 6049 w 6919" name="connsiteX6"/>
                <a:gd fmla="*/ 5716 h 6935" name="connsiteY6"/>
                <a:gd fmla="*/ 5697 w 6919" name="connsiteX7"/>
                <a:gd fmla="*/ 2506 h 6935" name="connsiteY7"/>
                <a:gd fmla="*/ 5383 w 6919" name="connsiteX8"/>
                <a:gd fmla="*/ 2287 h 6935" name="connsiteY8"/>
                <a:gd fmla="*/ 2811 w 6919" name="connsiteX9"/>
                <a:gd fmla="*/ 2954 h 6935" name="connsiteY9"/>
                <a:gd fmla="*/ 2811 w 6919" name="connsiteX10"/>
                <a:gd fmla="*/ 5525 h 6935" name="connsiteY10"/>
                <a:gd fmla="*/ 5887 w 6919" name="connsiteX11"/>
                <a:gd fmla="*/ 5859 h 6935" name="connsiteY11"/>
                <a:gd fmla="*/ 6049 w 6919" name="connsiteX12"/>
                <a:gd fmla="*/ 5716 h 6935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935" w="6919">
                  <a:moveTo>
                    <a:pt x="6049" y="5716"/>
                  </a:moveTo>
                  <a:cubicBezTo>
                    <a:pt x="5040" y="6983"/>
                    <a:pt x="3249" y="7307"/>
                    <a:pt x="1858" y="6478"/>
                  </a:cubicBezTo>
                  <a:cubicBezTo>
                    <a:pt x="172" y="5611"/>
                    <a:pt x="-485" y="3544"/>
                    <a:pt x="382" y="1858"/>
                  </a:cubicBezTo>
                  <a:cubicBezTo>
                    <a:pt x="1249" y="172"/>
                    <a:pt x="3325" y="-485"/>
                    <a:pt x="5002" y="382"/>
                  </a:cubicBezTo>
                  <a:cubicBezTo>
                    <a:pt x="5449" y="611"/>
                    <a:pt x="5840" y="934"/>
                    <a:pt x="6145" y="1334"/>
                  </a:cubicBezTo>
                  <a:cubicBezTo>
                    <a:pt x="7212" y="2611"/>
                    <a:pt x="7173" y="4487"/>
                    <a:pt x="6049" y="5716"/>
                  </a:cubicBezTo>
                  <a:close/>
                  <a:moveTo>
                    <a:pt x="6049" y="5716"/>
                  </a:moveTo>
                  <a:cubicBezTo>
                    <a:pt x="6840" y="4735"/>
                    <a:pt x="6688" y="3297"/>
                    <a:pt x="5697" y="2506"/>
                  </a:cubicBezTo>
                  <a:cubicBezTo>
                    <a:pt x="5602" y="2420"/>
                    <a:pt x="5497" y="2354"/>
                    <a:pt x="5383" y="2287"/>
                  </a:cubicBezTo>
                  <a:cubicBezTo>
                    <a:pt x="4478" y="1868"/>
                    <a:pt x="3402" y="2144"/>
                    <a:pt x="2811" y="2954"/>
                  </a:cubicBezTo>
                  <a:cubicBezTo>
                    <a:pt x="2182" y="3697"/>
                    <a:pt x="2182" y="4782"/>
                    <a:pt x="2811" y="5525"/>
                  </a:cubicBezTo>
                  <a:cubicBezTo>
                    <a:pt x="3573" y="6468"/>
                    <a:pt x="4954" y="6611"/>
                    <a:pt x="5887" y="5859"/>
                  </a:cubicBezTo>
                  <a:cubicBezTo>
                    <a:pt x="5945" y="5811"/>
                    <a:pt x="6002" y="5764"/>
                    <a:pt x="6049" y="571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e1ac46ac-98b7-4b58-a91e-d676665ca176" id="254" name="任意多边形: 形状 253">
              <a:extLst>
                <a:ext uri="{FF2B5EF4-FFF2-40B4-BE49-F238E27FC236}">
                  <a16:creationId id="{12ADC839-B50A-499E-BAF7-D7B052EB4F21}"/>
                </a:ext>
              </a:extLst>
            </p:cNvPr>
            <p:cNvSpPr/>
            <p:nvPr/>
          </p:nvSpPr>
          <p:spPr>
            <a:xfrm rot="21190573" flipV="false" flipH="false">
              <a:off x="6289082" y="2995700"/>
              <a:ext cx="7381" cy="7408"/>
            </a:xfrm>
            <a:custGeom>
              <a:avLst/>
              <a:gdLst>
                <a:gd fmla="*/ 6060 w 6857" name="connsiteX0"/>
                <a:gd fmla="*/ 5626 h 6882" name="connsiteY0"/>
                <a:gd fmla="*/ 1869 w 6857" name="connsiteX1"/>
                <a:gd fmla="*/ 6483 h 6882" name="connsiteY1"/>
                <a:gd fmla="*/ 374 w 6857" name="connsiteX2"/>
                <a:gd fmla="*/ 1873 h 6882" name="connsiteY2"/>
                <a:gd fmla="*/ 4984 w 6857" name="connsiteX3"/>
                <a:gd fmla="*/ 378 h 6882" name="connsiteY3"/>
                <a:gd fmla="*/ 6479 w 6857" name="connsiteX4"/>
                <a:gd fmla="*/ 4988 h 6882" name="connsiteY4"/>
                <a:gd fmla="*/ 6060 w 6857" name="connsiteX5"/>
                <a:gd fmla="*/ 5626 h 6882" name="connsiteY5"/>
                <a:gd fmla="*/ 6060 w 6857" name="connsiteX6"/>
                <a:gd fmla="*/ 5626 h 6882" name="connsiteY6"/>
                <a:gd fmla="*/ 5898 w 6857" name="connsiteX7"/>
                <a:gd fmla="*/ 2664 h 6882" name="connsiteY7"/>
                <a:gd fmla="*/ 5298 w 6857" name="connsiteX8"/>
                <a:gd fmla="*/ 2292 h 6882" name="connsiteY8"/>
                <a:gd fmla="*/ 2822 w 6857" name="connsiteX9"/>
                <a:gd fmla="*/ 2864 h 6882" name="connsiteY9"/>
                <a:gd fmla="*/ 2822 w 6857" name="connsiteX10"/>
                <a:gd fmla="*/ 5531 h 6882" name="connsiteY10"/>
                <a:gd fmla="*/ 5908 w 6857" name="connsiteX11"/>
                <a:gd fmla="*/ 5769 h 6882" name="connsiteY11"/>
                <a:gd fmla="*/ 6060 w 6857" name="connsiteX12"/>
                <a:gd fmla="*/ 5626 h 6882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882" w="6857">
                  <a:moveTo>
                    <a:pt x="6060" y="5626"/>
                  </a:moveTo>
                  <a:cubicBezTo>
                    <a:pt x="5051" y="6893"/>
                    <a:pt x="3288" y="7245"/>
                    <a:pt x="1869" y="6483"/>
                  </a:cubicBezTo>
                  <a:cubicBezTo>
                    <a:pt x="183" y="5626"/>
                    <a:pt x="-483" y="3559"/>
                    <a:pt x="374" y="1873"/>
                  </a:cubicBezTo>
                  <a:cubicBezTo>
                    <a:pt x="1231" y="187"/>
                    <a:pt x="3298" y="-489"/>
                    <a:pt x="4984" y="378"/>
                  </a:cubicBezTo>
                  <a:cubicBezTo>
                    <a:pt x="6670" y="1235"/>
                    <a:pt x="7346" y="3302"/>
                    <a:pt x="6479" y="4988"/>
                  </a:cubicBezTo>
                  <a:cubicBezTo>
                    <a:pt x="6365" y="5217"/>
                    <a:pt x="6222" y="5426"/>
                    <a:pt x="6060" y="5626"/>
                  </a:cubicBezTo>
                  <a:close/>
                  <a:moveTo>
                    <a:pt x="6060" y="5626"/>
                  </a:moveTo>
                  <a:cubicBezTo>
                    <a:pt x="6832" y="4759"/>
                    <a:pt x="6755" y="3435"/>
                    <a:pt x="5898" y="2664"/>
                  </a:cubicBezTo>
                  <a:cubicBezTo>
                    <a:pt x="5717" y="2511"/>
                    <a:pt x="5517" y="2378"/>
                    <a:pt x="5298" y="2292"/>
                  </a:cubicBezTo>
                  <a:cubicBezTo>
                    <a:pt x="4441" y="1864"/>
                    <a:pt x="3403" y="2102"/>
                    <a:pt x="2822" y="2864"/>
                  </a:cubicBezTo>
                  <a:cubicBezTo>
                    <a:pt x="2184" y="3636"/>
                    <a:pt x="2184" y="4759"/>
                    <a:pt x="2822" y="5531"/>
                  </a:cubicBezTo>
                  <a:cubicBezTo>
                    <a:pt x="3612" y="6445"/>
                    <a:pt x="4993" y="6560"/>
                    <a:pt x="5908" y="5769"/>
                  </a:cubicBezTo>
                  <a:cubicBezTo>
                    <a:pt x="5965" y="5721"/>
                    <a:pt x="6012" y="5674"/>
                    <a:pt x="6060" y="562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5d3bcf79-8c27-4927-9a5e-d1931dc36a65" id="255" name="任意多边形: 形状 254">
              <a:extLst>
                <a:ext uri="{FF2B5EF4-FFF2-40B4-BE49-F238E27FC236}">
                  <a16:creationId id="{3DF9908C-BAE1-48A9-A8EB-84C20E966714}"/>
                </a:ext>
              </a:extLst>
            </p:cNvPr>
            <p:cNvSpPr/>
            <p:nvPr/>
          </p:nvSpPr>
          <p:spPr>
            <a:xfrm rot="21190573" flipV="false" flipH="false">
              <a:off x="6316603" y="3013783"/>
              <a:ext cx="7188" cy="7155"/>
            </a:xfrm>
            <a:custGeom>
              <a:avLst/>
              <a:gdLst>
                <a:gd fmla="*/ 5899 w 6677" name="connsiteX0"/>
                <a:gd fmla="*/ 5445 h 6647" name="connsiteY0"/>
                <a:gd fmla="*/ 1612 w 6677" name="connsiteX1"/>
                <a:gd fmla="*/ 6207 h 6647" name="connsiteY1"/>
                <a:gd fmla="*/ 526 w 6677" name="connsiteX2"/>
                <a:gd fmla="*/ 1483 h 6647" name="connsiteY2"/>
                <a:gd fmla="*/ 755 w 6677" name="connsiteX3"/>
                <a:gd fmla="*/ 1159 h 6647" name="connsiteY3"/>
                <a:gd fmla="*/ 5594 w 6677" name="connsiteX4"/>
                <a:gd fmla="*/ 854 h 6647" name="connsiteY4"/>
                <a:gd fmla="*/ 5899 w 6677" name="connsiteX5"/>
                <a:gd fmla="*/ 1159 h 6647" name="connsiteY5"/>
                <a:gd fmla="*/ 5899 w 6677" name="connsiteX6"/>
                <a:gd fmla="*/ 5445 h 6647" name="connsiteY6"/>
                <a:gd fmla="*/ 5899 w 6677" name="connsiteX7"/>
                <a:gd fmla="*/ 5445 h 6647" name="connsiteY7"/>
                <a:gd fmla="*/ 5317 w 6677" name="connsiteX8"/>
                <a:gd fmla="*/ 2131 h 6647" name="connsiteY8"/>
                <a:gd fmla="*/ 5137 w 6677" name="connsiteX9"/>
                <a:gd fmla="*/ 2017 h 6647" name="connsiteY9"/>
                <a:gd fmla="*/ 2184 w 6677" name="connsiteX10"/>
                <a:gd fmla="*/ 3341 h 6647" name="connsiteY10"/>
                <a:gd fmla="*/ 2374 w 6677" name="connsiteX11"/>
                <a:gd fmla="*/ 5350 h 6647" name="connsiteY11"/>
                <a:gd fmla="*/ 5584 w 6677" name="connsiteX12"/>
                <a:gd fmla="*/ 5741 h 6647" name="connsiteY12"/>
                <a:gd fmla="*/ 5899 w 6677" name="connsiteX13"/>
                <a:gd fmla="*/ 5445 h 664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7" w="6677">
                  <a:moveTo>
                    <a:pt x="5899" y="5445"/>
                  </a:moveTo>
                  <a:cubicBezTo>
                    <a:pt x="4832" y="6693"/>
                    <a:pt x="3041" y="7008"/>
                    <a:pt x="1612" y="6207"/>
                  </a:cubicBezTo>
                  <a:cubicBezTo>
                    <a:pt x="3" y="5198"/>
                    <a:pt x="-483" y="3083"/>
                    <a:pt x="526" y="1483"/>
                  </a:cubicBezTo>
                  <a:cubicBezTo>
                    <a:pt x="593" y="1369"/>
                    <a:pt x="669" y="1264"/>
                    <a:pt x="755" y="1159"/>
                  </a:cubicBezTo>
                  <a:cubicBezTo>
                    <a:pt x="2003" y="-260"/>
                    <a:pt x="4174" y="-393"/>
                    <a:pt x="5594" y="854"/>
                  </a:cubicBezTo>
                  <a:cubicBezTo>
                    <a:pt x="5699" y="950"/>
                    <a:pt x="5803" y="1054"/>
                    <a:pt x="5899" y="1159"/>
                  </a:cubicBezTo>
                  <a:cubicBezTo>
                    <a:pt x="6937" y="2398"/>
                    <a:pt x="6937" y="4207"/>
                    <a:pt x="5899" y="5445"/>
                  </a:cubicBezTo>
                  <a:close/>
                  <a:moveTo>
                    <a:pt x="5899" y="5445"/>
                  </a:moveTo>
                  <a:cubicBezTo>
                    <a:pt x="6651" y="4369"/>
                    <a:pt x="6394" y="2883"/>
                    <a:pt x="5317" y="2131"/>
                  </a:cubicBezTo>
                  <a:cubicBezTo>
                    <a:pt x="5260" y="2093"/>
                    <a:pt x="5194" y="2055"/>
                    <a:pt x="5137" y="2017"/>
                  </a:cubicBezTo>
                  <a:cubicBezTo>
                    <a:pt x="3955" y="1569"/>
                    <a:pt x="2632" y="2159"/>
                    <a:pt x="2184" y="3341"/>
                  </a:cubicBezTo>
                  <a:cubicBezTo>
                    <a:pt x="1936" y="3998"/>
                    <a:pt x="2003" y="4741"/>
                    <a:pt x="2374" y="5350"/>
                  </a:cubicBezTo>
                  <a:cubicBezTo>
                    <a:pt x="3155" y="6341"/>
                    <a:pt x="4584" y="6522"/>
                    <a:pt x="5584" y="5741"/>
                  </a:cubicBezTo>
                  <a:cubicBezTo>
                    <a:pt x="5699" y="5655"/>
                    <a:pt x="5803" y="5550"/>
                    <a:pt x="5899" y="544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798217b3-5130-4f02-a3c3-479fa68b2368" id="256" name="任意多边形: 形状 255">
              <a:extLst>
                <a:ext uri="{FF2B5EF4-FFF2-40B4-BE49-F238E27FC236}">
                  <a16:creationId id="{11712196-A633-4B18-890D-6484E7FD86FD}"/>
                </a:ext>
              </a:extLst>
            </p:cNvPr>
            <p:cNvSpPr/>
            <p:nvPr/>
          </p:nvSpPr>
          <p:spPr>
            <a:xfrm rot="21190573" flipV="false" flipH="false">
              <a:off x="6343658" y="3031410"/>
              <a:ext cx="7402" cy="7403"/>
            </a:xfrm>
            <a:custGeom>
              <a:avLst/>
              <a:gdLst>
                <a:gd fmla="*/ 6049 w 6876" name="connsiteX0"/>
                <a:gd fmla="*/ 5621 h 6877" name="connsiteY0"/>
                <a:gd fmla="*/ 1858 w 6876" name="connsiteX1"/>
                <a:gd fmla="*/ 6478 h 6877" name="connsiteY1"/>
                <a:gd fmla="*/ 382 w 6876" name="connsiteX2"/>
                <a:gd fmla="*/ 1858 h 6877" name="connsiteY2"/>
                <a:gd fmla="*/ 5002 w 6876" name="connsiteX3"/>
                <a:gd fmla="*/ 382 h 6877" name="connsiteY3"/>
                <a:gd fmla="*/ 6145 w 6876" name="connsiteX4"/>
                <a:gd fmla="*/ 1335 h 6877" name="connsiteY4"/>
                <a:gd fmla="*/ 6049 w 6876" name="connsiteX5"/>
                <a:gd fmla="*/ 5621 h 6877" name="connsiteY5"/>
                <a:gd fmla="*/ 6049 w 6876" name="connsiteX6"/>
                <a:gd fmla="*/ 5621 h 6877" name="connsiteY6"/>
                <a:gd fmla="*/ 5811 w 6876" name="connsiteX7"/>
                <a:gd fmla="*/ 2620 h 6877" name="connsiteY7"/>
                <a:gd fmla="*/ 2811 w 6876" name="connsiteX8"/>
                <a:gd fmla="*/ 2858 h 6877" name="connsiteY8"/>
                <a:gd fmla="*/ 2811 w 6876" name="connsiteX9"/>
                <a:gd fmla="*/ 5526 h 6877" name="connsiteY9"/>
                <a:gd fmla="*/ 5897 w 6876" name="connsiteX10"/>
                <a:gd fmla="*/ 5764 h 6877" name="connsiteY10"/>
                <a:gd fmla="*/ 6049 w 6876" name="connsiteX11"/>
                <a:gd fmla="*/ 5621 h 6877" name="connsiteY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b="b" l="l" r="r" t="t"/>
              <a:pathLst>
                <a:path h="6877" w="6876">
                  <a:moveTo>
                    <a:pt x="6049" y="5621"/>
                  </a:moveTo>
                  <a:cubicBezTo>
                    <a:pt x="5040" y="6888"/>
                    <a:pt x="3278" y="7240"/>
                    <a:pt x="1858" y="6478"/>
                  </a:cubicBezTo>
                  <a:cubicBezTo>
                    <a:pt x="173" y="5611"/>
                    <a:pt x="-485" y="3544"/>
                    <a:pt x="382" y="1858"/>
                  </a:cubicBezTo>
                  <a:cubicBezTo>
                    <a:pt x="1249" y="172"/>
                    <a:pt x="3325" y="-485"/>
                    <a:pt x="5002" y="382"/>
                  </a:cubicBezTo>
                  <a:cubicBezTo>
                    <a:pt x="5449" y="611"/>
                    <a:pt x="5840" y="934"/>
                    <a:pt x="6145" y="1335"/>
                  </a:cubicBezTo>
                  <a:cubicBezTo>
                    <a:pt x="7154" y="2601"/>
                    <a:pt x="7116" y="4402"/>
                    <a:pt x="6049" y="5621"/>
                  </a:cubicBezTo>
                  <a:close/>
                  <a:moveTo>
                    <a:pt x="6049" y="5621"/>
                  </a:moveTo>
                  <a:cubicBezTo>
                    <a:pt x="6811" y="4726"/>
                    <a:pt x="6706" y="3382"/>
                    <a:pt x="5811" y="2620"/>
                  </a:cubicBezTo>
                  <a:cubicBezTo>
                    <a:pt x="4916" y="1858"/>
                    <a:pt x="3573" y="1963"/>
                    <a:pt x="2811" y="2858"/>
                  </a:cubicBezTo>
                  <a:cubicBezTo>
                    <a:pt x="2173" y="3630"/>
                    <a:pt x="2173" y="4754"/>
                    <a:pt x="2811" y="5526"/>
                  </a:cubicBezTo>
                  <a:cubicBezTo>
                    <a:pt x="3601" y="6440"/>
                    <a:pt x="4982" y="6545"/>
                    <a:pt x="5897" y="5764"/>
                  </a:cubicBezTo>
                  <a:cubicBezTo>
                    <a:pt x="5954" y="5716"/>
                    <a:pt x="6002" y="5668"/>
                    <a:pt x="6049" y="5621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2e2607aa-f4c3-4bb3-8437-f52c7d233442" id="257" name="任意多边形: 形状 256">
              <a:extLst>
                <a:ext uri="{FF2B5EF4-FFF2-40B4-BE49-F238E27FC236}">
                  <a16:creationId id="{2AFD82F3-6DCB-43B9-A5FD-6A5C5BDFABFB}"/>
                </a:ext>
              </a:extLst>
            </p:cNvPr>
            <p:cNvSpPr/>
            <p:nvPr/>
          </p:nvSpPr>
          <p:spPr>
            <a:xfrm rot="21190573" flipV="false" flipH="false">
              <a:off x="6371166" y="3049490"/>
              <a:ext cx="7188" cy="7155"/>
            </a:xfrm>
            <a:custGeom>
              <a:avLst/>
              <a:gdLst>
                <a:gd fmla="*/ 5899 w 6677" name="connsiteX0"/>
                <a:gd fmla="*/ 5446 h 6647" name="connsiteY0"/>
                <a:gd fmla="*/ 1612 w 6677" name="connsiteX1"/>
                <a:gd fmla="*/ 6208 h 6647" name="connsiteY1"/>
                <a:gd fmla="*/ 526 w 6677" name="connsiteX2"/>
                <a:gd fmla="*/ 1483 h 6647" name="connsiteY2"/>
                <a:gd fmla="*/ 755 w 6677" name="connsiteX3"/>
                <a:gd fmla="*/ 1159 h 6647" name="connsiteY3"/>
                <a:gd fmla="*/ 5594 w 6677" name="connsiteX4"/>
                <a:gd fmla="*/ 854 h 6647" name="connsiteY4"/>
                <a:gd fmla="*/ 5899 w 6677" name="connsiteX5"/>
                <a:gd fmla="*/ 1159 h 6647" name="connsiteY5"/>
                <a:gd fmla="*/ 5899 w 6677" name="connsiteX6"/>
                <a:gd fmla="*/ 5446 h 6647" name="connsiteY6"/>
                <a:gd fmla="*/ 5899 w 6677" name="connsiteX7"/>
                <a:gd fmla="*/ 5446 h 6647" name="connsiteY7"/>
                <a:gd fmla="*/ 5489 w 6677" name="connsiteX8"/>
                <a:gd fmla="*/ 2236 h 6647" name="connsiteY8"/>
                <a:gd fmla="*/ 5137 w 6677" name="connsiteX9"/>
                <a:gd fmla="*/ 2017 h 6647" name="connsiteY9"/>
                <a:gd fmla="*/ 2184 w 6677" name="connsiteX10"/>
                <a:gd fmla="*/ 3340 h 6647" name="connsiteY10"/>
                <a:gd fmla="*/ 2374 w 6677" name="connsiteX11"/>
                <a:gd fmla="*/ 5350 h 6647" name="connsiteY11"/>
                <a:gd fmla="*/ 5584 w 6677" name="connsiteX12"/>
                <a:gd fmla="*/ 5741 h 6647" name="connsiteY12"/>
                <a:gd fmla="*/ 5899 w 6677" name="connsiteX13"/>
                <a:gd fmla="*/ 5446 h 6647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47" w="6677">
                  <a:moveTo>
                    <a:pt x="5899" y="5446"/>
                  </a:moveTo>
                  <a:cubicBezTo>
                    <a:pt x="4832" y="6693"/>
                    <a:pt x="3041" y="7008"/>
                    <a:pt x="1612" y="6208"/>
                  </a:cubicBezTo>
                  <a:cubicBezTo>
                    <a:pt x="3" y="5198"/>
                    <a:pt x="-483" y="3083"/>
                    <a:pt x="526" y="1483"/>
                  </a:cubicBezTo>
                  <a:cubicBezTo>
                    <a:pt x="593" y="1369"/>
                    <a:pt x="669" y="1264"/>
                    <a:pt x="755" y="1159"/>
                  </a:cubicBezTo>
                  <a:cubicBezTo>
                    <a:pt x="2003" y="-260"/>
                    <a:pt x="4174" y="-393"/>
                    <a:pt x="5594" y="854"/>
                  </a:cubicBezTo>
                  <a:cubicBezTo>
                    <a:pt x="5699" y="950"/>
                    <a:pt x="5803" y="1055"/>
                    <a:pt x="5899" y="1159"/>
                  </a:cubicBezTo>
                  <a:cubicBezTo>
                    <a:pt x="6937" y="2397"/>
                    <a:pt x="6937" y="4207"/>
                    <a:pt x="5899" y="5446"/>
                  </a:cubicBezTo>
                  <a:close/>
                  <a:moveTo>
                    <a:pt x="5899" y="5446"/>
                  </a:moveTo>
                  <a:cubicBezTo>
                    <a:pt x="6670" y="4445"/>
                    <a:pt x="6489" y="3007"/>
                    <a:pt x="5489" y="2236"/>
                  </a:cubicBezTo>
                  <a:cubicBezTo>
                    <a:pt x="5375" y="2150"/>
                    <a:pt x="5260" y="2083"/>
                    <a:pt x="5137" y="2017"/>
                  </a:cubicBezTo>
                  <a:cubicBezTo>
                    <a:pt x="3956" y="1569"/>
                    <a:pt x="2632" y="2159"/>
                    <a:pt x="2184" y="3340"/>
                  </a:cubicBezTo>
                  <a:cubicBezTo>
                    <a:pt x="1936" y="3998"/>
                    <a:pt x="2003" y="4741"/>
                    <a:pt x="2374" y="5350"/>
                  </a:cubicBezTo>
                  <a:cubicBezTo>
                    <a:pt x="3155" y="6341"/>
                    <a:pt x="4584" y="6522"/>
                    <a:pt x="5584" y="5741"/>
                  </a:cubicBezTo>
                  <a:cubicBezTo>
                    <a:pt x="5699" y="5655"/>
                    <a:pt x="5803" y="5550"/>
                    <a:pt x="5899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d55c50f8-6694-400b-a70b-dc183edba1a2" id="258" name="任意多边形: 形状 257">
              <a:extLst>
                <a:ext uri="{FF2B5EF4-FFF2-40B4-BE49-F238E27FC236}">
                  <a16:creationId id="{64BCBFEA-5ED0-43AD-9656-C00A367A564D}"/>
                </a:ext>
              </a:extLst>
            </p:cNvPr>
            <p:cNvSpPr/>
            <p:nvPr/>
          </p:nvSpPr>
          <p:spPr>
            <a:xfrm rot="21190573" flipV="false" flipH="false">
              <a:off x="6398222" y="3067117"/>
              <a:ext cx="7402" cy="7403"/>
            </a:xfrm>
            <a:custGeom>
              <a:avLst/>
              <a:gdLst>
                <a:gd fmla="*/ 6049 w 6876" name="connsiteX0"/>
                <a:gd fmla="*/ 5621 h 6877" name="connsiteY0"/>
                <a:gd fmla="*/ 1858 w 6876" name="connsiteX1"/>
                <a:gd fmla="*/ 6478 h 6877" name="connsiteY1"/>
                <a:gd fmla="*/ 382 w 6876" name="connsiteX2"/>
                <a:gd fmla="*/ 1858 h 6877" name="connsiteY2"/>
                <a:gd fmla="*/ 5002 w 6876" name="connsiteX3"/>
                <a:gd fmla="*/ 382 h 6877" name="connsiteY3"/>
                <a:gd fmla="*/ 6144 w 6876" name="connsiteX4"/>
                <a:gd fmla="*/ 1334 h 6877" name="connsiteY4"/>
                <a:gd fmla="*/ 6049 w 6876" name="connsiteX5"/>
                <a:gd fmla="*/ 5621 h 6877" name="connsiteY5"/>
                <a:gd fmla="*/ 6049 w 6876" name="connsiteX6"/>
                <a:gd fmla="*/ 5621 h 6877" name="connsiteY6"/>
                <a:gd fmla="*/ 5754 w 6876" name="connsiteX7"/>
                <a:gd fmla="*/ 2535 h 6877" name="connsiteY7"/>
                <a:gd fmla="*/ 5383 w 6876" name="connsiteX8"/>
                <a:gd fmla="*/ 2287 h 6877" name="connsiteY8"/>
                <a:gd fmla="*/ 2811 w 6876" name="connsiteX9"/>
                <a:gd fmla="*/ 2954 h 6877" name="connsiteY9"/>
                <a:gd fmla="*/ 2811 w 6876" name="connsiteX10"/>
                <a:gd fmla="*/ 5526 h 6877" name="connsiteY10"/>
                <a:gd fmla="*/ 5897 w 6876" name="connsiteX11"/>
                <a:gd fmla="*/ 5764 h 6877" name="connsiteY11"/>
                <a:gd fmla="*/ 6049 w 6876" name="connsiteX12"/>
                <a:gd fmla="*/ 5621 h 6877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877" w="6876">
                  <a:moveTo>
                    <a:pt x="6049" y="5621"/>
                  </a:moveTo>
                  <a:cubicBezTo>
                    <a:pt x="5040" y="6887"/>
                    <a:pt x="3277" y="7240"/>
                    <a:pt x="1858" y="6478"/>
                  </a:cubicBezTo>
                  <a:cubicBezTo>
                    <a:pt x="172" y="5611"/>
                    <a:pt x="-485" y="3544"/>
                    <a:pt x="382" y="1858"/>
                  </a:cubicBezTo>
                  <a:cubicBezTo>
                    <a:pt x="1249" y="172"/>
                    <a:pt x="3325" y="-485"/>
                    <a:pt x="5002" y="382"/>
                  </a:cubicBezTo>
                  <a:cubicBezTo>
                    <a:pt x="5449" y="611"/>
                    <a:pt x="5840" y="934"/>
                    <a:pt x="6144" y="1334"/>
                  </a:cubicBezTo>
                  <a:cubicBezTo>
                    <a:pt x="7154" y="2601"/>
                    <a:pt x="7116" y="4402"/>
                    <a:pt x="6049" y="5621"/>
                  </a:cubicBezTo>
                  <a:close/>
                  <a:moveTo>
                    <a:pt x="6049" y="5621"/>
                  </a:moveTo>
                  <a:cubicBezTo>
                    <a:pt x="6821" y="4687"/>
                    <a:pt x="6687" y="3306"/>
                    <a:pt x="5754" y="2535"/>
                  </a:cubicBezTo>
                  <a:cubicBezTo>
                    <a:pt x="5640" y="2439"/>
                    <a:pt x="5516" y="2354"/>
                    <a:pt x="5383" y="2287"/>
                  </a:cubicBezTo>
                  <a:cubicBezTo>
                    <a:pt x="4478" y="1830"/>
                    <a:pt x="3373" y="2116"/>
                    <a:pt x="2811" y="2954"/>
                  </a:cubicBezTo>
                  <a:cubicBezTo>
                    <a:pt x="2182" y="3697"/>
                    <a:pt x="2182" y="4783"/>
                    <a:pt x="2811" y="5526"/>
                  </a:cubicBezTo>
                  <a:cubicBezTo>
                    <a:pt x="3601" y="6440"/>
                    <a:pt x="4983" y="6554"/>
                    <a:pt x="5897" y="5764"/>
                  </a:cubicBezTo>
                  <a:cubicBezTo>
                    <a:pt x="5954" y="5716"/>
                    <a:pt x="6002" y="5668"/>
                    <a:pt x="6049" y="5621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a39f9d5b-766c-468a-9a70-de6d5927956b" id="259" name="任意多边形: 形状 258">
              <a:extLst>
                <a:ext uri="{FF2B5EF4-FFF2-40B4-BE49-F238E27FC236}">
                  <a16:creationId id="{70F8509B-F87C-4E1D-B949-74AE714F59B3}"/>
                </a:ext>
              </a:extLst>
            </p:cNvPr>
            <p:cNvSpPr/>
            <p:nvPr/>
          </p:nvSpPr>
          <p:spPr>
            <a:xfrm rot="21190573" flipV="false" flipH="false">
              <a:off x="6152477" y="3085852"/>
              <a:ext cx="7173" cy="7174"/>
            </a:xfrm>
            <a:custGeom>
              <a:avLst/>
              <a:gdLst>
                <a:gd fmla="*/ 5885 w 6663" name="connsiteX0"/>
                <a:gd fmla="*/ 5475 h 6664" name="connsiteY0"/>
                <a:gd fmla="*/ 1189 w 6663" name="connsiteX1"/>
                <a:gd fmla="*/ 5885 h 6664" name="connsiteY1"/>
                <a:gd fmla="*/ 779 w 6663" name="connsiteX2"/>
                <a:gd fmla="*/ 1189 h 6664" name="connsiteY2"/>
                <a:gd fmla="*/ 5475 w 6663" name="connsiteX3"/>
                <a:gd fmla="*/ 779 h 6664" name="connsiteY3"/>
                <a:gd fmla="*/ 5885 w 6663" name="connsiteX4"/>
                <a:gd fmla="*/ 1189 h 6664" name="connsiteY4"/>
                <a:gd fmla="*/ 5885 w 6663" name="connsiteX5"/>
                <a:gd fmla="*/ 5475 h 6664" name="connsiteY5"/>
                <a:gd fmla="*/ 5885 w 6663" name="connsiteX6"/>
                <a:gd fmla="*/ 5475 h 6664" name="connsiteY6"/>
                <a:gd fmla="*/ 5532 w 6663" name="connsiteX7"/>
                <a:gd fmla="*/ 2399 h 6664" name="connsiteY7"/>
                <a:gd fmla="*/ 5123 w 6663" name="connsiteX8"/>
                <a:gd fmla="*/ 2141 h 6664" name="connsiteY8"/>
                <a:gd fmla="*/ 2551 w 6663" name="connsiteX9"/>
                <a:gd fmla="*/ 2713 h 6664" name="connsiteY9"/>
                <a:gd fmla="*/ 2551 w 6663" name="connsiteX10"/>
                <a:gd fmla="*/ 5380 h 6664" name="connsiteY10"/>
                <a:gd fmla="*/ 5780 w 6663" name="connsiteX11"/>
                <a:gd fmla="*/ 5580 h 6664" name="connsiteY11"/>
                <a:gd fmla="*/ 5885 w 6663" name="connsiteX12"/>
                <a:gd fmla="*/ 5475 h 6664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664" w="6663">
                  <a:moveTo>
                    <a:pt x="5885" y="5475"/>
                  </a:moveTo>
                  <a:cubicBezTo>
                    <a:pt x="4704" y="6885"/>
                    <a:pt x="2599" y="7066"/>
                    <a:pt x="1189" y="5885"/>
                  </a:cubicBezTo>
                  <a:cubicBezTo>
                    <a:pt x="-221" y="4704"/>
                    <a:pt x="-402" y="2599"/>
                    <a:pt x="779" y="1189"/>
                  </a:cubicBezTo>
                  <a:cubicBezTo>
                    <a:pt x="1960" y="-221"/>
                    <a:pt x="4066" y="-402"/>
                    <a:pt x="5475" y="779"/>
                  </a:cubicBezTo>
                  <a:cubicBezTo>
                    <a:pt x="5628" y="903"/>
                    <a:pt x="5761" y="1037"/>
                    <a:pt x="5885" y="1189"/>
                  </a:cubicBezTo>
                  <a:cubicBezTo>
                    <a:pt x="6923" y="2427"/>
                    <a:pt x="6923" y="4237"/>
                    <a:pt x="5885" y="5475"/>
                  </a:cubicBezTo>
                  <a:close/>
                  <a:moveTo>
                    <a:pt x="5885" y="5475"/>
                  </a:moveTo>
                  <a:cubicBezTo>
                    <a:pt x="6637" y="4523"/>
                    <a:pt x="6475" y="3151"/>
                    <a:pt x="5532" y="2399"/>
                  </a:cubicBezTo>
                  <a:cubicBezTo>
                    <a:pt x="5408" y="2294"/>
                    <a:pt x="5266" y="2208"/>
                    <a:pt x="5123" y="2141"/>
                  </a:cubicBezTo>
                  <a:cubicBezTo>
                    <a:pt x="4237" y="1703"/>
                    <a:pt x="3170" y="1941"/>
                    <a:pt x="2551" y="2713"/>
                  </a:cubicBezTo>
                  <a:cubicBezTo>
                    <a:pt x="1951" y="3503"/>
                    <a:pt x="1951" y="4589"/>
                    <a:pt x="2551" y="5380"/>
                  </a:cubicBezTo>
                  <a:cubicBezTo>
                    <a:pt x="3389" y="6323"/>
                    <a:pt x="4837" y="6409"/>
                    <a:pt x="5780" y="5580"/>
                  </a:cubicBezTo>
                  <a:cubicBezTo>
                    <a:pt x="5818" y="5542"/>
                    <a:pt x="5846" y="5513"/>
                    <a:pt x="5885" y="547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3d3db93c-90c3-46c0-a3e3-6979377547d2" id="260" name="任意多边形: 形状 259">
              <a:extLst>
                <a:ext uri="{FF2B5EF4-FFF2-40B4-BE49-F238E27FC236}">
                  <a16:creationId id="{00F16A5A-03A5-4091-9615-13013BB7C07A}"/>
                </a:ext>
              </a:extLst>
            </p:cNvPr>
            <p:cNvSpPr/>
            <p:nvPr/>
          </p:nvSpPr>
          <p:spPr>
            <a:xfrm rot="21190573" flipV="false" flipH="false">
              <a:off x="6179493" y="3103804"/>
              <a:ext cx="7468" cy="7459"/>
            </a:xfrm>
            <a:custGeom>
              <a:avLst/>
              <a:gdLst>
                <a:gd fmla="*/ 6110 w 6937" name="connsiteX0"/>
                <a:gd fmla="*/ 5445 h 6929" name="connsiteY0"/>
                <a:gd fmla="*/ 1490 w 6937" name="connsiteX1"/>
                <a:gd fmla="*/ 6369 h 6929" name="connsiteY1"/>
                <a:gd fmla="*/ 557 w 6937" name="connsiteX2"/>
                <a:gd fmla="*/ 1750 h 6929" name="connsiteY2"/>
                <a:gd fmla="*/ 1062 w 6937" name="connsiteX3"/>
                <a:gd fmla="*/ 1159 h 6929" name="connsiteY3"/>
                <a:gd fmla="*/ 5901 w 6937" name="connsiteX4"/>
                <a:gd fmla="*/ 854 h 6929" name="connsiteY4"/>
                <a:gd fmla="*/ 6205 w 6937" name="connsiteX5"/>
                <a:gd fmla="*/ 1159 h 6929" name="connsiteY5"/>
                <a:gd fmla="*/ 6110 w 6937" name="connsiteX6"/>
                <a:gd fmla="*/ 5445 h 6929" name="connsiteY6"/>
                <a:gd fmla="*/ 6110 w 6937" name="connsiteX7"/>
                <a:gd fmla="*/ 5445 h 6929" name="connsiteY7"/>
                <a:gd fmla="*/ 5757 w 6937" name="connsiteX8"/>
                <a:gd fmla="*/ 2236 h 6929" name="connsiteY8"/>
                <a:gd fmla="*/ 5443 w 6937" name="connsiteX9"/>
                <a:gd fmla="*/ 2016 h 6929" name="connsiteY9"/>
                <a:gd fmla="*/ 2872 w 6937" name="connsiteX10"/>
                <a:gd fmla="*/ 2683 h 6929" name="connsiteY10"/>
                <a:gd fmla="*/ 2872 w 6937" name="connsiteX11"/>
                <a:gd fmla="*/ 5255 h 6929" name="connsiteY11"/>
                <a:gd fmla="*/ 5796 w 6937" name="connsiteX12"/>
                <a:gd fmla="*/ 5722 h 6929" name="connsiteY12"/>
                <a:gd fmla="*/ 6110 w 6937" name="connsiteX13"/>
                <a:gd fmla="*/ 5445 h 6929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929" w="6937">
                  <a:moveTo>
                    <a:pt x="6110" y="5445"/>
                  </a:moveTo>
                  <a:cubicBezTo>
                    <a:pt x="5091" y="6979"/>
                    <a:pt x="3024" y="7389"/>
                    <a:pt x="1490" y="6369"/>
                  </a:cubicBezTo>
                  <a:cubicBezTo>
                    <a:pt x="-43" y="5350"/>
                    <a:pt x="-462" y="3283"/>
                    <a:pt x="557" y="1750"/>
                  </a:cubicBezTo>
                  <a:cubicBezTo>
                    <a:pt x="709" y="1531"/>
                    <a:pt x="871" y="1340"/>
                    <a:pt x="1062" y="1159"/>
                  </a:cubicBezTo>
                  <a:cubicBezTo>
                    <a:pt x="2319" y="-260"/>
                    <a:pt x="4481" y="-393"/>
                    <a:pt x="5901" y="854"/>
                  </a:cubicBezTo>
                  <a:cubicBezTo>
                    <a:pt x="6005" y="950"/>
                    <a:pt x="6110" y="1054"/>
                    <a:pt x="6205" y="1159"/>
                  </a:cubicBezTo>
                  <a:cubicBezTo>
                    <a:pt x="7215" y="2426"/>
                    <a:pt x="7177" y="4226"/>
                    <a:pt x="6110" y="5445"/>
                  </a:cubicBezTo>
                  <a:close/>
                  <a:moveTo>
                    <a:pt x="6110" y="5445"/>
                  </a:moveTo>
                  <a:cubicBezTo>
                    <a:pt x="6901" y="4464"/>
                    <a:pt x="6748" y="3026"/>
                    <a:pt x="5757" y="2236"/>
                  </a:cubicBezTo>
                  <a:cubicBezTo>
                    <a:pt x="5662" y="2150"/>
                    <a:pt x="5558" y="2083"/>
                    <a:pt x="5443" y="2016"/>
                  </a:cubicBezTo>
                  <a:cubicBezTo>
                    <a:pt x="4538" y="1636"/>
                    <a:pt x="3481" y="1912"/>
                    <a:pt x="2872" y="2683"/>
                  </a:cubicBezTo>
                  <a:cubicBezTo>
                    <a:pt x="2243" y="3426"/>
                    <a:pt x="2243" y="4512"/>
                    <a:pt x="2872" y="5255"/>
                  </a:cubicBezTo>
                  <a:cubicBezTo>
                    <a:pt x="3548" y="6188"/>
                    <a:pt x="4862" y="6398"/>
                    <a:pt x="5796" y="5722"/>
                  </a:cubicBezTo>
                  <a:cubicBezTo>
                    <a:pt x="5910" y="5645"/>
                    <a:pt x="6015" y="5550"/>
                    <a:pt x="6110" y="544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21661617-f6cb-47a7-bd72-29cfc0acf4cb" id="261" name="任意多边形: 形状 260">
              <a:extLst>
                <a:ext uri="{FF2B5EF4-FFF2-40B4-BE49-F238E27FC236}">
                  <a16:creationId id="{250C5940-B039-4366-8156-27363FB0C00B}"/>
                </a:ext>
              </a:extLst>
            </p:cNvPr>
            <p:cNvSpPr/>
            <p:nvPr/>
          </p:nvSpPr>
          <p:spPr>
            <a:xfrm rot="21190573" flipV="false" flipH="false">
              <a:off x="6124929" y="3068099"/>
              <a:ext cx="7436" cy="7459"/>
            </a:xfrm>
            <a:custGeom>
              <a:avLst/>
              <a:gdLst>
                <a:gd fmla="*/ 6110 w 6908" name="connsiteX0"/>
                <a:gd fmla="*/ 5446 h 6929" name="connsiteY0"/>
                <a:gd fmla="*/ 1490 w 6908" name="connsiteX1"/>
                <a:gd fmla="*/ 6369 h 6929" name="connsiteY1"/>
                <a:gd fmla="*/ 557 w 6908" name="connsiteX2"/>
                <a:gd fmla="*/ 1750 h 6929" name="connsiteY2"/>
                <a:gd fmla="*/ 1062 w 6908" name="connsiteX3"/>
                <a:gd fmla="*/ 1159 h 6929" name="connsiteY3"/>
                <a:gd fmla="*/ 5901 w 6908" name="connsiteX4"/>
                <a:gd fmla="*/ 855 h 6929" name="connsiteY4"/>
                <a:gd fmla="*/ 6205 w 6908" name="connsiteX5"/>
                <a:gd fmla="*/ 1159 h 6929" name="connsiteY5"/>
                <a:gd fmla="*/ 6110 w 6908" name="connsiteX6"/>
                <a:gd fmla="*/ 5446 h 6929" name="connsiteY6"/>
                <a:gd fmla="*/ 6110 w 6908" name="connsiteX7"/>
                <a:gd fmla="*/ 5446 h 6929" name="connsiteY7"/>
                <a:gd fmla="*/ 5758 w 6908" name="connsiteX8"/>
                <a:gd fmla="*/ 2236 h 6929" name="connsiteY8"/>
                <a:gd fmla="*/ 5443 w 6908" name="connsiteX9"/>
                <a:gd fmla="*/ 2017 h 6929" name="connsiteY9"/>
                <a:gd fmla="*/ 2871 w 6908" name="connsiteX10"/>
                <a:gd fmla="*/ 2683 h 6929" name="connsiteY10"/>
                <a:gd fmla="*/ 2871 w 6908" name="connsiteX11"/>
                <a:gd fmla="*/ 5255 h 6929" name="connsiteY11"/>
                <a:gd fmla="*/ 5948 w 6908" name="connsiteX12"/>
                <a:gd fmla="*/ 5588 h 6929" name="connsiteY12"/>
                <a:gd fmla="*/ 6110 w 6908" name="connsiteX13"/>
                <a:gd fmla="*/ 5446 h 6929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929" w="6908">
                  <a:moveTo>
                    <a:pt x="6110" y="5446"/>
                  </a:moveTo>
                  <a:cubicBezTo>
                    <a:pt x="5091" y="6979"/>
                    <a:pt x="3024" y="7389"/>
                    <a:pt x="1490" y="6369"/>
                  </a:cubicBezTo>
                  <a:cubicBezTo>
                    <a:pt x="-43" y="5350"/>
                    <a:pt x="-462" y="3283"/>
                    <a:pt x="557" y="1750"/>
                  </a:cubicBezTo>
                  <a:cubicBezTo>
                    <a:pt x="709" y="1531"/>
                    <a:pt x="871" y="1340"/>
                    <a:pt x="1062" y="1159"/>
                  </a:cubicBezTo>
                  <a:cubicBezTo>
                    <a:pt x="2319" y="-260"/>
                    <a:pt x="4481" y="-393"/>
                    <a:pt x="5901" y="855"/>
                  </a:cubicBezTo>
                  <a:cubicBezTo>
                    <a:pt x="6005" y="950"/>
                    <a:pt x="6110" y="1055"/>
                    <a:pt x="6205" y="1159"/>
                  </a:cubicBezTo>
                  <a:cubicBezTo>
                    <a:pt x="7177" y="2436"/>
                    <a:pt x="7139" y="4217"/>
                    <a:pt x="6110" y="5446"/>
                  </a:cubicBezTo>
                  <a:close/>
                  <a:moveTo>
                    <a:pt x="6110" y="5446"/>
                  </a:moveTo>
                  <a:cubicBezTo>
                    <a:pt x="6901" y="4464"/>
                    <a:pt x="6748" y="3026"/>
                    <a:pt x="5758" y="2236"/>
                  </a:cubicBezTo>
                  <a:cubicBezTo>
                    <a:pt x="5663" y="2150"/>
                    <a:pt x="5558" y="2083"/>
                    <a:pt x="5443" y="2017"/>
                  </a:cubicBezTo>
                  <a:cubicBezTo>
                    <a:pt x="4538" y="1559"/>
                    <a:pt x="3434" y="1845"/>
                    <a:pt x="2871" y="2683"/>
                  </a:cubicBezTo>
                  <a:cubicBezTo>
                    <a:pt x="2243" y="3426"/>
                    <a:pt x="2243" y="4512"/>
                    <a:pt x="2871" y="5255"/>
                  </a:cubicBezTo>
                  <a:cubicBezTo>
                    <a:pt x="3634" y="6198"/>
                    <a:pt x="5015" y="6341"/>
                    <a:pt x="5948" y="5588"/>
                  </a:cubicBezTo>
                  <a:cubicBezTo>
                    <a:pt x="6005" y="5541"/>
                    <a:pt x="6062" y="5493"/>
                    <a:pt x="611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71c4abd9-f8dd-4be3-8791-01d0b2ad73b9" id="262" name="任意多边形: 形状 261">
              <a:extLst>
                <a:ext uri="{FF2B5EF4-FFF2-40B4-BE49-F238E27FC236}">
                  <a16:creationId id="{1865B137-5BC1-42E1-B2C5-77E5DC6DE206}"/>
                </a:ext>
              </a:extLst>
            </p:cNvPr>
            <p:cNvSpPr/>
            <p:nvPr/>
          </p:nvSpPr>
          <p:spPr>
            <a:xfrm rot="21190573" flipV="false" flipH="false">
              <a:off x="6207074" y="3121699"/>
              <a:ext cx="7049" cy="7112"/>
            </a:xfrm>
            <a:custGeom>
              <a:avLst/>
              <a:gdLst>
                <a:gd fmla="*/ 5770 w 6548" name="connsiteX0"/>
                <a:gd fmla="*/ 5348 h 6607" name="connsiteY0"/>
                <a:gd fmla="*/ 1484 w 6548" name="connsiteX1"/>
                <a:gd fmla="*/ 6110 h 6607" name="connsiteY1"/>
                <a:gd fmla="*/ 560 w 6548" name="connsiteX2"/>
                <a:gd fmla="*/ 1490 h 6607" name="connsiteY2"/>
                <a:gd fmla="*/ 5179 w 6548" name="connsiteX3"/>
                <a:gd fmla="*/ 557 h 6607" name="connsiteY3"/>
                <a:gd fmla="*/ 5770 w 6548" name="connsiteX4"/>
                <a:gd fmla="*/ 1062 h 6607" name="connsiteY4"/>
                <a:gd fmla="*/ 5770 w 6548" name="connsiteX5"/>
                <a:gd fmla="*/ 5348 h 6607" name="connsiteY5"/>
                <a:gd fmla="*/ 5770 w 6548" name="connsiteX6"/>
                <a:gd fmla="*/ 5348 h 6607" name="connsiteY6"/>
                <a:gd fmla="*/ 5418 w 6548" name="connsiteX7"/>
                <a:gd fmla="*/ 2271 h 6607" name="connsiteY7"/>
                <a:gd fmla="*/ 5008 w 6548" name="connsiteX8"/>
                <a:gd fmla="*/ 2014 h 6607" name="connsiteY8"/>
                <a:gd fmla="*/ 2436 w 6548" name="connsiteX9"/>
                <a:gd fmla="*/ 2586 h 6607" name="connsiteY9"/>
                <a:gd fmla="*/ 2436 w 6548" name="connsiteX10"/>
                <a:gd fmla="*/ 5253 h 6607" name="connsiteY10"/>
                <a:gd fmla="*/ 5665 w 6548" name="connsiteX11"/>
                <a:gd fmla="*/ 5453 h 6607" name="connsiteY11"/>
                <a:gd fmla="*/ 5770 w 6548" name="connsiteX12"/>
                <a:gd fmla="*/ 5348 h 6607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607" w="6548">
                  <a:moveTo>
                    <a:pt x="5770" y="5348"/>
                  </a:moveTo>
                  <a:cubicBezTo>
                    <a:pt x="4751" y="6672"/>
                    <a:pt x="2893" y="6996"/>
                    <a:pt x="1484" y="6110"/>
                  </a:cubicBezTo>
                  <a:cubicBezTo>
                    <a:pt x="-50" y="5091"/>
                    <a:pt x="-459" y="3024"/>
                    <a:pt x="560" y="1490"/>
                  </a:cubicBezTo>
                  <a:cubicBezTo>
                    <a:pt x="1579" y="-43"/>
                    <a:pt x="3646" y="-462"/>
                    <a:pt x="5179" y="557"/>
                  </a:cubicBezTo>
                  <a:cubicBezTo>
                    <a:pt x="5399" y="700"/>
                    <a:pt x="5589" y="871"/>
                    <a:pt x="5770" y="1062"/>
                  </a:cubicBezTo>
                  <a:cubicBezTo>
                    <a:pt x="6808" y="2300"/>
                    <a:pt x="6808" y="4110"/>
                    <a:pt x="5770" y="5348"/>
                  </a:cubicBezTo>
                  <a:close/>
                  <a:moveTo>
                    <a:pt x="5770" y="5348"/>
                  </a:moveTo>
                  <a:cubicBezTo>
                    <a:pt x="6523" y="4405"/>
                    <a:pt x="6361" y="3024"/>
                    <a:pt x="5418" y="2271"/>
                  </a:cubicBezTo>
                  <a:cubicBezTo>
                    <a:pt x="5294" y="2167"/>
                    <a:pt x="5151" y="2081"/>
                    <a:pt x="5008" y="2014"/>
                  </a:cubicBezTo>
                  <a:cubicBezTo>
                    <a:pt x="4122" y="1614"/>
                    <a:pt x="3075" y="1843"/>
                    <a:pt x="2436" y="2586"/>
                  </a:cubicBezTo>
                  <a:cubicBezTo>
                    <a:pt x="1865" y="3386"/>
                    <a:pt x="1865" y="4453"/>
                    <a:pt x="2436" y="5253"/>
                  </a:cubicBezTo>
                  <a:cubicBezTo>
                    <a:pt x="3275" y="6196"/>
                    <a:pt x="4722" y="6281"/>
                    <a:pt x="5665" y="5453"/>
                  </a:cubicBezTo>
                  <a:cubicBezTo>
                    <a:pt x="5703" y="5415"/>
                    <a:pt x="5732" y="5386"/>
                    <a:pt x="5770" y="534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ff773542-10d3-407b-9a12-c566940b7a86" id="263" name="任意多边形: 形状 262">
              <a:extLst>
                <a:ext uri="{FF2B5EF4-FFF2-40B4-BE49-F238E27FC236}">
                  <a16:creationId id="{7EED18EB-FCDA-4BBC-8C1E-FCEA98A00BD0}"/>
                </a:ext>
              </a:extLst>
            </p:cNvPr>
            <p:cNvSpPr/>
            <p:nvPr/>
          </p:nvSpPr>
          <p:spPr>
            <a:xfrm rot="21190573" flipV="false" flipH="false">
              <a:off x="6234513" y="3139587"/>
              <a:ext cx="7034" cy="7069"/>
            </a:xfrm>
            <a:custGeom>
              <a:avLst/>
              <a:gdLst>
                <a:gd fmla="*/ 5675 w 6534" name="connsiteX0"/>
                <a:gd fmla="*/ 5348 h 6567" name="connsiteY0"/>
                <a:gd fmla="*/ 1484 w 6534" name="connsiteX1"/>
                <a:gd fmla="*/ 6110 h 6567" name="connsiteY1"/>
                <a:gd fmla="*/ 560 w 6534" name="connsiteX2"/>
                <a:gd fmla="*/ 1490 h 6567" name="connsiteY2"/>
                <a:gd fmla="*/ 5180 w 6534" name="connsiteX3"/>
                <a:gd fmla="*/ 557 h 6567" name="connsiteY3"/>
                <a:gd fmla="*/ 5770 w 6534" name="connsiteX4"/>
                <a:gd fmla="*/ 1062 h 6567" name="connsiteY4"/>
                <a:gd fmla="*/ 5675 w 6534" name="connsiteX5"/>
                <a:gd fmla="*/ 5348 h 6567" name="connsiteY5"/>
                <a:gd fmla="*/ 5675 w 6534" name="connsiteX6"/>
                <a:gd fmla="*/ 5348 h 6567" name="connsiteY6"/>
                <a:gd fmla="*/ 5323 w 6534" name="connsiteX7"/>
                <a:gd fmla="*/ 2138 h 6567" name="connsiteY7"/>
                <a:gd fmla="*/ 5008 w 6534" name="connsiteX8"/>
                <a:gd fmla="*/ 1919 h 6567" name="connsiteY8"/>
                <a:gd fmla="*/ 2436 w 6534" name="connsiteX9"/>
                <a:gd fmla="*/ 2586 h 6567" name="connsiteY9"/>
                <a:gd fmla="*/ 2436 w 6534" name="connsiteX10"/>
                <a:gd fmla="*/ 5158 h 6567" name="connsiteY10"/>
                <a:gd fmla="*/ 5361 w 6534" name="connsiteX11"/>
                <a:gd fmla="*/ 5624 h 6567" name="connsiteY11"/>
                <a:gd fmla="*/ 5675 w 6534" name="connsiteX12"/>
                <a:gd fmla="*/ 5348 h 6567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567" w="6534">
                  <a:moveTo>
                    <a:pt x="5675" y="5348"/>
                  </a:moveTo>
                  <a:cubicBezTo>
                    <a:pt x="4665" y="6615"/>
                    <a:pt x="2875" y="6939"/>
                    <a:pt x="1484" y="6110"/>
                  </a:cubicBezTo>
                  <a:cubicBezTo>
                    <a:pt x="-50" y="5091"/>
                    <a:pt x="-459" y="3024"/>
                    <a:pt x="560" y="1490"/>
                  </a:cubicBezTo>
                  <a:cubicBezTo>
                    <a:pt x="1579" y="-43"/>
                    <a:pt x="3646" y="-462"/>
                    <a:pt x="5180" y="557"/>
                  </a:cubicBezTo>
                  <a:cubicBezTo>
                    <a:pt x="5399" y="700"/>
                    <a:pt x="5589" y="871"/>
                    <a:pt x="5770" y="1062"/>
                  </a:cubicBezTo>
                  <a:cubicBezTo>
                    <a:pt x="6827" y="2310"/>
                    <a:pt x="6780" y="4148"/>
                    <a:pt x="5675" y="5348"/>
                  </a:cubicBezTo>
                  <a:close/>
                  <a:moveTo>
                    <a:pt x="5675" y="5348"/>
                  </a:moveTo>
                  <a:cubicBezTo>
                    <a:pt x="6466" y="4367"/>
                    <a:pt x="6313" y="2929"/>
                    <a:pt x="5323" y="2138"/>
                  </a:cubicBezTo>
                  <a:cubicBezTo>
                    <a:pt x="5227" y="2052"/>
                    <a:pt x="5122" y="1986"/>
                    <a:pt x="5008" y="1919"/>
                  </a:cubicBezTo>
                  <a:cubicBezTo>
                    <a:pt x="4103" y="1538"/>
                    <a:pt x="3046" y="1814"/>
                    <a:pt x="2436" y="2586"/>
                  </a:cubicBezTo>
                  <a:cubicBezTo>
                    <a:pt x="1808" y="3329"/>
                    <a:pt x="1808" y="4415"/>
                    <a:pt x="2436" y="5158"/>
                  </a:cubicBezTo>
                  <a:cubicBezTo>
                    <a:pt x="3113" y="6091"/>
                    <a:pt x="4427" y="6301"/>
                    <a:pt x="5361" y="5624"/>
                  </a:cubicBezTo>
                  <a:cubicBezTo>
                    <a:pt x="5475" y="5548"/>
                    <a:pt x="5580" y="5453"/>
                    <a:pt x="5675" y="534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e38cc80-1a72-4d17-bca2-5139e6a094cb" id="264" name="任意多边形: 形状 263">
              <a:extLst>
                <a:ext uri="{FF2B5EF4-FFF2-40B4-BE49-F238E27FC236}">
                  <a16:creationId id="{01537C89-EBB2-42A3-A38E-C4D8ADED65F3}"/>
                </a:ext>
              </a:extLst>
            </p:cNvPr>
            <p:cNvSpPr/>
            <p:nvPr/>
          </p:nvSpPr>
          <p:spPr>
            <a:xfrm rot="21190573" flipV="false" flipH="false">
              <a:off x="6261596" y="3157298"/>
              <a:ext cx="7189" cy="7225"/>
            </a:xfrm>
            <a:custGeom>
              <a:avLst/>
              <a:gdLst>
                <a:gd fmla="*/ 5900 w 6678" name="connsiteX0"/>
                <a:gd fmla="*/ 5446 h 6712" name="connsiteY0"/>
                <a:gd fmla="*/ 1613 w 6678" name="connsiteX1"/>
                <a:gd fmla="*/ 6303 h 6712" name="connsiteY1"/>
                <a:gd fmla="*/ 566 w 6678" name="connsiteX2"/>
                <a:gd fmla="*/ 1435 h 6712" name="connsiteY2"/>
                <a:gd fmla="*/ 756 w 6678" name="connsiteX3"/>
                <a:gd fmla="*/ 1159 h 6712" name="connsiteY3"/>
                <a:gd fmla="*/ 5595 w 6678" name="connsiteX4"/>
                <a:gd fmla="*/ 854 h 6712" name="connsiteY4"/>
                <a:gd fmla="*/ 5900 w 6678" name="connsiteX5"/>
                <a:gd fmla="*/ 1159 h 6712" name="connsiteY5"/>
                <a:gd fmla="*/ 5900 w 6678" name="connsiteX6"/>
                <a:gd fmla="*/ 5446 h 6712" name="connsiteY6"/>
                <a:gd fmla="*/ 5900 w 6678" name="connsiteX7"/>
                <a:gd fmla="*/ 5446 h 6712" name="connsiteY7"/>
                <a:gd fmla="*/ 5738 w 6678" name="connsiteX8"/>
                <a:gd fmla="*/ 2483 h 6712" name="connsiteY8"/>
                <a:gd fmla="*/ 5138 w 6678" name="connsiteX9"/>
                <a:gd fmla="*/ 2112 h 6712" name="connsiteY9"/>
                <a:gd fmla="*/ 2566 w 6678" name="connsiteX10"/>
                <a:gd fmla="*/ 2683 h 6712" name="connsiteY10"/>
                <a:gd fmla="*/ 2566 w 6678" name="connsiteX11"/>
                <a:gd fmla="*/ 5350 h 6712" name="connsiteY11"/>
                <a:gd fmla="*/ 5795 w 6678" name="connsiteX12"/>
                <a:gd fmla="*/ 5550 h 6712" name="connsiteY12"/>
                <a:gd fmla="*/ 5900 w 6678" name="connsiteX13"/>
                <a:gd fmla="*/ 5446 h 6712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12" w="6678">
                  <a:moveTo>
                    <a:pt x="5900" y="5446"/>
                  </a:moveTo>
                  <a:cubicBezTo>
                    <a:pt x="4861" y="6722"/>
                    <a:pt x="3061" y="7084"/>
                    <a:pt x="1613" y="6303"/>
                  </a:cubicBezTo>
                  <a:cubicBezTo>
                    <a:pt x="-25" y="5246"/>
                    <a:pt x="-491" y="3064"/>
                    <a:pt x="566" y="1435"/>
                  </a:cubicBezTo>
                  <a:cubicBezTo>
                    <a:pt x="623" y="1340"/>
                    <a:pt x="690" y="1245"/>
                    <a:pt x="756" y="1159"/>
                  </a:cubicBezTo>
                  <a:cubicBezTo>
                    <a:pt x="2004" y="-260"/>
                    <a:pt x="4176" y="-393"/>
                    <a:pt x="5595" y="854"/>
                  </a:cubicBezTo>
                  <a:cubicBezTo>
                    <a:pt x="5700" y="950"/>
                    <a:pt x="5804" y="1055"/>
                    <a:pt x="5900" y="1159"/>
                  </a:cubicBezTo>
                  <a:cubicBezTo>
                    <a:pt x="6938" y="2397"/>
                    <a:pt x="6938" y="4207"/>
                    <a:pt x="5900" y="5446"/>
                  </a:cubicBezTo>
                  <a:close/>
                  <a:moveTo>
                    <a:pt x="5900" y="5446"/>
                  </a:moveTo>
                  <a:cubicBezTo>
                    <a:pt x="6671" y="4579"/>
                    <a:pt x="6595" y="3255"/>
                    <a:pt x="5738" y="2483"/>
                  </a:cubicBezTo>
                  <a:cubicBezTo>
                    <a:pt x="5557" y="2331"/>
                    <a:pt x="5357" y="2197"/>
                    <a:pt x="5138" y="2112"/>
                  </a:cubicBezTo>
                  <a:cubicBezTo>
                    <a:pt x="4252" y="1712"/>
                    <a:pt x="3204" y="1940"/>
                    <a:pt x="2566" y="2683"/>
                  </a:cubicBezTo>
                  <a:cubicBezTo>
                    <a:pt x="2023" y="3493"/>
                    <a:pt x="2023" y="4541"/>
                    <a:pt x="2566" y="5350"/>
                  </a:cubicBezTo>
                  <a:cubicBezTo>
                    <a:pt x="3404" y="6293"/>
                    <a:pt x="4852" y="6379"/>
                    <a:pt x="5795" y="5550"/>
                  </a:cubicBezTo>
                  <a:cubicBezTo>
                    <a:pt x="5833" y="5512"/>
                    <a:pt x="5862" y="5484"/>
                    <a:pt x="590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c4562cb-70ed-4138-851b-a23acdfff2b0" id="265" name="任意多边形: 形状 264">
              <a:extLst>
                <a:ext uri="{FF2B5EF4-FFF2-40B4-BE49-F238E27FC236}">
                  <a16:creationId id="{749A7E73-0871-4225-B416-C9096F18D468}"/>
                </a:ext>
              </a:extLst>
            </p:cNvPr>
            <p:cNvSpPr/>
            <p:nvPr/>
          </p:nvSpPr>
          <p:spPr>
            <a:xfrm rot="21190573" flipV="false" flipH="false">
              <a:off x="6288935" y="3175196"/>
              <a:ext cx="7169" cy="7174"/>
            </a:xfrm>
            <a:custGeom>
              <a:avLst/>
              <a:gdLst>
                <a:gd fmla="*/ 5801 w 6660" name="connsiteX0"/>
                <a:gd fmla="*/ 5446 h 6664" name="connsiteY0"/>
                <a:gd fmla="*/ 1610 w 6660" name="connsiteX1"/>
                <a:gd fmla="*/ 6208 h 6664" name="connsiteY1"/>
                <a:gd fmla="*/ 524 w 6660" name="connsiteX2"/>
                <a:gd fmla="*/ 1483 h 6664" name="connsiteY2"/>
                <a:gd fmla="*/ 753 w 6660" name="connsiteX3"/>
                <a:gd fmla="*/ 1159 h 6664" name="connsiteY3"/>
                <a:gd fmla="*/ 5591 w 6660" name="connsiteX4"/>
                <a:gd fmla="*/ 854 h 6664" name="connsiteY4"/>
                <a:gd fmla="*/ 5896 w 6660" name="connsiteX5"/>
                <a:gd fmla="*/ 1159 h 6664" name="connsiteY5"/>
                <a:gd fmla="*/ 5801 w 6660" name="connsiteX6"/>
                <a:gd fmla="*/ 5446 h 6664" name="connsiteY6"/>
                <a:gd fmla="*/ 5801 w 6660" name="connsiteX7"/>
                <a:gd fmla="*/ 5446 h 6664" name="connsiteY7"/>
                <a:gd fmla="*/ 5449 w 6660" name="connsiteX8"/>
                <a:gd fmla="*/ 2236 h 6664" name="connsiteY8"/>
                <a:gd fmla="*/ 5134 w 6660" name="connsiteX9"/>
                <a:gd fmla="*/ 2017 h 6664" name="connsiteY9"/>
                <a:gd fmla="*/ 2563 w 6660" name="connsiteX10"/>
                <a:gd fmla="*/ 2683 h 6664" name="connsiteY10"/>
                <a:gd fmla="*/ 2563 w 6660" name="connsiteX11"/>
                <a:gd fmla="*/ 5350 h 6664" name="connsiteY11"/>
                <a:gd fmla="*/ 5649 w 6660" name="connsiteX12"/>
                <a:gd fmla="*/ 5588 h 6664" name="connsiteY12"/>
                <a:gd fmla="*/ 5801 w 6660" name="connsiteX13"/>
                <a:gd fmla="*/ 5446 h 6664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664" w="6660">
                  <a:moveTo>
                    <a:pt x="5801" y="5446"/>
                  </a:moveTo>
                  <a:cubicBezTo>
                    <a:pt x="4792" y="6712"/>
                    <a:pt x="3001" y="7036"/>
                    <a:pt x="1610" y="6208"/>
                  </a:cubicBezTo>
                  <a:cubicBezTo>
                    <a:pt x="10" y="5198"/>
                    <a:pt x="-485" y="3083"/>
                    <a:pt x="524" y="1483"/>
                  </a:cubicBezTo>
                  <a:cubicBezTo>
                    <a:pt x="591" y="1369"/>
                    <a:pt x="667" y="1264"/>
                    <a:pt x="753" y="1159"/>
                  </a:cubicBezTo>
                  <a:cubicBezTo>
                    <a:pt x="2001" y="-260"/>
                    <a:pt x="4172" y="-393"/>
                    <a:pt x="5591" y="854"/>
                  </a:cubicBezTo>
                  <a:cubicBezTo>
                    <a:pt x="5696" y="950"/>
                    <a:pt x="5801" y="1055"/>
                    <a:pt x="5896" y="1159"/>
                  </a:cubicBezTo>
                  <a:cubicBezTo>
                    <a:pt x="6954" y="2407"/>
                    <a:pt x="6906" y="4245"/>
                    <a:pt x="5801" y="5446"/>
                  </a:cubicBezTo>
                  <a:close/>
                  <a:moveTo>
                    <a:pt x="5801" y="5446"/>
                  </a:moveTo>
                  <a:cubicBezTo>
                    <a:pt x="6592" y="4464"/>
                    <a:pt x="6439" y="3026"/>
                    <a:pt x="5449" y="2236"/>
                  </a:cubicBezTo>
                  <a:cubicBezTo>
                    <a:pt x="5353" y="2150"/>
                    <a:pt x="5249" y="2083"/>
                    <a:pt x="5134" y="2017"/>
                  </a:cubicBezTo>
                  <a:cubicBezTo>
                    <a:pt x="4229" y="1635"/>
                    <a:pt x="3172" y="1912"/>
                    <a:pt x="2563" y="2683"/>
                  </a:cubicBezTo>
                  <a:cubicBezTo>
                    <a:pt x="1925" y="3455"/>
                    <a:pt x="1925" y="4579"/>
                    <a:pt x="2563" y="5350"/>
                  </a:cubicBezTo>
                  <a:cubicBezTo>
                    <a:pt x="3353" y="6265"/>
                    <a:pt x="4734" y="6379"/>
                    <a:pt x="5649" y="5588"/>
                  </a:cubicBezTo>
                  <a:cubicBezTo>
                    <a:pt x="5706" y="5541"/>
                    <a:pt x="5753" y="5493"/>
                    <a:pt x="5801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71c2d9fa-42c1-42e1-ae24-489db60c7e93" id="266" name="任意多边形: 形状 265">
              <a:extLst>
                <a:ext uri="{FF2B5EF4-FFF2-40B4-BE49-F238E27FC236}">
                  <a16:creationId id="{313574D9-F5B0-420A-8C32-12D2CD60ADEC}"/>
                </a:ext>
              </a:extLst>
            </p:cNvPr>
            <p:cNvSpPr/>
            <p:nvPr/>
          </p:nvSpPr>
          <p:spPr>
            <a:xfrm rot="21190573" flipV="false" flipH="false">
              <a:off x="6316194" y="3193003"/>
              <a:ext cx="7153" cy="7214"/>
            </a:xfrm>
            <a:custGeom>
              <a:avLst/>
              <a:gdLst>
                <a:gd fmla="*/ 5867 w 6645" name="connsiteX0"/>
                <a:gd fmla="*/ 5445 h 6701" name="connsiteY0"/>
                <a:gd fmla="*/ 1676 w 6645" name="connsiteX1"/>
                <a:gd fmla="*/ 6303 h 6701" name="connsiteY1"/>
                <a:gd fmla="*/ 523 w 6645" name="connsiteX2"/>
                <a:gd fmla="*/ 1454 h 6701" name="connsiteY2"/>
                <a:gd fmla="*/ 723 w 6645" name="connsiteX3"/>
                <a:gd fmla="*/ 1159 h 6701" name="connsiteY3"/>
                <a:gd fmla="*/ 5562 w 6645" name="connsiteX4"/>
                <a:gd fmla="*/ 854 h 6701" name="connsiteY4"/>
                <a:gd fmla="*/ 5867 w 6645" name="connsiteX5"/>
                <a:gd fmla="*/ 1159 h 6701" name="connsiteY5"/>
                <a:gd fmla="*/ 5867 w 6645" name="connsiteX6"/>
                <a:gd fmla="*/ 5445 h 6701" name="connsiteY6"/>
                <a:gd fmla="*/ 5867 w 6645" name="connsiteX7"/>
                <a:gd fmla="*/ 5445 h 6701" name="connsiteY7"/>
                <a:gd fmla="*/ 5705 w 6645" name="connsiteX8"/>
                <a:gd fmla="*/ 2483 h 6701" name="connsiteY8"/>
                <a:gd fmla="*/ 5105 w 6645" name="connsiteX9"/>
                <a:gd fmla="*/ 2112 h 6701" name="connsiteY9"/>
                <a:gd fmla="*/ 2628 w 6645" name="connsiteX10"/>
                <a:gd fmla="*/ 2778 h 6701" name="connsiteY10"/>
                <a:gd fmla="*/ 2628 w 6645" name="connsiteX11"/>
                <a:gd fmla="*/ 5350 h 6701" name="connsiteY11"/>
                <a:gd fmla="*/ 5715 w 6645" name="connsiteX12"/>
                <a:gd fmla="*/ 5588 h 6701" name="connsiteY12"/>
                <a:gd fmla="*/ 5867 w 6645" name="connsiteX13"/>
                <a:gd fmla="*/ 5445 h 6701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01" w="6645">
                  <a:moveTo>
                    <a:pt x="5867" y="5445"/>
                  </a:moveTo>
                  <a:cubicBezTo>
                    <a:pt x="4857" y="6712"/>
                    <a:pt x="3095" y="7065"/>
                    <a:pt x="1676" y="6303"/>
                  </a:cubicBezTo>
                  <a:cubicBezTo>
                    <a:pt x="18" y="5284"/>
                    <a:pt x="-496" y="3112"/>
                    <a:pt x="523" y="1454"/>
                  </a:cubicBezTo>
                  <a:cubicBezTo>
                    <a:pt x="581" y="1350"/>
                    <a:pt x="647" y="1254"/>
                    <a:pt x="723" y="1159"/>
                  </a:cubicBezTo>
                  <a:cubicBezTo>
                    <a:pt x="1971" y="-260"/>
                    <a:pt x="4143" y="-393"/>
                    <a:pt x="5562" y="854"/>
                  </a:cubicBezTo>
                  <a:cubicBezTo>
                    <a:pt x="5667" y="950"/>
                    <a:pt x="5772" y="1054"/>
                    <a:pt x="5867" y="1159"/>
                  </a:cubicBezTo>
                  <a:cubicBezTo>
                    <a:pt x="6905" y="2398"/>
                    <a:pt x="6905" y="4207"/>
                    <a:pt x="5867" y="5445"/>
                  </a:cubicBezTo>
                  <a:close/>
                  <a:moveTo>
                    <a:pt x="5867" y="5445"/>
                  </a:moveTo>
                  <a:cubicBezTo>
                    <a:pt x="6638" y="4579"/>
                    <a:pt x="6562" y="3255"/>
                    <a:pt x="5705" y="2483"/>
                  </a:cubicBezTo>
                  <a:cubicBezTo>
                    <a:pt x="5524" y="2331"/>
                    <a:pt x="5324" y="2197"/>
                    <a:pt x="5105" y="2112"/>
                  </a:cubicBezTo>
                  <a:cubicBezTo>
                    <a:pt x="4229" y="1664"/>
                    <a:pt x="3162" y="1950"/>
                    <a:pt x="2628" y="2778"/>
                  </a:cubicBezTo>
                  <a:cubicBezTo>
                    <a:pt x="2000" y="3521"/>
                    <a:pt x="2000" y="4607"/>
                    <a:pt x="2628" y="5350"/>
                  </a:cubicBezTo>
                  <a:cubicBezTo>
                    <a:pt x="3419" y="6265"/>
                    <a:pt x="4800" y="6379"/>
                    <a:pt x="5715" y="5588"/>
                  </a:cubicBezTo>
                  <a:cubicBezTo>
                    <a:pt x="5772" y="5541"/>
                    <a:pt x="5819" y="5493"/>
                    <a:pt x="5867" y="5445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2b1eba3-97e6-4442-87b5-a901b181c5de" id="267" name="任意多边形: 形状 266">
              <a:extLst>
                <a:ext uri="{FF2B5EF4-FFF2-40B4-BE49-F238E27FC236}">
                  <a16:creationId id="{AD7D59E1-7C8D-44D7-8AE7-2BAD60DA7D78}"/>
                </a:ext>
              </a:extLst>
            </p:cNvPr>
            <p:cNvSpPr/>
            <p:nvPr/>
          </p:nvSpPr>
          <p:spPr>
            <a:xfrm rot="21190573" flipV="false" flipH="false">
              <a:off x="6070374" y="3211688"/>
              <a:ext cx="7034" cy="7069"/>
            </a:xfrm>
            <a:custGeom>
              <a:avLst/>
              <a:gdLst>
                <a:gd fmla="*/ 5675 w 6534" name="connsiteX0"/>
                <a:gd fmla="*/ 5348 h 6567" name="connsiteY0"/>
                <a:gd fmla="*/ 1484 w 6534" name="connsiteX1"/>
                <a:gd fmla="*/ 6110 h 6567" name="connsiteY1"/>
                <a:gd fmla="*/ 560 w 6534" name="connsiteX2"/>
                <a:gd fmla="*/ 1490 h 6567" name="connsiteY2"/>
                <a:gd fmla="*/ 5179 w 6534" name="connsiteX3"/>
                <a:gd fmla="*/ 557 h 6567" name="connsiteY3"/>
                <a:gd fmla="*/ 5770 w 6534" name="connsiteX4"/>
                <a:gd fmla="*/ 1062 h 6567" name="connsiteY4"/>
                <a:gd fmla="*/ 5675 w 6534" name="connsiteX5"/>
                <a:gd fmla="*/ 5348 h 6567" name="connsiteY5"/>
                <a:gd fmla="*/ 5675 w 6534" name="connsiteX6"/>
                <a:gd fmla="*/ 5348 h 6567" name="connsiteY6"/>
                <a:gd fmla="*/ 5379 w 6534" name="connsiteX7"/>
                <a:gd fmla="*/ 2262 h 6567" name="connsiteY7"/>
                <a:gd fmla="*/ 5008 w 6534" name="connsiteX8"/>
                <a:gd fmla="*/ 2014 h 6567" name="connsiteY8"/>
                <a:gd fmla="*/ 2436 w 6534" name="connsiteX9"/>
                <a:gd fmla="*/ 2586 h 6567" name="connsiteY9"/>
                <a:gd fmla="*/ 2436 w 6534" name="connsiteX10"/>
                <a:gd fmla="*/ 5253 h 6567" name="connsiteY10"/>
                <a:gd fmla="*/ 5522 w 6534" name="connsiteX11"/>
                <a:gd fmla="*/ 5491 h 6567" name="connsiteY11"/>
                <a:gd fmla="*/ 5675 w 6534" name="connsiteX12"/>
                <a:gd fmla="*/ 5348 h 6567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567" w="6534">
                  <a:moveTo>
                    <a:pt x="5675" y="5348"/>
                  </a:moveTo>
                  <a:cubicBezTo>
                    <a:pt x="4665" y="6615"/>
                    <a:pt x="2874" y="6939"/>
                    <a:pt x="1484" y="6110"/>
                  </a:cubicBezTo>
                  <a:cubicBezTo>
                    <a:pt x="-50" y="5091"/>
                    <a:pt x="-459" y="3024"/>
                    <a:pt x="560" y="1490"/>
                  </a:cubicBezTo>
                  <a:cubicBezTo>
                    <a:pt x="1579" y="-43"/>
                    <a:pt x="3646" y="-462"/>
                    <a:pt x="5179" y="557"/>
                  </a:cubicBezTo>
                  <a:cubicBezTo>
                    <a:pt x="5399" y="700"/>
                    <a:pt x="5589" y="871"/>
                    <a:pt x="5770" y="1062"/>
                  </a:cubicBezTo>
                  <a:cubicBezTo>
                    <a:pt x="6827" y="2310"/>
                    <a:pt x="6780" y="4148"/>
                    <a:pt x="5675" y="5348"/>
                  </a:cubicBezTo>
                  <a:close/>
                  <a:moveTo>
                    <a:pt x="5675" y="5348"/>
                  </a:moveTo>
                  <a:cubicBezTo>
                    <a:pt x="6446" y="4415"/>
                    <a:pt x="6313" y="3033"/>
                    <a:pt x="5379" y="2262"/>
                  </a:cubicBezTo>
                  <a:cubicBezTo>
                    <a:pt x="5265" y="2167"/>
                    <a:pt x="5141" y="2081"/>
                    <a:pt x="5008" y="2014"/>
                  </a:cubicBezTo>
                  <a:cubicBezTo>
                    <a:pt x="4122" y="1576"/>
                    <a:pt x="3055" y="1814"/>
                    <a:pt x="2436" y="2586"/>
                  </a:cubicBezTo>
                  <a:cubicBezTo>
                    <a:pt x="1836" y="3376"/>
                    <a:pt x="1836" y="4462"/>
                    <a:pt x="2436" y="5253"/>
                  </a:cubicBezTo>
                  <a:cubicBezTo>
                    <a:pt x="3227" y="6167"/>
                    <a:pt x="4608" y="6272"/>
                    <a:pt x="5522" y="5491"/>
                  </a:cubicBezTo>
                  <a:cubicBezTo>
                    <a:pt x="5580" y="5443"/>
                    <a:pt x="5627" y="5396"/>
                    <a:pt x="5675" y="534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6569275-80f1-4c77-80b5-a4586a165725" id="268" name="任意多边形: 形状 267">
              <a:extLst>
                <a:ext uri="{FF2B5EF4-FFF2-40B4-BE49-F238E27FC236}">
                  <a16:creationId id="{D11C9C96-9707-4FCB-9E02-D44464916DE6}"/>
                </a:ext>
              </a:extLst>
            </p:cNvPr>
            <p:cNvSpPr/>
            <p:nvPr/>
          </p:nvSpPr>
          <p:spPr>
            <a:xfrm rot="21190573" flipV="false" flipH="false">
              <a:off x="6097478" y="3229465"/>
              <a:ext cx="7176" cy="7209"/>
            </a:xfrm>
            <a:custGeom>
              <a:avLst/>
              <a:gdLst>
                <a:gd fmla="*/ 5888 w 6666" name="connsiteX0"/>
                <a:gd fmla="*/ 5478 h 6697" name="connsiteY0"/>
                <a:gd fmla="*/ 1697 w 6666" name="connsiteX1"/>
                <a:gd fmla="*/ 6240 h 6697" name="connsiteY1"/>
                <a:gd fmla="*/ 430 w 6666" name="connsiteX2"/>
                <a:gd fmla="*/ 1697 h 6697" name="connsiteY2"/>
                <a:gd fmla="*/ 4973 w 6666" name="connsiteX3"/>
                <a:gd fmla="*/ 430 h 6697" name="connsiteY3"/>
                <a:gd fmla="*/ 5888 w 6666" name="connsiteX4"/>
                <a:gd fmla="*/ 1192 h 6697" name="connsiteY4"/>
                <a:gd fmla="*/ 5888 w 6666" name="connsiteX5"/>
                <a:gd fmla="*/ 5478 h 6697" name="connsiteY5"/>
                <a:gd fmla="*/ 5888 w 6666" name="connsiteX6"/>
                <a:gd fmla="*/ 5478 h 6697" name="connsiteY6"/>
                <a:gd fmla="*/ 5659 w 6666" name="connsiteX7"/>
                <a:gd fmla="*/ 2392 h 6697" name="connsiteY7"/>
                <a:gd fmla="*/ 5126 w 6666" name="connsiteX8"/>
                <a:gd fmla="*/ 2049 h 6697" name="connsiteY8"/>
                <a:gd fmla="*/ 2649 w 6666" name="connsiteX9"/>
                <a:gd fmla="*/ 2716 h 6697" name="connsiteY9"/>
                <a:gd fmla="*/ 2649 w 6666" name="connsiteX10"/>
                <a:gd fmla="*/ 5288 h 6697" name="connsiteY10"/>
                <a:gd fmla="*/ 5573 w 6666" name="connsiteX11"/>
                <a:gd fmla="*/ 5754 h 6697" name="connsiteY11"/>
                <a:gd fmla="*/ 5888 w 6666" name="connsiteX12"/>
                <a:gd fmla="*/ 5478 h 6697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697" w="6666">
                  <a:moveTo>
                    <a:pt x="5888" y="5478"/>
                  </a:moveTo>
                  <a:cubicBezTo>
                    <a:pt x="4878" y="6745"/>
                    <a:pt x="3087" y="7069"/>
                    <a:pt x="1697" y="6240"/>
                  </a:cubicBezTo>
                  <a:cubicBezTo>
                    <a:pt x="96" y="5335"/>
                    <a:pt x="-475" y="3297"/>
                    <a:pt x="430" y="1697"/>
                  </a:cubicBezTo>
                  <a:cubicBezTo>
                    <a:pt x="1335" y="96"/>
                    <a:pt x="3373" y="-475"/>
                    <a:pt x="4973" y="430"/>
                  </a:cubicBezTo>
                  <a:cubicBezTo>
                    <a:pt x="5326" y="630"/>
                    <a:pt x="5630" y="887"/>
                    <a:pt x="5888" y="1192"/>
                  </a:cubicBezTo>
                  <a:cubicBezTo>
                    <a:pt x="6926" y="2430"/>
                    <a:pt x="6926" y="4240"/>
                    <a:pt x="5888" y="5478"/>
                  </a:cubicBezTo>
                  <a:close/>
                  <a:moveTo>
                    <a:pt x="5888" y="5478"/>
                  </a:moveTo>
                  <a:cubicBezTo>
                    <a:pt x="6678" y="4564"/>
                    <a:pt x="6573" y="3183"/>
                    <a:pt x="5659" y="2392"/>
                  </a:cubicBezTo>
                  <a:cubicBezTo>
                    <a:pt x="5497" y="2249"/>
                    <a:pt x="5316" y="2135"/>
                    <a:pt x="5126" y="2049"/>
                  </a:cubicBezTo>
                  <a:cubicBezTo>
                    <a:pt x="4249" y="1678"/>
                    <a:pt x="3230" y="1954"/>
                    <a:pt x="2649" y="2716"/>
                  </a:cubicBezTo>
                  <a:cubicBezTo>
                    <a:pt x="2020" y="3459"/>
                    <a:pt x="2020" y="4545"/>
                    <a:pt x="2649" y="5288"/>
                  </a:cubicBezTo>
                  <a:cubicBezTo>
                    <a:pt x="3326" y="6221"/>
                    <a:pt x="4640" y="6431"/>
                    <a:pt x="5573" y="5754"/>
                  </a:cubicBezTo>
                  <a:cubicBezTo>
                    <a:pt x="5688" y="5678"/>
                    <a:pt x="5793" y="5583"/>
                    <a:pt x="5888" y="547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a8b175b-8a04-4bcd-90ee-8dfe8a09584d" id="269" name="任意多边形: 形状 268">
              <a:extLst>
                <a:ext uri="{FF2B5EF4-FFF2-40B4-BE49-F238E27FC236}">
                  <a16:creationId id="{41709193-C29D-4E6C-AE9A-F6A2702799DD}"/>
                </a:ext>
              </a:extLst>
            </p:cNvPr>
            <p:cNvSpPr/>
            <p:nvPr/>
          </p:nvSpPr>
          <p:spPr>
            <a:xfrm rot="21190573" flipV="false" flipH="false">
              <a:off x="6042740" y="3193571"/>
              <a:ext cx="7386" cy="7385"/>
            </a:xfrm>
            <a:custGeom>
              <a:avLst/>
              <a:gdLst>
                <a:gd fmla="*/ 6037 w 6861" name="connsiteX0"/>
                <a:gd fmla="*/ 5658 h 6860" name="connsiteY0"/>
                <a:gd fmla="*/ 1751 w 6861" name="connsiteX1"/>
                <a:gd fmla="*/ 6420 h 6860" name="connsiteY1"/>
                <a:gd fmla="*/ 437 w 6861" name="connsiteX2"/>
                <a:gd fmla="*/ 1753 h 6860" name="connsiteY2"/>
                <a:gd fmla="*/ 5114 w 6861" name="connsiteX3"/>
                <a:gd fmla="*/ 439 h 6860" name="connsiteY3"/>
                <a:gd fmla="*/ 6418 w 6861" name="connsiteX4"/>
                <a:gd fmla="*/ 5106 h 6860" name="connsiteY4"/>
                <a:gd fmla="*/ 6037 w 6861" name="connsiteX5"/>
                <a:gd fmla="*/ 5658 h 6860" name="connsiteY5"/>
                <a:gd fmla="*/ 6037 w 6861" name="connsiteX6"/>
                <a:gd fmla="*/ 5658 h 6860" name="connsiteY6"/>
                <a:gd fmla="*/ 5809 w 6861" name="connsiteX7"/>
                <a:gd fmla="*/ 2572 h 6860" name="connsiteY7"/>
                <a:gd fmla="*/ 5276 w 6861" name="connsiteX8"/>
                <a:gd fmla="*/ 2229 h 6860" name="connsiteY8"/>
                <a:gd fmla="*/ 2799 w 6861" name="connsiteX9"/>
                <a:gd fmla="*/ 2896 h 6860" name="connsiteY9"/>
                <a:gd fmla="*/ 2799 w 6861" name="connsiteX10"/>
                <a:gd fmla="*/ 5468 h 6860" name="connsiteY10"/>
                <a:gd fmla="*/ 6028 w 6861" name="connsiteX11"/>
                <a:gd fmla="*/ 5668 h 6860" name="connsiteY11"/>
                <a:gd fmla="*/ 6037 w 6861" name="connsiteX12"/>
                <a:gd fmla="*/ 5658 h 6860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860" w="6861">
                  <a:moveTo>
                    <a:pt x="6037" y="5658"/>
                  </a:moveTo>
                  <a:cubicBezTo>
                    <a:pt x="4971" y="6906"/>
                    <a:pt x="3180" y="7221"/>
                    <a:pt x="1751" y="6420"/>
                  </a:cubicBezTo>
                  <a:cubicBezTo>
                    <a:pt x="103" y="5497"/>
                    <a:pt x="-487" y="3401"/>
                    <a:pt x="437" y="1753"/>
                  </a:cubicBezTo>
                  <a:cubicBezTo>
                    <a:pt x="1370" y="96"/>
                    <a:pt x="3456" y="-485"/>
                    <a:pt x="5114" y="439"/>
                  </a:cubicBezTo>
                  <a:cubicBezTo>
                    <a:pt x="6761" y="1372"/>
                    <a:pt x="7352" y="3458"/>
                    <a:pt x="6418" y="5106"/>
                  </a:cubicBezTo>
                  <a:cubicBezTo>
                    <a:pt x="6314" y="5306"/>
                    <a:pt x="6180" y="5487"/>
                    <a:pt x="6037" y="5658"/>
                  </a:cubicBezTo>
                  <a:close/>
                  <a:moveTo>
                    <a:pt x="6037" y="5658"/>
                  </a:moveTo>
                  <a:cubicBezTo>
                    <a:pt x="6828" y="4744"/>
                    <a:pt x="6723" y="3363"/>
                    <a:pt x="5809" y="2572"/>
                  </a:cubicBezTo>
                  <a:cubicBezTo>
                    <a:pt x="5647" y="2429"/>
                    <a:pt x="5466" y="2315"/>
                    <a:pt x="5276" y="2229"/>
                  </a:cubicBezTo>
                  <a:cubicBezTo>
                    <a:pt x="4399" y="1782"/>
                    <a:pt x="3332" y="2068"/>
                    <a:pt x="2799" y="2896"/>
                  </a:cubicBezTo>
                  <a:cubicBezTo>
                    <a:pt x="2208" y="3649"/>
                    <a:pt x="2208" y="4715"/>
                    <a:pt x="2799" y="5468"/>
                  </a:cubicBezTo>
                  <a:cubicBezTo>
                    <a:pt x="3637" y="6411"/>
                    <a:pt x="5075" y="6506"/>
                    <a:pt x="6028" y="5668"/>
                  </a:cubicBezTo>
                  <a:cubicBezTo>
                    <a:pt x="6028" y="5668"/>
                    <a:pt x="6037" y="5658"/>
                    <a:pt x="6037" y="565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94e3f512-15a5-4993-98df-d64d37703768" id="270" name="任意多边形: 形状 269">
              <a:extLst>
                <a:ext uri="{FF2B5EF4-FFF2-40B4-BE49-F238E27FC236}">
                  <a16:creationId id="{73131D0F-7185-41D7-A71A-4EBAD8816446}"/>
                </a:ext>
              </a:extLst>
            </p:cNvPr>
            <p:cNvSpPr/>
            <p:nvPr/>
          </p:nvSpPr>
          <p:spPr>
            <a:xfrm rot="21190573" flipV="false" flipH="false">
              <a:off x="6124940" y="3247392"/>
              <a:ext cx="7068" cy="7103"/>
            </a:xfrm>
            <a:custGeom>
              <a:avLst/>
              <a:gdLst>
                <a:gd fmla="*/ 5675 w 6566" name="connsiteX0"/>
                <a:gd fmla="*/ 5348 h 6598" name="connsiteY0"/>
                <a:gd fmla="*/ 1484 w 6566" name="connsiteX1"/>
                <a:gd fmla="*/ 6110 h 6598" name="connsiteY1"/>
                <a:gd fmla="*/ 560 w 6566" name="connsiteX2"/>
                <a:gd fmla="*/ 1490 h 6598" name="connsiteY2"/>
                <a:gd fmla="*/ 5180 w 6566" name="connsiteX3"/>
                <a:gd fmla="*/ 557 h 6598" name="connsiteY3"/>
                <a:gd fmla="*/ 5770 w 6566" name="connsiteX4"/>
                <a:gd fmla="*/ 1062 h 6598" name="connsiteY4"/>
                <a:gd fmla="*/ 5675 w 6566" name="connsiteX5"/>
                <a:gd fmla="*/ 5348 h 6598" name="connsiteY5"/>
                <a:gd fmla="*/ 5675 w 6566" name="connsiteX6"/>
                <a:gd fmla="*/ 5348 h 6598" name="connsiteY6"/>
                <a:gd fmla="*/ 5380 w 6566" name="connsiteX7"/>
                <a:gd fmla="*/ 2262 h 6598" name="connsiteY7"/>
                <a:gd fmla="*/ 5008 w 6566" name="connsiteX8"/>
                <a:gd fmla="*/ 2014 h 6598" name="connsiteY8"/>
                <a:gd fmla="*/ 2436 w 6566" name="connsiteX9"/>
                <a:gd fmla="*/ 2586 h 6598" name="connsiteY9"/>
                <a:gd fmla="*/ 2436 w 6566" name="connsiteX10"/>
                <a:gd fmla="*/ 5253 h 6598" name="connsiteY10"/>
                <a:gd fmla="*/ 5522 w 6566" name="connsiteX11"/>
                <a:gd fmla="*/ 5491 h 6598" name="connsiteY11"/>
                <a:gd fmla="*/ 5675 w 6566" name="connsiteX12"/>
                <a:gd fmla="*/ 5348 h 6598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598" w="6566">
                  <a:moveTo>
                    <a:pt x="5675" y="5348"/>
                  </a:moveTo>
                  <a:cubicBezTo>
                    <a:pt x="4694" y="6653"/>
                    <a:pt x="2865" y="6986"/>
                    <a:pt x="1484" y="6110"/>
                  </a:cubicBezTo>
                  <a:cubicBezTo>
                    <a:pt x="-50" y="5091"/>
                    <a:pt x="-459" y="3024"/>
                    <a:pt x="560" y="1490"/>
                  </a:cubicBezTo>
                  <a:cubicBezTo>
                    <a:pt x="1579" y="-43"/>
                    <a:pt x="3646" y="-462"/>
                    <a:pt x="5180" y="557"/>
                  </a:cubicBezTo>
                  <a:cubicBezTo>
                    <a:pt x="5399" y="700"/>
                    <a:pt x="5589" y="871"/>
                    <a:pt x="5770" y="1062"/>
                  </a:cubicBezTo>
                  <a:cubicBezTo>
                    <a:pt x="6865" y="2290"/>
                    <a:pt x="6827" y="4167"/>
                    <a:pt x="5675" y="5348"/>
                  </a:cubicBezTo>
                  <a:close/>
                  <a:moveTo>
                    <a:pt x="5675" y="5348"/>
                  </a:moveTo>
                  <a:cubicBezTo>
                    <a:pt x="6446" y="4415"/>
                    <a:pt x="6313" y="3033"/>
                    <a:pt x="5380" y="2262"/>
                  </a:cubicBezTo>
                  <a:cubicBezTo>
                    <a:pt x="5265" y="2167"/>
                    <a:pt x="5141" y="2081"/>
                    <a:pt x="5008" y="2014"/>
                  </a:cubicBezTo>
                  <a:cubicBezTo>
                    <a:pt x="4122" y="1614"/>
                    <a:pt x="3075" y="1843"/>
                    <a:pt x="2436" y="2586"/>
                  </a:cubicBezTo>
                  <a:cubicBezTo>
                    <a:pt x="1865" y="3386"/>
                    <a:pt x="1865" y="4453"/>
                    <a:pt x="2436" y="5253"/>
                  </a:cubicBezTo>
                  <a:cubicBezTo>
                    <a:pt x="3227" y="6167"/>
                    <a:pt x="4608" y="6272"/>
                    <a:pt x="5522" y="5491"/>
                  </a:cubicBezTo>
                  <a:cubicBezTo>
                    <a:pt x="5580" y="5443"/>
                    <a:pt x="5627" y="5396"/>
                    <a:pt x="5675" y="5348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65cfb6bb-b740-4cd9-9c85-7abe4be255fd" id="271" name="任意多边形: 形状 270">
              <a:extLst>
                <a:ext uri="{FF2B5EF4-FFF2-40B4-BE49-F238E27FC236}">
                  <a16:creationId id="{CF7C603D-AF31-44C3-BD35-F03FA0BB19D3}"/>
                </a:ext>
              </a:extLst>
            </p:cNvPr>
            <p:cNvSpPr/>
            <p:nvPr/>
          </p:nvSpPr>
          <p:spPr>
            <a:xfrm rot="21190573" flipV="false" flipH="false">
              <a:off x="6151596" y="3264878"/>
              <a:ext cx="7720" cy="7808"/>
            </a:xfrm>
            <a:custGeom>
              <a:avLst/>
              <a:gdLst>
                <a:gd fmla="*/ 6110 w 7171" name="connsiteX0"/>
                <a:gd fmla="*/ 5770 h 7253" name="connsiteY0"/>
                <a:gd fmla="*/ 1491 w 7171" name="connsiteX1"/>
                <a:gd fmla="*/ 6694 h 7253" name="connsiteY1"/>
                <a:gd fmla="*/ 557 w 7171" name="connsiteX2"/>
                <a:gd fmla="*/ 2074 h 7253" name="connsiteY2"/>
                <a:gd fmla="*/ 1062 w 7171" name="connsiteX3"/>
                <a:gd fmla="*/ 1484 h 7253" name="connsiteY3"/>
                <a:gd fmla="*/ 5681 w 7171" name="connsiteX4"/>
                <a:gd fmla="*/ 560 h 7253" name="connsiteY4"/>
                <a:gd fmla="*/ 6615 w 7171" name="connsiteX5"/>
                <a:gd fmla="*/ 5180 h 7253" name="connsiteY5"/>
                <a:gd fmla="*/ 6110 w 7171" name="connsiteX6"/>
                <a:gd fmla="*/ 5770 h 7253" name="connsiteY6"/>
                <a:gd fmla="*/ 6110 w 7171" name="connsiteX7"/>
                <a:gd fmla="*/ 5770 h 7253" name="connsiteY7"/>
                <a:gd fmla="*/ 5882 w 7171" name="connsiteX8"/>
                <a:gd fmla="*/ 2684 h 7253" name="connsiteY8"/>
                <a:gd fmla="*/ 5348 w 7171" name="connsiteX9"/>
                <a:gd fmla="*/ 2341 h 7253" name="connsiteY9"/>
                <a:gd fmla="*/ 2872 w 7171" name="connsiteX10"/>
                <a:gd fmla="*/ 3008 h 7253" name="connsiteY10"/>
                <a:gd fmla="*/ 2872 w 7171" name="connsiteX11"/>
                <a:gd fmla="*/ 5580 h 7253" name="connsiteY11"/>
                <a:gd fmla="*/ 5796 w 7171" name="connsiteX12"/>
                <a:gd fmla="*/ 6046 h 7253" name="connsiteY12"/>
                <a:gd fmla="*/ 6110 w 7171" name="connsiteX13"/>
                <a:gd fmla="*/ 5770 h 7253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7253" w="7171">
                  <a:moveTo>
                    <a:pt x="6110" y="5770"/>
                  </a:moveTo>
                  <a:cubicBezTo>
                    <a:pt x="5091" y="7304"/>
                    <a:pt x="3024" y="7713"/>
                    <a:pt x="1491" y="6694"/>
                  </a:cubicBezTo>
                  <a:cubicBezTo>
                    <a:pt x="-43" y="5675"/>
                    <a:pt x="-462" y="3608"/>
                    <a:pt x="557" y="2074"/>
                  </a:cubicBezTo>
                  <a:cubicBezTo>
                    <a:pt x="700" y="1855"/>
                    <a:pt x="871" y="1665"/>
                    <a:pt x="1062" y="1484"/>
                  </a:cubicBezTo>
                  <a:cubicBezTo>
                    <a:pt x="2081" y="-50"/>
                    <a:pt x="4148" y="-459"/>
                    <a:pt x="5681" y="560"/>
                  </a:cubicBezTo>
                  <a:cubicBezTo>
                    <a:pt x="7215" y="1579"/>
                    <a:pt x="7634" y="3646"/>
                    <a:pt x="6615" y="5180"/>
                  </a:cubicBezTo>
                  <a:cubicBezTo>
                    <a:pt x="6472" y="5399"/>
                    <a:pt x="6300" y="5589"/>
                    <a:pt x="6110" y="5770"/>
                  </a:cubicBezTo>
                  <a:close/>
                  <a:moveTo>
                    <a:pt x="6110" y="5770"/>
                  </a:moveTo>
                  <a:cubicBezTo>
                    <a:pt x="6901" y="4856"/>
                    <a:pt x="6796" y="3475"/>
                    <a:pt x="5882" y="2684"/>
                  </a:cubicBezTo>
                  <a:cubicBezTo>
                    <a:pt x="5720" y="2541"/>
                    <a:pt x="5539" y="2427"/>
                    <a:pt x="5348" y="2341"/>
                  </a:cubicBezTo>
                  <a:cubicBezTo>
                    <a:pt x="4472" y="1970"/>
                    <a:pt x="3453" y="2246"/>
                    <a:pt x="2872" y="3008"/>
                  </a:cubicBezTo>
                  <a:cubicBezTo>
                    <a:pt x="2243" y="3751"/>
                    <a:pt x="2243" y="4837"/>
                    <a:pt x="2872" y="5580"/>
                  </a:cubicBezTo>
                  <a:cubicBezTo>
                    <a:pt x="3548" y="6513"/>
                    <a:pt x="4862" y="6723"/>
                    <a:pt x="5796" y="6046"/>
                  </a:cubicBezTo>
                  <a:cubicBezTo>
                    <a:pt x="5910" y="5970"/>
                    <a:pt x="6015" y="5875"/>
                    <a:pt x="6110" y="577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10f53e68-06fc-408a-8120-dcf46d0ed331" id="272" name="任意多边形: 形状 271">
              <a:extLst>
                <a:ext uri="{FF2B5EF4-FFF2-40B4-BE49-F238E27FC236}">
                  <a16:creationId id="{F5EA4650-B9CA-439E-AE2E-C033A201DC59}"/>
                </a:ext>
              </a:extLst>
            </p:cNvPr>
            <p:cNvSpPr/>
            <p:nvPr/>
          </p:nvSpPr>
          <p:spPr>
            <a:xfrm rot="21190573" flipV="false" flipH="false">
              <a:off x="6179360" y="3283004"/>
              <a:ext cx="7189" cy="7225"/>
            </a:xfrm>
            <a:custGeom>
              <a:avLst/>
              <a:gdLst>
                <a:gd fmla="*/ 5900 w 6678" name="connsiteX0"/>
                <a:gd fmla="*/ 5446 h 6712" name="connsiteY0"/>
                <a:gd fmla="*/ 1614 w 6678" name="connsiteX1"/>
                <a:gd fmla="*/ 6303 h 6712" name="connsiteY1"/>
                <a:gd fmla="*/ 566 w 6678" name="connsiteX2"/>
                <a:gd fmla="*/ 1435 h 6712" name="connsiteY2"/>
                <a:gd fmla="*/ 756 w 6678" name="connsiteX3"/>
                <a:gd fmla="*/ 1159 h 6712" name="connsiteY3"/>
                <a:gd fmla="*/ 5595 w 6678" name="connsiteX4"/>
                <a:gd fmla="*/ 854 h 6712" name="connsiteY4"/>
                <a:gd fmla="*/ 5900 w 6678" name="connsiteX5"/>
                <a:gd fmla="*/ 1159 h 6712" name="connsiteY5"/>
                <a:gd fmla="*/ 5900 w 6678" name="connsiteX6"/>
                <a:gd fmla="*/ 5446 h 6712" name="connsiteY6"/>
                <a:gd fmla="*/ 5900 w 6678" name="connsiteX7"/>
                <a:gd fmla="*/ 5446 h 6712" name="connsiteY7"/>
                <a:gd fmla="*/ 5442 w 6678" name="connsiteX8"/>
                <a:gd fmla="*/ 2378 h 6712" name="connsiteY8"/>
                <a:gd fmla="*/ 2375 w 6678" name="connsiteX9"/>
                <a:gd fmla="*/ 2845 h 6712" name="connsiteY9"/>
                <a:gd fmla="*/ 2375 w 6678" name="connsiteX10"/>
                <a:gd fmla="*/ 5446 h 6712" name="connsiteY10"/>
                <a:gd fmla="*/ 5595 w 6678" name="connsiteX11"/>
                <a:gd fmla="*/ 5750 h 6712" name="connsiteY11"/>
                <a:gd fmla="*/ 5900 w 6678" name="connsiteX12"/>
                <a:gd fmla="*/ 5446 h 6712" name="connsiteY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b="b" l="l" r="r" t="t"/>
              <a:pathLst>
                <a:path h="6712" w="6678">
                  <a:moveTo>
                    <a:pt x="5900" y="5446"/>
                  </a:moveTo>
                  <a:cubicBezTo>
                    <a:pt x="4862" y="6722"/>
                    <a:pt x="3061" y="7084"/>
                    <a:pt x="1614" y="6303"/>
                  </a:cubicBezTo>
                  <a:cubicBezTo>
                    <a:pt x="-25" y="5246"/>
                    <a:pt x="-492" y="3064"/>
                    <a:pt x="566" y="1435"/>
                  </a:cubicBezTo>
                  <a:cubicBezTo>
                    <a:pt x="623" y="1340"/>
                    <a:pt x="690" y="1245"/>
                    <a:pt x="756" y="1159"/>
                  </a:cubicBezTo>
                  <a:cubicBezTo>
                    <a:pt x="2004" y="-260"/>
                    <a:pt x="4176" y="-393"/>
                    <a:pt x="5595" y="854"/>
                  </a:cubicBezTo>
                  <a:cubicBezTo>
                    <a:pt x="5700" y="950"/>
                    <a:pt x="5805" y="1055"/>
                    <a:pt x="5900" y="1159"/>
                  </a:cubicBezTo>
                  <a:cubicBezTo>
                    <a:pt x="6938" y="2397"/>
                    <a:pt x="6938" y="4207"/>
                    <a:pt x="5900" y="5446"/>
                  </a:cubicBezTo>
                  <a:close/>
                  <a:moveTo>
                    <a:pt x="5900" y="5446"/>
                  </a:moveTo>
                  <a:cubicBezTo>
                    <a:pt x="6614" y="4474"/>
                    <a:pt x="6414" y="3102"/>
                    <a:pt x="5442" y="2378"/>
                  </a:cubicBezTo>
                  <a:cubicBezTo>
                    <a:pt x="4461" y="1664"/>
                    <a:pt x="3090" y="1874"/>
                    <a:pt x="2375" y="2845"/>
                  </a:cubicBezTo>
                  <a:cubicBezTo>
                    <a:pt x="1804" y="3617"/>
                    <a:pt x="1804" y="4674"/>
                    <a:pt x="2375" y="5446"/>
                  </a:cubicBezTo>
                  <a:cubicBezTo>
                    <a:pt x="3176" y="6417"/>
                    <a:pt x="4623" y="6560"/>
                    <a:pt x="5595" y="5750"/>
                  </a:cubicBezTo>
                  <a:cubicBezTo>
                    <a:pt x="5709" y="5655"/>
                    <a:pt x="5805" y="5560"/>
                    <a:pt x="590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409d9a3f-5382-43ee-b7b7-877f7f051e1d" id="273" name="任意多边形: 形状 272">
              <a:extLst>
                <a:ext uri="{FF2B5EF4-FFF2-40B4-BE49-F238E27FC236}">
                  <a16:creationId id="{B112E6BE-1996-4CFC-AD65-C7F2B7E969A9}"/>
                </a:ext>
              </a:extLst>
            </p:cNvPr>
            <p:cNvSpPr/>
            <p:nvPr/>
          </p:nvSpPr>
          <p:spPr>
            <a:xfrm rot="21190573" flipV="false" flipH="false">
              <a:off x="6206435" y="3301331"/>
              <a:ext cx="7468" cy="7459"/>
            </a:xfrm>
            <a:custGeom>
              <a:avLst/>
              <a:gdLst>
                <a:gd fmla="*/ 6110 w 6937" name="connsiteX0"/>
                <a:gd fmla="*/ 5446 h 6929" name="connsiteY0"/>
                <a:gd fmla="*/ 1490 w 6937" name="connsiteX1"/>
                <a:gd fmla="*/ 6369 h 6929" name="connsiteY1"/>
                <a:gd fmla="*/ 557 w 6937" name="connsiteX2"/>
                <a:gd fmla="*/ 1750 h 6929" name="connsiteY2"/>
                <a:gd fmla="*/ 1062 w 6937" name="connsiteX3"/>
                <a:gd fmla="*/ 1159 h 6929" name="connsiteY3"/>
                <a:gd fmla="*/ 5901 w 6937" name="connsiteX4"/>
                <a:gd fmla="*/ 855 h 6929" name="connsiteY4"/>
                <a:gd fmla="*/ 6205 w 6937" name="connsiteX5"/>
                <a:gd fmla="*/ 1159 h 6929" name="connsiteY5"/>
                <a:gd fmla="*/ 6110 w 6937" name="connsiteX6"/>
                <a:gd fmla="*/ 5446 h 6929" name="connsiteY6"/>
                <a:gd fmla="*/ 6110 w 6937" name="connsiteX7"/>
                <a:gd fmla="*/ 5446 h 6929" name="connsiteY7"/>
                <a:gd fmla="*/ 5758 w 6937" name="connsiteX8"/>
                <a:gd fmla="*/ 2236 h 6929" name="connsiteY8"/>
                <a:gd fmla="*/ 5443 w 6937" name="connsiteX9"/>
                <a:gd fmla="*/ 2017 h 6929" name="connsiteY9"/>
                <a:gd fmla="*/ 2871 w 6937" name="connsiteX10"/>
                <a:gd fmla="*/ 2683 h 6929" name="connsiteY10"/>
                <a:gd fmla="*/ 2871 w 6937" name="connsiteX11"/>
                <a:gd fmla="*/ 5350 h 6929" name="connsiteY11"/>
                <a:gd fmla="*/ 5958 w 6937" name="connsiteX12"/>
                <a:gd fmla="*/ 5588 h 6929" name="connsiteY12"/>
                <a:gd fmla="*/ 6110 w 6937" name="connsiteX13"/>
                <a:gd fmla="*/ 5446 h 6929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929" w="6937">
                  <a:moveTo>
                    <a:pt x="6110" y="5446"/>
                  </a:moveTo>
                  <a:cubicBezTo>
                    <a:pt x="5091" y="6979"/>
                    <a:pt x="3024" y="7389"/>
                    <a:pt x="1490" y="6369"/>
                  </a:cubicBezTo>
                  <a:cubicBezTo>
                    <a:pt x="-43" y="5350"/>
                    <a:pt x="-462" y="3283"/>
                    <a:pt x="557" y="1750"/>
                  </a:cubicBezTo>
                  <a:cubicBezTo>
                    <a:pt x="709" y="1531"/>
                    <a:pt x="871" y="1340"/>
                    <a:pt x="1062" y="1159"/>
                  </a:cubicBezTo>
                  <a:cubicBezTo>
                    <a:pt x="2319" y="-260"/>
                    <a:pt x="4481" y="-393"/>
                    <a:pt x="5901" y="855"/>
                  </a:cubicBezTo>
                  <a:cubicBezTo>
                    <a:pt x="6005" y="950"/>
                    <a:pt x="6110" y="1055"/>
                    <a:pt x="6205" y="1159"/>
                  </a:cubicBezTo>
                  <a:cubicBezTo>
                    <a:pt x="7215" y="2426"/>
                    <a:pt x="7177" y="4226"/>
                    <a:pt x="6110" y="5446"/>
                  </a:cubicBezTo>
                  <a:close/>
                  <a:moveTo>
                    <a:pt x="6110" y="5446"/>
                  </a:moveTo>
                  <a:cubicBezTo>
                    <a:pt x="6901" y="4464"/>
                    <a:pt x="6748" y="3026"/>
                    <a:pt x="5758" y="2236"/>
                  </a:cubicBezTo>
                  <a:cubicBezTo>
                    <a:pt x="5662" y="2150"/>
                    <a:pt x="5558" y="2083"/>
                    <a:pt x="5443" y="2017"/>
                  </a:cubicBezTo>
                  <a:cubicBezTo>
                    <a:pt x="4538" y="1636"/>
                    <a:pt x="3481" y="1912"/>
                    <a:pt x="2871" y="2683"/>
                  </a:cubicBezTo>
                  <a:cubicBezTo>
                    <a:pt x="2233" y="3455"/>
                    <a:pt x="2233" y="4579"/>
                    <a:pt x="2871" y="5350"/>
                  </a:cubicBezTo>
                  <a:cubicBezTo>
                    <a:pt x="3662" y="6265"/>
                    <a:pt x="5043" y="6379"/>
                    <a:pt x="5958" y="5588"/>
                  </a:cubicBezTo>
                  <a:cubicBezTo>
                    <a:pt x="6015" y="5541"/>
                    <a:pt x="6062" y="5493"/>
                    <a:pt x="611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4e8bb08-4b11-424e-922d-ecae5bacf279" id="274" name="任意多边形: 形状 273">
              <a:extLst>
                <a:ext uri="{FF2B5EF4-FFF2-40B4-BE49-F238E27FC236}">
                  <a16:creationId id="{5DE1A771-311D-46A5-878F-A072FC282735}"/>
                </a:ext>
              </a:extLst>
            </p:cNvPr>
            <p:cNvSpPr/>
            <p:nvPr/>
          </p:nvSpPr>
          <p:spPr>
            <a:xfrm rot="21190573" flipV="false" flipH="false">
              <a:off x="6233924" y="3318711"/>
              <a:ext cx="7189" cy="7225"/>
            </a:xfrm>
            <a:custGeom>
              <a:avLst/>
              <a:gdLst>
                <a:gd fmla="*/ 5900 w 6678" name="connsiteX0"/>
                <a:gd fmla="*/ 5446 h 6712" name="connsiteY0"/>
                <a:gd fmla="*/ 1614 w 6678" name="connsiteX1"/>
                <a:gd fmla="*/ 6303 h 6712" name="connsiteY1"/>
                <a:gd fmla="*/ 566 w 6678" name="connsiteX2"/>
                <a:gd fmla="*/ 1435 h 6712" name="connsiteY2"/>
                <a:gd fmla="*/ 756 w 6678" name="connsiteX3"/>
                <a:gd fmla="*/ 1159 h 6712" name="connsiteY3"/>
                <a:gd fmla="*/ 5595 w 6678" name="connsiteX4"/>
                <a:gd fmla="*/ 855 h 6712" name="connsiteY4"/>
                <a:gd fmla="*/ 5900 w 6678" name="connsiteX5"/>
                <a:gd fmla="*/ 1159 h 6712" name="connsiteY5"/>
                <a:gd fmla="*/ 5900 w 6678" name="connsiteX6"/>
                <a:gd fmla="*/ 5446 h 6712" name="connsiteY6"/>
                <a:gd fmla="*/ 5900 w 6678" name="connsiteX7"/>
                <a:gd fmla="*/ 5446 h 6712" name="connsiteY7"/>
                <a:gd fmla="*/ 5547 w 6678" name="connsiteX8"/>
                <a:gd fmla="*/ 2369 h 6712" name="connsiteY8"/>
                <a:gd fmla="*/ 5138 w 6678" name="connsiteX9"/>
                <a:gd fmla="*/ 2112 h 6712" name="connsiteY9"/>
                <a:gd fmla="*/ 2566 w 6678" name="connsiteX10"/>
                <a:gd fmla="*/ 2683 h 6712" name="connsiteY10"/>
                <a:gd fmla="*/ 2566 w 6678" name="connsiteX11"/>
                <a:gd fmla="*/ 5350 h 6712" name="connsiteY11"/>
                <a:gd fmla="*/ 5795 w 6678" name="connsiteX12"/>
                <a:gd fmla="*/ 5550 h 6712" name="connsiteY12"/>
                <a:gd fmla="*/ 5900 w 6678" name="connsiteX13"/>
                <a:gd fmla="*/ 5446 h 6712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6712" w="6678">
                  <a:moveTo>
                    <a:pt x="5900" y="5446"/>
                  </a:moveTo>
                  <a:cubicBezTo>
                    <a:pt x="4862" y="6722"/>
                    <a:pt x="3061" y="7084"/>
                    <a:pt x="1614" y="6303"/>
                  </a:cubicBezTo>
                  <a:cubicBezTo>
                    <a:pt x="-25" y="5246"/>
                    <a:pt x="-492" y="3064"/>
                    <a:pt x="566" y="1435"/>
                  </a:cubicBezTo>
                  <a:cubicBezTo>
                    <a:pt x="623" y="1340"/>
                    <a:pt x="690" y="1245"/>
                    <a:pt x="756" y="1159"/>
                  </a:cubicBezTo>
                  <a:cubicBezTo>
                    <a:pt x="2004" y="-260"/>
                    <a:pt x="4176" y="-393"/>
                    <a:pt x="5595" y="855"/>
                  </a:cubicBezTo>
                  <a:cubicBezTo>
                    <a:pt x="5700" y="950"/>
                    <a:pt x="5805" y="1055"/>
                    <a:pt x="5900" y="1159"/>
                  </a:cubicBezTo>
                  <a:cubicBezTo>
                    <a:pt x="6938" y="2397"/>
                    <a:pt x="6938" y="4207"/>
                    <a:pt x="5900" y="5446"/>
                  </a:cubicBezTo>
                  <a:close/>
                  <a:moveTo>
                    <a:pt x="5900" y="5446"/>
                  </a:moveTo>
                  <a:cubicBezTo>
                    <a:pt x="6652" y="4493"/>
                    <a:pt x="6490" y="3121"/>
                    <a:pt x="5547" y="2369"/>
                  </a:cubicBezTo>
                  <a:cubicBezTo>
                    <a:pt x="5424" y="2264"/>
                    <a:pt x="5281" y="2178"/>
                    <a:pt x="5138" y="2112"/>
                  </a:cubicBezTo>
                  <a:cubicBezTo>
                    <a:pt x="4252" y="1712"/>
                    <a:pt x="3204" y="1940"/>
                    <a:pt x="2566" y="2683"/>
                  </a:cubicBezTo>
                  <a:cubicBezTo>
                    <a:pt x="1995" y="3483"/>
                    <a:pt x="1995" y="4550"/>
                    <a:pt x="2566" y="5350"/>
                  </a:cubicBezTo>
                  <a:cubicBezTo>
                    <a:pt x="3404" y="6293"/>
                    <a:pt x="4852" y="6379"/>
                    <a:pt x="5795" y="5550"/>
                  </a:cubicBezTo>
                  <a:cubicBezTo>
                    <a:pt x="5833" y="5512"/>
                    <a:pt x="5862" y="5484"/>
                    <a:pt x="5900" y="5446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22bd2b3e-90c8-467d-a6da-0985917ac1f5" id="275" name="任意多边形: 形状 274">
              <a:extLst>
                <a:ext uri="{FF2B5EF4-FFF2-40B4-BE49-F238E27FC236}">
                  <a16:creationId id="{4BBE7444-3B04-4BA1-B26E-9A166A7EFD80}"/>
                </a:ext>
              </a:extLst>
            </p:cNvPr>
            <p:cNvSpPr/>
            <p:nvPr/>
          </p:nvSpPr>
          <p:spPr>
            <a:xfrm rot="21190573" flipV="false" flipH="false">
              <a:off x="5971220" y="2590130"/>
              <a:ext cx="677965" cy="692827"/>
            </a:xfrm>
            <a:custGeom>
              <a:avLst/>
              <a:gdLst>
                <a:gd fmla="*/ 629793 w 629792" name="connsiteX0"/>
                <a:gd fmla="*/ 90 h 643599" name="connsiteY0"/>
                <a:gd fmla="*/ 442055 w 629792" name="connsiteX1"/>
                <a:gd fmla="*/ 118962 h 643599" name="connsiteY1"/>
                <a:gd fmla="*/ 295275 w 629792" name="connsiteX2"/>
                <a:gd fmla="*/ 294317 h 643599" name="connsiteY2"/>
                <a:gd fmla="*/ 0 w 629792" name="connsiteX3"/>
                <a:gd fmla="*/ 643599 h 643599" name="connsiteY3"/>
                <a:gd fmla="*/ 293084 w 629792" name="connsiteX4"/>
                <a:gd fmla="*/ 292698 h 643599" name="connsiteY4"/>
                <a:gd fmla="*/ 440436 w 629792" name="connsiteX5"/>
                <a:gd fmla="*/ 117914 h 643599" name="connsiteY5"/>
                <a:gd fmla="*/ 477583 w 629792" name="connsiteX6"/>
                <a:gd fmla="*/ 74480 h 643599" name="connsiteY6"/>
                <a:gd fmla="*/ 523208 w 629792" name="connsiteX7"/>
                <a:gd fmla="*/ 40000 h 643599" name="connsiteY7"/>
                <a:gd fmla="*/ 574738 w 629792" name="connsiteX8"/>
                <a:gd fmla="*/ 15235 h 643599" name="connsiteY8"/>
                <a:gd fmla="*/ 601599 w 629792" name="connsiteX9"/>
                <a:gd fmla="*/ 5710 h 643599" name="connsiteY9"/>
                <a:gd fmla="*/ 615410 w 629792" name="connsiteX10"/>
                <a:gd fmla="*/ 1804 h 643599" name="connsiteY10"/>
                <a:gd fmla="*/ 629793 w 629792" name="connsiteX11"/>
                <a:gd fmla="*/ 90 h 643599" name="connsiteY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b="b" l="l" r="r" t="t"/>
              <a:pathLst>
                <a:path h="643599" w="629792">
                  <a:moveTo>
                    <a:pt x="629793" y="90"/>
                  </a:moveTo>
                  <a:cubicBezTo>
                    <a:pt x="555974" y="14663"/>
                    <a:pt x="484537" y="54954"/>
                    <a:pt x="442055" y="118962"/>
                  </a:cubicBezTo>
                  <a:lnTo>
                    <a:pt x="295275" y="294317"/>
                  </a:lnTo>
                  <a:lnTo>
                    <a:pt x="0" y="643599"/>
                  </a:lnTo>
                  <a:lnTo>
                    <a:pt x="293084" y="292698"/>
                  </a:lnTo>
                  <a:lnTo>
                    <a:pt x="440436" y="117914"/>
                  </a:lnTo>
                  <a:cubicBezTo>
                    <a:pt x="452818" y="103436"/>
                    <a:pt x="464725" y="88672"/>
                    <a:pt x="477583" y="74480"/>
                  </a:cubicBezTo>
                  <a:cubicBezTo>
                    <a:pt x="491147" y="60955"/>
                    <a:pt x="506492" y="49353"/>
                    <a:pt x="523208" y="40000"/>
                  </a:cubicBezTo>
                  <a:cubicBezTo>
                    <a:pt x="539763" y="30508"/>
                    <a:pt x="556984" y="22231"/>
                    <a:pt x="574738" y="15235"/>
                  </a:cubicBezTo>
                  <a:cubicBezTo>
                    <a:pt x="583597" y="11806"/>
                    <a:pt x="592550" y="8472"/>
                    <a:pt x="601599" y="5710"/>
                  </a:cubicBezTo>
                  <a:cubicBezTo>
                    <a:pt x="606171" y="4281"/>
                    <a:pt x="611124" y="2947"/>
                    <a:pt x="615410" y="1804"/>
                  </a:cubicBezTo>
                  <a:cubicBezTo>
                    <a:pt x="620058" y="341"/>
                    <a:pt x="624935" y="-241"/>
                    <a:pt x="629793" y="9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f8ce72d2-c94c-47e4-88bd-a97b7bbd0644" id="276" name="任意多边形: 形状 275">
              <a:extLst>
                <a:ext uri="{FF2B5EF4-FFF2-40B4-BE49-F238E27FC236}">
                  <a16:creationId id="{FDBFB021-40FA-4491-B3A7-7FC9DCB6AE4A}"/>
                </a:ext>
              </a:extLst>
            </p:cNvPr>
            <p:cNvSpPr/>
            <p:nvPr/>
          </p:nvSpPr>
          <p:spPr>
            <a:xfrm rot="21190573" flipV="false" flipH="false">
              <a:off x="6088496" y="2582875"/>
              <a:ext cx="566753" cy="787575"/>
            </a:xfrm>
            <a:custGeom>
              <a:avLst/>
              <a:gdLst>
                <a:gd fmla="*/ 525399 w 526482" name="connsiteX0"/>
                <a:gd fmla="*/ 0 h 731615" name="connsiteY0"/>
                <a:gd fmla="*/ 526161 w 526482" name="connsiteX1"/>
                <a:gd fmla="*/ 14192 h 731615" name="connsiteY1"/>
                <a:gd fmla="*/ 524637 w 526482" name="connsiteX2"/>
                <a:gd fmla="*/ 28385 h 731615" name="connsiteY2"/>
                <a:gd fmla="*/ 519874 w 526482" name="connsiteX3"/>
                <a:gd fmla="*/ 56960 h 731615" name="connsiteY3"/>
                <a:gd fmla="*/ 504444 w 526482" name="connsiteX4"/>
                <a:gd fmla="*/ 112014 h 731615" name="connsiteY4"/>
                <a:gd fmla="*/ 478441 w 526482" name="connsiteX5"/>
                <a:gd fmla="*/ 162877 h 731615" name="connsiteY5"/>
                <a:gd fmla="*/ 441960 w 526482" name="connsiteX6"/>
                <a:gd fmla="*/ 206883 h 731615" name="connsiteY6"/>
                <a:gd fmla="*/ 295275 w 526482" name="connsiteX7"/>
                <a:gd fmla="*/ 382238 h 731615" name="connsiteY7"/>
                <a:gd fmla="*/ 0 w 526482" name="connsiteX8"/>
                <a:gd fmla="*/ 731615 h 731615" name="connsiteY8"/>
                <a:gd fmla="*/ 293180 w 526482" name="connsiteX9"/>
                <a:gd fmla="*/ 380714 h 731615" name="connsiteY9"/>
                <a:gd fmla="*/ 440722 w 526482" name="connsiteX10"/>
                <a:gd fmla="*/ 205169 h 731615" name="connsiteY10"/>
                <a:gd fmla="*/ 525399 w 526482" name="connsiteX11"/>
                <a:gd fmla="*/ 0 h 731615" name="connsiteY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b="b" l="l" r="r" t="t"/>
              <a:pathLst>
                <a:path h="731615" w="526482">
                  <a:moveTo>
                    <a:pt x="525399" y="0"/>
                  </a:moveTo>
                  <a:cubicBezTo>
                    <a:pt x="526514" y="4645"/>
                    <a:pt x="526770" y="9455"/>
                    <a:pt x="526161" y="14192"/>
                  </a:cubicBezTo>
                  <a:cubicBezTo>
                    <a:pt x="526161" y="18955"/>
                    <a:pt x="525304" y="23717"/>
                    <a:pt x="524637" y="28385"/>
                  </a:cubicBezTo>
                  <a:cubicBezTo>
                    <a:pt x="523494" y="37910"/>
                    <a:pt x="521780" y="47435"/>
                    <a:pt x="519874" y="56960"/>
                  </a:cubicBezTo>
                  <a:cubicBezTo>
                    <a:pt x="516103" y="75667"/>
                    <a:pt x="510950" y="94069"/>
                    <a:pt x="504444" y="112014"/>
                  </a:cubicBezTo>
                  <a:cubicBezTo>
                    <a:pt x="498034" y="130035"/>
                    <a:pt x="489290" y="147133"/>
                    <a:pt x="478441" y="162877"/>
                  </a:cubicBezTo>
                  <a:cubicBezTo>
                    <a:pt x="466630" y="177927"/>
                    <a:pt x="454057" y="192215"/>
                    <a:pt x="441960" y="206883"/>
                  </a:cubicBezTo>
                  <a:lnTo>
                    <a:pt x="295275" y="382238"/>
                  </a:lnTo>
                  <a:lnTo>
                    <a:pt x="0" y="731615"/>
                  </a:lnTo>
                  <a:lnTo>
                    <a:pt x="293180" y="380714"/>
                  </a:lnTo>
                  <a:lnTo>
                    <a:pt x="440722" y="205169"/>
                  </a:lnTo>
                  <a:cubicBezTo>
                    <a:pt x="496538" y="152591"/>
                    <a:pt x="523780" y="75343"/>
                    <a:pt x="525399" y="0"/>
                  </a:cubicBezTo>
                  <a:close/>
                </a:path>
              </a:pathLst>
            </a:custGeom>
            <a:solidFill>
              <a:srgbClr val="020100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2f745213-1331-4d72-8f11-dd3e8807577f" id="277" name="任意多边形: 形状 276">
              <a:extLst>
                <a:ext uri="{FF2B5EF4-FFF2-40B4-BE49-F238E27FC236}">
                  <a16:creationId id="{CA724F9F-55A6-43F4-9732-C526E650991D}"/>
                </a:ext>
              </a:extLst>
            </p:cNvPr>
            <p:cNvSpPr/>
            <p:nvPr/>
          </p:nvSpPr>
          <p:spPr>
            <a:xfrm rot="1991773" flipV="false" flipH="false">
              <a:off x="5991200" y="3357499"/>
              <a:ext cx="149086" cy="40398"/>
            </a:xfrm>
            <a:custGeom>
              <a:avLst/>
              <a:gdLst>
                <a:gd fmla="*/ 0 w 138493" name="connsiteX0"/>
                <a:gd fmla="*/ 0 h 37528" name="connsiteY0"/>
                <a:gd fmla="*/ 138494 w 138493" name="connsiteX1"/>
                <a:gd fmla="*/ 0 h 37528" name="connsiteY1"/>
                <a:gd fmla="*/ 138494 w 138493" name="connsiteX2"/>
                <a:gd fmla="*/ 37529 h 37528" name="connsiteY2"/>
                <a:gd fmla="*/ 0 w 138493" name="connsiteX3"/>
                <a:gd fmla="*/ 37529 h 37528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37528" w="138493">
                  <a:moveTo>
                    <a:pt x="0" y="0"/>
                  </a:moveTo>
                  <a:lnTo>
                    <a:pt x="138494" y="0"/>
                  </a:lnTo>
                  <a:lnTo>
                    <a:pt x="138494" y="37529"/>
                  </a:lnTo>
                  <a:lnTo>
                    <a:pt x="0" y="37529"/>
                  </a:ln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a0b13dda-a470-44e8-a987-91ad70395959" id="278" name="任意多边形: 形状 277">
              <a:extLst>
                <a:ext uri="{FF2B5EF4-FFF2-40B4-BE49-F238E27FC236}">
                  <a16:creationId id="{F6ECEDBD-B783-4928-B720-01121620F97F}"/>
                </a:ext>
              </a:extLst>
            </p:cNvPr>
            <p:cNvSpPr/>
            <p:nvPr/>
          </p:nvSpPr>
          <p:spPr>
            <a:xfrm rot="1991773" flipV="false" flipH="false">
              <a:off x="5984329" y="3392981"/>
              <a:ext cx="129707" cy="20200"/>
            </a:xfrm>
            <a:custGeom>
              <a:avLst/>
              <a:gdLst>
                <a:gd fmla="*/ 0 w 120491" name="connsiteX0"/>
                <a:gd fmla="*/ 0 h 18764" name="connsiteY0"/>
                <a:gd fmla="*/ 120491 w 120491" name="connsiteX1"/>
                <a:gd fmla="*/ 0 h 18764" name="connsiteY1"/>
                <a:gd fmla="*/ 120491 w 120491" name="connsiteX2"/>
                <a:gd fmla="*/ 18764 h 18764" name="connsiteY2"/>
                <a:gd fmla="*/ 0 w 120491" name="connsiteX3"/>
                <a:gd fmla="*/ 18764 h 18764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18764" w="120491">
                  <a:moveTo>
                    <a:pt x="0" y="0"/>
                  </a:moveTo>
                  <a:lnTo>
                    <a:pt x="120491" y="0"/>
                  </a:lnTo>
                  <a:lnTo>
                    <a:pt x="120491" y="18764"/>
                  </a:lnTo>
                  <a:lnTo>
                    <a:pt x="0" y="18764"/>
                  </a:lnTo>
                  <a:close/>
                </a:path>
              </a:pathLst>
            </a:custGeom>
            <a:solidFill>
              <a:srgbClr val="37474F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47746f1-bbce-43f1-af7c-5c22a4a39559" id="279" name="任意多边形: 形状 278">
              <a:extLst>
                <a:ext uri="{FF2B5EF4-FFF2-40B4-BE49-F238E27FC236}">
                  <a16:creationId id="{A78AFFED-7CBC-429C-B060-1F024497C8B4}"/>
                </a:ext>
              </a:extLst>
            </p:cNvPr>
            <p:cNvSpPr/>
            <p:nvPr/>
          </p:nvSpPr>
          <p:spPr>
            <a:xfrm rot="1991773" flipV="false" flipH="false">
              <a:off x="5984816" y="3410240"/>
              <a:ext cx="108995" cy="15790"/>
            </a:xfrm>
            <a:custGeom>
              <a:avLst/>
              <a:gdLst>
                <a:gd fmla="*/ 0 w 101250" name="connsiteX0"/>
                <a:gd fmla="*/ 0 h 14668" name="connsiteY0"/>
                <a:gd fmla="*/ 101251 w 101250" name="connsiteX1"/>
                <a:gd fmla="*/ 0 h 14668" name="connsiteY1"/>
                <a:gd fmla="*/ 101251 w 101250" name="connsiteX2"/>
                <a:gd fmla="*/ 14668 h 14668" name="connsiteY2"/>
                <a:gd fmla="*/ 0 w 101250" name="connsiteX3"/>
                <a:gd fmla="*/ 14668 h 14668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14668" w="101250">
                  <a:moveTo>
                    <a:pt x="0" y="0"/>
                  </a:moveTo>
                  <a:lnTo>
                    <a:pt x="101251" y="0"/>
                  </a:lnTo>
                  <a:lnTo>
                    <a:pt x="101251" y="14668"/>
                  </a:lnTo>
                  <a:lnTo>
                    <a:pt x="0" y="14668"/>
                  </a:ln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d0b10c70-2401-42b9-b69d-10ecb437f854" id="280" name="任意多边形: 形状 279">
              <a:extLst>
                <a:ext uri="{FF2B5EF4-FFF2-40B4-BE49-F238E27FC236}">
                  <a16:creationId id="{721AFC5C-B740-4AF5-9188-D704403AD6B7}"/>
                </a:ext>
              </a:extLst>
            </p:cNvPr>
            <p:cNvSpPr/>
            <p:nvPr/>
          </p:nvSpPr>
          <p:spPr>
            <a:xfrm rot="1991773" flipV="false" flipH="false">
              <a:off x="5912678" y="3464895"/>
              <a:ext cx="180463" cy="17636"/>
            </a:xfrm>
            <a:custGeom>
              <a:avLst/>
              <a:gdLst>
                <a:gd fmla="*/ 0 w 167640" name="connsiteX0"/>
                <a:gd fmla="*/ 0 h 16383" name="connsiteY0"/>
                <a:gd fmla="*/ 167640 w 167640" name="connsiteX1"/>
                <a:gd fmla="*/ 0 h 16383" name="connsiteY1"/>
                <a:gd fmla="*/ 167640 w 167640" name="connsiteX2"/>
                <a:gd fmla="*/ 16383 h 16383" name="connsiteY2"/>
                <a:gd fmla="*/ 0 w 167640" name="connsiteX3"/>
                <a:gd fmla="*/ 16383 h 16383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16383" w="167640">
                  <a:moveTo>
                    <a:pt x="0" y="0"/>
                  </a:moveTo>
                  <a:lnTo>
                    <a:pt x="167640" y="0"/>
                  </a:lnTo>
                  <a:lnTo>
                    <a:pt x="167640" y="16383"/>
                  </a:lnTo>
                  <a:lnTo>
                    <a:pt x="0" y="16383"/>
                  </a:ln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1af6fb2b-0563-4201-b450-32b23bad04a1" id="281" name="任意多边形: 形状 280">
              <a:extLst>
                <a:ext uri="{FF2B5EF4-FFF2-40B4-BE49-F238E27FC236}">
                  <a16:creationId id="{C1920618-0516-4ACB-B889-F2FFC7FB82DF}"/>
                </a:ext>
              </a:extLst>
            </p:cNvPr>
            <p:cNvSpPr/>
            <p:nvPr/>
          </p:nvSpPr>
          <p:spPr>
            <a:xfrm rot="21190573" flipV="false" flipH="false">
              <a:off x="5945168" y="3407015"/>
              <a:ext cx="126358" cy="111479"/>
            </a:xfrm>
            <a:custGeom>
              <a:avLst/>
              <a:gdLst>
                <a:gd fmla="*/ 115158 w 117380" name="connsiteX0"/>
                <a:gd fmla="*/ 103463 h 103558" name="connsiteY0"/>
                <a:gd fmla="*/ 0 w 117380" name="connsiteX1"/>
                <a:gd fmla="*/ 6784 h 103558" name="connsiteY1"/>
                <a:gd fmla="*/ 110614 w 117380" name="connsiteX2"/>
                <a:gd fmla="*/ 51228 h 103558" name="connsiteY2"/>
                <a:gd fmla="*/ 115158 w 117380" name="connsiteX3"/>
                <a:gd fmla="*/ 103558 h 103558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103558" w="117380">
                  <a:moveTo>
                    <a:pt x="115158" y="103463"/>
                  </a:moveTo>
                  <a:lnTo>
                    <a:pt x="0" y="6784"/>
                  </a:lnTo>
                  <a:cubicBezTo>
                    <a:pt x="42815" y="-11485"/>
                    <a:pt x="92345" y="8413"/>
                    <a:pt x="110614" y="51228"/>
                  </a:cubicBezTo>
                  <a:cubicBezTo>
                    <a:pt x="117663" y="67744"/>
                    <a:pt x="119253" y="86080"/>
                    <a:pt x="115158" y="103558"/>
                  </a:cubicBezTo>
                  <a:close/>
                </a:path>
              </a:pathLst>
            </a:custGeom>
            <a:solidFill>
              <a:srgbClr val="37474F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e908a1d-16ef-4804-954d-82ce5173c703" id="380" name="任意多边形: 形状 379">
              <a:extLst>
                <a:ext uri="{FF2B5EF4-FFF2-40B4-BE49-F238E27FC236}">
                  <a16:creationId id="{F11D0603-EA08-4D5D-BE79-CC349F6EF85C}"/>
                </a:ext>
              </a:extLst>
            </p:cNvPr>
            <p:cNvSpPr/>
            <p:nvPr/>
          </p:nvSpPr>
          <p:spPr>
            <a:xfrm rot="21190573" flipV="false" flipH="false">
              <a:off x="5200065" y="4827353"/>
              <a:ext cx="403479" cy="631496"/>
            </a:xfrm>
            <a:custGeom>
              <a:avLst/>
              <a:gdLst>
                <a:gd fmla="*/ 476458 w 495471" name="connsiteX0"/>
                <a:gd fmla="*/ 0 h 775474" name="connsiteY0"/>
                <a:gd fmla="*/ 495471 w 495471" name="connsiteX1"/>
                <a:gd fmla="*/ 490306 h 775474" name="connsiteY1"/>
                <a:gd fmla="*/ 133219 w 495471" name="connsiteX2"/>
                <a:gd fmla="*/ 693655 h 775474" name="connsiteY2"/>
                <a:gd fmla="*/ 113917 w 495471" name="connsiteX3"/>
                <a:gd fmla="*/ 740897 h 775474" name="connsiteY3"/>
                <a:gd fmla="*/ 99635 w 495471" name="connsiteX4"/>
                <a:gd fmla="*/ 775474 h 775474" name="connsiteY4"/>
                <a:gd fmla="*/ 81861 w 495471" name="connsiteX5"/>
                <a:gd fmla="*/ 736392 h 775474" name="connsiteY5"/>
                <a:gd fmla="*/ 187 w 495471" name="connsiteX6"/>
                <a:gd fmla="*/ 288062 h 775474" name="connsiteY6"/>
                <a:gd fmla="*/ 5793 w 495471" name="connsiteX7"/>
                <a:gd fmla="*/ 206514 h 775474" name="connsiteY7"/>
                <a:gd fmla="*/ 44038 w 495471" name="connsiteX8"/>
                <a:gd fmla="*/ 203464 h 775474" name="connsiteY8"/>
                <a:gd fmla="*/ 113324 w 495471" name="connsiteX9"/>
                <a:gd fmla="*/ 198817 h 775474" name="connsiteY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b="b" l="l" r="r" t="t"/>
              <a:pathLst>
                <a:path h="775474" w="495471">
                  <a:moveTo>
                    <a:pt x="476458" y="0"/>
                  </a:moveTo>
                  <a:lnTo>
                    <a:pt x="495471" y="490306"/>
                  </a:lnTo>
                  <a:lnTo>
                    <a:pt x="133219" y="693655"/>
                  </a:lnTo>
                  <a:cubicBezTo>
                    <a:pt x="133219" y="693655"/>
                    <a:pt x="125641" y="712361"/>
                    <a:pt x="113917" y="740897"/>
                  </a:cubicBezTo>
                  <a:lnTo>
                    <a:pt x="99635" y="775474"/>
                  </a:lnTo>
                  <a:lnTo>
                    <a:pt x="81861" y="736392"/>
                  </a:lnTo>
                  <a:cubicBezTo>
                    <a:pt x="26416" y="596984"/>
                    <a:pt x="-2625" y="445230"/>
                    <a:pt x="187" y="288062"/>
                  </a:cubicBezTo>
                  <a:lnTo>
                    <a:pt x="5793" y="206514"/>
                  </a:lnTo>
                  <a:lnTo>
                    <a:pt x="44038" y="203464"/>
                  </a:lnTo>
                  <a:cubicBezTo>
                    <a:pt x="66091" y="201871"/>
                    <a:pt x="89337" y="200328"/>
                    <a:pt x="113324" y="198817"/>
                  </a:cubicBezTo>
                  <a:close/>
                </a:path>
              </a:pathLst>
            </a:custGeom>
            <a:solidFill>
              <a:srgbClr val="FBD1CD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d96d95d3-f12a-4d0f-b97d-4893777bf725" id="379" name="任意多边形: 形状 378">
              <a:extLst>
                <a:ext uri="{FF2B5EF4-FFF2-40B4-BE49-F238E27FC236}">
                  <a16:creationId id="{E33B5307-7EB0-45E0-B5FE-2AB961D6BA5D}"/>
                </a:ext>
              </a:extLst>
            </p:cNvPr>
            <p:cNvSpPr/>
            <p:nvPr/>
          </p:nvSpPr>
          <p:spPr>
            <a:xfrm rot="21190573" flipV="false" flipH="false">
              <a:off x="5210653" y="5005866"/>
              <a:ext cx="114329" cy="468672"/>
            </a:xfrm>
            <a:custGeom>
              <a:avLst/>
              <a:gdLst>
                <a:gd fmla="*/ 117606 w 140396" name="connsiteX0"/>
                <a:gd fmla="*/ 0 h 575527" name="connsiteY0"/>
                <a:gd fmla="*/ 140396 w 140396" name="connsiteX1"/>
                <a:gd fmla="*/ 495720 h 575527" name="connsiteY1"/>
                <a:gd fmla="*/ 131961 w 140396" name="connsiteX2"/>
                <a:gd fmla="*/ 495719 h 575527" name="connsiteY2"/>
                <a:gd fmla="*/ 112638 w 140396" name="connsiteX3"/>
                <a:gd fmla="*/ 542878 h 575527" name="connsiteY3"/>
                <a:gd fmla="*/ 99122 w 140396" name="connsiteX4"/>
                <a:gd fmla="*/ 575527 h 575527" name="connsiteY4"/>
                <a:gd fmla="*/ 81862 w 140396" name="connsiteX5"/>
                <a:gd fmla="*/ 537574 h 575527" name="connsiteY5"/>
                <a:gd fmla="*/ 187 w 140396" name="connsiteX6"/>
                <a:gd fmla="*/ 89244 h 575527" name="connsiteY6"/>
                <a:gd fmla="*/ 5778 w 140396" name="connsiteX7"/>
                <a:gd fmla="*/ 7932 h 575527" name="connsiteY7"/>
                <a:gd fmla="*/ 17501 w 140396" name="connsiteX8"/>
                <a:gd fmla="*/ 6835 h 575527" name="connsiteY8"/>
                <a:gd fmla="*/ 113325 w 140396" name="connsiteX9"/>
                <a:gd fmla="*/ 0 h 575527" name="connsiteY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b="b" l="l" r="r" t="t"/>
              <a:pathLst>
                <a:path h="575527" w="140396">
                  <a:moveTo>
                    <a:pt x="117606" y="0"/>
                  </a:moveTo>
                  <a:lnTo>
                    <a:pt x="140396" y="495720"/>
                  </a:lnTo>
                  <a:lnTo>
                    <a:pt x="131961" y="495719"/>
                  </a:lnTo>
                  <a:cubicBezTo>
                    <a:pt x="131961" y="495719"/>
                    <a:pt x="124374" y="514386"/>
                    <a:pt x="112638" y="542878"/>
                  </a:cubicBezTo>
                  <a:lnTo>
                    <a:pt x="99122" y="575527"/>
                  </a:lnTo>
                  <a:lnTo>
                    <a:pt x="81862" y="537574"/>
                  </a:lnTo>
                  <a:cubicBezTo>
                    <a:pt x="26417" y="398166"/>
                    <a:pt x="-2625" y="246412"/>
                    <a:pt x="187" y="89244"/>
                  </a:cubicBezTo>
                  <a:lnTo>
                    <a:pt x="5778" y="7932"/>
                  </a:lnTo>
                  <a:lnTo>
                    <a:pt x="17501" y="6835"/>
                  </a:lnTo>
                  <a:cubicBezTo>
                    <a:pt x="47118" y="4454"/>
                    <a:pt x="79486" y="2172"/>
                    <a:pt x="113325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cb401e8-fd9d-4ca7-9373-ede6556ec375" id="378" name="任意多边形: 形状 377">
              <a:extLst>
                <a:ext uri="{FF2B5EF4-FFF2-40B4-BE49-F238E27FC236}">
                  <a16:creationId id="{6A7EE77C-8E2E-475C-8FC6-E74335E266F7}"/>
                </a:ext>
              </a:extLst>
            </p:cNvPr>
            <p:cNvSpPr/>
            <p:nvPr/>
          </p:nvSpPr>
          <p:spPr>
            <a:xfrm rot="21190573" flipV="false" flipH="false">
              <a:off x="5210653" y="5005866"/>
              <a:ext cx="114329" cy="468672"/>
            </a:xfrm>
            <a:custGeom>
              <a:avLst/>
              <a:gdLst>
                <a:gd fmla="*/ 117606 w 140396" name="connsiteX0"/>
                <a:gd fmla="*/ 0 h 575527" name="connsiteY0"/>
                <a:gd fmla="*/ 140396 w 140396" name="connsiteX1"/>
                <a:gd fmla="*/ 495720 h 575527" name="connsiteY1"/>
                <a:gd fmla="*/ 131961 w 140396" name="connsiteX2"/>
                <a:gd fmla="*/ 495719 h 575527" name="connsiteY2"/>
                <a:gd fmla="*/ 112638 w 140396" name="connsiteX3"/>
                <a:gd fmla="*/ 542878 h 575527" name="connsiteY3"/>
                <a:gd fmla="*/ 99122 w 140396" name="connsiteX4"/>
                <a:gd fmla="*/ 575527 h 575527" name="connsiteY4"/>
                <a:gd fmla="*/ 81862 w 140396" name="connsiteX5"/>
                <a:gd fmla="*/ 537574 h 575527" name="connsiteY5"/>
                <a:gd fmla="*/ 187 w 140396" name="connsiteX6"/>
                <a:gd fmla="*/ 89244 h 575527" name="connsiteY6"/>
                <a:gd fmla="*/ 5778 w 140396" name="connsiteX7"/>
                <a:gd fmla="*/ 7932 h 575527" name="connsiteY7"/>
                <a:gd fmla="*/ 17501 w 140396" name="connsiteX8"/>
                <a:gd fmla="*/ 6835 h 575527" name="connsiteY8"/>
                <a:gd fmla="*/ 113325 w 140396" name="connsiteX9"/>
                <a:gd fmla="*/ 0 h 575527" name="connsiteY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b="b" l="l" r="r" t="t"/>
              <a:pathLst>
                <a:path h="575527" w="140396">
                  <a:moveTo>
                    <a:pt x="117606" y="0"/>
                  </a:moveTo>
                  <a:lnTo>
                    <a:pt x="140396" y="495720"/>
                  </a:lnTo>
                  <a:lnTo>
                    <a:pt x="131961" y="495719"/>
                  </a:lnTo>
                  <a:cubicBezTo>
                    <a:pt x="131961" y="495719"/>
                    <a:pt x="124374" y="514386"/>
                    <a:pt x="112638" y="542878"/>
                  </a:cubicBezTo>
                  <a:lnTo>
                    <a:pt x="99122" y="575527"/>
                  </a:lnTo>
                  <a:lnTo>
                    <a:pt x="81862" y="537574"/>
                  </a:lnTo>
                  <a:cubicBezTo>
                    <a:pt x="26417" y="398166"/>
                    <a:pt x="-2625" y="246412"/>
                    <a:pt x="187" y="89244"/>
                  </a:cubicBezTo>
                  <a:lnTo>
                    <a:pt x="5778" y="7932"/>
                  </a:lnTo>
                  <a:lnTo>
                    <a:pt x="17501" y="6835"/>
                  </a:lnTo>
                  <a:cubicBezTo>
                    <a:pt x="47118" y="4454"/>
                    <a:pt x="79486" y="2172"/>
                    <a:pt x="113325" y="0"/>
                  </a:cubicBezTo>
                  <a:close/>
                </a:path>
              </a:pathLst>
            </a:custGeom>
            <a:solidFill>
              <a:srgbClr val="000000">
                <a:alpha val="40000"/>
              </a:srgbClr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d3ccf1a3-b739-46e6-a965-0b0ce8617f45" id="290" name="任意多边形: 形状 289">
              <a:extLst>
                <a:ext uri="{FF2B5EF4-FFF2-40B4-BE49-F238E27FC236}">
                  <a16:creationId id="{7BEFB7A7-02EC-4226-BB6E-89C26041DA5F}"/>
                </a:ext>
              </a:extLst>
            </p:cNvPr>
            <p:cNvSpPr/>
            <p:nvPr/>
          </p:nvSpPr>
          <p:spPr>
            <a:xfrm rot="21190573" flipV="false" flipH="false">
              <a:off x="5185439" y="3404714"/>
              <a:ext cx="1728339" cy="1857122"/>
            </a:xfrm>
            <a:custGeom>
              <a:avLst/>
              <a:gdLst>
                <a:gd fmla="*/ 0 w 1605533" name="connsiteX0"/>
                <a:gd fmla="*/ 1348359 h 1725167" name="connsiteY0"/>
                <a:gd fmla="*/ 153638 w 1605533" name="connsiteX1"/>
                <a:gd fmla="*/ 1725168 h 1725167" name="connsiteY1"/>
                <a:gd fmla="*/ 1138809 w 1605533" name="connsiteX2"/>
                <a:gd fmla="*/ 1212532 h 1725167" name="connsiteY2"/>
                <a:gd fmla="*/ 1605534 w 1605533" name="connsiteX3"/>
                <a:gd fmla="*/ 160972 h 1725167" name="connsiteY3"/>
                <a:gd fmla="*/ 1301782 w 1605533" name="connsiteX4"/>
                <a:gd fmla="*/ 0 h 1725167" name="connsiteY4"/>
                <a:gd fmla="*/ 843153 w 1605533" name="connsiteX5"/>
                <a:gd fmla="*/ 943547 h 1725167" name="connsiteY5"/>
                <a:gd fmla="*/ 0 w 1605533" name="connsiteX6"/>
                <a:gd fmla="*/ 1348359 h 1725167" name="connsiteY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b="b" l="l" r="r" t="t"/>
              <a:pathLst>
                <a:path h="1725167" w="1605533">
                  <a:moveTo>
                    <a:pt x="0" y="1348359"/>
                  </a:moveTo>
                  <a:lnTo>
                    <a:pt x="153638" y="1725168"/>
                  </a:lnTo>
                  <a:cubicBezTo>
                    <a:pt x="153638" y="1725168"/>
                    <a:pt x="966216" y="1385602"/>
                    <a:pt x="1138809" y="1212532"/>
                  </a:cubicBezTo>
                  <a:cubicBezTo>
                    <a:pt x="1291209" y="1059561"/>
                    <a:pt x="1605534" y="160972"/>
                    <a:pt x="1605534" y="160972"/>
                  </a:cubicBezTo>
                  <a:lnTo>
                    <a:pt x="1301782" y="0"/>
                  </a:lnTo>
                  <a:cubicBezTo>
                    <a:pt x="1301782" y="0"/>
                    <a:pt x="981266" y="696563"/>
                    <a:pt x="843153" y="943547"/>
                  </a:cubicBezTo>
                  <a:cubicBezTo>
                    <a:pt x="799433" y="1021842"/>
                    <a:pt x="0" y="1348359"/>
                    <a:pt x="0" y="1348359"/>
                  </a:cubicBezTo>
                  <a:close/>
                </a:path>
              </a:pathLst>
            </a:custGeom>
            <a:solidFill>
              <a:srgbClr val="37474F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56b011ef-12b3-41ac-94ac-a96fa8234055" id="291" name="任意多边形: 形状 290">
              <a:extLst>
                <a:ext uri="{FF2B5EF4-FFF2-40B4-BE49-F238E27FC236}">
                  <a16:creationId id="{E9A08EC4-A1DB-497B-9367-03E985304DA0}"/>
                </a:ext>
              </a:extLst>
            </p:cNvPr>
            <p:cNvSpPr/>
            <p:nvPr/>
          </p:nvSpPr>
          <p:spPr>
            <a:xfrm rot="21190573" flipV="false" flipH="false">
              <a:off x="6100120" y="3354134"/>
              <a:ext cx="688321" cy="888779"/>
            </a:xfrm>
            <a:custGeom>
              <a:avLst/>
              <a:gdLst>
                <a:gd fmla="*/ 639413 w 639413" name="connsiteX0"/>
                <a:gd fmla="*/ 129254 h 825627" name="connsiteY0"/>
                <a:gd fmla="*/ 0 w 639413" name="connsiteX1"/>
                <a:gd fmla="*/ 825627 h 825627" name="connsiteY1"/>
                <a:gd fmla="*/ 395573 w 639413" name="connsiteX2"/>
                <a:gd fmla="*/ 0 h 825627" name="connsiteY2"/>
                <a:gd fmla="*/ 395573 w 639413" name="connsiteX3"/>
                <a:gd fmla="*/ 0 h 825627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825627" w="639413">
                  <a:moveTo>
                    <a:pt x="639413" y="129254"/>
                  </a:moveTo>
                  <a:lnTo>
                    <a:pt x="0" y="825627"/>
                  </a:lnTo>
                  <a:cubicBezTo>
                    <a:pt x="152400" y="528352"/>
                    <a:pt x="391287" y="9334"/>
                    <a:pt x="395573" y="0"/>
                  </a:cubicBezTo>
                  <a:lnTo>
                    <a:pt x="395573" y="0"/>
                  </a:ln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e5bdae5-468f-4846-b152-3ac9009855fd" id="292" name="任意多边形: 形状 291">
              <a:extLst>
                <a:ext uri="{FF2B5EF4-FFF2-40B4-BE49-F238E27FC236}">
                  <a16:creationId id="{973EA47D-9561-4571-BE29-7F69C2E1306A}"/>
                </a:ext>
              </a:extLst>
            </p:cNvPr>
            <p:cNvSpPr/>
            <p:nvPr/>
          </p:nvSpPr>
          <p:spPr>
            <a:xfrm rot="21190573" flipV="false" flipH="false">
              <a:off x="5328148" y="3483122"/>
              <a:ext cx="1281742" cy="1391057"/>
            </a:xfrm>
            <a:custGeom>
              <a:avLst/>
              <a:gdLst>
                <a:gd fmla="*/ 1190670 w 1190669" name="connsiteX0"/>
                <a:gd fmla="*/ 0 h 1292218" name="connsiteY0"/>
                <a:gd fmla="*/ 1099706 w 1190669" name="connsiteX1"/>
                <a:gd fmla="*/ 218408 h 1292218" name="connsiteY1"/>
                <a:gd fmla="*/ 1007123 w 1190669" name="connsiteX2"/>
                <a:gd fmla="*/ 436150 h 1292218" name="connsiteY2"/>
                <a:gd fmla="*/ 753281 w 1190669" name="connsiteX3"/>
                <a:gd fmla="*/ 944023 h 1292218" name="connsiteY3"/>
                <a:gd fmla="*/ 2997 w 1190669" name="connsiteX4"/>
                <a:gd fmla="*/ 1291781 h 1292218" name="connsiteY4"/>
                <a:gd fmla="*/ 235 w 1190669" name="connsiteX5"/>
                <a:gd fmla="*/ 1289209 h 1292218" name="connsiteY5"/>
                <a:gd fmla="*/ 745947 w 1190669" name="connsiteX6"/>
                <a:gd fmla="*/ 936784 h 1292218" name="connsiteY6"/>
                <a:gd fmla="*/ 1000836 w 1190669" name="connsiteX7"/>
                <a:gd fmla="*/ 433483 h 1292218" name="connsiteY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b="b" l="l" r="r" t="t"/>
              <a:pathLst>
                <a:path h="1292218" w="1190669">
                  <a:moveTo>
                    <a:pt x="1190670" y="0"/>
                  </a:moveTo>
                  <a:lnTo>
                    <a:pt x="1099706" y="218408"/>
                  </a:lnTo>
                  <a:lnTo>
                    <a:pt x="1007123" y="436150"/>
                  </a:lnTo>
                  <a:cubicBezTo>
                    <a:pt x="944924" y="581120"/>
                    <a:pt x="780428" y="912400"/>
                    <a:pt x="753281" y="944023"/>
                  </a:cubicBezTo>
                  <a:cubicBezTo>
                    <a:pt x="717848" y="984599"/>
                    <a:pt x="73863" y="1261872"/>
                    <a:pt x="2997" y="1291781"/>
                  </a:cubicBezTo>
                  <a:cubicBezTo>
                    <a:pt x="-1194" y="1293590"/>
                    <a:pt x="235" y="1289209"/>
                    <a:pt x="235" y="1289209"/>
                  </a:cubicBezTo>
                  <a:cubicBezTo>
                    <a:pt x="235" y="1289209"/>
                    <a:pt x="724135" y="969740"/>
                    <a:pt x="745947" y="936784"/>
                  </a:cubicBezTo>
                  <a:cubicBezTo>
                    <a:pt x="772236" y="896684"/>
                    <a:pt x="937304" y="577787"/>
                    <a:pt x="1000836" y="433483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10325694-2c5a-4f2b-b297-2c915d2d5ca5" id="293" name="任意多边形: 形状 292">
              <a:extLst>
                <a:ext uri="{FF2B5EF4-FFF2-40B4-BE49-F238E27FC236}">
                  <a16:creationId id="{27BE56D5-F389-4F84-9FE8-8913E3AF89FE}"/>
                </a:ext>
              </a:extLst>
            </p:cNvPr>
            <p:cNvSpPr/>
            <p:nvPr/>
          </p:nvSpPr>
          <p:spPr>
            <a:xfrm rot="21190573" flipV="false" flipH="false">
              <a:off x="5366074" y="4918002"/>
              <a:ext cx="139351" cy="365140"/>
            </a:xfrm>
            <a:custGeom>
              <a:avLst/>
              <a:gdLst>
                <a:gd fmla="*/ 129450 w 129449" name="connsiteX0"/>
                <a:gd fmla="*/ 338487 h 339195" name="connsiteY0"/>
                <a:gd fmla="*/ 94493 w 129449" name="connsiteX1"/>
                <a:gd fmla="*/ 239046 h 339195" name="connsiteY1"/>
                <a:gd fmla="*/ 1148 w 129449" name="connsiteX2"/>
                <a:gd fmla="*/ 254 h 339195" name="connsiteY2"/>
                <a:gd fmla="*/ 5 w 129449" name="connsiteX3"/>
                <a:gd fmla="*/ 254 h 339195" name="connsiteY3"/>
                <a:gd fmla="*/ 88111 w 129449" name="connsiteX4"/>
                <a:gd fmla="*/ 241046 h 339195" name="connsiteY4"/>
                <a:gd fmla="*/ 127735 w 129449" name="connsiteX5"/>
                <a:gd fmla="*/ 338773 h 339195" name="connsiteY5"/>
                <a:gd fmla="*/ 129059 w 129449" name="connsiteX6"/>
                <a:gd fmla="*/ 339039 h 339195" name="connsiteY6"/>
                <a:gd fmla="*/ 129450 w 129449" name="connsiteX7"/>
                <a:gd fmla="*/ 338487 h 339195" name="connsiteY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b="b" l="l" r="r" t="t"/>
              <a:pathLst>
                <a:path h="339195" w="129449">
                  <a:moveTo>
                    <a:pt x="129450" y="338487"/>
                  </a:moveTo>
                  <a:cubicBezTo>
                    <a:pt x="108971" y="280479"/>
                    <a:pt x="115639" y="296862"/>
                    <a:pt x="94493" y="239046"/>
                  </a:cubicBezTo>
                  <a:cubicBezTo>
                    <a:pt x="84111" y="210471"/>
                    <a:pt x="15626" y="24828"/>
                    <a:pt x="1148" y="254"/>
                  </a:cubicBezTo>
                  <a:cubicBezTo>
                    <a:pt x="1148" y="-317"/>
                    <a:pt x="-90" y="254"/>
                    <a:pt x="5" y="254"/>
                  </a:cubicBezTo>
                  <a:cubicBezTo>
                    <a:pt x="5434" y="28353"/>
                    <a:pt x="77158" y="212947"/>
                    <a:pt x="88111" y="241046"/>
                  </a:cubicBezTo>
                  <a:cubicBezTo>
                    <a:pt x="110495" y="298196"/>
                    <a:pt x="104685" y="281718"/>
                    <a:pt x="127735" y="338773"/>
                  </a:cubicBezTo>
                  <a:cubicBezTo>
                    <a:pt x="128031" y="339211"/>
                    <a:pt x="128621" y="339325"/>
                    <a:pt x="129059" y="339039"/>
                  </a:cubicBezTo>
                  <a:cubicBezTo>
                    <a:pt x="129250" y="338906"/>
                    <a:pt x="129393" y="338715"/>
                    <a:pt x="129450" y="338487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51f42a29-2c0e-493c-a2ca-4869e582d87d" id="371" name="任意多边形: 形状 370">
              <a:extLst>
                <a:ext uri="{FF2B5EF4-FFF2-40B4-BE49-F238E27FC236}">
                  <a16:creationId id="{BF3E48C3-77A7-4E0D-99E7-29E5F4085F8C}"/>
                </a:ext>
              </a:extLst>
            </p:cNvPr>
            <p:cNvSpPr/>
            <p:nvPr/>
          </p:nvSpPr>
          <p:spPr>
            <a:xfrm rot="21190573" flipV="false" flipH="false">
              <a:off x="5088831" y="3331071"/>
              <a:ext cx="1771460" cy="1680808"/>
            </a:xfrm>
            <a:custGeom>
              <a:avLst/>
              <a:gdLst>
                <a:gd fmla="*/ 1625985 w 2175345" name="connsiteX0"/>
                <a:gd fmla="*/ 0 h 2064025" name="connsiteY0"/>
                <a:gd fmla="*/ 2175345 w 2175345" name="connsiteX1"/>
                <a:gd fmla="*/ 290733 h 2064025" name="connsiteY1"/>
                <a:gd fmla="*/ 1983706 w 2175345" name="connsiteX2"/>
                <a:gd fmla="*/ 509949 h 2064025" name="connsiteY2"/>
                <a:gd fmla="*/ 1842934 w 2175345" name="connsiteX3"/>
                <a:gd fmla="*/ 641654 h 2064025" name="connsiteY3"/>
                <a:gd fmla="*/ 1710977 w 2175345" name="connsiteX4"/>
                <a:gd fmla="*/ 633846 h 2064025" name="connsiteY4"/>
                <a:gd fmla="*/ 1080152 w 2175345" name="connsiteX5"/>
                <a:gd fmla="*/ 1422315 h 2064025" name="connsiteY5"/>
                <a:gd fmla="*/ 25475 w 2175345" name="connsiteX6"/>
                <a:gd fmla="*/ 2051334 h 2064025" name="connsiteY6"/>
                <a:gd fmla="*/ 989 w 2175345" name="connsiteX7"/>
                <a:gd fmla="*/ 2064025 h 2064025" name="connsiteY7"/>
                <a:gd fmla="*/ 0 w 2175345" name="connsiteX8"/>
                <a:gd fmla="*/ 2033470 h 2064025" name="connsiteY8"/>
                <a:gd fmla="*/ 8167 w 2175345" name="connsiteX9"/>
                <a:gd fmla="*/ 1914687 h 2064025" name="connsiteY9"/>
                <a:gd fmla="*/ 68734 w 2175345" name="connsiteX10"/>
                <a:gd fmla="*/ 1408536 h 2064025" name="connsiteY10"/>
                <a:gd fmla="*/ 184484 w 2175345" name="connsiteX11"/>
                <a:gd fmla="*/ 1343493 h 2064025" name="connsiteY11"/>
                <a:gd fmla="*/ 659224 w 2175345" name="connsiteX12"/>
                <a:gd fmla="*/ 1052885 h 2064025" name="connsiteY12"/>
                <a:gd fmla="*/ 1347339 w 2175345" name="connsiteX13"/>
                <a:gd fmla="*/ 321709 h 2064025" name="connsiteY13"/>
                <a:gd fmla="*/ 1625985 w 2175345" name="connsiteX14"/>
                <a:gd fmla="*/ 0 h 2064025" name="connsiteY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b="b" l="l" r="r" t="t"/>
              <a:pathLst>
                <a:path h="2064025" w="2175345">
                  <a:moveTo>
                    <a:pt x="1625985" y="0"/>
                  </a:moveTo>
                  <a:lnTo>
                    <a:pt x="2175345" y="290733"/>
                  </a:lnTo>
                  <a:cubicBezTo>
                    <a:pt x="2169175" y="298163"/>
                    <a:pt x="2072096" y="413499"/>
                    <a:pt x="1983706" y="509949"/>
                  </a:cubicBezTo>
                  <a:cubicBezTo>
                    <a:pt x="1919237" y="580460"/>
                    <a:pt x="1859303" y="640772"/>
                    <a:pt x="1842934" y="641654"/>
                  </a:cubicBezTo>
                  <a:cubicBezTo>
                    <a:pt x="1824299" y="642535"/>
                    <a:pt x="1739181" y="636492"/>
                    <a:pt x="1710977" y="633846"/>
                  </a:cubicBezTo>
                  <a:cubicBezTo>
                    <a:pt x="1710977" y="633846"/>
                    <a:pt x="1266881" y="1239993"/>
                    <a:pt x="1080152" y="1422315"/>
                  </a:cubicBezTo>
                  <a:cubicBezTo>
                    <a:pt x="914891" y="1584161"/>
                    <a:pt x="201292" y="1959922"/>
                    <a:pt x="25475" y="2051334"/>
                  </a:cubicBezTo>
                  <a:lnTo>
                    <a:pt x="989" y="2064025"/>
                  </a:lnTo>
                  <a:lnTo>
                    <a:pt x="0" y="2033470"/>
                  </a:lnTo>
                  <a:cubicBezTo>
                    <a:pt x="703" y="1994178"/>
                    <a:pt x="3397" y="1954548"/>
                    <a:pt x="8167" y="1914687"/>
                  </a:cubicBezTo>
                  <a:lnTo>
                    <a:pt x="68734" y="1408536"/>
                  </a:lnTo>
                  <a:lnTo>
                    <a:pt x="184484" y="1343493"/>
                  </a:lnTo>
                  <a:cubicBezTo>
                    <a:pt x="392382" y="1225733"/>
                    <a:pt x="612070" y="1096955"/>
                    <a:pt x="659224" y="1052885"/>
                  </a:cubicBezTo>
                  <a:cubicBezTo>
                    <a:pt x="805534" y="916397"/>
                    <a:pt x="1347339" y="321709"/>
                    <a:pt x="1347339" y="321709"/>
                  </a:cubicBezTo>
                  <a:cubicBezTo>
                    <a:pt x="1347339" y="321709"/>
                    <a:pt x="1481060" y="65475"/>
                    <a:pt x="1625985" y="0"/>
                  </a:cubicBezTo>
                  <a:close/>
                </a:path>
              </a:pathLst>
            </a:custGeom>
            <a:solidFill>
              <a:srgbClr val="37474F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94abc5e-34aa-42a6-89ff-4d90fc11b14a" id="304" name="任意多边形: 形状 303">
              <a:extLst>
                <a:ext uri="{FF2B5EF4-FFF2-40B4-BE49-F238E27FC236}">
                  <a16:creationId id="{91EC5EF9-97EB-4DC3-BA6E-ABD12E3D9C3C}"/>
                </a:ext>
              </a:extLst>
            </p:cNvPr>
            <p:cNvSpPr/>
            <p:nvPr/>
          </p:nvSpPr>
          <p:spPr>
            <a:xfrm rot="21190573" flipV="false" flipH="false">
              <a:off x="6235378" y="3487164"/>
              <a:ext cx="228660" cy="88493"/>
            </a:xfrm>
            <a:custGeom>
              <a:avLst/>
              <a:gdLst>
                <a:gd fmla="*/ 2268 w 212412" name="connsiteX0"/>
                <a:gd fmla="*/ 45695 h 82205" name="connsiteY0"/>
                <a:gd fmla="*/ 33795 w 212412" name="connsiteX1"/>
                <a:gd fmla="*/ 56363 h 82205" name="connsiteY1"/>
                <a:gd fmla="*/ 59132 w 212412" name="connsiteX2"/>
                <a:gd fmla="*/ 64364 h 82205" name="connsiteY2"/>
                <a:gd fmla="*/ 109043 w 212412" name="connsiteX3"/>
                <a:gd fmla="*/ 68841 h 82205" name="connsiteY3"/>
                <a:gd fmla="*/ 157239 w 212412" name="connsiteX4"/>
                <a:gd fmla="*/ 41790 h 82205" name="connsiteY4"/>
                <a:gd fmla="*/ 183052 w 212412" name="connsiteX5"/>
                <a:gd fmla="*/ 21311 h 82205" name="connsiteY5"/>
                <a:gd fmla="*/ 195720 w 212412" name="connsiteX6"/>
                <a:gd fmla="*/ 11786 h 82205" name="connsiteY6"/>
                <a:gd fmla="*/ 211151 w 212412" name="connsiteX7"/>
                <a:gd fmla="*/ 165 h 82205" name="connsiteY7"/>
                <a:gd fmla="*/ 212199 w 212412" name="connsiteX8"/>
                <a:gd fmla="*/ 1213 h 82205" name="connsiteY8"/>
                <a:gd fmla="*/ 202674 w 212412" name="connsiteX9"/>
                <a:gd fmla="*/ 10738 h 82205" name="connsiteY9"/>
                <a:gd fmla="*/ 191910 w 212412" name="connsiteX10"/>
                <a:gd fmla="*/ 21692 h 82205" name="connsiteY10"/>
                <a:gd fmla="*/ 172860 w 212412" name="connsiteX11"/>
                <a:gd fmla="*/ 40742 h 82205" name="connsiteY11"/>
                <a:gd fmla="*/ 134760 w 212412" name="connsiteX12"/>
                <a:gd fmla="*/ 72460 h 82205" name="connsiteY12"/>
                <a:gd fmla="*/ 51417 w 212412" name="connsiteX13"/>
                <a:gd fmla="*/ 72460 h 82205" name="connsiteY13"/>
                <a:gd fmla="*/ 28557 w 212412" name="connsiteX14"/>
                <a:gd fmla="*/ 62935 h 82205" name="connsiteY14"/>
                <a:gd fmla="*/ 839 w 212412" name="connsiteX15"/>
                <a:gd fmla="*/ 48457 h 82205" name="connsiteY15"/>
                <a:gd fmla="*/ 172 w 212412" name="connsiteX16"/>
                <a:gd fmla="*/ 46362 h 82205" name="connsiteY16"/>
                <a:gd fmla="*/ 2268 w 212412" name="connsiteX17"/>
                <a:gd fmla="*/ 45695 h 82205" name="connsiteY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b="b" l="l" r="r" t="t"/>
              <a:pathLst>
                <a:path h="82205" w="212412">
                  <a:moveTo>
                    <a:pt x="2268" y="45695"/>
                  </a:moveTo>
                  <a:cubicBezTo>
                    <a:pt x="12936" y="48267"/>
                    <a:pt x="23413" y="52839"/>
                    <a:pt x="33795" y="56363"/>
                  </a:cubicBezTo>
                  <a:cubicBezTo>
                    <a:pt x="42177" y="59316"/>
                    <a:pt x="50560" y="61983"/>
                    <a:pt x="59132" y="64364"/>
                  </a:cubicBezTo>
                  <a:cubicBezTo>
                    <a:pt x="75239" y="69498"/>
                    <a:pt x="92279" y="71031"/>
                    <a:pt x="109043" y="68841"/>
                  </a:cubicBezTo>
                  <a:cubicBezTo>
                    <a:pt x="127121" y="64011"/>
                    <a:pt x="143704" y="54715"/>
                    <a:pt x="157239" y="41790"/>
                  </a:cubicBezTo>
                  <a:cubicBezTo>
                    <a:pt x="165717" y="34836"/>
                    <a:pt x="174385" y="27978"/>
                    <a:pt x="183052" y="21311"/>
                  </a:cubicBezTo>
                  <a:lnTo>
                    <a:pt x="195720" y="11786"/>
                  </a:lnTo>
                  <a:cubicBezTo>
                    <a:pt x="201121" y="8271"/>
                    <a:pt x="206274" y="4385"/>
                    <a:pt x="211151" y="165"/>
                  </a:cubicBezTo>
                  <a:cubicBezTo>
                    <a:pt x="211818" y="-406"/>
                    <a:pt x="212866" y="642"/>
                    <a:pt x="212199" y="1213"/>
                  </a:cubicBezTo>
                  <a:cubicBezTo>
                    <a:pt x="208827" y="4185"/>
                    <a:pt x="205645" y="7366"/>
                    <a:pt x="202674" y="10738"/>
                  </a:cubicBezTo>
                  <a:lnTo>
                    <a:pt x="191910" y="21692"/>
                  </a:lnTo>
                  <a:cubicBezTo>
                    <a:pt x="185434" y="28074"/>
                    <a:pt x="179052" y="34551"/>
                    <a:pt x="172860" y="40742"/>
                  </a:cubicBezTo>
                  <a:cubicBezTo>
                    <a:pt x="161459" y="52782"/>
                    <a:pt x="148667" y="63430"/>
                    <a:pt x="134760" y="72460"/>
                  </a:cubicBezTo>
                  <a:cubicBezTo>
                    <a:pt x="108567" y="87510"/>
                    <a:pt x="78468" y="83223"/>
                    <a:pt x="51417" y="72460"/>
                  </a:cubicBezTo>
                  <a:cubicBezTo>
                    <a:pt x="43701" y="69603"/>
                    <a:pt x="36082" y="66174"/>
                    <a:pt x="28557" y="62935"/>
                  </a:cubicBezTo>
                  <a:cubicBezTo>
                    <a:pt x="18908" y="58935"/>
                    <a:pt x="9640" y="54086"/>
                    <a:pt x="839" y="48457"/>
                  </a:cubicBezTo>
                  <a:cubicBezTo>
                    <a:pt x="77" y="48067"/>
                    <a:pt x="-218" y="47124"/>
                    <a:pt x="172" y="46362"/>
                  </a:cubicBezTo>
                  <a:cubicBezTo>
                    <a:pt x="563" y="45600"/>
                    <a:pt x="1506" y="45304"/>
                    <a:pt x="2268" y="45695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ba2b441-a893-4e87-81c2-0711274e385a" id="305" name="任意多边形: 形状 304">
              <a:extLst>
                <a:ext uri="{FF2B5EF4-FFF2-40B4-BE49-F238E27FC236}">
                  <a16:creationId id="{5854D1E9-E4CA-4A87-97BC-B1FDA118ABE3}"/>
                </a:ext>
              </a:extLst>
            </p:cNvPr>
            <p:cNvSpPr/>
            <p:nvPr/>
          </p:nvSpPr>
          <p:spPr>
            <a:xfrm rot="21190573" flipV="false" flipH="false">
              <a:off x="6439536" y="3779971"/>
              <a:ext cx="148523" cy="13696"/>
            </a:xfrm>
            <a:custGeom>
              <a:avLst/>
              <a:gdLst>
                <a:gd fmla="*/ 135350 w 137970" name="connsiteX0"/>
                <a:gd fmla="*/ 7389 h 12723" name="connsiteY0"/>
                <a:gd fmla="*/ 1333 w 137970" name="connsiteX1"/>
                <a:gd fmla="*/ 531 h 12723" name="connsiteY1"/>
                <a:gd fmla="*/ 0 w 137970" name="connsiteX2"/>
                <a:gd fmla="*/ 1864 h 12723" name="connsiteY2"/>
                <a:gd fmla="*/ 1333 w 137970" name="connsiteX3"/>
                <a:gd fmla="*/ 3198 h 12723" name="connsiteY3"/>
                <a:gd fmla="*/ 135255 w 137970" name="connsiteX4"/>
                <a:gd fmla="*/ 12723 h 12723" name="connsiteY4"/>
                <a:gd fmla="*/ 137969 w 137970" name="connsiteX5"/>
                <a:gd fmla="*/ 10104 h 12723" name="connsiteY5"/>
                <a:gd fmla="*/ 135350 w 137970" name="connsiteX6"/>
                <a:gd fmla="*/ 7389 h 12723" name="connsiteY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b="b" l="l" r="r" t="t"/>
              <a:pathLst>
                <a:path h="12723" w="137970">
                  <a:moveTo>
                    <a:pt x="135350" y="7389"/>
                  </a:moveTo>
                  <a:cubicBezTo>
                    <a:pt x="90964" y="1150"/>
                    <a:pt x="46120" y="-1146"/>
                    <a:pt x="1333" y="531"/>
                  </a:cubicBezTo>
                  <a:cubicBezTo>
                    <a:pt x="600" y="531"/>
                    <a:pt x="0" y="1131"/>
                    <a:pt x="0" y="1864"/>
                  </a:cubicBezTo>
                  <a:cubicBezTo>
                    <a:pt x="0" y="2598"/>
                    <a:pt x="600" y="3198"/>
                    <a:pt x="1333" y="3198"/>
                  </a:cubicBezTo>
                  <a:cubicBezTo>
                    <a:pt x="45815" y="6913"/>
                    <a:pt x="90583" y="11580"/>
                    <a:pt x="135255" y="12723"/>
                  </a:cubicBezTo>
                  <a:cubicBezTo>
                    <a:pt x="136731" y="12751"/>
                    <a:pt x="137941" y="11580"/>
                    <a:pt x="137969" y="10104"/>
                  </a:cubicBezTo>
                  <a:cubicBezTo>
                    <a:pt x="137998" y="8627"/>
                    <a:pt x="136827" y="7417"/>
                    <a:pt x="135350" y="7389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69e6202d-c4b7-40c8-a721-d36a666029b6" id="306" name="任意多边形: 形状 305">
              <a:extLst>
                <a:ext uri="{FF2B5EF4-FFF2-40B4-BE49-F238E27FC236}">
                  <a16:creationId id="{5F14EC00-9535-430C-BE30-4A81C10482DD}"/>
                </a:ext>
              </a:extLst>
            </p:cNvPr>
            <p:cNvSpPr/>
            <p:nvPr/>
          </p:nvSpPr>
          <p:spPr>
            <a:xfrm rot="21190573" flipV="false" flipH="false">
              <a:off x="6510130" y="3482733"/>
              <a:ext cx="208712" cy="263020"/>
            </a:xfrm>
            <a:custGeom>
              <a:avLst/>
              <a:gdLst>
                <a:gd fmla="*/ 193786 w 193883" name="connsiteX0"/>
                <a:gd fmla="*/ 28942 h 244331" name="connsiteY0"/>
                <a:gd fmla="*/ 191595 w 193883" name="connsiteX1"/>
                <a:gd fmla="*/ 27513 h 244331" name="connsiteY1"/>
                <a:gd fmla="*/ 121396 w 193883" name="connsiteX2"/>
                <a:gd fmla="*/ 145337 h 244331" name="connsiteY2"/>
                <a:gd fmla="*/ 11763 w 193883" name="connsiteX3"/>
                <a:gd fmla="*/ 233634 h 244331" name="connsiteY3"/>
                <a:gd fmla="*/ 10620 w 193883" name="connsiteX4"/>
                <a:gd fmla="*/ 214108 h 244331" name="connsiteY4"/>
                <a:gd fmla="*/ 31671 w 193883" name="connsiteX5"/>
                <a:gd fmla="*/ 184771 h 244331" name="connsiteY5"/>
                <a:gd fmla="*/ 74438 w 193883" name="connsiteX6"/>
                <a:gd fmla="*/ 124096 h 244331" name="connsiteY6"/>
                <a:gd fmla="*/ 137779 w 193883" name="connsiteX7"/>
                <a:gd fmla="*/ 1414 h 244331" name="connsiteY7"/>
                <a:gd fmla="*/ 136731 w 193883" name="connsiteX8"/>
                <a:gd fmla="*/ 14 h 244331" name="connsiteY8"/>
                <a:gd fmla="*/ 135588 w 193883" name="connsiteX9"/>
                <a:gd fmla="*/ 462 h 244331" name="connsiteY9"/>
                <a:gd fmla="*/ 36528 w 193883" name="connsiteX10"/>
                <a:gd fmla="*/ 163625 h 244331" name="connsiteY10"/>
                <a:gd fmla="*/ 9192 w 193883" name="connsiteX11"/>
                <a:gd fmla="*/ 240492 h 244331" name="connsiteY11"/>
                <a:gd fmla="*/ 103203 w 193883" name="connsiteX12"/>
                <a:gd fmla="*/ 185342 h 244331" name="connsiteY12"/>
                <a:gd fmla="*/ 193786 w 193883" name="connsiteX13"/>
                <a:gd fmla="*/ 28942 h 244331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244331" w="193883">
                  <a:moveTo>
                    <a:pt x="193786" y="28942"/>
                  </a:moveTo>
                  <a:cubicBezTo>
                    <a:pt x="194358" y="27608"/>
                    <a:pt x="192262" y="26179"/>
                    <a:pt x="191595" y="27513"/>
                  </a:cubicBezTo>
                  <a:cubicBezTo>
                    <a:pt x="170193" y="67947"/>
                    <a:pt x="146761" y="107266"/>
                    <a:pt x="121396" y="145337"/>
                  </a:cubicBezTo>
                  <a:cubicBezTo>
                    <a:pt x="109776" y="163149"/>
                    <a:pt x="40148" y="258304"/>
                    <a:pt x="11763" y="233634"/>
                  </a:cubicBezTo>
                  <a:cubicBezTo>
                    <a:pt x="7001" y="229443"/>
                    <a:pt x="7096" y="222680"/>
                    <a:pt x="10620" y="214108"/>
                  </a:cubicBezTo>
                  <a:cubicBezTo>
                    <a:pt x="16364" y="203478"/>
                    <a:pt x="23441" y="193619"/>
                    <a:pt x="31671" y="184771"/>
                  </a:cubicBezTo>
                  <a:cubicBezTo>
                    <a:pt x="46625" y="165054"/>
                    <a:pt x="61008" y="144956"/>
                    <a:pt x="74438" y="124096"/>
                  </a:cubicBezTo>
                  <a:cubicBezTo>
                    <a:pt x="99737" y="85501"/>
                    <a:pt x="120958" y="44391"/>
                    <a:pt x="137779" y="1414"/>
                  </a:cubicBezTo>
                  <a:cubicBezTo>
                    <a:pt x="137875" y="738"/>
                    <a:pt x="137408" y="109"/>
                    <a:pt x="136731" y="14"/>
                  </a:cubicBezTo>
                  <a:cubicBezTo>
                    <a:pt x="136293" y="-53"/>
                    <a:pt x="135865" y="119"/>
                    <a:pt x="135588" y="462"/>
                  </a:cubicBezTo>
                  <a:cubicBezTo>
                    <a:pt x="106709" y="57259"/>
                    <a:pt x="73590" y="111800"/>
                    <a:pt x="36528" y="163625"/>
                  </a:cubicBezTo>
                  <a:cubicBezTo>
                    <a:pt x="18241" y="188295"/>
                    <a:pt x="-16621" y="221442"/>
                    <a:pt x="9192" y="240492"/>
                  </a:cubicBezTo>
                  <a:cubicBezTo>
                    <a:pt x="35004" y="259542"/>
                    <a:pt x="89869" y="202392"/>
                    <a:pt x="103203" y="185342"/>
                  </a:cubicBezTo>
                  <a:cubicBezTo>
                    <a:pt x="140018" y="137336"/>
                    <a:pt x="170460" y="84758"/>
                    <a:pt x="193786" y="28942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78dd0a4f-3757-4b39-8bdd-9de70384a3ab" id="307" name="任意多边形: 形状 306">
              <a:extLst>
                <a:ext uri="{FF2B5EF4-FFF2-40B4-BE49-F238E27FC236}">
                  <a16:creationId id="{1B347340-6281-4CAB-A380-2E041DFB2D61}"/>
                </a:ext>
              </a:extLst>
            </p:cNvPr>
            <p:cNvSpPr/>
            <p:nvPr/>
          </p:nvSpPr>
          <p:spPr>
            <a:xfrm rot="21190573" flipV="false" flipH="false">
              <a:off x="6506357" y="3748116"/>
              <a:ext cx="40702" cy="39057"/>
            </a:xfrm>
            <a:custGeom>
              <a:avLst/>
              <a:gdLst>
                <a:gd fmla="*/ 31051 w 37810" name="connsiteX0"/>
                <a:gd fmla="*/ 1044 h 36282" name="connsiteY0"/>
                <a:gd fmla="*/ 12477 w 37810" name="connsiteX1"/>
                <a:gd fmla="*/ 18570 h 36282" name="connsiteY1"/>
                <a:gd fmla="*/ 94 w 37810" name="connsiteX2"/>
                <a:gd fmla="*/ 34477 h 36282" name="connsiteY2"/>
                <a:gd fmla="*/ 2095 w 37810" name="connsiteX3"/>
                <a:gd fmla="*/ 36192 h 36282" name="connsiteY3"/>
                <a:gd fmla="*/ 18668 w 37810" name="connsiteX4"/>
                <a:gd fmla="*/ 23047 h 36282" name="connsiteY4"/>
                <a:gd fmla="*/ 36480 w 37810" name="connsiteX5"/>
                <a:gd fmla="*/ 7045 h 36282" name="connsiteY5"/>
                <a:gd fmla="*/ 36766 w 37810" name="connsiteX6"/>
                <a:gd fmla="*/ 1330 h 36282" name="connsiteY6"/>
                <a:gd fmla="*/ 31051 w 37810" name="connsiteX7"/>
                <a:gd fmla="*/ 1044 h 36282" name="connsiteY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b="b" l="l" r="r" t="t"/>
              <a:pathLst>
                <a:path h="36282" w="37810">
                  <a:moveTo>
                    <a:pt x="31051" y="1044"/>
                  </a:moveTo>
                  <a:cubicBezTo>
                    <a:pt x="24469" y="6464"/>
                    <a:pt x="18268" y="12322"/>
                    <a:pt x="12477" y="18570"/>
                  </a:cubicBezTo>
                  <a:cubicBezTo>
                    <a:pt x="7391" y="23047"/>
                    <a:pt x="3190" y="28448"/>
                    <a:pt x="94" y="34477"/>
                  </a:cubicBezTo>
                  <a:cubicBezTo>
                    <a:pt x="-382" y="35715"/>
                    <a:pt x="1047" y="36573"/>
                    <a:pt x="2095" y="36192"/>
                  </a:cubicBezTo>
                  <a:cubicBezTo>
                    <a:pt x="8248" y="32667"/>
                    <a:pt x="13830" y="28229"/>
                    <a:pt x="18668" y="23047"/>
                  </a:cubicBezTo>
                  <a:cubicBezTo>
                    <a:pt x="24669" y="17713"/>
                    <a:pt x="30765" y="12570"/>
                    <a:pt x="36480" y="7045"/>
                  </a:cubicBezTo>
                  <a:cubicBezTo>
                    <a:pt x="38137" y="5550"/>
                    <a:pt x="38261" y="2988"/>
                    <a:pt x="36766" y="1330"/>
                  </a:cubicBezTo>
                  <a:cubicBezTo>
                    <a:pt x="35270" y="-327"/>
                    <a:pt x="32708" y="-451"/>
                    <a:pt x="31051" y="1044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df6af2e-252a-4003-9da7-15c61f60844f" id="381" name="任意多边形: 形状 380">
              <a:extLst>
                <a:ext uri="{FF2B5EF4-FFF2-40B4-BE49-F238E27FC236}">
                  <a16:creationId id="{E1B4728E-1350-4C98-84A2-DC5625780E63}"/>
                </a:ext>
              </a:extLst>
            </p:cNvPr>
            <p:cNvSpPr/>
            <p:nvPr/>
          </p:nvSpPr>
          <p:spPr>
            <a:xfrm rot="21190573" flipV="false" flipH="false">
              <a:off x="5110509" y="3391054"/>
              <a:ext cx="1279453" cy="1213183"/>
            </a:xfrm>
            <a:custGeom>
              <a:avLst/>
              <a:gdLst>
                <a:gd fmla="*/ 1568275 w 1571163" name="connsiteX0"/>
                <a:gd fmla="*/ 499 h 1489783" name="connsiteY0"/>
                <a:gd fmla="*/ 1570667 w 1571163" name="connsiteX1"/>
                <a:gd fmla="*/ 2764 h 1489783" name="connsiteY1"/>
                <a:gd fmla="*/ 1431281 w 1571163" name="connsiteX2"/>
                <a:gd fmla="*/ 180428 h 1489783" name="connsiteY2"/>
                <a:gd fmla="*/ 1389729 w 1571163" name="connsiteX3"/>
                <a:gd fmla="*/ 283173 h 1489783" name="connsiteY3"/>
                <a:gd fmla="*/ 1322241 w 1571163" name="connsiteX4"/>
                <a:gd fmla="*/ 370558 h 1489783" name="connsiteY4"/>
                <a:gd fmla="*/ 1012493 w 1571163" name="connsiteX5"/>
                <a:gd fmla="*/ 715056 h 1489783" name="connsiteY5"/>
                <a:gd fmla="*/ 661321 w 1571163" name="connsiteX6"/>
                <a:gd fmla="*/ 1082722 h 1489783" name="connsiteY6"/>
                <a:gd fmla="*/ 36475 w 1571163" name="connsiteX7"/>
                <a:gd fmla="*/ 1468369 h 1489783" name="connsiteY7"/>
                <a:gd fmla="*/ 0 w 1571163" name="connsiteX8"/>
                <a:gd fmla="*/ 1489783 h 1489783" name="connsiteY8"/>
                <a:gd fmla="*/ 823 w 1571163" name="connsiteX9"/>
                <a:gd fmla="*/ 1482904 h 1489783" name="connsiteY9"/>
                <a:gd fmla="*/ 80545 w 1571163" name="connsiteX10"/>
                <a:gd fmla="*/ 1433761 h 1489783" name="connsiteY10"/>
                <a:gd fmla="*/ 646464 w 1571163" name="connsiteX11"/>
                <a:gd fmla="*/ 1077558 h 1489783" name="connsiteY11"/>
                <a:gd fmla="*/ 967291 w 1571163" name="connsiteX12"/>
                <a:gd fmla="*/ 746408 h 1489783" name="connsiteY12"/>
                <a:gd fmla="*/ 1277037 w 1571163" name="connsiteX13"/>
                <a:gd fmla="*/ 404806 h 1489783" name="connsiteY13"/>
                <a:gd fmla="*/ 1352585 w 1571163" name="connsiteX14"/>
                <a:gd fmla="*/ 317547 h 1489783" name="connsiteY14"/>
                <a:gd fmla="*/ 1406477 w 1571163" name="connsiteX15"/>
                <a:gd fmla="*/ 215684 h 1489783" name="connsiteY15"/>
                <a:gd fmla="*/ 1455960 w 1571163" name="connsiteX16"/>
                <a:gd fmla="*/ 120494 h 1489783" name="connsiteY16"/>
                <a:gd fmla="*/ 1527228 w 1571163" name="connsiteX17"/>
                <a:gd fmla="*/ 39658 h 1489783" name="connsiteY17"/>
                <a:gd fmla="*/ 1568275 w 1571163" name="connsiteX18"/>
                <a:gd fmla="*/ 499 h 1489783" name="connsiteY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b="b" l="l" r="r" t="t"/>
              <a:pathLst>
                <a:path h="1489783" w="1571163">
                  <a:moveTo>
                    <a:pt x="1568275" y="499"/>
                  </a:moveTo>
                  <a:cubicBezTo>
                    <a:pt x="1569911" y="-1012"/>
                    <a:pt x="1572178" y="1253"/>
                    <a:pt x="1570667" y="2764"/>
                  </a:cubicBezTo>
                  <a:cubicBezTo>
                    <a:pt x="1517280" y="56404"/>
                    <a:pt x="1462886" y="110546"/>
                    <a:pt x="1431281" y="180428"/>
                  </a:cubicBezTo>
                  <a:cubicBezTo>
                    <a:pt x="1416046" y="214173"/>
                    <a:pt x="1407609" y="250688"/>
                    <a:pt x="1389729" y="283173"/>
                  </a:cubicBezTo>
                  <a:cubicBezTo>
                    <a:pt x="1370364" y="314589"/>
                    <a:pt x="1347738" y="343876"/>
                    <a:pt x="1322241" y="370558"/>
                  </a:cubicBezTo>
                  <a:cubicBezTo>
                    <a:pt x="1221005" y="487152"/>
                    <a:pt x="1117756" y="601985"/>
                    <a:pt x="1012493" y="715056"/>
                  </a:cubicBezTo>
                  <a:cubicBezTo>
                    <a:pt x="907357" y="828378"/>
                    <a:pt x="770110" y="973051"/>
                    <a:pt x="661321" y="1082722"/>
                  </a:cubicBezTo>
                  <a:cubicBezTo>
                    <a:pt x="621658" y="1122667"/>
                    <a:pt x="234594" y="1351931"/>
                    <a:pt x="36475" y="1468369"/>
                  </a:cubicBezTo>
                  <a:lnTo>
                    <a:pt x="0" y="1489783"/>
                  </a:lnTo>
                  <a:lnTo>
                    <a:pt x="823" y="1482904"/>
                  </a:lnTo>
                  <a:lnTo>
                    <a:pt x="80545" y="1433761"/>
                  </a:lnTo>
                  <a:cubicBezTo>
                    <a:pt x="290397" y="1305643"/>
                    <a:pt x="606328" y="1117977"/>
                    <a:pt x="646464" y="1077558"/>
                  </a:cubicBezTo>
                  <a:cubicBezTo>
                    <a:pt x="755089" y="968933"/>
                    <a:pt x="862027" y="858558"/>
                    <a:pt x="967291" y="746408"/>
                  </a:cubicBezTo>
                  <a:cubicBezTo>
                    <a:pt x="1072554" y="634257"/>
                    <a:pt x="1175804" y="520393"/>
                    <a:pt x="1277037" y="404806"/>
                  </a:cubicBezTo>
                  <a:cubicBezTo>
                    <a:pt x="1302220" y="375971"/>
                    <a:pt x="1328536" y="347515"/>
                    <a:pt x="1352585" y="317547"/>
                  </a:cubicBezTo>
                  <a:cubicBezTo>
                    <a:pt x="1376118" y="286849"/>
                    <a:pt x="1394338" y="252413"/>
                    <a:pt x="1406477" y="215684"/>
                  </a:cubicBezTo>
                  <a:cubicBezTo>
                    <a:pt x="1418211" y="181700"/>
                    <a:pt x="1434882" y="149618"/>
                    <a:pt x="1455960" y="120494"/>
                  </a:cubicBezTo>
                  <a:cubicBezTo>
                    <a:pt x="1477604" y="91760"/>
                    <a:pt x="1501427" y="64739"/>
                    <a:pt x="1527228" y="39658"/>
                  </a:cubicBezTo>
                  <a:cubicBezTo>
                    <a:pt x="1540699" y="26311"/>
                    <a:pt x="1554424" y="13341"/>
                    <a:pt x="1568275" y="499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10724fb2-cdec-4ae0-8ed1-7320a04a2c7a" id="309" name="任意多边形: 形状 308">
              <a:extLst>
                <a:ext uri="{FF2B5EF4-FFF2-40B4-BE49-F238E27FC236}">
                  <a16:creationId id="{27489326-035A-4452-9BF5-D39C5811E631}"/>
                </a:ext>
              </a:extLst>
            </p:cNvPr>
            <p:cNvSpPr/>
            <p:nvPr/>
          </p:nvSpPr>
          <p:spPr>
            <a:xfrm rot="21190573" flipV="false" flipH="false">
              <a:off x="5272888" y="4567230"/>
              <a:ext cx="727387" cy="431982"/>
            </a:xfrm>
            <a:custGeom>
              <a:avLst/>
              <a:gdLst>
                <a:gd fmla="*/ 0 w 675703" name="connsiteX0"/>
                <a:gd fmla="*/ 401288 h 401288" name="connsiteY0"/>
                <a:gd fmla="*/ 171450 w 675703" name="connsiteX1"/>
                <a:gd fmla="*/ 304800 h 401288" name="connsiteY1"/>
                <a:gd fmla="*/ 342424 w 675703" name="connsiteX2"/>
                <a:gd fmla="*/ 207645 h 401288" name="connsiteY2"/>
                <a:gd fmla="*/ 511778 w 675703" name="connsiteX3"/>
                <a:gd fmla="*/ 108013 h 401288" name="connsiteY3"/>
                <a:gd fmla="*/ 553688 w 675703" name="connsiteX4"/>
                <a:gd fmla="*/ 82391 h 401288" name="connsiteY4"/>
                <a:gd fmla="*/ 595027 w 675703" name="connsiteX5"/>
                <a:gd fmla="*/ 55816 h 401288" name="connsiteY5"/>
                <a:gd fmla="*/ 635889 w 675703" name="connsiteX6"/>
                <a:gd fmla="*/ 28575 h 401288" name="connsiteY6"/>
                <a:gd fmla="*/ 675704 w 675703" name="connsiteX7"/>
                <a:gd fmla="*/ 0 h 401288" name="connsiteY7"/>
                <a:gd fmla="*/ 515684 w 675703" name="connsiteX8"/>
                <a:gd fmla="*/ 114300 h 401288" name="connsiteY8"/>
                <a:gd fmla="*/ 347091 w 675703" name="connsiteX9"/>
                <a:gd fmla="*/ 216027 h 401288" name="connsiteY9"/>
                <a:gd fmla="*/ 174974 w 675703" name="connsiteX10"/>
                <a:gd fmla="*/ 311277 h 401288" name="connsiteY10"/>
                <a:gd fmla="*/ 0 w 675703" name="connsiteX11"/>
                <a:gd fmla="*/ 401288 h 401288" name="connsiteY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b="b" l="l" r="r" t="t"/>
              <a:pathLst>
                <a:path h="401288" w="675703">
                  <a:moveTo>
                    <a:pt x="0" y="401288"/>
                  </a:moveTo>
                  <a:lnTo>
                    <a:pt x="171450" y="304800"/>
                  </a:lnTo>
                  <a:cubicBezTo>
                    <a:pt x="228600" y="272605"/>
                    <a:pt x="285750" y="240602"/>
                    <a:pt x="342424" y="207645"/>
                  </a:cubicBezTo>
                  <a:cubicBezTo>
                    <a:pt x="399097" y="174688"/>
                    <a:pt x="455771" y="141827"/>
                    <a:pt x="511778" y="108013"/>
                  </a:cubicBezTo>
                  <a:lnTo>
                    <a:pt x="553688" y="82391"/>
                  </a:lnTo>
                  <a:lnTo>
                    <a:pt x="595027" y="55816"/>
                  </a:lnTo>
                  <a:cubicBezTo>
                    <a:pt x="608838" y="47054"/>
                    <a:pt x="622268" y="37624"/>
                    <a:pt x="635889" y="28575"/>
                  </a:cubicBezTo>
                  <a:cubicBezTo>
                    <a:pt x="649510" y="19526"/>
                    <a:pt x="662368" y="9525"/>
                    <a:pt x="675704" y="0"/>
                  </a:cubicBezTo>
                  <a:cubicBezTo>
                    <a:pt x="625059" y="41738"/>
                    <a:pt x="571595" y="79934"/>
                    <a:pt x="515684" y="114300"/>
                  </a:cubicBezTo>
                  <a:cubicBezTo>
                    <a:pt x="460248" y="149543"/>
                    <a:pt x="403860" y="182975"/>
                    <a:pt x="347091" y="216027"/>
                  </a:cubicBezTo>
                  <a:cubicBezTo>
                    <a:pt x="290322" y="249079"/>
                    <a:pt x="232791" y="280416"/>
                    <a:pt x="174974" y="311277"/>
                  </a:cubicBezTo>
                  <a:cubicBezTo>
                    <a:pt x="117158" y="342138"/>
                    <a:pt x="58960" y="372428"/>
                    <a:pt x="0" y="401288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4aa89e2-2399-48c9-9631-a57e9c512011" id="310" name="任意多边形: 形状 309">
              <a:extLst>
                <a:ext uri="{FF2B5EF4-FFF2-40B4-BE49-F238E27FC236}">
                  <a16:creationId id="{72736810-1C81-4E37-B8AE-D321185FA0E1}"/>
                </a:ext>
              </a:extLst>
            </p:cNvPr>
            <p:cNvSpPr/>
            <p:nvPr/>
          </p:nvSpPr>
          <p:spPr>
            <a:xfrm rot="21190573" flipV="false" flipH="false">
              <a:off x="6202052" y="2731983"/>
              <a:ext cx="690792" cy="866771"/>
            </a:xfrm>
            <a:custGeom>
              <a:avLst/>
              <a:gdLst>
                <a:gd fmla="*/ 30 w 641709" name="connsiteX0"/>
                <a:gd fmla="*/ 536770 h 805184" name="connsiteY0"/>
                <a:gd fmla="*/ 522381 w 641709" name="connsiteX1"/>
                <a:gd fmla="*/ 805184 h 805184" name="connsiteY1"/>
                <a:gd fmla="*/ 640396 w 641709" name="connsiteX2"/>
                <a:gd fmla="*/ 143006 h 805184" name="connsiteY2"/>
                <a:gd fmla="*/ 493235 w 641709" name="connsiteX3"/>
                <a:gd fmla="*/ 4703 h 805184" name="connsiteY3"/>
                <a:gd fmla="*/ 30 w 641709" name="connsiteX4"/>
                <a:gd fmla="*/ 536770 h 805184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805184" w="641709">
                  <a:moveTo>
                    <a:pt x="30" y="536770"/>
                  </a:moveTo>
                  <a:cubicBezTo>
                    <a:pt x="888" y="538675"/>
                    <a:pt x="522381" y="805184"/>
                    <a:pt x="522381" y="805184"/>
                  </a:cubicBezTo>
                  <a:cubicBezTo>
                    <a:pt x="531906" y="798802"/>
                    <a:pt x="655731" y="334459"/>
                    <a:pt x="640396" y="143006"/>
                  </a:cubicBezTo>
                  <a:cubicBezTo>
                    <a:pt x="634014" y="63472"/>
                    <a:pt x="558481" y="-21014"/>
                    <a:pt x="493235" y="4703"/>
                  </a:cubicBezTo>
                  <a:cubicBezTo>
                    <a:pt x="268254" y="93381"/>
                    <a:pt x="-3303" y="530007"/>
                    <a:pt x="30" y="53677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3330be1c-bd10-46d4-8b9d-9c177c57b948" id="311" name="任意多边形: 形状 310">
              <a:extLst>
                <a:ext uri="{FF2B5EF4-FFF2-40B4-BE49-F238E27FC236}">
                  <a16:creationId id="{1760CE03-3FBC-46AC-B08D-0200FD9260E3}"/>
                </a:ext>
              </a:extLst>
            </p:cNvPr>
            <p:cNvSpPr/>
            <p:nvPr/>
          </p:nvSpPr>
          <p:spPr>
            <a:xfrm rot="21190573" flipV="false" flipH="false">
              <a:off x="6258260" y="3173791"/>
              <a:ext cx="673556" cy="318987"/>
            </a:xfrm>
            <a:custGeom>
              <a:avLst/>
              <a:gdLst>
                <a:gd fmla="*/ 604457 w 625697" name="connsiteX0"/>
                <a:gd fmla="*/ 296323 h 296322" name="connsiteY0"/>
                <a:gd fmla="*/ 0 w 625697" name="connsiteX1"/>
                <a:gd fmla="*/ 49816 h 296322" name="connsiteY1"/>
                <a:gd fmla="*/ 27146 w 625697" name="connsiteX2"/>
                <a:gd fmla="*/ 0 h 296322" name="connsiteY2"/>
                <a:gd fmla="*/ 625697 w 625697" name="connsiteX3"/>
                <a:gd fmla="*/ 244126 h 296322" name="connsiteY3"/>
                <a:gd fmla="*/ 604457 w 625697" name="connsiteX4"/>
                <a:gd fmla="*/ 296323 h 296322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296322" w="625697">
                  <a:moveTo>
                    <a:pt x="604457" y="296323"/>
                  </a:moveTo>
                  <a:lnTo>
                    <a:pt x="0" y="49816"/>
                  </a:lnTo>
                  <a:lnTo>
                    <a:pt x="27146" y="0"/>
                  </a:lnTo>
                  <a:lnTo>
                    <a:pt x="625697" y="244126"/>
                  </a:lnTo>
                  <a:lnTo>
                    <a:pt x="604457" y="296323"/>
                  </a:lnTo>
                  <a:close/>
                </a:path>
              </a:pathLst>
            </a:custGeom>
            <a:solidFill>
              <a:srgbClr val="EBEBEB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5f4a1d2a-8253-480a-b616-21073cc4ab0c" id="312" name="任意多边形: 形状 311">
              <a:extLst>
                <a:ext uri="{FF2B5EF4-FFF2-40B4-BE49-F238E27FC236}">
                  <a16:creationId id="{A500BFB3-8BA2-44C7-A378-07F712AAE8F8}"/>
                </a:ext>
              </a:extLst>
            </p:cNvPr>
            <p:cNvSpPr/>
            <p:nvPr/>
          </p:nvSpPr>
          <p:spPr>
            <a:xfrm rot="17121972" flipV="false" flipH="false">
              <a:off x="6818684" y="3234895"/>
              <a:ext cx="255005" cy="60598"/>
            </a:xfrm>
            <a:custGeom>
              <a:avLst/>
              <a:gdLst>
                <a:gd fmla="*/ 0 w 236886" name="connsiteX0"/>
                <a:gd fmla="*/ 0 h 56292" name="connsiteY0"/>
                <a:gd fmla="*/ 236887 w 236886" name="connsiteX1"/>
                <a:gd fmla="*/ 0 h 56292" name="connsiteY1"/>
                <a:gd fmla="*/ 236887 w 236886" name="connsiteX2"/>
                <a:gd fmla="*/ 56293 h 56292" name="connsiteY2"/>
                <a:gd fmla="*/ 0 w 236886" name="connsiteX3"/>
                <a:gd fmla="*/ 56293 h 56292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56292" w="236886">
                  <a:moveTo>
                    <a:pt x="0" y="0"/>
                  </a:moveTo>
                  <a:lnTo>
                    <a:pt x="236887" y="0"/>
                  </a:lnTo>
                  <a:lnTo>
                    <a:pt x="236887" y="56293"/>
                  </a:lnTo>
                  <a:lnTo>
                    <a:pt x="0" y="56293"/>
                  </a:lnTo>
                  <a:close/>
                </a:path>
              </a:pathLst>
            </a:custGeom>
            <a:solidFill>
              <a:srgbClr val="EBEBEB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662c4fed-70b9-43a1-8359-da790f544f52" id="313" name="任意多边形: 形状 312">
              <a:extLst>
                <a:ext uri="{FF2B5EF4-FFF2-40B4-BE49-F238E27FC236}">
                  <a16:creationId id="{365414B3-057A-4169-AFF8-4319564DD7E7}"/>
                </a:ext>
              </a:extLst>
            </p:cNvPr>
            <p:cNvSpPr/>
            <p:nvPr/>
          </p:nvSpPr>
          <p:spPr>
            <a:xfrm rot="17121972" flipV="false" flipH="false">
              <a:off x="6851940" y="3103014"/>
              <a:ext cx="255005" cy="82233"/>
            </a:xfrm>
            <a:custGeom>
              <a:avLst/>
              <a:gdLst>
                <a:gd fmla="*/ 0 w 236886" name="connsiteX0"/>
                <a:gd fmla="*/ 0 h 76390" name="connsiteY0"/>
                <a:gd fmla="*/ 236887 w 236886" name="connsiteX1"/>
                <a:gd fmla="*/ 0 h 76390" name="connsiteY1"/>
                <a:gd fmla="*/ 236887 w 236886" name="connsiteX2"/>
                <a:gd fmla="*/ 76391 h 76390" name="connsiteY2"/>
                <a:gd fmla="*/ 0 w 236886" name="connsiteX3"/>
                <a:gd fmla="*/ 76391 h 76390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76390" w="236886">
                  <a:moveTo>
                    <a:pt x="0" y="0"/>
                  </a:moveTo>
                  <a:lnTo>
                    <a:pt x="236887" y="0"/>
                  </a:lnTo>
                  <a:lnTo>
                    <a:pt x="236887" y="76391"/>
                  </a:lnTo>
                  <a:lnTo>
                    <a:pt x="0" y="76391"/>
                  </a:lnTo>
                  <a:close/>
                </a:path>
              </a:pathLst>
            </a:custGeom>
            <a:solidFill>
              <a:srgbClr val="455A64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59891b71-9239-4118-b74d-52a45892e258" id="314" name="任意多边形: 形状 313">
              <a:extLst>
                <a:ext uri="{FF2B5EF4-FFF2-40B4-BE49-F238E27FC236}">
                  <a16:creationId id="{7A9310A3-6E15-4B69-A04F-2E25B3D09C33}"/>
                </a:ext>
              </a:extLst>
            </p:cNvPr>
            <p:cNvSpPr/>
            <p:nvPr/>
          </p:nvSpPr>
          <p:spPr>
            <a:xfrm rot="21190573" flipV="false" flipH="false">
              <a:off x="6274085" y="2742721"/>
              <a:ext cx="559448" cy="562279"/>
            </a:xfrm>
            <a:custGeom>
              <a:avLst/>
              <a:gdLst>
                <a:gd fmla="*/ 320351 w 519697" name="connsiteX0"/>
                <a:gd fmla="*/ 38625 h 522327" name="connsiteY0"/>
                <a:gd fmla="*/ 25 w 519697" name="connsiteX1"/>
                <a:gd fmla="*/ 385621 h 522327" name="connsiteY1"/>
                <a:gd fmla="*/ 443414 w 519697" name="connsiteX2"/>
                <a:gd fmla="*/ 522304 h 522327" name="connsiteY2"/>
                <a:gd fmla="*/ 511422 w 519697" name="connsiteX3"/>
                <a:gd fmla="*/ 287704 h 522327" name="connsiteY3"/>
                <a:gd fmla="*/ 273869 w 519697" name="connsiteX4"/>
                <a:gd fmla="*/ 270273 h 522327" name="connsiteY4"/>
                <a:gd fmla="*/ 393598 w 519697" name="connsiteX5"/>
                <a:gd fmla="*/ 96918 h 522327" name="connsiteY5"/>
                <a:gd fmla="*/ 320351 w 519697" name="connsiteX6"/>
                <a:gd fmla="*/ 38625 h 522327" name="connsiteY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b="b" l="l" r="r" t="t"/>
              <a:pathLst>
                <a:path h="522327" w="519697">
                  <a:moveTo>
                    <a:pt x="320351" y="38625"/>
                  </a:moveTo>
                  <a:cubicBezTo>
                    <a:pt x="208051" y="113110"/>
                    <a:pt x="-2642" y="284560"/>
                    <a:pt x="25" y="385621"/>
                  </a:cubicBezTo>
                  <a:cubicBezTo>
                    <a:pt x="2502" y="482680"/>
                    <a:pt x="368928" y="515827"/>
                    <a:pt x="443414" y="522304"/>
                  </a:cubicBezTo>
                  <a:cubicBezTo>
                    <a:pt x="473989" y="524971"/>
                    <a:pt x="543522" y="294466"/>
                    <a:pt x="511422" y="287704"/>
                  </a:cubicBezTo>
                  <a:cubicBezTo>
                    <a:pt x="440937" y="272654"/>
                    <a:pt x="275964" y="273702"/>
                    <a:pt x="273869" y="270273"/>
                  </a:cubicBezTo>
                  <a:cubicBezTo>
                    <a:pt x="271773" y="266844"/>
                    <a:pt x="334829" y="182452"/>
                    <a:pt x="393598" y="96918"/>
                  </a:cubicBezTo>
                  <a:cubicBezTo>
                    <a:pt x="479037" y="-27479"/>
                    <a:pt x="401313" y="-14715"/>
                    <a:pt x="320351" y="38625"/>
                  </a:cubicBezTo>
                  <a:close/>
                </a:path>
              </a:pathLst>
            </a:custGeom>
            <a:solidFill>
              <a:srgbClr val="FBD1CD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505ed191-54c8-4273-82ce-dbf9793b5cdf" id="315" name="任意多边形: 形状 314">
              <a:extLst>
                <a:ext uri="{FF2B5EF4-FFF2-40B4-BE49-F238E27FC236}">
                  <a16:creationId id="{263495B4-0972-4579-8D58-EF3C05E68131}"/>
                </a:ext>
              </a:extLst>
            </p:cNvPr>
            <p:cNvSpPr/>
            <p:nvPr/>
          </p:nvSpPr>
          <p:spPr>
            <a:xfrm rot="21190573" flipV="false" flipH="false">
              <a:off x="6735463" y="2985947"/>
              <a:ext cx="367706" cy="328110"/>
            </a:xfrm>
            <a:custGeom>
              <a:avLst/>
              <a:gdLst>
                <a:gd fmla="*/ 341471 w 341579" name="connsiteX0"/>
                <a:gd fmla="*/ 74063 h 304797" name="connsiteY0"/>
                <a:gd fmla="*/ 314420 w 341579" name="connsiteX1"/>
                <a:gd fmla="*/ 104067 h 304797" name="connsiteY1"/>
                <a:gd fmla="*/ 330232 w 341579" name="connsiteX2"/>
                <a:gd fmla="*/ 136356 h 304797" name="connsiteY2"/>
                <a:gd fmla="*/ 298133 w 341579" name="connsiteX3"/>
                <a:gd fmla="*/ 169694 h 304797" name="connsiteY3"/>
                <a:gd fmla="*/ 309372 w 341579" name="connsiteX4"/>
                <a:gd fmla="*/ 206365 h 304797" name="connsiteY4"/>
                <a:gd fmla="*/ 276511 w 341579" name="connsiteX5"/>
                <a:gd fmla="*/ 243894 h 304797" name="connsiteY5"/>
                <a:gd fmla="*/ 266129 w 341579" name="connsiteX6"/>
                <a:gd fmla="*/ 281994 h 304797" name="connsiteY6"/>
                <a:gd fmla="*/ 152400 w 341579" name="connsiteX7"/>
                <a:gd fmla="*/ 301996 h 304797" name="connsiteY7"/>
                <a:gd fmla="*/ 0 w 341579" name="connsiteX8"/>
                <a:gd fmla="*/ 250085 h 304797" name="connsiteY8"/>
                <a:gd fmla="*/ 19050 w 341579" name="connsiteX9"/>
                <a:gd fmla="*/ 22247 h 304797" name="connsiteY9"/>
                <a:gd fmla="*/ 223456 w 341579" name="connsiteX10"/>
                <a:gd fmla="*/ 1292 h 304797" name="connsiteY10"/>
                <a:gd fmla="*/ 341471 w 341579" name="connsiteX11"/>
                <a:gd fmla="*/ 74063 h 304797" name="connsiteY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b="b" l="l" r="r" t="t"/>
              <a:pathLst>
                <a:path h="304797" w="341579">
                  <a:moveTo>
                    <a:pt x="341471" y="74063"/>
                  </a:moveTo>
                  <a:cubicBezTo>
                    <a:pt x="343567" y="102638"/>
                    <a:pt x="314420" y="104067"/>
                    <a:pt x="314420" y="104067"/>
                  </a:cubicBezTo>
                  <a:cubicBezTo>
                    <a:pt x="323326" y="112630"/>
                    <a:pt x="328927" y="124069"/>
                    <a:pt x="330232" y="136356"/>
                  </a:cubicBezTo>
                  <a:cubicBezTo>
                    <a:pt x="331565" y="158073"/>
                    <a:pt x="298133" y="169694"/>
                    <a:pt x="298133" y="169694"/>
                  </a:cubicBezTo>
                  <a:cubicBezTo>
                    <a:pt x="305515" y="180495"/>
                    <a:pt x="309439" y="193287"/>
                    <a:pt x="309372" y="206365"/>
                  </a:cubicBezTo>
                  <a:cubicBezTo>
                    <a:pt x="308610" y="227320"/>
                    <a:pt x="276511" y="243894"/>
                    <a:pt x="276511" y="243894"/>
                  </a:cubicBezTo>
                  <a:cubicBezTo>
                    <a:pt x="277682" y="257419"/>
                    <a:pt x="274006" y="270935"/>
                    <a:pt x="266129" y="281994"/>
                  </a:cubicBezTo>
                  <a:cubicBezTo>
                    <a:pt x="243650" y="310569"/>
                    <a:pt x="187833" y="305616"/>
                    <a:pt x="152400" y="301996"/>
                  </a:cubicBezTo>
                  <a:cubicBezTo>
                    <a:pt x="99727" y="296662"/>
                    <a:pt x="19050" y="256276"/>
                    <a:pt x="0" y="250085"/>
                  </a:cubicBezTo>
                  <a:lnTo>
                    <a:pt x="19050" y="22247"/>
                  </a:lnTo>
                  <a:cubicBezTo>
                    <a:pt x="19050" y="22247"/>
                    <a:pt x="181737" y="-6328"/>
                    <a:pt x="223456" y="1292"/>
                  </a:cubicBezTo>
                  <a:cubicBezTo>
                    <a:pt x="265176" y="8912"/>
                    <a:pt x="338995" y="46345"/>
                    <a:pt x="341471" y="74063"/>
                  </a:cubicBezTo>
                  <a:close/>
                </a:path>
              </a:pathLst>
            </a:custGeom>
            <a:solidFill>
              <a:srgbClr val="FBD1CD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7c996450-2f2e-45ce-b354-ee95cc051c3e" id="316" name="任意多边形: 形状 315">
              <a:extLst>
                <a:ext uri="{FF2B5EF4-FFF2-40B4-BE49-F238E27FC236}">
                  <a16:creationId id="{9C9F6E01-8CDE-4AE4-ABBC-B47C58C987ED}"/>
                </a:ext>
              </a:extLst>
            </p:cNvPr>
            <p:cNvSpPr/>
            <p:nvPr/>
          </p:nvSpPr>
          <p:spPr>
            <a:xfrm rot="21190573" flipV="false" flipH="false">
              <a:off x="6943224" y="3048443"/>
              <a:ext cx="120129" cy="36745"/>
            </a:xfrm>
            <a:custGeom>
              <a:avLst/>
              <a:gdLst>
                <a:gd fmla="*/ 111268 w 111594" name="connsiteX0"/>
                <a:gd fmla="*/ 32385 h 34134" name="connsiteY0"/>
                <a:gd fmla="*/ 683 w 111594" name="connsiteX1"/>
                <a:gd fmla="*/ 0 h 34134" name="connsiteY1"/>
                <a:gd fmla="*/ 683 w 111594" name="connsiteX2"/>
                <a:gd fmla="*/ 1333 h 34134" name="connsiteY2"/>
                <a:gd fmla="*/ 110887 w 111594" name="connsiteX3"/>
                <a:gd fmla="*/ 34100 h 34134" name="connsiteY3"/>
                <a:gd fmla="*/ 111268 w 111594" name="connsiteX4"/>
                <a:gd fmla="*/ 32385 h 34134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34134" w="111594">
                  <a:moveTo>
                    <a:pt x="111268" y="32385"/>
                  </a:moveTo>
                  <a:cubicBezTo>
                    <a:pt x="76407" y="14764"/>
                    <a:pt x="38402" y="8477"/>
                    <a:pt x="683" y="0"/>
                  </a:cubicBezTo>
                  <a:cubicBezTo>
                    <a:pt x="-79" y="0"/>
                    <a:pt x="-365" y="1143"/>
                    <a:pt x="683" y="1333"/>
                  </a:cubicBezTo>
                  <a:cubicBezTo>
                    <a:pt x="38307" y="9335"/>
                    <a:pt x="73740" y="24670"/>
                    <a:pt x="110887" y="34100"/>
                  </a:cubicBezTo>
                  <a:cubicBezTo>
                    <a:pt x="111268" y="34385"/>
                    <a:pt x="112030" y="32861"/>
                    <a:pt x="111268" y="32385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0fef8d6a-b07b-4f33-8fd6-38fc268864a9" id="317" name="任意多边形: 形状 316">
              <a:extLst>
                <a:ext uri="{FF2B5EF4-FFF2-40B4-BE49-F238E27FC236}">
                  <a16:creationId id="{44419764-4B0B-4359-B57E-226CFA5AE8B0}"/>
                </a:ext>
              </a:extLst>
            </p:cNvPr>
            <p:cNvSpPr/>
            <p:nvPr/>
          </p:nvSpPr>
          <p:spPr>
            <a:xfrm rot="21190573" flipV="false" flipH="false">
              <a:off x="6936713" y="3137682"/>
              <a:ext cx="119875" cy="21122"/>
            </a:xfrm>
            <a:custGeom>
              <a:avLst/>
              <a:gdLst>
                <a:gd fmla="*/ 110640 w 111357" name="connsiteX0"/>
                <a:gd fmla="*/ 17145 h 19621" name="connsiteY0"/>
                <a:gd fmla="*/ 84827 w 111357" name="connsiteX1"/>
                <a:gd fmla="*/ 10858 h 19621" name="connsiteY1"/>
                <a:gd fmla="*/ 56919 w 111357" name="connsiteX2"/>
                <a:gd fmla="*/ 6477 h 19621" name="connsiteY2"/>
                <a:gd fmla="*/ 721 w 111357" name="connsiteX3"/>
                <a:gd fmla="*/ 0 h 19621" name="connsiteY3"/>
                <a:gd fmla="*/ 721 w 111357" name="connsiteX4"/>
                <a:gd fmla="*/ 1333 h 19621" name="connsiteY4"/>
                <a:gd fmla="*/ 56443 w 111357" name="connsiteX5"/>
                <a:gd fmla="*/ 10287 h 19621" name="connsiteY5"/>
                <a:gd fmla="*/ 84065 w 111357" name="connsiteX6"/>
                <a:gd fmla="*/ 15621 h 19621" name="connsiteY6"/>
                <a:gd fmla="*/ 110354 w 111357" name="connsiteX7"/>
                <a:gd fmla="*/ 19621 h 19621" name="connsiteY7"/>
                <a:gd fmla="*/ 111316 w 111357" name="connsiteX8"/>
                <a:gd fmla="*/ 18002 h 19621" name="connsiteY8"/>
                <a:gd fmla="*/ 110640 w 111357" name="connsiteX9"/>
                <a:gd fmla="*/ 17145 h 19621" name="connsiteY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b="b" l="l" r="r" t="t"/>
              <a:pathLst>
                <a:path h="19621" w="111357">
                  <a:moveTo>
                    <a:pt x="110640" y="17145"/>
                  </a:moveTo>
                  <a:cubicBezTo>
                    <a:pt x="102353" y="13906"/>
                    <a:pt x="93676" y="11792"/>
                    <a:pt x="84827" y="10858"/>
                  </a:cubicBezTo>
                  <a:cubicBezTo>
                    <a:pt x="75302" y="9239"/>
                    <a:pt x="66253" y="7715"/>
                    <a:pt x="56919" y="6477"/>
                  </a:cubicBezTo>
                  <a:cubicBezTo>
                    <a:pt x="37869" y="3810"/>
                    <a:pt x="19581" y="1619"/>
                    <a:pt x="721" y="0"/>
                  </a:cubicBezTo>
                  <a:cubicBezTo>
                    <a:pt x="-41" y="0"/>
                    <a:pt x="-422" y="1238"/>
                    <a:pt x="721" y="1333"/>
                  </a:cubicBezTo>
                  <a:cubicBezTo>
                    <a:pt x="19771" y="4000"/>
                    <a:pt x="37964" y="6858"/>
                    <a:pt x="56443" y="10287"/>
                  </a:cubicBezTo>
                  <a:lnTo>
                    <a:pt x="84065" y="15621"/>
                  </a:lnTo>
                  <a:cubicBezTo>
                    <a:pt x="92647" y="17945"/>
                    <a:pt x="101467" y="19288"/>
                    <a:pt x="110354" y="19621"/>
                  </a:cubicBezTo>
                  <a:cubicBezTo>
                    <a:pt x="111068" y="19441"/>
                    <a:pt x="111497" y="18717"/>
                    <a:pt x="111316" y="18002"/>
                  </a:cubicBezTo>
                  <a:cubicBezTo>
                    <a:pt x="111221" y="17631"/>
                    <a:pt x="110983" y="17316"/>
                    <a:pt x="110640" y="17145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587a4b8c-b32d-4e68-a9a7-203d5b4ba097" id="318" name="任意多边形: 形状 317">
              <a:extLst>
                <a:ext uri="{FF2B5EF4-FFF2-40B4-BE49-F238E27FC236}">
                  <a16:creationId id="{D71A8E00-1B19-49B8-8C73-68780AF28AA5}"/>
                </a:ext>
              </a:extLst>
            </p:cNvPr>
            <p:cNvSpPr/>
            <p:nvPr/>
          </p:nvSpPr>
          <p:spPr>
            <a:xfrm rot="21190573" flipV="false" flipH="false">
              <a:off x="6933806" y="3224708"/>
              <a:ext cx="108687" cy="17357"/>
            </a:xfrm>
            <a:custGeom>
              <a:avLst/>
              <a:gdLst>
                <a:gd fmla="*/ 100774 w 100964" name="connsiteX0"/>
                <a:gd fmla="*/ 14859 h 16124" name="connsiteY0"/>
                <a:gd fmla="*/ 77248 w 100964" name="connsiteX1"/>
                <a:gd fmla="*/ 10382 h 16124" name="connsiteY1"/>
                <a:gd fmla="*/ 51625 w 100964" name="connsiteX2"/>
                <a:gd fmla="*/ 7239 h 16124" name="connsiteY2"/>
                <a:gd fmla="*/ 667 w 100964" name="connsiteX3"/>
                <a:gd fmla="*/ 0 h 16124" name="connsiteY3"/>
                <a:gd fmla="*/ 0 w 100964" name="connsiteX4"/>
                <a:gd fmla="*/ 667 h 16124" name="connsiteY4"/>
                <a:gd fmla="*/ 667 w 100964" name="connsiteX5"/>
                <a:gd fmla="*/ 1333 h 16124" name="connsiteY5"/>
                <a:gd fmla="*/ 52292 w 100964" name="connsiteX6"/>
                <a:gd fmla="*/ 10192 h 16124" name="connsiteY6"/>
                <a:gd fmla="*/ 77629 w 100964" name="connsiteX7"/>
                <a:gd fmla="*/ 14192 h 16124" name="connsiteY7"/>
                <a:gd fmla="*/ 100965 w 100964" name="connsiteX8"/>
                <a:gd fmla="*/ 15716 h 16124" name="connsiteY8"/>
                <a:gd fmla="*/ 100774 w 100964" name="connsiteX9"/>
                <a:gd fmla="*/ 14859 h 16124" name="connsiteY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b="b" l="l" r="r" t="t"/>
              <a:pathLst>
                <a:path h="16124" w="100964">
                  <a:moveTo>
                    <a:pt x="100774" y="14859"/>
                  </a:moveTo>
                  <a:cubicBezTo>
                    <a:pt x="93231" y="12078"/>
                    <a:pt x="85287" y="10563"/>
                    <a:pt x="77248" y="10382"/>
                  </a:cubicBezTo>
                  <a:cubicBezTo>
                    <a:pt x="68675" y="9430"/>
                    <a:pt x="60198" y="8382"/>
                    <a:pt x="51625" y="7239"/>
                  </a:cubicBezTo>
                  <a:cubicBezTo>
                    <a:pt x="34671" y="5048"/>
                    <a:pt x="17621" y="2858"/>
                    <a:pt x="667" y="0"/>
                  </a:cubicBezTo>
                  <a:cubicBezTo>
                    <a:pt x="295" y="0"/>
                    <a:pt x="0" y="295"/>
                    <a:pt x="0" y="667"/>
                  </a:cubicBezTo>
                  <a:cubicBezTo>
                    <a:pt x="0" y="1038"/>
                    <a:pt x="295" y="1333"/>
                    <a:pt x="667" y="1333"/>
                  </a:cubicBezTo>
                  <a:cubicBezTo>
                    <a:pt x="17907" y="4286"/>
                    <a:pt x="35052" y="7429"/>
                    <a:pt x="52292" y="10192"/>
                  </a:cubicBezTo>
                  <a:cubicBezTo>
                    <a:pt x="60674" y="11621"/>
                    <a:pt x="69151" y="12859"/>
                    <a:pt x="77629" y="14192"/>
                  </a:cubicBezTo>
                  <a:cubicBezTo>
                    <a:pt x="85258" y="16069"/>
                    <a:pt x="93154" y="16583"/>
                    <a:pt x="100965" y="15716"/>
                  </a:cubicBezTo>
                  <a:lnTo>
                    <a:pt x="100774" y="14859"/>
                  </a:ln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1c5d273d-db5e-4bdb-993a-2c874e806a23" id="319" name="任意多边形: 形状 318">
              <a:extLst>
                <a:ext uri="{FF2B5EF4-FFF2-40B4-BE49-F238E27FC236}">
                  <a16:creationId id="{F57082F9-D365-4E6A-B9A7-C1431C61DC00}"/>
                </a:ext>
              </a:extLst>
            </p:cNvPr>
            <p:cNvSpPr/>
            <p:nvPr/>
          </p:nvSpPr>
          <p:spPr>
            <a:xfrm rot="21190573" flipV="false" flipH="false">
              <a:off x="6273035" y="2743713"/>
              <a:ext cx="468681" cy="581106"/>
            </a:xfrm>
            <a:custGeom>
              <a:avLst/>
              <a:gdLst>
                <a:gd fmla="*/ 428854 w 435379" name="connsiteX0"/>
                <a:gd fmla="*/ 273783 h 539816" name="connsiteY0"/>
                <a:gd fmla="*/ 398088 w 435379" name="connsiteX1"/>
                <a:gd fmla="*/ 539816 h 539816" name="connsiteY1"/>
                <a:gd fmla="*/ 20898 w 435379" name="connsiteX2"/>
                <a:gd fmla="*/ 428564 h 539816" name="connsiteY2"/>
                <a:gd fmla="*/ 117767 w 435379" name="connsiteX3"/>
                <a:gd fmla="*/ 202441 h 539816" name="connsiteY3"/>
                <a:gd fmla="*/ 356654 w 435379" name="connsiteX4"/>
                <a:gd fmla="*/ 19275 h 539816" name="connsiteY4"/>
                <a:gd fmla="*/ 409327 w 435379" name="connsiteX5"/>
                <a:gd fmla="*/ 85950 h 539816" name="connsiteY5"/>
                <a:gd fmla="*/ 286645 w 435379" name="connsiteX6"/>
                <a:gd fmla="*/ 269782 h 539816" name="connsiteY6"/>
                <a:gd fmla="*/ 428854 w 435379" name="connsiteX7"/>
                <a:gd fmla="*/ 273783 h 539816" name="connsiteY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b="b" l="l" r="r" t="t"/>
              <a:pathLst>
                <a:path h="539816" w="435379">
                  <a:moveTo>
                    <a:pt x="428854" y="273783"/>
                  </a:moveTo>
                  <a:lnTo>
                    <a:pt x="398088" y="539816"/>
                  </a:lnTo>
                  <a:cubicBezTo>
                    <a:pt x="398088" y="539816"/>
                    <a:pt x="94431" y="494001"/>
                    <a:pt x="20898" y="428564"/>
                  </a:cubicBezTo>
                  <a:cubicBezTo>
                    <a:pt x="-52635" y="363127"/>
                    <a:pt x="89287" y="233873"/>
                    <a:pt x="117767" y="202441"/>
                  </a:cubicBezTo>
                  <a:cubicBezTo>
                    <a:pt x="138150" y="179962"/>
                    <a:pt x="282264" y="58137"/>
                    <a:pt x="356654" y="19275"/>
                  </a:cubicBezTo>
                  <a:cubicBezTo>
                    <a:pt x="431044" y="-19587"/>
                    <a:pt x="461429" y="-823"/>
                    <a:pt x="409327" y="85950"/>
                  </a:cubicBezTo>
                  <a:cubicBezTo>
                    <a:pt x="357225" y="172723"/>
                    <a:pt x="282264" y="269020"/>
                    <a:pt x="286645" y="269782"/>
                  </a:cubicBezTo>
                  <a:cubicBezTo>
                    <a:pt x="291027" y="270544"/>
                    <a:pt x="428854" y="273783"/>
                    <a:pt x="428854" y="27378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00c68cd2-3163-4940-b308-c1dd4193280e" id="320" name="任意多边形: 形状 319">
              <a:extLst>
                <a:ext uri="{FF2B5EF4-FFF2-40B4-BE49-F238E27FC236}">
                  <a16:creationId id="{33A1FEF1-E294-4AC3-9BA0-3A45C719C66B}"/>
                </a:ext>
              </a:extLst>
            </p:cNvPr>
            <p:cNvSpPr/>
            <p:nvPr/>
          </p:nvSpPr>
          <p:spPr>
            <a:xfrm rot="21190573" flipV="false" flipH="false">
              <a:off x="6482571" y="3027256"/>
              <a:ext cx="104715" cy="43826"/>
            </a:xfrm>
            <a:custGeom>
              <a:avLst/>
              <a:gdLst>
                <a:gd fmla="*/ 95345 w 97275" name="connsiteX0"/>
                <a:gd fmla="*/ 13 h 40712" name="connsiteY0"/>
                <a:gd fmla="*/ 45339 w 97275" name="connsiteX1"/>
                <a:gd fmla="*/ 17158 h 40712" name="connsiteY1"/>
                <a:gd fmla="*/ 0 w 97275" name="connsiteX2"/>
                <a:gd fmla="*/ 40018 h 40712" name="connsiteY2"/>
                <a:gd fmla="*/ 667 w 97275" name="connsiteX3"/>
                <a:gd fmla="*/ 40685 h 40712" name="connsiteY3"/>
                <a:gd fmla="*/ 48292 w 97275" name="connsiteX4"/>
                <a:gd fmla="*/ 21064 h 40712" name="connsiteY4"/>
                <a:gd fmla="*/ 96774 w 97275" name="connsiteX5"/>
                <a:gd fmla="*/ 2014 h 40712" name="connsiteY5"/>
                <a:gd fmla="*/ 95345 w 97275" name="connsiteX6"/>
                <a:gd fmla="*/ 13 h 40712" name="connsiteY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b="b" l="l" r="r" t="t"/>
              <a:pathLst>
                <a:path h="40712" w="97275">
                  <a:moveTo>
                    <a:pt x="95345" y="13"/>
                  </a:moveTo>
                  <a:cubicBezTo>
                    <a:pt x="78162" y="4081"/>
                    <a:pt x="61408" y="9824"/>
                    <a:pt x="45339" y="17158"/>
                  </a:cubicBezTo>
                  <a:cubicBezTo>
                    <a:pt x="29823" y="23950"/>
                    <a:pt x="14687" y="31589"/>
                    <a:pt x="0" y="40018"/>
                  </a:cubicBezTo>
                  <a:cubicBezTo>
                    <a:pt x="0" y="40018"/>
                    <a:pt x="0" y="40876"/>
                    <a:pt x="667" y="40685"/>
                  </a:cubicBezTo>
                  <a:cubicBezTo>
                    <a:pt x="16097" y="33446"/>
                    <a:pt x="32671" y="27636"/>
                    <a:pt x="48292" y="21064"/>
                  </a:cubicBezTo>
                  <a:cubicBezTo>
                    <a:pt x="63913" y="14491"/>
                    <a:pt x="81439" y="9348"/>
                    <a:pt x="96774" y="2014"/>
                  </a:cubicBezTo>
                  <a:cubicBezTo>
                    <a:pt x="98107" y="1728"/>
                    <a:pt x="96488" y="-177"/>
                    <a:pt x="95345" y="13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4e448ef-46d6-4935-b29a-4904e767f1fb" id="321" name="任意多边形: 形状 320">
              <a:extLst>
                <a:ext uri="{FF2B5EF4-FFF2-40B4-BE49-F238E27FC236}">
                  <a16:creationId id="{B4913FE2-4BC6-4E13-B158-C9528D1578B9}"/>
                </a:ext>
              </a:extLst>
            </p:cNvPr>
            <p:cNvSpPr/>
            <p:nvPr/>
          </p:nvSpPr>
          <p:spPr>
            <a:xfrm rot="21190573" flipV="false" flipH="false">
              <a:off x="6278488" y="2911617"/>
              <a:ext cx="434844" cy="415370"/>
            </a:xfrm>
            <a:custGeom>
              <a:avLst/>
              <a:gdLst>
                <a:gd fmla="*/ 175728 w 403947" name="connsiteX0"/>
                <a:gd fmla="*/ 0 h 385857" name="connsiteY0"/>
                <a:gd fmla="*/ 109053 w 403947" name="connsiteX1"/>
                <a:gd fmla="*/ 64294 h 385857" name="connsiteY1"/>
                <a:gd fmla="*/ 49141 w 403947" name="connsiteX2"/>
                <a:gd fmla="*/ 134017 h 385857" name="connsiteY2"/>
                <a:gd fmla="*/ 25234 w 403947" name="connsiteX3"/>
                <a:gd fmla="*/ 172784 h 385857" name="connsiteY3"/>
                <a:gd fmla="*/ 9708 w 403947" name="connsiteX4"/>
                <a:gd fmla="*/ 214789 h 385857" name="connsiteY4"/>
                <a:gd fmla="*/ 16375 w 403947" name="connsiteX5"/>
                <a:gd fmla="*/ 256413 h 385857" name="connsiteY5"/>
                <a:gd fmla="*/ 48475 w 403947" name="connsiteX6"/>
                <a:gd fmla="*/ 285941 h 385857" name="connsiteY6"/>
                <a:gd fmla="*/ 132961 w 403947" name="connsiteX7"/>
                <a:gd fmla="*/ 319850 h 385857" name="connsiteY7"/>
                <a:gd fmla="*/ 221925 w 403947" name="connsiteX8"/>
                <a:gd fmla="*/ 343757 h 385857" name="connsiteY8"/>
                <a:gd fmla="*/ 311841 w 403947" name="connsiteX9"/>
                <a:gd fmla="*/ 365188 h 385857" name="connsiteY9"/>
                <a:gd fmla="*/ 402043 w 403947" name="connsiteX10"/>
                <a:gd fmla="*/ 385191 h 385857" name="connsiteY10"/>
                <a:gd fmla="*/ 401376 w 403947" name="connsiteX11"/>
                <a:gd fmla="*/ 385191 h 385857" name="connsiteY11"/>
                <a:gd fmla="*/ 403948 w 403947" name="connsiteX12"/>
                <a:gd fmla="*/ 367760 h 385857" name="connsiteY12"/>
                <a:gd fmla="*/ 402424 w 403947" name="connsiteX13"/>
                <a:gd fmla="*/ 385286 h 385857" name="connsiteY13"/>
                <a:gd fmla="*/ 402424 w 403947" name="connsiteX14"/>
                <a:gd fmla="*/ 385858 h 385857" name="connsiteY14"/>
                <a:gd fmla="*/ 401852 w 403947" name="connsiteX15"/>
                <a:gd fmla="*/ 385858 h 385857" name="connsiteY15"/>
                <a:gd fmla="*/ 310793 w 403947" name="connsiteX16"/>
                <a:gd fmla="*/ 369760 h 385857" name="connsiteY16"/>
                <a:gd fmla="*/ 220210 w 403947" name="connsiteX17"/>
                <a:gd fmla="*/ 350710 h 385857" name="connsiteY17"/>
                <a:gd fmla="*/ 130485 w 403947" name="connsiteX18"/>
                <a:gd fmla="*/ 327565 h 385857" name="connsiteY18"/>
                <a:gd fmla="*/ 43617 w 403947" name="connsiteX19"/>
                <a:gd fmla="*/ 293370 h 385857" name="connsiteY19"/>
                <a:gd fmla="*/ 8755 w 403947" name="connsiteX20"/>
                <a:gd fmla="*/ 260509 h 385857" name="connsiteY20"/>
                <a:gd fmla="*/ 659 w 403947" name="connsiteX21"/>
                <a:gd fmla="*/ 237172 h 385857" name="connsiteY21"/>
                <a:gd fmla="*/ 1421 w 403947" name="connsiteX22"/>
                <a:gd fmla="*/ 212884 h 385857" name="connsiteY22"/>
                <a:gd fmla="*/ 18090 w 403947" name="connsiteX23"/>
                <a:gd fmla="*/ 168592 h 385857" name="connsiteY23"/>
                <a:gd fmla="*/ 43521 w 403947" name="connsiteX24"/>
                <a:gd fmla="*/ 129350 h 385857" name="connsiteY24"/>
                <a:gd fmla="*/ 175728 w 403947" name="connsiteX25"/>
                <a:gd fmla="*/ 0 h 385857" name="connsiteY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b="b" l="l" r="r" t="t"/>
              <a:pathLst>
                <a:path h="385857" w="403947">
                  <a:moveTo>
                    <a:pt x="175728" y="0"/>
                  </a:moveTo>
                  <a:cubicBezTo>
                    <a:pt x="152964" y="20764"/>
                    <a:pt x="130675" y="42005"/>
                    <a:pt x="109053" y="64294"/>
                  </a:cubicBezTo>
                  <a:cubicBezTo>
                    <a:pt x="87565" y="86182"/>
                    <a:pt x="67544" y="109471"/>
                    <a:pt x="49141" y="134017"/>
                  </a:cubicBezTo>
                  <a:cubicBezTo>
                    <a:pt x="40207" y="146313"/>
                    <a:pt x="32215" y="159277"/>
                    <a:pt x="25234" y="172784"/>
                  </a:cubicBezTo>
                  <a:cubicBezTo>
                    <a:pt x="18004" y="185937"/>
                    <a:pt x="12775" y="200092"/>
                    <a:pt x="9708" y="214789"/>
                  </a:cubicBezTo>
                  <a:cubicBezTo>
                    <a:pt x="6707" y="229010"/>
                    <a:pt x="9079" y="243840"/>
                    <a:pt x="16375" y="256413"/>
                  </a:cubicBezTo>
                  <a:cubicBezTo>
                    <a:pt x="24510" y="268729"/>
                    <a:pt x="35530" y="278863"/>
                    <a:pt x="48475" y="285941"/>
                  </a:cubicBezTo>
                  <a:cubicBezTo>
                    <a:pt x="75192" y="300561"/>
                    <a:pt x="103548" y="311944"/>
                    <a:pt x="132961" y="319850"/>
                  </a:cubicBezTo>
                  <a:cubicBezTo>
                    <a:pt x="162298" y="328708"/>
                    <a:pt x="192111" y="336233"/>
                    <a:pt x="221925" y="343757"/>
                  </a:cubicBezTo>
                  <a:cubicBezTo>
                    <a:pt x="251738" y="351282"/>
                    <a:pt x="281742" y="358426"/>
                    <a:pt x="311841" y="365188"/>
                  </a:cubicBezTo>
                  <a:cubicBezTo>
                    <a:pt x="341940" y="371951"/>
                    <a:pt x="371848" y="378809"/>
                    <a:pt x="402043" y="385191"/>
                  </a:cubicBezTo>
                  <a:lnTo>
                    <a:pt x="401376" y="385191"/>
                  </a:lnTo>
                  <a:lnTo>
                    <a:pt x="403948" y="367760"/>
                  </a:lnTo>
                  <a:lnTo>
                    <a:pt x="402424" y="385286"/>
                  </a:lnTo>
                  <a:lnTo>
                    <a:pt x="402424" y="385858"/>
                  </a:lnTo>
                  <a:lnTo>
                    <a:pt x="401852" y="385858"/>
                  </a:lnTo>
                  <a:cubicBezTo>
                    <a:pt x="371372" y="380905"/>
                    <a:pt x="341083" y="375571"/>
                    <a:pt x="310793" y="369760"/>
                  </a:cubicBezTo>
                  <a:cubicBezTo>
                    <a:pt x="280503" y="363950"/>
                    <a:pt x="250309" y="357568"/>
                    <a:pt x="220210" y="350710"/>
                  </a:cubicBezTo>
                  <a:cubicBezTo>
                    <a:pt x="190111" y="343853"/>
                    <a:pt x="160203" y="336233"/>
                    <a:pt x="130485" y="327565"/>
                  </a:cubicBezTo>
                  <a:cubicBezTo>
                    <a:pt x="100205" y="319859"/>
                    <a:pt x="71020" y="308372"/>
                    <a:pt x="43617" y="293370"/>
                  </a:cubicBezTo>
                  <a:cubicBezTo>
                    <a:pt x="29482" y="285426"/>
                    <a:pt x="17518" y="274149"/>
                    <a:pt x="8755" y="260509"/>
                  </a:cubicBezTo>
                  <a:cubicBezTo>
                    <a:pt x="4460" y="253375"/>
                    <a:pt x="1707" y="245431"/>
                    <a:pt x="659" y="237172"/>
                  </a:cubicBezTo>
                  <a:cubicBezTo>
                    <a:pt x="-427" y="229086"/>
                    <a:pt x="-170" y="220885"/>
                    <a:pt x="1421" y="212884"/>
                  </a:cubicBezTo>
                  <a:cubicBezTo>
                    <a:pt x="4726" y="197367"/>
                    <a:pt x="10346" y="182432"/>
                    <a:pt x="18090" y="168592"/>
                  </a:cubicBezTo>
                  <a:cubicBezTo>
                    <a:pt x="25395" y="154791"/>
                    <a:pt x="33911" y="141656"/>
                    <a:pt x="43521" y="129350"/>
                  </a:cubicBezTo>
                  <a:cubicBezTo>
                    <a:pt x="82622" y="81439"/>
                    <a:pt x="126970" y="38052"/>
                    <a:pt x="175728" y="0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b7d99c32-481c-4864-aa44-0c348a0490df" id="322" name="任意多边形: 形状 321">
              <a:extLst>
                <a:ext uri="{FF2B5EF4-FFF2-40B4-BE49-F238E27FC236}">
                  <a16:creationId id="{7EFE37C2-6C92-47B0-802F-79CAC5F9475C}"/>
                </a:ext>
              </a:extLst>
            </p:cNvPr>
            <p:cNvSpPr/>
            <p:nvPr/>
          </p:nvSpPr>
          <p:spPr>
            <a:xfrm rot="21190573" flipV="false" flipH="false">
              <a:off x="6567735" y="2872494"/>
              <a:ext cx="158109" cy="154624"/>
            </a:xfrm>
            <a:custGeom>
              <a:avLst/>
              <a:gdLst>
                <a:gd fmla="*/ 95536 w 146875" name="connsiteX0"/>
                <a:gd fmla="*/ 0 h 143637" name="connsiteY0"/>
                <a:gd fmla="*/ 75057 w 146875" name="connsiteX1"/>
                <a:gd fmla="*/ 32004 h 143637" name="connsiteY1"/>
                <a:gd fmla="*/ 54102 w 146875" name="connsiteX2"/>
                <a:gd fmla="*/ 63627 h 143637" name="connsiteY2"/>
                <a:gd fmla="*/ 12097 w 146875" name="connsiteX3"/>
                <a:gd fmla="*/ 126873 h 143637" name="connsiteY3"/>
                <a:gd fmla="*/ 9620 w 146875" name="connsiteX4"/>
                <a:gd fmla="*/ 130778 h 143637" name="connsiteY4"/>
                <a:gd fmla="*/ 8477 w 146875" name="connsiteX5"/>
                <a:gd fmla="*/ 132779 h 143637" name="connsiteY5"/>
                <a:gd fmla="*/ 8001 w 146875" name="connsiteX6"/>
                <a:gd fmla="*/ 133636 h 143637" name="connsiteY6"/>
                <a:gd fmla="*/ 8001 w 146875" name="connsiteX7"/>
                <a:gd fmla="*/ 133636 h 143637" name="connsiteY7"/>
                <a:gd fmla="*/ 8001 w 146875" name="connsiteX8"/>
                <a:gd fmla="*/ 133636 h 143637" name="connsiteY8"/>
                <a:gd fmla="*/ 8001 w 146875" name="connsiteX9"/>
                <a:gd fmla="*/ 133064 h 143637" name="connsiteY9"/>
                <a:gd fmla="*/ 7334 w 146875" name="connsiteX10"/>
                <a:gd fmla="*/ 130969 h 143637" name="connsiteY10"/>
                <a:gd fmla="*/ 7334 w 146875" name="connsiteX11"/>
                <a:gd fmla="*/ 130969 h 143637" name="connsiteY11"/>
                <a:gd fmla="*/ 6572 w 146875" name="connsiteX12"/>
                <a:gd fmla="*/ 130969 h 143637" name="connsiteY12"/>
                <a:gd fmla="*/ 6572 w 146875" name="connsiteX13"/>
                <a:gd fmla="*/ 130969 h 143637" name="connsiteY13"/>
                <a:gd fmla="*/ 6572 w 146875" name="connsiteX14"/>
                <a:gd fmla="*/ 130969 h 143637" name="connsiteY14"/>
                <a:gd fmla="*/ 6668 w 146875" name="connsiteX15"/>
                <a:gd fmla="*/ 130969 h 143637" name="connsiteY15"/>
                <a:gd fmla="*/ 8954 w 146875" name="connsiteX16"/>
                <a:gd fmla="*/ 130969 h 143637" name="connsiteY16"/>
                <a:gd fmla="*/ 13526 w 146875" name="connsiteX17"/>
                <a:gd fmla="*/ 130969 h 143637" name="connsiteY17"/>
                <a:gd fmla="*/ 32576 w 146875" name="connsiteX18"/>
                <a:gd fmla="*/ 131921 h 143637" name="connsiteY18"/>
                <a:gd fmla="*/ 70676 w 146875" name="connsiteX19"/>
                <a:gd fmla="*/ 133731 h 143637" name="connsiteY19"/>
                <a:gd fmla="*/ 108776 w 146875" name="connsiteX20"/>
                <a:gd fmla="*/ 135636 h 143637" name="connsiteY20"/>
                <a:gd fmla="*/ 146876 w 146875" name="connsiteX21"/>
                <a:gd fmla="*/ 138017 h 143637" name="connsiteY21"/>
                <a:gd fmla="*/ 146876 w 146875" name="connsiteX22"/>
                <a:gd fmla="*/ 138017 h 143637" name="connsiteY22"/>
                <a:gd fmla="*/ 146876 w 146875" name="connsiteX23"/>
                <a:gd fmla="*/ 138017 h 143637" name="connsiteY23"/>
                <a:gd fmla="*/ 145923 w 146875" name="connsiteX24"/>
                <a:gd fmla="*/ 143637 h 143637" name="connsiteY24"/>
                <a:gd fmla="*/ 145923 w 146875" name="connsiteX25"/>
                <a:gd fmla="*/ 137922 h 143637" name="connsiteY25"/>
                <a:gd fmla="*/ 145923 w 146875" name="connsiteX26"/>
                <a:gd fmla="*/ 137922 h 143637" name="connsiteY26"/>
                <a:gd fmla="*/ 107823 w 146875" name="connsiteX27"/>
                <a:gd fmla="*/ 138684 h 143637" name="connsiteY27"/>
                <a:gd fmla="*/ 69723 w 146875" name="connsiteX28"/>
                <a:gd fmla="*/ 138684 h 143637" name="connsiteY28"/>
                <a:gd fmla="*/ 31623 w 146875" name="connsiteX29"/>
                <a:gd fmla="*/ 138017 h 143637" name="connsiteY29"/>
                <a:gd fmla="*/ 12573 w 146875" name="connsiteX30"/>
                <a:gd fmla="*/ 137255 h 143637" name="connsiteY30"/>
                <a:gd fmla="*/ 7715 w 146875" name="connsiteX31"/>
                <a:gd fmla="*/ 137255 h 143637" name="connsiteY31"/>
                <a:gd fmla="*/ 5239 w 146875" name="connsiteX32"/>
                <a:gd fmla="*/ 137255 h 143637" name="connsiteY32"/>
                <a:gd fmla="*/ 3905 w 146875" name="connsiteX33"/>
                <a:gd fmla="*/ 137255 h 143637" name="connsiteY33"/>
                <a:gd fmla="*/ 3239 w 146875" name="connsiteX34"/>
                <a:gd fmla="*/ 137255 h 143637" name="connsiteY34"/>
                <a:gd fmla="*/ 2572 w 146875" name="connsiteX35"/>
                <a:gd fmla="*/ 137255 h 143637" name="connsiteY35"/>
                <a:gd fmla="*/ 1334 w 146875" name="connsiteX36"/>
                <a:gd fmla="*/ 136588 h 143637" name="connsiteY36"/>
                <a:gd fmla="*/ 762 w 146875" name="connsiteX37"/>
                <a:gd fmla="*/ 136017 h 143637" name="connsiteY37"/>
                <a:gd fmla="*/ 0 w 146875" name="connsiteX38"/>
                <a:gd fmla="*/ 133731 h 143637" name="connsiteY38"/>
                <a:gd fmla="*/ 0 w 146875" name="connsiteX39"/>
                <a:gd fmla="*/ 133064 h 143637" name="connsiteY39"/>
                <a:gd fmla="*/ 0 w 146875" name="connsiteX40"/>
                <a:gd fmla="*/ 133064 h 143637" name="connsiteY40"/>
                <a:gd fmla="*/ 0 w 146875" name="connsiteX41"/>
                <a:gd fmla="*/ 133064 h 143637" name="connsiteY41"/>
                <a:gd fmla="*/ 0 w 146875" name="connsiteX42"/>
                <a:gd fmla="*/ 132493 h 143637" name="connsiteY42"/>
                <a:gd fmla="*/ 0 w 146875" name="connsiteX43"/>
                <a:gd fmla="*/ 131826 h 143637" name="connsiteY43"/>
                <a:gd fmla="*/ 667 w 146875" name="connsiteX44"/>
                <a:gd fmla="*/ 130588 h 143637" name="connsiteY44"/>
                <a:gd fmla="*/ 1905 w 146875" name="connsiteX45"/>
                <a:gd fmla="*/ 128397 h 143637" name="connsiteY45"/>
                <a:gd fmla="*/ 4477 w 146875" name="connsiteX46"/>
                <a:gd fmla="*/ 124301 h 143637" name="connsiteY46"/>
                <a:gd fmla="*/ 48006 w 146875" name="connsiteX47"/>
                <a:gd fmla="*/ 61913 h 143637" name="connsiteY47"/>
                <a:gd fmla="*/ 70580 w 146875" name="connsiteX48"/>
                <a:gd fmla="*/ 31242 h 143637" name="connsiteY48"/>
                <a:gd fmla="*/ 95536 w 146875" name="connsiteX49"/>
                <a:gd fmla="*/ 0 h 143637" name="connsiteY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b="b" l="l" r="r" t="t"/>
              <a:pathLst>
                <a:path h="143637" w="146875">
                  <a:moveTo>
                    <a:pt x="95536" y="0"/>
                  </a:moveTo>
                  <a:cubicBezTo>
                    <a:pt x="88868" y="10763"/>
                    <a:pt x="81915" y="21336"/>
                    <a:pt x="75057" y="32004"/>
                  </a:cubicBezTo>
                  <a:lnTo>
                    <a:pt x="54102" y="63627"/>
                  </a:lnTo>
                  <a:cubicBezTo>
                    <a:pt x="40196" y="84868"/>
                    <a:pt x="25527" y="105632"/>
                    <a:pt x="12097" y="126873"/>
                  </a:cubicBezTo>
                  <a:lnTo>
                    <a:pt x="9620" y="130778"/>
                  </a:lnTo>
                  <a:lnTo>
                    <a:pt x="8477" y="132779"/>
                  </a:lnTo>
                  <a:lnTo>
                    <a:pt x="8001" y="133636"/>
                  </a:lnTo>
                  <a:lnTo>
                    <a:pt x="8001" y="133636"/>
                  </a:lnTo>
                  <a:lnTo>
                    <a:pt x="8001" y="133636"/>
                  </a:lnTo>
                  <a:lnTo>
                    <a:pt x="8001" y="133064"/>
                  </a:lnTo>
                  <a:cubicBezTo>
                    <a:pt x="8030" y="132312"/>
                    <a:pt x="7792" y="131569"/>
                    <a:pt x="7334" y="130969"/>
                  </a:cubicBezTo>
                  <a:lnTo>
                    <a:pt x="7334" y="130969"/>
                  </a:lnTo>
                  <a:lnTo>
                    <a:pt x="6572" y="130969"/>
                  </a:lnTo>
                  <a:lnTo>
                    <a:pt x="6572" y="130969"/>
                  </a:lnTo>
                  <a:cubicBezTo>
                    <a:pt x="6572" y="130969"/>
                    <a:pt x="6572" y="130969"/>
                    <a:pt x="6572" y="130969"/>
                  </a:cubicBezTo>
                  <a:lnTo>
                    <a:pt x="6668" y="130969"/>
                  </a:lnTo>
                  <a:lnTo>
                    <a:pt x="8954" y="130969"/>
                  </a:lnTo>
                  <a:lnTo>
                    <a:pt x="13526" y="130969"/>
                  </a:lnTo>
                  <a:cubicBezTo>
                    <a:pt x="19812" y="130969"/>
                    <a:pt x="26194" y="131731"/>
                    <a:pt x="32576" y="131921"/>
                  </a:cubicBezTo>
                  <a:lnTo>
                    <a:pt x="70676" y="133731"/>
                  </a:lnTo>
                  <a:lnTo>
                    <a:pt x="108776" y="135636"/>
                  </a:lnTo>
                  <a:lnTo>
                    <a:pt x="146876" y="138017"/>
                  </a:lnTo>
                  <a:lnTo>
                    <a:pt x="146876" y="138017"/>
                  </a:lnTo>
                  <a:lnTo>
                    <a:pt x="146876" y="138017"/>
                  </a:lnTo>
                  <a:lnTo>
                    <a:pt x="145923" y="143637"/>
                  </a:lnTo>
                  <a:lnTo>
                    <a:pt x="145923" y="137922"/>
                  </a:lnTo>
                  <a:lnTo>
                    <a:pt x="145923" y="137922"/>
                  </a:lnTo>
                  <a:cubicBezTo>
                    <a:pt x="133160" y="137922"/>
                    <a:pt x="120491" y="138589"/>
                    <a:pt x="107823" y="138684"/>
                  </a:cubicBezTo>
                  <a:lnTo>
                    <a:pt x="69723" y="138684"/>
                  </a:lnTo>
                  <a:cubicBezTo>
                    <a:pt x="57055" y="138684"/>
                    <a:pt x="44387" y="138684"/>
                    <a:pt x="31623" y="138017"/>
                  </a:cubicBezTo>
                  <a:lnTo>
                    <a:pt x="12573" y="137255"/>
                  </a:lnTo>
                  <a:lnTo>
                    <a:pt x="7715" y="137255"/>
                  </a:lnTo>
                  <a:lnTo>
                    <a:pt x="5239" y="137255"/>
                  </a:lnTo>
                  <a:lnTo>
                    <a:pt x="3905" y="137255"/>
                  </a:lnTo>
                  <a:lnTo>
                    <a:pt x="3239" y="137255"/>
                  </a:lnTo>
                  <a:lnTo>
                    <a:pt x="2572" y="137255"/>
                  </a:lnTo>
                  <a:lnTo>
                    <a:pt x="1334" y="136588"/>
                  </a:lnTo>
                  <a:cubicBezTo>
                    <a:pt x="1124" y="136427"/>
                    <a:pt x="924" y="136227"/>
                    <a:pt x="762" y="136017"/>
                  </a:cubicBezTo>
                  <a:cubicBezTo>
                    <a:pt x="276" y="135350"/>
                    <a:pt x="10" y="134550"/>
                    <a:pt x="0" y="133731"/>
                  </a:cubicBezTo>
                  <a:cubicBezTo>
                    <a:pt x="0" y="133731"/>
                    <a:pt x="0" y="132969"/>
                    <a:pt x="0" y="133064"/>
                  </a:cubicBezTo>
                  <a:lnTo>
                    <a:pt x="0" y="133064"/>
                  </a:lnTo>
                  <a:lnTo>
                    <a:pt x="0" y="133064"/>
                  </a:lnTo>
                  <a:cubicBezTo>
                    <a:pt x="0" y="133064"/>
                    <a:pt x="0" y="132588"/>
                    <a:pt x="0" y="132493"/>
                  </a:cubicBezTo>
                  <a:lnTo>
                    <a:pt x="0" y="131826"/>
                  </a:lnTo>
                  <a:lnTo>
                    <a:pt x="667" y="130588"/>
                  </a:lnTo>
                  <a:lnTo>
                    <a:pt x="1905" y="128397"/>
                  </a:lnTo>
                  <a:lnTo>
                    <a:pt x="4477" y="124301"/>
                  </a:lnTo>
                  <a:cubicBezTo>
                    <a:pt x="18479" y="102965"/>
                    <a:pt x="33052" y="82296"/>
                    <a:pt x="48006" y="61913"/>
                  </a:cubicBezTo>
                  <a:lnTo>
                    <a:pt x="70580" y="31242"/>
                  </a:lnTo>
                  <a:cubicBezTo>
                    <a:pt x="80010" y="19907"/>
                    <a:pt x="87630" y="9811"/>
                    <a:pt x="95536" y="0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fe1b77a2-3740-4372-a411-c3100766775d" id="323" name="任意多边形: 形状 322">
              <a:extLst>
                <a:ext uri="{FF2B5EF4-FFF2-40B4-BE49-F238E27FC236}">
                  <a16:creationId id="{175BBF67-20AE-4522-99D1-CA4BB8028769}"/>
                </a:ext>
              </a:extLst>
            </p:cNvPr>
            <p:cNvSpPr/>
            <p:nvPr/>
          </p:nvSpPr>
          <p:spPr>
            <a:xfrm rot="21190573" flipV="false" flipH="false">
              <a:off x="6648251" y="3026360"/>
              <a:ext cx="30657" cy="254392"/>
            </a:xfrm>
            <a:custGeom>
              <a:avLst/>
              <a:gdLst>
                <a:gd fmla="*/ 14097 w 28479" name="connsiteX0"/>
                <a:gd fmla="*/ 144496 h 236317" name="connsiteY0"/>
                <a:gd fmla="*/ 24289 w 28479" name="connsiteX1"/>
                <a:gd fmla="*/ 52866 h 236317" name="connsiteY1"/>
                <a:gd fmla="*/ 28480 w 28479" name="connsiteX2"/>
                <a:gd fmla="*/ 574 h 236317" name="connsiteY2"/>
                <a:gd fmla="*/ 27337 w 28479" name="connsiteX3"/>
                <a:gd fmla="*/ 574 h 236317" name="connsiteY3"/>
                <a:gd fmla="*/ 14002 w 28479" name="connsiteX4"/>
                <a:gd fmla="*/ 92299 h 236317" name="connsiteY4"/>
                <a:gd fmla="*/ 3715 w 28479" name="connsiteX5"/>
                <a:gd fmla="*/ 184025 h 236317" name="connsiteY5"/>
                <a:gd fmla="*/ 0 w 28479" name="connsiteX6"/>
                <a:gd fmla="*/ 236317 h 236317" name="connsiteY6"/>
                <a:gd fmla="*/ 667 w 28479" name="connsiteX7"/>
                <a:gd fmla="*/ 236317 h 236317" name="connsiteY7"/>
                <a:gd fmla="*/ 14097 w 28479" name="connsiteX8"/>
                <a:gd fmla="*/ 144496 h 236317" name="connsiteY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b="b" l="l" r="r" t="t"/>
              <a:pathLst>
                <a:path h="236317" w="28479">
                  <a:moveTo>
                    <a:pt x="14097" y="144496"/>
                  </a:moveTo>
                  <a:cubicBezTo>
                    <a:pt x="17812" y="114016"/>
                    <a:pt x="21717" y="83536"/>
                    <a:pt x="24289" y="52866"/>
                  </a:cubicBezTo>
                  <a:cubicBezTo>
                    <a:pt x="25718" y="35435"/>
                    <a:pt x="27242" y="18004"/>
                    <a:pt x="28480" y="574"/>
                  </a:cubicBezTo>
                  <a:cubicBezTo>
                    <a:pt x="28480" y="-93"/>
                    <a:pt x="27432" y="-284"/>
                    <a:pt x="27337" y="574"/>
                  </a:cubicBezTo>
                  <a:cubicBezTo>
                    <a:pt x="22384" y="31054"/>
                    <a:pt x="17812" y="61629"/>
                    <a:pt x="14002" y="92299"/>
                  </a:cubicBezTo>
                  <a:cubicBezTo>
                    <a:pt x="10192" y="122970"/>
                    <a:pt x="6763" y="153355"/>
                    <a:pt x="3715" y="184025"/>
                  </a:cubicBezTo>
                  <a:cubicBezTo>
                    <a:pt x="1876" y="201361"/>
                    <a:pt x="638" y="218791"/>
                    <a:pt x="0" y="236317"/>
                  </a:cubicBezTo>
                  <a:cubicBezTo>
                    <a:pt x="0" y="236317"/>
                    <a:pt x="571" y="236317"/>
                    <a:pt x="667" y="236317"/>
                  </a:cubicBezTo>
                  <a:cubicBezTo>
                    <a:pt x="6572" y="205837"/>
                    <a:pt x="10382" y="175262"/>
                    <a:pt x="14097" y="144496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aac94167-4055-476d-813f-3a3426dec79d" id="324" name="任意多边形: 形状 323">
              <a:extLst>
                <a:ext uri="{FF2B5EF4-FFF2-40B4-BE49-F238E27FC236}">
                  <a16:creationId id="{AECA6B11-D843-491F-8D6E-9E438E8CAC4B}"/>
                </a:ext>
              </a:extLst>
            </p:cNvPr>
            <p:cNvSpPr/>
            <p:nvPr/>
          </p:nvSpPr>
          <p:spPr>
            <a:xfrm rot="21190573" flipV="false" flipH="false">
              <a:off x="6622520" y="2905674"/>
              <a:ext cx="35579" cy="32606"/>
            </a:xfrm>
            <a:custGeom>
              <a:avLst/>
              <a:gdLst>
                <a:gd fmla="*/ 33052 w 33051" name="connsiteX0"/>
                <a:gd fmla="*/ 0 h 30289" name="connsiteY0"/>
                <a:gd fmla="*/ 0 w 33051" name="connsiteX1"/>
                <a:gd fmla="*/ 30290 h 30289" name="connsiteY1"/>
                <a:gd fmla="*/ 33052 w 33051" name="connsiteX2"/>
                <a:gd fmla="*/ 0 h 30289" name="connsiteY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b="b" l="l" r="r" t="t"/>
              <a:pathLst>
                <a:path h="30289" w="33051">
                  <a:moveTo>
                    <a:pt x="33052" y="0"/>
                  </a:moveTo>
                  <a:cubicBezTo>
                    <a:pt x="23127" y="11230"/>
                    <a:pt x="12049" y="21384"/>
                    <a:pt x="0" y="30290"/>
                  </a:cubicBezTo>
                  <a:cubicBezTo>
                    <a:pt x="9925" y="19060"/>
                    <a:pt x="21002" y="8906"/>
                    <a:pt x="33052" y="0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0242c94b-d755-40bd-98c8-157ee8af33c3" id="325" name="任意多边形: 形状 324">
              <a:extLst>
                <a:ext uri="{FF2B5EF4-FFF2-40B4-BE49-F238E27FC236}">
                  <a16:creationId id="{6E173CCB-F240-4F95-98AD-7953458369F3}"/>
                </a:ext>
              </a:extLst>
            </p:cNvPr>
            <p:cNvSpPr/>
            <p:nvPr/>
          </p:nvSpPr>
          <p:spPr>
            <a:xfrm rot="21190573" flipV="false" flipH="false">
              <a:off x="6688061" y="2599225"/>
              <a:ext cx="184564" cy="242522"/>
            </a:xfrm>
            <a:custGeom>
              <a:avLst/>
              <a:gdLst>
                <a:gd fmla="*/ 80772 w 171450" name="connsiteX0"/>
                <a:gd fmla="*/ 225220 h 225290" name="connsiteY0"/>
                <a:gd fmla="*/ 0 w 171450" name="connsiteX1"/>
                <a:gd fmla="*/ 119778 h 225290" name="connsiteY1"/>
                <a:gd fmla="*/ 57150 w 171450" name="connsiteX2"/>
                <a:gd fmla="*/ 144 h 225290" name="connsiteY2"/>
                <a:gd fmla="*/ 171450 w 171450" name="connsiteX3"/>
                <a:gd fmla="*/ 80630 h 225290" name="connsiteY3"/>
                <a:gd fmla="*/ 128778 w 171450" name="connsiteX4"/>
                <a:gd fmla="*/ 153116 h 225290" name="connsiteY4"/>
                <a:gd fmla="*/ 126397 w 171450" name="connsiteX5"/>
                <a:gd fmla="*/ 161688 h 225290" name="connsiteY5"/>
                <a:gd fmla="*/ 126397 w 171450" name="connsiteX6"/>
                <a:gd fmla="*/ 163117 h 225290" name="connsiteY6"/>
                <a:gd fmla="*/ 80772 w 171450" name="connsiteX7"/>
                <a:gd fmla="*/ 225220 h 225290" name="connsiteY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b="b" l="l" r="r" t="t"/>
              <a:pathLst>
                <a:path h="225290" w="171450">
                  <a:moveTo>
                    <a:pt x="80772" y="225220"/>
                  </a:moveTo>
                  <a:cubicBezTo>
                    <a:pt x="54388" y="227696"/>
                    <a:pt x="5620" y="164355"/>
                    <a:pt x="0" y="119778"/>
                  </a:cubicBezTo>
                  <a:cubicBezTo>
                    <a:pt x="0" y="116730"/>
                    <a:pt x="49721" y="20242"/>
                    <a:pt x="57150" y="144"/>
                  </a:cubicBezTo>
                  <a:cubicBezTo>
                    <a:pt x="58769" y="-3952"/>
                    <a:pt x="171450" y="80630"/>
                    <a:pt x="171450" y="80630"/>
                  </a:cubicBezTo>
                  <a:cubicBezTo>
                    <a:pt x="154334" y="102966"/>
                    <a:pt x="139998" y="127312"/>
                    <a:pt x="128778" y="153116"/>
                  </a:cubicBezTo>
                  <a:cubicBezTo>
                    <a:pt x="127749" y="155897"/>
                    <a:pt x="126949" y="158773"/>
                    <a:pt x="126397" y="161688"/>
                  </a:cubicBezTo>
                  <a:lnTo>
                    <a:pt x="126397" y="163117"/>
                  </a:lnTo>
                  <a:cubicBezTo>
                    <a:pt x="122777" y="179881"/>
                    <a:pt x="110014" y="222553"/>
                    <a:pt x="80772" y="225220"/>
                  </a:cubicBezTo>
                  <a:close/>
                </a:path>
              </a:pathLst>
            </a:custGeom>
            <a:solidFill>
              <a:srgbClr val="FBD1CD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febf35e-9166-4a13-ad6e-a4666ebf5a2e" id="326" name="任意多边形: 形状 325">
              <a:extLst>
                <a:ext uri="{FF2B5EF4-FFF2-40B4-BE49-F238E27FC236}">
                  <a16:creationId id="{0D98B229-A8CA-4528-838E-5723347A04B4}"/>
                </a:ext>
              </a:extLst>
            </p:cNvPr>
            <p:cNvSpPr/>
            <p:nvPr/>
          </p:nvSpPr>
          <p:spPr>
            <a:xfrm rot="21190573" flipV="false" flipH="false">
              <a:off x="6740643" y="2596632"/>
              <a:ext cx="127359" cy="160159"/>
            </a:xfrm>
            <a:custGeom>
              <a:avLst/>
              <a:gdLst>
                <a:gd fmla="*/ 118310 w 118309" name="connsiteX0"/>
                <a:gd fmla="*/ 80010 h 148780" name="connsiteY0"/>
                <a:gd fmla="*/ 77257 w 118309" name="connsiteX1"/>
                <a:gd fmla="*/ 148781 h 148780" name="connsiteY1"/>
                <a:gd fmla="*/ 5724 w 118309" name="connsiteX2"/>
                <a:gd fmla="*/ 0 h 148780" name="connsiteY2"/>
                <a:gd fmla="*/ 118310 w 118309" name="connsiteX3"/>
                <a:gd fmla="*/ 80010 h 148780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148780" w="118309">
                  <a:moveTo>
                    <a:pt x="118310" y="80010"/>
                  </a:moveTo>
                  <a:cubicBezTo>
                    <a:pt x="102041" y="101289"/>
                    <a:pt x="88268" y="124368"/>
                    <a:pt x="77257" y="148781"/>
                  </a:cubicBezTo>
                  <a:cubicBezTo>
                    <a:pt x="40490" y="137922"/>
                    <a:pt x="-18660" y="75533"/>
                    <a:pt x="5724" y="0"/>
                  </a:cubicBezTo>
                  <a:cubicBezTo>
                    <a:pt x="19155" y="5525"/>
                    <a:pt x="118310" y="80010"/>
                    <a:pt x="118310" y="80010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2303acdc-95f0-4f80-99d4-efdd2f1347c8" id="327" name="任意多边形: 形状 326">
              <a:extLst>
                <a:ext uri="{FF2B5EF4-FFF2-40B4-BE49-F238E27FC236}">
                  <a16:creationId id="{B959F132-D063-4E9D-A0DE-470B3B73ACF2}"/>
                </a:ext>
              </a:extLst>
            </p:cNvPr>
            <p:cNvSpPr/>
            <p:nvPr/>
          </p:nvSpPr>
          <p:spPr>
            <a:xfrm rot="21190573" flipV="false" flipH="false">
              <a:off x="6692353" y="2349129"/>
              <a:ext cx="261154" cy="356917"/>
            </a:xfrm>
            <a:custGeom>
              <a:avLst/>
              <a:gdLst>
                <a:gd fmla="*/ 2242 w 242598" name="connsiteX0"/>
                <a:gd fmla="*/ 86388 h 331557" name="connsiteY0"/>
                <a:gd fmla="*/ 62059 w 242598" name="connsiteX1"/>
                <a:gd fmla="*/ 302796 h 331557" name="connsiteY1"/>
                <a:gd fmla="*/ 231509 w 242598" name="connsiteX2"/>
                <a:gd fmla="*/ 281079 h 331557" name="connsiteY2"/>
                <a:gd fmla="*/ 175883 w 242598" name="connsiteX3"/>
                <a:gd fmla="*/ 15332 h 331557" name="connsiteY3"/>
                <a:gd fmla="*/ 2242 w 242598" name="connsiteX4"/>
                <a:gd fmla="*/ 86388 h 331557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331557" w="242598">
                  <a:moveTo>
                    <a:pt x="2242" y="86388"/>
                  </a:moveTo>
                  <a:cubicBezTo>
                    <a:pt x="-9283" y="135728"/>
                    <a:pt x="25579" y="273936"/>
                    <a:pt x="62059" y="302796"/>
                  </a:cubicBezTo>
                  <a:cubicBezTo>
                    <a:pt x="115018" y="344706"/>
                    <a:pt x="197029" y="343563"/>
                    <a:pt x="231509" y="281079"/>
                  </a:cubicBezTo>
                  <a:cubicBezTo>
                    <a:pt x="264847" y="220405"/>
                    <a:pt x="216174" y="41144"/>
                    <a:pt x="175883" y="15332"/>
                  </a:cubicBezTo>
                  <a:cubicBezTo>
                    <a:pt x="116447" y="-22673"/>
                    <a:pt x="19387" y="13332"/>
                    <a:pt x="2242" y="86388"/>
                  </a:cubicBezTo>
                  <a:close/>
                </a:path>
              </a:pathLst>
            </a:custGeom>
            <a:solidFill>
              <a:srgbClr val="FBD1CD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ab46683e-dc22-4e25-966a-3b5149e29a4f" id="328" name="任意多边形: 形状 327">
              <a:extLst>
                <a:ext uri="{FF2B5EF4-FFF2-40B4-BE49-F238E27FC236}">
                  <a16:creationId id="{23580551-4602-4F94-98D7-A2331C0452BC}"/>
                </a:ext>
              </a:extLst>
            </p:cNvPr>
            <p:cNvSpPr/>
            <p:nvPr/>
          </p:nvSpPr>
          <p:spPr>
            <a:xfrm rot="21190573" flipV="false" flipH="false">
              <a:off x="6853477" y="2524851"/>
              <a:ext cx="7942" cy="28720"/>
            </a:xfrm>
            <a:custGeom>
              <a:avLst/>
              <a:gdLst>
                <a:gd fmla="*/ 4191 w 7378" name="connsiteX0"/>
                <a:gd fmla="*/ 0 h 26679" name="connsiteY0"/>
                <a:gd fmla="*/ 3715 w 7378" name="connsiteX1"/>
                <a:gd fmla="*/ 952 h 26679" name="connsiteY1"/>
                <a:gd fmla="*/ 0 w 7378" name="connsiteX2"/>
                <a:gd fmla="*/ 26098 h 26679" name="connsiteY2"/>
                <a:gd fmla="*/ 0 w 7378" name="connsiteX3"/>
                <a:gd fmla="*/ 26670 h 26679" name="connsiteY3"/>
                <a:gd fmla="*/ 4191 w 7378" name="connsiteX4"/>
                <a:gd fmla="*/ 0 h 26679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26679" w="7378">
                  <a:moveTo>
                    <a:pt x="4191" y="0"/>
                  </a:moveTo>
                  <a:cubicBezTo>
                    <a:pt x="4191" y="0"/>
                    <a:pt x="3620" y="571"/>
                    <a:pt x="3715" y="952"/>
                  </a:cubicBezTo>
                  <a:cubicBezTo>
                    <a:pt x="6287" y="10477"/>
                    <a:pt x="7620" y="21050"/>
                    <a:pt x="0" y="26098"/>
                  </a:cubicBezTo>
                  <a:cubicBezTo>
                    <a:pt x="0" y="26098"/>
                    <a:pt x="0" y="26765"/>
                    <a:pt x="0" y="26670"/>
                  </a:cubicBezTo>
                  <a:cubicBezTo>
                    <a:pt x="10096" y="22765"/>
                    <a:pt x="8096" y="8287"/>
                    <a:pt x="4191" y="0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9c6b7f43-7b5f-4ee4-bb36-558c7b05e8e3" id="329" name="任意多边形: 形状 328">
              <a:extLst>
                <a:ext uri="{FF2B5EF4-FFF2-40B4-BE49-F238E27FC236}">
                  <a16:creationId id="{51FF070E-188D-4C92-B0F9-CFF46ECB3C2D}"/>
                </a:ext>
              </a:extLst>
            </p:cNvPr>
            <p:cNvSpPr/>
            <p:nvPr/>
          </p:nvSpPr>
          <p:spPr>
            <a:xfrm rot="21190573" flipV="false" flipH="false">
              <a:off x="6836445" y="2517601"/>
              <a:ext cx="23434" cy="32750"/>
            </a:xfrm>
            <a:custGeom>
              <a:avLst/>
              <a:gdLst>
                <a:gd fmla="*/ 8801 w 21769" name="connsiteX0"/>
                <a:gd fmla="*/ 105 h 30423" name="connsiteY0"/>
                <a:gd fmla="*/ 13849 w 21769" name="connsiteX1"/>
                <a:gd fmla="*/ 30299 h 30423" name="connsiteY1"/>
                <a:gd fmla="*/ 8801 w 21769" name="connsiteX2"/>
                <a:gd fmla="*/ 105 h 30423" name="connsiteY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b="b" l="l" r="r" t="t"/>
              <a:pathLst>
                <a:path h="30423" w="21769">
                  <a:moveTo>
                    <a:pt x="8801" y="105"/>
                  </a:moveTo>
                  <a:cubicBezTo>
                    <a:pt x="-6344" y="2581"/>
                    <a:pt x="-153" y="32585"/>
                    <a:pt x="13849" y="30299"/>
                  </a:cubicBezTo>
                  <a:cubicBezTo>
                    <a:pt x="27851" y="28013"/>
                    <a:pt x="21469" y="-1991"/>
                    <a:pt x="8801" y="105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dd039f65-fc65-422c-b07c-bd878aeae161" id="330" name="任意多边形: 形状 329">
              <a:extLst>
                <a:ext uri="{FF2B5EF4-FFF2-40B4-BE49-F238E27FC236}">
                  <a16:creationId id="{0B277DAD-A913-44E3-8006-E67BFA923933}"/>
                </a:ext>
              </a:extLst>
            </p:cNvPr>
            <p:cNvSpPr/>
            <p:nvPr/>
          </p:nvSpPr>
          <p:spPr>
            <a:xfrm rot="21190573" flipV="false" flipH="false">
              <a:off x="6911010" y="2505380"/>
              <a:ext cx="16098" cy="24230"/>
            </a:xfrm>
            <a:custGeom>
              <a:avLst/>
              <a:gdLst>
                <a:gd fmla="*/ 0 w 14954" name="connsiteX0"/>
                <a:gd fmla="*/ 0 h 22508" name="connsiteY0"/>
                <a:gd fmla="*/ 857 w 14954" name="connsiteX1"/>
                <a:gd fmla="*/ 667 h 22508" name="connsiteY1"/>
                <a:gd fmla="*/ 14954 w 14954" name="connsiteX2"/>
                <a:gd fmla="*/ 21908 h 22508" name="connsiteY2"/>
                <a:gd fmla="*/ 14954 w 14954" name="connsiteX3"/>
                <a:gd fmla="*/ 22479 h 22508" name="connsiteY3"/>
                <a:gd fmla="*/ 0 w 14954" name="connsiteX4"/>
                <a:gd fmla="*/ 0 h 22508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22508" w="14954">
                  <a:moveTo>
                    <a:pt x="0" y="0"/>
                  </a:moveTo>
                  <a:cubicBezTo>
                    <a:pt x="0" y="0"/>
                    <a:pt x="762" y="0"/>
                    <a:pt x="857" y="667"/>
                  </a:cubicBezTo>
                  <a:cubicBezTo>
                    <a:pt x="2476" y="10192"/>
                    <a:pt x="5905" y="20574"/>
                    <a:pt x="14954" y="21908"/>
                  </a:cubicBezTo>
                  <a:cubicBezTo>
                    <a:pt x="14954" y="21908"/>
                    <a:pt x="14954" y="22479"/>
                    <a:pt x="14954" y="22479"/>
                  </a:cubicBezTo>
                  <a:cubicBezTo>
                    <a:pt x="4381" y="23241"/>
                    <a:pt x="0" y="9144"/>
                    <a:pt x="0" y="0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9d56123-9c8a-431b-9c99-4e9115778022" id="331" name="任意多边形: 形状 330">
              <a:extLst>
                <a:ext uri="{FF2B5EF4-FFF2-40B4-BE49-F238E27FC236}">
                  <a16:creationId id="{9C721E6F-B733-4B63-B5D8-FC3C751DFDFE}"/>
                </a:ext>
              </a:extLst>
            </p:cNvPr>
            <p:cNvSpPr/>
            <p:nvPr/>
          </p:nvSpPr>
          <p:spPr>
            <a:xfrm rot="21190573" flipV="false" flipH="false">
              <a:off x="6910011" y="2492271"/>
              <a:ext cx="23571" cy="32578"/>
            </a:xfrm>
            <a:custGeom>
              <a:avLst/>
              <a:gdLst>
                <a:gd fmla="*/ 6246 w 21896" name="connsiteX0"/>
                <a:gd fmla="*/ 387 h 30264" name="connsiteY0"/>
                <a:gd fmla="*/ 14628 w 21896" name="connsiteX1"/>
                <a:gd fmla="*/ 29914 h 30264" name="connsiteY1"/>
                <a:gd fmla="*/ 6246 w 21896" name="connsiteX2"/>
                <a:gd fmla="*/ 387 h 30264" name="connsiteY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b="b" l="l" r="r" t="t"/>
              <a:pathLst>
                <a:path h="30264" w="21896">
                  <a:moveTo>
                    <a:pt x="6246" y="387"/>
                  </a:moveTo>
                  <a:cubicBezTo>
                    <a:pt x="21009" y="-3709"/>
                    <a:pt x="28343" y="26009"/>
                    <a:pt x="14628" y="29914"/>
                  </a:cubicBezTo>
                  <a:cubicBezTo>
                    <a:pt x="912" y="33819"/>
                    <a:pt x="-5756" y="3911"/>
                    <a:pt x="6246" y="387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9ac2853b-349d-4123-ad06-83a2d9823fa5" id="332" name="任意多边形: 形状 331">
              <a:extLst>
                <a:ext uri="{FF2B5EF4-FFF2-40B4-BE49-F238E27FC236}">
                  <a16:creationId id="{C5722962-007B-4289-98CB-40ADBE7D4BCD}"/>
                </a:ext>
              </a:extLst>
            </p:cNvPr>
            <p:cNvSpPr/>
            <p:nvPr/>
          </p:nvSpPr>
          <p:spPr>
            <a:xfrm rot="21190573" flipV="false" flipH="false">
              <a:off x="6813293" y="2471045"/>
              <a:ext cx="34264" cy="25030"/>
            </a:xfrm>
            <a:custGeom>
              <a:avLst/>
              <a:gdLst>
                <a:gd fmla="*/ 9197 w 31829" name="connsiteX0"/>
                <a:gd fmla="*/ 22881 h 23252" name="connsiteY0"/>
                <a:gd fmla="*/ 20627 w 31829" name="connsiteX1"/>
                <a:gd fmla="*/ 17547 h 23252" name="connsiteY1"/>
                <a:gd fmla="*/ 31200 w 31829" name="connsiteX2"/>
                <a:gd fmla="*/ 9927 h 23252" name="connsiteY2"/>
                <a:gd fmla="*/ 29390 w 31829" name="connsiteX3"/>
                <a:gd fmla="*/ 2212 h 23252" name="connsiteY3"/>
                <a:gd fmla="*/ 13102 w 31829" name="connsiteX4"/>
                <a:gd fmla="*/ 2212 h 23252" name="connsiteY4"/>
                <a:gd fmla="*/ 529 w 31829" name="connsiteX5"/>
                <a:gd fmla="*/ 13642 h 23252" name="connsiteY5"/>
                <a:gd fmla="*/ 4301 w 31829" name="connsiteX6"/>
                <a:gd fmla="*/ 22725 h 23252" name="connsiteY6"/>
                <a:gd fmla="*/ 9197 w 31829" name="connsiteX7"/>
                <a:gd fmla="*/ 22881 h 23252" name="connsiteY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b="b" l="l" r="r" t="t"/>
              <a:pathLst>
                <a:path h="23252" w="31829">
                  <a:moveTo>
                    <a:pt x="9197" y="22881"/>
                  </a:moveTo>
                  <a:cubicBezTo>
                    <a:pt x="13198" y="21357"/>
                    <a:pt x="16722" y="19357"/>
                    <a:pt x="20627" y="17547"/>
                  </a:cubicBezTo>
                  <a:cubicBezTo>
                    <a:pt x="24875" y="16201"/>
                    <a:pt x="28580" y="13531"/>
                    <a:pt x="31200" y="9927"/>
                  </a:cubicBezTo>
                  <a:cubicBezTo>
                    <a:pt x="32495" y="7250"/>
                    <a:pt x="31743" y="4032"/>
                    <a:pt x="29390" y="2212"/>
                  </a:cubicBezTo>
                  <a:cubicBezTo>
                    <a:pt x="24361" y="-737"/>
                    <a:pt x="18132" y="-737"/>
                    <a:pt x="13102" y="2212"/>
                  </a:cubicBezTo>
                  <a:cubicBezTo>
                    <a:pt x="7645" y="4346"/>
                    <a:pt x="3168" y="8415"/>
                    <a:pt x="529" y="13642"/>
                  </a:cubicBezTo>
                  <a:cubicBezTo>
                    <a:pt x="-938" y="17191"/>
                    <a:pt x="748" y="21257"/>
                    <a:pt x="4301" y="22725"/>
                  </a:cubicBezTo>
                  <a:cubicBezTo>
                    <a:pt x="5854" y="23370"/>
                    <a:pt x="7597" y="23426"/>
                    <a:pt x="9197" y="22881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265a570b-54c3-4c7a-8b25-108a890c9f67" id="333" name="任意多边形: 形状 332">
              <a:extLst>
                <a:ext uri="{FF2B5EF4-FFF2-40B4-BE49-F238E27FC236}">
                  <a16:creationId id="{C4FBEB29-EC21-4B68-BC6F-159DC636DB31}"/>
                </a:ext>
              </a:extLst>
            </p:cNvPr>
            <p:cNvSpPr/>
            <p:nvPr/>
          </p:nvSpPr>
          <p:spPr>
            <a:xfrm rot="21190573" flipV="false" flipH="false">
              <a:off x="6897338" y="2465551"/>
              <a:ext cx="35011" cy="22860"/>
            </a:xfrm>
            <a:custGeom>
              <a:avLst/>
              <a:gdLst>
                <a:gd fmla="*/ 28869 w 32523" name="connsiteX0"/>
                <a:gd fmla="*/ 13480 h 21236" name="connsiteY0"/>
                <a:gd fmla="*/ 17248 w 32523" name="connsiteX1"/>
                <a:gd fmla="*/ 18338 h 21236" name="connsiteY1"/>
                <a:gd fmla="*/ 4485 w 32523" name="connsiteX2"/>
                <a:gd fmla="*/ 21100 h 21236" name="connsiteY2"/>
                <a:gd fmla="*/ 8 w 32523" name="connsiteX3"/>
                <a:gd fmla="*/ 14623 h 21236" name="connsiteY3"/>
                <a:gd fmla="*/ 10866 w 32523" name="connsiteX4"/>
                <a:gd fmla="*/ 2431 h 21236" name="connsiteY4"/>
                <a:gd fmla="*/ 27821 w 32523" name="connsiteX5"/>
                <a:gd fmla="*/ 907 h 21236" name="connsiteY5"/>
                <a:gd fmla="*/ 32174 w 32523" name="connsiteX6"/>
                <a:gd fmla="*/ 9574 h 21236" name="connsiteY6"/>
                <a:gd fmla="*/ 28869 w 32523" name="connsiteX7"/>
                <a:gd fmla="*/ 13480 h 21236" name="connsiteY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b="b" l="l" r="r" t="t"/>
              <a:pathLst>
                <a:path h="21236" w="32523">
                  <a:moveTo>
                    <a:pt x="28869" y="13480"/>
                  </a:moveTo>
                  <a:cubicBezTo>
                    <a:pt x="25078" y="15295"/>
                    <a:pt x="21201" y="16916"/>
                    <a:pt x="17248" y="18338"/>
                  </a:cubicBezTo>
                  <a:cubicBezTo>
                    <a:pt x="13419" y="20647"/>
                    <a:pt x="8923" y="21618"/>
                    <a:pt x="4485" y="21100"/>
                  </a:cubicBezTo>
                  <a:cubicBezTo>
                    <a:pt x="1703" y="20200"/>
                    <a:pt x="-135" y="17545"/>
                    <a:pt x="8" y="14623"/>
                  </a:cubicBezTo>
                  <a:cubicBezTo>
                    <a:pt x="1122" y="8879"/>
                    <a:pt x="5294" y="4204"/>
                    <a:pt x="10866" y="2431"/>
                  </a:cubicBezTo>
                  <a:cubicBezTo>
                    <a:pt x="16134" y="-158"/>
                    <a:pt x="22172" y="-701"/>
                    <a:pt x="27821" y="907"/>
                  </a:cubicBezTo>
                  <a:cubicBezTo>
                    <a:pt x="31412" y="2099"/>
                    <a:pt x="33364" y="5979"/>
                    <a:pt x="32174" y="9574"/>
                  </a:cubicBezTo>
                  <a:cubicBezTo>
                    <a:pt x="31621" y="11254"/>
                    <a:pt x="30431" y="12653"/>
                    <a:pt x="28869" y="13480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ecdee920-a953-4c56-9838-799dd4a15e97" id="334" name="任意多边形: 形状 333">
              <a:extLst>
                <a:ext uri="{FF2B5EF4-FFF2-40B4-BE49-F238E27FC236}">
                  <a16:creationId id="{8AA51F39-5A81-4738-B907-7D1DCBCEC0D0}"/>
                </a:ext>
              </a:extLst>
            </p:cNvPr>
            <p:cNvSpPr/>
            <p:nvPr/>
          </p:nvSpPr>
          <p:spPr>
            <a:xfrm rot="21190573" flipV="false" flipH="false">
              <a:off x="6873102" y="2614874"/>
              <a:ext cx="21402" cy="7997"/>
            </a:xfrm>
            <a:custGeom>
              <a:avLst/>
              <a:gdLst>
                <a:gd fmla="*/ 831 w 19881" name="connsiteX0"/>
                <a:gd fmla="*/ 476 h 7429" name="connsiteY0"/>
                <a:gd fmla="*/ 9785 w 19881" name="connsiteX1"/>
                <a:gd fmla="*/ 4381 h 7429" name="connsiteY1"/>
                <a:gd fmla="*/ 19310 w 19881" name="connsiteX2"/>
                <a:gd fmla="*/ 0 h 7429" name="connsiteY2"/>
                <a:gd fmla="*/ 19881 w 19881" name="connsiteX3"/>
                <a:gd fmla="*/ 0 h 7429" name="connsiteY3"/>
                <a:gd fmla="*/ 9023 w 19881" name="connsiteX4"/>
                <a:gd fmla="*/ 7429 h 7429" name="connsiteY4"/>
                <a:gd fmla="*/ 69 w 19881" name="connsiteX5"/>
                <a:gd fmla="*/ 667 h 7429" name="connsiteY5"/>
                <a:gd fmla="*/ 831 w 19881" name="connsiteX6"/>
                <a:gd fmla="*/ 476 h 7429" name="connsiteY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b="b" l="l" r="r" t="t"/>
              <a:pathLst>
                <a:path h="7429" w="19881">
                  <a:moveTo>
                    <a:pt x="831" y="476"/>
                  </a:moveTo>
                  <a:cubicBezTo>
                    <a:pt x="3593" y="2191"/>
                    <a:pt x="6356" y="4763"/>
                    <a:pt x="9785" y="4381"/>
                  </a:cubicBezTo>
                  <a:cubicBezTo>
                    <a:pt x="13233" y="3610"/>
                    <a:pt x="16481" y="2124"/>
                    <a:pt x="19310" y="0"/>
                  </a:cubicBezTo>
                  <a:lnTo>
                    <a:pt x="19881" y="0"/>
                  </a:lnTo>
                  <a:cubicBezTo>
                    <a:pt x="17919" y="4296"/>
                    <a:pt x="13738" y="7153"/>
                    <a:pt x="9023" y="7429"/>
                  </a:cubicBezTo>
                  <a:cubicBezTo>
                    <a:pt x="4946" y="7191"/>
                    <a:pt x="1412" y="4524"/>
                    <a:pt x="69" y="667"/>
                  </a:cubicBezTo>
                  <a:cubicBezTo>
                    <a:pt x="-216" y="571"/>
                    <a:pt x="450" y="190"/>
                    <a:pt x="831" y="476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7085ccce-4a82-47bb-8510-60af97499197" id="335" name="任意多边形: 形状 334">
              <a:extLst>
                <a:ext uri="{FF2B5EF4-FFF2-40B4-BE49-F238E27FC236}">
                  <a16:creationId id="{D230D4D1-AB78-4E54-9EB1-243896886DFD}"/>
                </a:ext>
              </a:extLst>
            </p:cNvPr>
            <p:cNvSpPr/>
            <p:nvPr/>
          </p:nvSpPr>
          <p:spPr>
            <a:xfrm rot="21190573" flipV="false" flipH="false">
              <a:off x="6867348" y="2462912"/>
              <a:ext cx="57825" cy="128421"/>
            </a:xfrm>
            <a:custGeom>
              <a:avLst/>
              <a:gdLst>
                <a:gd fmla="*/ 323 w 53717" name="connsiteX0"/>
                <a:gd fmla="*/ 109752 h 119296" name="connsiteY0"/>
                <a:gd fmla="*/ 24326 w 53717" name="connsiteX1"/>
                <a:gd fmla="*/ 119277 h 119296" name="connsiteY1"/>
                <a:gd fmla="*/ 35852 w 53717" name="connsiteX2"/>
                <a:gd fmla="*/ 117562 h 119296" name="connsiteY2"/>
                <a:gd fmla="*/ 37947 w 53717" name="connsiteX3"/>
                <a:gd fmla="*/ 116800 h 119296" name="connsiteY3"/>
                <a:gd fmla="*/ 39947 w 53717" name="connsiteX4"/>
                <a:gd fmla="*/ 116133 h 119296" name="connsiteY4"/>
                <a:gd fmla="*/ 41376 w 53717" name="connsiteX5"/>
                <a:gd fmla="*/ 113657 h 119296" name="connsiteY5"/>
                <a:gd fmla="*/ 41376 w 53717" name="connsiteX6"/>
                <a:gd fmla="*/ 113657 h 119296" name="connsiteY6"/>
                <a:gd fmla="*/ 41376 w 53717" name="connsiteX7"/>
                <a:gd fmla="*/ 112705 h 119296" name="connsiteY7"/>
                <a:gd fmla="*/ 41376 w 53717" name="connsiteX8"/>
                <a:gd fmla="*/ 112705 h 119296" name="connsiteY8"/>
                <a:gd fmla="*/ 41376 w 53717" name="connsiteX9"/>
                <a:gd fmla="*/ 111847 h 119296" name="connsiteY9"/>
                <a:gd fmla="*/ 37185 w 53717" name="connsiteX10"/>
                <a:gd fmla="*/ 93845 h 119296" name="connsiteY10"/>
                <a:gd fmla="*/ 53663 w 53717" name="connsiteX11"/>
                <a:gd fmla="*/ 93845 h 119296" name="connsiteY11"/>
                <a:gd fmla="*/ 21945 w 53717" name="connsiteX12"/>
                <a:gd fmla="*/ 405 h 119296" name="connsiteY12"/>
                <a:gd fmla="*/ 20231 w 53717" name="connsiteX13"/>
                <a:gd fmla="*/ 976 h 119296" name="connsiteY13"/>
                <a:gd fmla="*/ 45948 w 53717" name="connsiteX14"/>
                <a:gd fmla="*/ 88892 h 119296" name="connsiteY14"/>
                <a:gd fmla="*/ 30041 w 53717" name="connsiteX15"/>
                <a:gd fmla="*/ 87368 h 119296" name="connsiteY15"/>
                <a:gd fmla="*/ 36328 w 53717" name="connsiteX16"/>
                <a:gd fmla="*/ 111371 h 119296" name="connsiteY16"/>
                <a:gd fmla="*/ 36328 w 53717" name="connsiteX17"/>
                <a:gd fmla="*/ 111371 h 119296" name="connsiteY17"/>
                <a:gd fmla="*/ 1466 w 53717" name="connsiteX18"/>
                <a:gd fmla="*/ 107847 h 119296" name="connsiteY18"/>
                <a:gd fmla="*/ 323 w 53717" name="connsiteX19"/>
                <a:gd fmla="*/ 109752 h 119296" name="connsiteY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b="b" l="l" r="r" t="t"/>
              <a:pathLst>
                <a:path h="119296" w="53717">
                  <a:moveTo>
                    <a:pt x="323" y="109752"/>
                  </a:moveTo>
                  <a:cubicBezTo>
                    <a:pt x="6648" y="116133"/>
                    <a:pt x="15344" y="119591"/>
                    <a:pt x="24326" y="119277"/>
                  </a:cubicBezTo>
                  <a:cubicBezTo>
                    <a:pt x="28232" y="119229"/>
                    <a:pt x="32108" y="118648"/>
                    <a:pt x="35852" y="117562"/>
                  </a:cubicBezTo>
                  <a:lnTo>
                    <a:pt x="37947" y="116800"/>
                  </a:lnTo>
                  <a:lnTo>
                    <a:pt x="39947" y="116133"/>
                  </a:lnTo>
                  <a:cubicBezTo>
                    <a:pt x="40919" y="115714"/>
                    <a:pt x="41500" y="114705"/>
                    <a:pt x="41376" y="113657"/>
                  </a:cubicBezTo>
                  <a:lnTo>
                    <a:pt x="41376" y="113657"/>
                  </a:lnTo>
                  <a:cubicBezTo>
                    <a:pt x="41405" y="113343"/>
                    <a:pt x="41405" y="113019"/>
                    <a:pt x="41376" y="112705"/>
                  </a:cubicBezTo>
                  <a:lnTo>
                    <a:pt x="41376" y="112705"/>
                  </a:lnTo>
                  <a:lnTo>
                    <a:pt x="41376" y="111847"/>
                  </a:lnTo>
                  <a:cubicBezTo>
                    <a:pt x="40138" y="104608"/>
                    <a:pt x="37185" y="93845"/>
                    <a:pt x="37185" y="93845"/>
                  </a:cubicBezTo>
                  <a:cubicBezTo>
                    <a:pt x="40138" y="94702"/>
                    <a:pt x="54711" y="97941"/>
                    <a:pt x="53663" y="93845"/>
                  </a:cubicBezTo>
                  <a:cubicBezTo>
                    <a:pt x="46300" y="61700"/>
                    <a:pt x="35671" y="30391"/>
                    <a:pt x="21945" y="405"/>
                  </a:cubicBezTo>
                  <a:cubicBezTo>
                    <a:pt x="21469" y="-548"/>
                    <a:pt x="19945" y="405"/>
                    <a:pt x="20231" y="976"/>
                  </a:cubicBezTo>
                  <a:cubicBezTo>
                    <a:pt x="26898" y="30789"/>
                    <a:pt x="38804" y="59079"/>
                    <a:pt x="45948" y="88892"/>
                  </a:cubicBezTo>
                  <a:cubicBezTo>
                    <a:pt x="40747" y="87625"/>
                    <a:pt x="35385" y="87111"/>
                    <a:pt x="30041" y="87368"/>
                  </a:cubicBezTo>
                  <a:cubicBezTo>
                    <a:pt x="29089" y="87939"/>
                    <a:pt x="36042" y="108133"/>
                    <a:pt x="36328" y="111371"/>
                  </a:cubicBezTo>
                  <a:cubicBezTo>
                    <a:pt x="36328" y="111371"/>
                    <a:pt x="36328" y="111371"/>
                    <a:pt x="36328" y="111371"/>
                  </a:cubicBezTo>
                  <a:cubicBezTo>
                    <a:pt x="24707" y="114981"/>
                    <a:pt x="12125" y="113705"/>
                    <a:pt x="1466" y="107847"/>
                  </a:cubicBezTo>
                  <a:cubicBezTo>
                    <a:pt x="228" y="108418"/>
                    <a:pt x="-439" y="109180"/>
                    <a:pt x="323" y="109752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a8520abc-f3fc-43e1-a868-80e05634e22c" id="336" name="任意多边形: 形状 335">
              <a:extLst>
                <a:ext uri="{FF2B5EF4-FFF2-40B4-BE49-F238E27FC236}">
                  <a16:creationId id="{D1D5CC51-9987-4E42-A6D1-43E8AD243F6A}"/>
                </a:ext>
              </a:extLst>
            </p:cNvPr>
            <p:cNvSpPr/>
            <p:nvPr/>
          </p:nvSpPr>
          <p:spPr>
            <a:xfrm rot="21190573" flipV="false" flipH="false">
              <a:off x="6873700" y="2582044"/>
              <a:ext cx="34862" cy="24621"/>
            </a:xfrm>
            <a:custGeom>
              <a:avLst/>
              <a:gdLst>
                <a:gd fmla="*/ 32385 w 32384" name="connsiteX0"/>
                <a:gd fmla="*/ 5334 h 22872" name="connsiteY0"/>
                <a:gd fmla="*/ 19717 w 32384" name="connsiteX1"/>
                <a:gd fmla="*/ 20098 h 22872" name="connsiteY1"/>
                <a:gd fmla="*/ 9525 w 32384" name="connsiteX2"/>
                <a:gd fmla="*/ 22860 h 22872" name="connsiteY2"/>
                <a:gd fmla="*/ 0 w 32384" name="connsiteX3"/>
                <a:gd fmla="*/ 9525 h 22872" name="connsiteY3"/>
                <a:gd fmla="*/ 1524 w 32384" name="connsiteX4"/>
                <a:gd fmla="*/ 0 h 22872" name="connsiteY4"/>
                <a:gd fmla="*/ 32385 w 32384" name="connsiteX5"/>
                <a:gd fmla="*/ 5334 h 22872" name="connsiteY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b="b" l="l" r="r" t="t"/>
              <a:pathLst>
                <a:path h="22872" w="32384">
                  <a:moveTo>
                    <a:pt x="32385" y="5334"/>
                  </a:moveTo>
                  <a:cubicBezTo>
                    <a:pt x="29480" y="11249"/>
                    <a:pt x="25117" y="16326"/>
                    <a:pt x="19717" y="20098"/>
                  </a:cubicBezTo>
                  <a:cubicBezTo>
                    <a:pt x="16678" y="22031"/>
                    <a:pt x="13125" y="22993"/>
                    <a:pt x="9525" y="22860"/>
                  </a:cubicBezTo>
                  <a:cubicBezTo>
                    <a:pt x="1714" y="22860"/>
                    <a:pt x="0" y="15621"/>
                    <a:pt x="0" y="9525"/>
                  </a:cubicBezTo>
                  <a:cubicBezTo>
                    <a:pt x="162" y="6306"/>
                    <a:pt x="676" y="3115"/>
                    <a:pt x="1524" y="0"/>
                  </a:cubicBezTo>
                  <a:cubicBezTo>
                    <a:pt x="10973" y="5039"/>
                    <a:pt x="21793" y="6915"/>
                    <a:pt x="32385" y="5334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9832463-4fa9-4c79-928f-bfa264a79198" id="337" name="任意多边形: 形状 336">
              <a:extLst>
                <a:ext uri="{FF2B5EF4-FFF2-40B4-BE49-F238E27FC236}">
                  <a16:creationId id="{030DB6DA-4A58-4EFC-A767-9BF4014E72A2}"/>
                </a:ext>
              </a:extLst>
            </p:cNvPr>
            <p:cNvSpPr/>
            <p:nvPr/>
          </p:nvSpPr>
          <p:spPr>
            <a:xfrm rot="21190573" flipV="false" flipH="false">
              <a:off x="6874338" y="2592735"/>
              <a:ext cx="21224" cy="14704"/>
            </a:xfrm>
            <a:custGeom>
              <a:avLst/>
              <a:gdLst>
                <a:gd fmla="*/ 19717 w 19716" name="connsiteX0"/>
                <a:gd fmla="*/ 10885 h 13659" name="connsiteY0"/>
                <a:gd fmla="*/ 9525 w 19716" name="connsiteX1"/>
                <a:gd fmla="*/ 13648 h 13659" name="connsiteY1"/>
                <a:gd fmla="*/ 0 w 19716" name="connsiteX2"/>
                <a:gd fmla="*/ 313 h 13659" name="connsiteY2"/>
                <a:gd fmla="*/ 19717 w 19716" name="connsiteX3"/>
                <a:gd fmla="*/ 10885 h 13659" name="connsiteY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b="b" l="l" r="r" t="t"/>
              <a:pathLst>
                <a:path h="13659" w="19716">
                  <a:moveTo>
                    <a:pt x="19717" y="10885"/>
                  </a:moveTo>
                  <a:cubicBezTo>
                    <a:pt x="16678" y="12819"/>
                    <a:pt x="13125" y="13781"/>
                    <a:pt x="9525" y="13648"/>
                  </a:cubicBezTo>
                  <a:cubicBezTo>
                    <a:pt x="1714" y="13648"/>
                    <a:pt x="0" y="6409"/>
                    <a:pt x="0" y="313"/>
                  </a:cubicBezTo>
                  <a:cubicBezTo>
                    <a:pt x="8239" y="-1249"/>
                    <a:pt x="16450" y="3161"/>
                    <a:pt x="19717" y="10885"/>
                  </a:cubicBezTo>
                  <a:close/>
                </a:path>
              </a:pathLst>
            </a:custGeom>
            <a:solidFill>
              <a:srgbClr val="FF9CBD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2edcedbb-ce6a-4e38-a9a8-aa0fb8c6288c" id="338" name="任意多边形: 形状 337">
              <a:extLst>
                <a:ext uri="{FF2B5EF4-FFF2-40B4-BE49-F238E27FC236}">
                  <a16:creationId id="{3C6F9ABA-E5B5-4D9C-B662-77AF3B8A5B56}"/>
                </a:ext>
              </a:extLst>
            </p:cNvPr>
            <p:cNvSpPr/>
            <p:nvPr/>
          </p:nvSpPr>
          <p:spPr>
            <a:xfrm rot="21190573" flipV="false" flipH="false">
              <a:off x="6647219" y="2313205"/>
              <a:ext cx="283680" cy="254784"/>
            </a:xfrm>
            <a:custGeom>
              <a:avLst/>
              <a:gdLst>
                <a:gd fmla="*/ 63492 w 263524" name="connsiteX0"/>
                <a:gd fmla="*/ 236560 h 236680" name="connsiteY0"/>
                <a:gd fmla="*/ 78351 w 263524" name="connsiteX1"/>
                <a:gd fmla="*/ 172552 h 236680" name="connsiteY1"/>
                <a:gd fmla="*/ 127024 w 263524" name="connsiteX2"/>
                <a:gd fmla="*/ 107877 h 236680" name="connsiteY2"/>
                <a:gd fmla="*/ 218178 w 263524" name="connsiteX3"/>
                <a:gd fmla="*/ 120164 h 236680" name="connsiteY3"/>
                <a:gd fmla="*/ 242848 w 263524" name="connsiteX4"/>
                <a:gd fmla="*/ 5293 h 236680" name="connsiteY4"/>
                <a:gd fmla="*/ 150836 w 263524" name="connsiteX5"/>
                <a:gd fmla="*/ 27296 h 236680" name="connsiteY5"/>
                <a:gd fmla="*/ 37870 w 263524" name="connsiteX6"/>
                <a:gd fmla="*/ 77302 h 236680" name="connsiteY6"/>
                <a:gd fmla="*/ 341 w 263524" name="connsiteX7"/>
                <a:gd fmla="*/ 128737 h 236680" name="connsiteY7"/>
                <a:gd fmla="*/ 63492 w 263524" name="connsiteX8"/>
                <a:gd fmla="*/ 236560 h 236680" name="connsiteY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b="b" l="l" r="r" t="t"/>
              <a:pathLst>
                <a:path h="236680" w="263524">
                  <a:moveTo>
                    <a:pt x="63492" y="236560"/>
                  </a:moveTo>
                  <a:cubicBezTo>
                    <a:pt x="87876" y="232178"/>
                    <a:pt x="78351" y="172552"/>
                    <a:pt x="78351" y="172552"/>
                  </a:cubicBezTo>
                  <a:cubicBezTo>
                    <a:pt x="78351" y="172552"/>
                    <a:pt x="114927" y="161407"/>
                    <a:pt x="127024" y="107877"/>
                  </a:cubicBezTo>
                  <a:cubicBezTo>
                    <a:pt x="127024" y="107877"/>
                    <a:pt x="178744" y="132356"/>
                    <a:pt x="218178" y="120164"/>
                  </a:cubicBezTo>
                  <a:cubicBezTo>
                    <a:pt x="280091" y="101114"/>
                    <a:pt x="268470" y="19199"/>
                    <a:pt x="242848" y="5293"/>
                  </a:cubicBezTo>
                  <a:cubicBezTo>
                    <a:pt x="206462" y="-14424"/>
                    <a:pt x="150836" y="27296"/>
                    <a:pt x="150836" y="27296"/>
                  </a:cubicBezTo>
                  <a:cubicBezTo>
                    <a:pt x="150836" y="27296"/>
                    <a:pt x="57491" y="12913"/>
                    <a:pt x="37870" y="77302"/>
                  </a:cubicBezTo>
                  <a:cubicBezTo>
                    <a:pt x="13791" y="81928"/>
                    <a:pt x="-2602" y="104396"/>
                    <a:pt x="341" y="128737"/>
                  </a:cubicBezTo>
                  <a:cubicBezTo>
                    <a:pt x="2913" y="173599"/>
                    <a:pt x="45394" y="239894"/>
                    <a:pt x="63492" y="236560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0533e067-e249-4c76-8db5-33fcee2b8f1d" id="339" name="任意多边形: 形状 338">
              <a:extLst>
                <a:ext uri="{FF2B5EF4-FFF2-40B4-BE49-F238E27FC236}">
                  <a16:creationId id="{4ECDD526-0FBD-4984-8711-EFEF56F9AE03}"/>
                </a:ext>
              </a:extLst>
            </p:cNvPr>
            <p:cNvSpPr/>
            <p:nvPr/>
          </p:nvSpPr>
          <p:spPr>
            <a:xfrm rot="21190573" flipV="false" flipH="false">
              <a:off x="6724871" y="2414844"/>
              <a:ext cx="64123" cy="98415"/>
            </a:xfrm>
            <a:custGeom>
              <a:avLst/>
              <a:gdLst>
                <a:gd fmla="*/ 593 w 59567" name="connsiteX0"/>
                <a:gd fmla="*/ 90024 h 91422" name="connsiteY0"/>
                <a:gd fmla="*/ 44789 w 59567" name="connsiteX1"/>
                <a:gd fmla="*/ 58211 h 91422" name="connsiteY1"/>
                <a:gd fmla="*/ 52504 w 59567" name="connsiteX2"/>
                <a:gd fmla="*/ 1061 h 91422" name="connsiteY2"/>
                <a:gd fmla="*/ 54123 w 59567" name="connsiteX3"/>
                <a:gd fmla="*/ 490 h 91422" name="connsiteY3"/>
                <a:gd fmla="*/ 51266 w 59567" name="connsiteX4"/>
                <a:gd fmla="*/ 61735 h 91422" name="connsiteY4"/>
                <a:gd fmla="*/ 974 w 59567" name="connsiteX5"/>
                <a:gd fmla="*/ 91358 h 91422" name="connsiteY5"/>
                <a:gd fmla="*/ 593 w 59567" name="connsiteX6"/>
                <a:gd fmla="*/ 90024 h 91422" name="connsiteY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b="b" l="l" r="r" t="t"/>
              <a:pathLst>
                <a:path h="91422" w="59567">
                  <a:moveTo>
                    <a:pt x="593" y="90024"/>
                  </a:moveTo>
                  <a:cubicBezTo>
                    <a:pt x="18433" y="84589"/>
                    <a:pt x="33968" y="73402"/>
                    <a:pt x="44789" y="58211"/>
                  </a:cubicBezTo>
                  <a:cubicBezTo>
                    <a:pt x="56504" y="41552"/>
                    <a:pt x="59391" y="20231"/>
                    <a:pt x="52504" y="1061"/>
                  </a:cubicBezTo>
                  <a:cubicBezTo>
                    <a:pt x="52504" y="109"/>
                    <a:pt x="53742" y="-463"/>
                    <a:pt x="54123" y="490"/>
                  </a:cubicBezTo>
                  <a:cubicBezTo>
                    <a:pt x="62277" y="20322"/>
                    <a:pt x="61229" y="42748"/>
                    <a:pt x="51266" y="61735"/>
                  </a:cubicBezTo>
                  <a:cubicBezTo>
                    <a:pt x="40998" y="79881"/>
                    <a:pt x="21824" y="91172"/>
                    <a:pt x="974" y="91358"/>
                  </a:cubicBezTo>
                  <a:cubicBezTo>
                    <a:pt x="21" y="91739"/>
                    <a:pt x="-455" y="90310"/>
                    <a:pt x="593" y="90024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a8dcf348-2d75-42cd-9aaf-87d395888e74" id="340" name="任意多边形: 形状 339">
              <a:extLst>
                <a:ext uri="{FF2B5EF4-FFF2-40B4-BE49-F238E27FC236}">
                  <a16:creationId id="{BDA6895D-7A35-4652-AEC0-606E67D5538A}"/>
                </a:ext>
              </a:extLst>
            </p:cNvPr>
            <p:cNvSpPr/>
            <p:nvPr/>
          </p:nvSpPr>
          <p:spPr>
            <a:xfrm rot="21190573" flipV="false" flipH="false">
              <a:off x="6640026" y="2412115"/>
              <a:ext cx="80131" cy="167570"/>
            </a:xfrm>
            <a:custGeom>
              <a:avLst/>
              <a:gdLst>
                <a:gd fmla="*/ 6028 w 74438" name="connsiteX0"/>
                <a:gd fmla="*/ 23527 h 155663" name="connsiteY0"/>
                <a:gd fmla="*/ 53653 w 74438" name="connsiteX1"/>
                <a:gd fmla="*/ 0 h 155663" name="connsiteY1"/>
                <a:gd fmla="*/ 53653 w 74438" name="connsiteX2"/>
                <a:gd fmla="*/ 1619 h 155663" name="connsiteY2"/>
                <a:gd fmla="*/ 9933 w 74438" name="connsiteX3"/>
                <a:gd fmla="*/ 32575 h 155663" name="connsiteY3"/>
                <a:gd fmla="*/ 12410 w 74438" name="connsiteX4"/>
                <a:gd fmla="*/ 82868 h 155663" name="connsiteY4"/>
                <a:gd fmla="*/ 74227 w 74438" name="connsiteX5"/>
                <a:gd fmla="*/ 154877 h 155663" name="connsiteY5"/>
                <a:gd fmla="*/ 74227 w 74438" name="connsiteX6"/>
                <a:gd fmla="*/ 155639 h 155663" name="connsiteY6"/>
                <a:gd fmla="*/ 5075 w 74438" name="connsiteX7"/>
                <a:gd fmla="*/ 77057 h 155663" name="connsiteY7"/>
                <a:gd fmla="*/ 6028 w 74438" name="connsiteX8"/>
                <a:gd fmla="*/ 23527 h 155663" name="connsiteY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b="b" l="l" r="r" t="t"/>
              <a:pathLst>
                <a:path h="155663" w="74438">
                  <a:moveTo>
                    <a:pt x="6028" y="23527"/>
                  </a:moveTo>
                  <a:cubicBezTo>
                    <a:pt x="16600" y="6287"/>
                    <a:pt x="35270" y="1524"/>
                    <a:pt x="53653" y="0"/>
                  </a:cubicBezTo>
                  <a:cubicBezTo>
                    <a:pt x="54796" y="0"/>
                    <a:pt x="54891" y="1619"/>
                    <a:pt x="53653" y="1619"/>
                  </a:cubicBezTo>
                  <a:cubicBezTo>
                    <a:pt x="34517" y="3183"/>
                    <a:pt x="17762" y="15050"/>
                    <a:pt x="9933" y="32575"/>
                  </a:cubicBezTo>
                  <a:cubicBezTo>
                    <a:pt x="2218" y="48577"/>
                    <a:pt x="6599" y="66961"/>
                    <a:pt x="12410" y="82868"/>
                  </a:cubicBezTo>
                  <a:cubicBezTo>
                    <a:pt x="23382" y="113699"/>
                    <a:pt x="45414" y="139358"/>
                    <a:pt x="74227" y="154877"/>
                  </a:cubicBezTo>
                  <a:cubicBezTo>
                    <a:pt x="74703" y="154877"/>
                    <a:pt x="74227" y="155829"/>
                    <a:pt x="74227" y="155639"/>
                  </a:cubicBezTo>
                  <a:cubicBezTo>
                    <a:pt x="41385" y="140028"/>
                    <a:pt x="16381" y="111621"/>
                    <a:pt x="5075" y="77057"/>
                  </a:cubicBezTo>
                  <a:cubicBezTo>
                    <a:pt x="122" y="59912"/>
                    <a:pt x="-3688" y="39529"/>
                    <a:pt x="6028" y="23527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c15d9548-024c-4288-acc6-57aeb3f46364" id="341" name="任意多边形: 形状 340">
              <a:extLst>
                <a:ext uri="{FF2B5EF4-FFF2-40B4-BE49-F238E27FC236}">
                  <a16:creationId id="{A92EA6DF-A00D-44C4-9FCE-7E2078A1006A}"/>
                </a:ext>
              </a:extLst>
            </p:cNvPr>
            <p:cNvSpPr/>
            <p:nvPr/>
          </p:nvSpPr>
          <p:spPr>
            <a:xfrm rot="21190573" flipV="false" flipH="false">
              <a:off x="6796289" y="2298488"/>
              <a:ext cx="120053" cy="92541"/>
            </a:xfrm>
            <a:custGeom>
              <a:avLst/>
              <a:gdLst>
                <a:gd fmla="*/ 128 w 111523" name="connsiteX0"/>
                <a:gd fmla="*/ 36150 h 85966" name="connsiteY0"/>
                <a:gd fmla="*/ 31655 w 111523" name="connsiteX1"/>
                <a:gd fmla="*/ 5385 h 85966" name="connsiteY1"/>
                <a:gd fmla="*/ 84805 w 111523" name="connsiteX2"/>
                <a:gd fmla="*/ 4432 h 85966" name="connsiteY2"/>
                <a:gd fmla="*/ 110903 w 111523" name="connsiteX3"/>
                <a:gd fmla="*/ 37389 h 85966" name="connsiteY3"/>
                <a:gd fmla="*/ 100426 w 111523" name="connsiteX4"/>
                <a:gd fmla="*/ 85966 h 85966" name="connsiteY4"/>
                <a:gd fmla="*/ 99759 w 111523" name="connsiteX5"/>
                <a:gd fmla="*/ 85966 h 85966" name="connsiteY5"/>
                <a:gd fmla="*/ 107570 w 111523" name="connsiteX6"/>
                <a:gd fmla="*/ 42056 h 85966" name="connsiteY6"/>
                <a:gd fmla="*/ 80900 w 111523" name="connsiteX7"/>
                <a:gd fmla="*/ 10719 h 85966" name="connsiteY7"/>
                <a:gd fmla="*/ 2128 w 111523" name="connsiteX8"/>
                <a:gd fmla="*/ 37198 h 85966" name="connsiteY8"/>
                <a:gd fmla="*/ 604 w 111523" name="connsiteX9"/>
                <a:gd fmla="*/ 37674 h 85966" name="connsiteY9"/>
                <a:gd fmla="*/ 128 w 111523" name="connsiteX10"/>
                <a:gd fmla="*/ 36150 h 85966" name="connsiteY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b="b" l="l" r="r" t="t"/>
              <a:pathLst>
                <a:path h="85966" w="111523">
                  <a:moveTo>
                    <a:pt x="128" y="36150"/>
                  </a:moveTo>
                  <a:cubicBezTo>
                    <a:pt x="6548" y="22403"/>
                    <a:pt x="17758" y="11465"/>
                    <a:pt x="31655" y="5385"/>
                  </a:cubicBezTo>
                  <a:cubicBezTo>
                    <a:pt x="48657" y="-1451"/>
                    <a:pt x="67574" y="-1790"/>
                    <a:pt x="84805" y="4432"/>
                  </a:cubicBezTo>
                  <a:cubicBezTo>
                    <a:pt x="98788" y="9944"/>
                    <a:pt x="108741" y="22519"/>
                    <a:pt x="110903" y="37389"/>
                  </a:cubicBezTo>
                  <a:cubicBezTo>
                    <a:pt x="113104" y="54304"/>
                    <a:pt x="109408" y="71462"/>
                    <a:pt x="100426" y="85966"/>
                  </a:cubicBezTo>
                  <a:cubicBezTo>
                    <a:pt x="100426" y="85966"/>
                    <a:pt x="99569" y="85966"/>
                    <a:pt x="99759" y="85966"/>
                  </a:cubicBezTo>
                  <a:cubicBezTo>
                    <a:pt x="106817" y="72481"/>
                    <a:pt x="109541" y="57147"/>
                    <a:pt x="107570" y="42056"/>
                  </a:cubicBezTo>
                  <a:cubicBezTo>
                    <a:pt x="105455" y="27344"/>
                    <a:pt x="95082" y="15155"/>
                    <a:pt x="80900" y="10719"/>
                  </a:cubicBezTo>
                  <a:cubicBezTo>
                    <a:pt x="53658" y="2337"/>
                    <a:pt x="15939" y="8814"/>
                    <a:pt x="2128" y="37198"/>
                  </a:cubicBezTo>
                  <a:cubicBezTo>
                    <a:pt x="1842" y="37751"/>
                    <a:pt x="1156" y="37964"/>
                    <a:pt x="604" y="37674"/>
                  </a:cubicBezTo>
                  <a:cubicBezTo>
                    <a:pt x="51" y="37385"/>
                    <a:pt x="-158" y="36703"/>
                    <a:pt x="128" y="36150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3b0b351d-b3d1-4710-be42-aa581a30f7b5" id="342" name="任意多边形: 形状 341">
              <a:extLst>
                <a:ext uri="{FF2B5EF4-FFF2-40B4-BE49-F238E27FC236}">
                  <a16:creationId id="{3FD04FB8-0398-4306-9D69-1F705E9451B8}"/>
                </a:ext>
              </a:extLst>
            </p:cNvPr>
            <p:cNvSpPr/>
            <p:nvPr/>
          </p:nvSpPr>
          <p:spPr>
            <a:xfrm rot="21190573" flipV="false" flipH="false">
              <a:off x="6682527" y="2540591"/>
              <a:ext cx="78214" cy="93826"/>
            </a:xfrm>
            <a:custGeom>
              <a:avLst/>
              <a:gdLst>
                <a:gd fmla="*/ 61323 w 72657" name="connsiteX0"/>
                <a:gd fmla="*/ 31832 h 87160" name="connsiteY0"/>
                <a:gd fmla="*/ 6364 w 72657" name="connsiteX1"/>
                <a:gd fmla="*/ 2495 h 87160" name="connsiteY1"/>
                <a:gd fmla="*/ 41035 w 72657" name="connsiteX2"/>
                <a:gd fmla="*/ 85744 h 87160" name="connsiteY2"/>
                <a:gd fmla="*/ 72296 w 72657" name="connsiteX3"/>
                <a:gd fmla="*/ 70856 h 87160" name="connsiteY3"/>
                <a:gd fmla="*/ 72657 w 72657" name="connsiteX4"/>
                <a:gd fmla="*/ 69742 h 87160" name="connsiteY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b="b" l="l" r="r" t="t"/>
              <a:pathLst>
                <a:path h="87160" w="72657">
                  <a:moveTo>
                    <a:pt x="61323" y="31832"/>
                  </a:moveTo>
                  <a:cubicBezTo>
                    <a:pt x="61323" y="31832"/>
                    <a:pt x="25795" y="-10554"/>
                    <a:pt x="6364" y="2495"/>
                  </a:cubicBezTo>
                  <a:cubicBezTo>
                    <a:pt x="-13068" y="15544"/>
                    <a:pt x="15889" y="78695"/>
                    <a:pt x="41035" y="85744"/>
                  </a:cubicBezTo>
                  <a:cubicBezTo>
                    <a:pt x="53779" y="90268"/>
                    <a:pt x="67771" y="83600"/>
                    <a:pt x="72296" y="70856"/>
                  </a:cubicBezTo>
                  <a:cubicBezTo>
                    <a:pt x="72419" y="70494"/>
                    <a:pt x="72543" y="70113"/>
                    <a:pt x="72657" y="69742"/>
                  </a:cubicBezTo>
                  <a:close/>
                </a:path>
              </a:pathLst>
            </a:custGeom>
            <a:solidFill>
              <a:srgbClr val="FBD1CD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130e07d5-7228-4d35-aa68-2c82c6259ea1" id="343" name="任意多边形: 形状 342">
              <a:extLst>
                <a:ext uri="{FF2B5EF4-FFF2-40B4-BE49-F238E27FC236}">
                  <a16:creationId id="{3BB142BD-0A40-4828-B786-91846D02B8A7}"/>
                </a:ext>
              </a:extLst>
            </p:cNvPr>
            <p:cNvSpPr/>
            <p:nvPr/>
          </p:nvSpPr>
          <p:spPr>
            <a:xfrm rot="21190573" flipV="false" flipH="false">
              <a:off x="6699318" y="2562492"/>
              <a:ext cx="47824" cy="56671"/>
            </a:xfrm>
            <a:custGeom>
              <a:avLst/>
              <a:gdLst>
                <a:gd fmla="*/ 0 w 44426" name="connsiteX0"/>
                <a:gd fmla="*/ 0 h 52645" name="connsiteY0"/>
                <a:gd fmla="*/ 0 w 44426" name="connsiteX1"/>
                <a:gd fmla="*/ 667 h 52645" name="connsiteY1"/>
                <a:gd fmla="*/ 35338 w 44426" name="connsiteX2"/>
                <a:gd fmla="*/ 36576 h 52645" name="connsiteY2"/>
                <a:gd fmla="*/ 16345 w 44426" name="connsiteX3"/>
                <a:gd fmla="*/ 33357 h 52645" name="connsiteY3"/>
                <a:gd fmla="*/ 14764 w 44426" name="connsiteX4"/>
                <a:gd fmla="*/ 34671 h 52645" name="connsiteY4"/>
                <a:gd fmla="*/ 15335 w 44426" name="connsiteX5"/>
                <a:gd fmla="*/ 35528 h 52645" name="connsiteY5"/>
                <a:gd fmla="*/ 32385 w 44426" name="connsiteX6"/>
                <a:gd fmla="*/ 39338 h 52645" name="connsiteY6"/>
                <a:gd fmla="*/ 41434 w 44426" name="connsiteX7"/>
                <a:gd fmla="*/ 52006 h 52645" name="connsiteY7"/>
                <a:gd fmla="*/ 44291 w 44426" name="connsiteX8"/>
                <a:gd fmla="*/ 50768 h 52645" name="connsiteY8"/>
                <a:gd fmla="*/ 44291 w 44426" name="connsiteX9"/>
                <a:gd fmla="*/ 50768 h 52645" name="connsiteY9"/>
                <a:gd fmla="*/ 0 w 44426" name="connsiteX10"/>
                <a:gd fmla="*/ 0 h 52645" name="connsiteY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b="b" l="l" r="r" t="t"/>
              <a:pathLst>
                <a:path h="52645" w="44426">
                  <a:moveTo>
                    <a:pt x="0" y="0"/>
                  </a:moveTo>
                  <a:lnTo>
                    <a:pt x="0" y="667"/>
                  </a:lnTo>
                  <a:cubicBezTo>
                    <a:pt x="16297" y="7147"/>
                    <a:pt x="29118" y="20174"/>
                    <a:pt x="35338" y="36576"/>
                  </a:cubicBezTo>
                  <a:cubicBezTo>
                    <a:pt x="30985" y="30442"/>
                    <a:pt x="22479" y="29004"/>
                    <a:pt x="16345" y="33357"/>
                  </a:cubicBezTo>
                  <a:cubicBezTo>
                    <a:pt x="15783" y="33757"/>
                    <a:pt x="15259" y="34195"/>
                    <a:pt x="14764" y="34671"/>
                  </a:cubicBezTo>
                  <a:cubicBezTo>
                    <a:pt x="14764" y="34671"/>
                    <a:pt x="14764" y="35624"/>
                    <a:pt x="15335" y="35528"/>
                  </a:cubicBezTo>
                  <a:cubicBezTo>
                    <a:pt x="21250" y="33061"/>
                    <a:pt x="28080" y="34585"/>
                    <a:pt x="32385" y="39338"/>
                  </a:cubicBezTo>
                  <a:cubicBezTo>
                    <a:pt x="35833" y="43234"/>
                    <a:pt x="38872" y="47482"/>
                    <a:pt x="41434" y="52006"/>
                  </a:cubicBezTo>
                  <a:cubicBezTo>
                    <a:pt x="42386" y="53531"/>
                    <a:pt x="45053" y="52006"/>
                    <a:pt x="44291" y="50768"/>
                  </a:cubicBezTo>
                  <a:lnTo>
                    <a:pt x="44291" y="50768"/>
                  </a:lnTo>
                  <a:cubicBezTo>
                    <a:pt x="42577" y="28861"/>
                    <a:pt x="23241" y="191"/>
                    <a:pt x="0" y="0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83a118f0-8f48-474a-9e5a-b68c1c8bffe1" id="344" name="任意多边形: 形状 343">
              <a:extLst>
                <a:ext uri="{FF2B5EF4-FFF2-40B4-BE49-F238E27FC236}">
                  <a16:creationId id="{C975CFF1-9D7A-4973-AB49-904B5B38D799}"/>
                </a:ext>
              </a:extLst>
            </p:cNvPr>
            <p:cNvSpPr/>
            <p:nvPr/>
          </p:nvSpPr>
          <p:spPr>
            <a:xfrm rot="21190573" flipV="false" flipH="false">
              <a:off x="6666345" y="2711323"/>
              <a:ext cx="179745" cy="214914"/>
            </a:xfrm>
            <a:custGeom>
              <a:avLst/>
              <a:gdLst>
                <a:gd fmla="*/ 159068 w 166973" name="connsiteX0"/>
                <a:gd fmla="*/ 53911 h 199643" name="connsiteY0"/>
                <a:gd fmla="*/ 106585 w 166973" name="connsiteX1"/>
                <a:gd fmla="*/ 123825 h 199643" name="connsiteY1"/>
                <a:gd fmla="*/ 35814 w 166973" name="connsiteX2"/>
                <a:gd fmla="*/ 0 h 199643" name="connsiteY2"/>
                <a:gd fmla="*/ 0 w 166973" name="connsiteX3"/>
                <a:gd fmla="*/ 24384 h 199643" name="connsiteY3"/>
                <a:gd fmla="*/ 55721 w 166973" name="connsiteX4"/>
                <a:gd fmla="*/ 199358 h 199643" name="connsiteY4"/>
                <a:gd fmla="*/ 105633 w 166973" name="connsiteX5"/>
                <a:gd fmla="*/ 140589 h 199643" name="connsiteY5"/>
                <a:gd fmla="*/ 139732 w 166973" name="connsiteX6"/>
                <a:gd fmla="*/ 199644 h 199643" name="connsiteY6"/>
                <a:gd fmla="*/ 166974 w 166973" name="connsiteX7"/>
                <a:gd fmla="*/ 80486 h 199643" name="connsiteY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b="b" l="l" r="r" t="t"/>
              <a:pathLst>
                <a:path h="199643" w="166973">
                  <a:moveTo>
                    <a:pt x="159068" y="53911"/>
                  </a:moveTo>
                  <a:lnTo>
                    <a:pt x="106585" y="123825"/>
                  </a:lnTo>
                  <a:lnTo>
                    <a:pt x="35814" y="0"/>
                  </a:lnTo>
                  <a:lnTo>
                    <a:pt x="0" y="24384"/>
                  </a:lnTo>
                  <a:cubicBezTo>
                    <a:pt x="0" y="24384"/>
                    <a:pt x="53245" y="206216"/>
                    <a:pt x="55721" y="199358"/>
                  </a:cubicBezTo>
                  <a:lnTo>
                    <a:pt x="105633" y="140589"/>
                  </a:lnTo>
                  <a:lnTo>
                    <a:pt x="139732" y="199644"/>
                  </a:lnTo>
                  <a:lnTo>
                    <a:pt x="166974" y="80486"/>
                  </a:lnTo>
                  <a:close/>
                </a:path>
              </a:pathLst>
            </a:custGeom>
            <a:solidFill>
              <a:srgbClr val="FFFFFF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4d39036a-05b9-4379-b70b-f7ddf5b17bd3" id="345" name="任意多边形: 形状 344">
              <a:extLst>
                <a:ext uri="{FF2B5EF4-FFF2-40B4-BE49-F238E27FC236}">
                  <a16:creationId id="{4D137CF6-9F91-4591-BE0E-2E360EC584C9}"/>
                </a:ext>
              </a:extLst>
            </p:cNvPr>
            <p:cNvSpPr/>
            <p:nvPr/>
          </p:nvSpPr>
          <p:spPr>
            <a:xfrm rot="21190573" flipV="false" flipH="false">
              <a:off x="6670878" y="2746482"/>
              <a:ext cx="178514" cy="185909"/>
            </a:xfrm>
            <a:custGeom>
              <a:avLst/>
              <a:gdLst>
                <a:gd fmla="*/ 154591 w 165830" name="connsiteX0"/>
                <a:gd fmla="*/ 108490 h 172700" name="connsiteY0"/>
                <a:gd fmla="*/ 165830 w 165830" name="connsiteX1"/>
                <a:gd fmla="*/ 49149 h 172700" name="connsiteY1"/>
                <a:gd fmla="*/ 164497 w 165830" name="connsiteX2"/>
                <a:gd fmla="*/ 49149 h 172700" name="connsiteY2"/>
                <a:gd fmla="*/ 136588 w 165830" name="connsiteX3"/>
                <a:gd fmla="*/ 159925 h 172700" name="connsiteY3"/>
                <a:gd fmla="*/ 136588 w 165830" name="connsiteX4"/>
                <a:gd fmla="*/ 159925 h 172700" name="connsiteY4"/>
                <a:gd fmla="*/ 103822 w 165830" name="connsiteX5"/>
                <a:gd fmla="*/ 107918 h 172700" name="connsiteY5"/>
                <a:gd fmla="*/ 54769 w 165830" name="connsiteX6"/>
                <a:gd fmla="*/ 163544 h 172700" name="connsiteY6"/>
                <a:gd fmla="*/ 1334 w 165830" name="connsiteX7"/>
                <a:gd fmla="*/ 667 h 172700" name="connsiteY7"/>
                <a:gd fmla="*/ 667 w 165830" name="connsiteX8"/>
                <a:gd fmla="*/ 0 h 172700" name="connsiteY8"/>
                <a:gd fmla="*/ 0 w 165830" name="connsiteX9"/>
                <a:gd fmla="*/ 667 h 172700" name="connsiteY9"/>
                <a:gd fmla="*/ 51340 w 165830" name="connsiteX10"/>
                <a:gd fmla="*/ 172117 h 172700" name="connsiteY10"/>
                <a:gd fmla="*/ 103727 w 165830" name="connsiteX11"/>
                <a:gd fmla="*/ 110014 h 172700" name="connsiteY11"/>
                <a:gd fmla="*/ 139065 w 165830" name="connsiteX12"/>
                <a:gd fmla="*/ 172593 h 172700" name="connsiteY12"/>
                <a:gd fmla="*/ 154591 w 165830" name="connsiteX13"/>
                <a:gd fmla="*/ 108490 h 172700" name="connsiteY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b="b" l="l" r="r" t="t"/>
              <a:pathLst>
                <a:path h="172700" w="165830">
                  <a:moveTo>
                    <a:pt x="154591" y="108490"/>
                  </a:moveTo>
                  <a:cubicBezTo>
                    <a:pt x="158401" y="88773"/>
                    <a:pt x="162878" y="69056"/>
                    <a:pt x="165830" y="49149"/>
                  </a:cubicBezTo>
                  <a:cubicBezTo>
                    <a:pt x="165830" y="48482"/>
                    <a:pt x="164878" y="47911"/>
                    <a:pt x="164497" y="49149"/>
                  </a:cubicBezTo>
                  <a:cubicBezTo>
                    <a:pt x="155734" y="66770"/>
                    <a:pt x="141351" y="142208"/>
                    <a:pt x="136588" y="159925"/>
                  </a:cubicBezTo>
                  <a:lnTo>
                    <a:pt x="136588" y="159925"/>
                  </a:lnTo>
                  <a:cubicBezTo>
                    <a:pt x="135160" y="157448"/>
                    <a:pt x="104394" y="107442"/>
                    <a:pt x="103822" y="107918"/>
                  </a:cubicBezTo>
                  <a:cubicBezTo>
                    <a:pt x="94297" y="116777"/>
                    <a:pt x="57531" y="159448"/>
                    <a:pt x="54769" y="163544"/>
                  </a:cubicBezTo>
                  <a:cubicBezTo>
                    <a:pt x="46387" y="134969"/>
                    <a:pt x="12859" y="28956"/>
                    <a:pt x="1334" y="667"/>
                  </a:cubicBezTo>
                  <a:cubicBezTo>
                    <a:pt x="1334" y="295"/>
                    <a:pt x="1038" y="0"/>
                    <a:pt x="667" y="0"/>
                  </a:cubicBezTo>
                  <a:cubicBezTo>
                    <a:pt x="295" y="0"/>
                    <a:pt x="0" y="295"/>
                    <a:pt x="0" y="667"/>
                  </a:cubicBezTo>
                  <a:cubicBezTo>
                    <a:pt x="6287" y="30480"/>
                    <a:pt x="50006" y="172117"/>
                    <a:pt x="51340" y="172117"/>
                  </a:cubicBezTo>
                  <a:cubicBezTo>
                    <a:pt x="69875" y="152343"/>
                    <a:pt x="87363" y="131616"/>
                    <a:pt x="103727" y="110014"/>
                  </a:cubicBezTo>
                  <a:cubicBezTo>
                    <a:pt x="108395" y="120396"/>
                    <a:pt x="138208" y="175450"/>
                    <a:pt x="139065" y="172593"/>
                  </a:cubicBezTo>
                  <a:cubicBezTo>
                    <a:pt x="145380" y="151514"/>
                    <a:pt x="150571" y="130121"/>
                    <a:pt x="154591" y="108490"/>
                  </a:cubicBezTo>
                  <a:close/>
                </a:path>
              </a:pathLst>
            </a:custGeom>
            <a:solidFill>
              <a:srgbClr val="263238"/>
            </a:solidFill>
            <a:ln cap="flat" w="9525">
              <a:noFill/>
              <a:prstDash val="solid"/>
              <a:miter/>
            </a:ln>
          </p:spPr>
          <p:txBody>
            <a:bodyPr anchor="ctr" rtlCol="0"/>
            <a:lstStyle/>
            <a:p>
              <a:pPr algn="l">
                <a:lnSpc>
                  <a:spcPct val="120000"/>
                </a:lnSpc>
              </a:pPr>
            </a:p>
          </p:txBody>
        </p:sp>
        <p:sp>
          <p:nvSpPr>
            <p:cNvPr descr="186ece4d-a75a-4401-b6dc-8bb243148efd" id="3" name="Title">
              <a:extLst>
                <a:ext uri="{FF2B5EF4-FFF2-40B4-BE49-F238E27FC236}">
                  <a16:creationId id="{433E637F-2FCE-6F2A-29DC-783B8233C69F}"/>
                </a:ext>
              </a:extLst>
            </p:cNvPr>
            <p:cNvSpPr/>
            <p:nvPr/>
          </p:nvSpPr>
          <p:spPr>
            <a:xfrm flipV="false" flipH="false">
              <a:off x="660400" y="1130300"/>
              <a:ext cx="10858500" cy="497316"/>
            </a:xfrm>
            <a:prstGeom prst="rect">
              <a:avLst/>
            </a:prstGeom>
          </p:spPr>
          <p:txBody>
            <a:bodyPr wrap="square">
              <a:normAutofit/>
            </a:bodyPr>
            <a:lstStyle>
              <a:defPPr>
                <a:defRPr lang="en-US"/>
              </a:defPPr>
              <a:lvl1pPr algn="l" defTabSz="457200" eaLnBrk="1" hangingPunct="1" latinLnBrk="0" marL="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algn="l" defTabSz="457200" eaLnBrk="1" hangingPunct="1" latinLnBrk="0" marL="4572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algn="l" defTabSz="457200" eaLnBrk="1" hangingPunct="1" latinLnBrk="0" marL="9144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algn="l" defTabSz="457200" eaLnBrk="1" hangingPunct="1" latinLnBrk="0" marL="13716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algn="l" defTabSz="457200" eaLnBrk="1" hangingPunct="1" latinLnBrk="0" marL="18288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algn="l" defTabSz="457200" eaLnBrk="1" hangingPunct="1" latinLnBrk="0" marL="22860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algn="l" defTabSz="457200" eaLnBrk="1" hangingPunct="1" latinLnBrk="0" marL="27432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algn="l" defTabSz="457200" eaLnBrk="1" hangingPunct="1" latinLnBrk="0" marL="32004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algn="l" defTabSz="457200" eaLnBrk="1" hangingPunct="1" latinLnBrk="0" marL="3657600" rtl="0">
                <a:defRPr kern="1200"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ct val="120000"/>
                </a:lnSpc>
              </a:pPr>
              <a:r>
                <a:rPr lang="en-US" b="true" i="false" u="none" sz="2400">
                  <a:solidFill>
                    <a:srgbClr val="2F2F2F"/>
                  </a:solidFill>
                  <a:ea typeface="微软雅黑"/>
                </a:rPr>
                <a:t>体现关怀的情感护理方式</a:t>
              </a:r>
            </a:p>
          </p:txBody>
        </p:sp>
        <p:grpSp>
          <p:nvGrpSpPr>
            <p:cNvPr descr="2b6b7088-f4e1-4c7e-b0bd-4c5713a5b81c" id="2" name="组合 1">
              <a:extLst>
                <a:ext uri="{FF2B5EF4-FFF2-40B4-BE49-F238E27FC236}">
                  <a16:creationId id="{E5AFDA61-B5AF-5080-A183-C132A6600804}"/>
                </a:ext>
              </a:extLst>
            </p:cNvPr>
            <p:cNvGrpSpPr/>
            <p:nvPr/>
          </p:nvGrpSpPr>
          <p:grpSpPr>
            <a:xfrm>
              <a:off x="666749" y="2387955"/>
              <a:ext cx="3451179" cy="1218099"/>
              <a:chOff x="666749" y="2387955"/>
              <a:chExt cx="3451179" cy="1218099"/>
            </a:xfrm>
          </p:grpSpPr>
          <p:sp>
            <p:nvSpPr>
              <p:cNvPr descr="4b72682b-a92c-4935-b664-e5e235a8e0b3" id="21" name="ComponentBackground1">
                <a:extLst>
                  <a:ext uri="{FF2B5EF4-FFF2-40B4-BE49-F238E27FC236}">
                    <a16:creationId id="{A041D526-B1C2-40CB-B239-CC9718C05065}"/>
                  </a:ext>
                </a:extLst>
              </p:cNvPr>
              <p:cNvSpPr/>
              <p:nvPr/>
            </p:nvSpPr>
            <p:spPr>
              <a:xfrm flipV="false" flipH="false">
                <a:off x="666749" y="2387955"/>
                <a:ext cx="3451179" cy="1218099"/>
              </a:xfrm>
              <a:prstGeom prst="round2DiagRect">
                <a:avLst>
                  <a:gd fmla="val 0" name="adj1"/>
                  <a:gd fmla="val 50000" name="adj2"/>
                </a:avLst>
              </a:prstGeom>
              <a:solidFill>
                <a:schemeClr val="bg1"/>
              </a:solidFill>
              <a:ln>
                <a:noFill/>
              </a:ln>
              <a:effectLst>
                <a:outerShdw algn="t" blurRad="381000" dir="5400000" dist="101600" rotWithShape="0" sx="98000" sy="98000">
                  <a:schemeClr val="accent1">
                    <a:alpha val="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>
                  <a:lnSpc>
                    <a:spcPct val="120000"/>
                  </a:lnSpc>
                </a:pPr>
              </a:p>
            </p:txBody>
          </p:sp>
          <p:sp>
            <p:nvSpPr>
              <p:cNvPr descr="b975137b-3c7c-4c32-9901-3c34de4d44bb" id="11" name="Bullet1">
                <a:extLst>
                  <a:ext uri="{FF2B5EF4-FFF2-40B4-BE49-F238E27FC236}">
                    <a16:creationId id="{6689721C-A9C3-22B5-BF16-5D4CF5809DE3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1381638" y="2508080"/>
                <a:ext cx="2636588" cy="415771"/>
              </a:xfrm>
              <a:prstGeom prst="rect">
                <a:avLst/>
              </a:prstGeom>
              <a:noFill/>
            </p:spPr>
            <p:txBody>
              <a:bodyPr rtlCol="0" wrap="square">
                <a:normAutofit/>
              </a:bodyPr>
              <a:lstStyle>
                <a:defPPr>
                  <a:defRPr lang="zh-CN"/>
                </a:defPPr>
                <a:lvl1pPr>
                  <a:lnSpc>
                    <a:spcPct val="120000"/>
                  </a:lnSpc>
                  <a:defRPr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defRPr>
                </a:lvl1pPr>
              </a:lstStyle>
              <a:p>
                <a:pPr algn="l">
                  <a:lnSpc>
                    <a:spcPct val="120000"/>
                  </a:lnSpc>
                </a:pPr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穿鞋袜</a:t>
                </a:r>
              </a:p>
            </p:txBody>
          </p:sp>
          <p:sp>
            <p:nvSpPr>
              <p:cNvPr descr="2cf2fdfc-a8fc-4093-88e5-e2e08617db95" id="12" name="Text1">
                <a:extLst>
                  <a:ext uri="{FF2B5EF4-FFF2-40B4-BE49-F238E27FC236}">
                    <a16:creationId id="{156CF4DA-CF34-2D38-816E-9D2539A16635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1381638" y="2923851"/>
                <a:ext cx="2636588" cy="562079"/>
              </a:xfrm>
              <a:prstGeom prst="rect">
                <a:avLst/>
              </a:prstGeom>
              <a:noFill/>
            </p:spPr>
            <p:txBody>
              <a:bodyPr rtlCol="0" wrap="square">
                <a:normAutofit/>
              </a:bodyPr>
              <a:lstStyle>
                <a:defPPr>
                  <a:defRPr lang="zh-CN"/>
                </a:defPPr>
                <a:lvl1pPr>
                  <a:lnSpc>
                    <a:spcPct val="120000"/>
                  </a:lnSpc>
                  <a:defRPr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defRPr>
                </a:lvl1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为被舔者穿好鞋袜，表达温柔，回归日常。</a:t>
                </a:r>
              </a:p>
            </p:txBody>
          </p:sp>
          <p:sp>
            <p:nvSpPr>
              <p:cNvPr descr="36098965-1c7f-429d-b9b1-55eb190e12af" id="19" name="Icon1">
                <a:extLst>
                  <a:ext uri="{FF2B5EF4-FFF2-40B4-BE49-F238E27FC236}">
                    <a16:creationId id="{470B883B-5702-6298-2585-AFB32802AC00}"/>
                  </a:ext>
                </a:extLst>
              </p:cNvPr>
              <p:cNvSpPr/>
              <p:nvPr/>
            </p:nvSpPr>
            <p:spPr>
              <a:xfrm flipV="false" flipH="false">
                <a:off x="1006522" y="2580060"/>
                <a:ext cx="207942" cy="364772"/>
              </a:xfrm>
              <a:custGeom>
                <a:avLst/>
                <a:gdLst>
                  <a:gd fmla="*/ 17705 w 345347" name="connsiteX0"/>
                  <a:gd fmla="*/ 158702 h 605804" name="connsiteY0"/>
                  <a:gd fmla="*/ 35516 w 345347" name="connsiteX1"/>
                  <a:gd fmla="*/ 176488 h 605804" name="connsiteY1"/>
                  <a:gd fmla="*/ 35516 w 345347" name="connsiteX2"/>
                  <a:gd fmla="*/ 258389 h 605804" name="connsiteY2"/>
                  <a:gd fmla="*/ 172674 w 345347" name="connsiteX3"/>
                  <a:gd fmla="*/ 395247 h 605804" name="connsiteY3"/>
                  <a:gd fmla="*/ 309831 w 345347" name="connsiteX4"/>
                  <a:gd fmla="*/ 258389 h 605804" name="connsiteY4"/>
                  <a:gd fmla="*/ 309831 w 345347" name="connsiteX5"/>
                  <a:gd fmla="*/ 176488 h 605804" name="connsiteY5"/>
                  <a:gd fmla="*/ 327536 w 345347" name="connsiteX6"/>
                  <a:gd fmla="*/ 158702 h 605804" name="connsiteY6"/>
                  <a:gd fmla="*/ 345347 w 345347" name="connsiteX7"/>
                  <a:gd fmla="*/ 176488 h 605804" name="connsiteY7"/>
                  <a:gd fmla="*/ 345347 w 345347" name="connsiteX8"/>
                  <a:gd fmla="*/ 258389 h 605804" name="connsiteY8"/>
                  <a:gd fmla="*/ 190485 w 345347" name="connsiteX9"/>
                  <a:gd fmla="*/ 429860 h 605804" name="connsiteY9"/>
                  <a:gd fmla="*/ 190485 w 345347" name="connsiteX10"/>
                  <a:gd fmla="*/ 570338 h 605804" name="connsiteY10"/>
                  <a:gd fmla="*/ 266636 w 345347" name="connsiteX11"/>
                  <a:gd fmla="*/ 570338 h 605804" name="connsiteY11"/>
                  <a:gd fmla="*/ 284341 w 345347" name="connsiteX12"/>
                  <a:gd fmla="*/ 588018 h 605804" name="connsiteY12"/>
                  <a:gd fmla="*/ 266636 w 345347" name="connsiteX13"/>
                  <a:gd fmla="*/ 605804 h 605804" name="connsiteY13"/>
                  <a:gd fmla="*/ 78711 w 345347" name="connsiteX14"/>
                  <a:gd fmla="*/ 605804 h 605804" name="connsiteY14"/>
                  <a:gd fmla="*/ 60900 w 345347" name="connsiteX15"/>
                  <a:gd fmla="*/ 588018 h 605804" name="connsiteY15"/>
                  <a:gd fmla="*/ 78711 w 345347" name="connsiteX16"/>
                  <a:gd fmla="*/ 570338 h 605804" name="connsiteY16"/>
                  <a:gd fmla="*/ 154862 w 345347" name="connsiteX17"/>
                  <a:gd fmla="*/ 570338 h 605804" name="connsiteY17"/>
                  <a:gd fmla="*/ 154862 w 345347" name="connsiteX18"/>
                  <a:gd fmla="*/ 429860 h 605804" name="connsiteY18"/>
                  <a:gd fmla="*/ 0 w 345347" name="connsiteX19"/>
                  <a:gd fmla="*/ 258389 h 605804" name="connsiteY19"/>
                  <a:gd fmla="*/ 0 w 345347" name="connsiteX20"/>
                  <a:gd fmla="*/ 176488 h 605804" name="connsiteY20"/>
                  <a:gd fmla="*/ 17705 w 345347" name="connsiteX21"/>
                  <a:gd fmla="*/ 158702 h 605804" name="connsiteY21"/>
                  <a:gd fmla="*/ 172639 w 345347" name="connsiteX22"/>
                  <a:gd fmla="*/ 0 h 605804" name="connsiteY22"/>
                  <a:gd fmla="*/ 293270 w 345347" name="connsiteX23"/>
                  <a:gd fmla="*/ 120463 h 605804" name="connsiteY23"/>
                  <a:gd fmla="*/ 293270 w 345347" name="connsiteX24"/>
                  <a:gd fmla="*/ 254028 h 605804" name="connsiteY24"/>
                  <a:gd fmla="*/ 172639 w 345347" name="connsiteX25"/>
                  <a:gd fmla="*/ 374491 h 605804" name="connsiteY25"/>
                  <a:gd fmla="*/ 52007 w 345347" name="connsiteX26"/>
                  <a:gd fmla="*/ 254028 h 605804" name="connsiteY26"/>
                  <a:gd fmla="*/ 52007 w 345347" name="connsiteX27"/>
                  <a:gd fmla="*/ 120463 h 605804" name="connsiteY27"/>
                  <a:gd fmla="*/ 172639 w 345347" name="connsiteX28"/>
                  <a:gd fmla="*/ 0 h 605804" name="connsiteY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b="b" l="l" r="r" t="t"/>
                <a:pathLst>
                  <a:path h="605804" w="345347">
                    <a:moveTo>
                      <a:pt x="17705" y="158702"/>
                    </a:moveTo>
                    <a:cubicBezTo>
                      <a:pt x="27623" y="158702"/>
                      <a:pt x="35516" y="166690"/>
                      <a:pt x="35516" y="176488"/>
                    </a:cubicBezTo>
                    <a:lnTo>
                      <a:pt x="35516" y="258389"/>
                    </a:lnTo>
                    <a:cubicBezTo>
                      <a:pt x="35516" y="333900"/>
                      <a:pt x="97056" y="395247"/>
                      <a:pt x="172674" y="395247"/>
                    </a:cubicBezTo>
                    <a:cubicBezTo>
                      <a:pt x="248292" y="395247"/>
                      <a:pt x="309831" y="333900"/>
                      <a:pt x="309831" y="258389"/>
                    </a:cubicBezTo>
                    <a:lnTo>
                      <a:pt x="309831" y="176488"/>
                    </a:lnTo>
                    <a:cubicBezTo>
                      <a:pt x="309831" y="166690"/>
                      <a:pt x="317724" y="158702"/>
                      <a:pt x="327536" y="158702"/>
                    </a:cubicBezTo>
                    <a:cubicBezTo>
                      <a:pt x="337348" y="158702"/>
                      <a:pt x="345347" y="166690"/>
                      <a:pt x="345347" y="176488"/>
                    </a:cubicBezTo>
                    <a:lnTo>
                      <a:pt x="345347" y="258389"/>
                    </a:lnTo>
                    <a:cubicBezTo>
                      <a:pt x="345347" y="347426"/>
                      <a:pt x="277302" y="421020"/>
                      <a:pt x="190485" y="429860"/>
                    </a:cubicBezTo>
                    <a:lnTo>
                      <a:pt x="190485" y="570338"/>
                    </a:lnTo>
                    <a:lnTo>
                      <a:pt x="266636" y="570338"/>
                    </a:lnTo>
                    <a:cubicBezTo>
                      <a:pt x="276448" y="570338"/>
                      <a:pt x="284341" y="578220"/>
                      <a:pt x="284341" y="588018"/>
                    </a:cubicBezTo>
                    <a:cubicBezTo>
                      <a:pt x="284341" y="597816"/>
                      <a:pt x="276448" y="605804"/>
                      <a:pt x="266636" y="605804"/>
                    </a:cubicBezTo>
                    <a:lnTo>
                      <a:pt x="78711" y="605804"/>
                    </a:lnTo>
                    <a:cubicBezTo>
                      <a:pt x="68899" y="605804"/>
                      <a:pt x="60900" y="597816"/>
                      <a:pt x="60900" y="588018"/>
                    </a:cubicBezTo>
                    <a:cubicBezTo>
                      <a:pt x="60900" y="578220"/>
                      <a:pt x="68899" y="570338"/>
                      <a:pt x="78711" y="570338"/>
                    </a:cubicBezTo>
                    <a:lnTo>
                      <a:pt x="154862" y="570338"/>
                    </a:lnTo>
                    <a:lnTo>
                      <a:pt x="154862" y="429860"/>
                    </a:lnTo>
                    <a:cubicBezTo>
                      <a:pt x="67939" y="421020"/>
                      <a:pt x="0" y="347426"/>
                      <a:pt x="0" y="258389"/>
                    </a:cubicBezTo>
                    <a:lnTo>
                      <a:pt x="0" y="176488"/>
                    </a:lnTo>
                    <a:cubicBezTo>
                      <a:pt x="0" y="166690"/>
                      <a:pt x="7892" y="158702"/>
                      <a:pt x="17705" y="158702"/>
                    </a:cubicBezTo>
                    <a:close/>
                    <a:moveTo>
                      <a:pt x="172639" y="0"/>
                    </a:moveTo>
                    <a:cubicBezTo>
                      <a:pt x="239087" y="0"/>
                      <a:pt x="293270" y="54001"/>
                      <a:pt x="293270" y="120463"/>
                    </a:cubicBezTo>
                    <a:lnTo>
                      <a:pt x="293270" y="254028"/>
                    </a:lnTo>
                    <a:cubicBezTo>
                      <a:pt x="293270" y="320490"/>
                      <a:pt x="239087" y="374491"/>
                      <a:pt x="172639" y="374491"/>
                    </a:cubicBezTo>
                    <a:cubicBezTo>
                      <a:pt x="106083" y="374491"/>
                      <a:pt x="52007" y="320490"/>
                      <a:pt x="52007" y="254028"/>
                    </a:cubicBezTo>
                    <a:lnTo>
                      <a:pt x="52007" y="120463"/>
                    </a:lnTo>
                    <a:cubicBezTo>
                      <a:pt x="52007" y="54001"/>
                      <a:pt x="106083" y="0"/>
                      <a:pt x="1726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50000">
                    <a:schemeClr val="accent1"/>
                  </a:gs>
                </a:gsLst>
                <a:lin ang="2700000" scaled="0"/>
              </a:gradFill>
            </p:spPr>
            <p:txBody>
              <a:bodyPr anchor="ctr" anchorCtr="0" bIns="108000" lIns="108000" rIns="108000" rtlCol="0" tIns="108000" wrap="none">
                <a:normAutofit fontScale="47500" lnSpcReduction="20000"/>
              </a:bodyPr>
              <a:lstStyle>
                <a:defPPr>
                  <a:defRPr lang="en-US"/>
                </a:defPPr>
                <a:lvl1pPr algn="l" defTabSz="4572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4572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4572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4572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4572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4572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4572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4572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4572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lnSpc>
                    <a:spcPct val="112000"/>
                  </a:lnSpc>
                </a:pPr>
              </a:p>
            </p:txBody>
          </p:sp>
        </p:grpSp>
        <p:grpSp>
          <p:nvGrpSpPr>
            <p:cNvPr descr="6be77fe4-29d0-4156-9ca4-a9d1719463f4" id="5" name="组合 4">
              <a:extLst>
                <a:ext uri="{FF2B5EF4-FFF2-40B4-BE49-F238E27FC236}">
                  <a16:creationId id="{89371CA8-F287-7821-C401-64F5440736AD}"/>
                </a:ext>
              </a:extLst>
            </p:cNvPr>
            <p:cNvGrpSpPr/>
            <p:nvPr/>
          </p:nvGrpSpPr>
          <p:grpSpPr>
            <a:xfrm>
              <a:off x="691139" y="4402420"/>
              <a:ext cx="3451179" cy="1218099"/>
              <a:chOff x="691139" y="4402420"/>
              <a:chExt cx="3451179" cy="1218099"/>
            </a:xfrm>
          </p:grpSpPr>
          <p:sp>
            <p:nvSpPr>
              <p:cNvPr descr="68d6858a-cac0-4628-815b-5f276be42556" id="70" name="ComponentBackground2">
                <a:extLst>
                  <a:ext uri="{FF2B5EF4-FFF2-40B4-BE49-F238E27FC236}">
                    <a16:creationId id="{0181DC30-6B89-E254-FA12-B47727A7C621}"/>
                  </a:ext>
                </a:extLst>
              </p:cNvPr>
              <p:cNvSpPr/>
              <p:nvPr/>
            </p:nvSpPr>
            <p:spPr>
              <a:xfrm flipV="false" flipH="false">
                <a:off x="691139" y="4402420"/>
                <a:ext cx="3451179" cy="1218099"/>
              </a:xfrm>
              <a:prstGeom prst="round2DiagRect">
                <a:avLst>
                  <a:gd fmla="val 0" name="adj1"/>
                  <a:gd fmla="val 50000" name="adj2"/>
                </a:avLst>
              </a:prstGeom>
              <a:solidFill>
                <a:schemeClr val="bg1"/>
              </a:solidFill>
              <a:ln>
                <a:noFill/>
              </a:ln>
              <a:effectLst>
                <a:outerShdw algn="t" blurRad="381000" dir="5400000" dist="101600" rotWithShape="0" sx="98000" sy="98000">
                  <a:schemeClr val="accent1">
                    <a:alpha val="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>
                  <a:lnSpc>
                    <a:spcPct val="120000"/>
                  </a:lnSpc>
                </a:pPr>
              </a:p>
            </p:txBody>
          </p:sp>
          <p:sp>
            <p:nvSpPr>
              <p:cNvPr descr="aa01997a-4f5b-4878-9858-a5d9a0c92564" id="73" name="Bullet2">
                <a:extLst>
                  <a:ext uri="{FF2B5EF4-FFF2-40B4-BE49-F238E27FC236}">
                    <a16:creationId id="{81B422D0-2D30-02CF-E2AA-0954657377C4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1406028" y="4522545"/>
                <a:ext cx="2636588" cy="415771"/>
              </a:xfrm>
              <a:prstGeom prst="rect">
                <a:avLst/>
              </a:prstGeom>
              <a:noFill/>
            </p:spPr>
            <p:txBody>
              <a:bodyPr rtlCol="0" wrap="square">
                <a:normAutofit/>
              </a:bodyPr>
              <a:lstStyle>
                <a:defPPr>
                  <a:defRPr lang="zh-CN"/>
                </a:defPPr>
                <a:lvl1pPr>
                  <a:lnSpc>
                    <a:spcPct val="120000"/>
                  </a:lnSpc>
                  <a:defRPr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defRPr>
                </a:lvl1pPr>
              </a:lstStyle>
              <a:p>
                <a:pPr algn="l">
                  <a:lnSpc>
                    <a:spcPct val="120000"/>
                  </a:lnSpc>
                </a:pPr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擦嘴</a:t>
                </a:r>
              </a:p>
            </p:txBody>
          </p:sp>
          <p:sp>
            <p:nvSpPr>
              <p:cNvPr descr="1788755a-9ac7-47f2-8f02-914a6552076b" id="74" name="Text2">
                <a:extLst>
                  <a:ext uri="{FF2B5EF4-FFF2-40B4-BE49-F238E27FC236}">
                    <a16:creationId id="{F37FCBE2-90B3-5DE6-18F7-86F0FAD0F408}"/>
                  </a:ext>
                </a:extLst>
              </p:cNvPr>
              <p:cNvSpPr txBox="1">
                <a:spLocks/>
              </p:cNvSpPr>
              <p:nvPr/>
            </p:nvSpPr>
            <p:spPr>
              <a:xfrm flipH="true" flipV="false">
                <a:off x="1406028" y="4938316"/>
                <a:ext cx="2636588" cy="562079"/>
              </a:xfrm>
              <a:prstGeom prst="rect">
                <a:avLst/>
              </a:prstGeom>
              <a:noFill/>
            </p:spPr>
            <p:txBody>
              <a:bodyPr rtlCol="0" wrap="square">
                <a:normAutofit/>
              </a:bodyPr>
              <a:lstStyle>
                <a:defPPr>
                  <a:defRPr lang="zh-CN"/>
                </a:defPPr>
                <a:lvl1pPr>
                  <a:lnSpc>
                    <a:spcPct val="120000"/>
                  </a:lnSpc>
                  <a:defRPr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defRPr>
                </a:lvl1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用湿巾帮舔者擦嘴，表现感谢，解除羞耻感。</a:t>
                </a:r>
              </a:p>
            </p:txBody>
          </p:sp>
          <p:sp>
            <p:nvSpPr>
              <p:cNvPr descr="5f2fe8bf-8d6e-4b74-b08d-de9662a3d124" id="23" name="Icon2">
                <a:extLst>
                  <a:ext uri="{FF2B5EF4-FFF2-40B4-BE49-F238E27FC236}">
                    <a16:creationId id="{8CB4EB7F-B5AE-AD5E-8DD6-67BBB40B7557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961136" y="4548591"/>
                <a:ext cx="298714" cy="364772"/>
              </a:xfrm>
              <a:custGeom>
                <a:avLst/>
                <a:gdLst>
                  <a:gd fmla="*/ 4754 w 5583" name="T0"/>
                  <a:gd fmla="*/ 2144 h 6827" name="T1"/>
                  <a:gd fmla="*/ 5552 w 5583" name="T2"/>
                  <a:gd fmla="*/ 2144 h 6827" name="T3"/>
                  <a:gd fmla="*/ 5552 w 5583" name="T4"/>
                  <a:gd fmla="*/ 0 h 6827" name="T5"/>
                  <a:gd fmla="*/ 30 w 5583" name="T6"/>
                  <a:gd fmla="*/ 0 h 6827" name="T7"/>
                  <a:gd fmla="*/ 30 w 5583" name="T8"/>
                  <a:gd fmla="*/ 2144 h 6827" name="T9"/>
                  <a:gd fmla="*/ 829 w 5583" name="T10"/>
                  <a:gd fmla="*/ 2144 h 6827" name="T11"/>
                  <a:gd fmla="*/ 0 w 5583" name="T12"/>
                  <a:gd fmla="*/ 6746 h 6827" name="T13"/>
                  <a:gd fmla="*/ 450 w 5583" name="T14"/>
                  <a:gd fmla="*/ 6827 h 6827" name="T15"/>
                  <a:gd fmla="*/ 952 w 5583" name="T16"/>
                  <a:gd fmla="*/ 4041 h 6827" name="T17"/>
                  <a:gd fmla="*/ 2563 w 5583" name="T18"/>
                  <a:gd fmla="*/ 4041 h 6827" name="T19"/>
                  <a:gd fmla="*/ 2563 w 5583" name="T20"/>
                  <a:gd fmla="*/ 6786 h 6827" name="T21"/>
                  <a:gd fmla="*/ 3020 w 5583" name="T22"/>
                  <a:gd fmla="*/ 6786 h 6827" name="T23"/>
                  <a:gd fmla="*/ 3020 w 5583" name="T24"/>
                  <a:gd fmla="*/ 4041 h 6827" name="T25"/>
                  <a:gd fmla="*/ 4631 w 5583" name="T26"/>
                  <a:gd fmla="*/ 4041 h 6827" name="T27"/>
                  <a:gd fmla="*/ 5133 w 5583" name="T28"/>
                  <a:gd fmla="*/ 6827 h 6827" name="T29"/>
                  <a:gd fmla="*/ 5583 w 5583" name="T30"/>
                  <a:gd fmla="*/ 6746 h 6827" name="T31"/>
                  <a:gd fmla="*/ 4754 w 5583" name="T32"/>
                  <a:gd fmla="*/ 2144 h 6827" name="T33"/>
                  <a:gd fmla="*/ 2563 w 5583" name="T34"/>
                  <a:gd fmla="*/ 3584 h 6827" name="T35"/>
                  <a:gd fmla="*/ 1034 w 5583" name="T36"/>
                  <a:gd fmla="*/ 3584 h 6827" name="T37"/>
                  <a:gd fmla="*/ 1294 w 5583" name="T38"/>
                  <a:gd fmla="*/ 2144 h 6827" name="T39"/>
                  <a:gd fmla="*/ 2563 w 5583" name="T40"/>
                  <a:gd fmla="*/ 2144 h 6827" name="T41"/>
                  <a:gd fmla="*/ 2563 w 5583" name="T42"/>
                  <a:gd fmla="*/ 3584 h 6827" name="T43"/>
                  <a:gd fmla="*/ 3020 w 5583" name="T44"/>
                  <a:gd fmla="*/ 3584 h 6827" name="T45"/>
                  <a:gd fmla="*/ 3020 w 5583" name="T46"/>
                  <a:gd fmla="*/ 2144 h 6827" name="T47"/>
                  <a:gd fmla="*/ 4289 w 5583" name="T48"/>
                  <a:gd fmla="*/ 2144 h 6827" name="T49"/>
                  <a:gd fmla="*/ 4548 w 5583" name="T50"/>
                  <a:gd fmla="*/ 3584 h 6827" name="T51"/>
                  <a:gd fmla="*/ 3020 w 5583" name="T52"/>
                  <a:gd fmla="*/ 3584 h 6827" name="T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b="b" l="0" r="r" t="0"/>
                <a:pathLst>
                  <a:path h="6827" w="5583">
                    <a:moveTo>
                      <a:pt x="4754" y="2144"/>
                    </a:moveTo>
                    <a:lnTo>
                      <a:pt x="5552" y="2144"/>
                    </a:lnTo>
                    <a:lnTo>
                      <a:pt x="5552" y="0"/>
                    </a:lnTo>
                    <a:lnTo>
                      <a:pt x="30" y="0"/>
                    </a:lnTo>
                    <a:lnTo>
                      <a:pt x="30" y="2144"/>
                    </a:lnTo>
                    <a:lnTo>
                      <a:pt x="829" y="2144"/>
                    </a:lnTo>
                    <a:lnTo>
                      <a:pt x="0" y="6746"/>
                    </a:lnTo>
                    <a:lnTo>
                      <a:pt x="450" y="6827"/>
                    </a:lnTo>
                    <a:lnTo>
                      <a:pt x="952" y="4041"/>
                    </a:lnTo>
                    <a:lnTo>
                      <a:pt x="2563" y="4041"/>
                    </a:lnTo>
                    <a:lnTo>
                      <a:pt x="2563" y="6786"/>
                    </a:lnTo>
                    <a:lnTo>
                      <a:pt x="3020" y="6786"/>
                    </a:lnTo>
                    <a:lnTo>
                      <a:pt x="3020" y="4041"/>
                    </a:lnTo>
                    <a:lnTo>
                      <a:pt x="4631" y="4041"/>
                    </a:lnTo>
                    <a:lnTo>
                      <a:pt x="5133" y="6827"/>
                    </a:lnTo>
                    <a:lnTo>
                      <a:pt x="5583" y="6746"/>
                    </a:lnTo>
                    <a:lnTo>
                      <a:pt x="4754" y="2144"/>
                    </a:lnTo>
                    <a:close/>
                    <a:moveTo>
                      <a:pt x="2563" y="3584"/>
                    </a:moveTo>
                    <a:lnTo>
                      <a:pt x="1034" y="3584"/>
                    </a:lnTo>
                    <a:lnTo>
                      <a:pt x="1294" y="2144"/>
                    </a:lnTo>
                    <a:lnTo>
                      <a:pt x="2563" y="2144"/>
                    </a:lnTo>
                    <a:lnTo>
                      <a:pt x="2563" y="3584"/>
                    </a:lnTo>
                    <a:close/>
                    <a:moveTo>
                      <a:pt x="3020" y="3584"/>
                    </a:moveTo>
                    <a:lnTo>
                      <a:pt x="3020" y="2144"/>
                    </a:lnTo>
                    <a:lnTo>
                      <a:pt x="4289" y="2144"/>
                    </a:lnTo>
                    <a:lnTo>
                      <a:pt x="4548" y="3584"/>
                    </a:lnTo>
                    <a:lnTo>
                      <a:pt x="3020" y="358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60000"/>
                      <a:lumOff val="40000"/>
                    </a:schemeClr>
                  </a:gs>
                  <a:gs pos="50000">
                    <a:schemeClr val="accent2"/>
                  </a:gs>
                </a:gsLst>
                <a:lin ang="2700000" scaled="0"/>
              </a:gradFill>
            </p:spPr>
            <p:txBody>
              <a:bodyPr anchor="ctr" anchorCtr="0" bIns="45720" lIns="91440" rIns="91440" rtlCol="0" tIns="45720" wrap="square">
                <a:noAutofit/>
              </a:bodyPr>
              <a:lstStyle>
                <a:defPPr>
                  <a:defRPr lang="en-US"/>
                </a:defPPr>
                <a:lvl1pPr algn="l" defTabSz="4572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4572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4572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4572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4572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4572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4572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4572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4572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lnSpc>
                    <a:spcPct val="120000"/>
                  </a:lnSpc>
                </a:pPr>
              </a:p>
            </p:txBody>
          </p:sp>
        </p:grpSp>
        <p:grpSp>
          <p:nvGrpSpPr>
            <p:cNvPr descr="eec67021-f32c-4259-b1d6-cd0da5fc1ebe" id="4" name="组合 3">
              <a:extLst>
                <a:ext uri="{FF2B5EF4-FFF2-40B4-BE49-F238E27FC236}">
                  <a16:creationId id="{D1E00F60-D37D-6167-2AB0-DC6CD3D3220F}"/>
                </a:ext>
              </a:extLst>
            </p:cNvPr>
            <p:cNvGrpSpPr/>
            <p:nvPr/>
          </p:nvGrpSpPr>
          <p:grpSpPr>
            <a:xfrm>
              <a:off x="8074072" y="2387955"/>
              <a:ext cx="3451179" cy="1218099"/>
              <a:chOff x="8074072" y="2387955"/>
              <a:chExt cx="3451179" cy="1218099"/>
            </a:xfrm>
          </p:grpSpPr>
          <p:sp>
            <p:nvSpPr>
              <p:cNvPr descr="99212ef9-b006-4359-a805-d6180dd2423d" id="87" name="ComponentBackground3">
                <a:extLst>
                  <a:ext uri="{FF2B5EF4-FFF2-40B4-BE49-F238E27FC236}">
                    <a16:creationId id="{DDD3C94E-51F5-E14D-70B8-71B464139A2B}"/>
                  </a:ext>
                </a:extLst>
              </p:cNvPr>
              <p:cNvSpPr/>
              <p:nvPr/>
            </p:nvSpPr>
            <p:spPr>
              <a:xfrm flipH="true" flipV="false">
                <a:off x="8074072" y="2387955"/>
                <a:ext cx="3451179" cy="1218099"/>
              </a:xfrm>
              <a:prstGeom prst="round2DiagRect">
                <a:avLst>
                  <a:gd fmla="val 0" name="adj1"/>
                  <a:gd fmla="val 50000" name="adj2"/>
                </a:avLst>
              </a:prstGeom>
              <a:solidFill>
                <a:schemeClr val="bg1"/>
              </a:solidFill>
              <a:ln>
                <a:noFill/>
              </a:ln>
              <a:effectLst>
                <a:outerShdw algn="t" blurRad="381000" dir="5400000" dist="101600" rotWithShape="0" sx="98000" sy="98000">
                  <a:schemeClr val="accent1">
                    <a:alpha val="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>
                  <a:lnSpc>
                    <a:spcPct val="120000"/>
                  </a:lnSpc>
                </a:pPr>
              </a:p>
            </p:txBody>
          </p:sp>
          <p:sp>
            <p:nvSpPr>
              <p:cNvPr descr="ed3ab623-986d-4b7a-b407-d0e84cc4d208" id="90" name="Bullet3">
                <a:extLst>
                  <a:ext uri="{FF2B5EF4-FFF2-40B4-BE49-F238E27FC236}">
                    <a16:creationId id="{B7060B25-648B-AB19-7406-C99A7AE69C10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8173773" y="2508080"/>
                <a:ext cx="2636588" cy="415771"/>
              </a:xfrm>
              <a:prstGeom prst="rect">
                <a:avLst/>
              </a:prstGeom>
              <a:noFill/>
            </p:spPr>
            <p:txBody>
              <a:bodyPr rtlCol="0" wrap="square">
                <a:normAutofit/>
              </a:bodyPr>
              <a:lstStyle>
                <a:defPPr>
                  <a:defRPr lang="zh-CN"/>
                </a:defPPr>
                <a:lvl1pPr>
                  <a:lnSpc>
                    <a:spcPct val="120000"/>
                  </a:lnSpc>
                  <a:defRPr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defRPr>
                </a:lvl1pPr>
              </a:lstStyle>
              <a:p>
                <a:pPr algn="l">
                  <a:lnSpc>
                    <a:spcPct val="120000"/>
                  </a:lnSpc>
                </a:pPr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喝水吃糖</a:t>
                </a:r>
              </a:p>
            </p:txBody>
          </p:sp>
          <p:sp>
            <p:nvSpPr>
              <p:cNvPr descr="ff1688bc-e50c-4338-a0ab-b27349365c3f" id="91" name="Text3">
                <a:extLst>
                  <a:ext uri="{FF2B5EF4-FFF2-40B4-BE49-F238E27FC236}">
                    <a16:creationId id="{C0F20B0D-F4EA-6F19-510E-2E315486CA2E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8173773" y="2923851"/>
                <a:ext cx="2636588" cy="562079"/>
              </a:xfrm>
              <a:prstGeom prst="rect">
                <a:avLst/>
              </a:prstGeom>
              <a:noFill/>
            </p:spPr>
            <p:txBody>
              <a:bodyPr rtlCol="0" wrap="square">
                <a:normAutofit/>
              </a:bodyPr>
              <a:lstStyle>
                <a:defPPr>
                  <a:defRPr lang="zh-CN"/>
                </a:defPPr>
                <a:lvl1pPr>
                  <a:lnSpc>
                    <a:spcPct val="120000"/>
                  </a:lnSpc>
                  <a:defRPr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defRPr>
                </a:lvl1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一起喝水或吃糖，转化注意力，防脱力。</a:t>
                </a:r>
              </a:p>
            </p:txBody>
          </p:sp>
          <p:sp>
            <p:nvSpPr>
              <p:cNvPr descr="303ca830-3bb1-4a37-b814-198ab6087503" id="20" name="Icon3">
                <a:extLst>
                  <a:ext uri="{FF2B5EF4-FFF2-40B4-BE49-F238E27FC236}">
                    <a16:creationId id="{7EC14F18-2C51-3F55-B388-73741D6642E0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10887891" y="2580060"/>
                <a:ext cx="364772" cy="305415"/>
              </a:xfrm>
              <a:custGeom>
                <a:avLst/>
                <a:gdLst>
                  <a:gd fmla="*/ 4532 w 4667" name="T0"/>
                  <a:gd fmla="*/ 1805 h 3913" name="T1"/>
                  <a:gd fmla="*/ 4452 w 4667" name="T2"/>
                  <a:gd fmla="*/ 1826 h 3913" name="T3"/>
                  <a:gd fmla="*/ 3715 w 4667" name="T4"/>
                  <a:gd fmla="*/ 2211 h 3913" name="T5"/>
                  <a:gd fmla="*/ 3693 w 4667" name="T6"/>
                  <a:gd fmla="*/ 2224 h 3913" name="T7"/>
                  <a:gd fmla="*/ 3693 w 4667" name="T8"/>
                  <a:gd fmla="*/ 1941 h 3913" name="T9"/>
                  <a:gd fmla="*/ 3497 w 4667" name="T10"/>
                  <a:gd fmla="*/ 1740 h 3913" name="T11"/>
                  <a:gd fmla="*/ 3056 w 4667" name="T12"/>
                  <a:gd fmla="*/ 1740 h 3913" name="T13"/>
                  <a:gd fmla="*/ 3512 w 4667" name="T14"/>
                  <a:gd fmla="*/ 937 h 3913" name="T15"/>
                  <a:gd fmla="*/ 2575 w 4667" name="T16"/>
                  <a:gd fmla="*/ 0 h 3913" name="T17"/>
                  <a:gd fmla="*/ 1638 w 4667" name="T18"/>
                  <a:gd fmla="*/ 936 h 3913" name="T19"/>
                  <a:gd fmla="*/ 2094 w 4667" name="T20"/>
                  <a:gd fmla="*/ 1740 h 3913" name="T21"/>
                  <a:gd fmla="*/ 1203 w 4667" name="T22"/>
                  <a:gd fmla="*/ 1740 h 3913" name="T23"/>
                  <a:gd fmla="*/ 1524 w 4667" name="T24"/>
                  <a:gd fmla="*/ 1154 h 3913" name="T25"/>
                  <a:gd fmla="*/ 828 w 4667" name="T26"/>
                  <a:gd fmla="*/ 458 h 3913" name="T27"/>
                  <a:gd fmla="*/ 132 w 4667" name="T28"/>
                  <a:gd fmla="*/ 1154 h 3913" name="T29"/>
                  <a:gd fmla="*/ 454 w 4667" name="T30"/>
                  <a:gd fmla="*/ 1740 h 3913" name="T31"/>
                  <a:gd fmla="*/ 204 w 4667" name="T32"/>
                  <a:gd fmla="*/ 1740 h 3913" name="T33"/>
                  <a:gd fmla="*/ 0 w 4667" name="T34"/>
                  <a:gd fmla="*/ 1941 h 3913" name="T35"/>
                  <a:gd fmla="*/ 0 w 4667" name="T36"/>
                  <a:gd fmla="*/ 3719 h 3913" name="T37"/>
                  <a:gd fmla="*/ 204 w 4667" name="T38"/>
                  <a:gd fmla="*/ 3913 h 3913" name="T39"/>
                  <a:gd fmla="*/ 3497 w 4667" name="T40"/>
                  <a:gd fmla="*/ 3913 h 3913" name="T41"/>
                  <a:gd fmla="*/ 3693 w 4667" name="T42"/>
                  <a:gd fmla="*/ 3719 h 3913" name="T43"/>
                  <a:gd fmla="*/ 3693 w 4667" name="T44"/>
                  <a:gd fmla="*/ 3437 h 3913" name="T45"/>
                  <a:gd fmla="*/ 3715 w 4667" name="T46"/>
                  <a:gd fmla="*/ 3449 h 3913" name="T47"/>
                  <a:gd fmla="*/ 4451 w 4667" name="T48"/>
                  <a:gd fmla="*/ 3835 h 3913" name="T49"/>
                  <a:gd fmla="*/ 4531 w 4667" name="T50"/>
                  <a:gd fmla="*/ 3856 h 3913" name="T51"/>
                  <a:gd fmla="*/ 4667 w 4667" name="T52"/>
                  <a:gd fmla="*/ 3704 h 3913" name="T53"/>
                  <a:gd fmla="*/ 4667 w 4667" name="T54"/>
                  <a:gd fmla="*/ 1956 h 3913" name="T55"/>
                  <a:gd fmla="*/ 4532 w 4667" name="T56"/>
                  <a:gd fmla="*/ 1805 h 3913" name="T57"/>
                  <a:gd fmla="*/ 2400 w 4667" name="T58"/>
                  <a:gd fmla="*/ 3326 h 3913" name="T59"/>
                  <a:gd fmla="*/ 2267 w 4667" name="T60"/>
                  <a:gd fmla="*/ 3460 h 3913" name="T61"/>
                  <a:gd fmla="*/ 693 w 4667" name="T62"/>
                  <a:gd fmla="*/ 3460 h 3913" name="T63"/>
                  <a:gd fmla="*/ 560 w 4667" name="T64"/>
                  <a:gd fmla="*/ 3326 h 3913" name="T65"/>
                  <a:gd fmla="*/ 560 w 4667" name="T66"/>
                  <a:gd fmla="*/ 2340 h 3913" name="T67"/>
                  <a:gd fmla="*/ 693 w 4667" name="T68"/>
                  <a:gd fmla="*/ 2206 h 3913" name="T69"/>
                  <a:gd fmla="*/ 2267 w 4667" name="T70"/>
                  <a:gd fmla="*/ 2206 h 3913" name="T71"/>
                  <a:gd fmla="*/ 2400 w 4667" name="T72"/>
                  <a:gd fmla="*/ 2340 h 3913" name="T73"/>
                  <a:gd fmla="*/ 2400 w 4667" name="T74"/>
                  <a:gd fmla="*/ 3326 h 3913" name="T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b="b" l="0" r="r" t="0"/>
                <a:pathLst>
                  <a:path h="3913" w="4667">
                    <a:moveTo>
                      <a:pt x="4532" y="1805"/>
                    </a:moveTo>
                    <a:cubicBezTo>
                      <a:pt x="4505" y="1805"/>
                      <a:pt x="4479" y="1812"/>
                      <a:pt x="4452" y="1826"/>
                    </a:cubicBezTo>
                    <a:lnTo>
                      <a:pt x="3715" y="2211"/>
                    </a:lnTo>
                    <a:cubicBezTo>
                      <a:pt x="3708" y="2215"/>
                      <a:pt x="3707" y="2219"/>
                      <a:pt x="3693" y="2224"/>
                    </a:cubicBezTo>
                    <a:lnTo>
                      <a:pt x="3693" y="1941"/>
                    </a:lnTo>
                    <a:cubicBezTo>
                      <a:pt x="3693" y="1831"/>
                      <a:pt x="3607" y="1740"/>
                      <a:pt x="3497" y="1740"/>
                    </a:cubicBezTo>
                    <a:lnTo>
                      <a:pt x="3056" y="1740"/>
                    </a:lnTo>
                    <a:cubicBezTo>
                      <a:pt x="3329" y="1580"/>
                      <a:pt x="3512" y="1278"/>
                      <a:pt x="3512" y="937"/>
                    </a:cubicBezTo>
                    <a:cubicBezTo>
                      <a:pt x="3512" y="420"/>
                      <a:pt x="3092" y="0"/>
                      <a:pt x="2575" y="0"/>
                    </a:cubicBezTo>
                    <a:cubicBezTo>
                      <a:pt x="2058" y="0"/>
                      <a:pt x="1638" y="420"/>
                      <a:pt x="1638" y="936"/>
                    </a:cubicBezTo>
                    <a:cubicBezTo>
                      <a:pt x="1638" y="1277"/>
                      <a:pt x="1821" y="1580"/>
                      <a:pt x="2094" y="1740"/>
                    </a:cubicBezTo>
                    <a:lnTo>
                      <a:pt x="1203" y="1740"/>
                    </a:lnTo>
                    <a:cubicBezTo>
                      <a:pt x="1396" y="1620"/>
                      <a:pt x="1524" y="1400"/>
                      <a:pt x="1524" y="1154"/>
                    </a:cubicBezTo>
                    <a:cubicBezTo>
                      <a:pt x="1524" y="770"/>
                      <a:pt x="1212" y="458"/>
                      <a:pt x="828" y="458"/>
                    </a:cubicBezTo>
                    <a:cubicBezTo>
                      <a:pt x="445" y="458"/>
                      <a:pt x="132" y="770"/>
                      <a:pt x="132" y="1154"/>
                    </a:cubicBezTo>
                    <a:cubicBezTo>
                      <a:pt x="132" y="1400"/>
                      <a:pt x="261" y="1620"/>
                      <a:pt x="454" y="1740"/>
                    </a:cubicBezTo>
                    <a:lnTo>
                      <a:pt x="204" y="1740"/>
                    </a:lnTo>
                    <a:cubicBezTo>
                      <a:pt x="94" y="1740"/>
                      <a:pt x="0" y="1831"/>
                      <a:pt x="0" y="1941"/>
                    </a:cubicBezTo>
                    <a:lnTo>
                      <a:pt x="0" y="3719"/>
                    </a:lnTo>
                    <a:cubicBezTo>
                      <a:pt x="0" y="3830"/>
                      <a:pt x="94" y="3913"/>
                      <a:pt x="204" y="3913"/>
                    </a:cubicBezTo>
                    <a:lnTo>
                      <a:pt x="3497" y="3913"/>
                    </a:lnTo>
                    <a:cubicBezTo>
                      <a:pt x="3607" y="3913"/>
                      <a:pt x="3693" y="3830"/>
                      <a:pt x="3693" y="3719"/>
                    </a:cubicBezTo>
                    <a:lnTo>
                      <a:pt x="3693" y="3437"/>
                    </a:lnTo>
                    <a:cubicBezTo>
                      <a:pt x="3707" y="3441"/>
                      <a:pt x="3708" y="3446"/>
                      <a:pt x="3715" y="3449"/>
                    </a:cubicBezTo>
                    <a:lnTo>
                      <a:pt x="4451" y="3835"/>
                    </a:lnTo>
                    <a:cubicBezTo>
                      <a:pt x="4478" y="3849"/>
                      <a:pt x="4505" y="3856"/>
                      <a:pt x="4531" y="3856"/>
                    </a:cubicBezTo>
                    <a:cubicBezTo>
                      <a:pt x="4611" y="3856"/>
                      <a:pt x="4667" y="3794"/>
                      <a:pt x="4667" y="3704"/>
                    </a:cubicBezTo>
                    <a:lnTo>
                      <a:pt x="4667" y="1956"/>
                    </a:lnTo>
                    <a:cubicBezTo>
                      <a:pt x="4667" y="1867"/>
                      <a:pt x="4612" y="1805"/>
                      <a:pt x="4532" y="1805"/>
                    </a:cubicBezTo>
                    <a:close/>
                    <a:moveTo>
                      <a:pt x="2400" y="3326"/>
                    </a:moveTo>
                    <a:cubicBezTo>
                      <a:pt x="2400" y="3400"/>
                      <a:pt x="2340" y="3460"/>
                      <a:pt x="2267" y="3460"/>
                    </a:cubicBezTo>
                    <a:lnTo>
                      <a:pt x="693" y="3460"/>
                    </a:lnTo>
                    <a:cubicBezTo>
                      <a:pt x="620" y="3460"/>
                      <a:pt x="560" y="3400"/>
                      <a:pt x="560" y="3326"/>
                    </a:cubicBezTo>
                    <a:lnTo>
                      <a:pt x="560" y="2340"/>
                    </a:lnTo>
                    <a:cubicBezTo>
                      <a:pt x="560" y="2266"/>
                      <a:pt x="620" y="2206"/>
                      <a:pt x="693" y="2206"/>
                    </a:cubicBezTo>
                    <a:lnTo>
                      <a:pt x="2267" y="2206"/>
                    </a:lnTo>
                    <a:cubicBezTo>
                      <a:pt x="2340" y="2206"/>
                      <a:pt x="2400" y="2266"/>
                      <a:pt x="2400" y="2340"/>
                    </a:cubicBezTo>
                    <a:lnTo>
                      <a:pt x="2400" y="332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60000"/>
                      <a:lumOff val="40000"/>
                    </a:schemeClr>
                  </a:gs>
                  <a:gs pos="50000">
                    <a:schemeClr val="accent2"/>
                  </a:gs>
                </a:gsLst>
                <a:lin ang="2700000" scaled="0"/>
              </a:gradFill>
            </p:spPr>
            <p:txBody>
              <a:bodyPr anchor="ctr" anchorCtr="0" bIns="45720" lIns="91440" rIns="91440" rtlCol="0" tIns="45720" wrap="square">
                <a:noAutofit/>
              </a:bodyPr>
              <a:lstStyle>
                <a:defPPr>
                  <a:defRPr lang="en-US"/>
                </a:defPPr>
                <a:lvl1pPr algn="l" defTabSz="4572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4572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4572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4572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4572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4572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4572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4572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4572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lnSpc>
                    <a:spcPct val="120000"/>
                  </a:lnSpc>
                </a:pPr>
              </a:p>
            </p:txBody>
          </p:sp>
        </p:grpSp>
        <p:grpSp>
          <p:nvGrpSpPr>
            <p:cNvPr descr="5409b3f3-0ef7-42cd-ac10-fce73c932258" id="6" name="组合 5">
              <a:extLst>
                <a:ext uri="{FF2B5EF4-FFF2-40B4-BE49-F238E27FC236}">
                  <a16:creationId id="{5D6E6895-2F67-9A79-2112-CE70C52CAF00}"/>
                </a:ext>
              </a:extLst>
            </p:cNvPr>
            <p:cNvGrpSpPr/>
            <p:nvPr/>
          </p:nvGrpSpPr>
          <p:grpSpPr>
            <a:xfrm>
              <a:off x="8049683" y="4402420"/>
              <a:ext cx="3451179" cy="1218099"/>
              <a:chOff x="8049683" y="4402420"/>
              <a:chExt cx="3451179" cy="1218099"/>
            </a:xfrm>
          </p:grpSpPr>
          <p:sp>
            <p:nvSpPr>
              <p:cNvPr descr="08decf96-4769-42c7-b5e8-66e780a48b58" id="301" name="ComponentBackground4">
                <a:extLst>
                  <a:ext uri="{FF2B5EF4-FFF2-40B4-BE49-F238E27FC236}">
                    <a16:creationId id="{5C48B56F-83EB-C84C-592C-7586E6808368}"/>
                  </a:ext>
                </a:extLst>
              </p:cNvPr>
              <p:cNvSpPr/>
              <p:nvPr/>
            </p:nvSpPr>
            <p:spPr>
              <a:xfrm flipH="true" flipV="false">
                <a:off x="8049683" y="4402420"/>
                <a:ext cx="3451179" cy="1218099"/>
              </a:xfrm>
              <a:prstGeom prst="round2DiagRect">
                <a:avLst>
                  <a:gd fmla="val 0" name="adj1"/>
                  <a:gd fmla="val 50000" name="adj2"/>
                </a:avLst>
              </a:prstGeom>
              <a:solidFill>
                <a:schemeClr val="bg1"/>
              </a:solidFill>
              <a:ln>
                <a:noFill/>
              </a:ln>
              <a:effectLst>
                <a:outerShdw algn="t" blurRad="381000" dir="5400000" dist="101600" rotWithShape="0" sx="98000" sy="98000">
                  <a:schemeClr val="accent1">
                    <a:alpha val="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lstStyle/>
              <a:p>
                <a:pPr algn="ctr">
                  <a:lnSpc>
                    <a:spcPct val="120000"/>
                  </a:lnSpc>
                </a:pPr>
              </a:p>
            </p:txBody>
          </p:sp>
          <p:sp>
            <p:nvSpPr>
              <p:cNvPr descr="fbb68739-ccd2-481e-a3bc-750508822b08" id="308" name="Bullet4">
                <a:extLst>
                  <a:ext uri="{FF2B5EF4-FFF2-40B4-BE49-F238E27FC236}">
                    <a16:creationId id="{432BBDDF-1D9C-C01D-2A41-FC796AF8C22B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8149384" y="4522545"/>
                <a:ext cx="2636588" cy="415771"/>
              </a:xfrm>
              <a:prstGeom prst="rect">
                <a:avLst/>
              </a:prstGeom>
              <a:noFill/>
            </p:spPr>
            <p:txBody>
              <a:bodyPr rtlCol="0" wrap="square">
                <a:normAutofit/>
              </a:bodyPr>
              <a:lstStyle>
                <a:defPPr>
                  <a:defRPr lang="zh-CN"/>
                </a:defPPr>
                <a:lvl1pPr>
                  <a:lnSpc>
                    <a:spcPct val="120000"/>
                  </a:lnSpc>
                  <a:defRPr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defRPr>
                </a:lvl1pPr>
              </a:lstStyle>
              <a:p>
                <a:pPr algn="l">
                  <a:lnSpc>
                    <a:spcPct val="120000"/>
                  </a:lnSpc>
                </a:pPr>
                <a:r>
                  <a:rPr lang="en-US" b="true" i="false" u="none" sz="1800">
                    <a:solidFill>
                      <a:srgbClr val="2F2F2F"/>
                    </a:solidFill>
                    <a:ea typeface="微软雅黑"/>
                  </a:rPr>
                  <a:t>交流感受</a:t>
                </a:r>
              </a:p>
            </p:txBody>
          </p:sp>
          <p:sp>
            <p:nvSpPr>
              <p:cNvPr descr="9c864709-9b4b-406b-854b-b5f89b41e865" id="96" name="Text4">
                <a:extLst>
                  <a:ext uri="{FF2B5EF4-FFF2-40B4-BE49-F238E27FC236}">
                    <a16:creationId id="{7C0F31B6-3D81-2DE3-7B2D-53DA83FA8A15}"/>
                  </a:ext>
                </a:extLst>
              </p:cNvPr>
              <p:cNvSpPr txBox="1">
                <a:spLocks/>
              </p:cNvSpPr>
              <p:nvPr/>
            </p:nvSpPr>
            <p:spPr>
              <a:xfrm flipV="false" flipH="false">
                <a:off x="8149384" y="4938316"/>
                <a:ext cx="2636588" cy="562079"/>
              </a:xfrm>
              <a:prstGeom prst="rect">
                <a:avLst/>
              </a:prstGeom>
              <a:noFill/>
            </p:spPr>
            <p:txBody>
              <a:bodyPr rtlCol="0" wrap="square">
                <a:normAutofit/>
              </a:bodyPr>
              <a:lstStyle>
                <a:defPPr>
                  <a:defRPr lang="zh-CN"/>
                </a:defPPr>
                <a:lvl1pPr>
                  <a:lnSpc>
                    <a:spcPct val="120000"/>
                  </a:lnSpc>
                  <a:defRPr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</a:defRPr>
                </a:lvl1pPr>
              </a:lstStyle>
              <a:p>
                <a:pPr algn="l">
                  <a:lnSpc>
                    <a:spcPct val="120000"/>
                  </a:lnSpc>
                </a:pPr>
                <a:r>
                  <a:rPr lang="en-US" b="false" i="false" u="none" strike="noStrike" sz="1200">
                    <a:solidFill>
                      <a:srgbClr val="2F2F2F"/>
                    </a:solidFill>
                    <a:ea typeface="微软雅黑"/>
                  </a:rPr>
                  <a:t>复盘交流感受，加深共识，规避下次误解。</a:t>
                </a:r>
              </a:p>
            </p:txBody>
          </p:sp>
          <p:sp>
            <p:nvSpPr>
              <p:cNvPr descr="9c26acea-095c-420d-ae7e-451162c65d71" id="24" name="Icon4">
                <a:extLst>
                  <a:ext uri="{FF2B5EF4-FFF2-40B4-BE49-F238E27FC236}">
                    <a16:creationId id="{A91C6A51-D114-520F-F36B-C145D72FA777}"/>
                  </a:ext>
                </a:extLst>
              </p:cNvPr>
              <p:cNvSpPr>
                <a:spLocks/>
              </p:cNvSpPr>
              <p:nvPr/>
            </p:nvSpPr>
            <p:spPr>
              <a:xfrm flipV="false" flipH="false">
                <a:off x="10887891" y="4548591"/>
                <a:ext cx="364772" cy="362425"/>
              </a:xfrm>
              <a:custGeom>
                <a:avLst/>
                <a:gdLst>
                  <a:gd fmla="*/ 274520 w 603122" name="connsiteX0"/>
                  <a:gd fmla="*/ 331446 h 599242" name="connsiteY0"/>
                  <a:gd fmla="*/ 325236 w 603122" name="connsiteX1"/>
                  <a:gd fmla="*/ 331446 h 599242" name="connsiteY1"/>
                  <a:gd fmla="*/ 325236 w 603122" name="connsiteX2"/>
                  <a:gd fmla="*/ 518115 h 599242" name="connsiteY2"/>
                  <a:gd fmla="*/ 244151 w 603122" name="connsiteX3"/>
                  <a:gd fmla="*/ 599242 h 599242" name="connsiteY3"/>
                  <a:gd fmla="*/ 163218 w 603122" name="connsiteX4"/>
                  <a:gd fmla="*/ 518115 h 599242" name="connsiteY4"/>
                  <a:gd fmla="*/ 188424 w 603122" name="connsiteX5"/>
                  <a:gd fmla="*/ 492791 h 599242" name="connsiteY5"/>
                  <a:gd fmla="*/ 213782 w 603122" name="connsiteX6"/>
                  <a:gd fmla="*/ 518115 h 599242" name="connsiteY6"/>
                  <a:gd fmla="*/ 244151 w 603122" name="connsiteX7"/>
                  <a:gd fmla="*/ 548746 h 599242" name="connsiteY7"/>
                  <a:gd fmla="*/ 274520 w 603122" name="connsiteX8"/>
                  <a:gd fmla="*/ 518115 h 599242" name="connsiteY8"/>
                  <a:gd fmla="*/ 377595 w 603122" name="connsiteX9"/>
                  <a:gd fmla="*/ 9103 h 599242" name="connsiteY9"/>
                  <a:gd fmla="*/ 603122 w 603122" name="connsiteX10"/>
                  <a:gd fmla="*/ 301173 h 599242" name="connsiteY10"/>
                  <a:gd fmla="*/ 452771 w 603122" name="connsiteX11"/>
                  <a:gd fmla="*/ 301173 h 599242" name="connsiteY11"/>
                  <a:gd fmla="*/ 452771 w 603122" name="connsiteX12"/>
                  <a:gd fmla="*/ 299353 h 599242" name="connsiteY12"/>
                  <a:gd fmla="*/ 415107 w 603122" name="connsiteX13"/>
                  <a:gd fmla="*/ 75372 h 599242" name="connsiteY13"/>
                  <a:gd fmla="*/ 377595 w 603122" name="connsiteX14"/>
                  <a:gd fmla="*/ 9103 h 599242" name="connsiteY14"/>
                  <a:gd fmla="*/ 225597 w 603122" name="connsiteX15"/>
                  <a:gd fmla="*/ 9103 h 599242" name="connsiteY15"/>
                  <a:gd fmla="*/ 187188 w 603122" name="connsiteX16"/>
                  <a:gd fmla="*/ 75221 h 599242" name="connsiteY16"/>
                  <a:gd fmla="*/ 149082 w 603122" name="connsiteX17"/>
                  <a:gd fmla="*/ 299353 h 599242" name="connsiteY17"/>
                  <a:gd fmla="*/ 149082 w 603122" name="connsiteX18"/>
                  <a:gd fmla="*/ 301173 h 599242" name="connsiteY18"/>
                  <a:gd fmla="*/ 0 w 603122" name="connsiteX19"/>
                  <a:gd fmla="*/ 301173 h 599242" name="connsiteY19"/>
                  <a:gd fmla="*/ 225597 w 603122" name="connsiteX20"/>
                  <a:gd fmla="*/ 9103 h 599242" name="connsiteY20"/>
                  <a:gd fmla="*/ 301561 w 603122" name="connsiteX21"/>
                  <a:gd fmla="*/ 0 h 599242" name="connsiteY21"/>
                  <a:gd fmla="*/ 422404 w 603122" name="connsiteX22"/>
                  <a:gd fmla="*/ 301173 h 599242" name="connsiteY22"/>
                  <a:gd fmla="*/ 180718 w 603122" name="connsiteX23"/>
                  <a:gd fmla="*/ 301173 h 599242" name="connsiteY23"/>
                  <a:gd fmla="*/ 301561 w 603122" name="connsiteX24"/>
                  <a:gd fmla="*/ 0 h 599242" name="connsiteY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b="b" l="l" r="r" t="t"/>
                <a:pathLst>
                  <a:path h="599242" w="603122">
                    <a:moveTo>
                      <a:pt x="274520" y="331446"/>
                    </a:moveTo>
                    <a:lnTo>
                      <a:pt x="325236" y="331446"/>
                    </a:lnTo>
                    <a:lnTo>
                      <a:pt x="325236" y="518115"/>
                    </a:lnTo>
                    <a:cubicBezTo>
                      <a:pt x="325236" y="562848"/>
                      <a:pt x="288945" y="599242"/>
                      <a:pt x="244151" y="599242"/>
                    </a:cubicBezTo>
                    <a:cubicBezTo>
                      <a:pt x="199357" y="599242"/>
                      <a:pt x="163218" y="562848"/>
                      <a:pt x="163218" y="518115"/>
                    </a:cubicBezTo>
                    <a:cubicBezTo>
                      <a:pt x="163218" y="504164"/>
                      <a:pt x="174454" y="492791"/>
                      <a:pt x="188424" y="492791"/>
                    </a:cubicBezTo>
                    <a:cubicBezTo>
                      <a:pt x="202394" y="492791"/>
                      <a:pt x="213782" y="504164"/>
                      <a:pt x="213782" y="518115"/>
                    </a:cubicBezTo>
                    <a:cubicBezTo>
                      <a:pt x="213782" y="534947"/>
                      <a:pt x="227297" y="548746"/>
                      <a:pt x="244151" y="548746"/>
                    </a:cubicBezTo>
                    <a:cubicBezTo>
                      <a:pt x="261158" y="548746"/>
                      <a:pt x="274520" y="534947"/>
                      <a:pt x="274520" y="518115"/>
                    </a:cubicBezTo>
                    <a:close/>
                    <a:moveTo>
                      <a:pt x="377595" y="9103"/>
                    </a:moveTo>
                    <a:cubicBezTo>
                      <a:pt x="507292" y="42465"/>
                      <a:pt x="603122" y="159687"/>
                      <a:pt x="603122" y="301173"/>
                    </a:cubicBezTo>
                    <a:lnTo>
                      <a:pt x="452771" y="301173"/>
                    </a:lnTo>
                    <a:lnTo>
                      <a:pt x="452771" y="299353"/>
                    </a:lnTo>
                    <a:cubicBezTo>
                      <a:pt x="452771" y="215190"/>
                      <a:pt x="439406" y="135879"/>
                      <a:pt x="415107" y="75372"/>
                    </a:cubicBezTo>
                    <a:cubicBezTo>
                      <a:pt x="404324" y="48379"/>
                      <a:pt x="391871" y="26239"/>
                      <a:pt x="377595" y="9103"/>
                    </a:cubicBezTo>
                    <a:close/>
                    <a:moveTo>
                      <a:pt x="225597" y="9103"/>
                    </a:moveTo>
                    <a:cubicBezTo>
                      <a:pt x="211175" y="26239"/>
                      <a:pt x="198119" y="48076"/>
                      <a:pt x="187188" y="75221"/>
                    </a:cubicBezTo>
                    <a:cubicBezTo>
                      <a:pt x="163049" y="135576"/>
                      <a:pt x="149082" y="215190"/>
                      <a:pt x="149082" y="299353"/>
                    </a:cubicBezTo>
                    <a:lnTo>
                      <a:pt x="149082" y="301173"/>
                    </a:lnTo>
                    <a:lnTo>
                      <a:pt x="0" y="301173"/>
                    </a:lnTo>
                    <a:cubicBezTo>
                      <a:pt x="0" y="159687"/>
                      <a:pt x="95643" y="42313"/>
                      <a:pt x="225597" y="9103"/>
                    </a:cubicBezTo>
                    <a:close/>
                    <a:moveTo>
                      <a:pt x="301561" y="0"/>
                    </a:moveTo>
                    <a:cubicBezTo>
                      <a:pt x="368359" y="0"/>
                      <a:pt x="422404" y="133450"/>
                      <a:pt x="422404" y="301173"/>
                    </a:cubicBezTo>
                    <a:lnTo>
                      <a:pt x="180718" y="301173"/>
                    </a:lnTo>
                    <a:cubicBezTo>
                      <a:pt x="180718" y="133450"/>
                      <a:pt x="234764" y="0"/>
                      <a:pt x="301561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1">
                      <a:lumMod val="60000"/>
                      <a:lumOff val="40000"/>
                    </a:schemeClr>
                  </a:gs>
                  <a:gs pos="50000">
                    <a:schemeClr val="accent1"/>
                  </a:gs>
                </a:gsLst>
                <a:lin ang="2700000" scaled="0"/>
              </a:gradFill>
            </p:spPr>
            <p:txBody>
              <a:bodyPr anchor="ctr" anchorCtr="0" bIns="108000" lIns="108000" rIns="108000" rtlCol="0" tIns="108000" wrap="none">
                <a:normAutofit fontScale="47500" lnSpcReduction="20000"/>
              </a:bodyPr>
              <a:lstStyle>
                <a:defPPr>
                  <a:defRPr lang="en-US"/>
                </a:defPPr>
                <a:lvl1pPr algn="l" defTabSz="457200" eaLnBrk="1" hangingPunct="1" latinLnBrk="0" marL="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algn="l" defTabSz="457200" eaLnBrk="1" hangingPunct="1" latinLnBrk="0" marL="457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algn="l" defTabSz="457200" eaLnBrk="1" hangingPunct="1" latinLnBrk="0" marL="914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algn="l" defTabSz="457200" eaLnBrk="1" hangingPunct="1" latinLnBrk="0" marL="1371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algn="l" defTabSz="457200" eaLnBrk="1" hangingPunct="1" latinLnBrk="0" marL="18288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algn="l" defTabSz="457200" eaLnBrk="1" hangingPunct="1" latinLnBrk="0" marL="22860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algn="l" defTabSz="457200" eaLnBrk="1" hangingPunct="1" latinLnBrk="0" marL="27432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algn="l" defTabSz="457200" eaLnBrk="1" hangingPunct="1" latinLnBrk="0" marL="32004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algn="l" defTabSz="457200" eaLnBrk="1" hangingPunct="1" latinLnBrk="0" marL="3657600" rtl="0">
                  <a:defRPr kern="1200" sz="18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lnSpc>
                    <a:spcPct val="112000"/>
                  </a:lnSpc>
                </a:pPr>
              </a:p>
            </p:txBody>
          </p:sp>
        </p:grpSp>
      </p:grpSp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descr="9c2c5af5-11da-44a7-b238-023c348bada2" id="5" name=""/>
          <p:cNvSpPr>
            <a:spLocks noGrp="1"/>
          </p:cNvSpPr>
          <p:nvPr>
            <p:ph hasCustomPrompt="1" type="title"/>
          </p:nvPr>
        </p:nvSpPr>
        <p:spPr/>
        <p:txBody>
          <a:bodyPr/>
          <a:lstStyle/>
          <a:p>
            <a:pPr algn="ctr">
              <a:lnSpc>
                <a:spcPct val="100000"/>
              </a:lnSpc>
              <a:spcBef>
                <a:spcPct val="0"/>
              </a:spcBef>
            </a:pPr>
            <a:r>
              <a:rPr lang="en-US" b="true" i="false" u="none" sz="4800">
                <a:solidFill>
                  <a:srgbClr val="2F2F2F"/>
                </a:solidFill>
                <a:ea typeface="微软雅黑"/>
              </a:rPr>
              <a:t>谢谢观看</a:t>
            </a:r>
          </a:p>
        </p:txBody>
      </p:sp>
      <p:sp>
        <p:nvSpPr>
          <p:cNvPr descr="a32887a8-fb37-45b5-bc82-c65d33e865f7" id="4" name=""/>
          <p:cNvSpPr>
            <a:spLocks noGrp="1"/>
          </p:cNvSpPr>
          <p:nvPr>
            <p:ph hasCustomPrompt="1" idx="13" sz="quarter" type="body"/>
          </p:nvPr>
        </p:nvSpPr>
        <p:spPr/>
        <p:txBody>
          <a:bodyPr/>
          <a:lstStyle/>
          <a:p>
            <a:pPr algn="ctr">
              <a:lnSpc>
                <a:spcPct val="100000"/>
              </a:lnSpc>
              <a:spcBef>
                <a:spcPts val="1000"/>
              </a:spcBef>
            </a:pPr>
            <a:r>
              <a:rPr lang="en-US" b="false" i="false" u="none" sz="1200">
                <a:solidFill>
                  <a:srgbClr val="2F2F2F"/>
                </a:solidFill>
                <a:ea typeface="微软雅黑"/>
              </a:rPr>
              <a:t>报告人名称</a:t>
            </a:r>
          </a:p>
        </p:txBody>
      </p:sp>
      <p:sp>
        <p:nvSpPr>
          <p:cNvPr descr="9ab8c871-93fe-4930-9266-b5c18cd5b91f" id="7" name=""/>
          <p:cNvSpPr>
            <a:spLocks noGrp="1"/>
          </p:cNvSpPr>
          <p:nvPr>
            <p:ph hasCustomPrompt="1" idx="14" sz="quarter" type="body"/>
          </p:nvPr>
        </p:nvSpPr>
        <p:spPr/>
        <p:txBody>
          <a:bodyPr/>
          <a:lstStyle/>
          <a:p>
            <a:pPr algn="ctr">
              <a:lnSpc>
                <a:spcPct val="100000"/>
              </a:lnSpc>
              <a:spcBef>
                <a:spcPts val="1000"/>
              </a:spcBef>
            </a:pPr>
            <a:r>
              <a:rPr lang="en-US">
                <a:latin typeface="微软雅黑"/>
              </a:rPr>
              <a:t>20xx.xx.xx</a:t>
            </a:r>
          </a:p>
        </p:txBody>
      </p:sp>
    </p:spTree>
  </p:cSld>
  <p:clrMapOvr>
    <a:masterClrMapping/>
  </p:clrMapOvr>
</p:sld>
</file>

<file path=ppt/tags/tag1.xml><?xml version="1.0" encoding="utf-8"?>
<p:tagLst xmlns:p="http://schemas.openxmlformats.org/presentationml/2006/main">
  <p:tag name="AS_NET" val="8.0.2"/>
  <p:tag name="AS_OS" val="Microsoft Windows NT 10.0.22631.0"/>
  <p:tag name="AS_RELEASE_DATE" val="2023.10.14"/>
  <p:tag name="AS_TITLE" val="Aspose.Slides for .NET6"/>
  <p:tag name="AS_VERSION" val="23.10"/>
  <p:tag name="ISLIDE.GUIDESSETTING" val="{&quot;Id&quot;:&quot;GuidesStyle_Normal&quot;,&quot;Name&quot;:&quot;GuidesStyle_Normal&quot;,&quot;Kind&quot;:0,&quot;OldGuidesSetting&quot;:{&quot;HeaderHeight&quot;:15.0,&quot;FooterHeight&quot;:9.0,&quot;SideMargin&quot;:5.5,&quot;TopMargin&quot;:0.0,&quot;BottomMargin&quot;:0.0,&quot;IntervalMargin&quot;:1.5}}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VECTOR" val="#813216;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VECTOR" val="#242217;#242243;"/>
  <p:tag name="ISLIDE.ICON" val="#393824;#64910;"/>
</p:tagLst>
</file>

<file path=ppt/tags/tag4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IAGRAMSTYLE" val="fun"/>
</p:tagLst>
</file>

<file path=ppt/tags/tag5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IAGRAMSTYLE" val="fun"/>
</p:tagLst>
</file>

<file path=ppt/theme/theme1.xml><?xml version="1.0" encoding="utf-8"?>
<a:theme xmlns:r="http://schemas.openxmlformats.org/officeDocument/2006/relationships" xmlns:a="http://schemas.openxmlformats.org/drawingml/2006/main" name="Designed by iSlide">
  <a:themeElements>
    <a:clrScheme name="iSlide">
      <a:dk1>
        <a:srgbClr val="2F2F2F"/>
      </a:dk1>
      <a:lt1>
        <a:srgbClr val="FFFFFF"/>
      </a:lt1>
      <a:dk2>
        <a:srgbClr val="778495"/>
      </a:dk2>
      <a:lt2>
        <a:srgbClr val="F0F0F0"/>
      </a:lt2>
      <a:accent1>
        <a:srgbClr val="F66551"/>
      </a:accent1>
      <a:accent2>
        <a:srgbClr val="4BA111"/>
      </a:accent2>
      <a:accent3>
        <a:srgbClr val="FF8137"/>
      </a:accent3>
      <a:accent4>
        <a:srgbClr val="FFA400"/>
      </a:accent4>
      <a:accent5>
        <a:srgbClr val="DDDDDD"/>
      </a:accent5>
      <a:accent6>
        <a:srgbClr val="9A9A9A"/>
      </a:accent6>
      <a:hlink>
        <a:srgbClr val="F84D4D"/>
      </a:hlink>
      <a:folHlink>
        <a:srgbClr val="979797"/>
      </a:folHlink>
    </a:clrScheme>
    <a:fontScheme name="iSlide">
      <a:majorFont>
        <a:latin typeface="Arial"/>
        <a:ea typeface="微软雅黑"/>
        <a:cs typeface="Arial"/>
      </a:majorFont>
      <a:minorFont>
        <a:latin typeface="Arial"/>
        <a:ea typeface="微软雅黑"/>
        <a:cs typeface="Arial"/>
      </a:minorFont>
    </a:fontScheme>
    <a:fmtScheme name="iSlid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Lst>
    <a:ext uri="{05A4C25C-085E-4340-85A3-A5531E510DB2}">
      <thm15:themeFamily xmlns:thm15="http://schemas.microsoft.com/office/thememl/2012/main" name="iSlide" id="{62F939B6-93AF-4DB8-9C6B-D6C7DFDC589F}" vid="{4A3C46E8-61CC-4603-A589-7422A47A8E4A}"/>
    </a:ext>
  </a:extLst>
</a:theme>
</file>

<file path=docProps/app.xml><?xml version="1.0" encoding="utf-8"?>
<Properties xmlns:vt="http://schemas.openxmlformats.org/officeDocument/2006/docPropsVTypes" xmlns="http://schemas.openxmlformats.org/officeDocument/2006/extended-properties">
  <Template>iSlide Presentation Template</Template>
  <Manager>iSlide</Manager>
  <Company>iSlide</Company>
  <PresentationFormat>宽屏</PresentationFormat>
  <Paragraphs>102</Paragraphs>
  <Slides>12</Slides>
  <Notes>0</Notes>
  <TotalTime>266</TotalTime>
  <HiddenSlides>7</HiddenSlides>
  <MMClips>0</MMClips>
  <ScaleCrop>0</ScaleCrop>
  <HeadingPairs>
    <vt:vector baseType="variant" size="6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baseType="lpstr" size="15">
      <vt:lpstr>Arial</vt:lpstr>
      <vt:lpstr>微软雅黑</vt:lpstr>
      <vt:lpstr>Designed by iSlide</vt:lpstr>
      <vt:lpstr>Presentation Title Goes Here</vt:lpstr>
      <vt:lpstr>Agenda</vt:lpstr>
      <vt:lpstr>Click to add title</vt:lpstr>
      <vt:lpstr>Click to add title</vt:lpstr>
      <vt:lpstr>Thank you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0</LinksUpToDate>
  <SharedDoc>0</SharedDoc>
  <HyperlinksChanged>0</HyperlinksChanged>
  <Application>Aspose.Slides for .NET</Application>
  <AppVersion>23.1000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xsi="http://www.w3.org/2001/XMLSchema-instance">
  <dcterms:created xsi:type="dcterms:W3CDTF">2024-03-04T00:00:00Z</dcterms:created>
  <dc:creator>iSlide</dc:creator>
  <cp:lastModifiedBy>iSlide</cp:lastModifiedBy>
  <cp:lastPrinted>2024-03-04T00:00:00Z</cp:lastPrinted>
  <dcterms:modified xsi:type="dcterms:W3CDTF">2024-03-05T13:38:51Z</dcterms:modified>
  <cp:revision>1</cp:revision>
</cp:coreProperties>
</file>

<file path=docProps/custom.xml><?xml version="1.0" encoding="utf-8"?>
<Properties xmlns:vt="http://schemas.openxmlformats.org/officeDocument/2006/docPropsVTypes" xmlns="http://schemas.openxmlformats.org/officeDocument/2006/custom-properties">
  <property fmtid="{D5CDD505-2E9C-101B-9397-08002B2CF9AE}" pid="2" name="ISLIDE.THEME">
    <vt:lpwstr>bbc25826-1fa0-4bed-a90c-6345cda1a4db</vt:lpwstr>
  </property>
</Properties>
</file>